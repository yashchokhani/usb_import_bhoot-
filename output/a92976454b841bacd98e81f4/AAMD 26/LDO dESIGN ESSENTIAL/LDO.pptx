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</p:sldMasterIdLst>
  <p:notesMasterIdLst>
    <p:notesMasterId r:id="rId45"/>
  </p:notesMasterIdLst>
  <p:sldIdLst>
    <p:sldId id="256" r:id="rId3"/>
    <p:sldId id="257" r:id="rId4"/>
    <p:sldId id="258" r:id="rId5"/>
    <p:sldId id="259" r:id="rId6"/>
    <p:sldId id="260" r:id="rId7"/>
    <p:sldId id="261" r:id="rId8"/>
    <p:sldId id="262" r:id="rId9"/>
    <p:sldId id="263" r:id="rId10"/>
    <p:sldId id="264" r:id="rId11"/>
    <p:sldId id="265" r:id="rId12"/>
    <p:sldId id="266" r:id="rId13"/>
    <p:sldId id="267" r:id="rId14"/>
    <p:sldId id="268" r:id="rId15"/>
    <p:sldId id="269" r:id="rId16"/>
    <p:sldId id="270" r:id="rId17"/>
    <p:sldId id="271" r:id="rId18"/>
    <p:sldId id="272" r:id="rId19"/>
    <p:sldId id="273" r:id="rId20"/>
    <p:sldId id="274" r:id="rId21"/>
    <p:sldId id="275" r:id="rId22"/>
    <p:sldId id="276" r:id="rId23"/>
    <p:sldId id="277" r:id="rId24"/>
    <p:sldId id="278" r:id="rId25"/>
    <p:sldId id="279" r:id="rId26"/>
    <p:sldId id="280" r:id="rId27"/>
    <p:sldId id="281" r:id="rId28"/>
    <p:sldId id="282" r:id="rId29"/>
    <p:sldId id="283" r:id="rId30"/>
    <p:sldId id="284" r:id="rId31"/>
    <p:sldId id="285" r:id="rId32"/>
    <p:sldId id="286" r:id="rId33"/>
    <p:sldId id="287" r:id="rId34"/>
    <p:sldId id="288" r:id="rId35"/>
    <p:sldId id="289" r:id="rId36"/>
    <p:sldId id="290" r:id="rId37"/>
    <p:sldId id="291" r:id="rId38"/>
    <p:sldId id="292" r:id="rId39"/>
    <p:sldId id="293" r:id="rId40"/>
    <p:sldId id="294" r:id="rId41"/>
    <p:sldId id="295" r:id="rId42"/>
    <p:sldId id="296" r:id="rId43"/>
    <p:sldId id="297" r:id="rId4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54" d="100"/>
          <a:sy n="154" d="100"/>
        </p:scale>
        <p:origin x="528" y="10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viewProps" Target="viewProps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notesMaster" Target="notesMasters/notesMaster1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tableStyles" Target="tableStyle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theme" Target="theme/theme1.xml"/><Relationship Id="rId8" Type="http://schemas.openxmlformats.org/officeDocument/2006/relationships/slide" Target="slides/slide6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presProps" Target="presProps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9716887-E82D-4999-834D-72FEB83F1468}" type="datetimeFigureOut">
              <a:rPr lang="en-US" smtClean="0"/>
              <a:t>8/25/2026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A784FA-457B-435F-B4C1-9020065D949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411740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>
                <a:solidFill>
                  <a:prstClr val="black"/>
                </a:solidFill>
              </a:rPr>
              <a:pPr/>
              <a:t>1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755635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AD5002-6237-C493-0DF3-EE4D4279AA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EC9F6CDA-D643-DD47-BA74-F69219F2CE8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1525E448-51AD-E298-DC6B-B7A39035DB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8CC03664-79DD-817B-842C-26677514EF4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>
                <a:solidFill>
                  <a:prstClr val="black"/>
                </a:solidFill>
              </a:rPr>
              <a:pPr/>
              <a:t>2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505499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>
                <a:solidFill>
                  <a:prstClr val="black"/>
                </a:solidFill>
              </a:rPr>
              <a:pPr/>
              <a:t>8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028164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>
                <a:solidFill>
                  <a:prstClr val="black"/>
                </a:solidFill>
              </a:rPr>
              <a:pPr/>
              <a:t>18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83125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>
                <a:solidFill>
                  <a:prstClr val="black"/>
                </a:solidFill>
              </a:rPr>
              <a:pPr/>
              <a:t>27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23273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7B945C-3741-4087-8A6B-88360B83491E}" type="datetimeFigureOut">
              <a:rPr lang="en-US" smtClean="0"/>
              <a:t>8/25/2026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FF012F4-E7DF-4388-898F-E43E59EC925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401486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7B945C-3741-4087-8A6B-88360B83491E}" type="datetimeFigureOut">
              <a:rPr lang="en-US" smtClean="0"/>
              <a:t>8/25/2026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FF012F4-E7DF-4388-898F-E43E59EC925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016520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7B945C-3741-4087-8A6B-88360B83491E}" type="datetimeFigureOut">
              <a:rPr lang="en-US" smtClean="0"/>
              <a:t>8/25/2026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FF012F4-E7DF-4388-898F-E43E59EC925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870262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7B945C-3741-4087-8A6B-88360B83491E}" type="datetimeFigureOut">
              <a:rPr lang="en-US" smtClean="0"/>
              <a:t>8/25/2026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FF012F4-E7DF-4388-898F-E43E59EC925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4937217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7B945C-3741-4087-8A6B-88360B83491E}" type="datetimeFigureOut">
              <a:rPr lang="en-US" smtClean="0"/>
              <a:t>8/25/2026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FF012F4-E7DF-4388-898F-E43E59EC925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7281369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7B945C-3741-4087-8A6B-88360B83491E}" type="datetimeFigureOut">
              <a:rPr lang="en-US" smtClean="0"/>
              <a:t>8/25/2026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FF012F4-E7DF-4388-898F-E43E59EC925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253116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7B945C-3741-4087-8A6B-88360B83491E}" type="datetimeFigureOut">
              <a:rPr lang="en-US" smtClean="0"/>
              <a:t>8/25/2026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FF012F4-E7DF-4388-898F-E43E59EC925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906252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7B945C-3741-4087-8A6B-88360B83491E}" type="datetimeFigureOut">
              <a:rPr lang="en-US" smtClean="0"/>
              <a:t>8/25/2026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FF012F4-E7DF-4388-898F-E43E59EC925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6942191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7B945C-3741-4087-8A6B-88360B83491E}" type="datetimeFigureOut">
              <a:rPr lang="en-US" smtClean="0"/>
              <a:t>8/25/2026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FF012F4-E7DF-4388-898F-E43E59EC925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276153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7B945C-3741-4087-8A6B-88360B83491E}" type="datetimeFigureOut">
              <a:rPr lang="en-US" smtClean="0"/>
              <a:t>8/25/2026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FF012F4-E7DF-4388-898F-E43E59EC925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922580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7B945C-3741-4087-8A6B-88360B83491E}" type="datetimeFigureOut">
              <a:rPr lang="en-US" smtClean="0"/>
              <a:t>8/25/2026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FF012F4-E7DF-4388-898F-E43E59EC925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681624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 hasCustomPrompt="1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9" indent="0" algn="ctr">
              <a:buNone/>
              <a:defRPr sz="2000"/>
            </a:lvl2pPr>
            <a:lvl3pPr marL="914418" indent="0" algn="ctr">
              <a:buNone/>
              <a:defRPr sz="1800"/>
            </a:lvl3pPr>
            <a:lvl4pPr marL="1371627" indent="0" algn="ctr">
              <a:buNone/>
              <a:defRPr sz="1600"/>
            </a:lvl4pPr>
            <a:lvl5pPr marL="1828837" indent="0" algn="ctr">
              <a:buNone/>
              <a:defRPr sz="1600"/>
            </a:lvl5pPr>
            <a:lvl6pPr marL="2286046" indent="0" algn="ctr">
              <a:buNone/>
              <a:defRPr sz="1600"/>
            </a:lvl6pPr>
            <a:lvl7pPr marL="2743255" indent="0" algn="ctr">
              <a:buNone/>
              <a:defRPr sz="1600"/>
            </a:lvl7pPr>
            <a:lvl8pPr marL="3200464" indent="0" algn="ctr">
              <a:buNone/>
              <a:defRPr sz="1600"/>
            </a:lvl8pPr>
            <a:lvl9pPr marL="3657673" indent="0" algn="ctr">
              <a:buNone/>
              <a:defRPr sz="1600"/>
            </a:lvl9pPr>
          </a:lstStyle>
          <a:p>
            <a:pPr lvl="0"/>
            <a:r>
              <a:rPr lang="en-US" altLang="zh-CN" dirty="0"/>
              <a:t>Presentation template and Google Slides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2026/8/25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0195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2026/8/25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22366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>
          <a:xfrm>
            <a:off x="831851" y="1709741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1851" y="4589466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9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18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27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37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46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5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64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73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altLang="zh-CN" dirty="0"/>
              <a:t>Presentation template and Google Slides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2026/8/25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77782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2026/8/25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52412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Slid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>
          <a:xfrm>
            <a:off x="839788" y="365127"/>
            <a:ext cx="10515600" cy="1325563"/>
          </a:xfrm>
        </p:spPr>
        <p:txBody>
          <a:bodyPr/>
          <a:lstStyle/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9789" y="1681164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9" indent="0">
              <a:buNone/>
              <a:defRPr sz="2000" b="1"/>
            </a:lvl2pPr>
            <a:lvl3pPr marL="914418" indent="0">
              <a:buNone/>
              <a:defRPr sz="1800" b="1"/>
            </a:lvl3pPr>
            <a:lvl4pPr marL="1371627" indent="0">
              <a:buNone/>
              <a:defRPr sz="1600" b="1"/>
            </a:lvl4pPr>
            <a:lvl5pPr marL="1828837" indent="0">
              <a:buNone/>
              <a:defRPr sz="1600" b="1"/>
            </a:lvl5pPr>
            <a:lvl6pPr marL="2286046" indent="0">
              <a:buNone/>
              <a:defRPr sz="1600" b="1"/>
            </a:lvl6pPr>
            <a:lvl7pPr marL="2743255" indent="0">
              <a:buNone/>
              <a:defRPr sz="1600" b="1"/>
            </a:lvl7pPr>
            <a:lvl8pPr marL="3200464" indent="0">
              <a:buNone/>
              <a:defRPr sz="1600" b="1"/>
            </a:lvl8pPr>
            <a:lvl9pPr marL="3657673" indent="0">
              <a:buNone/>
              <a:defRPr sz="1600" b="1"/>
            </a:lvl9pPr>
          </a:lstStyle>
          <a:p>
            <a:pPr lvl="0"/>
            <a:r>
              <a:rPr lang="en-US" altLang="zh-CN" dirty="0"/>
              <a:t>Presentation template and Google Slides</a:t>
            </a:r>
            <a:endParaRPr lang="zh-CN" altLang="en-US" dirty="0"/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839789" y="2505075"/>
            <a:ext cx="5157787" cy="3684588"/>
          </a:xfrm>
        </p:spPr>
        <p:txBody>
          <a:bodyPr/>
          <a:lstStyle/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</p:nvPr>
        </p:nvSpPr>
        <p:spPr>
          <a:xfrm>
            <a:off x="6172201" y="1681164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9" indent="0">
              <a:buNone/>
              <a:defRPr sz="2000" b="1"/>
            </a:lvl2pPr>
            <a:lvl3pPr marL="914418" indent="0">
              <a:buNone/>
              <a:defRPr sz="1800" b="1"/>
            </a:lvl3pPr>
            <a:lvl4pPr marL="1371627" indent="0">
              <a:buNone/>
              <a:defRPr sz="1600" b="1"/>
            </a:lvl4pPr>
            <a:lvl5pPr marL="1828837" indent="0">
              <a:buNone/>
              <a:defRPr sz="1600" b="1"/>
            </a:lvl5pPr>
            <a:lvl6pPr marL="2286046" indent="0">
              <a:buNone/>
              <a:defRPr sz="1600" b="1"/>
            </a:lvl6pPr>
            <a:lvl7pPr marL="2743255" indent="0">
              <a:buNone/>
              <a:defRPr sz="1600" b="1"/>
            </a:lvl7pPr>
            <a:lvl8pPr marL="3200464" indent="0">
              <a:buNone/>
              <a:defRPr sz="1600" b="1"/>
            </a:lvl8pPr>
            <a:lvl9pPr marL="3657673" indent="0">
              <a:buNone/>
              <a:defRPr sz="1600" b="1"/>
            </a:lvl9pPr>
          </a:lstStyle>
          <a:p>
            <a:pPr lvl="0"/>
            <a:r>
              <a:rPr lang="en-US" altLang="zh-CN" dirty="0"/>
              <a:t>Presentation template and Google Slides</a:t>
            </a:r>
            <a:endParaRPr lang="zh-CN" altLang="en-US" dirty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 hasCustomPrompt="1"/>
          </p:nvPr>
        </p:nvSpPr>
        <p:spPr>
          <a:xfrm>
            <a:off x="6172201" y="2505075"/>
            <a:ext cx="5183188" cy="3684588"/>
          </a:xfrm>
        </p:spPr>
        <p:txBody>
          <a:bodyPr/>
          <a:lstStyle/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2026/8/25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矩形 10"/>
          <p:cNvSpPr/>
          <p:nvPr userDrawn="1"/>
        </p:nvSpPr>
        <p:spPr>
          <a:xfrm>
            <a:off x="8760648" y="6400287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914418">
              <a:defRPr/>
            </a:pPr>
            <a:r>
              <a:rPr lang="en-US" altLang="zh-CN" sz="100" kern="0" dirty="0">
                <a:solidFill>
                  <a:prstClr val="white"/>
                </a:solidFill>
              </a:rPr>
              <a:t>PPT</a:t>
            </a:r>
            <a:r>
              <a:rPr lang="zh-CN" altLang="en-US" sz="100" kern="0" dirty="0">
                <a:solidFill>
                  <a:prstClr val="white"/>
                </a:solidFill>
              </a:rPr>
              <a:t>模板下载：</a:t>
            </a:r>
            <a:r>
              <a:rPr lang="en-US" altLang="zh-CN" sz="100" kern="0" dirty="0">
                <a:solidFill>
                  <a:prstClr val="white"/>
                </a:solidFill>
              </a:rPr>
              <a:t>www.1ppt.com/moban/     </a:t>
            </a:r>
            <a:r>
              <a:rPr lang="zh-CN" altLang="en-US" sz="100" kern="0" dirty="0">
                <a:solidFill>
                  <a:prstClr val="white"/>
                </a:solidFill>
              </a:rPr>
              <a:t>行业</a:t>
            </a:r>
            <a:r>
              <a:rPr lang="en-US" altLang="zh-CN" sz="100" kern="0" dirty="0">
                <a:solidFill>
                  <a:prstClr val="white"/>
                </a:solidFill>
              </a:rPr>
              <a:t>PPT</a:t>
            </a:r>
            <a:r>
              <a:rPr lang="zh-CN" altLang="en-US" sz="100" kern="0" dirty="0">
                <a:solidFill>
                  <a:prstClr val="white"/>
                </a:solidFill>
              </a:rPr>
              <a:t>模板：</a:t>
            </a:r>
            <a:r>
              <a:rPr lang="en-US" altLang="zh-CN" sz="100" kern="0" dirty="0">
                <a:solidFill>
                  <a:prstClr val="white"/>
                </a:solidFill>
              </a:rPr>
              <a:t>www.1ppt.com/hangye/ </a:t>
            </a:r>
          </a:p>
          <a:p>
            <a:pPr defTabSz="914418">
              <a:defRPr/>
            </a:pPr>
            <a:r>
              <a:rPr lang="zh-CN" altLang="en-US" sz="100" kern="0" dirty="0">
                <a:solidFill>
                  <a:prstClr val="white"/>
                </a:solidFill>
              </a:rPr>
              <a:t>节日</a:t>
            </a:r>
            <a:r>
              <a:rPr lang="en-US" altLang="zh-CN" sz="100" kern="0" dirty="0">
                <a:solidFill>
                  <a:prstClr val="white"/>
                </a:solidFill>
              </a:rPr>
              <a:t>PPT</a:t>
            </a:r>
            <a:r>
              <a:rPr lang="zh-CN" altLang="en-US" sz="100" kern="0" dirty="0">
                <a:solidFill>
                  <a:prstClr val="white"/>
                </a:solidFill>
              </a:rPr>
              <a:t>模板：</a:t>
            </a:r>
            <a:r>
              <a:rPr lang="en-US" altLang="zh-CN" sz="100" kern="0" dirty="0">
                <a:solidFill>
                  <a:prstClr val="white"/>
                </a:solidFill>
              </a:rPr>
              <a:t>www.1ppt.com/jieri/           PPT</a:t>
            </a:r>
            <a:r>
              <a:rPr lang="zh-CN" altLang="en-US" sz="100" kern="0" dirty="0">
                <a:solidFill>
                  <a:prstClr val="white"/>
                </a:solidFill>
              </a:rPr>
              <a:t>素材下载：</a:t>
            </a:r>
            <a:r>
              <a:rPr lang="en-US" altLang="zh-CN" sz="100" kern="0" dirty="0">
                <a:solidFill>
                  <a:prstClr val="white"/>
                </a:solidFill>
              </a:rPr>
              <a:t>www.1ppt.com/sucai/</a:t>
            </a:r>
          </a:p>
          <a:p>
            <a:pPr defTabSz="914418">
              <a:defRPr/>
            </a:pPr>
            <a:r>
              <a:rPr lang="en-US" altLang="zh-CN" sz="100" kern="0" dirty="0">
                <a:solidFill>
                  <a:prstClr val="white"/>
                </a:solidFill>
              </a:rPr>
              <a:t>PPT</a:t>
            </a:r>
            <a:r>
              <a:rPr lang="zh-CN" altLang="en-US" sz="100" kern="0" dirty="0">
                <a:solidFill>
                  <a:prstClr val="white"/>
                </a:solidFill>
              </a:rPr>
              <a:t>背景图片：</a:t>
            </a:r>
            <a:r>
              <a:rPr lang="en-US" altLang="zh-CN" sz="100" kern="0" dirty="0">
                <a:solidFill>
                  <a:prstClr val="white"/>
                </a:solidFill>
              </a:rPr>
              <a:t>www.1ppt.com/beijing/      PPT</a:t>
            </a:r>
            <a:r>
              <a:rPr lang="zh-CN" altLang="en-US" sz="100" kern="0" dirty="0">
                <a:solidFill>
                  <a:prstClr val="white"/>
                </a:solidFill>
              </a:rPr>
              <a:t>图表下载：</a:t>
            </a:r>
            <a:r>
              <a:rPr lang="en-US" altLang="zh-CN" sz="100" kern="0" dirty="0">
                <a:solidFill>
                  <a:prstClr val="white"/>
                </a:solidFill>
              </a:rPr>
              <a:t>www.1ppt.com/tubiao/      </a:t>
            </a:r>
          </a:p>
          <a:p>
            <a:pPr defTabSz="914418">
              <a:defRPr/>
            </a:pPr>
            <a:r>
              <a:rPr lang="zh-CN" altLang="en-US" sz="100" kern="0" dirty="0">
                <a:solidFill>
                  <a:prstClr val="white"/>
                </a:solidFill>
              </a:rPr>
              <a:t>优秀</a:t>
            </a:r>
            <a:r>
              <a:rPr lang="en-US" altLang="zh-CN" sz="100" kern="0" dirty="0">
                <a:solidFill>
                  <a:prstClr val="white"/>
                </a:solidFill>
              </a:rPr>
              <a:t>PPT</a:t>
            </a:r>
            <a:r>
              <a:rPr lang="zh-CN" altLang="en-US" sz="100" kern="0" dirty="0">
                <a:solidFill>
                  <a:prstClr val="white"/>
                </a:solidFill>
              </a:rPr>
              <a:t>下载：</a:t>
            </a:r>
            <a:r>
              <a:rPr lang="en-US" altLang="zh-CN" sz="100" kern="0" dirty="0">
                <a:solidFill>
                  <a:prstClr val="white"/>
                </a:solidFill>
              </a:rPr>
              <a:t>www.1ppt.com/xiazai/        PPT</a:t>
            </a:r>
            <a:r>
              <a:rPr lang="zh-CN" altLang="en-US" sz="100" kern="0" dirty="0">
                <a:solidFill>
                  <a:prstClr val="white"/>
                </a:solidFill>
              </a:rPr>
              <a:t>教程： </a:t>
            </a:r>
            <a:r>
              <a:rPr lang="en-US" altLang="zh-CN" sz="100" kern="0" dirty="0">
                <a:solidFill>
                  <a:prstClr val="white"/>
                </a:solidFill>
              </a:rPr>
              <a:t>www.1ppt.com/powerpoint/      </a:t>
            </a:r>
          </a:p>
          <a:p>
            <a:pPr defTabSz="914418">
              <a:defRPr/>
            </a:pPr>
            <a:r>
              <a:rPr lang="en-US" altLang="zh-CN" sz="100" kern="0" dirty="0">
                <a:solidFill>
                  <a:prstClr val="white"/>
                </a:solidFill>
              </a:rPr>
              <a:t>Word</a:t>
            </a:r>
            <a:r>
              <a:rPr lang="zh-CN" altLang="en-US" sz="100" kern="0" dirty="0">
                <a:solidFill>
                  <a:prstClr val="white"/>
                </a:solidFill>
              </a:rPr>
              <a:t>教程： </a:t>
            </a:r>
            <a:r>
              <a:rPr lang="en-US" altLang="zh-CN" sz="100" kern="0" dirty="0">
                <a:solidFill>
                  <a:prstClr val="white"/>
                </a:solidFill>
              </a:rPr>
              <a:t>www.1ppt.com/word/              Excel</a:t>
            </a:r>
            <a:r>
              <a:rPr lang="zh-CN" altLang="en-US" sz="100" kern="0" dirty="0">
                <a:solidFill>
                  <a:prstClr val="white"/>
                </a:solidFill>
              </a:rPr>
              <a:t>教程：</a:t>
            </a:r>
            <a:r>
              <a:rPr lang="en-US" altLang="zh-CN" sz="100" kern="0" dirty="0">
                <a:solidFill>
                  <a:prstClr val="white"/>
                </a:solidFill>
              </a:rPr>
              <a:t>www.1ppt.com/excel/  </a:t>
            </a:r>
          </a:p>
          <a:p>
            <a:pPr defTabSz="914418">
              <a:defRPr/>
            </a:pPr>
            <a:r>
              <a:rPr lang="zh-CN" altLang="en-US" sz="100" kern="0" dirty="0">
                <a:solidFill>
                  <a:prstClr val="white"/>
                </a:solidFill>
              </a:rPr>
              <a:t>资料下载：</a:t>
            </a:r>
            <a:r>
              <a:rPr lang="en-US" altLang="zh-CN" sz="100" kern="0" dirty="0">
                <a:solidFill>
                  <a:prstClr val="white"/>
                </a:solidFill>
              </a:rPr>
              <a:t>www.1ppt.com/ziliao/                PPT</a:t>
            </a:r>
            <a:r>
              <a:rPr lang="zh-CN" altLang="en-US" sz="100" kern="0" dirty="0">
                <a:solidFill>
                  <a:prstClr val="white"/>
                </a:solidFill>
              </a:rPr>
              <a:t>课件下载：</a:t>
            </a:r>
            <a:r>
              <a:rPr lang="en-US" altLang="zh-CN" sz="100" kern="0" dirty="0">
                <a:solidFill>
                  <a:prstClr val="white"/>
                </a:solidFill>
              </a:rPr>
              <a:t>www.1ppt.com/kejian/ </a:t>
            </a:r>
          </a:p>
          <a:p>
            <a:pPr defTabSz="914418">
              <a:defRPr/>
            </a:pPr>
            <a:r>
              <a:rPr lang="zh-CN" altLang="en-US" sz="100" kern="0" dirty="0">
                <a:solidFill>
                  <a:prstClr val="white"/>
                </a:solidFill>
              </a:rPr>
              <a:t>范文下载：</a:t>
            </a:r>
            <a:r>
              <a:rPr lang="en-US" altLang="zh-CN" sz="100" kern="0" dirty="0">
                <a:solidFill>
                  <a:prstClr val="white"/>
                </a:solidFill>
              </a:rPr>
              <a:t>www.1ppt.com/fanwen/             </a:t>
            </a:r>
            <a:r>
              <a:rPr lang="zh-CN" altLang="en-US" sz="100" kern="0" dirty="0">
                <a:solidFill>
                  <a:prstClr val="white"/>
                </a:solidFill>
              </a:rPr>
              <a:t>试卷下载：</a:t>
            </a:r>
            <a:r>
              <a:rPr lang="en-US" altLang="zh-CN" sz="100" kern="0" dirty="0">
                <a:solidFill>
                  <a:prstClr val="white"/>
                </a:solidFill>
              </a:rPr>
              <a:t>www.1ppt.com/shiti/  </a:t>
            </a:r>
          </a:p>
          <a:p>
            <a:pPr defTabSz="914418">
              <a:defRPr/>
            </a:pPr>
            <a:r>
              <a:rPr lang="zh-CN" altLang="en-US" sz="100" kern="0" dirty="0">
                <a:solidFill>
                  <a:prstClr val="white"/>
                </a:solidFill>
              </a:rPr>
              <a:t>教案下载：</a:t>
            </a:r>
            <a:r>
              <a:rPr lang="en-US" altLang="zh-CN" sz="100" kern="0" dirty="0">
                <a:solidFill>
                  <a:prstClr val="white"/>
                </a:solidFill>
              </a:rPr>
              <a:t>www.1ppt.com/jiaoan/        </a:t>
            </a:r>
          </a:p>
          <a:p>
            <a:pPr defTabSz="914418">
              <a:defRPr/>
            </a:pPr>
            <a:r>
              <a:rPr lang="zh-CN" altLang="en-US" sz="100" kern="0" dirty="0">
                <a:solidFill>
                  <a:prstClr val="white"/>
                </a:solidFill>
              </a:rPr>
              <a:t>字体下载：</a:t>
            </a:r>
            <a:r>
              <a:rPr lang="en-US" altLang="zh-CN" sz="100" kern="0" dirty="0">
                <a:solidFill>
                  <a:prstClr val="white"/>
                </a:solidFill>
              </a:rPr>
              <a:t>www.1ppt.com/ziti/</a:t>
            </a:r>
          </a:p>
          <a:p>
            <a:pPr defTabSz="914418">
              <a:defRPr/>
            </a:pPr>
            <a:r>
              <a:rPr lang="en-US" altLang="zh-CN" sz="100" kern="0" dirty="0">
                <a:solidFill>
                  <a:prstClr val="white"/>
                </a:solidFill>
              </a:rPr>
              <a:t> </a:t>
            </a:r>
            <a:endParaRPr lang="zh-CN" altLang="en-US" sz="100" kern="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93372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lid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2026/8/25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65609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Slid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2026/8/25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5134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Slid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>
          <a:xfrm>
            <a:off x="839789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>
          <a:xfrm>
            <a:off x="5183188" y="987428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9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9" indent="0">
              <a:buNone/>
              <a:defRPr sz="1400"/>
            </a:lvl2pPr>
            <a:lvl3pPr marL="914418" indent="0">
              <a:buNone/>
              <a:defRPr sz="1200"/>
            </a:lvl3pPr>
            <a:lvl4pPr marL="1371627" indent="0">
              <a:buNone/>
              <a:defRPr sz="1000"/>
            </a:lvl4pPr>
            <a:lvl5pPr marL="1828837" indent="0">
              <a:buNone/>
              <a:defRPr sz="1000"/>
            </a:lvl5pPr>
            <a:lvl6pPr marL="2286046" indent="0">
              <a:buNone/>
              <a:defRPr sz="1000"/>
            </a:lvl6pPr>
            <a:lvl7pPr marL="2743255" indent="0">
              <a:buNone/>
              <a:defRPr sz="1000"/>
            </a:lvl7pPr>
            <a:lvl8pPr marL="3200464" indent="0">
              <a:buNone/>
              <a:defRPr sz="1000"/>
            </a:lvl8pPr>
            <a:lvl9pPr marL="3657673" indent="0">
              <a:buNone/>
              <a:defRPr sz="1000"/>
            </a:lvl9pPr>
          </a:lstStyle>
          <a:p>
            <a:pPr lvl="0"/>
            <a:r>
              <a:rPr lang="en-US" altLang="zh-CN" dirty="0"/>
              <a:t>Presentation template and Google Slides</a:t>
            </a:r>
            <a:endParaRPr lang="zh-CN" altLang="en-US" dirty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2026/8/25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87629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Slide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>
          <a:xfrm>
            <a:off x="839789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8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9" indent="0">
              <a:buNone/>
              <a:defRPr sz="2800"/>
            </a:lvl2pPr>
            <a:lvl3pPr marL="914418" indent="0">
              <a:buNone/>
              <a:defRPr sz="2400"/>
            </a:lvl3pPr>
            <a:lvl4pPr marL="1371627" indent="0">
              <a:buNone/>
              <a:defRPr sz="2000"/>
            </a:lvl4pPr>
            <a:lvl5pPr marL="1828837" indent="0">
              <a:buNone/>
              <a:defRPr sz="2000"/>
            </a:lvl5pPr>
            <a:lvl6pPr marL="2286046" indent="0">
              <a:buNone/>
              <a:defRPr sz="2000"/>
            </a:lvl6pPr>
            <a:lvl7pPr marL="2743255" indent="0">
              <a:buNone/>
              <a:defRPr sz="2000"/>
            </a:lvl7pPr>
            <a:lvl8pPr marL="3200464" indent="0">
              <a:buNone/>
              <a:defRPr sz="2000"/>
            </a:lvl8pPr>
            <a:lvl9pPr marL="3657673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9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9" indent="0">
              <a:buNone/>
              <a:defRPr sz="1400"/>
            </a:lvl2pPr>
            <a:lvl3pPr marL="914418" indent="0">
              <a:buNone/>
              <a:defRPr sz="1200"/>
            </a:lvl3pPr>
            <a:lvl4pPr marL="1371627" indent="0">
              <a:buNone/>
              <a:defRPr sz="1000"/>
            </a:lvl4pPr>
            <a:lvl5pPr marL="1828837" indent="0">
              <a:buNone/>
              <a:defRPr sz="1000"/>
            </a:lvl5pPr>
            <a:lvl6pPr marL="2286046" indent="0">
              <a:buNone/>
              <a:defRPr sz="1000"/>
            </a:lvl6pPr>
            <a:lvl7pPr marL="2743255" indent="0">
              <a:buNone/>
              <a:defRPr sz="1000"/>
            </a:lvl7pPr>
            <a:lvl8pPr marL="3200464" indent="0">
              <a:buNone/>
              <a:defRPr sz="1000"/>
            </a:lvl8pPr>
            <a:lvl9pPr marL="3657673" indent="0">
              <a:buNone/>
              <a:defRPr sz="1000"/>
            </a:lvl9pPr>
          </a:lstStyle>
          <a:p>
            <a:pPr lvl="0"/>
            <a:r>
              <a:rPr lang="en-US" altLang="zh-CN" dirty="0"/>
              <a:t>Presentation template and Google Slides</a:t>
            </a:r>
            <a:endParaRPr lang="zh-CN" altLang="en-US" dirty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2026/8/25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0173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Slide 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/>
          <a:lstStyle/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2026/8/25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8647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Slide 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 hasCustomPrompt="1"/>
          </p:nvPr>
        </p:nvSpPr>
        <p:spPr>
          <a:xfrm>
            <a:off x="8724901" y="365125"/>
            <a:ext cx="2628900" cy="5811838"/>
          </a:xfrm>
        </p:spPr>
        <p:txBody>
          <a:bodyPr vert="eaVert"/>
          <a:lstStyle/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>
          <a:xfrm>
            <a:off x="838201" y="365125"/>
            <a:ext cx="7734300" cy="5811838"/>
          </a:xfrm>
        </p:spPr>
        <p:txBody>
          <a:bodyPr vert="eaVert"/>
          <a:lstStyle/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2026/8/25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10038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77B945C-3741-4087-8A6B-88360B83491E}" type="datetimeFigureOut">
              <a:rPr lang="en-US" smtClean="0"/>
              <a:t>8/25/2026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FF012F4-E7DF-4388-898F-E43E59EC925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866954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3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332"/>
            <a:fld id="{62D92C51-4D9C-4319-9543-811E41925C2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32"/>
              <a:t>2026/8/25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3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332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3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332"/>
            <a:fld id="{F5B9612F-4A95-4546-A1F7-F65A6F663610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32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69700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xStyles>
    <p:titleStyle>
      <a:lvl1pPr algn="l" defTabSz="914418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18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4" indent="-228605" algn="l" defTabSz="914418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3" indent="-228605" algn="l" defTabSz="914418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32" indent="-228605" algn="l" defTabSz="914418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41" indent="-228605" algn="l" defTabSz="914418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50" indent="-228605" algn="l" defTabSz="914418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59" indent="-228605" algn="l" defTabSz="914418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69" indent="-228605" algn="l" defTabSz="914418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78" indent="-228605" algn="l" defTabSz="914418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1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9" algn="l" defTabSz="91441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18" algn="l" defTabSz="91441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27" algn="l" defTabSz="91441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37" algn="l" defTabSz="91441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46" algn="l" defTabSz="91441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55" algn="l" defTabSz="91441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64" algn="l" defTabSz="91441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73" algn="l" defTabSz="91441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8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8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8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8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8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8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8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8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8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8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8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8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8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8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8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8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8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8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8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18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8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8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8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18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18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8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18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22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22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8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18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18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22.pn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8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8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4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 15"/>
          <p:cNvSpPr>
            <a:spLocks/>
          </p:cNvSpPr>
          <p:nvPr/>
        </p:nvSpPr>
        <p:spPr bwMode="auto">
          <a:xfrm rot="2656724">
            <a:off x="2839793" y="-1002118"/>
            <a:ext cx="6200617" cy="6668414"/>
          </a:xfrm>
          <a:custGeom>
            <a:avLst/>
            <a:gdLst>
              <a:gd name="T0" fmla="*/ 0 w 1399"/>
              <a:gd name="T1" fmla="*/ 1231 h 1518"/>
              <a:gd name="T2" fmla="*/ 5 w 1399"/>
              <a:gd name="T3" fmla="*/ 1355 h 1518"/>
              <a:gd name="T4" fmla="*/ 168 w 1399"/>
              <a:gd name="T5" fmla="*/ 1518 h 1518"/>
              <a:gd name="T6" fmla="*/ 168 w 1399"/>
              <a:gd name="T7" fmla="*/ 1513 h 1518"/>
              <a:gd name="T8" fmla="*/ 1399 w 1399"/>
              <a:gd name="T9" fmla="*/ 282 h 1518"/>
              <a:gd name="T10" fmla="*/ 1399 w 1399"/>
              <a:gd name="T11" fmla="*/ 166 h 1518"/>
              <a:gd name="T12" fmla="*/ 1231 w 1399"/>
              <a:gd name="T13" fmla="*/ 0 h 1518"/>
              <a:gd name="T14" fmla="*/ 0 w 1399"/>
              <a:gd name="T15" fmla="*/ 1231 h 15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99" h="1518">
                <a:moveTo>
                  <a:pt x="0" y="1231"/>
                </a:moveTo>
                <a:lnTo>
                  <a:pt x="5" y="1355"/>
                </a:lnTo>
                <a:lnTo>
                  <a:pt x="168" y="1518"/>
                </a:lnTo>
                <a:lnTo>
                  <a:pt x="168" y="1513"/>
                </a:lnTo>
                <a:lnTo>
                  <a:pt x="1399" y="282"/>
                </a:lnTo>
                <a:lnTo>
                  <a:pt x="1399" y="166"/>
                </a:lnTo>
                <a:lnTo>
                  <a:pt x="1231" y="0"/>
                </a:lnTo>
                <a:lnTo>
                  <a:pt x="0" y="123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 sz="1901">
              <a:solidFill>
                <a:prstClr val="black"/>
              </a:solidFill>
            </a:endParaRPr>
          </a:p>
        </p:txBody>
      </p:sp>
      <p:grpSp>
        <p:nvGrpSpPr>
          <p:cNvPr id="266" name="组合 265"/>
          <p:cNvGrpSpPr/>
          <p:nvPr/>
        </p:nvGrpSpPr>
        <p:grpSpPr>
          <a:xfrm rot="5400000">
            <a:off x="-5908394" y="-3280486"/>
            <a:ext cx="12927013" cy="11510963"/>
            <a:chOff x="-614363" y="-165100"/>
            <a:chExt cx="12927013" cy="11510963"/>
          </a:xfrm>
        </p:grpSpPr>
        <p:sp>
          <p:nvSpPr>
            <p:cNvPr id="66" name="Freeform 41"/>
            <p:cNvSpPr>
              <a:spLocks/>
            </p:cNvSpPr>
            <p:nvPr/>
          </p:nvSpPr>
          <p:spPr bwMode="auto">
            <a:xfrm>
              <a:off x="2986087" y="63055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7" name="Freeform 42"/>
            <p:cNvSpPr>
              <a:spLocks/>
            </p:cNvSpPr>
            <p:nvPr/>
          </p:nvSpPr>
          <p:spPr bwMode="auto">
            <a:xfrm>
              <a:off x="2232025" y="6038850"/>
              <a:ext cx="152400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8" name="Freeform 43"/>
            <p:cNvSpPr>
              <a:spLocks/>
            </p:cNvSpPr>
            <p:nvPr/>
          </p:nvSpPr>
          <p:spPr bwMode="auto">
            <a:xfrm>
              <a:off x="3282950" y="64325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9" name="Freeform 44"/>
            <p:cNvSpPr>
              <a:spLocks/>
            </p:cNvSpPr>
            <p:nvPr/>
          </p:nvSpPr>
          <p:spPr bwMode="auto">
            <a:xfrm>
              <a:off x="5222875" y="4448175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0" name="Freeform 45"/>
            <p:cNvSpPr>
              <a:spLocks/>
            </p:cNvSpPr>
            <p:nvPr/>
          </p:nvSpPr>
          <p:spPr bwMode="auto">
            <a:xfrm>
              <a:off x="6637337" y="556260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1" name="Freeform 46"/>
            <p:cNvSpPr>
              <a:spLocks/>
            </p:cNvSpPr>
            <p:nvPr/>
          </p:nvSpPr>
          <p:spPr bwMode="auto">
            <a:xfrm>
              <a:off x="5030787" y="5340350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2" name="Freeform 47"/>
            <p:cNvSpPr>
              <a:spLocks/>
            </p:cNvSpPr>
            <p:nvPr/>
          </p:nvSpPr>
          <p:spPr bwMode="auto">
            <a:xfrm>
              <a:off x="5437187" y="50212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3" name="Freeform 48"/>
            <p:cNvSpPr>
              <a:spLocks/>
            </p:cNvSpPr>
            <p:nvPr/>
          </p:nvSpPr>
          <p:spPr bwMode="auto">
            <a:xfrm>
              <a:off x="7899400" y="387350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4" name="Freeform 49"/>
            <p:cNvSpPr>
              <a:spLocks/>
            </p:cNvSpPr>
            <p:nvPr/>
          </p:nvSpPr>
          <p:spPr bwMode="auto">
            <a:xfrm>
              <a:off x="5564187" y="48942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5" name="Freeform 50"/>
            <p:cNvSpPr>
              <a:spLocks/>
            </p:cNvSpPr>
            <p:nvPr/>
          </p:nvSpPr>
          <p:spPr bwMode="auto">
            <a:xfrm>
              <a:off x="3822700" y="313055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6" name="Freeform 51"/>
            <p:cNvSpPr>
              <a:spLocks/>
            </p:cNvSpPr>
            <p:nvPr/>
          </p:nvSpPr>
          <p:spPr bwMode="auto">
            <a:xfrm>
              <a:off x="3484562" y="3175000"/>
              <a:ext cx="150813" cy="153988"/>
            </a:xfrm>
            <a:custGeom>
              <a:avLst/>
              <a:gdLst>
                <a:gd name="T0" fmla="*/ 7 w 40"/>
                <a:gd name="T1" fmla="*/ 7 h 41"/>
                <a:gd name="T2" fmla="*/ 33 w 40"/>
                <a:gd name="T3" fmla="*/ 7 h 41"/>
                <a:gd name="T4" fmla="*/ 33 w 40"/>
                <a:gd name="T5" fmla="*/ 33 h 41"/>
                <a:gd name="T6" fmla="*/ 7 w 40"/>
                <a:gd name="T7" fmla="*/ 33 h 41"/>
                <a:gd name="T8" fmla="*/ 7 w 40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0" y="14"/>
                    <a:pt x="40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7" name="Freeform 52"/>
            <p:cNvSpPr>
              <a:spLocks/>
            </p:cNvSpPr>
            <p:nvPr/>
          </p:nvSpPr>
          <p:spPr bwMode="auto">
            <a:xfrm>
              <a:off x="5605462" y="467995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8" name="Freeform 53"/>
            <p:cNvSpPr>
              <a:spLocks/>
            </p:cNvSpPr>
            <p:nvPr/>
          </p:nvSpPr>
          <p:spPr bwMode="auto">
            <a:xfrm>
              <a:off x="4044950" y="3735387"/>
              <a:ext cx="152400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9" name="Freeform 54"/>
            <p:cNvSpPr>
              <a:spLocks/>
            </p:cNvSpPr>
            <p:nvPr/>
          </p:nvSpPr>
          <p:spPr bwMode="auto">
            <a:xfrm>
              <a:off x="4768850" y="46910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80" name="Freeform 55"/>
            <p:cNvSpPr>
              <a:spLocks/>
            </p:cNvSpPr>
            <p:nvPr/>
          </p:nvSpPr>
          <p:spPr bwMode="auto">
            <a:xfrm>
              <a:off x="3049587" y="33972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81" name="Freeform 56"/>
            <p:cNvSpPr>
              <a:spLocks/>
            </p:cNvSpPr>
            <p:nvPr/>
          </p:nvSpPr>
          <p:spPr bwMode="auto">
            <a:xfrm>
              <a:off x="3398837" y="510381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82" name="Freeform 57"/>
            <p:cNvSpPr>
              <a:spLocks/>
            </p:cNvSpPr>
            <p:nvPr/>
          </p:nvSpPr>
          <p:spPr bwMode="auto">
            <a:xfrm>
              <a:off x="5715000" y="7648575"/>
              <a:ext cx="1222375" cy="2189163"/>
            </a:xfrm>
            <a:custGeom>
              <a:avLst/>
              <a:gdLst>
                <a:gd name="T0" fmla="*/ 768 w 770"/>
                <a:gd name="T1" fmla="*/ 0 h 1379"/>
                <a:gd name="T2" fmla="*/ 770 w 770"/>
                <a:gd name="T3" fmla="*/ 104 h 1379"/>
                <a:gd name="T4" fmla="*/ 503 w 770"/>
                <a:gd name="T5" fmla="*/ 369 h 1379"/>
                <a:gd name="T6" fmla="*/ 508 w 770"/>
                <a:gd name="T7" fmla="*/ 499 h 1379"/>
                <a:gd name="T8" fmla="*/ 385 w 770"/>
                <a:gd name="T9" fmla="*/ 620 h 1379"/>
                <a:gd name="T10" fmla="*/ 380 w 770"/>
                <a:gd name="T11" fmla="*/ 826 h 1379"/>
                <a:gd name="T12" fmla="*/ 191 w 770"/>
                <a:gd name="T13" fmla="*/ 1015 h 1379"/>
                <a:gd name="T14" fmla="*/ 182 w 770"/>
                <a:gd name="T15" fmla="*/ 1268 h 1379"/>
                <a:gd name="T16" fmla="*/ 73 w 770"/>
                <a:gd name="T17" fmla="*/ 1379 h 1379"/>
                <a:gd name="T18" fmla="*/ 0 w 770"/>
                <a:gd name="T19" fmla="*/ 1379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0" h="1379">
                  <a:moveTo>
                    <a:pt x="768" y="0"/>
                  </a:moveTo>
                  <a:lnTo>
                    <a:pt x="770" y="104"/>
                  </a:lnTo>
                  <a:lnTo>
                    <a:pt x="503" y="369"/>
                  </a:lnTo>
                  <a:lnTo>
                    <a:pt x="508" y="499"/>
                  </a:lnTo>
                  <a:lnTo>
                    <a:pt x="385" y="620"/>
                  </a:lnTo>
                  <a:lnTo>
                    <a:pt x="380" y="826"/>
                  </a:lnTo>
                  <a:lnTo>
                    <a:pt x="191" y="1015"/>
                  </a:lnTo>
                  <a:lnTo>
                    <a:pt x="182" y="1268"/>
                  </a:lnTo>
                  <a:lnTo>
                    <a:pt x="73" y="1379"/>
                  </a:lnTo>
                  <a:lnTo>
                    <a:pt x="0" y="1379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83" name="Freeform 58"/>
            <p:cNvSpPr>
              <a:spLocks/>
            </p:cNvSpPr>
            <p:nvPr/>
          </p:nvSpPr>
          <p:spPr bwMode="auto">
            <a:xfrm>
              <a:off x="5248275" y="3817937"/>
              <a:ext cx="6742113" cy="7194550"/>
            </a:xfrm>
            <a:custGeom>
              <a:avLst/>
              <a:gdLst>
                <a:gd name="T0" fmla="*/ 0 w 4247"/>
                <a:gd name="T1" fmla="*/ 4532 h 4532"/>
                <a:gd name="T2" fmla="*/ 755 w 4247"/>
                <a:gd name="T3" fmla="*/ 3775 h 4532"/>
                <a:gd name="T4" fmla="*/ 757 w 4247"/>
                <a:gd name="T5" fmla="*/ 3503 h 4532"/>
                <a:gd name="T6" fmla="*/ 1053 w 4247"/>
                <a:gd name="T7" fmla="*/ 3208 h 4532"/>
                <a:gd name="T8" fmla="*/ 1055 w 4247"/>
                <a:gd name="T9" fmla="*/ 2979 h 4532"/>
                <a:gd name="T10" fmla="*/ 1329 w 4247"/>
                <a:gd name="T11" fmla="*/ 2704 h 4532"/>
                <a:gd name="T12" fmla="*/ 1327 w 4247"/>
                <a:gd name="T13" fmla="*/ 2640 h 4532"/>
                <a:gd name="T14" fmla="*/ 1502 w 4247"/>
                <a:gd name="T15" fmla="*/ 2465 h 4532"/>
                <a:gd name="T16" fmla="*/ 1511 w 4247"/>
                <a:gd name="T17" fmla="*/ 1948 h 4532"/>
                <a:gd name="T18" fmla="*/ 1814 w 4247"/>
                <a:gd name="T19" fmla="*/ 1645 h 4532"/>
                <a:gd name="T20" fmla="*/ 1814 w 4247"/>
                <a:gd name="T21" fmla="*/ 1539 h 4532"/>
                <a:gd name="T22" fmla="*/ 2391 w 4247"/>
                <a:gd name="T23" fmla="*/ 962 h 4532"/>
                <a:gd name="T24" fmla="*/ 2563 w 4247"/>
                <a:gd name="T25" fmla="*/ 964 h 4532"/>
                <a:gd name="T26" fmla="*/ 3530 w 4247"/>
                <a:gd name="T27" fmla="*/ 0 h 4532"/>
                <a:gd name="T28" fmla="*/ 4247 w 4247"/>
                <a:gd name="T29" fmla="*/ 0 h 4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47" h="4532">
                  <a:moveTo>
                    <a:pt x="0" y="4532"/>
                  </a:moveTo>
                  <a:lnTo>
                    <a:pt x="755" y="3775"/>
                  </a:lnTo>
                  <a:lnTo>
                    <a:pt x="757" y="3503"/>
                  </a:lnTo>
                  <a:lnTo>
                    <a:pt x="1053" y="3208"/>
                  </a:lnTo>
                  <a:lnTo>
                    <a:pt x="1055" y="2979"/>
                  </a:lnTo>
                  <a:lnTo>
                    <a:pt x="1329" y="2704"/>
                  </a:lnTo>
                  <a:lnTo>
                    <a:pt x="1327" y="2640"/>
                  </a:lnTo>
                  <a:lnTo>
                    <a:pt x="1502" y="2465"/>
                  </a:lnTo>
                  <a:lnTo>
                    <a:pt x="1511" y="1948"/>
                  </a:lnTo>
                  <a:lnTo>
                    <a:pt x="1814" y="1645"/>
                  </a:lnTo>
                  <a:lnTo>
                    <a:pt x="1814" y="1539"/>
                  </a:lnTo>
                  <a:lnTo>
                    <a:pt x="2391" y="962"/>
                  </a:lnTo>
                  <a:lnTo>
                    <a:pt x="2563" y="964"/>
                  </a:lnTo>
                  <a:lnTo>
                    <a:pt x="3530" y="0"/>
                  </a:lnTo>
                  <a:lnTo>
                    <a:pt x="424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84" name="Freeform 59"/>
            <p:cNvSpPr>
              <a:spLocks/>
            </p:cNvSpPr>
            <p:nvPr/>
          </p:nvSpPr>
          <p:spPr bwMode="auto">
            <a:xfrm>
              <a:off x="5289550" y="3862387"/>
              <a:ext cx="6835775" cy="7186613"/>
            </a:xfrm>
            <a:custGeom>
              <a:avLst/>
              <a:gdLst>
                <a:gd name="T0" fmla="*/ 0 w 4306"/>
                <a:gd name="T1" fmla="*/ 4527 h 4527"/>
                <a:gd name="T2" fmla="*/ 774 w 4306"/>
                <a:gd name="T3" fmla="*/ 3754 h 4527"/>
                <a:gd name="T4" fmla="*/ 776 w 4306"/>
                <a:gd name="T5" fmla="*/ 3485 h 4527"/>
                <a:gd name="T6" fmla="*/ 1072 w 4306"/>
                <a:gd name="T7" fmla="*/ 3189 h 4527"/>
                <a:gd name="T8" fmla="*/ 1079 w 4306"/>
                <a:gd name="T9" fmla="*/ 2967 h 4527"/>
                <a:gd name="T10" fmla="*/ 1355 w 4306"/>
                <a:gd name="T11" fmla="*/ 2693 h 4527"/>
                <a:gd name="T12" fmla="*/ 1353 w 4306"/>
                <a:gd name="T13" fmla="*/ 2629 h 4527"/>
                <a:gd name="T14" fmla="*/ 1525 w 4306"/>
                <a:gd name="T15" fmla="*/ 2454 h 4527"/>
                <a:gd name="T16" fmla="*/ 1535 w 4306"/>
                <a:gd name="T17" fmla="*/ 1936 h 4527"/>
                <a:gd name="T18" fmla="*/ 1838 w 4306"/>
                <a:gd name="T19" fmla="*/ 1634 h 4527"/>
                <a:gd name="T20" fmla="*/ 1838 w 4306"/>
                <a:gd name="T21" fmla="*/ 1527 h 4527"/>
                <a:gd name="T22" fmla="*/ 2400 w 4306"/>
                <a:gd name="T23" fmla="*/ 965 h 4527"/>
                <a:gd name="T24" fmla="*/ 2575 w 4306"/>
                <a:gd name="T25" fmla="*/ 965 h 4527"/>
                <a:gd name="T26" fmla="*/ 3538 w 4306"/>
                <a:gd name="T27" fmla="*/ 0 h 4527"/>
                <a:gd name="T28" fmla="*/ 4306 w 4306"/>
                <a:gd name="T29" fmla="*/ 0 h 4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06" h="4527">
                  <a:moveTo>
                    <a:pt x="0" y="4527"/>
                  </a:moveTo>
                  <a:lnTo>
                    <a:pt x="774" y="3754"/>
                  </a:lnTo>
                  <a:lnTo>
                    <a:pt x="776" y="3485"/>
                  </a:lnTo>
                  <a:lnTo>
                    <a:pt x="1072" y="3189"/>
                  </a:lnTo>
                  <a:lnTo>
                    <a:pt x="1079" y="2967"/>
                  </a:lnTo>
                  <a:lnTo>
                    <a:pt x="1355" y="2693"/>
                  </a:lnTo>
                  <a:lnTo>
                    <a:pt x="1353" y="2629"/>
                  </a:lnTo>
                  <a:lnTo>
                    <a:pt x="1525" y="2454"/>
                  </a:lnTo>
                  <a:lnTo>
                    <a:pt x="1535" y="1936"/>
                  </a:lnTo>
                  <a:lnTo>
                    <a:pt x="1838" y="1634"/>
                  </a:lnTo>
                  <a:lnTo>
                    <a:pt x="1838" y="1527"/>
                  </a:lnTo>
                  <a:lnTo>
                    <a:pt x="2400" y="965"/>
                  </a:lnTo>
                  <a:lnTo>
                    <a:pt x="2575" y="965"/>
                  </a:lnTo>
                  <a:lnTo>
                    <a:pt x="3538" y="0"/>
                  </a:lnTo>
                  <a:lnTo>
                    <a:pt x="430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85" name="Freeform 60"/>
            <p:cNvSpPr>
              <a:spLocks/>
            </p:cNvSpPr>
            <p:nvPr/>
          </p:nvSpPr>
          <p:spPr bwMode="auto">
            <a:xfrm>
              <a:off x="5338762" y="3922712"/>
              <a:ext cx="6951663" cy="7183438"/>
            </a:xfrm>
            <a:custGeom>
              <a:avLst/>
              <a:gdLst>
                <a:gd name="T0" fmla="*/ 0 w 4379"/>
                <a:gd name="T1" fmla="*/ 4525 h 4525"/>
                <a:gd name="T2" fmla="*/ 790 w 4379"/>
                <a:gd name="T3" fmla="*/ 3735 h 4525"/>
                <a:gd name="T4" fmla="*/ 795 w 4379"/>
                <a:gd name="T5" fmla="*/ 3466 h 4525"/>
                <a:gd name="T6" fmla="*/ 1090 w 4379"/>
                <a:gd name="T7" fmla="*/ 3168 h 4525"/>
                <a:gd name="T8" fmla="*/ 1093 w 4379"/>
                <a:gd name="T9" fmla="*/ 2939 h 4525"/>
                <a:gd name="T10" fmla="*/ 1367 w 4379"/>
                <a:gd name="T11" fmla="*/ 2664 h 4525"/>
                <a:gd name="T12" fmla="*/ 1372 w 4379"/>
                <a:gd name="T13" fmla="*/ 2608 h 4525"/>
                <a:gd name="T14" fmla="*/ 1546 w 4379"/>
                <a:gd name="T15" fmla="*/ 2433 h 4525"/>
                <a:gd name="T16" fmla="*/ 1546 w 4379"/>
                <a:gd name="T17" fmla="*/ 1908 h 4525"/>
                <a:gd name="T18" fmla="*/ 1851 w 4379"/>
                <a:gd name="T19" fmla="*/ 1605 h 4525"/>
                <a:gd name="T20" fmla="*/ 1851 w 4379"/>
                <a:gd name="T21" fmla="*/ 1499 h 4525"/>
                <a:gd name="T22" fmla="*/ 2398 w 4379"/>
                <a:gd name="T23" fmla="*/ 950 h 4525"/>
                <a:gd name="T24" fmla="*/ 2580 w 4379"/>
                <a:gd name="T25" fmla="*/ 957 h 4525"/>
                <a:gd name="T26" fmla="*/ 3540 w 4379"/>
                <a:gd name="T27" fmla="*/ 0 h 4525"/>
                <a:gd name="T28" fmla="*/ 4379 w 4379"/>
                <a:gd name="T29" fmla="*/ 0 h 4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79" h="4525">
                  <a:moveTo>
                    <a:pt x="0" y="4525"/>
                  </a:moveTo>
                  <a:lnTo>
                    <a:pt x="790" y="3735"/>
                  </a:lnTo>
                  <a:lnTo>
                    <a:pt x="795" y="3466"/>
                  </a:lnTo>
                  <a:lnTo>
                    <a:pt x="1090" y="3168"/>
                  </a:lnTo>
                  <a:lnTo>
                    <a:pt x="1093" y="2939"/>
                  </a:lnTo>
                  <a:lnTo>
                    <a:pt x="1367" y="2664"/>
                  </a:lnTo>
                  <a:lnTo>
                    <a:pt x="1372" y="2608"/>
                  </a:lnTo>
                  <a:lnTo>
                    <a:pt x="1546" y="2433"/>
                  </a:lnTo>
                  <a:lnTo>
                    <a:pt x="1546" y="1908"/>
                  </a:lnTo>
                  <a:lnTo>
                    <a:pt x="1851" y="1605"/>
                  </a:lnTo>
                  <a:lnTo>
                    <a:pt x="1851" y="1499"/>
                  </a:lnTo>
                  <a:lnTo>
                    <a:pt x="2398" y="950"/>
                  </a:lnTo>
                  <a:lnTo>
                    <a:pt x="2580" y="957"/>
                  </a:lnTo>
                  <a:lnTo>
                    <a:pt x="3540" y="0"/>
                  </a:lnTo>
                  <a:lnTo>
                    <a:pt x="437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86" name="Freeform 61"/>
            <p:cNvSpPr>
              <a:spLocks/>
            </p:cNvSpPr>
            <p:nvPr/>
          </p:nvSpPr>
          <p:spPr bwMode="auto">
            <a:xfrm>
              <a:off x="5391150" y="3967162"/>
              <a:ext cx="6869113" cy="7188200"/>
            </a:xfrm>
            <a:custGeom>
              <a:avLst/>
              <a:gdLst>
                <a:gd name="T0" fmla="*/ 0 w 4327"/>
                <a:gd name="T1" fmla="*/ 4528 h 4528"/>
                <a:gd name="T2" fmla="*/ 809 w 4327"/>
                <a:gd name="T3" fmla="*/ 3721 h 4528"/>
                <a:gd name="T4" fmla="*/ 811 w 4327"/>
                <a:gd name="T5" fmla="*/ 3452 h 4528"/>
                <a:gd name="T6" fmla="*/ 1107 w 4327"/>
                <a:gd name="T7" fmla="*/ 3156 h 4528"/>
                <a:gd name="T8" fmla="*/ 1109 w 4327"/>
                <a:gd name="T9" fmla="*/ 2927 h 4528"/>
                <a:gd name="T10" fmla="*/ 1383 w 4327"/>
                <a:gd name="T11" fmla="*/ 2653 h 4528"/>
                <a:gd name="T12" fmla="*/ 1381 w 4327"/>
                <a:gd name="T13" fmla="*/ 2589 h 4528"/>
                <a:gd name="T14" fmla="*/ 1556 w 4327"/>
                <a:gd name="T15" fmla="*/ 2414 h 4528"/>
                <a:gd name="T16" fmla="*/ 1566 w 4327"/>
                <a:gd name="T17" fmla="*/ 1896 h 4528"/>
                <a:gd name="T18" fmla="*/ 1868 w 4327"/>
                <a:gd name="T19" fmla="*/ 1594 h 4528"/>
                <a:gd name="T20" fmla="*/ 1868 w 4327"/>
                <a:gd name="T21" fmla="*/ 1487 h 4528"/>
                <a:gd name="T22" fmla="*/ 2402 w 4327"/>
                <a:gd name="T23" fmla="*/ 953 h 4528"/>
                <a:gd name="T24" fmla="*/ 2585 w 4327"/>
                <a:gd name="T25" fmla="*/ 955 h 4528"/>
                <a:gd name="T26" fmla="*/ 3540 w 4327"/>
                <a:gd name="T27" fmla="*/ 0 h 4528"/>
                <a:gd name="T28" fmla="*/ 4327 w 4327"/>
                <a:gd name="T29" fmla="*/ 0 h 4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27" h="4528">
                  <a:moveTo>
                    <a:pt x="0" y="4528"/>
                  </a:moveTo>
                  <a:lnTo>
                    <a:pt x="809" y="3721"/>
                  </a:lnTo>
                  <a:lnTo>
                    <a:pt x="811" y="3452"/>
                  </a:lnTo>
                  <a:lnTo>
                    <a:pt x="1107" y="3156"/>
                  </a:lnTo>
                  <a:lnTo>
                    <a:pt x="1109" y="2927"/>
                  </a:lnTo>
                  <a:lnTo>
                    <a:pt x="1383" y="2653"/>
                  </a:lnTo>
                  <a:lnTo>
                    <a:pt x="1381" y="2589"/>
                  </a:lnTo>
                  <a:lnTo>
                    <a:pt x="1556" y="2414"/>
                  </a:lnTo>
                  <a:lnTo>
                    <a:pt x="1566" y="1896"/>
                  </a:lnTo>
                  <a:lnTo>
                    <a:pt x="1868" y="1594"/>
                  </a:lnTo>
                  <a:lnTo>
                    <a:pt x="1868" y="1487"/>
                  </a:lnTo>
                  <a:lnTo>
                    <a:pt x="2402" y="953"/>
                  </a:lnTo>
                  <a:lnTo>
                    <a:pt x="2585" y="955"/>
                  </a:lnTo>
                  <a:lnTo>
                    <a:pt x="3540" y="0"/>
                  </a:lnTo>
                  <a:lnTo>
                    <a:pt x="432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87" name="Freeform 62"/>
            <p:cNvSpPr>
              <a:spLocks/>
            </p:cNvSpPr>
            <p:nvPr/>
          </p:nvSpPr>
          <p:spPr bwMode="auto">
            <a:xfrm>
              <a:off x="5437187" y="4027487"/>
              <a:ext cx="6778625" cy="7175500"/>
            </a:xfrm>
            <a:custGeom>
              <a:avLst/>
              <a:gdLst>
                <a:gd name="T0" fmla="*/ 0 w 4270"/>
                <a:gd name="T1" fmla="*/ 4520 h 4520"/>
                <a:gd name="T2" fmla="*/ 822 w 4270"/>
                <a:gd name="T3" fmla="*/ 3695 h 4520"/>
                <a:gd name="T4" fmla="*/ 825 w 4270"/>
                <a:gd name="T5" fmla="*/ 3426 h 4520"/>
                <a:gd name="T6" fmla="*/ 1123 w 4270"/>
                <a:gd name="T7" fmla="*/ 3130 h 4520"/>
                <a:gd name="T8" fmla="*/ 1130 w 4270"/>
                <a:gd name="T9" fmla="*/ 2906 h 4520"/>
                <a:gd name="T10" fmla="*/ 1406 w 4270"/>
                <a:gd name="T11" fmla="*/ 2631 h 4520"/>
                <a:gd name="T12" fmla="*/ 1404 w 4270"/>
                <a:gd name="T13" fmla="*/ 2568 h 4520"/>
                <a:gd name="T14" fmla="*/ 1579 w 4270"/>
                <a:gd name="T15" fmla="*/ 2393 h 4520"/>
                <a:gd name="T16" fmla="*/ 1579 w 4270"/>
                <a:gd name="T17" fmla="*/ 1870 h 4520"/>
                <a:gd name="T18" fmla="*/ 1882 w 4270"/>
                <a:gd name="T19" fmla="*/ 1565 h 4520"/>
                <a:gd name="T20" fmla="*/ 1891 w 4270"/>
                <a:gd name="T21" fmla="*/ 1466 h 4520"/>
                <a:gd name="T22" fmla="*/ 2409 w 4270"/>
                <a:gd name="T23" fmla="*/ 946 h 4520"/>
                <a:gd name="T24" fmla="*/ 2593 w 4270"/>
                <a:gd name="T25" fmla="*/ 950 h 4520"/>
                <a:gd name="T26" fmla="*/ 3544 w 4270"/>
                <a:gd name="T27" fmla="*/ 0 h 4520"/>
                <a:gd name="T28" fmla="*/ 4270 w 4270"/>
                <a:gd name="T29" fmla="*/ 0 h 4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70" h="4520">
                  <a:moveTo>
                    <a:pt x="0" y="4520"/>
                  </a:moveTo>
                  <a:lnTo>
                    <a:pt x="822" y="3695"/>
                  </a:lnTo>
                  <a:lnTo>
                    <a:pt x="825" y="3426"/>
                  </a:lnTo>
                  <a:lnTo>
                    <a:pt x="1123" y="3130"/>
                  </a:lnTo>
                  <a:lnTo>
                    <a:pt x="1130" y="2906"/>
                  </a:lnTo>
                  <a:lnTo>
                    <a:pt x="1406" y="2631"/>
                  </a:lnTo>
                  <a:lnTo>
                    <a:pt x="1404" y="2568"/>
                  </a:lnTo>
                  <a:lnTo>
                    <a:pt x="1579" y="2393"/>
                  </a:lnTo>
                  <a:lnTo>
                    <a:pt x="1579" y="1870"/>
                  </a:lnTo>
                  <a:lnTo>
                    <a:pt x="1882" y="1565"/>
                  </a:lnTo>
                  <a:lnTo>
                    <a:pt x="1891" y="1466"/>
                  </a:lnTo>
                  <a:lnTo>
                    <a:pt x="2409" y="946"/>
                  </a:lnTo>
                  <a:lnTo>
                    <a:pt x="2593" y="950"/>
                  </a:lnTo>
                  <a:lnTo>
                    <a:pt x="3544" y="0"/>
                  </a:lnTo>
                  <a:lnTo>
                    <a:pt x="427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88" name="Freeform 63"/>
            <p:cNvSpPr>
              <a:spLocks/>
            </p:cNvSpPr>
            <p:nvPr/>
          </p:nvSpPr>
          <p:spPr bwMode="auto">
            <a:xfrm>
              <a:off x="5545137" y="4132262"/>
              <a:ext cx="6550025" cy="7177088"/>
            </a:xfrm>
            <a:custGeom>
              <a:avLst/>
              <a:gdLst>
                <a:gd name="T0" fmla="*/ 0 w 4126"/>
                <a:gd name="T1" fmla="*/ 4521 h 4521"/>
                <a:gd name="T2" fmla="*/ 856 w 4126"/>
                <a:gd name="T3" fmla="*/ 3662 h 4521"/>
                <a:gd name="T4" fmla="*/ 859 w 4126"/>
                <a:gd name="T5" fmla="*/ 3393 h 4521"/>
                <a:gd name="T6" fmla="*/ 1154 w 4126"/>
                <a:gd name="T7" fmla="*/ 3097 h 4521"/>
                <a:gd name="T8" fmla="*/ 1156 w 4126"/>
                <a:gd name="T9" fmla="*/ 2866 h 4521"/>
                <a:gd name="T10" fmla="*/ 1431 w 4126"/>
                <a:gd name="T11" fmla="*/ 2591 h 4521"/>
                <a:gd name="T12" fmla="*/ 1428 w 4126"/>
                <a:gd name="T13" fmla="*/ 2528 h 4521"/>
                <a:gd name="T14" fmla="*/ 1603 w 4126"/>
                <a:gd name="T15" fmla="*/ 2353 h 4521"/>
                <a:gd name="T16" fmla="*/ 1613 w 4126"/>
                <a:gd name="T17" fmla="*/ 1837 h 4521"/>
                <a:gd name="T18" fmla="*/ 1915 w 4126"/>
                <a:gd name="T19" fmla="*/ 1532 h 4521"/>
                <a:gd name="T20" fmla="*/ 1915 w 4126"/>
                <a:gd name="T21" fmla="*/ 1426 h 4521"/>
                <a:gd name="T22" fmla="*/ 2405 w 4126"/>
                <a:gd name="T23" fmla="*/ 936 h 4521"/>
                <a:gd name="T24" fmla="*/ 2601 w 4126"/>
                <a:gd name="T25" fmla="*/ 941 h 4521"/>
                <a:gd name="T26" fmla="*/ 3544 w 4126"/>
                <a:gd name="T27" fmla="*/ 0 h 4521"/>
                <a:gd name="T28" fmla="*/ 4126 w 4126"/>
                <a:gd name="T29" fmla="*/ 0 h 4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26" h="4521">
                  <a:moveTo>
                    <a:pt x="0" y="4521"/>
                  </a:moveTo>
                  <a:lnTo>
                    <a:pt x="856" y="3662"/>
                  </a:lnTo>
                  <a:lnTo>
                    <a:pt x="859" y="3393"/>
                  </a:lnTo>
                  <a:lnTo>
                    <a:pt x="1154" y="3097"/>
                  </a:lnTo>
                  <a:lnTo>
                    <a:pt x="1156" y="2866"/>
                  </a:lnTo>
                  <a:lnTo>
                    <a:pt x="1431" y="2591"/>
                  </a:lnTo>
                  <a:lnTo>
                    <a:pt x="1428" y="2528"/>
                  </a:lnTo>
                  <a:lnTo>
                    <a:pt x="1603" y="2353"/>
                  </a:lnTo>
                  <a:lnTo>
                    <a:pt x="1613" y="1837"/>
                  </a:lnTo>
                  <a:lnTo>
                    <a:pt x="1915" y="1532"/>
                  </a:lnTo>
                  <a:lnTo>
                    <a:pt x="1915" y="1426"/>
                  </a:lnTo>
                  <a:lnTo>
                    <a:pt x="2405" y="936"/>
                  </a:lnTo>
                  <a:lnTo>
                    <a:pt x="2601" y="941"/>
                  </a:lnTo>
                  <a:lnTo>
                    <a:pt x="3544" y="0"/>
                  </a:lnTo>
                  <a:lnTo>
                    <a:pt x="412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89" name="Freeform 64"/>
            <p:cNvSpPr>
              <a:spLocks/>
            </p:cNvSpPr>
            <p:nvPr/>
          </p:nvSpPr>
          <p:spPr bwMode="auto">
            <a:xfrm>
              <a:off x="5583237" y="4178300"/>
              <a:ext cx="6421438" cy="7167563"/>
            </a:xfrm>
            <a:custGeom>
              <a:avLst/>
              <a:gdLst>
                <a:gd name="T0" fmla="*/ 0 w 4045"/>
                <a:gd name="T1" fmla="*/ 4515 h 4515"/>
                <a:gd name="T2" fmla="*/ 875 w 4045"/>
                <a:gd name="T3" fmla="*/ 3643 h 4515"/>
                <a:gd name="T4" fmla="*/ 879 w 4045"/>
                <a:gd name="T5" fmla="*/ 3373 h 4515"/>
                <a:gd name="T6" fmla="*/ 1175 w 4045"/>
                <a:gd name="T7" fmla="*/ 3078 h 4515"/>
                <a:gd name="T8" fmla="*/ 1177 w 4045"/>
                <a:gd name="T9" fmla="*/ 2848 h 4515"/>
                <a:gd name="T10" fmla="*/ 1452 w 4045"/>
                <a:gd name="T11" fmla="*/ 2572 h 4515"/>
                <a:gd name="T12" fmla="*/ 1456 w 4045"/>
                <a:gd name="T13" fmla="*/ 2515 h 4515"/>
                <a:gd name="T14" fmla="*/ 1631 w 4045"/>
                <a:gd name="T15" fmla="*/ 2340 h 4515"/>
                <a:gd name="T16" fmla="*/ 1631 w 4045"/>
                <a:gd name="T17" fmla="*/ 1818 h 4515"/>
                <a:gd name="T18" fmla="*/ 1936 w 4045"/>
                <a:gd name="T19" fmla="*/ 1513 h 4515"/>
                <a:gd name="T20" fmla="*/ 1943 w 4045"/>
                <a:gd name="T21" fmla="*/ 1413 h 4515"/>
                <a:gd name="T22" fmla="*/ 2416 w 4045"/>
                <a:gd name="T23" fmla="*/ 938 h 4515"/>
                <a:gd name="T24" fmla="*/ 2615 w 4045"/>
                <a:gd name="T25" fmla="*/ 940 h 4515"/>
                <a:gd name="T26" fmla="*/ 3553 w 4045"/>
                <a:gd name="T27" fmla="*/ 0 h 4515"/>
                <a:gd name="T28" fmla="*/ 4045 w 4045"/>
                <a:gd name="T29" fmla="*/ 0 h 4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5" h="4515">
                  <a:moveTo>
                    <a:pt x="0" y="4515"/>
                  </a:moveTo>
                  <a:lnTo>
                    <a:pt x="875" y="3643"/>
                  </a:lnTo>
                  <a:lnTo>
                    <a:pt x="879" y="3373"/>
                  </a:lnTo>
                  <a:lnTo>
                    <a:pt x="1175" y="3078"/>
                  </a:lnTo>
                  <a:lnTo>
                    <a:pt x="1177" y="2848"/>
                  </a:lnTo>
                  <a:lnTo>
                    <a:pt x="1452" y="2572"/>
                  </a:lnTo>
                  <a:lnTo>
                    <a:pt x="1456" y="2515"/>
                  </a:lnTo>
                  <a:lnTo>
                    <a:pt x="1631" y="2340"/>
                  </a:lnTo>
                  <a:lnTo>
                    <a:pt x="1631" y="1818"/>
                  </a:lnTo>
                  <a:lnTo>
                    <a:pt x="1936" y="1513"/>
                  </a:lnTo>
                  <a:lnTo>
                    <a:pt x="1943" y="1413"/>
                  </a:lnTo>
                  <a:lnTo>
                    <a:pt x="2416" y="938"/>
                  </a:lnTo>
                  <a:lnTo>
                    <a:pt x="2615" y="940"/>
                  </a:lnTo>
                  <a:lnTo>
                    <a:pt x="3553" y="0"/>
                  </a:lnTo>
                  <a:lnTo>
                    <a:pt x="404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90" name="Freeform 65"/>
            <p:cNvSpPr>
              <a:spLocks/>
            </p:cNvSpPr>
            <p:nvPr/>
          </p:nvSpPr>
          <p:spPr bwMode="auto">
            <a:xfrm>
              <a:off x="7189787" y="4237037"/>
              <a:ext cx="4635500" cy="5375275"/>
            </a:xfrm>
            <a:custGeom>
              <a:avLst/>
              <a:gdLst>
                <a:gd name="T0" fmla="*/ 2 w 2920"/>
                <a:gd name="T1" fmla="*/ 3386 h 3386"/>
                <a:gd name="T2" fmla="*/ 0 w 2920"/>
                <a:gd name="T3" fmla="*/ 3270 h 3386"/>
                <a:gd name="T4" fmla="*/ 213 w 2920"/>
                <a:gd name="T5" fmla="*/ 3057 h 3386"/>
                <a:gd name="T6" fmla="*/ 215 w 2920"/>
                <a:gd name="T7" fmla="*/ 2828 h 3386"/>
                <a:gd name="T8" fmla="*/ 489 w 2920"/>
                <a:gd name="T9" fmla="*/ 2551 h 3386"/>
                <a:gd name="T10" fmla="*/ 487 w 2920"/>
                <a:gd name="T11" fmla="*/ 2488 h 3386"/>
                <a:gd name="T12" fmla="*/ 662 w 2920"/>
                <a:gd name="T13" fmla="*/ 2313 h 3386"/>
                <a:gd name="T14" fmla="*/ 671 w 2920"/>
                <a:gd name="T15" fmla="*/ 1797 h 3386"/>
                <a:gd name="T16" fmla="*/ 974 w 2920"/>
                <a:gd name="T17" fmla="*/ 1492 h 3386"/>
                <a:gd name="T18" fmla="*/ 974 w 2920"/>
                <a:gd name="T19" fmla="*/ 1386 h 3386"/>
                <a:gd name="T20" fmla="*/ 1435 w 2920"/>
                <a:gd name="T21" fmla="*/ 925 h 3386"/>
                <a:gd name="T22" fmla="*/ 1641 w 2920"/>
                <a:gd name="T23" fmla="*/ 934 h 3386"/>
                <a:gd name="T24" fmla="*/ 2575 w 2920"/>
                <a:gd name="T25" fmla="*/ 0 h 3386"/>
                <a:gd name="T26" fmla="*/ 2920 w 2920"/>
                <a:gd name="T27" fmla="*/ 0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20" h="3386">
                  <a:moveTo>
                    <a:pt x="2" y="3386"/>
                  </a:moveTo>
                  <a:lnTo>
                    <a:pt x="0" y="3270"/>
                  </a:lnTo>
                  <a:lnTo>
                    <a:pt x="213" y="3057"/>
                  </a:lnTo>
                  <a:lnTo>
                    <a:pt x="215" y="2828"/>
                  </a:lnTo>
                  <a:lnTo>
                    <a:pt x="489" y="2551"/>
                  </a:lnTo>
                  <a:lnTo>
                    <a:pt x="487" y="2488"/>
                  </a:lnTo>
                  <a:lnTo>
                    <a:pt x="662" y="2313"/>
                  </a:lnTo>
                  <a:lnTo>
                    <a:pt x="671" y="1797"/>
                  </a:lnTo>
                  <a:lnTo>
                    <a:pt x="974" y="1492"/>
                  </a:lnTo>
                  <a:lnTo>
                    <a:pt x="974" y="1386"/>
                  </a:lnTo>
                  <a:lnTo>
                    <a:pt x="1435" y="925"/>
                  </a:lnTo>
                  <a:lnTo>
                    <a:pt x="1641" y="934"/>
                  </a:lnTo>
                  <a:lnTo>
                    <a:pt x="2575" y="0"/>
                  </a:lnTo>
                  <a:lnTo>
                    <a:pt x="292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91" name="Freeform 66"/>
            <p:cNvSpPr>
              <a:spLocks/>
            </p:cNvSpPr>
            <p:nvPr/>
          </p:nvSpPr>
          <p:spPr bwMode="auto">
            <a:xfrm>
              <a:off x="5489575" y="6200775"/>
              <a:ext cx="2209800" cy="4075113"/>
            </a:xfrm>
            <a:custGeom>
              <a:avLst/>
              <a:gdLst>
                <a:gd name="T0" fmla="*/ 0 w 1392"/>
                <a:gd name="T1" fmla="*/ 2567 h 2567"/>
                <a:gd name="T2" fmla="*/ 369 w 1392"/>
                <a:gd name="T3" fmla="*/ 2201 h 2567"/>
                <a:gd name="T4" fmla="*/ 371 w 1392"/>
                <a:gd name="T5" fmla="*/ 1929 h 2567"/>
                <a:gd name="T6" fmla="*/ 697 w 1392"/>
                <a:gd name="T7" fmla="*/ 1603 h 2567"/>
                <a:gd name="T8" fmla="*/ 693 w 1392"/>
                <a:gd name="T9" fmla="*/ 1300 h 2567"/>
                <a:gd name="T10" fmla="*/ 894 w 1392"/>
                <a:gd name="T11" fmla="*/ 1099 h 2567"/>
                <a:gd name="T12" fmla="*/ 962 w 1392"/>
                <a:gd name="T13" fmla="*/ 1099 h 2567"/>
                <a:gd name="T14" fmla="*/ 1040 w 1392"/>
                <a:gd name="T15" fmla="*/ 1021 h 2567"/>
                <a:gd name="T16" fmla="*/ 1035 w 1392"/>
                <a:gd name="T17" fmla="*/ 931 h 2567"/>
                <a:gd name="T18" fmla="*/ 1199 w 1392"/>
                <a:gd name="T19" fmla="*/ 768 h 2567"/>
                <a:gd name="T20" fmla="*/ 1201 w 1392"/>
                <a:gd name="T21" fmla="*/ 378 h 2567"/>
                <a:gd name="T22" fmla="*/ 1262 w 1392"/>
                <a:gd name="T23" fmla="*/ 317 h 2567"/>
                <a:gd name="T24" fmla="*/ 1262 w 1392"/>
                <a:gd name="T25" fmla="*/ 128 h 2567"/>
                <a:gd name="T26" fmla="*/ 1392 w 1392"/>
                <a:gd name="T27" fmla="*/ 0 h 2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92" h="2567">
                  <a:moveTo>
                    <a:pt x="0" y="2567"/>
                  </a:moveTo>
                  <a:lnTo>
                    <a:pt x="369" y="2201"/>
                  </a:lnTo>
                  <a:lnTo>
                    <a:pt x="371" y="1929"/>
                  </a:lnTo>
                  <a:lnTo>
                    <a:pt x="697" y="1603"/>
                  </a:lnTo>
                  <a:lnTo>
                    <a:pt x="693" y="1300"/>
                  </a:lnTo>
                  <a:lnTo>
                    <a:pt x="894" y="1099"/>
                  </a:lnTo>
                  <a:lnTo>
                    <a:pt x="962" y="1099"/>
                  </a:lnTo>
                  <a:lnTo>
                    <a:pt x="1040" y="1021"/>
                  </a:lnTo>
                  <a:lnTo>
                    <a:pt x="1035" y="931"/>
                  </a:lnTo>
                  <a:lnTo>
                    <a:pt x="1199" y="768"/>
                  </a:lnTo>
                  <a:lnTo>
                    <a:pt x="1201" y="378"/>
                  </a:lnTo>
                  <a:lnTo>
                    <a:pt x="1262" y="317"/>
                  </a:lnTo>
                  <a:lnTo>
                    <a:pt x="1262" y="128"/>
                  </a:lnTo>
                  <a:lnTo>
                    <a:pt x="139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92" name="Freeform 67"/>
            <p:cNvSpPr>
              <a:spLocks/>
            </p:cNvSpPr>
            <p:nvPr/>
          </p:nvSpPr>
          <p:spPr bwMode="auto">
            <a:xfrm>
              <a:off x="5553075" y="5945187"/>
              <a:ext cx="2382838" cy="4371975"/>
            </a:xfrm>
            <a:custGeom>
              <a:avLst/>
              <a:gdLst>
                <a:gd name="T0" fmla="*/ 0 w 1501"/>
                <a:gd name="T1" fmla="*/ 2754 h 2754"/>
                <a:gd name="T2" fmla="*/ 371 w 1501"/>
                <a:gd name="T3" fmla="*/ 2383 h 2754"/>
                <a:gd name="T4" fmla="*/ 374 w 1501"/>
                <a:gd name="T5" fmla="*/ 2114 h 2754"/>
                <a:gd name="T6" fmla="*/ 702 w 1501"/>
                <a:gd name="T7" fmla="*/ 1787 h 2754"/>
                <a:gd name="T8" fmla="*/ 697 w 1501"/>
                <a:gd name="T9" fmla="*/ 1485 h 2754"/>
                <a:gd name="T10" fmla="*/ 896 w 1501"/>
                <a:gd name="T11" fmla="*/ 1284 h 2754"/>
                <a:gd name="T12" fmla="*/ 958 w 1501"/>
                <a:gd name="T13" fmla="*/ 1277 h 2754"/>
                <a:gd name="T14" fmla="*/ 1038 w 1501"/>
                <a:gd name="T15" fmla="*/ 1199 h 2754"/>
                <a:gd name="T16" fmla="*/ 1038 w 1501"/>
                <a:gd name="T17" fmla="*/ 1116 h 2754"/>
                <a:gd name="T18" fmla="*/ 1203 w 1501"/>
                <a:gd name="T19" fmla="*/ 953 h 2754"/>
                <a:gd name="T20" fmla="*/ 1206 w 1501"/>
                <a:gd name="T21" fmla="*/ 563 h 2754"/>
                <a:gd name="T22" fmla="*/ 1265 w 1501"/>
                <a:gd name="T23" fmla="*/ 501 h 2754"/>
                <a:gd name="T24" fmla="*/ 1267 w 1501"/>
                <a:gd name="T25" fmla="*/ 312 h 2754"/>
                <a:gd name="T26" fmla="*/ 1501 w 1501"/>
                <a:gd name="T27" fmla="*/ 78 h 2754"/>
                <a:gd name="T28" fmla="*/ 1501 w 1501"/>
                <a:gd name="T29" fmla="*/ 0 h 2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01" h="2754">
                  <a:moveTo>
                    <a:pt x="0" y="2754"/>
                  </a:moveTo>
                  <a:lnTo>
                    <a:pt x="371" y="2383"/>
                  </a:lnTo>
                  <a:lnTo>
                    <a:pt x="374" y="2114"/>
                  </a:lnTo>
                  <a:lnTo>
                    <a:pt x="702" y="1787"/>
                  </a:lnTo>
                  <a:lnTo>
                    <a:pt x="697" y="1485"/>
                  </a:lnTo>
                  <a:lnTo>
                    <a:pt x="896" y="1284"/>
                  </a:lnTo>
                  <a:lnTo>
                    <a:pt x="958" y="1277"/>
                  </a:lnTo>
                  <a:lnTo>
                    <a:pt x="1038" y="1199"/>
                  </a:lnTo>
                  <a:lnTo>
                    <a:pt x="1038" y="1116"/>
                  </a:lnTo>
                  <a:lnTo>
                    <a:pt x="1203" y="953"/>
                  </a:lnTo>
                  <a:lnTo>
                    <a:pt x="1206" y="563"/>
                  </a:lnTo>
                  <a:lnTo>
                    <a:pt x="1265" y="501"/>
                  </a:lnTo>
                  <a:lnTo>
                    <a:pt x="1267" y="312"/>
                  </a:lnTo>
                  <a:lnTo>
                    <a:pt x="1501" y="78"/>
                  </a:lnTo>
                  <a:lnTo>
                    <a:pt x="150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93" name="Freeform 68"/>
            <p:cNvSpPr>
              <a:spLocks/>
            </p:cNvSpPr>
            <p:nvPr/>
          </p:nvSpPr>
          <p:spPr bwMode="auto">
            <a:xfrm>
              <a:off x="8829675" y="4470400"/>
              <a:ext cx="2679700" cy="2717800"/>
            </a:xfrm>
            <a:custGeom>
              <a:avLst/>
              <a:gdLst>
                <a:gd name="T0" fmla="*/ 1688 w 1688"/>
                <a:gd name="T1" fmla="*/ 0 h 1712"/>
                <a:gd name="T2" fmla="*/ 759 w 1688"/>
                <a:gd name="T3" fmla="*/ 929 h 1712"/>
                <a:gd name="T4" fmla="*/ 560 w 1688"/>
                <a:gd name="T5" fmla="*/ 927 h 1712"/>
                <a:gd name="T6" fmla="*/ 102 w 1688"/>
                <a:gd name="T7" fmla="*/ 1385 h 1712"/>
                <a:gd name="T8" fmla="*/ 104 w 1688"/>
                <a:gd name="T9" fmla="*/ 1489 h 1712"/>
                <a:gd name="T10" fmla="*/ 2 w 1688"/>
                <a:gd name="T11" fmla="*/ 1593 h 1712"/>
                <a:gd name="T12" fmla="*/ 0 w 1688"/>
                <a:gd name="T13" fmla="*/ 1662 h 1712"/>
                <a:gd name="T14" fmla="*/ 50 w 1688"/>
                <a:gd name="T15" fmla="*/ 1712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8" h="1712">
                  <a:moveTo>
                    <a:pt x="1688" y="0"/>
                  </a:moveTo>
                  <a:lnTo>
                    <a:pt x="759" y="929"/>
                  </a:lnTo>
                  <a:lnTo>
                    <a:pt x="560" y="927"/>
                  </a:lnTo>
                  <a:lnTo>
                    <a:pt x="102" y="1385"/>
                  </a:lnTo>
                  <a:lnTo>
                    <a:pt x="104" y="1489"/>
                  </a:lnTo>
                  <a:lnTo>
                    <a:pt x="2" y="1593"/>
                  </a:lnTo>
                  <a:lnTo>
                    <a:pt x="0" y="1662"/>
                  </a:lnTo>
                  <a:lnTo>
                    <a:pt x="50" y="171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94" name="Freeform 69"/>
            <p:cNvSpPr>
              <a:spLocks/>
            </p:cNvSpPr>
            <p:nvPr/>
          </p:nvSpPr>
          <p:spPr bwMode="auto">
            <a:xfrm>
              <a:off x="9118600" y="4522787"/>
              <a:ext cx="2443163" cy="2503488"/>
            </a:xfrm>
            <a:custGeom>
              <a:avLst/>
              <a:gdLst>
                <a:gd name="T0" fmla="*/ 47 w 1539"/>
                <a:gd name="T1" fmla="*/ 1577 h 1577"/>
                <a:gd name="T2" fmla="*/ 0 w 1539"/>
                <a:gd name="T3" fmla="*/ 1530 h 1577"/>
                <a:gd name="T4" fmla="*/ 5 w 1539"/>
                <a:gd name="T5" fmla="*/ 1348 h 1577"/>
                <a:gd name="T6" fmla="*/ 218 w 1539"/>
                <a:gd name="T7" fmla="*/ 1135 h 1577"/>
                <a:gd name="T8" fmla="*/ 464 w 1539"/>
                <a:gd name="T9" fmla="*/ 1142 h 1577"/>
                <a:gd name="T10" fmla="*/ 508 w 1539"/>
                <a:gd name="T11" fmla="*/ 1097 h 1577"/>
                <a:gd name="T12" fmla="*/ 508 w 1539"/>
                <a:gd name="T13" fmla="*/ 1031 h 1577"/>
                <a:gd name="T14" fmla="*/ 1539 w 1539"/>
                <a:gd name="T15" fmla="*/ 0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39" h="1577">
                  <a:moveTo>
                    <a:pt x="47" y="1577"/>
                  </a:moveTo>
                  <a:lnTo>
                    <a:pt x="0" y="1530"/>
                  </a:lnTo>
                  <a:lnTo>
                    <a:pt x="5" y="1348"/>
                  </a:lnTo>
                  <a:lnTo>
                    <a:pt x="218" y="1135"/>
                  </a:lnTo>
                  <a:lnTo>
                    <a:pt x="464" y="1142"/>
                  </a:lnTo>
                  <a:lnTo>
                    <a:pt x="508" y="1097"/>
                  </a:lnTo>
                  <a:lnTo>
                    <a:pt x="508" y="1031"/>
                  </a:lnTo>
                  <a:lnTo>
                    <a:pt x="153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95" name="Freeform 70"/>
            <p:cNvSpPr>
              <a:spLocks/>
            </p:cNvSpPr>
            <p:nvPr/>
          </p:nvSpPr>
          <p:spPr bwMode="auto">
            <a:xfrm>
              <a:off x="9355137" y="4575175"/>
              <a:ext cx="2259013" cy="2390775"/>
            </a:xfrm>
            <a:custGeom>
              <a:avLst/>
              <a:gdLst>
                <a:gd name="T0" fmla="*/ 0 w 1423"/>
                <a:gd name="T1" fmla="*/ 1506 h 1506"/>
                <a:gd name="T2" fmla="*/ 400 w 1423"/>
                <a:gd name="T3" fmla="*/ 1104 h 1506"/>
                <a:gd name="T4" fmla="*/ 397 w 1423"/>
                <a:gd name="T5" fmla="*/ 1026 h 1506"/>
                <a:gd name="T6" fmla="*/ 1423 w 1423"/>
                <a:gd name="T7" fmla="*/ 0 h 1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3" h="1506">
                  <a:moveTo>
                    <a:pt x="0" y="1506"/>
                  </a:moveTo>
                  <a:lnTo>
                    <a:pt x="400" y="1104"/>
                  </a:lnTo>
                  <a:lnTo>
                    <a:pt x="397" y="1026"/>
                  </a:lnTo>
                  <a:lnTo>
                    <a:pt x="142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96" name="Freeform 71"/>
            <p:cNvSpPr>
              <a:spLocks/>
            </p:cNvSpPr>
            <p:nvPr/>
          </p:nvSpPr>
          <p:spPr bwMode="auto">
            <a:xfrm>
              <a:off x="8904287" y="4608512"/>
              <a:ext cx="2744788" cy="2797175"/>
            </a:xfrm>
            <a:custGeom>
              <a:avLst/>
              <a:gdLst>
                <a:gd name="T0" fmla="*/ 0 w 1729"/>
                <a:gd name="T1" fmla="*/ 1762 h 1762"/>
                <a:gd name="T2" fmla="*/ 128 w 1729"/>
                <a:gd name="T3" fmla="*/ 1762 h 1762"/>
                <a:gd name="T4" fmla="*/ 745 w 1729"/>
                <a:gd name="T5" fmla="*/ 1142 h 1762"/>
                <a:gd name="T6" fmla="*/ 743 w 1729"/>
                <a:gd name="T7" fmla="*/ 986 h 1762"/>
                <a:gd name="T8" fmla="*/ 1729 w 1729"/>
                <a:gd name="T9" fmla="*/ 0 h 1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9" h="1762">
                  <a:moveTo>
                    <a:pt x="0" y="1762"/>
                  </a:moveTo>
                  <a:lnTo>
                    <a:pt x="128" y="1762"/>
                  </a:lnTo>
                  <a:lnTo>
                    <a:pt x="745" y="1142"/>
                  </a:lnTo>
                  <a:lnTo>
                    <a:pt x="743" y="986"/>
                  </a:lnTo>
                  <a:lnTo>
                    <a:pt x="172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97" name="Freeform 72"/>
            <p:cNvSpPr>
              <a:spLocks/>
            </p:cNvSpPr>
            <p:nvPr/>
          </p:nvSpPr>
          <p:spPr bwMode="auto">
            <a:xfrm>
              <a:off x="8318500" y="4654550"/>
              <a:ext cx="3344863" cy="3662363"/>
            </a:xfrm>
            <a:custGeom>
              <a:avLst/>
              <a:gdLst>
                <a:gd name="T0" fmla="*/ 0 w 2107"/>
                <a:gd name="T1" fmla="*/ 2307 h 2307"/>
                <a:gd name="T2" fmla="*/ 157 w 2107"/>
                <a:gd name="T3" fmla="*/ 2151 h 2307"/>
                <a:gd name="T4" fmla="*/ 161 w 2107"/>
                <a:gd name="T5" fmla="*/ 1960 h 2307"/>
                <a:gd name="T6" fmla="*/ 279 w 2107"/>
                <a:gd name="T7" fmla="*/ 1842 h 2307"/>
                <a:gd name="T8" fmla="*/ 445 w 2107"/>
                <a:gd name="T9" fmla="*/ 1851 h 2307"/>
                <a:gd name="T10" fmla="*/ 1147 w 2107"/>
                <a:gd name="T11" fmla="*/ 1146 h 2307"/>
                <a:gd name="T12" fmla="*/ 1145 w 2107"/>
                <a:gd name="T13" fmla="*/ 964 h 2307"/>
                <a:gd name="T14" fmla="*/ 2107 w 2107"/>
                <a:gd name="T15" fmla="*/ 0 h 2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07" h="2307">
                  <a:moveTo>
                    <a:pt x="0" y="2307"/>
                  </a:moveTo>
                  <a:lnTo>
                    <a:pt x="157" y="2151"/>
                  </a:lnTo>
                  <a:lnTo>
                    <a:pt x="161" y="1960"/>
                  </a:lnTo>
                  <a:lnTo>
                    <a:pt x="279" y="1842"/>
                  </a:lnTo>
                  <a:lnTo>
                    <a:pt x="445" y="1851"/>
                  </a:lnTo>
                  <a:lnTo>
                    <a:pt x="1147" y="1146"/>
                  </a:lnTo>
                  <a:lnTo>
                    <a:pt x="1145" y="964"/>
                  </a:lnTo>
                  <a:lnTo>
                    <a:pt x="210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98" name="Freeform 73"/>
            <p:cNvSpPr>
              <a:spLocks/>
            </p:cNvSpPr>
            <p:nvPr/>
          </p:nvSpPr>
          <p:spPr bwMode="auto">
            <a:xfrm>
              <a:off x="8199437" y="4679950"/>
              <a:ext cx="3524250" cy="3867150"/>
            </a:xfrm>
            <a:custGeom>
              <a:avLst/>
              <a:gdLst>
                <a:gd name="T0" fmla="*/ 2220 w 2220"/>
                <a:gd name="T1" fmla="*/ 0 h 2436"/>
                <a:gd name="T2" fmla="*/ 1255 w 2220"/>
                <a:gd name="T3" fmla="*/ 965 h 2436"/>
                <a:gd name="T4" fmla="*/ 1260 w 2220"/>
                <a:gd name="T5" fmla="*/ 1149 h 2436"/>
                <a:gd name="T6" fmla="*/ 555 w 2220"/>
                <a:gd name="T7" fmla="*/ 1852 h 2436"/>
                <a:gd name="T8" fmla="*/ 397 w 2220"/>
                <a:gd name="T9" fmla="*/ 1849 h 2436"/>
                <a:gd name="T10" fmla="*/ 279 w 2220"/>
                <a:gd name="T11" fmla="*/ 1970 h 2436"/>
                <a:gd name="T12" fmla="*/ 274 w 2220"/>
                <a:gd name="T13" fmla="*/ 2159 h 2436"/>
                <a:gd name="T14" fmla="*/ 0 w 2220"/>
                <a:gd name="T15" fmla="*/ 2436 h 2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0" h="2436">
                  <a:moveTo>
                    <a:pt x="2220" y="0"/>
                  </a:moveTo>
                  <a:lnTo>
                    <a:pt x="1255" y="965"/>
                  </a:lnTo>
                  <a:lnTo>
                    <a:pt x="1260" y="1149"/>
                  </a:lnTo>
                  <a:lnTo>
                    <a:pt x="555" y="1852"/>
                  </a:lnTo>
                  <a:lnTo>
                    <a:pt x="397" y="1849"/>
                  </a:lnTo>
                  <a:lnTo>
                    <a:pt x="279" y="1970"/>
                  </a:lnTo>
                  <a:lnTo>
                    <a:pt x="274" y="2159"/>
                  </a:lnTo>
                  <a:lnTo>
                    <a:pt x="0" y="243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99" name="Freeform 74"/>
            <p:cNvSpPr>
              <a:spLocks/>
            </p:cNvSpPr>
            <p:nvPr/>
          </p:nvSpPr>
          <p:spPr bwMode="auto">
            <a:xfrm>
              <a:off x="8859837" y="4789487"/>
              <a:ext cx="2968625" cy="3119438"/>
            </a:xfrm>
            <a:custGeom>
              <a:avLst/>
              <a:gdLst>
                <a:gd name="T0" fmla="*/ 1870 w 1870"/>
                <a:gd name="T1" fmla="*/ 0 h 1965"/>
                <a:gd name="T2" fmla="*/ 905 w 1870"/>
                <a:gd name="T3" fmla="*/ 962 h 1965"/>
                <a:gd name="T4" fmla="*/ 903 w 1870"/>
                <a:gd name="T5" fmla="*/ 1139 h 1965"/>
                <a:gd name="T6" fmla="*/ 80 w 1870"/>
                <a:gd name="T7" fmla="*/ 1962 h 1965"/>
                <a:gd name="T8" fmla="*/ 0 w 1870"/>
                <a:gd name="T9" fmla="*/ 1965 h 1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0" h="1965">
                  <a:moveTo>
                    <a:pt x="1870" y="0"/>
                  </a:moveTo>
                  <a:lnTo>
                    <a:pt x="905" y="962"/>
                  </a:lnTo>
                  <a:lnTo>
                    <a:pt x="903" y="1139"/>
                  </a:lnTo>
                  <a:lnTo>
                    <a:pt x="80" y="1962"/>
                  </a:lnTo>
                  <a:lnTo>
                    <a:pt x="0" y="196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00" name="Freeform 75"/>
            <p:cNvSpPr>
              <a:spLocks/>
            </p:cNvSpPr>
            <p:nvPr/>
          </p:nvSpPr>
          <p:spPr bwMode="auto">
            <a:xfrm>
              <a:off x="8012112" y="3592512"/>
              <a:ext cx="3948113" cy="2773363"/>
            </a:xfrm>
            <a:custGeom>
              <a:avLst/>
              <a:gdLst>
                <a:gd name="T0" fmla="*/ 4 w 2487"/>
                <a:gd name="T1" fmla="*/ 1747 h 1747"/>
                <a:gd name="T2" fmla="*/ 0 w 2487"/>
                <a:gd name="T3" fmla="*/ 1657 h 1747"/>
                <a:gd name="T4" fmla="*/ 1655 w 2487"/>
                <a:gd name="T5" fmla="*/ 0 h 1747"/>
                <a:gd name="T6" fmla="*/ 2487 w 2487"/>
                <a:gd name="T7" fmla="*/ 0 h 1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7" h="1747">
                  <a:moveTo>
                    <a:pt x="4" y="1747"/>
                  </a:moveTo>
                  <a:lnTo>
                    <a:pt x="0" y="1657"/>
                  </a:lnTo>
                  <a:lnTo>
                    <a:pt x="1655" y="0"/>
                  </a:lnTo>
                  <a:lnTo>
                    <a:pt x="248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01" name="Freeform 76"/>
            <p:cNvSpPr>
              <a:spLocks/>
            </p:cNvSpPr>
            <p:nvPr/>
          </p:nvSpPr>
          <p:spPr bwMode="auto">
            <a:xfrm>
              <a:off x="8293100" y="3546475"/>
              <a:ext cx="3606800" cy="2165350"/>
            </a:xfrm>
            <a:custGeom>
              <a:avLst/>
              <a:gdLst>
                <a:gd name="T0" fmla="*/ 0 w 2272"/>
                <a:gd name="T1" fmla="*/ 1364 h 1364"/>
                <a:gd name="T2" fmla="*/ 64 w 2272"/>
                <a:gd name="T3" fmla="*/ 1301 h 1364"/>
                <a:gd name="T4" fmla="*/ 147 w 2272"/>
                <a:gd name="T5" fmla="*/ 1298 h 1364"/>
                <a:gd name="T6" fmla="*/ 1445 w 2272"/>
                <a:gd name="T7" fmla="*/ 0 h 1364"/>
                <a:gd name="T8" fmla="*/ 2272 w 2272"/>
                <a:gd name="T9" fmla="*/ 0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72" h="1364">
                  <a:moveTo>
                    <a:pt x="0" y="1364"/>
                  </a:moveTo>
                  <a:lnTo>
                    <a:pt x="64" y="1301"/>
                  </a:lnTo>
                  <a:lnTo>
                    <a:pt x="147" y="1298"/>
                  </a:lnTo>
                  <a:lnTo>
                    <a:pt x="1445" y="0"/>
                  </a:lnTo>
                  <a:lnTo>
                    <a:pt x="227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02" name="Freeform 77"/>
            <p:cNvSpPr>
              <a:spLocks/>
            </p:cNvSpPr>
            <p:nvPr/>
          </p:nvSpPr>
          <p:spPr bwMode="auto">
            <a:xfrm>
              <a:off x="7264400" y="3232150"/>
              <a:ext cx="4500563" cy="4635500"/>
            </a:xfrm>
            <a:custGeom>
              <a:avLst/>
              <a:gdLst>
                <a:gd name="T0" fmla="*/ 0 w 2835"/>
                <a:gd name="T1" fmla="*/ 2920 h 2920"/>
                <a:gd name="T2" fmla="*/ 2 w 2835"/>
                <a:gd name="T3" fmla="*/ 2849 h 2920"/>
                <a:gd name="T4" fmla="*/ 177 w 2835"/>
                <a:gd name="T5" fmla="*/ 2674 h 2920"/>
                <a:gd name="T6" fmla="*/ 175 w 2835"/>
                <a:gd name="T7" fmla="*/ 2276 h 2920"/>
                <a:gd name="T8" fmla="*/ 234 w 2835"/>
                <a:gd name="T9" fmla="*/ 2215 h 2920"/>
                <a:gd name="T10" fmla="*/ 234 w 2835"/>
                <a:gd name="T11" fmla="*/ 2016 h 2920"/>
                <a:gd name="T12" fmla="*/ 423 w 2835"/>
                <a:gd name="T13" fmla="*/ 1827 h 2920"/>
                <a:gd name="T14" fmla="*/ 487 w 2835"/>
                <a:gd name="T15" fmla="*/ 1830 h 2920"/>
                <a:gd name="T16" fmla="*/ 589 w 2835"/>
                <a:gd name="T17" fmla="*/ 1728 h 2920"/>
                <a:gd name="T18" fmla="*/ 586 w 2835"/>
                <a:gd name="T19" fmla="*/ 1652 h 2920"/>
                <a:gd name="T20" fmla="*/ 518 w 2835"/>
                <a:gd name="T21" fmla="*/ 1586 h 2920"/>
                <a:gd name="T22" fmla="*/ 667 w 2835"/>
                <a:gd name="T23" fmla="*/ 1435 h 2920"/>
                <a:gd name="T24" fmla="*/ 771 w 2835"/>
                <a:gd name="T25" fmla="*/ 1437 h 2920"/>
                <a:gd name="T26" fmla="*/ 2206 w 2835"/>
                <a:gd name="T27" fmla="*/ 0 h 2920"/>
                <a:gd name="T28" fmla="*/ 2835 w 2835"/>
                <a:gd name="T29" fmla="*/ 0 h 2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35" h="2920">
                  <a:moveTo>
                    <a:pt x="0" y="2920"/>
                  </a:moveTo>
                  <a:lnTo>
                    <a:pt x="2" y="2849"/>
                  </a:lnTo>
                  <a:lnTo>
                    <a:pt x="177" y="2674"/>
                  </a:lnTo>
                  <a:lnTo>
                    <a:pt x="175" y="2276"/>
                  </a:lnTo>
                  <a:lnTo>
                    <a:pt x="234" y="2215"/>
                  </a:lnTo>
                  <a:lnTo>
                    <a:pt x="234" y="2016"/>
                  </a:lnTo>
                  <a:lnTo>
                    <a:pt x="423" y="1827"/>
                  </a:lnTo>
                  <a:lnTo>
                    <a:pt x="487" y="1830"/>
                  </a:lnTo>
                  <a:lnTo>
                    <a:pt x="589" y="1728"/>
                  </a:lnTo>
                  <a:lnTo>
                    <a:pt x="586" y="1652"/>
                  </a:lnTo>
                  <a:lnTo>
                    <a:pt x="518" y="1586"/>
                  </a:lnTo>
                  <a:lnTo>
                    <a:pt x="667" y="1435"/>
                  </a:lnTo>
                  <a:lnTo>
                    <a:pt x="771" y="1437"/>
                  </a:lnTo>
                  <a:lnTo>
                    <a:pt x="2206" y="0"/>
                  </a:lnTo>
                  <a:lnTo>
                    <a:pt x="283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03" name="Freeform 78"/>
            <p:cNvSpPr>
              <a:spLocks/>
            </p:cNvSpPr>
            <p:nvPr/>
          </p:nvSpPr>
          <p:spPr bwMode="auto">
            <a:xfrm>
              <a:off x="3856037" y="6369050"/>
              <a:ext cx="2079625" cy="3251200"/>
            </a:xfrm>
            <a:custGeom>
              <a:avLst/>
              <a:gdLst>
                <a:gd name="T0" fmla="*/ 0 w 1310"/>
                <a:gd name="T1" fmla="*/ 2048 h 2048"/>
                <a:gd name="T2" fmla="*/ 892 w 1310"/>
                <a:gd name="T3" fmla="*/ 1156 h 2048"/>
                <a:gd name="T4" fmla="*/ 889 w 1310"/>
                <a:gd name="T5" fmla="*/ 915 h 2048"/>
                <a:gd name="T6" fmla="*/ 1305 w 1310"/>
                <a:gd name="T7" fmla="*/ 501 h 2048"/>
                <a:gd name="T8" fmla="*/ 1310 w 1310"/>
                <a:gd name="T9" fmla="*/ 59 h 2048"/>
                <a:gd name="T10" fmla="*/ 1251 w 1310"/>
                <a:gd name="T11" fmla="*/ 0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10" h="2048">
                  <a:moveTo>
                    <a:pt x="0" y="2048"/>
                  </a:moveTo>
                  <a:lnTo>
                    <a:pt x="892" y="1156"/>
                  </a:lnTo>
                  <a:lnTo>
                    <a:pt x="889" y="915"/>
                  </a:lnTo>
                  <a:lnTo>
                    <a:pt x="1305" y="501"/>
                  </a:lnTo>
                  <a:lnTo>
                    <a:pt x="1310" y="59"/>
                  </a:lnTo>
                  <a:lnTo>
                    <a:pt x="125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04" name="Freeform 79"/>
            <p:cNvSpPr>
              <a:spLocks/>
            </p:cNvSpPr>
            <p:nvPr/>
          </p:nvSpPr>
          <p:spPr bwMode="auto">
            <a:xfrm>
              <a:off x="3908425" y="6159500"/>
              <a:ext cx="2197100" cy="3513138"/>
            </a:xfrm>
            <a:custGeom>
              <a:avLst/>
              <a:gdLst>
                <a:gd name="T0" fmla="*/ 0 w 1384"/>
                <a:gd name="T1" fmla="*/ 2213 h 2213"/>
                <a:gd name="T2" fmla="*/ 892 w 1384"/>
                <a:gd name="T3" fmla="*/ 1321 h 2213"/>
                <a:gd name="T4" fmla="*/ 889 w 1384"/>
                <a:gd name="T5" fmla="*/ 1083 h 2213"/>
                <a:gd name="T6" fmla="*/ 1306 w 1384"/>
                <a:gd name="T7" fmla="*/ 667 h 2213"/>
                <a:gd name="T8" fmla="*/ 1301 w 1384"/>
                <a:gd name="T9" fmla="*/ 83 h 2213"/>
                <a:gd name="T10" fmla="*/ 1384 w 1384"/>
                <a:gd name="T11" fmla="*/ 0 h 2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84" h="2213">
                  <a:moveTo>
                    <a:pt x="0" y="2213"/>
                  </a:moveTo>
                  <a:lnTo>
                    <a:pt x="892" y="1321"/>
                  </a:lnTo>
                  <a:lnTo>
                    <a:pt x="889" y="1083"/>
                  </a:lnTo>
                  <a:lnTo>
                    <a:pt x="1306" y="667"/>
                  </a:lnTo>
                  <a:lnTo>
                    <a:pt x="1301" y="83"/>
                  </a:lnTo>
                  <a:lnTo>
                    <a:pt x="138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05" name="Freeform 80"/>
            <p:cNvSpPr>
              <a:spLocks/>
            </p:cNvSpPr>
            <p:nvPr/>
          </p:nvSpPr>
          <p:spPr bwMode="auto">
            <a:xfrm>
              <a:off x="3962400" y="6602412"/>
              <a:ext cx="2355850" cy="3122613"/>
            </a:xfrm>
            <a:custGeom>
              <a:avLst/>
              <a:gdLst>
                <a:gd name="T0" fmla="*/ 0 w 1484"/>
                <a:gd name="T1" fmla="*/ 1967 h 1967"/>
                <a:gd name="T2" fmla="*/ 891 w 1484"/>
                <a:gd name="T3" fmla="*/ 1076 h 1967"/>
                <a:gd name="T4" fmla="*/ 884 w 1484"/>
                <a:gd name="T5" fmla="*/ 830 h 1967"/>
                <a:gd name="T6" fmla="*/ 1392 w 1484"/>
                <a:gd name="T7" fmla="*/ 321 h 1967"/>
                <a:gd name="T8" fmla="*/ 1394 w 1484"/>
                <a:gd name="T9" fmla="*/ 90 h 1967"/>
                <a:gd name="T10" fmla="*/ 1484 w 1484"/>
                <a:gd name="T11" fmla="*/ 0 h 1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84" h="1967">
                  <a:moveTo>
                    <a:pt x="0" y="1967"/>
                  </a:moveTo>
                  <a:lnTo>
                    <a:pt x="891" y="1076"/>
                  </a:lnTo>
                  <a:lnTo>
                    <a:pt x="884" y="830"/>
                  </a:lnTo>
                  <a:lnTo>
                    <a:pt x="1392" y="321"/>
                  </a:lnTo>
                  <a:lnTo>
                    <a:pt x="1394" y="90"/>
                  </a:lnTo>
                  <a:lnTo>
                    <a:pt x="148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06" name="Freeform 81"/>
            <p:cNvSpPr>
              <a:spLocks/>
            </p:cNvSpPr>
            <p:nvPr/>
          </p:nvSpPr>
          <p:spPr bwMode="auto">
            <a:xfrm>
              <a:off x="4048125" y="5329237"/>
              <a:ext cx="2630488" cy="4481513"/>
            </a:xfrm>
            <a:custGeom>
              <a:avLst/>
              <a:gdLst>
                <a:gd name="T0" fmla="*/ 1657 w 1657"/>
                <a:gd name="T1" fmla="*/ 0 h 2823"/>
                <a:gd name="T2" fmla="*/ 1567 w 1657"/>
                <a:gd name="T3" fmla="*/ 90 h 2823"/>
                <a:gd name="T4" fmla="*/ 1565 w 1657"/>
                <a:gd name="T5" fmla="*/ 159 h 2823"/>
                <a:gd name="T6" fmla="*/ 1418 w 1657"/>
                <a:gd name="T7" fmla="*/ 308 h 2823"/>
                <a:gd name="T8" fmla="*/ 1421 w 1657"/>
                <a:gd name="T9" fmla="*/ 414 h 2823"/>
                <a:gd name="T10" fmla="*/ 1489 w 1657"/>
                <a:gd name="T11" fmla="*/ 480 h 2823"/>
                <a:gd name="T12" fmla="*/ 1489 w 1657"/>
                <a:gd name="T13" fmla="*/ 695 h 2823"/>
                <a:gd name="T14" fmla="*/ 1575 w 1657"/>
                <a:gd name="T15" fmla="*/ 781 h 2823"/>
                <a:gd name="T16" fmla="*/ 1572 w 1657"/>
                <a:gd name="T17" fmla="*/ 967 h 2823"/>
                <a:gd name="T18" fmla="*/ 903 w 1657"/>
                <a:gd name="T19" fmla="*/ 1636 h 2823"/>
                <a:gd name="T20" fmla="*/ 905 w 1657"/>
                <a:gd name="T21" fmla="*/ 2131 h 2823"/>
                <a:gd name="T22" fmla="*/ 624 w 1657"/>
                <a:gd name="T23" fmla="*/ 2410 h 2823"/>
                <a:gd name="T24" fmla="*/ 404 w 1657"/>
                <a:gd name="T25" fmla="*/ 2417 h 2823"/>
                <a:gd name="T26" fmla="*/ 0 w 1657"/>
                <a:gd name="T27" fmla="*/ 2823 h 2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57" h="2823">
                  <a:moveTo>
                    <a:pt x="1657" y="0"/>
                  </a:moveTo>
                  <a:lnTo>
                    <a:pt x="1567" y="90"/>
                  </a:lnTo>
                  <a:lnTo>
                    <a:pt x="1565" y="159"/>
                  </a:lnTo>
                  <a:lnTo>
                    <a:pt x="1418" y="308"/>
                  </a:lnTo>
                  <a:lnTo>
                    <a:pt x="1421" y="414"/>
                  </a:lnTo>
                  <a:lnTo>
                    <a:pt x="1489" y="480"/>
                  </a:lnTo>
                  <a:lnTo>
                    <a:pt x="1489" y="695"/>
                  </a:lnTo>
                  <a:lnTo>
                    <a:pt x="1575" y="781"/>
                  </a:lnTo>
                  <a:lnTo>
                    <a:pt x="1572" y="967"/>
                  </a:lnTo>
                  <a:lnTo>
                    <a:pt x="903" y="1636"/>
                  </a:lnTo>
                  <a:lnTo>
                    <a:pt x="905" y="2131"/>
                  </a:lnTo>
                  <a:lnTo>
                    <a:pt x="624" y="2410"/>
                  </a:lnTo>
                  <a:lnTo>
                    <a:pt x="404" y="2417"/>
                  </a:lnTo>
                  <a:lnTo>
                    <a:pt x="0" y="282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07" name="Freeform 82"/>
            <p:cNvSpPr>
              <a:spLocks/>
            </p:cNvSpPr>
            <p:nvPr/>
          </p:nvSpPr>
          <p:spPr bwMode="auto">
            <a:xfrm>
              <a:off x="4100512" y="5629275"/>
              <a:ext cx="2597150" cy="4233863"/>
            </a:xfrm>
            <a:custGeom>
              <a:avLst/>
              <a:gdLst>
                <a:gd name="T0" fmla="*/ 1636 w 1636"/>
                <a:gd name="T1" fmla="*/ 3 h 2667"/>
                <a:gd name="T2" fmla="*/ 1542 w 1636"/>
                <a:gd name="T3" fmla="*/ 0 h 2667"/>
                <a:gd name="T4" fmla="*/ 1414 w 1636"/>
                <a:gd name="T5" fmla="*/ 128 h 2667"/>
                <a:gd name="T6" fmla="*/ 1419 w 1636"/>
                <a:gd name="T7" fmla="*/ 213 h 2667"/>
                <a:gd name="T8" fmla="*/ 1490 w 1636"/>
                <a:gd name="T9" fmla="*/ 287 h 2667"/>
                <a:gd name="T10" fmla="*/ 1487 w 1636"/>
                <a:gd name="T11" fmla="*/ 497 h 2667"/>
                <a:gd name="T12" fmla="*/ 1570 w 1636"/>
                <a:gd name="T13" fmla="*/ 580 h 2667"/>
                <a:gd name="T14" fmla="*/ 1572 w 1636"/>
                <a:gd name="T15" fmla="*/ 811 h 2667"/>
                <a:gd name="T16" fmla="*/ 903 w 1636"/>
                <a:gd name="T17" fmla="*/ 1481 h 2667"/>
                <a:gd name="T18" fmla="*/ 906 w 1636"/>
                <a:gd name="T19" fmla="*/ 1975 h 2667"/>
                <a:gd name="T20" fmla="*/ 612 w 1636"/>
                <a:gd name="T21" fmla="*/ 2268 h 2667"/>
                <a:gd name="T22" fmla="*/ 390 w 1636"/>
                <a:gd name="T23" fmla="*/ 2277 h 2667"/>
                <a:gd name="T24" fmla="*/ 0 w 1636"/>
                <a:gd name="T25" fmla="*/ 2667 h 2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36" h="2667">
                  <a:moveTo>
                    <a:pt x="1636" y="3"/>
                  </a:moveTo>
                  <a:lnTo>
                    <a:pt x="1542" y="0"/>
                  </a:lnTo>
                  <a:lnTo>
                    <a:pt x="1414" y="128"/>
                  </a:lnTo>
                  <a:lnTo>
                    <a:pt x="1419" y="213"/>
                  </a:lnTo>
                  <a:lnTo>
                    <a:pt x="1490" y="287"/>
                  </a:lnTo>
                  <a:lnTo>
                    <a:pt x="1487" y="497"/>
                  </a:lnTo>
                  <a:lnTo>
                    <a:pt x="1570" y="580"/>
                  </a:lnTo>
                  <a:lnTo>
                    <a:pt x="1572" y="811"/>
                  </a:lnTo>
                  <a:lnTo>
                    <a:pt x="903" y="1481"/>
                  </a:lnTo>
                  <a:lnTo>
                    <a:pt x="906" y="1975"/>
                  </a:lnTo>
                  <a:lnTo>
                    <a:pt x="612" y="2268"/>
                  </a:lnTo>
                  <a:lnTo>
                    <a:pt x="390" y="2277"/>
                  </a:lnTo>
                  <a:lnTo>
                    <a:pt x="0" y="2667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08" name="Freeform 83"/>
            <p:cNvSpPr>
              <a:spLocks/>
            </p:cNvSpPr>
            <p:nvPr/>
          </p:nvSpPr>
          <p:spPr bwMode="auto">
            <a:xfrm>
              <a:off x="4310062" y="5972175"/>
              <a:ext cx="2703513" cy="4102100"/>
            </a:xfrm>
            <a:custGeom>
              <a:avLst/>
              <a:gdLst>
                <a:gd name="T0" fmla="*/ 0 w 1703"/>
                <a:gd name="T1" fmla="*/ 2584 h 2584"/>
                <a:gd name="T2" fmla="*/ 811 w 1703"/>
                <a:gd name="T3" fmla="*/ 1775 h 2584"/>
                <a:gd name="T4" fmla="*/ 821 w 1703"/>
                <a:gd name="T5" fmla="*/ 1283 h 2584"/>
                <a:gd name="T6" fmla="*/ 1393 w 1703"/>
                <a:gd name="T7" fmla="*/ 711 h 2584"/>
                <a:gd name="T8" fmla="*/ 1558 w 1703"/>
                <a:gd name="T9" fmla="*/ 707 h 2584"/>
                <a:gd name="T10" fmla="*/ 1698 w 1703"/>
                <a:gd name="T11" fmla="*/ 567 h 2584"/>
                <a:gd name="T12" fmla="*/ 1703 w 1703"/>
                <a:gd name="T13" fmla="*/ 494 h 2584"/>
                <a:gd name="T14" fmla="*/ 1464 w 1703"/>
                <a:gd name="T15" fmla="*/ 255 h 2584"/>
                <a:gd name="T16" fmla="*/ 1459 w 1703"/>
                <a:gd name="T17" fmla="*/ 0 h 2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03" h="2584">
                  <a:moveTo>
                    <a:pt x="0" y="2584"/>
                  </a:moveTo>
                  <a:lnTo>
                    <a:pt x="811" y="1775"/>
                  </a:lnTo>
                  <a:lnTo>
                    <a:pt x="821" y="1283"/>
                  </a:lnTo>
                  <a:lnTo>
                    <a:pt x="1393" y="711"/>
                  </a:lnTo>
                  <a:lnTo>
                    <a:pt x="1558" y="707"/>
                  </a:lnTo>
                  <a:lnTo>
                    <a:pt x="1698" y="567"/>
                  </a:lnTo>
                  <a:lnTo>
                    <a:pt x="1703" y="494"/>
                  </a:lnTo>
                  <a:lnTo>
                    <a:pt x="1464" y="255"/>
                  </a:lnTo>
                  <a:lnTo>
                    <a:pt x="145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09" name="Freeform 84"/>
            <p:cNvSpPr>
              <a:spLocks/>
            </p:cNvSpPr>
            <p:nvPr/>
          </p:nvSpPr>
          <p:spPr bwMode="auto">
            <a:xfrm>
              <a:off x="4367212" y="5892800"/>
              <a:ext cx="2735263" cy="4233863"/>
            </a:xfrm>
            <a:custGeom>
              <a:avLst/>
              <a:gdLst>
                <a:gd name="T0" fmla="*/ 0 w 1723"/>
                <a:gd name="T1" fmla="*/ 2667 h 2667"/>
                <a:gd name="T2" fmla="*/ 827 w 1723"/>
                <a:gd name="T3" fmla="*/ 1839 h 2667"/>
                <a:gd name="T4" fmla="*/ 832 w 1723"/>
                <a:gd name="T5" fmla="*/ 1341 h 2667"/>
                <a:gd name="T6" fmla="*/ 1362 w 1723"/>
                <a:gd name="T7" fmla="*/ 809 h 2667"/>
                <a:gd name="T8" fmla="*/ 1530 w 1723"/>
                <a:gd name="T9" fmla="*/ 804 h 2667"/>
                <a:gd name="T10" fmla="*/ 1721 w 1723"/>
                <a:gd name="T11" fmla="*/ 612 h 2667"/>
                <a:gd name="T12" fmla="*/ 1723 w 1723"/>
                <a:gd name="T13" fmla="*/ 548 h 2667"/>
                <a:gd name="T14" fmla="*/ 1485 w 1723"/>
                <a:gd name="T15" fmla="*/ 307 h 2667"/>
                <a:gd name="T16" fmla="*/ 1487 w 1723"/>
                <a:gd name="T17" fmla="*/ 71 h 2667"/>
                <a:gd name="T18" fmla="*/ 1558 w 1723"/>
                <a:gd name="T19" fmla="*/ 0 h 2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3" h="2667">
                  <a:moveTo>
                    <a:pt x="0" y="2667"/>
                  </a:moveTo>
                  <a:lnTo>
                    <a:pt x="827" y="1839"/>
                  </a:lnTo>
                  <a:lnTo>
                    <a:pt x="832" y="1341"/>
                  </a:lnTo>
                  <a:lnTo>
                    <a:pt x="1362" y="809"/>
                  </a:lnTo>
                  <a:lnTo>
                    <a:pt x="1530" y="804"/>
                  </a:lnTo>
                  <a:lnTo>
                    <a:pt x="1721" y="612"/>
                  </a:lnTo>
                  <a:lnTo>
                    <a:pt x="1723" y="548"/>
                  </a:lnTo>
                  <a:lnTo>
                    <a:pt x="1485" y="307"/>
                  </a:lnTo>
                  <a:lnTo>
                    <a:pt x="1487" y="71"/>
                  </a:lnTo>
                  <a:lnTo>
                    <a:pt x="155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0" name="Freeform 85"/>
            <p:cNvSpPr>
              <a:spLocks/>
            </p:cNvSpPr>
            <p:nvPr/>
          </p:nvSpPr>
          <p:spPr bwMode="auto">
            <a:xfrm>
              <a:off x="4419600" y="7813675"/>
              <a:ext cx="1579563" cy="2368550"/>
            </a:xfrm>
            <a:custGeom>
              <a:avLst/>
              <a:gdLst>
                <a:gd name="T0" fmla="*/ 0 w 995"/>
                <a:gd name="T1" fmla="*/ 1492 h 1492"/>
                <a:gd name="T2" fmla="*/ 839 w 995"/>
                <a:gd name="T3" fmla="*/ 651 h 1492"/>
                <a:gd name="T4" fmla="*/ 835 w 995"/>
                <a:gd name="T5" fmla="*/ 161 h 1492"/>
                <a:gd name="T6" fmla="*/ 995 w 995"/>
                <a:gd name="T7" fmla="*/ 0 h 1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5" h="1492">
                  <a:moveTo>
                    <a:pt x="0" y="1492"/>
                  </a:moveTo>
                  <a:lnTo>
                    <a:pt x="839" y="651"/>
                  </a:lnTo>
                  <a:lnTo>
                    <a:pt x="835" y="161"/>
                  </a:lnTo>
                  <a:lnTo>
                    <a:pt x="9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1" name="Freeform 86"/>
            <p:cNvSpPr>
              <a:spLocks/>
            </p:cNvSpPr>
            <p:nvPr/>
          </p:nvSpPr>
          <p:spPr bwMode="auto">
            <a:xfrm>
              <a:off x="4449762" y="7348537"/>
              <a:ext cx="2247900" cy="2863850"/>
            </a:xfrm>
            <a:custGeom>
              <a:avLst/>
              <a:gdLst>
                <a:gd name="T0" fmla="*/ 1220 w 1416"/>
                <a:gd name="T1" fmla="*/ 315 h 1804"/>
                <a:gd name="T2" fmla="*/ 1222 w 1416"/>
                <a:gd name="T3" fmla="*/ 194 h 1804"/>
                <a:gd name="T4" fmla="*/ 1416 w 1416"/>
                <a:gd name="T5" fmla="*/ 0 h 1804"/>
                <a:gd name="T6" fmla="*/ 1336 w 1416"/>
                <a:gd name="T7" fmla="*/ 0 h 1804"/>
                <a:gd name="T8" fmla="*/ 1102 w 1416"/>
                <a:gd name="T9" fmla="*/ 234 h 1804"/>
                <a:gd name="T10" fmla="*/ 1102 w 1416"/>
                <a:gd name="T11" fmla="*/ 383 h 1804"/>
                <a:gd name="T12" fmla="*/ 1052 w 1416"/>
                <a:gd name="T13" fmla="*/ 431 h 1804"/>
                <a:gd name="T14" fmla="*/ 960 w 1416"/>
                <a:gd name="T15" fmla="*/ 459 h 1804"/>
                <a:gd name="T16" fmla="*/ 863 w 1416"/>
                <a:gd name="T17" fmla="*/ 554 h 1804"/>
                <a:gd name="T18" fmla="*/ 860 w 1416"/>
                <a:gd name="T19" fmla="*/ 944 h 1804"/>
                <a:gd name="T20" fmla="*/ 0 w 1416"/>
                <a:gd name="T21" fmla="*/ 1804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6" h="1804">
                  <a:moveTo>
                    <a:pt x="1220" y="315"/>
                  </a:moveTo>
                  <a:lnTo>
                    <a:pt x="1222" y="194"/>
                  </a:lnTo>
                  <a:lnTo>
                    <a:pt x="1416" y="0"/>
                  </a:lnTo>
                  <a:lnTo>
                    <a:pt x="1336" y="0"/>
                  </a:lnTo>
                  <a:lnTo>
                    <a:pt x="1102" y="234"/>
                  </a:lnTo>
                  <a:lnTo>
                    <a:pt x="1102" y="383"/>
                  </a:lnTo>
                  <a:lnTo>
                    <a:pt x="1052" y="431"/>
                  </a:lnTo>
                  <a:lnTo>
                    <a:pt x="960" y="459"/>
                  </a:lnTo>
                  <a:lnTo>
                    <a:pt x="863" y="554"/>
                  </a:lnTo>
                  <a:lnTo>
                    <a:pt x="860" y="944"/>
                  </a:lnTo>
                  <a:lnTo>
                    <a:pt x="0" y="180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2" name="Freeform 87"/>
            <p:cNvSpPr>
              <a:spLocks/>
            </p:cNvSpPr>
            <p:nvPr/>
          </p:nvSpPr>
          <p:spPr bwMode="auto">
            <a:xfrm>
              <a:off x="5151437" y="8269287"/>
              <a:ext cx="1857375" cy="2644775"/>
            </a:xfrm>
            <a:custGeom>
              <a:avLst/>
              <a:gdLst>
                <a:gd name="T0" fmla="*/ 0 w 1170"/>
                <a:gd name="T1" fmla="*/ 1666 h 1666"/>
                <a:gd name="T2" fmla="*/ 723 w 1170"/>
                <a:gd name="T3" fmla="*/ 941 h 1666"/>
                <a:gd name="T4" fmla="*/ 728 w 1170"/>
                <a:gd name="T5" fmla="*/ 671 h 1666"/>
                <a:gd name="T6" fmla="*/ 1024 w 1170"/>
                <a:gd name="T7" fmla="*/ 375 h 1666"/>
                <a:gd name="T8" fmla="*/ 1024 w 1170"/>
                <a:gd name="T9" fmla="*/ 146 h 1666"/>
                <a:gd name="T10" fmla="*/ 1170 w 1170"/>
                <a:gd name="T11" fmla="*/ 0 h 1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0" h="1666">
                  <a:moveTo>
                    <a:pt x="0" y="1666"/>
                  </a:moveTo>
                  <a:lnTo>
                    <a:pt x="723" y="941"/>
                  </a:lnTo>
                  <a:lnTo>
                    <a:pt x="728" y="671"/>
                  </a:lnTo>
                  <a:lnTo>
                    <a:pt x="1024" y="375"/>
                  </a:lnTo>
                  <a:lnTo>
                    <a:pt x="1024" y="146"/>
                  </a:lnTo>
                  <a:lnTo>
                    <a:pt x="117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3" name="Freeform 88"/>
            <p:cNvSpPr>
              <a:spLocks/>
            </p:cNvSpPr>
            <p:nvPr/>
          </p:nvSpPr>
          <p:spPr bwMode="auto">
            <a:xfrm>
              <a:off x="4565650" y="8351837"/>
              <a:ext cx="1397000" cy="1978025"/>
            </a:xfrm>
            <a:custGeom>
              <a:avLst/>
              <a:gdLst>
                <a:gd name="T0" fmla="*/ 0 w 880"/>
                <a:gd name="T1" fmla="*/ 1246 h 1246"/>
                <a:gd name="T2" fmla="*/ 686 w 880"/>
                <a:gd name="T3" fmla="*/ 560 h 1246"/>
                <a:gd name="T4" fmla="*/ 681 w 880"/>
                <a:gd name="T5" fmla="*/ 498 h 1246"/>
                <a:gd name="T6" fmla="*/ 880 w 880"/>
                <a:gd name="T7" fmla="*/ 300 h 1246"/>
                <a:gd name="T8" fmla="*/ 877 w 880"/>
                <a:gd name="T9" fmla="*/ 0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0" h="1246">
                  <a:moveTo>
                    <a:pt x="0" y="1246"/>
                  </a:moveTo>
                  <a:lnTo>
                    <a:pt x="686" y="560"/>
                  </a:lnTo>
                  <a:lnTo>
                    <a:pt x="681" y="498"/>
                  </a:lnTo>
                  <a:lnTo>
                    <a:pt x="880" y="300"/>
                  </a:lnTo>
                  <a:lnTo>
                    <a:pt x="87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4" name="Freeform 89"/>
            <p:cNvSpPr>
              <a:spLocks/>
            </p:cNvSpPr>
            <p:nvPr/>
          </p:nvSpPr>
          <p:spPr bwMode="auto">
            <a:xfrm>
              <a:off x="4738687" y="6019800"/>
              <a:ext cx="2886075" cy="4478338"/>
            </a:xfrm>
            <a:custGeom>
              <a:avLst/>
              <a:gdLst>
                <a:gd name="T0" fmla="*/ 0 w 1818"/>
                <a:gd name="T1" fmla="*/ 2821 h 2821"/>
                <a:gd name="T2" fmla="*/ 735 w 1818"/>
                <a:gd name="T3" fmla="*/ 2086 h 2821"/>
                <a:gd name="T4" fmla="*/ 740 w 1818"/>
                <a:gd name="T5" fmla="*/ 2001 h 2821"/>
                <a:gd name="T6" fmla="*/ 943 w 1818"/>
                <a:gd name="T7" fmla="*/ 1797 h 2821"/>
                <a:gd name="T8" fmla="*/ 948 w 1818"/>
                <a:gd name="T9" fmla="*/ 1634 h 2821"/>
                <a:gd name="T10" fmla="*/ 1078 w 1818"/>
                <a:gd name="T11" fmla="*/ 1502 h 2821"/>
                <a:gd name="T12" fmla="*/ 1080 w 1818"/>
                <a:gd name="T13" fmla="*/ 1379 h 2821"/>
                <a:gd name="T14" fmla="*/ 1286 w 1818"/>
                <a:gd name="T15" fmla="*/ 1173 h 2821"/>
                <a:gd name="T16" fmla="*/ 1284 w 1818"/>
                <a:gd name="T17" fmla="*/ 908 h 2821"/>
                <a:gd name="T18" fmla="*/ 1593 w 1818"/>
                <a:gd name="T19" fmla="*/ 599 h 2821"/>
                <a:gd name="T20" fmla="*/ 1596 w 1818"/>
                <a:gd name="T21" fmla="*/ 450 h 2821"/>
                <a:gd name="T22" fmla="*/ 1655 w 1818"/>
                <a:gd name="T23" fmla="*/ 390 h 2821"/>
                <a:gd name="T24" fmla="*/ 1650 w 1818"/>
                <a:gd name="T25" fmla="*/ 166 h 2821"/>
                <a:gd name="T26" fmla="*/ 1818 w 1818"/>
                <a:gd name="T27" fmla="*/ 0 h 2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18" h="2821">
                  <a:moveTo>
                    <a:pt x="0" y="2821"/>
                  </a:moveTo>
                  <a:lnTo>
                    <a:pt x="735" y="2086"/>
                  </a:lnTo>
                  <a:lnTo>
                    <a:pt x="740" y="2001"/>
                  </a:lnTo>
                  <a:lnTo>
                    <a:pt x="943" y="1797"/>
                  </a:lnTo>
                  <a:lnTo>
                    <a:pt x="948" y="1634"/>
                  </a:lnTo>
                  <a:lnTo>
                    <a:pt x="1078" y="1502"/>
                  </a:lnTo>
                  <a:lnTo>
                    <a:pt x="1080" y="1379"/>
                  </a:lnTo>
                  <a:lnTo>
                    <a:pt x="1286" y="1173"/>
                  </a:lnTo>
                  <a:lnTo>
                    <a:pt x="1284" y="908"/>
                  </a:lnTo>
                  <a:lnTo>
                    <a:pt x="1593" y="599"/>
                  </a:lnTo>
                  <a:lnTo>
                    <a:pt x="1596" y="450"/>
                  </a:lnTo>
                  <a:lnTo>
                    <a:pt x="1655" y="390"/>
                  </a:lnTo>
                  <a:lnTo>
                    <a:pt x="1650" y="166"/>
                  </a:lnTo>
                  <a:lnTo>
                    <a:pt x="181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5" name="Freeform 90"/>
            <p:cNvSpPr>
              <a:spLocks/>
            </p:cNvSpPr>
            <p:nvPr/>
          </p:nvSpPr>
          <p:spPr bwMode="auto">
            <a:xfrm>
              <a:off x="4694237" y="5986462"/>
              <a:ext cx="2855913" cy="4470400"/>
            </a:xfrm>
            <a:custGeom>
              <a:avLst/>
              <a:gdLst>
                <a:gd name="T0" fmla="*/ 0 w 1799"/>
                <a:gd name="T1" fmla="*/ 2816 h 2816"/>
                <a:gd name="T2" fmla="*/ 728 w 1799"/>
                <a:gd name="T3" fmla="*/ 2090 h 2816"/>
                <a:gd name="T4" fmla="*/ 730 w 1799"/>
                <a:gd name="T5" fmla="*/ 2005 h 2816"/>
                <a:gd name="T6" fmla="*/ 933 w 1799"/>
                <a:gd name="T7" fmla="*/ 1802 h 2816"/>
                <a:gd name="T8" fmla="*/ 931 w 1799"/>
                <a:gd name="T9" fmla="*/ 1631 h 2816"/>
                <a:gd name="T10" fmla="*/ 1064 w 1799"/>
                <a:gd name="T11" fmla="*/ 1499 h 2816"/>
                <a:gd name="T12" fmla="*/ 1066 w 1799"/>
                <a:gd name="T13" fmla="*/ 1376 h 2816"/>
                <a:gd name="T14" fmla="*/ 1269 w 1799"/>
                <a:gd name="T15" fmla="*/ 1173 h 2816"/>
                <a:gd name="T16" fmla="*/ 1267 w 1799"/>
                <a:gd name="T17" fmla="*/ 908 h 2816"/>
                <a:gd name="T18" fmla="*/ 1579 w 1799"/>
                <a:gd name="T19" fmla="*/ 596 h 2816"/>
                <a:gd name="T20" fmla="*/ 1581 w 1799"/>
                <a:gd name="T21" fmla="*/ 447 h 2816"/>
                <a:gd name="T22" fmla="*/ 1638 w 1799"/>
                <a:gd name="T23" fmla="*/ 388 h 2816"/>
                <a:gd name="T24" fmla="*/ 1636 w 1799"/>
                <a:gd name="T25" fmla="*/ 166 h 2816"/>
                <a:gd name="T26" fmla="*/ 1799 w 1799"/>
                <a:gd name="T27" fmla="*/ 0 h 2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99" h="2816">
                  <a:moveTo>
                    <a:pt x="0" y="2816"/>
                  </a:moveTo>
                  <a:lnTo>
                    <a:pt x="728" y="2090"/>
                  </a:lnTo>
                  <a:lnTo>
                    <a:pt x="730" y="2005"/>
                  </a:lnTo>
                  <a:lnTo>
                    <a:pt x="933" y="1802"/>
                  </a:lnTo>
                  <a:lnTo>
                    <a:pt x="931" y="1631"/>
                  </a:lnTo>
                  <a:lnTo>
                    <a:pt x="1064" y="1499"/>
                  </a:lnTo>
                  <a:lnTo>
                    <a:pt x="1066" y="1376"/>
                  </a:lnTo>
                  <a:lnTo>
                    <a:pt x="1269" y="1173"/>
                  </a:lnTo>
                  <a:lnTo>
                    <a:pt x="1267" y="908"/>
                  </a:lnTo>
                  <a:lnTo>
                    <a:pt x="1579" y="596"/>
                  </a:lnTo>
                  <a:lnTo>
                    <a:pt x="1581" y="447"/>
                  </a:lnTo>
                  <a:lnTo>
                    <a:pt x="1638" y="388"/>
                  </a:lnTo>
                  <a:lnTo>
                    <a:pt x="1636" y="166"/>
                  </a:lnTo>
                  <a:lnTo>
                    <a:pt x="179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6" name="Freeform 91"/>
            <p:cNvSpPr>
              <a:spLocks/>
            </p:cNvSpPr>
            <p:nvPr/>
          </p:nvSpPr>
          <p:spPr bwMode="auto">
            <a:xfrm>
              <a:off x="384175" y="4872037"/>
              <a:ext cx="4797425" cy="1276350"/>
            </a:xfrm>
            <a:custGeom>
              <a:avLst/>
              <a:gdLst>
                <a:gd name="T0" fmla="*/ 0 w 3022"/>
                <a:gd name="T1" fmla="*/ 804 h 804"/>
                <a:gd name="T2" fmla="*/ 769 w 3022"/>
                <a:gd name="T3" fmla="*/ 35 h 804"/>
                <a:gd name="T4" fmla="*/ 1190 w 3022"/>
                <a:gd name="T5" fmla="*/ 33 h 804"/>
                <a:gd name="T6" fmla="*/ 1908 w 3022"/>
                <a:gd name="T7" fmla="*/ 752 h 804"/>
                <a:gd name="T8" fmla="*/ 2069 w 3022"/>
                <a:gd name="T9" fmla="*/ 754 h 804"/>
                <a:gd name="T10" fmla="*/ 2620 w 3022"/>
                <a:gd name="T11" fmla="*/ 201 h 804"/>
                <a:gd name="T12" fmla="*/ 2819 w 3022"/>
                <a:gd name="T13" fmla="*/ 203 h 804"/>
                <a:gd name="T14" fmla="*/ 3022 w 3022"/>
                <a:gd name="T15" fmla="*/ 0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22" h="804">
                  <a:moveTo>
                    <a:pt x="0" y="804"/>
                  </a:moveTo>
                  <a:lnTo>
                    <a:pt x="769" y="35"/>
                  </a:lnTo>
                  <a:lnTo>
                    <a:pt x="1190" y="33"/>
                  </a:lnTo>
                  <a:lnTo>
                    <a:pt x="1908" y="752"/>
                  </a:lnTo>
                  <a:lnTo>
                    <a:pt x="2069" y="754"/>
                  </a:lnTo>
                  <a:lnTo>
                    <a:pt x="2620" y="201"/>
                  </a:lnTo>
                  <a:lnTo>
                    <a:pt x="2819" y="203"/>
                  </a:lnTo>
                  <a:lnTo>
                    <a:pt x="302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7" name="Freeform 92"/>
            <p:cNvSpPr>
              <a:spLocks/>
            </p:cNvSpPr>
            <p:nvPr/>
          </p:nvSpPr>
          <p:spPr bwMode="auto">
            <a:xfrm>
              <a:off x="2468562" y="3197225"/>
              <a:ext cx="611188" cy="307975"/>
            </a:xfrm>
            <a:custGeom>
              <a:avLst/>
              <a:gdLst>
                <a:gd name="T0" fmla="*/ 0 w 385"/>
                <a:gd name="T1" fmla="*/ 0 h 194"/>
                <a:gd name="T2" fmla="*/ 144 w 385"/>
                <a:gd name="T3" fmla="*/ 5 h 194"/>
                <a:gd name="T4" fmla="*/ 333 w 385"/>
                <a:gd name="T5" fmla="*/ 194 h 194"/>
                <a:gd name="T6" fmla="*/ 385 w 385"/>
                <a:gd name="T7" fmla="*/ 19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5" h="194">
                  <a:moveTo>
                    <a:pt x="0" y="0"/>
                  </a:moveTo>
                  <a:lnTo>
                    <a:pt x="144" y="5"/>
                  </a:lnTo>
                  <a:lnTo>
                    <a:pt x="333" y="194"/>
                  </a:lnTo>
                  <a:lnTo>
                    <a:pt x="385" y="19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8" name="Freeform 93"/>
            <p:cNvSpPr>
              <a:spLocks/>
            </p:cNvSpPr>
            <p:nvPr/>
          </p:nvSpPr>
          <p:spPr bwMode="auto">
            <a:xfrm>
              <a:off x="-614363" y="3224212"/>
              <a:ext cx="4175125" cy="1928813"/>
            </a:xfrm>
            <a:custGeom>
              <a:avLst/>
              <a:gdLst>
                <a:gd name="T0" fmla="*/ 0 w 2630"/>
                <a:gd name="T1" fmla="*/ 1215 h 1215"/>
                <a:gd name="T2" fmla="*/ 1093 w 2630"/>
                <a:gd name="T3" fmla="*/ 123 h 1215"/>
                <a:gd name="T4" fmla="*/ 2088 w 2630"/>
                <a:gd name="T5" fmla="*/ 125 h 1215"/>
                <a:gd name="T6" fmla="*/ 2334 w 2630"/>
                <a:gd name="T7" fmla="*/ 371 h 1215"/>
                <a:gd name="T8" fmla="*/ 2377 w 2630"/>
                <a:gd name="T9" fmla="*/ 376 h 1215"/>
                <a:gd name="T10" fmla="*/ 2630 w 2630"/>
                <a:gd name="T11" fmla="*/ 123 h 1215"/>
                <a:gd name="T12" fmla="*/ 2630 w 2630"/>
                <a:gd name="T13" fmla="*/ 0 h 1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30" h="1215">
                  <a:moveTo>
                    <a:pt x="0" y="1215"/>
                  </a:moveTo>
                  <a:lnTo>
                    <a:pt x="1093" y="123"/>
                  </a:lnTo>
                  <a:lnTo>
                    <a:pt x="2088" y="125"/>
                  </a:lnTo>
                  <a:lnTo>
                    <a:pt x="2334" y="371"/>
                  </a:lnTo>
                  <a:lnTo>
                    <a:pt x="2377" y="376"/>
                  </a:lnTo>
                  <a:lnTo>
                    <a:pt x="2630" y="123"/>
                  </a:lnTo>
                  <a:lnTo>
                    <a:pt x="263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9" name="Freeform 94"/>
            <p:cNvSpPr>
              <a:spLocks/>
            </p:cNvSpPr>
            <p:nvPr/>
          </p:nvSpPr>
          <p:spPr bwMode="auto">
            <a:xfrm>
              <a:off x="-561975" y="3227387"/>
              <a:ext cx="4437063" cy="1974850"/>
            </a:xfrm>
            <a:custGeom>
              <a:avLst/>
              <a:gdLst>
                <a:gd name="T0" fmla="*/ 0 w 2795"/>
                <a:gd name="T1" fmla="*/ 1244 h 1244"/>
                <a:gd name="T2" fmla="*/ 1076 w 2795"/>
                <a:gd name="T3" fmla="*/ 168 h 1244"/>
                <a:gd name="T4" fmla="*/ 2039 w 2795"/>
                <a:gd name="T5" fmla="*/ 173 h 1244"/>
                <a:gd name="T6" fmla="*/ 2308 w 2795"/>
                <a:gd name="T7" fmla="*/ 443 h 1244"/>
                <a:gd name="T8" fmla="*/ 2360 w 2795"/>
                <a:gd name="T9" fmla="*/ 435 h 1244"/>
                <a:gd name="T10" fmla="*/ 2795 w 2795"/>
                <a:gd name="T11" fmla="*/ 0 h 1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95" h="1244">
                  <a:moveTo>
                    <a:pt x="0" y="1244"/>
                  </a:moveTo>
                  <a:lnTo>
                    <a:pt x="1076" y="168"/>
                  </a:lnTo>
                  <a:lnTo>
                    <a:pt x="2039" y="173"/>
                  </a:lnTo>
                  <a:lnTo>
                    <a:pt x="2308" y="443"/>
                  </a:lnTo>
                  <a:lnTo>
                    <a:pt x="2360" y="435"/>
                  </a:lnTo>
                  <a:lnTo>
                    <a:pt x="27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20" name="Freeform 95"/>
            <p:cNvSpPr>
              <a:spLocks/>
            </p:cNvSpPr>
            <p:nvPr/>
          </p:nvSpPr>
          <p:spPr bwMode="auto">
            <a:xfrm>
              <a:off x="-519113" y="3565525"/>
              <a:ext cx="4033838" cy="1677988"/>
            </a:xfrm>
            <a:custGeom>
              <a:avLst/>
              <a:gdLst>
                <a:gd name="T0" fmla="*/ 0 w 2541"/>
                <a:gd name="T1" fmla="*/ 1057 h 1057"/>
                <a:gd name="T2" fmla="*/ 1059 w 2541"/>
                <a:gd name="T3" fmla="*/ 0 h 1057"/>
                <a:gd name="T4" fmla="*/ 1995 w 2541"/>
                <a:gd name="T5" fmla="*/ 10 h 1057"/>
                <a:gd name="T6" fmla="*/ 2291 w 2541"/>
                <a:gd name="T7" fmla="*/ 305 h 1057"/>
                <a:gd name="T8" fmla="*/ 2361 w 2541"/>
                <a:gd name="T9" fmla="*/ 303 h 1057"/>
                <a:gd name="T10" fmla="*/ 2541 w 2541"/>
                <a:gd name="T11" fmla="*/ 121 h 1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41" h="1057">
                  <a:moveTo>
                    <a:pt x="0" y="1057"/>
                  </a:moveTo>
                  <a:lnTo>
                    <a:pt x="1059" y="0"/>
                  </a:lnTo>
                  <a:lnTo>
                    <a:pt x="1995" y="10"/>
                  </a:lnTo>
                  <a:lnTo>
                    <a:pt x="2291" y="305"/>
                  </a:lnTo>
                  <a:lnTo>
                    <a:pt x="2361" y="303"/>
                  </a:lnTo>
                  <a:lnTo>
                    <a:pt x="2541" y="121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21" name="Freeform 96"/>
            <p:cNvSpPr>
              <a:spLocks/>
            </p:cNvSpPr>
            <p:nvPr/>
          </p:nvSpPr>
          <p:spPr bwMode="auto">
            <a:xfrm>
              <a:off x="-463550" y="3622675"/>
              <a:ext cx="4286250" cy="1673225"/>
            </a:xfrm>
            <a:custGeom>
              <a:avLst/>
              <a:gdLst>
                <a:gd name="T0" fmla="*/ 0 w 2700"/>
                <a:gd name="T1" fmla="*/ 1054 h 1054"/>
                <a:gd name="T2" fmla="*/ 1043 w 2700"/>
                <a:gd name="T3" fmla="*/ 14 h 1054"/>
                <a:gd name="T4" fmla="*/ 1951 w 2700"/>
                <a:gd name="T5" fmla="*/ 19 h 1054"/>
                <a:gd name="T6" fmla="*/ 2270 w 2700"/>
                <a:gd name="T7" fmla="*/ 335 h 1054"/>
                <a:gd name="T8" fmla="*/ 2360 w 2700"/>
                <a:gd name="T9" fmla="*/ 340 h 1054"/>
                <a:gd name="T10" fmla="*/ 2700 w 2700"/>
                <a:gd name="T11" fmla="*/ 0 h 1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00" h="1054">
                  <a:moveTo>
                    <a:pt x="0" y="1054"/>
                  </a:moveTo>
                  <a:lnTo>
                    <a:pt x="1043" y="14"/>
                  </a:lnTo>
                  <a:lnTo>
                    <a:pt x="1951" y="19"/>
                  </a:lnTo>
                  <a:lnTo>
                    <a:pt x="2270" y="335"/>
                  </a:lnTo>
                  <a:lnTo>
                    <a:pt x="2360" y="340"/>
                  </a:lnTo>
                  <a:lnTo>
                    <a:pt x="270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22" name="Freeform 97"/>
            <p:cNvSpPr>
              <a:spLocks/>
            </p:cNvSpPr>
            <p:nvPr/>
          </p:nvSpPr>
          <p:spPr bwMode="auto">
            <a:xfrm>
              <a:off x="-422275" y="3711575"/>
              <a:ext cx="3851275" cy="1628775"/>
            </a:xfrm>
            <a:custGeom>
              <a:avLst/>
              <a:gdLst>
                <a:gd name="T0" fmla="*/ 0 w 2426"/>
                <a:gd name="T1" fmla="*/ 1026 h 1026"/>
                <a:gd name="T2" fmla="*/ 1026 w 2426"/>
                <a:gd name="T3" fmla="*/ 0 h 1026"/>
                <a:gd name="T4" fmla="*/ 1908 w 2426"/>
                <a:gd name="T5" fmla="*/ 12 h 1026"/>
                <a:gd name="T6" fmla="*/ 2251 w 2426"/>
                <a:gd name="T7" fmla="*/ 355 h 1026"/>
                <a:gd name="T8" fmla="*/ 2426 w 2426"/>
                <a:gd name="T9" fmla="*/ 353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6" h="1026">
                  <a:moveTo>
                    <a:pt x="0" y="1026"/>
                  </a:moveTo>
                  <a:lnTo>
                    <a:pt x="1026" y="0"/>
                  </a:lnTo>
                  <a:lnTo>
                    <a:pt x="1908" y="12"/>
                  </a:lnTo>
                  <a:lnTo>
                    <a:pt x="2251" y="355"/>
                  </a:lnTo>
                  <a:lnTo>
                    <a:pt x="2426" y="35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23" name="Freeform 98"/>
            <p:cNvSpPr>
              <a:spLocks/>
            </p:cNvSpPr>
            <p:nvPr/>
          </p:nvSpPr>
          <p:spPr bwMode="auto">
            <a:xfrm>
              <a:off x="-369888" y="3790950"/>
              <a:ext cx="4148138" cy="1603375"/>
            </a:xfrm>
            <a:custGeom>
              <a:avLst/>
              <a:gdLst>
                <a:gd name="T0" fmla="*/ 0 w 2613"/>
                <a:gd name="T1" fmla="*/ 1010 h 1010"/>
                <a:gd name="T2" fmla="*/ 1010 w 2613"/>
                <a:gd name="T3" fmla="*/ 0 h 1010"/>
                <a:gd name="T4" fmla="*/ 1866 w 2613"/>
                <a:gd name="T5" fmla="*/ 7 h 1010"/>
                <a:gd name="T6" fmla="*/ 2293 w 2613"/>
                <a:gd name="T7" fmla="*/ 435 h 1010"/>
                <a:gd name="T8" fmla="*/ 2513 w 2613"/>
                <a:gd name="T9" fmla="*/ 437 h 1010"/>
                <a:gd name="T10" fmla="*/ 2613 w 2613"/>
                <a:gd name="T11" fmla="*/ 338 h 1010"/>
                <a:gd name="T12" fmla="*/ 2610 w 2613"/>
                <a:gd name="T13" fmla="*/ 54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13" h="1010">
                  <a:moveTo>
                    <a:pt x="0" y="1010"/>
                  </a:moveTo>
                  <a:lnTo>
                    <a:pt x="1010" y="0"/>
                  </a:lnTo>
                  <a:lnTo>
                    <a:pt x="1866" y="7"/>
                  </a:lnTo>
                  <a:lnTo>
                    <a:pt x="2293" y="435"/>
                  </a:lnTo>
                  <a:lnTo>
                    <a:pt x="2513" y="437"/>
                  </a:lnTo>
                  <a:lnTo>
                    <a:pt x="2613" y="338"/>
                  </a:lnTo>
                  <a:lnTo>
                    <a:pt x="2610" y="5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24" name="Freeform 99"/>
            <p:cNvSpPr>
              <a:spLocks/>
            </p:cNvSpPr>
            <p:nvPr/>
          </p:nvSpPr>
          <p:spPr bwMode="auto">
            <a:xfrm>
              <a:off x="-317500" y="3810000"/>
              <a:ext cx="4437063" cy="1636713"/>
            </a:xfrm>
            <a:custGeom>
              <a:avLst/>
              <a:gdLst>
                <a:gd name="T0" fmla="*/ 0 w 2795"/>
                <a:gd name="T1" fmla="*/ 1031 h 1031"/>
                <a:gd name="T2" fmla="*/ 996 w 2795"/>
                <a:gd name="T3" fmla="*/ 38 h 1031"/>
                <a:gd name="T4" fmla="*/ 1816 w 2795"/>
                <a:gd name="T5" fmla="*/ 45 h 1031"/>
                <a:gd name="T6" fmla="*/ 2249 w 2795"/>
                <a:gd name="T7" fmla="*/ 475 h 1031"/>
                <a:gd name="T8" fmla="*/ 2480 w 2795"/>
                <a:gd name="T9" fmla="*/ 477 h 1031"/>
                <a:gd name="T10" fmla="*/ 2606 w 2795"/>
                <a:gd name="T11" fmla="*/ 352 h 1031"/>
                <a:gd name="T12" fmla="*/ 2608 w 2795"/>
                <a:gd name="T13" fmla="*/ 189 h 1031"/>
                <a:gd name="T14" fmla="*/ 2795 w 2795"/>
                <a:gd name="T15" fmla="*/ 0 h 1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95" h="1031">
                  <a:moveTo>
                    <a:pt x="0" y="1031"/>
                  </a:moveTo>
                  <a:lnTo>
                    <a:pt x="996" y="38"/>
                  </a:lnTo>
                  <a:lnTo>
                    <a:pt x="1816" y="45"/>
                  </a:lnTo>
                  <a:lnTo>
                    <a:pt x="2249" y="475"/>
                  </a:lnTo>
                  <a:lnTo>
                    <a:pt x="2480" y="477"/>
                  </a:lnTo>
                  <a:lnTo>
                    <a:pt x="2606" y="352"/>
                  </a:lnTo>
                  <a:lnTo>
                    <a:pt x="2608" y="189"/>
                  </a:lnTo>
                  <a:lnTo>
                    <a:pt x="27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25" name="Freeform 100"/>
            <p:cNvSpPr>
              <a:spLocks/>
            </p:cNvSpPr>
            <p:nvPr/>
          </p:nvSpPr>
          <p:spPr bwMode="auto">
            <a:xfrm>
              <a:off x="-230188" y="4035425"/>
              <a:ext cx="2195513" cy="1497013"/>
            </a:xfrm>
            <a:custGeom>
              <a:avLst/>
              <a:gdLst>
                <a:gd name="T0" fmla="*/ 0 w 1383"/>
                <a:gd name="T1" fmla="*/ 943 h 943"/>
                <a:gd name="T2" fmla="*/ 943 w 1383"/>
                <a:gd name="T3" fmla="*/ 0 h 943"/>
                <a:gd name="T4" fmla="*/ 1383 w 1383"/>
                <a:gd name="T5" fmla="*/ 0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3" h="943">
                  <a:moveTo>
                    <a:pt x="0" y="943"/>
                  </a:moveTo>
                  <a:lnTo>
                    <a:pt x="943" y="0"/>
                  </a:lnTo>
                  <a:lnTo>
                    <a:pt x="138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26" name="Freeform 101"/>
            <p:cNvSpPr>
              <a:spLocks/>
            </p:cNvSpPr>
            <p:nvPr/>
          </p:nvSpPr>
          <p:spPr bwMode="auto">
            <a:xfrm>
              <a:off x="-92075" y="4124325"/>
              <a:ext cx="3832225" cy="1543050"/>
            </a:xfrm>
            <a:custGeom>
              <a:avLst/>
              <a:gdLst>
                <a:gd name="T0" fmla="*/ 0 w 2414"/>
                <a:gd name="T1" fmla="*/ 972 h 972"/>
                <a:gd name="T2" fmla="*/ 962 w 2414"/>
                <a:gd name="T3" fmla="*/ 10 h 972"/>
                <a:gd name="T4" fmla="*/ 1669 w 2414"/>
                <a:gd name="T5" fmla="*/ 0 h 972"/>
                <a:gd name="T6" fmla="*/ 2156 w 2414"/>
                <a:gd name="T7" fmla="*/ 487 h 972"/>
                <a:gd name="T8" fmla="*/ 2315 w 2414"/>
                <a:gd name="T9" fmla="*/ 485 h 972"/>
                <a:gd name="T10" fmla="*/ 2414 w 2414"/>
                <a:gd name="T11" fmla="*/ 584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14" h="972">
                  <a:moveTo>
                    <a:pt x="0" y="972"/>
                  </a:moveTo>
                  <a:lnTo>
                    <a:pt x="962" y="10"/>
                  </a:lnTo>
                  <a:lnTo>
                    <a:pt x="1669" y="0"/>
                  </a:lnTo>
                  <a:lnTo>
                    <a:pt x="2156" y="487"/>
                  </a:lnTo>
                  <a:lnTo>
                    <a:pt x="2315" y="485"/>
                  </a:lnTo>
                  <a:lnTo>
                    <a:pt x="2414" y="58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27" name="Freeform 102"/>
            <p:cNvSpPr>
              <a:spLocks/>
            </p:cNvSpPr>
            <p:nvPr/>
          </p:nvSpPr>
          <p:spPr bwMode="auto">
            <a:xfrm>
              <a:off x="-61913" y="4214812"/>
              <a:ext cx="3378200" cy="1485900"/>
            </a:xfrm>
            <a:custGeom>
              <a:avLst/>
              <a:gdLst>
                <a:gd name="T0" fmla="*/ 0 w 2128"/>
                <a:gd name="T1" fmla="*/ 936 h 936"/>
                <a:gd name="T2" fmla="*/ 934 w 2128"/>
                <a:gd name="T3" fmla="*/ 3 h 936"/>
                <a:gd name="T4" fmla="*/ 1612 w 2128"/>
                <a:gd name="T5" fmla="*/ 0 h 936"/>
                <a:gd name="T6" fmla="*/ 2128 w 2128"/>
                <a:gd name="T7" fmla="*/ 516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8" h="936">
                  <a:moveTo>
                    <a:pt x="0" y="936"/>
                  </a:moveTo>
                  <a:lnTo>
                    <a:pt x="934" y="3"/>
                  </a:lnTo>
                  <a:lnTo>
                    <a:pt x="1612" y="0"/>
                  </a:lnTo>
                  <a:lnTo>
                    <a:pt x="2128" y="51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28" name="Freeform 103"/>
            <p:cNvSpPr>
              <a:spLocks/>
            </p:cNvSpPr>
            <p:nvPr/>
          </p:nvSpPr>
          <p:spPr bwMode="auto">
            <a:xfrm>
              <a:off x="-9525" y="4316412"/>
              <a:ext cx="3498850" cy="1436688"/>
            </a:xfrm>
            <a:custGeom>
              <a:avLst/>
              <a:gdLst>
                <a:gd name="T0" fmla="*/ 0 w 2204"/>
                <a:gd name="T1" fmla="*/ 905 h 905"/>
                <a:gd name="T2" fmla="*/ 898 w 2204"/>
                <a:gd name="T3" fmla="*/ 10 h 905"/>
                <a:gd name="T4" fmla="*/ 1551 w 2204"/>
                <a:gd name="T5" fmla="*/ 0 h 905"/>
                <a:gd name="T6" fmla="*/ 2085 w 2204"/>
                <a:gd name="T7" fmla="*/ 537 h 905"/>
                <a:gd name="T8" fmla="*/ 2204 w 2204"/>
                <a:gd name="T9" fmla="*/ 539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04" h="905">
                  <a:moveTo>
                    <a:pt x="0" y="905"/>
                  </a:moveTo>
                  <a:lnTo>
                    <a:pt x="898" y="10"/>
                  </a:lnTo>
                  <a:lnTo>
                    <a:pt x="1551" y="0"/>
                  </a:lnTo>
                  <a:lnTo>
                    <a:pt x="2085" y="537"/>
                  </a:lnTo>
                  <a:lnTo>
                    <a:pt x="2204" y="539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29" name="Freeform 104"/>
            <p:cNvSpPr>
              <a:spLocks/>
            </p:cNvSpPr>
            <p:nvPr/>
          </p:nvSpPr>
          <p:spPr bwMode="auto">
            <a:xfrm>
              <a:off x="-347663" y="4500562"/>
              <a:ext cx="4714875" cy="1824038"/>
            </a:xfrm>
            <a:custGeom>
              <a:avLst/>
              <a:gdLst>
                <a:gd name="T0" fmla="*/ 0 w 2970"/>
                <a:gd name="T1" fmla="*/ 1149 h 1149"/>
                <a:gd name="T2" fmla="*/ 1145 w 2970"/>
                <a:gd name="T3" fmla="*/ 5 h 1149"/>
                <a:gd name="T4" fmla="*/ 1743 w 2970"/>
                <a:gd name="T5" fmla="*/ 0 h 1149"/>
                <a:gd name="T6" fmla="*/ 2317 w 2970"/>
                <a:gd name="T7" fmla="*/ 572 h 1149"/>
                <a:gd name="T8" fmla="*/ 2528 w 2970"/>
                <a:gd name="T9" fmla="*/ 577 h 1149"/>
                <a:gd name="T10" fmla="*/ 2970 w 2970"/>
                <a:gd name="T11" fmla="*/ 135 h 1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70" h="1149">
                  <a:moveTo>
                    <a:pt x="0" y="1149"/>
                  </a:moveTo>
                  <a:lnTo>
                    <a:pt x="1145" y="5"/>
                  </a:lnTo>
                  <a:lnTo>
                    <a:pt x="1743" y="0"/>
                  </a:lnTo>
                  <a:lnTo>
                    <a:pt x="2317" y="572"/>
                  </a:lnTo>
                  <a:lnTo>
                    <a:pt x="2528" y="577"/>
                  </a:lnTo>
                  <a:lnTo>
                    <a:pt x="2970" y="13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0" name="Freeform 105"/>
            <p:cNvSpPr>
              <a:spLocks/>
            </p:cNvSpPr>
            <p:nvPr/>
          </p:nvSpPr>
          <p:spPr bwMode="auto">
            <a:xfrm>
              <a:off x="-234950" y="4545012"/>
              <a:ext cx="5251450" cy="1730375"/>
            </a:xfrm>
            <a:custGeom>
              <a:avLst/>
              <a:gdLst>
                <a:gd name="T0" fmla="*/ 0 w 3308"/>
                <a:gd name="T1" fmla="*/ 1090 h 1090"/>
                <a:gd name="T2" fmla="*/ 1085 w 3308"/>
                <a:gd name="T3" fmla="*/ 7 h 1090"/>
                <a:gd name="T4" fmla="*/ 1648 w 3308"/>
                <a:gd name="T5" fmla="*/ 0 h 1090"/>
                <a:gd name="T6" fmla="*/ 2246 w 3308"/>
                <a:gd name="T7" fmla="*/ 598 h 1090"/>
                <a:gd name="T8" fmla="*/ 2459 w 3308"/>
                <a:gd name="T9" fmla="*/ 598 h 1090"/>
                <a:gd name="T10" fmla="*/ 2870 w 3308"/>
                <a:gd name="T11" fmla="*/ 187 h 1090"/>
                <a:gd name="T12" fmla="*/ 3038 w 3308"/>
                <a:gd name="T13" fmla="*/ 192 h 1090"/>
                <a:gd name="T14" fmla="*/ 3194 w 3308"/>
                <a:gd name="T15" fmla="*/ 36 h 1090"/>
                <a:gd name="T16" fmla="*/ 3308 w 3308"/>
                <a:gd name="T17" fmla="*/ 38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08" h="1090">
                  <a:moveTo>
                    <a:pt x="0" y="1090"/>
                  </a:moveTo>
                  <a:lnTo>
                    <a:pt x="1085" y="7"/>
                  </a:lnTo>
                  <a:lnTo>
                    <a:pt x="1648" y="0"/>
                  </a:lnTo>
                  <a:lnTo>
                    <a:pt x="2246" y="598"/>
                  </a:lnTo>
                  <a:lnTo>
                    <a:pt x="2459" y="598"/>
                  </a:lnTo>
                  <a:lnTo>
                    <a:pt x="2870" y="187"/>
                  </a:lnTo>
                  <a:lnTo>
                    <a:pt x="3038" y="192"/>
                  </a:lnTo>
                  <a:lnTo>
                    <a:pt x="3194" y="36"/>
                  </a:lnTo>
                  <a:lnTo>
                    <a:pt x="3308" y="38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1" name="Freeform 106"/>
            <p:cNvSpPr>
              <a:spLocks/>
            </p:cNvSpPr>
            <p:nvPr/>
          </p:nvSpPr>
          <p:spPr bwMode="auto">
            <a:xfrm>
              <a:off x="-34925" y="4624387"/>
              <a:ext cx="4867275" cy="1538288"/>
            </a:xfrm>
            <a:custGeom>
              <a:avLst/>
              <a:gdLst>
                <a:gd name="T0" fmla="*/ 0 w 3066"/>
                <a:gd name="T1" fmla="*/ 969 h 969"/>
                <a:gd name="T2" fmla="*/ 969 w 3066"/>
                <a:gd name="T3" fmla="*/ 0 h 969"/>
                <a:gd name="T4" fmla="*/ 1506 w 3066"/>
                <a:gd name="T5" fmla="*/ 2 h 969"/>
                <a:gd name="T6" fmla="*/ 2130 w 3066"/>
                <a:gd name="T7" fmla="*/ 624 h 969"/>
                <a:gd name="T8" fmla="*/ 2354 w 3066"/>
                <a:gd name="T9" fmla="*/ 622 h 969"/>
                <a:gd name="T10" fmla="*/ 2773 w 3066"/>
                <a:gd name="T11" fmla="*/ 203 h 969"/>
                <a:gd name="T12" fmla="*/ 2953 w 3066"/>
                <a:gd name="T13" fmla="*/ 196 h 969"/>
                <a:gd name="T14" fmla="*/ 3066 w 3066"/>
                <a:gd name="T15" fmla="*/ 83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66" h="969">
                  <a:moveTo>
                    <a:pt x="0" y="969"/>
                  </a:moveTo>
                  <a:lnTo>
                    <a:pt x="969" y="0"/>
                  </a:lnTo>
                  <a:lnTo>
                    <a:pt x="1506" y="2"/>
                  </a:lnTo>
                  <a:lnTo>
                    <a:pt x="2130" y="624"/>
                  </a:lnTo>
                  <a:lnTo>
                    <a:pt x="2354" y="622"/>
                  </a:lnTo>
                  <a:lnTo>
                    <a:pt x="2773" y="203"/>
                  </a:lnTo>
                  <a:lnTo>
                    <a:pt x="2953" y="196"/>
                  </a:lnTo>
                  <a:lnTo>
                    <a:pt x="3066" y="8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2" name="Freeform 107"/>
            <p:cNvSpPr>
              <a:spLocks/>
            </p:cNvSpPr>
            <p:nvPr/>
          </p:nvSpPr>
          <p:spPr bwMode="auto">
            <a:xfrm>
              <a:off x="-133350" y="4545012"/>
              <a:ext cx="5411788" cy="1824038"/>
            </a:xfrm>
            <a:custGeom>
              <a:avLst/>
              <a:gdLst>
                <a:gd name="T0" fmla="*/ 0 w 3409"/>
                <a:gd name="T1" fmla="*/ 1149 h 1149"/>
                <a:gd name="T2" fmla="*/ 1050 w 3409"/>
                <a:gd name="T3" fmla="*/ 100 h 1149"/>
                <a:gd name="T4" fmla="*/ 1558 w 3409"/>
                <a:gd name="T5" fmla="*/ 95 h 1149"/>
                <a:gd name="T6" fmla="*/ 2206 w 3409"/>
                <a:gd name="T7" fmla="*/ 743 h 1149"/>
                <a:gd name="T8" fmla="*/ 2440 w 3409"/>
                <a:gd name="T9" fmla="*/ 743 h 1149"/>
                <a:gd name="T10" fmla="*/ 2880 w 3409"/>
                <a:gd name="T11" fmla="*/ 300 h 1149"/>
                <a:gd name="T12" fmla="*/ 3107 w 3409"/>
                <a:gd name="T13" fmla="*/ 303 h 1149"/>
                <a:gd name="T14" fmla="*/ 3409 w 3409"/>
                <a:gd name="T15" fmla="*/ 0 h 1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09" h="1149">
                  <a:moveTo>
                    <a:pt x="0" y="1149"/>
                  </a:moveTo>
                  <a:lnTo>
                    <a:pt x="1050" y="100"/>
                  </a:lnTo>
                  <a:lnTo>
                    <a:pt x="1558" y="95"/>
                  </a:lnTo>
                  <a:lnTo>
                    <a:pt x="2206" y="743"/>
                  </a:lnTo>
                  <a:lnTo>
                    <a:pt x="2440" y="743"/>
                  </a:lnTo>
                  <a:lnTo>
                    <a:pt x="2880" y="300"/>
                  </a:lnTo>
                  <a:lnTo>
                    <a:pt x="3107" y="303"/>
                  </a:lnTo>
                  <a:lnTo>
                    <a:pt x="340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3" name="Freeform 108"/>
            <p:cNvSpPr>
              <a:spLocks/>
            </p:cNvSpPr>
            <p:nvPr/>
          </p:nvSpPr>
          <p:spPr bwMode="auto">
            <a:xfrm>
              <a:off x="-268288" y="4732337"/>
              <a:ext cx="5675313" cy="1960563"/>
            </a:xfrm>
            <a:custGeom>
              <a:avLst/>
              <a:gdLst>
                <a:gd name="T0" fmla="*/ 0 w 3575"/>
                <a:gd name="T1" fmla="*/ 1235 h 1235"/>
                <a:gd name="T2" fmla="*/ 1161 w 3575"/>
                <a:gd name="T3" fmla="*/ 74 h 1235"/>
                <a:gd name="T4" fmla="*/ 1610 w 3575"/>
                <a:gd name="T5" fmla="*/ 79 h 1235"/>
                <a:gd name="T6" fmla="*/ 2305 w 3575"/>
                <a:gd name="T7" fmla="*/ 774 h 1235"/>
                <a:gd name="T8" fmla="*/ 2456 w 3575"/>
                <a:gd name="T9" fmla="*/ 771 h 1235"/>
                <a:gd name="T10" fmla="*/ 2996 w 3575"/>
                <a:gd name="T11" fmla="*/ 232 h 1235"/>
                <a:gd name="T12" fmla="*/ 3206 w 3575"/>
                <a:gd name="T13" fmla="*/ 237 h 1235"/>
                <a:gd name="T14" fmla="*/ 3442 w 3575"/>
                <a:gd name="T15" fmla="*/ 0 h 1235"/>
                <a:gd name="T16" fmla="*/ 3575 w 3575"/>
                <a:gd name="T17" fmla="*/ 0 h 1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75" h="1235">
                  <a:moveTo>
                    <a:pt x="0" y="1235"/>
                  </a:moveTo>
                  <a:lnTo>
                    <a:pt x="1161" y="74"/>
                  </a:lnTo>
                  <a:lnTo>
                    <a:pt x="1610" y="79"/>
                  </a:lnTo>
                  <a:lnTo>
                    <a:pt x="2305" y="774"/>
                  </a:lnTo>
                  <a:lnTo>
                    <a:pt x="2456" y="771"/>
                  </a:lnTo>
                  <a:lnTo>
                    <a:pt x="2996" y="232"/>
                  </a:lnTo>
                  <a:lnTo>
                    <a:pt x="3206" y="237"/>
                  </a:lnTo>
                  <a:lnTo>
                    <a:pt x="3442" y="0"/>
                  </a:lnTo>
                  <a:lnTo>
                    <a:pt x="357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4" name="Freeform 109"/>
            <p:cNvSpPr>
              <a:spLocks/>
            </p:cNvSpPr>
            <p:nvPr/>
          </p:nvSpPr>
          <p:spPr bwMode="auto">
            <a:xfrm>
              <a:off x="-414338" y="4924425"/>
              <a:ext cx="3824288" cy="2022475"/>
            </a:xfrm>
            <a:custGeom>
              <a:avLst/>
              <a:gdLst>
                <a:gd name="T0" fmla="*/ 0 w 2409"/>
                <a:gd name="T1" fmla="*/ 1274 h 1274"/>
                <a:gd name="T2" fmla="*/ 1272 w 2409"/>
                <a:gd name="T3" fmla="*/ 2 h 1274"/>
                <a:gd name="T4" fmla="*/ 1693 w 2409"/>
                <a:gd name="T5" fmla="*/ 0 h 1274"/>
                <a:gd name="T6" fmla="*/ 2409 w 2409"/>
                <a:gd name="T7" fmla="*/ 716 h 1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09" h="1274">
                  <a:moveTo>
                    <a:pt x="0" y="1274"/>
                  </a:moveTo>
                  <a:lnTo>
                    <a:pt x="1272" y="2"/>
                  </a:lnTo>
                  <a:lnTo>
                    <a:pt x="1693" y="0"/>
                  </a:lnTo>
                  <a:lnTo>
                    <a:pt x="2409" y="71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5" name="Freeform 110"/>
            <p:cNvSpPr>
              <a:spLocks/>
            </p:cNvSpPr>
            <p:nvPr/>
          </p:nvSpPr>
          <p:spPr bwMode="auto">
            <a:xfrm>
              <a:off x="4513262" y="7408862"/>
              <a:ext cx="935038" cy="1249363"/>
            </a:xfrm>
            <a:custGeom>
              <a:avLst/>
              <a:gdLst>
                <a:gd name="T0" fmla="*/ 0 w 589"/>
                <a:gd name="T1" fmla="*/ 787 h 787"/>
                <a:gd name="T2" fmla="*/ 2 w 589"/>
                <a:gd name="T3" fmla="*/ 693 h 787"/>
                <a:gd name="T4" fmla="*/ 419 w 589"/>
                <a:gd name="T5" fmla="*/ 277 h 787"/>
                <a:gd name="T6" fmla="*/ 419 w 589"/>
                <a:gd name="T7" fmla="*/ 170 h 787"/>
                <a:gd name="T8" fmla="*/ 589 w 589"/>
                <a:gd name="T9" fmla="*/ 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9" h="787">
                  <a:moveTo>
                    <a:pt x="0" y="787"/>
                  </a:moveTo>
                  <a:lnTo>
                    <a:pt x="2" y="693"/>
                  </a:lnTo>
                  <a:lnTo>
                    <a:pt x="419" y="277"/>
                  </a:lnTo>
                  <a:lnTo>
                    <a:pt x="419" y="170"/>
                  </a:lnTo>
                  <a:lnTo>
                    <a:pt x="58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6" name="Freeform 111"/>
            <p:cNvSpPr>
              <a:spLocks/>
            </p:cNvSpPr>
            <p:nvPr/>
          </p:nvSpPr>
          <p:spPr bwMode="auto">
            <a:xfrm>
              <a:off x="3567112" y="6624637"/>
              <a:ext cx="2274888" cy="2706688"/>
            </a:xfrm>
            <a:custGeom>
              <a:avLst/>
              <a:gdLst>
                <a:gd name="T0" fmla="*/ 0 w 1433"/>
                <a:gd name="T1" fmla="*/ 1705 h 1705"/>
                <a:gd name="T2" fmla="*/ 965 w 1433"/>
                <a:gd name="T3" fmla="*/ 742 h 1705"/>
                <a:gd name="T4" fmla="*/ 963 w 1433"/>
                <a:gd name="T5" fmla="*/ 610 h 1705"/>
                <a:gd name="T6" fmla="*/ 1145 w 1433"/>
                <a:gd name="T7" fmla="*/ 428 h 1705"/>
                <a:gd name="T8" fmla="*/ 1327 w 1433"/>
                <a:gd name="T9" fmla="*/ 433 h 1705"/>
                <a:gd name="T10" fmla="*/ 1433 w 1433"/>
                <a:gd name="T11" fmla="*/ 326 h 1705"/>
                <a:gd name="T12" fmla="*/ 1433 w 1433"/>
                <a:gd name="T13" fmla="*/ 147 h 1705"/>
                <a:gd name="T14" fmla="*/ 1286 w 1433"/>
                <a:gd name="T15" fmla="*/ 0 h 1705"/>
                <a:gd name="T16" fmla="*/ 1161 w 1433"/>
                <a:gd name="T17" fmla="*/ 7 h 1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33" h="1705">
                  <a:moveTo>
                    <a:pt x="0" y="1705"/>
                  </a:moveTo>
                  <a:lnTo>
                    <a:pt x="965" y="742"/>
                  </a:lnTo>
                  <a:lnTo>
                    <a:pt x="963" y="610"/>
                  </a:lnTo>
                  <a:lnTo>
                    <a:pt x="1145" y="428"/>
                  </a:lnTo>
                  <a:lnTo>
                    <a:pt x="1327" y="433"/>
                  </a:lnTo>
                  <a:lnTo>
                    <a:pt x="1433" y="326"/>
                  </a:lnTo>
                  <a:lnTo>
                    <a:pt x="1433" y="147"/>
                  </a:lnTo>
                  <a:lnTo>
                    <a:pt x="1286" y="0"/>
                  </a:lnTo>
                  <a:lnTo>
                    <a:pt x="1161" y="7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7" name="Freeform 112"/>
            <p:cNvSpPr>
              <a:spLocks/>
            </p:cNvSpPr>
            <p:nvPr/>
          </p:nvSpPr>
          <p:spPr bwMode="auto">
            <a:xfrm>
              <a:off x="3101975" y="6789737"/>
              <a:ext cx="2401888" cy="2517775"/>
            </a:xfrm>
            <a:custGeom>
              <a:avLst/>
              <a:gdLst>
                <a:gd name="T0" fmla="*/ 0 w 1513"/>
                <a:gd name="T1" fmla="*/ 1586 h 1586"/>
                <a:gd name="T2" fmla="*/ 939 w 1513"/>
                <a:gd name="T3" fmla="*/ 648 h 1586"/>
                <a:gd name="T4" fmla="*/ 1057 w 1513"/>
                <a:gd name="T5" fmla="*/ 653 h 1586"/>
                <a:gd name="T6" fmla="*/ 1513 w 1513"/>
                <a:gd name="T7" fmla="*/ 194 h 1586"/>
                <a:gd name="T8" fmla="*/ 1513 w 1513"/>
                <a:gd name="T9" fmla="*/ 0 h 1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3" h="1586">
                  <a:moveTo>
                    <a:pt x="0" y="1586"/>
                  </a:moveTo>
                  <a:lnTo>
                    <a:pt x="939" y="648"/>
                  </a:lnTo>
                  <a:lnTo>
                    <a:pt x="1057" y="653"/>
                  </a:lnTo>
                  <a:lnTo>
                    <a:pt x="1513" y="194"/>
                  </a:lnTo>
                  <a:lnTo>
                    <a:pt x="151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8" name="Freeform 113"/>
            <p:cNvSpPr>
              <a:spLocks/>
            </p:cNvSpPr>
            <p:nvPr/>
          </p:nvSpPr>
          <p:spPr bwMode="auto">
            <a:xfrm>
              <a:off x="2959100" y="5081587"/>
              <a:ext cx="3787775" cy="4241800"/>
            </a:xfrm>
            <a:custGeom>
              <a:avLst/>
              <a:gdLst>
                <a:gd name="T0" fmla="*/ 0 w 2386"/>
                <a:gd name="T1" fmla="*/ 2672 h 2672"/>
                <a:gd name="T2" fmla="*/ 989 w 2386"/>
                <a:gd name="T3" fmla="*/ 1684 h 2672"/>
                <a:gd name="T4" fmla="*/ 1133 w 2386"/>
                <a:gd name="T5" fmla="*/ 1688 h 2672"/>
                <a:gd name="T6" fmla="*/ 1556 w 2386"/>
                <a:gd name="T7" fmla="*/ 1265 h 2672"/>
                <a:gd name="T8" fmla="*/ 1563 w 2386"/>
                <a:gd name="T9" fmla="*/ 1173 h 2672"/>
                <a:gd name="T10" fmla="*/ 1405 w 2386"/>
                <a:gd name="T11" fmla="*/ 1017 h 2672"/>
                <a:gd name="T12" fmla="*/ 1407 w 2386"/>
                <a:gd name="T13" fmla="*/ 960 h 2672"/>
                <a:gd name="T14" fmla="*/ 1494 w 2386"/>
                <a:gd name="T15" fmla="*/ 873 h 2672"/>
                <a:gd name="T16" fmla="*/ 1596 w 2386"/>
                <a:gd name="T17" fmla="*/ 877 h 2672"/>
                <a:gd name="T18" fmla="*/ 1979 w 2386"/>
                <a:gd name="T19" fmla="*/ 494 h 2672"/>
                <a:gd name="T20" fmla="*/ 1977 w 2386"/>
                <a:gd name="T21" fmla="*/ 374 h 2672"/>
                <a:gd name="T22" fmla="*/ 2062 w 2386"/>
                <a:gd name="T23" fmla="*/ 291 h 2672"/>
                <a:gd name="T24" fmla="*/ 2067 w 2386"/>
                <a:gd name="T25" fmla="*/ 100 h 2672"/>
                <a:gd name="T26" fmla="*/ 2164 w 2386"/>
                <a:gd name="T27" fmla="*/ 0 h 2672"/>
                <a:gd name="T28" fmla="*/ 2386 w 2386"/>
                <a:gd name="T29" fmla="*/ 0 h 2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86" h="2672">
                  <a:moveTo>
                    <a:pt x="0" y="2672"/>
                  </a:moveTo>
                  <a:lnTo>
                    <a:pt x="989" y="1684"/>
                  </a:lnTo>
                  <a:lnTo>
                    <a:pt x="1133" y="1688"/>
                  </a:lnTo>
                  <a:lnTo>
                    <a:pt x="1556" y="1265"/>
                  </a:lnTo>
                  <a:lnTo>
                    <a:pt x="1563" y="1173"/>
                  </a:lnTo>
                  <a:lnTo>
                    <a:pt x="1405" y="1017"/>
                  </a:lnTo>
                  <a:lnTo>
                    <a:pt x="1407" y="960"/>
                  </a:lnTo>
                  <a:lnTo>
                    <a:pt x="1494" y="873"/>
                  </a:lnTo>
                  <a:lnTo>
                    <a:pt x="1596" y="877"/>
                  </a:lnTo>
                  <a:lnTo>
                    <a:pt x="1979" y="494"/>
                  </a:lnTo>
                  <a:lnTo>
                    <a:pt x="1977" y="374"/>
                  </a:lnTo>
                  <a:lnTo>
                    <a:pt x="2062" y="291"/>
                  </a:lnTo>
                  <a:lnTo>
                    <a:pt x="2067" y="100"/>
                  </a:lnTo>
                  <a:lnTo>
                    <a:pt x="2164" y="0"/>
                  </a:lnTo>
                  <a:lnTo>
                    <a:pt x="238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9" name="Freeform 114"/>
            <p:cNvSpPr>
              <a:spLocks/>
            </p:cNvSpPr>
            <p:nvPr/>
          </p:nvSpPr>
          <p:spPr bwMode="auto">
            <a:xfrm>
              <a:off x="2689225" y="6965950"/>
              <a:ext cx="2589213" cy="2481263"/>
            </a:xfrm>
            <a:custGeom>
              <a:avLst/>
              <a:gdLst>
                <a:gd name="T0" fmla="*/ 0 w 1631"/>
                <a:gd name="T1" fmla="*/ 1563 h 1563"/>
                <a:gd name="T2" fmla="*/ 1111 w 1631"/>
                <a:gd name="T3" fmla="*/ 452 h 1563"/>
                <a:gd name="T4" fmla="*/ 1279 w 1631"/>
                <a:gd name="T5" fmla="*/ 456 h 1563"/>
                <a:gd name="T6" fmla="*/ 1631 w 1631"/>
                <a:gd name="T7" fmla="*/ 107 h 1563"/>
                <a:gd name="T8" fmla="*/ 1629 w 1631"/>
                <a:gd name="T9" fmla="*/ 0 h 1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1" h="1563">
                  <a:moveTo>
                    <a:pt x="0" y="1563"/>
                  </a:moveTo>
                  <a:lnTo>
                    <a:pt x="1111" y="452"/>
                  </a:lnTo>
                  <a:lnTo>
                    <a:pt x="1279" y="456"/>
                  </a:lnTo>
                  <a:lnTo>
                    <a:pt x="1631" y="107"/>
                  </a:lnTo>
                  <a:lnTo>
                    <a:pt x="162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40" name="Freeform 115"/>
            <p:cNvSpPr>
              <a:spLocks/>
            </p:cNvSpPr>
            <p:nvPr/>
          </p:nvSpPr>
          <p:spPr bwMode="auto">
            <a:xfrm>
              <a:off x="7035800" y="-36513"/>
              <a:ext cx="5276850" cy="6127750"/>
            </a:xfrm>
            <a:custGeom>
              <a:avLst/>
              <a:gdLst>
                <a:gd name="T0" fmla="*/ 0 w 3324"/>
                <a:gd name="T1" fmla="*/ 3860 h 3860"/>
                <a:gd name="T2" fmla="*/ 0 w 3324"/>
                <a:gd name="T3" fmla="*/ 3678 h 3860"/>
                <a:gd name="T4" fmla="*/ 45 w 3324"/>
                <a:gd name="T5" fmla="*/ 3633 h 3860"/>
                <a:gd name="T6" fmla="*/ 42 w 3324"/>
                <a:gd name="T7" fmla="*/ 3343 h 3860"/>
                <a:gd name="T8" fmla="*/ 156 w 3324"/>
                <a:gd name="T9" fmla="*/ 3229 h 3860"/>
                <a:gd name="T10" fmla="*/ 461 w 3324"/>
                <a:gd name="T11" fmla="*/ 3229 h 3860"/>
                <a:gd name="T12" fmla="*/ 782 w 3324"/>
                <a:gd name="T13" fmla="*/ 2910 h 3860"/>
                <a:gd name="T14" fmla="*/ 882 w 3324"/>
                <a:gd name="T15" fmla="*/ 2915 h 3860"/>
                <a:gd name="T16" fmla="*/ 1132 w 3324"/>
                <a:gd name="T17" fmla="*/ 2664 h 3860"/>
                <a:gd name="T18" fmla="*/ 1135 w 3324"/>
                <a:gd name="T19" fmla="*/ 2189 h 3860"/>
                <a:gd name="T20" fmla="*/ 3324 w 3324"/>
                <a:gd name="T21" fmla="*/ 0 h 3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24" h="3860">
                  <a:moveTo>
                    <a:pt x="0" y="3860"/>
                  </a:moveTo>
                  <a:lnTo>
                    <a:pt x="0" y="3678"/>
                  </a:lnTo>
                  <a:lnTo>
                    <a:pt x="45" y="3633"/>
                  </a:lnTo>
                  <a:lnTo>
                    <a:pt x="42" y="3343"/>
                  </a:lnTo>
                  <a:lnTo>
                    <a:pt x="156" y="3229"/>
                  </a:lnTo>
                  <a:lnTo>
                    <a:pt x="461" y="3229"/>
                  </a:lnTo>
                  <a:lnTo>
                    <a:pt x="782" y="2910"/>
                  </a:lnTo>
                  <a:lnTo>
                    <a:pt x="882" y="2915"/>
                  </a:lnTo>
                  <a:lnTo>
                    <a:pt x="1132" y="2664"/>
                  </a:lnTo>
                  <a:lnTo>
                    <a:pt x="1135" y="2189"/>
                  </a:lnTo>
                  <a:lnTo>
                    <a:pt x="332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41" name="Freeform 116"/>
            <p:cNvSpPr>
              <a:spLocks/>
            </p:cNvSpPr>
            <p:nvPr/>
          </p:nvSpPr>
          <p:spPr bwMode="auto">
            <a:xfrm>
              <a:off x="7167562" y="923925"/>
              <a:ext cx="4413250" cy="4864100"/>
            </a:xfrm>
            <a:custGeom>
              <a:avLst/>
              <a:gdLst>
                <a:gd name="T0" fmla="*/ 2 w 2780"/>
                <a:gd name="T1" fmla="*/ 3064 h 3064"/>
                <a:gd name="T2" fmla="*/ 0 w 2780"/>
                <a:gd name="T3" fmla="*/ 2775 h 3064"/>
                <a:gd name="T4" fmla="*/ 113 w 2780"/>
                <a:gd name="T5" fmla="*/ 2662 h 3064"/>
                <a:gd name="T6" fmla="*/ 418 w 2780"/>
                <a:gd name="T7" fmla="*/ 2664 h 3064"/>
                <a:gd name="T8" fmla="*/ 740 w 2780"/>
                <a:gd name="T9" fmla="*/ 2345 h 3064"/>
                <a:gd name="T10" fmla="*/ 841 w 2780"/>
                <a:gd name="T11" fmla="*/ 2350 h 3064"/>
                <a:gd name="T12" fmla="*/ 1094 w 2780"/>
                <a:gd name="T13" fmla="*/ 2099 h 3064"/>
                <a:gd name="T14" fmla="*/ 1094 w 2780"/>
                <a:gd name="T15" fmla="*/ 1685 h 3064"/>
                <a:gd name="T16" fmla="*/ 2780 w 2780"/>
                <a:gd name="T17" fmla="*/ 0 h 3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80" h="3064">
                  <a:moveTo>
                    <a:pt x="2" y="3064"/>
                  </a:moveTo>
                  <a:lnTo>
                    <a:pt x="0" y="2775"/>
                  </a:lnTo>
                  <a:lnTo>
                    <a:pt x="113" y="2662"/>
                  </a:lnTo>
                  <a:lnTo>
                    <a:pt x="418" y="2664"/>
                  </a:lnTo>
                  <a:lnTo>
                    <a:pt x="740" y="2345"/>
                  </a:lnTo>
                  <a:lnTo>
                    <a:pt x="841" y="2350"/>
                  </a:lnTo>
                  <a:lnTo>
                    <a:pt x="1094" y="2099"/>
                  </a:lnTo>
                  <a:lnTo>
                    <a:pt x="1094" y="1685"/>
                  </a:lnTo>
                  <a:lnTo>
                    <a:pt x="278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42" name="Freeform 117"/>
            <p:cNvSpPr>
              <a:spLocks/>
            </p:cNvSpPr>
            <p:nvPr/>
          </p:nvSpPr>
          <p:spPr bwMode="auto">
            <a:xfrm>
              <a:off x="7321550" y="1114425"/>
              <a:ext cx="4292600" cy="4538663"/>
            </a:xfrm>
            <a:custGeom>
              <a:avLst/>
              <a:gdLst>
                <a:gd name="T0" fmla="*/ 0 w 2704"/>
                <a:gd name="T1" fmla="*/ 2859 h 2859"/>
                <a:gd name="T2" fmla="*/ 0 w 2704"/>
                <a:gd name="T3" fmla="*/ 2733 h 2859"/>
                <a:gd name="T4" fmla="*/ 92 w 2704"/>
                <a:gd name="T5" fmla="*/ 2639 h 2859"/>
                <a:gd name="T6" fmla="*/ 309 w 2704"/>
                <a:gd name="T7" fmla="*/ 2636 h 2859"/>
                <a:gd name="T8" fmla="*/ 683 w 2704"/>
                <a:gd name="T9" fmla="*/ 2265 h 2859"/>
                <a:gd name="T10" fmla="*/ 785 w 2704"/>
                <a:gd name="T11" fmla="*/ 2270 h 2859"/>
                <a:gd name="T12" fmla="*/ 1035 w 2704"/>
                <a:gd name="T13" fmla="*/ 2019 h 2859"/>
                <a:gd name="T14" fmla="*/ 1035 w 2704"/>
                <a:gd name="T15" fmla="*/ 1670 h 2859"/>
                <a:gd name="T16" fmla="*/ 2704 w 2704"/>
                <a:gd name="T17" fmla="*/ 0 h 2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04" h="2859">
                  <a:moveTo>
                    <a:pt x="0" y="2859"/>
                  </a:moveTo>
                  <a:lnTo>
                    <a:pt x="0" y="2733"/>
                  </a:lnTo>
                  <a:lnTo>
                    <a:pt x="92" y="2639"/>
                  </a:lnTo>
                  <a:lnTo>
                    <a:pt x="309" y="2636"/>
                  </a:lnTo>
                  <a:lnTo>
                    <a:pt x="683" y="2265"/>
                  </a:lnTo>
                  <a:lnTo>
                    <a:pt x="785" y="2270"/>
                  </a:lnTo>
                  <a:lnTo>
                    <a:pt x="1035" y="2019"/>
                  </a:lnTo>
                  <a:lnTo>
                    <a:pt x="1035" y="1670"/>
                  </a:lnTo>
                  <a:lnTo>
                    <a:pt x="270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43" name="Freeform 118"/>
            <p:cNvSpPr>
              <a:spLocks/>
            </p:cNvSpPr>
            <p:nvPr/>
          </p:nvSpPr>
          <p:spPr bwMode="auto">
            <a:xfrm>
              <a:off x="6926262" y="1722437"/>
              <a:ext cx="4781550" cy="4549775"/>
            </a:xfrm>
            <a:custGeom>
              <a:avLst/>
              <a:gdLst>
                <a:gd name="T0" fmla="*/ 0 w 3012"/>
                <a:gd name="T1" fmla="*/ 2866 h 2866"/>
                <a:gd name="T2" fmla="*/ 137 w 3012"/>
                <a:gd name="T3" fmla="*/ 2861 h 2866"/>
                <a:gd name="T4" fmla="*/ 253 w 3012"/>
                <a:gd name="T5" fmla="*/ 2745 h 2866"/>
                <a:gd name="T6" fmla="*/ 256 w 3012"/>
                <a:gd name="T7" fmla="*/ 2584 h 2866"/>
                <a:gd name="T8" fmla="*/ 502 w 3012"/>
                <a:gd name="T9" fmla="*/ 2336 h 2866"/>
                <a:gd name="T10" fmla="*/ 620 w 3012"/>
                <a:gd name="T11" fmla="*/ 2341 h 2866"/>
                <a:gd name="T12" fmla="*/ 799 w 3012"/>
                <a:gd name="T13" fmla="*/ 2161 h 2866"/>
                <a:gd name="T14" fmla="*/ 856 w 3012"/>
                <a:gd name="T15" fmla="*/ 2156 h 2866"/>
                <a:gd name="T16" fmla="*/ 3012 w 3012"/>
                <a:gd name="T17" fmla="*/ 0 h 2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12" h="2866">
                  <a:moveTo>
                    <a:pt x="0" y="2866"/>
                  </a:moveTo>
                  <a:lnTo>
                    <a:pt x="137" y="2861"/>
                  </a:lnTo>
                  <a:lnTo>
                    <a:pt x="253" y="2745"/>
                  </a:lnTo>
                  <a:lnTo>
                    <a:pt x="256" y="2584"/>
                  </a:lnTo>
                  <a:lnTo>
                    <a:pt x="502" y="2336"/>
                  </a:lnTo>
                  <a:lnTo>
                    <a:pt x="620" y="2341"/>
                  </a:lnTo>
                  <a:lnTo>
                    <a:pt x="799" y="2161"/>
                  </a:lnTo>
                  <a:lnTo>
                    <a:pt x="856" y="2156"/>
                  </a:lnTo>
                  <a:lnTo>
                    <a:pt x="301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44" name="Freeform 119"/>
            <p:cNvSpPr>
              <a:spLocks/>
            </p:cNvSpPr>
            <p:nvPr/>
          </p:nvSpPr>
          <p:spPr bwMode="auto">
            <a:xfrm>
              <a:off x="7561262" y="4714875"/>
              <a:ext cx="1411288" cy="1050925"/>
            </a:xfrm>
            <a:custGeom>
              <a:avLst/>
              <a:gdLst>
                <a:gd name="T0" fmla="*/ 889 w 889"/>
                <a:gd name="T1" fmla="*/ 0 h 662"/>
                <a:gd name="T2" fmla="*/ 527 w 889"/>
                <a:gd name="T3" fmla="*/ 361 h 662"/>
                <a:gd name="T4" fmla="*/ 423 w 889"/>
                <a:gd name="T5" fmla="*/ 359 h 662"/>
                <a:gd name="T6" fmla="*/ 236 w 889"/>
                <a:gd name="T7" fmla="*/ 546 h 662"/>
                <a:gd name="T8" fmla="*/ 111 w 889"/>
                <a:gd name="T9" fmla="*/ 550 h 662"/>
                <a:gd name="T10" fmla="*/ 0 w 889"/>
                <a:gd name="T11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9" h="662">
                  <a:moveTo>
                    <a:pt x="889" y="0"/>
                  </a:moveTo>
                  <a:lnTo>
                    <a:pt x="527" y="361"/>
                  </a:lnTo>
                  <a:lnTo>
                    <a:pt x="423" y="359"/>
                  </a:lnTo>
                  <a:lnTo>
                    <a:pt x="236" y="546"/>
                  </a:lnTo>
                  <a:lnTo>
                    <a:pt x="111" y="550"/>
                  </a:lnTo>
                  <a:lnTo>
                    <a:pt x="0" y="66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45" name="Freeform 120"/>
            <p:cNvSpPr>
              <a:spLocks/>
            </p:cNvSpPr>
            <p:nvPr/>
          </p:nvSpPr>
          <p:spPr bwMode="auto">
            <a:xfrm>
              <a:off x="3470275" y="5180012"/>
              <a:ext cx="2682875" cy="3163888"/>
            </a:xfrm>
            <a:custGeom>
              <a:avLst/>
              <a:gdLst>
                <a:gd name="T0" fmla="*/ 1688 w 1690"/>
                <a:gd name="T1" fmla="*/ 0 h 1993"/>
                <a:gd name="T2" fmla="*/ 1690 w 1690"/>
                <a:gd name="T3" fmla="*/ 198 h 1993"/>
                <a:gd name="T4" fmla="*/ 1603 w 1690"/>
                <a:gd name="T5" fmla="*/ 286 h 1993"/>
                <a:gd name="T6" fmla="*/ 1596 w 1690"/>
                <a:gd name="T7" fmla="*/ 414 h 1993"/>
                <a:gd name="T8" fmla="*/ 1241 w 1690"/>
                <a:gd name="T9" fmla="*/ 766 h 1993"/>
                <a:gd name="T10" fmla="*/ 1149 w 1690"/>
                <a:gd name="T11" fmla="*/ 768 h 1993"/>
                <a:gd name="T12" fmla="*/ 825 w 1690"/>
                <a:gd name="T13" fmla="*/ 1090 h 1993"/>
                <a:gd name="T14" fmla="*/ 707 w 1690"/>
                <a:gd name="T15" fmla="*/ 1087 h 1993"/>
                <a:gd name="T16" fmla="*/ 286 w 1690"/>
                <a:gd name="T17" fmla="*/ 1508 h 1993"/>
                <a:gd name="T18" fmla="*/ 222 w 1690"/>
                <a:gd name="T19" fmla="*/ 1506 h 1993"/>
                <a:gd name="T20" fmla="*/ 68 w 1690"/>
                <a:gd name="T21" fmla="*/ 1659 h 1993"/>
                <a:gd name="T22" fmla="*/ 73 w 1690"/>
                <a:gd name="T23" fmla="*/ 1856 h 1993"/>
                <a:gd name="T24" fmla="*/ 0 w 1690"/>
                <a:gd name="T25" fmla="*/ 1927 h 1993"/>
                <a:gd name="T26" fmla="*/ 0 w 1690"/>
                <a:gd name="T27" fmla="*/ 1993 h 1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90" h="1993">
                  <a:moveTo>
                    <a:pt x="1688" y="0"/>
                  </a:moveTo>
                  <a:lnTo>
                    <a:pt x="1690" y="198"/>
                  </a:lnTo>
                  <a:lnTo>
                    <a:pt x="1603" y="286"/>
                  </a:lnTo>
                  <a:lnTo>
                    <a:pt x="1596" y="414"/>
                  </a:lnTo>
                  <a:lnTo>
                    <a:pt x="1241" y="766"/>
                  </a:lnTo>
                  <a:lnTo>
                    <a:pt x="1149" y="768"/>
                  </a:lnTo>
                  <a:lnTo>
                    <a:pt x="825" y="1090"/>
                  </a:lnTo>
                  <a:lnTo>
                    <a:pt x="707" y="1087"/>
                  </a:lnTo>
                  <a:lnTo>
                    <a:pt x="286" y="1508"/>
                  </a:lnTo>
                  <a:lnTo>
                    <a:pt x="222" y="1506"/>
                  </a:lnTo>
                  <a:lnTo>
                    <a:pt x="68" y="1659"/>
                  </a:lnTo>
                  <a:lnTo>
                    <a:pt x="73" y="1856"/>
                  </a:lnTo>
                  <a:lnTo>
                    <a:pt x="0" y="1927"/>
                  </a:lnTo>
                  <a:lnTo>
                    <a:pt x="0" y="199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46" name="Freeform 121"/>
            <p:cNvSpPr>
              <a:spLocks/>
            </p:cNvSpPr>
            <p:nvPr/>
          </p:nvSpPr>
          <p:spPr bwMode="auto">
            <a:xfrm>
              <a:off x="3154362" y="5130800"/>
              <a:ext cx="2957513" cy="3321050"/>
            </a:xfrm>
            <a:custGeom>
              <a:avLst/>
              <a:gdLst>
                <a:gd name="T0" fmla="*/ 1859 w 1863"/>
                <a:gd name="T1" fmla="*/ 0 h 2092"/>
                <a:gd name="T2" fmla="*/ 1863 w 1863"/>
                <a:gd name="T3" fmla="*/ 203 h 2092"/>
                <a:gd name="T4" fmla="*/ 1776 w 1863"/>
                <a:gd name="T5" fmla="*/ 291 h 2092"/>
                <a:gd name="T6" fmla="*/ 1769 w 1863"/>
                <a:gd name="T7" fmla="*/ 416 h 2092"/>
                <a:gd name="T8" fmla="*/ 1414 w 1863"/>
                <a:gd name="T9" fmla="*/ 771 h 2092"/>
                <a:gd name="T10" fmla="*/ 1315 w 1863"/>
                <a:gd name="T11" fmla="*/ 764 h 2092"/>
                <a:gd name="T12" fmla="*/ 991 w 1863"/>
                <a:gd name="T13" fmla="*/ 1088 h 2092"/>
                <a:gd name="T14" fmla="*/ 873 w 1863"/>
                <a:gd name="T15" fmla="*/ 1085 h 2092"/>
                <a:gd name="T16" fmla="*/ 452 w 1863"/>
                <a:gd name="T17" fmla="*/ 1506 h 2092"/>
                <a:gd name="T18" fmla="*/ 388 w 1863"/>
                <a:gd name="T19" fmla="*/ 1504 h 2092"/>
                <a:gd name="T20" fmla="*/ 234 w 1863"/>
                <a:gd name="T21" fmla="*/ 1657 h 2092"/>
                <a:gd name="T22" fmla="*/ 239 w 1863"/>
                <a:gd name="T23" fmla="*/ 1854 h 2092"/>
                <a:gd name="T24" fmla="*/ 0 w 1863"/>
                <a:gd name="T25" fmla="*/ 2092 h 2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63" h="2092">
                  <a:moveTo>
                    <a:pt x="1859" y="0"/>
                  </a:moveTo>
                  <a:lnTo>
                    <a:pt x="1863" y="203"/>
                  </a:lnTo>
                  <a:lnTo>
                    <a:pt x="1776" y="291"/>
                  </a:lnTo>
                  <a:lnTo>
                    <a:pt x="1769" y="416"/>
                  </a:lnTo>
                  <a:lnTo>
                    <a:pt x="1414" y="771"/>
                  </a:lnTo>
                  <a:lnTo>
                    <a:pt x="1315" y="764"/>
                  </a:lnTo>
                  <a:lnTo>
                    <a:pt x="991" y="1088"/>
                  </a:lnTo>
                  <a:lnTo>
                    <a:pt x="873" y="1085"/>
                  </a:lnTo>
                  <a:lnTo>
                    <a:pt x="452" y="1506"/>
                  </a:lnTo>
                  <a:lnTo>
                    <a:pt x="388" y="1504"/>
                  </a:lnTo>
                  <a:lnTo>
                    <a:pt x="234" y="1657"/>
                  </a:lnTo>
                  <a:lnTo>
                    <a:pt x="239" y="1854"/>
                  </a:lnTo>
                  <a:lnTo>
                    <a:pt x="0" y="209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47" name="Freeform 122"/>
            <p:cNvSpPr>
              <a:spLocks/>
            </p:cNvSpPr>
            <p:nvPr/>
          </p:nvSpPr>
          <p:spPr bwMode="auto">
            <a:xfrm>
              <a:off x="1528762" y="5394325"/>
              <a:ext cx="4429125" cy="3917950"/>
            </a:xfrm>
            <a:custGeom>
              <a:avLst/>
              <a:gdLst>
                <a:gd name="T0" fmla="*/ 0 w 2790"/>
                <a:gd name="T1" fmla="*/ 2468 h 2468"/>
                <a:gd name="T2" fmla="*/ 1301 w 2790"/>
                <a:gd name="T3" fmla="*/ 1167 h 2468"/>
                <a:gd name="T4" fmla="*/ 1395 w 2790"/>
                <a:gd name="T5" fmla="*/ 1167 h 2468"/>
                <a:gd name="T6" fmla="*/ 1615 w 2790"/>
                <a:gd name="T7" fmla="*/ 945 h 2468"/>
                <a:gd name="T8" fmla="*/ 1759 w 2790"/>
                <a:gd name="T9" fmla="*/ 950 h 2468"/>
                <a:gd name="T10" fmla="*/ 1894 w 2790"/>
                <a:gd name="T11" fmla="*/ 813 h 2468"/>
                <a:gd name="T12" fmla="*/ 2003 w 2790"/>
                <a:gd name="T13" fmla="*/ 813 h 2468"/>
                <a:gd name="T14" fmla="*/ 2329 w 2790"/>
                <a:gd name="T15" fmla="*/ 487 h 2468"/>
                <a:gd name="T16" fmla="*/ 2448 w 2790"/>
                <a:gd name="T17" fmla="*/ 489 h 2468"/>
                <a:gd name="T18" fmla="*/ 2686 w 2790"/>
                <a:gd name="T19" fmla="*/ 248 h 2468"/>
                <a:gd name="T20" fmla="*/ 2684 w 2790"/>
                <a:gd name="T21" fmla="*/ 106 h 2468"/>
                <a:gd name="T22" fmla="*/ 2790 w 2790"/>
                <a:gd name="T23" fmla="*/ 0 h 2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90" h="2468">
                  <a:moveTo>
                    <a:pt x="0" y="2468"/>
                  </a:moveTo>
                  <a:lnTo>
                    <a:pt x="1301" y="1167"/>
                  </a:lnTo>
                  <a:lnTo>
                    <a:pt x="1395" y="1167"/>
                  </a:lnTo>
                  <a:lnTo>
                    <a:pt x="1615" y="945"/>
                  </a:lnTo>
                  <a:lnTo>
                    <a:pt x="1759" y="950"/>
                  </a:lnTo>
                  <a:lnTo>
                    <a:pt x="1894" y="813"/>
                  </a:lnTo>
                  <a:lnTo>
                    <a:pt x="2003" y="813"/>
                  </a:lnTo>
                  <a:lnTo>
                    <a:pt x="2329" y="487"/>
                  </a:lnTo>
                  <a:lnTo>
                    <a:pt x="2448" y="489"/>
                  </a:lnTo>
                  <a:lnTo>
                    <a:pt x="2686" y="248"/>
                  </a:lnTo>
                  <a:lnTo>
                    <a:pt x="2684" y="106"/>
                  </a:lnTo>
                  <a:lnTo>
                    <a:pt x="279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48" name="Freeform 123"/>
            <p:cNvSpPr>
              <a:spLocks/>
            </p:cNvSpPr>
            <p:nvPr/>
          </p:nvSpPr>
          <p:spPr bwMode="auto">
            <a:xfrm>
              <a:off x="890587" y="6084887"/>
              <a:ext cx="3990975" cy="3441700"/>
            </a:xfrm>
            <a:custGeom>
              <a:avLst/>
              <a:gdLst>
                <a:gd name="T0" fmla="*/ 0 w 2514"/>
                <a:gd name="T1" fmla="*/ 2168 h 2168"/>
                <a:gd name="T2" fmla="*/ 1684 w 2514"/>
                <a:gd name="T3" fmla="*/ 484 h 2168"/>
                <a:gd name="T4" fmla="*/ 1788 w 2514"/>
                <a:gd name="T5" fmla="*/ 487 h 2168"/>
                <a:gd name="T6" fmla="*/ 1871 w 2514"/>
                <a:gd name="T7" fmla="*/ 404 h 2168"/>
                <a:gd name="T8" fmla="*/ 2088 w 2514"/>
                <a:gd name="T9" fmla="*/ 399 h 2168"/>
                <a:gd name="T10" fmla="*/ 2204 w 2514"/>
                <a:gd name="T11" fmla="*/ 286 h 2168"/>
                <a:gd name="T12" fmla="*/ 2206 w 2514"/>
                <a:gd name="T13" fmla="*/ 189 h 2168"/>
                <a:gd name="T14" fmla="*/ 2393 w 2514"/>
                <a:gd name="T15" fmla="*/ 2 h 2168"/>
                <a:gd name="T16" fmla="*/ 2514 w 2514"/>
                <a:gd name="T17" fmla="*/ 0 h 2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4" h="2168">
                  <a:moveTo>
                    <a:pt x="0" y="2168"/>
                  </a:moveTo>
                  <a:lnTo>
                    <a:pt x="1684" y="484"/>
                  </a:lnTo>
                  <a:lnTo>
                    <a:pt x="1788" y="487"/>
                  </a:lnTo>
                  <a:lnTo>
                    <a:pt x="1871" y="404"/>
                  </a:lnTo>
                  <a:lnTo>
                    <a:pt x="2088" y="399"/>
                  </a:lnTo>
                  <a:lnTo>
                    <a:pt x="2204" y="286"/>
                  </a:lnTo>
                  <a:lnTo>
                    <a:pt x="2206" y="189"/>
                  </a:lnTo>
                  <a:lnTo>
                    <a:pt x="2393" y="2"/>
                  </a:lnTo>
                  <a:lnTo>
                    <a:pt x="251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49" name="Freeform 124"/>
            <p:cNvSpPr>
              <a:spLocks/>
            </p:cNvSpPr>
            <p:nvPr/>
          </p:nvSpPr>
          <p:spPr bwMode="auto">
            <a:xfrm>
              <a:off x="749300" y="4649787"/>
              <a:ext cx="5160963" cy="4913313"/>
            </a:xfrm>
            <a:custGeom>
              <a:avLst/>
              <a:gdLst>
                <a:gd name="T0" fmla="*/ 0 w 3251"/>
                <a:gd name="T1" fmla="*/ 3095 h 3095"/>
                <a:gd name="T2" fmla="*/ 1737 w 3251"/>
                <a:gd name="T3" fmla="*/ 1355 h 3095"/>
                <a:gd name="T4" fmla="*/ 1844 w 3251"/>
                <a:gd name="T5" fmla="*/ 1357 h 3095"/>
                <a:gd name="T6" fmla="*/ 2449 w 3251"/>
                <a:gd name="T7" fmla="*/ 750 h 3095"/>
                <a:gd name="T8" fmla="*/ 2735 w 3251"/>
                <a:gd name="T9" fmla="*/ 748 h 3095"/>
                <a:gd name="T10" fmla="*/ 3248 w 3251"/>
                <a:gd name="T11" fmla="*/ 232 h 3095"/>
                <a:gd name="T12" fmla="*/ 3251 w 3251"/>
                <a:gd name="T13" fmla="*/ 0 h 3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1" h="3095">
                  <a:moveTo>
                    <a:pt x="0" y="3095"/>
                  </a:moveTo>
                  <a:lnTo>
                    <a:pt x="1737" y="1355"/>
                  </a:lnTo>
                  <a:lnTo>
                    <a:pt x="1844" y="1357"/>
                  </a:lnTo>
                  <a:lnTo>
                    <a:pt x="2449" y="750"/>
                  </a:lnTo>
                  <a:lnTo>
                    <a:pt x="2735" y="748"/>
                  </a:lnTo>
                  <a:lnTo>
                    <a:pt x="3248" y="232"/>
                  </a:lnTo>
                  <a:lnTo>
                    <a:pt x="325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0" name="Freeform 125"/>
            <p:cNvSpPr>
              <a:spLocks/>
            </p:cNvSpPr>
            <p:nvPr/>
          </p:nvSpPr>
          <p:spPr bwMode="auto">
            <a:xfrm>
              <a:off x="669925" y="5048250"/>
              <a:ext cx="4987925" cy="4506913"/>
            </a:xfrm>
            <a:custGeom>
              <a:avLst/>
              <a:gdLst>
                <a:gd name="T0" fmla="*/ 0 w 3142"/>
                <a:gd name="T1" fmla="*/ 2839 h 2839"/>
                <a:gd name="T2" fmla="*/ 1771 w 3142"/>
                <a:gd name="T3" fmla="*/ 1066 h 2839"/>
                <a:gd name="T4" fmla="*/ 1870 w 3142"/>
                <a:gd name="T5" fmla="*/ 1062 h 2839"/>
                <a:gd name="T6" fmla="*/ 2478 w 3142"/>
                <a:gd name="T7" fmla="*/ 456 h 2839"/>
                <a:gd name="T8" fmla="*/ 2769 w 3142"/>
                <a:gd name="T9" fmla="*/ 459 h 2839"/>
                <a:gd name="T10" fmla="*/ 3137 w 3142"/>
                <a:gd name="T11" fmla="*/ 90 h 2839"/>
                <a:gd name="T12" fmla="*/ 3142 w 3142"/>
                <a:gd name="T13" fmla="*/ 0 h 2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42" h="2839">
                  <a:moveTo>
                    <a:pt x="0" y="2839"/>
                  </a:moveTo>
                  <a:lnTo>
                    <a:pt x="1771" y="1066"/>
                  </a:lnTo>
                  <a:lnTo>
                    <a:pt x="1870" y="1062"/>
                  </a:lnTo>
                  <a:lnTo>
                    <a:pt x="2478" y="456"/>
                  </a:lnTo>
                  <a:lnTo>
                    <a:pt x="2769" y="459"/>
                  </a:lnTo>
                  <a:lnTo>
                    <a:pt x="3137" y="90"/>
                  </a:lnTo>
                  <a:lnTo>
                    <a:pt x="314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1" name="Freeform 126"/>
            <p:cNvSpPr>
              <a:spLocks/>
            </p:cNvSpPr>
            <p:nvPr/>
          </p:nvSpPr>
          <p:spPr bwMode="auto">
            <a:xfrm>
              <a:off x="947737" y="6129337"/>
              <a:ext cx="3975100" cy="3422650"/>
            </a:xfrm>
            <a:custGeom>
              <a:avLst/>
              <a:gdLst>
                <a:gd name="T0" fmla="*/ 0 w 2504"/>
                <a:gd name="T1" fmla="*/ 2156 h 2156"/>
                <a:gd name="T2" fmla="*/ 1664 w 2504"/>
                <a:gd name="T3" fmla="*/ 494 h 2156"/>
                <a:gd name="T4" fmla="*/ 1768 w 2504"/>
                <a:gd name="T5" fmla="*/ 494 h 2156"/>
                <a:gd name="T6" fmla="*/ 1851 w 2504"/>
                <a:gd name="T7" fmla="*/ 414 h 2156"/>
                <a:gd name="T8" fmla="*/ 2076 w 2504"/>
                <a:gd name="T9" fmla="*/ 416 h 2156"/>
                <a:gd name="T10" fmla="*/ 2201 w 2504"/>
                <a:gd name="T11" fmla="*/ 291 h 2156"/>
                <a:gd name="T12" fmla="*/ 2196 w 2504"/>
                <a:gd name="T13" fmla="*/ 189 h 2156"/>
                <a:gd name="T14" fmla="*/ 2383 w 2504"/>
                <a:gd name="T15" fmla="*/ 0 h 2156"/>
                <a:gd name="T16" fmla="*/ 2504 w 2504"/>
                <a:gd name="T17" fmla="*/ 0 h 2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4" h="2156">
                  <a:moveTo>
                    <a:pt x="0" y="2156"/>
                  </a:moveTo>
                  <a:lnTo>
                    <a:pt x="1664" y="494"/>
                  </a:lnTo>
                  <a:lnTo>
                    <a:pt x="1768" y="494"/>
                  </a:lnTo>
                  <a:lnTo>
                    <a:pt x="1851" y="414"/>
                  </a:lnTo>
                  <a:lnTo>
                    <a:pt x="2076" y="416"/>
                  </a:lnTo>
                  <a:lnTo>
                    <a:pt x="2201" y="291"/>
                  </a:lnTo>
                  <a:lnTo>
                    <a:pt x="2196" y="189"/>
                  </a:lnTo>
                  <a:lnTo>
                    <a:pt x="2383" y="0"/>
                  </a:lnTo>
                  <a:lnTo>
                    <a:pt x="250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2" name="Freeform 127"/>
            <p:cNvSpPr>
              <a:spLocks/>
            </p:cNvSpPr>
            <p:nvPr/>
          </p:nvSpPr>
          <p:spPr bwMode="auto">
            <a:xfrm>
              <a:off x="658812" y="5089525"/>
              <a:ext cx="4860925" cy="4368800"/>
            </a:xfrm>
            <a:custGeom>
              <a:avLst/>
              <a:gdLst>
                <a:gd name="T0" fmla="*/ 0 w 3062"/>
                <a:gd name="T1" fmla="*/ 2752 h 2752"/>
                <a:gd name="T2" fmla="*/ 1806 w 3062"/>
                <a:gd name="T3" fmla="*/ 946 h 2752"/>
                <a:gd name="T4" fmla="*/ 1891 w 3062"/>
                <a:gd name="T5" fmla="*/ 943 h 2752"/>
                <a:gd name="T6" fmla="*/ 2537 w 3062"/>
                <a:gd name="T7" fmla="*/ 298 h 2752"/>
                <a:gd name="T8" fmla="*/ 2844 w 3062"/>
                <a:gd name="T9" fmla="*/ 296 h 2752"/>
                <a:gd name="T10" fmla="*/ 3059 w 3062"/>
                <a:gd name="T11" fmla="*/ 80 h 2752"/>
                <a:gd name="T12" fmla="*/ 3062 w 3062"/>
                <a:gd name="T13" fmla="*/ 0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2" h="2752">
                  <a:moveTo>
                    <a:pt x="0" y="2752"/>
                  </a:moveTo>
                  <a:lnTo>
                    <a:pt x="1806" y="946"/>
                  </a:lnTo>
                  <a:lnTo>
                    <a:pt x="1891" y="943"/>
                  </a:lnTo>
                  <a:lnTo>
                    <a:pt x="2537" y="298"/>
                  </a:lnTo>
                  <a:lnTo>
                    <a:pt x="2844" y="296"/>
                  </a:lnTo>
                  <a:lnTo>
                    <a:pt x="3059" y="80"/>
                  </a:lnTo>
                  <a:lnTo>
                    <a:pt x="306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3" name="Freeform 128"/>
            <p:cNvSpPr>
              <a:spLocks/>
            </p:cNvSpPr>
            <p:nvPr/>
          </p:nvSpPr>
          <p:spPr bwMode="auto">
            <a:xfrm>
              <a:off x="700087" y="6534150"/>
              <a:ext cx="2649538" cy="2755900"/>
            </a:xfrm>
            <a:custGeom>
              <a:avLst/>
              <a:gdLst>
                <a:gd name="T0" fmla="*/ 0 w 1669"/>
                <a:gd name="T1" fmla="*/ 1736 h 1736"/>
                <a:gd name="T2" fmla="*/ 1669 w 1669"/>
                <a:gd name="T3" fmla="*/ 69 h 1736"/>
                <a:gd name="T4" fmla="*/ 1667 w 1669"/>
                <a:gd name="T5" fmla="*/ 0 h 1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69" h="1736">
                  <a:moveTo>
                    <a:pt x="0" y="1736"/>
                  </a:moveTo>
                  <a:lnTo>
                    <a:pt x="1669" y="69"/>
                  </a:lnTo>
                  <a:lnTo>
                    <a:pt x="166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4" name="Freeform 129"/>
            <p:cNvSpPr>
              <a:spLocks/>
            </p:cNvSpPr>
            <p:nvPr/>
          </p:nvSpPr>
          <p:spPr bwMode="auto">
            <a:xfrm>
              <a:off x="485775" y="6384925"/>
              <a:ext cx="2582863" cy="2716213"/>
            </a:xfrm>
            <a:custGeom>
              <a:avLst/>
              <a:gdLst>
                <a:gd name="T0" fmla="*/ 1627 w 1627"/>
                <a:gd name="T1" fmla="*/ 0 h 1711"/>
                <a:gd name="T2" fmla="*/ 1539 w 1627"/>
                <a:gd name="T3" fmla="*/ 0 h 1711"/>
                <a:gd name="T4" fmla="*/ 1289 w 1627"/>
                <a:gd name="T5" fmla="*/ 250 h 1711"/>
                <a:gd name="T6" fmla="*/ 1286 w 1627"/>
                <a:gd name="T7" fmla="*/ 425 h 1711"/>
                <a:gd name="T8" fmla="*/ 0 w 1627"/>
                <a:gd name="T9" fmla="*/ 1711 h 1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7" h="1711">
                  <a:moveTo>
                    <a:pt x="1627" y="0"/>
                  </a:moveTo>
                  <a:lnTo>
                    <a:pt x="1539" y="0"/>
                  </a:lnTo>
                  <a:lnTo>
                    <a:pt x="1289" y="250"/>
                  </a:lnTo>
                  <a:lnTo>
                    <a:pt x="1286" y="425"/>
                  </a:lnTo>
                  <a:lnTo>
                    <a:pt x="0" y="1711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5" name="Freeform 130"/>
            <p:cNvSpPr>
              <a:spLocks/>
            </p:cNvSpPr>
            <p:nvPr/>
          </p:nvSpPr>
          <p:spPr bwMode="auto">
            <a:xfrm>
              <a:off x="358775" y="6126162"/>
              <a:ext cx="2060575" cy="2911475"/>
            </a:xfrm>
            <a:custGeom>
              <a:avLst/>
              <a:gdLst>
                <a:gd name="T0" fmla="*/ 1224 w 1298"/>
                <a:gd name="T1" fmla="*/ 0 h 1834"/>
                <a:gd name="T2" fmla="*/ 1224 w 1298"/>
                <a:gd name="T3" fmla="*/ 293 h 1834"/>
                <a:gd name="T4" fmla="*/ 1298 w 1298"/>
                <a:gd name="T5" fmla="*/ 364 h 1834"/>
                <a:gd name="T6" fmla="*/ 1298 w 1298"/>
                <a:gd name="T7" fmla="*/ 536 h 1834"/>
                <a:gd name="T8" fmla="*/ 0 w 1298"/>
                <a:gd name="T9" fmla="*/ 1834 h 1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8" h="1834">
                  <a:moveTo>
                    <a:pt x="1224" y="0"/>
                  </a:moveTo>
                  <a:lnTo>
                    <a:pt x="1224" y="293"/>
                  </a:lnTo>
                  <a:lnTo>
                    <a:pt x="1298" y="364"/>
                  </a:lnTo>
                  <a:lnTo>
                    <a:pt x="1298" y="536"/>
                  </a:lnTo>
                  <a:lnTo>
                    <a:pt x="0" y="183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6" name="Freeform 131"/>
            <p:cNvSpPr>
              <a:spLocks/>
            </p:cNvSpPr>
            <p:nvPr/>
          </p:nvSpPr>
          <p:spPr bwMode="auto">
            <a:xfrm>
              <a:off x="-130175" y="5427662"/>
              <a:ext cx="5254625" cy="1612900"/>
            </a:xfrm>
            <a:custGeom>
              <a:avLst/>
              <a:gdLst>
                <a:gd name="T0" fmla="*/ 0 w 3310"/>
                <a:gd name="T1" fmla="*/ 1016 h 1016"/>
                <a:gd name="T2" fmla="*/ 965 w 3310"/>
                <a:gd name="T3" fmla="*/ 52 h 1016"/>
                <a:gd name="T4" fmla="*/ 1045 w 3310"/>
                <a:gd name="T5" fmla="*/ 57 h 1016"/>
                <a:gd name="T6" fmla="*/ 1142 w 3310"/>
                <a:gd name="T7" fmla="*/ 156 h 1016"/>
                <a:gd name="T8" fmla="*/ 1142 w 3310"/>
                <a:gd name="T9" fmla="*/ 328 h 1016"/>
                <a:gd name="T10" fmla="*/ 1251 w 3310"/>
                <a:gd name="T11" fmla="*/ 437 h 1016"/>
                <a:gd name="T12" fmla="*/ 1350 w 3310"/>
                <a:gd name="T13" fmla="*/ 430 h 1016"/>
                <a:gd name="T14" fmla="*/ 1521 w 3310"/>
                <a:gd name="T15" fmla="*/ 260 h 1016"/>
                <a:gd name="T16" fmla="*/ 1632 w 3310"/>
                <a:gd name="T17" fmla="*/ 255 h 1016"/>
                <a:gd name="T18" fmla="*/ 1698 w 3310"/>
                <a:gd name="T19" fmla="*/ 321 h 1016"/>
                <a:gd name="T20" fmla="*/ 1923 w 3310"/>
                <a:gd name="T21" fmla="*/ 321 h 1016"/>
                <a:gd name="T22" fmla="*/ 2180 w 3310"/>
                <a:gd name="T23" fmla="*/ 579 h 1016"/>
                <a:gd name="T24" fmla="*/ 2438 w 3310"/>
                <a:gd name="T25" fmla="*/ 574 h 1016"/>
                <a:gd name="T26" fmla="*/ 3010 w 3310"/>
                <a:gd name="T27" fmla="*/ 0 h 1016"/>
                <a:gd name="T28" fmla="*/ 3310 w 3310"/>
                <a:gd name="T29" fmla="*/ 0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10" h="1016">
                  <a:moveTo>
                    <a:pt x="0" y="1016"/>
                  </a:moveTo>
                  <a:lnTo>
                    <a:pt x="965" y="52"/>
                  </a:lnTo>
                  <a:lnTo>
                    <a:pt x="1045" y="57"/>
                  </a:lnTo>
                  <a:lnTo>
                    <a:pt x="1142" y="156"/>
                  </a:lnTo>
                  <a:lnTo>
                    <a:pt x="1142" y="328"/>
                  </a:lnTo>
                  <a:lnTo>
                    <a:pt x="1251" y="437"/>
                  </a:lnTo>
                  <a:lnTo>
                    <a:pt x="1350" y="430"/>
                  </a:lnTo>
                  <a:lnTo>
                    <a:pt x="1521" y="260"/>
                  </a:lnTo>
                  <a:lnTo>
                    <a:pt x="1632" y="255"/>
                  </a:lnTo>
                  <a:lnTo>
                    <a:pt x="1698" y="321"/>
                  </a:lnTo>
                  <a:lnTo>
                    <a:pt x="1923" y="321"/>
                  </a:lnTo>
                  <a:lnTo>
                    <a:pt x="2180" y="579"/>
                  </a:lnTo>
                  <a:lnTo>
                    <a:pt x="2438" y="574"/>
                  </a:lnTo>
                  <a:lnTo>
                    <a:pt x="3010" y="0"/>
                  </a:lnTo>
                  <a:lnTo>
                    <a:pt x="331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7" name="Freeform 132"/>
            <p:cNvSpPr>
              <a:spLocks/>
            </p:cNvSpPr>
            <p:nvPr/>
          </p:nvSpPr>
          <p:spPr bwMode="auto">
            <a:xfrm>
              <a:off x="1871662" y="4745037"/>
              <a:ext cx="3824288" cy="1511300"/>
            </a:xfrm>
            <a:custGeom>
              <a:avLst/>
              <a:gdLst>
                <a:gd name="T0" fmla="*/ 0 w 2409"/>
                <a:gd name="T1" fmla="*/ 569 h 952"/>
                <a:gd name="T2" fmla="*/ 89 w 2409"/>
                <a:gd name="T3" fmla="*/ 565 h 952"/>
                <a:gd name="T4" fmla="*/ 182 w 2409"/>
                <a:gd name="T5" fmla="*/ 657 h 952"/>
                <a:gd name="T6" fmla="*/ 245 w 2409"/>
                <a:gd name="T7" fmla="*/ 664 h 952"/>
                <a:gd name="T8" fmla="*/ 312 w 2409"/>
                <a:gd name="T9" fmla="*/ 598 h 952"/>
                <a:gd name="T10" fmla="*/ 380 w 2409"/>
                <a:gd name="T11" fmla="*/ 595 h 952"/>
                <a:gd name="T12" fmla="*/ 428 w 2409"/>
                <a:gd name="T13" fmla="*/ 548 h 952"/>
                <a:gd name="T14" fmla="*/ 560 w 2409"/>
                <a:gd name="T15" fmla="*/ 541 h 952"/>
                <a:gd name="T16" fmla="*/ 964 w 2409"/>
                <a:gd name="T17" fmla="*/ 945 h 952"/>
                <a:gd name="T18" fmla="*/ 1134 w 2409"/>
                <a:gd name="T19" fmla="*/ 952 h 952"/>
                <a:gd name="T20" fmla="*/ 1744 w 2409"/>
                <a:gd name="T21" fmla="*/ 342 h 952"/>
                <a:gd name="T22" fmla="*/ 1988 w 2409"/>
                <a:gd name="T23" fmla="*/ 338 h 952"/>
                <a:gd name="T24" fmla="*/ 2328 w 2409"/>
                <a:gd name="T25" fmla="*/ 0 h 952"/>
                <a:gd name="T26" fmla="*/ 2409 w 2409"/>
                <a:gd name="T27" fmla="*/ 2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09" h="952">
                  <a:moveTo>
                    <a:pt x="0" y="569"/>
                  </a:moveTo>
                  <a:lnTo>
                    <a:pt x="89" y="565"/>
                  </a:lnTo>
                  <a:lnTo>
                    <a:pt x="182" y="657"/>
                  </a:lnTo>
                  <a:lnTo>
                    <a:pt x="245" y="664"/>
                  </a:lnTo>
                  <a:lnTo>
                    <a:pt x="312" y="598"/>
                  </a:lnTo>
                  <a:lnTo>
                    <a:pt x="380" y="595"/>
                  </a:lnTo>
                  <a:lnTo>
                    <a:pt x="428" y="548"/>
                  </a:lnTo>
                  <a:lnTo>
                    <a:pt x="560" y="541"/>
                  </a:lnTo>
                  <a:lnTo>
                    <a:pt x="964" y="945"/>
                  </a:lnTo>
                  <a:lnTo>
                    <a:pt x="1134" y="952"/>
                  </a:lnTo>
                  <a:lnTo>
                    <a:pt x="1744" y="342"/>
                  </a:lnTo>
                  <a:lnTo>
                    <a:pt x="1988" y="338"/>
                  </a:lnTo>
                  <a:lnTo>
                    <a:pt x="2328" y="0"/>
                  </a:lnTo>
                  <a:lnTo>
                    <a:pt x="2409" y="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8" name="Freeform 133"/>
            <p:cNvSpPr>
              <a:spLocks/>
            </p:cNvSpPr>
            <p:nvPr/>
          </p:nvSpPr>
          <p:spPr bwMode="auto">
            <a:xfrm>
              <a:off x="-257175" y="5205412"/>
              <a:ext cx="2671763" cy="1817688"/>
            </a:xfrm>
            <a:custGeom>
              <a:avLst/>
              <a:gdLst>
                <a:gd name="T0" fmla="*/ 0 w 1683"/>
                <a:gd name="T1" fmla="*/ 1145 h 1145"/>
                <a:gd name="T2" fmla="*/ 1142 w 1683"/>
                <a:gd name="T3" fmla="*/ 3 h 1145"/>
                <a:gd name="T4" fmla="*/ 1274 w 1683"/>
                <a:gd name="T5" fmla="*/ 0 h 1145"/>
                <a:gd name="T6" fmla="*/ 1438 w 1683"/>
                <a:gd name="T7" fmla="*/ 163 h 1145"/>
                <a:gd name="T8" fmla="*/ 1511 w 1683"/>
                <a:gd name="T9" fmla="*/ 168 h 1145"/>
                <a:gd name="T10" fmla="*/ 1605 w 1683"/>
                <a:gd name="T11" fmla="*/ 74 h 1145"/>
                <a:gd name="T12" fmla="*/ 1683 w 1683"/>
                <a:gd name="T13" fmla="*/ 76 h 1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3" h="1145">
                  <a:moveTo>
                    <a:pt x="0" y="1145"/>
                  </a:moveTo>
                  <a:lnTo>
                    <a:pt x="1142" y="3"/>
                  </a:lnTo>
                  <a:lnTo>
                    <a:pt x="1274" y="0"/>
                  </a:lnTo>
                  <a:lnTo>
                    <a:pt x="1438" y="163"/>
                  </a:lnTo>
                  <a:lnTo>
                    <a:pt x="1511" y="168"/>
                  </a:lnTo>
                  <a:lnTo>
                    <a:pt x="1605" y="74"/>
                  </a:lnTo>
                  <a:lnTo>
                    <a:pt x="1683" y="7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9" name="Freeform 134"/>
            <p:cNvSpPr>
              <a:spLocks/>
            </p:cNvSpPr>
            <p:nvPr/>
          </p:nvSpPr>
          <p:spPr bwMode="auto">
            <a:xfrm>
              <a:off x="-193675" y="5116512"/>
              <a:ext cx="2214563" cy="1733550"/>
            </a:xfrm>
            <a:custGeom>
              <a:avLst/>
              <a:gdLst>
                <a:gd name="T0" fmla="*/ 0 w 1395"/>
                <a:gd name="T1" fmla="*/ 1092 h 1092"/>
                <a:gd name="T2" fmla="*/ 1090 w 1395"/>
                <a:gd name="T3" fmla="*/ 4 h 1092"/>
                <a:gd name="T4" fmla="*/ 1260 w 1395"/>
                <a:gd name="T5" fmla="*/ 0 h 1092"/>
                <a:gd name="T6" fmla="*/ 1346 w 1395"/>
                <a:gd name="T7" fmla="*/ 87 h 1092"/>
                <a:gd name="T8" fmla="*/ 1395 w 1395"/>
                <a:gd name="T9" fmla="*/ 89 h 1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5" h="1092">
                  <a:moveTo>
                    <a:pt x="0" y="1092"/>
                  </a:moveTo>
                  <a:lnTo>
                    <a:pt x="1090" y="4"/>
                  </a:lnTo>
                  <a:lnTo>
                    <a:pt x="1260" y="0"/>
                  </a:lnTo>
                  <a:lnTo>
                    <a:pt x="1346" y="87"/>
                  </a:lnTo>
                  <a:lnTo>
                    <a:pt x="1395" y="89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0" name="Freeform 135"/>
            <p:cNvSpPr>
              <a:spLocks/>
            </p:cNvSpPr>
            <p:nvPr/>
          </p:nvSpPr>
          <p:spPr bwMode="auto">
            <a:xfrm>
              <a:off x="2232025" y="6294437"/>
              <a:ext cx="152400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1" name="Freeform 136"/>
            <p:cNvSpPr>
              <a:spLocks/>
            </p:cNvSpPr>
            <p:nvPr/>
          </p:nvSpPr>
          <p:spPr bwMode="auto">
            <a:xfrm>
              <a:off x="1795462" y="556260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2" name="Freeform 137"/>
            <p:cNvSpPr>
              <a:spLocks/>
            </p:cNvSpPr>
            <p:nvPr/>
          </p:nvSpPr>
          <p:spPr bwMode="auto">
            <a:xfrm>
              <a:off x="3743325" y="3452812"/>
              <a:ext cx="247650" cy="252413"/>
            </a:xfrm>
            <a:custGeom>
              <a:avLst/>
              <a:gdLst>
                <a:gd name="T0" fmla="*/ 12 w 66"/>
                <a:gd name="T1" fmla="*/ 12 h 67"/>
                <a:gd name="T2" fmla="*/ 54 w 66"/>
                <a:gd name="T3" fmla="*/ 12 h 67"/>
                <a:gd name="T4" fmla="*/ 54 w 66"/>
                <a:gd name="T5" fmla="*/ 55 h 67"/>
                <a:gd name="T6" fmla="*/ 12 w 66"/>
                <a:gd name="T7" fmla="*/ 55 h 67"/>
                <a:gd name="T8" fmla="*/ 12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2" y="12"/>
                  </a:moveTo>
                  <a:cubicBezTo>
                    <a:pt x="23" y="0"/>
                    <a:pt x="43" y="0"/>
                    <a:pt x="54" y="12"/>
                  </a:cubicBezTo>
                  <a:cubicBezTo>
                    <a:pt x="66" y="24"/>
                    <a:pt x="66" y="43"/>
                    <a:pt x="54" y="55"/>
                  </a:cubicBezTo>
                  <a:cubicBezTo>
                    <a:pt x="43" y="67"/>
                    <a:pt x="23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3" name="Freeform 138"/>
            <p:cNvSpPr>
              <a:spLocks/>
            </p:cNvSpPr>
            <p:nvPr/>
          </p:nvSpPr>
          <p:spPr bwMode="auto">
            <a:xfrm>
              <a:off x="3792537" y="3502025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4" name="Freeform 139"/>
            <p:cNvSpPr>
              <a:spLocks/>
            </p:cNvSpPr>
            <p:nvPr/>
          </p:nvSpPr>
          <p:spPr bwMode="auto">
            <a:xfrm>
              <a:off x="4876800" y="4462462"/>
              <a:ext cx="252413" cy="252413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5" name="Freeform 140"/>
            <p:cNvSpPr>
              <a:spLocks/>
            </p:cNvSpPr>
            <p:nvPr/>
          </p:nvSpPr>
          <p:spPr bwMode="auto">
            <a:xfrm>
              <a:off x="4926012" y="45116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6" name="Freeform 141"/>
            <p:cNvSpPr>
              <a:spLocks/>
            </p:cNvSpPr>
            <p:nvPr/>
          </p:nvSpPr>
          <p:spPr bwMode="auto">
            <a:xfrm>
              <a:off x="6589712" y="4938712"/>
              <a:ext cx="247650" cy="252413"/>
            </a:xfrm>
            <a:custGeom>
              <a:avLst/>
              <a:gdLst>
                <a:gd name="T0" fmla="*/ 12 w 66"/>
                <a:gd name="T1" fmla="*/ 12 h 67"/>
                <a:gd name="T2" fmla="*/ 54 w 66"/>
                <a:gd name="T3" fmla="*/ 12 h 67"/>
                <a:gd name="T4" fmla="*/ 54 w 66"/>
                <a:gd name="T5" fmla="*/ 55 h 67"/>
                <a:gd name="T6" fmla="*/ 12 w 66"/>
                <a:gd name="T7" fmla="*/ 55 h 67"/>
                <a:gd name="T8" fmla="*/ 12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2" y="12"/>
                  </a:moveTo>
                  <a:cubicBezTo>
                    <a:pt x="23" y="0"/>
                    <a:pt x="43" y="0"/>
                    <a:pt x="54" y="12"/>
                  </a:cubicBezTo>
                  <a:cubicBezTo>
                    <a:pt x="66" y="24"/>
                    <a:pt x="66" y="43"/>
                    <a:pt x="54" y="55"/>
                  </a:cubicBezTo>
                  <a:cubicBezTo>
                    <a:pt x="43" y="67"/>
                    <a:pt x="23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7" name="Freeform 142"/>
            <p:cNvSpPr>
              <a:spLocks/>
            </p:cNvSpPr>
            <p:nvPr/>
          </p:nvSpPr>
          <p:spPr bwMode="auto">
            <a:xfrm>
              <a:off x="6637337" y="4987925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8" name="Freeform 143"/>
            <p:cNvSpPr>
              <a:spLocks/>
            </p:cNvSpPr>
            <p:nvPr/>
          </p:nvSpPr>
          <p:spPr bwMode="auto">
            <a:xfrm>
              <a:off x="5856287" y="8201025"/>
              <a:ext cx="249238" cy="247650"/>
            </a:xfrm>
            <a:custGeom>
              <a:avLst/>
              <a:gdLst>
                <a:gd name="T0" fmla="*/ 11 w 66"/>
                <a:gd name="T1" fmla="*/ 12 h 66"/>
                <a:gd name="T2" fmla="*/ 54 w 66"/>
                <a:gd name="T3" fmla="*/ 12 h 66"/>
                <a:gd name="T4" fmla="*/ 54 w 66"/>
                <a:gd name="T5" fmla="*/ 54 h 66"/>
                <a:gd name="T6" fmla="*/ 11 w 66"/>
                <a:gd name="T7" fmla="*/ 54 h 66"/>
                <a:gd name="T8" fmla="*/ 11 w 66"/>
                <a:gd name="T9" fmla="*/ 1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11" y="12"/>
                  </a:moveTo>
                  <a:cubicBezTo>
                    <a:pt x="23" y="0"/>
                    <a:pt x="42" y="0"/>
                    <a:pt x="54" y="12"/>
                  </a:cubicBezTo>
                  <a:cubicBezTo>
                    <a:pt x="66" y="23"/>
                    <a:pt x="66" y="43"/>
                    <a:pt x="54" y="54"/>
                  </a:cubicBezTo>
                  <a:cubicBezTo>
                    <a:pt x="42" y="66"/>
                    <a:pt x="23" y="66"/>
                    <a:pt x="11" y="54"/>
                  </a:cubicBezTo>
                  <a:cubicBezTo>
                    <a:pt x="0" y="43"/>
                    <a:pt x="0" y="23"/>
                    <a:pt x="11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9" name="Freeform 144"/>
            <p:cNvSpPr>
              <a:spLocks/>
            </p:cNvSpPr>
            <p:nvPr/>
          </p:nvSpPr>
          <p:spPr bwMode="auto">
            <a:xfrm>
              <a:off x="5902325" y="8250237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0" name="Freeform 145"/>
            <p:cNvSpPr>
              <a:spLocks/>
            </p:cNvSpPr>
            <p:nvPr/>
          </p:nvSpPr>
          <p:spPr bwMode="auto">
            <a:xfrm>
              <a:off x="5781675" y="4538662"/>
              <a:ext cx="247650" cy="250825"/>
            </a:xfrm>
            <a:custGeom>
              <a:avLst/>
              <a:gdLst>
                <a:gd name="T0" fmla="*/ 12 w 66"/>
                <a:gd name="T1" fmla="*/ 12 h 67"/>
                <a:gd name="T2" fmla="*/ 55 w 66"/>
                <a:gd name="T3" fmla="*/ 12 h 67"/>
                <a:gd name="T4" fmla="*/ 55 w 66"/>
                <a:gd name="T5" fmla="*/ 55 h 67"/>
                <a:gd name="T6" fmla="*/ 12 w 66"/>
                <a:gd name="T7" fmla="*/ 55 h 67"/>
                <a:gd name="T8" fmla="*/ 12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2" y="12"/>
                  </a:moveTo>
                  <a:cubicBezTo>
                    <a:pt x="23" y="0"/>
                    <a:pt x="43" y="0"/>
                    <a:pt x="55" y="12"/>
                  </a:cubicBezTo>
                  <a:cubicBezTo>
                    <a:pt x="66" y="24"/>
                    <a:pt x="66" y="43"/>
                    <a:pt x="55" y="55"/>
                  </a:cubicBezTo>
                  <a:cubicBezTo>
                    <a:pt x="43" y="67"/>
                    <a:pt x="23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1" name="Freeform 146"/>
            <p:cNvSpPr>
              <a:spLocks/>
            </p:cNvSpPr>
            <p:nvPr/>
          </p:nvSpPr>
          <p:spPr bwMode="auto">
            <a:xfrm>
              <a:off x="5830887" y="458628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2" name="Freeform 147"/>
            <p:cNvSpPr>
              <a:spLocks/>
            </p:cNvSpPr>
            <p:nvPr/>
          </p:nvSpPr>
          <p:spPr bwMode="auto">
            <a:xfrm>
              <a:off x="6788150" y="6140450"/>
              <a:ext cx="250825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3" name="Freeform 148"/>
            <p:cNvSpPr>
              <a:spLocks/>
            </p:cNvSpPr>
            <p:nvPr/>
          </p:nvSpPr>
          <p:spPr bwMode="auto">
            <a:xfrm>
              <a:off x="6837362" y="6189662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4" name="Freeform 149"/>
            <p:cNvSpPr>
              <a:spLocks/>
            </p:cNvSpPr>
            <p:nvPr/>
          </p:nvSpPr>
          <p:spPr bwMode="auto">
            <a:xfrm>
              <a:off x="4400550" y="8572500"/>
              <a:ext cx="252413" cy="247650"/>
            </a:xfrm>
            <a:custGeom>
              <a:avLst/>
              <a:gdLst>
                <a:gd name="T0" fmla="*/ 12 w 67"/>
                <a:gd name="T1" fmla="*/ 12 h 66"/>
                <a:gd name="T2" fmla="*/ 55 w 67"/>
                <a:gd name="T3" fmla="*/ 12 h 66"/>
                <a:gd name="T4" fmla="*/ 55 w 67"/>
                <a:gd name="T5" fmla="*/ 54 h 66"/>
                <a:gd name="T6" fmla="*/ 12 w 67"/>
                <a:gd name="T7" fmla="*/ 54 h 66"/>
                <a:gd name="T8" fmla="*/ 12 w 67"/>
                <a:gd name="T9" fmla="*/ 1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3"/>
                    <a:pt x="67" y="43"/>
                    <a:pt x="55" y="54"/>
                  </a:cubicBezTo>
                  <a:cubicBezTo>
                    <a:pt x="43" y="66"/>
                    <a:pt x="24" y="66"/>
                    <a:pt x="12" y="54"/>
                  </a:cubicBezTo>
                  <a:cubicBezTo>
                    <a:pt x="0" y="43"/>
                    <a:pt x="0" y="23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5" name="Freeform 150"/>
            <p:cNvSpPr>
              <a:spLocks/>
            </p:cNvSpPr>
            <p:nvPr/>
          </p:nvSpPr>
          <p:spPr bwMode="auto">
            <a:xfrm>
              <a:off x="4449762" y="862171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6" name="Freeform 151"/>
            <p:cNvSpPr>
              <a:spLocks/>
            </p:cNvSpPr>
            <p:nvPr/>
          </p:nvSpPr>
          <p:spPr bwMode="auto">
            <a:xfrm>
              <a:off x="1968500" y="5122862"/>
              <a:ext cx="250825" cy="247650"/>
            </a:xfrm>
            <a:custGeom>
              <a:avLst/>
              <a:gdLst>
                <a:gd name="T0" fmla="*/ 12 w 67"/>
                <a:gd name="T1" fmla="*/ 11 h 66"/>
                <a:gd name="T2" fmla="*/ 55 w 67"/>
                <a:gd name="T3" fmla="*/ 11 h 66"/>
                <a:gd name="T4" fmla="*/ 55 w 67"/>
                <a:gd name="T5" fmla="*/ 54 h 66"/>
                <a:gd name="T6" fmla="*/ 12 w 67"/>
                <a:gd name="T7" fmla="*/ 54 h 66"/>
                <a:gd name="T8" fmla="*/ 12 w 67"/>
                <a:gd name="T9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12" y="11"/>
                  </a:moveTo>
                  <a:cubicBezTo>
                    <a:pt x="24" y="0"/>
                    <a:pt x="43" y="0"/>
                    <a:pt x="55" y="11"/>
                  </a:cubicBezTo>
                  <a:cubicBezTo>
                    <a:pt x="67" y="23"/>
                    <a:pt x="67" y="42"/>
                    <a:pt x="55" y="54"/>
                  </a:cubicBezTo>
                  <a:cubicBezTo>
                    <a:pt x="43" y="66"/>
                    <a:pt x="24" y="66"/>
                    <a:pt x="12" y="54"/>
                  </a:cubicBezTo>
                  <a:cubicBezTo>
                    <a:pt x="0" y="42"/>
                    <a:pt x="0" y="23"/>
                    <a:pt x="12" y="1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7" name="Freeform 152"/>
            <p:cNvSpPr>
              <a:spLocks/>
            </p:cNvSpPr>
            <p:nvPr/>
          </p:nvSpPr>
          <p:spPr bwMode="auto">
            <a:xfrm>
              <a:off x="2017712" y="516890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8" name="Freeform 153"/>
            <p:cNvSpPr>
              <a:spLocks/>
            </p:cNvSpPr>
            <p:nvPr/>
          </p:nvSpPr>
          <p:spPr bwMode="auto">
            <a:xfrm>
              <a:off x="3605212" y="4951412"/>
              <a:ext cx="250825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9" name="Freeform 154"/>
            <p:cNvSpPr>
              <a:spLocks/>
            </p:cNvSpPr>
            <p:nvPr/>
          </p:nvSpPr>
          <p:spPr bwMode="auto">
            <a:xfrm>
              <a:off x="3654425" y="499903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0" name="Freeform 155"/>
            <p:cNvSpPr>
              <a:spLocks/>
            </p:cNvSpPr>
            <p:nvPr/>
          </p:nvSpPr>
          <p:spPr bwMode="auto">
            <a:xfrm>
              <a:off x="3484562" y="3640137"/>
              <a:ext cx="150813" cy="153988"/>
            </a:xfrm>
            <a:custGeom>
              <a:avLst/>
              <a:gdLst>
                <a:gd name="T0" fmla="*/ 7 w 40"/>
                <a:gd name="T1" fmla="*/ 7 h 41"/>
                <a:gd name="T2" fmla="*/ 33 w 40"/>
                <a:gd name="T3" fmla="*/ 7 h 41"/>
                <a:gd name="T4" fmla="*/ 33 w 40"/>
                <a:gd name="T5" fmla="*/ 34 h 41"/>
                <a:gd name="T6" fmla="*/ 7 w 40"/>
                <a:gd name="T7" fmla="*/ 34 h 41"/>
                <a:gd name="T8" fmla="*/ 7 w 40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0" y="15"/>
                    <a:pt x="40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1" name="Freeform 156"/>
            <p:cNvSpPr>
              <a:spLocks/>
            </p:cNvSpPr>
            <p:nvPr/>
          </p:nvSpPr>
          <p:spPr bwMode="auto">
            <a:xfrm>
              <a:off x="3695700" y="38544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2" name="Freeform 157"/>
            <p:cNvSpPr>
              <a:spLocks/>
            </p:cNvSpPr>
            <p:nvPr/>
          </p:nvSpPr>
          <p:spPr bwMode="auto">
            <a:xfrm>
              <a:off x="3259137" y="49688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3" name="Freeform 158"/>
            <p:cNvSpPr>
              <a:spLocks/>
            </p:cNvSpPr>
            <p:nvPr/>
          </p:nvSpPr>
          <p:spPr bwMode="auto">
            <a:xfrm>
              <a:off x="3387725" y="4181475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4" name="Freeform 159"/>
            <p:cNvSpPr>
              <a:spLocks/>
            </p:cNvSpPr>
            <p:nvPr/>
          </p:nvSpPr>
          <p:spPr bwMode="auto">
            <a:xfrm>
              <a:off x="1900237" y="394811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5" name="Freeform 160"/>
            <p:cNvSpPr>
              <a:spLocks/>
            </p:cNvSpPr>
            <p:nvPr/>
          </p:nvSpPr>
          <p:spPr bwMode="auto">
            <a:xfrm>
              <a:off x="1003300" y="414813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6" name="Freeform 161"/>
            <p:cNvSpPr>
              <a:spLocks/>
            </p:cNvSpPr>
            <p:nvPr/>
          </p:nvSpPr>
          <p:spPr bwMode="auto">
            <a:xfrm>
              <a:off x="2389187" y="311943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7" name="Freeform 162"/>
            <p:cNvSpPr>
              <a:spLocks/>
            </p:cNvSpPr>
            <p:nvPr/>
          </p:nvSpPr>
          <p:spPr bwMode="auto">
            <a:xfrm>
              <a:off x="-106363" y="6665912"/>
              <a:ext cx="2349500" cy="2668588"/>
            </a:xfrm>
            <a:custGeom>
              <a:avLst/>
              <a:gdLst>
                <a:gd name="T0" fmla="*/ 0 w 1480"/>
                <a:gd name="T1" fmla="*/ 1681 h 1681"/>
                <a:gd name="T2" fmla="*/ 1480 w 1480"/>
                <a:gd name="T3" fmla="*/ 201 h 1681"/>
                <a:gd name="T4" fmla="*/ 1477 w 1480"/>
                <a:gd name="T5" fmla="*/ 85 h 1681"/>
                <a:gd name="T6" fmla="*/ 1392 w 1480"/>
                <a:gd name="T7" fmla="*/ 0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0" h="1681">
                  <a:moveTo>
                    <a:pt x="0" y="1681"/>
                  </a:moveTo>
                  <a:lnTo>
                    <a:pt x="1480" y="201"/>
                  </a:lnTo>
                  <a:lnTo>
                    <a:pt x="1477" y="85"/>
                  </a:lnTo>
                  <a:lnTo>
                    <a:pt x="139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8" name="Freeform 163"/>
            <p:cNvSpPr>
              <a:spLocks/>
            </p:cNvSpPr>
            <p:nvPr/>
          </p:nvSpPr>
          <p:spPr bwMode="auto">
            <a:xfrm>
              <a:off x="-452438" y="6189662"/>
              <a:ext cx="2011363" cy="1747838"/>
            </a:xfrm>
            <a:custGeom>
              <a:avLst/>
              <a:gdLst>
                <a:gd name="T0" fmla="*/ 0 w 1267"/>
                <a:gd name="T1" fmla="*/ 1101 h 1101"/>
                <a:gd name="T2" fmla="*/ 1102 w 1267"/>
                <a:gd name="T3" fmla="*/ 0 h 1101"/>
                <a:gd name="T4" fmla="*/ 1267 w 1267"/>
                <a:gd name="T5" fmla="*/ 0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7" h="1101">
                  <a:moveTo>
                    <a:pt x="0" y="1101"/>
                  </a:moveTo>
                  <a:lnTo>
                    <a:pt x="1102" y="0"/>
                  </a:lnTo>
                  <a:lnTo>
                    <a:pt x="126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9" name="Freeform 164"/>
            <p:cNvSpPr>
              <a:spLocks/>
            </p:cNvSpPr>
            <p:nvPr/>
          </p:nvSpPr>
          <p:spPr bwMode="auto">
            <a:xfrm>
              <a:off x="88900" y="6888162"/>
              <a:ext cx="2000250" cy="2124075"/>
            </a:xfrm>
            <a:custGeom>
              <a:avLst/>
              <a:gdLst>
                <a:gd name="T0" fmla="*/ 0 w 1260"/>
                <a:gd name="T1" fmla="*/ 1338 h 1338"/>
                <a:gd name="T2" fmla="*/ 1260 w 1260"/>
                <a:gd name="T3" fmla="*/ 75 h 1338"/>
                <a:gd name="T4" fmla="*/ 1260 w 1260"/>
                <a:gd name="T5" fmla="*/ 0 h 1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0" h="1338">
                  <a:moveTo>
                    <a:pt x="0" y="1338"/>
                  </a:moveTo>
                  <a:lnTo>
                    <a:pt x="1260" y="75"/>
                  </a:lnTo>
                  <a:lnTo>
                    <a:pt x="126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0" name="Freeform 165"/>
            <p:cNvSpPr>
              <a:spLocks/>
            </p:cNvSpPr>
            <p:nvPr/>
          </p:nvSpPr>
          <p:spPr bwMode="auto">
            <a:xfrm>
              <a:off x="1517650" y="6113462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1" name="Freeform 166"/>
            <p:cNvSpPr>
              <a:spLocks/>
            </p:cNvSpPr>
            <p:nvPr/>
          </p:nvSpPr>
          <p:spPr bwMode="auto">
            <a:xfrm>
              <a:off x="2378075" y="5254625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2" name="Freeform 167"/>
            <p:cNvSpPr>
              <a:spLocks/>
            </p:cNvSpPr>
            <p:nvPr/>
          </p:nvSpPr>
          <p:spPr bwMode="auto">
            <a:xfrm>
              <a:off x="2678112" y="58705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3" name="Freeform 168"/>
            <p:cNvSpPr>
              <a:spLocks/>
            </p:cNvSpPr>
            <p:nvPr/>
          </p:nvSpPr>
          <p:spPr bwMode="auto">
            <a:xfrm>
              <a:off x="3473450" y="564832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4" name="Freeform 169"/>
            <p:cNvSpPr>
              <a:spLocks/>
            </p:cNvSpPr>
            <p:nvPr/>
          </p:nvSpPr>
          <p:spPr bwMode="auto">
            <a:xfrm>
              <a:off x="4310062" y="461645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5" name="Freeform 170"/>
            <p:cNvSpPr>
              <a:spLocks/>
            </p:cNvSpPr>
            <p:nvPr/>
          </p:nvSpPr>
          <p:spPr bwMode="auto">
            <a:xfrm>
              <a:off x="2028825" y="679291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6" name="Freeform 171"/>
            <p:cNvSpPr>
              <a:spLocks/>
            </p:cNvSpPr>
            <p:nvPr/>
          </p:nvSpPr>
          <p:spPr bwMode="auto">
            <a:xfrm>
              <a:off x="2314575" y="83851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7" name="Freeform 172"/>
            <p:cNvSpPr>
              <a:spLocks/>
            </p:cNvSpPr>
            <p:nvPr/>
          </p:nvSpPr>
          <p:spPr bwMode="auto">
            <a:xfrm>
              <a:off x="7212012" y="781050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8" name="Freeform 173"/>
            <p:cNvSpPr>
              <a:spLocks/>
            </p:cNvSpPr>
            <p:nvPr/>
          </p:nvSpPr>
          <p:spPr bwMode="auto">
            <a:xfrm>
              <a:off x="6926262" y="817086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9" name="Freeform 174"/>
            <p:cNvSpPr>
              <a:spLocks/>
            </p:cNvSpPr>
            <p:nvPr/>
          </p:nvSpPr>
          <p:spPr bwMode="auto">
            <a:xfrm>
              <a:off x="2119312" y="73342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0" name="Freeform 175"/>
            <p:cNvSpPr>
              <a:spLocks/>
            </p:cNvSpPr>
            <p:nvPr/>
          </p:nvSpPr>
          <p:spPr bwMode="auto">
            <a:xfrm>
              <a:off x="9310687" y="30400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1" name="Freeform 176"/>
            <p:cNvSpPr>
              <a:spLocks/>
            </p:cNvSpPr>
            <p:nvPr/>
          </p:nvSpPr>
          <p:spPr bwMode="auto">
            <a:xfrm>
              <a:off x="9415462" y="61023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2" name="Freeform 177"/>
            <p:cNvSpPr>
              <a:spLocks/>
            </p:cNvSpPr>
            <p:nvPr/>
          </p:nvSpPr>
          <p:spPr bwMode="auto">
            <a:xfrm>
              <a:off x="2017712" y="659130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3" name="Freeform 178"/>
            <p:cNvSpPr>
              <a:spLocks/>
            </p:cNvSpPr>
            <p:nvPr/>
          </p:nvSpPr>
          <p:spPr bwMode="auto">
            <a:xfrm>
              <a:off x="5360987" y="73453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4" name="Freeform 179"/>
            <p:cNvSpPr>
              <a:spLocks/>
            </p:cNvSpPr>
            <p:nvPr/>
          </p:nvSpPr>
          <p:spPr bwMode="auto">
            <a:xfrm>
              <a:off x="5957887" y="77279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5" name="Freeform 180"/>
            <p:cNvSpPr>
              <a:spLocks/>
            </p:cNvSpPr>
            <p:nvPr/>
          </p:nvSpPr>
          <p:spPr bwMode="auto">
            <a:xfrm>
              <a:off x="5286375" y="6572250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6" name="Freeform 181"/>
            <p:cNvSpPr>
              <a:spLocks/>
            </p:cNvSpPr>
            <p:nvPr/>
          </p:nvSpPr>
          <p:spPr bwMode="auto">
            <a:xfrm>
              <a:off x="6243637" y="6527800"/>
              <a:ext cx="153988" cy="152400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7" name="Freeform 182"/>
            <p:cNvSpPr>
              <a:spLocks/>
            </p:cNvSpPr>
            <p:nvPr/>
          </p:nvSpPr>
          <p:spPr bwMode="auto">
            <a:xfrm>
              <a:off x="6551612" y="590073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8" name="Freeform 183"/>
            <p:cNvSpPr>
              <a:spLocks/>
            </p:cNvSpPr>
            <p:nvPr/>
          </p:nvSpPr>
          <p:spPr bwMode="auto">
            <a:xfrm>
              <a:off x="6870700" y="75596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9" name="Freeform 184"/>
            <p:cNvSpPr>
              <a:spLocks/>
            </p:cNvSpPr>
            <p:nvPr/>
          </p:nvSpPr>
          <p:spPr bwMode="auto">
            <a:xfrm>
              <a:off x="7940675" y="6294437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0" name="Freeform 185"/>
            <p:cNvSpPr>
              <a:spLocks/>
            </p:cNvSpPr>
            <p:nvPr/>
          </p:nvSpPr>
          <p:spPr bwMode="auto">
            <a:xfrm>
              <a:off x="7877175" y="5870575"/>
              <a:ext cx="152400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1" name="Freeform 186"/>
            <p:cNvSpPr>
              <a:spLocks/>
            </p:cNvSpPr>
            <p:nvPr/>
          </p:nvSpPr>
          <p:spPr bwMode="auto">
            <a:xfrm>
              <a:off x="7091362" y="574198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2" name="Freeform 187"/>
            <p:cNvSpPr>
              <a:spLocks/>
            </p:cNvSpPr>
            <p:nvPr/>
          </p:nvSpPr>
          <p:spPr bwMode="auto">
            <a:xfrm>
              <a:off x="5426075" y="670718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3" name="Freeform 188"/>
            <p:cNvSpPr>
              <a:spLocks/>
            </p:cNvSpPr>
            <p:nvPr/>
          </p:nvSpPr>
          <p:spPr bwMode="auto">
            <a:xfrm>
              <a:off x="7253287" y="558482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4" name="Freeform 189"/>
            <p:cNvSpPr>
              <a:spLocks/>
            </p:cNvSpPr>
            <p:nvPr/>
          </p:nvSpPr>
          <p:spPr bwMode="auto">
            <a:xfrm>
              <a:off x="8218487" y="563721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5" name="Freeform 190"/>
            <p:cNvSpPr>
              <a:spLocks/>
            </p:cNvSpPr>
            <p:nvPr/>
          </p:nvSpPr>
          <p:spPr bwMode="auto">
            <a:xfrm>
              <a:off x="5192712" y="6899275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6" name="Freeform 191"/>
            <p:cNvSpPr>
              <a:spLocks/>
            </p:cNvSpPr>
            <p:nvPr/>
          </p:nvSpPr>
          <p:spPr bwMode="auto">
            <a:xfrm>
              <a:off x="5330825" y="4662487"/>
              <a:ext cx="153988" cy="152400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7" name="Freeform 192"/>
            <p:cNvSpPr>
              <a:spLocks/>
            </p:cNvSpPr>
            <p:nvPr/>
          </p:nvSpPr>
          <p:spPr bwMode="auto">
            <a:xfrm>
              <a:off x="5894387" y="530701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8" name="Freeform 193"/>
            <p:cNvSpPr>
              <a:spLocks/>
            </p:cNvSpPr>
            <p:nvPr/>
          </p:nvSpPr>
          <p:spPr bwMode="auto">
            <a:xfrm>
              <a:off x="6783387" y="5795962"/>
              <a:ext cx="153988" cy="152400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9" name="Freeform 194"/>
            <p:cNvSpPr>
              <a:spLocks/>
            </p:cNvSpPr>
            <p:nvPr/>
          </p:nvSpPr>
          <p:spPr bwMode="auto">
            <a:xfrm>
              <a:off x="6964362" y="5997575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0" name="Freeform 195"/>
            <p:cNvSpPr>
              <a:spLocks/>
            </p:cNvSpPr>
            <p:nvPr/>
          </p:nvSpPr>
          <p:spPr bwMode="auto">
            <a:xfrm>
              <a:off x="6604000" y="525462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1" name="Freeform 196"/>
            <p:cNvSpPr>
              <a:spLocks/>
            </p:cNvSpPr>
            <p:nvPr/>
          </p:nvSpPr>
          <p:spPr bwMode="auto">
            <a:xfrm>
              <a:off x="7475537" y="5700712"/>
              <a:ext cx="152400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2" name="Freeform 197"/>
            <p:cNvSpPr>
              <a:spLocks/>
            </p:cNvSpPr>
            <p:nvPr/>
          </p:nvSpPr>
          <p:spPr bwMode="auto">
            <a:xfrm>
              <a:off x="7666037" y="552926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3" name="Freeform 198"/>
            <p:cNvSpPr>
              <a:spLocks/>
            </p:cNvSpPr>
            <p:nvPr/>
          </p:nvSpPr>
          <p:spPr bwMode="auto">
            <a:xfrm>
              <a:off x="7602537" y="6126162"/>
              <a:ext cx="153988" cy="152400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4" name="Freeform 199"/>
            <p:cNvSpPr>
              <a:spLocks/>
            </p:cNvSpPr>
            <p:nvPr/>
          </p:nvSpPr>
          <p:spPr bwMode="auto">
            <a:xfrm>
              <a:off x="5511800" y="590073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5" name="Freeform 200"/>
            <p:cNvSpPr>
              <a:spLocks/>
            </p:cNvSpPr>
            <p:nvPr/>
          </p:nvSpPr>
          <p:spPr bwMode="auto">
            <a:xfrm>
              <a:off x="3311525" y="7378700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6" name="Freeform 201"/>
            <p:cNvSpPr>
              <a:spLocks/>
            </p:cNvSpPr>
            <p:nvPr/>
          </p:nvSpPr>
          <p:spPr bwMode="auto">
            <a:xfrm>
              <a:off x="3079750" y="8377237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7" name="Freeform 202"/>
            <p:cNvSpPr>
              <a:spLocks/>
            </p:cNvSpPr>
            <p:nvPr/>
          </p:nvSpPr>
          <p:spPr bwMode="auto">
            <a:xfrm>
              <a:off x="8829675" y="7326312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8" name="Freeform 203"/>
            <p:cNvSpPr>
              <a:spLocks/>
            </p:cNvSpPr>
            <p:nvPr/>
          </p:nvSpPr>
          <p:spPr bwMode="auto">
            <a:xfrm>
              <a:off x="8243887" y="8228012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9" name="Freeform 204"/>
            <p:cNvSpPr>
              <a:spLocks/>
            </p:cNvSpPr>
            <p:nvPr/>
          </p:nvSpPr>
          <p:spPr bwMode="auto">
            <a:xfrm>
              <a:off x="8094662" y="8451850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0" name="Freeform 205"/>
            <p:cNvSpPr>
              <a:spLocks/>
            </p:cNvSpPr>
            <p:nvPr/>
          </p:nvSpPr>
          <p:spPr bwMode="auto">
            <a:xfrm>
              <a:off x="9115425" y="6951662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1" name="Freeform 206"/>
            <p:cNvSpPr>
              <a:spLocks/>
            </p:cNvSpPr>
            <p:nvPr/>
          </p:nvSpPr>
          <p:spPr bwMode="auto">
            <a:xfrm>
              <a:off x="8785225" y="7837487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2" name="Freeform 207"/>
            <p:cNvSpPr>
              <a:spLocks/>
            </p:cNvSpPr>
            <p:nvPr/>
          </p:nvSpPr>
          <p:spPr bwMode="auto">
            <a:xfrm>
              <a:off x="9280525" y="6891337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3" name="Freeform 208"/>
            <p:cNvSpPr>
              <a:spLocks/>
            </p:cNvSpPr>
            <p:nvPr/>
          </p:nvSpPr>
          <p:spPr bwMode="auto">
            <a:xfrm>
              <a:off x="4108450" y="8640762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4" name="Freeform 209"/>
            <p:cNvSpPr>
              <a:spLocks/>
            </p:cNvSpPr>
            <p:nvPr/>
          </p:nvSpPr>
          <p:spPr bwMode="auto">
            <a:xfrm>
              <a:off x="5657850" y="6688137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5" name="Freeform 210"/>
            <p:cNvSpPr>
              <a:spLocks/>
            </p:cNvSpPr>
            <p:nvPr/>
          </p:nvSpPr>
          <p:spPr bwMode="auto">
            <a:xfrm>
              <a:off x="5756275" y="629443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6" name="Freeform 211"/>
            <p:cNvSpPr>
              <a:spLocks/>
            </p:cNvSpPr>
            <p:nvPr/>
          </p:nvSpPr>
          <p:spPr bwMode="auto">
            <a:xfrm>
              <a:off x="6051550" y="60610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7" name="Freeform 212"/>
            <p:cNvSpPr>
              <a:spLocks/>
            </p:cNvSpPr>
            <p:nvPr/>
          </p:nvSpPr>
          <p:spPr bwMode="auto">
            <a:xfrm>
              <a:off x="6307137" y="775811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8" name="Freeform 213"/>
            <p:cNvSpPr>
              <a:spLocks/>
            </p:cNvSpPr>
            <p:nvPr/>
          </p:nvSpPr>
          <p:spPr bwMode="auto">
            <a:xfrm>
              <a:off x="3335337" y="86518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9" name="Freeform 214"/>
            <p:cNvSpPr>
              <a:spLocks/>
            </p:cNvSpPr>
            <p:nvPr/>
          </p:nvSpPr>
          <p:spPr bwMode="auto">
            <a:xfrm>
              <a:off x="5151437" y="47783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0" name="Freeform 215"/>
            <p:cNvSpPr>
              <a:spLocks/>
            </p:cNvSpPr>
            <p:nvPr/>
          </p:nvSpPr>
          <p:spPr bwMode="auto">
            <a:xfrm>
              <a:off x="974725" y="6267450"/>
              <a:ext cx="247650" cy="252413"/>
            </a:xfrm>
            <a:custGeom>
              <a:avLst/>
              <a:gdLst>
                <a:gd name="T0" fmla="*/ 11 w 66"/>
                <a:gd name="T1" fmla="*/ 12 h 67"/>
                <a:gd name="T2" fmla="*/ 54 w 66"/>
                <a:gd name="T3" fmla="*/ 12 h 67"/>
                <a:gd name="T4" fmla="*/ 54 w 66"/>
                <a:gd name="T5" fmla="*/ 55 h 67"/>
                <a:gd name="T6" fmla="*/ 11 w 66"/>
                <a:gd name="T7" fmla="*/ 55 h 67"/>
                <a:gd name="T8" fmla="*/ 11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1" y="12"/>
                  </a:moveTo>
                  <a:cubicBezTo>
                    <a:pt x="23" y="0"/>
                    <a:pt x="42" y="0"/>
                    <a:pt x="54" y="12"/>
                  </a:cubicBezTo>
                  <a:cubicBezTo>
                    <a:pt x="66" y="24"/>
                    <a:pt x="66" y="43"/>
                    <a:pt x="54" y="55"/>
                  </a:cubicBezTo>
                  <a:cubicBezTo>
                    <a:pt x="42" y="67"/>
                    <a:pt x="23" y="67"/>
                    <a:pt x="11" y="55"/>
                  </a:cubicBezTo>
                  <a:cubicBezTo>
                    <a:pt x="0" y="43"/>
                    <a:pt x="0" y="24"/>
                    <a:pt x="11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1" name="Freeform 216"/>
            <p:cNvSpPr>
              <a:spLocks/>
            </p:cNvSpPr>
            <p:nvPr/>
          </p:nvSpPr>
          <p:spPr bwMode="auto">
            <a:xfrm>
              <a:off x="1019175" y="6316662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2" name="Freeform 217"/>
            <p:cNvSpPr>
              <a:spLocks/>
            </p:cNvSpPr>
            <p:nvPr/>
          </p:nvSpPr>
          <p:spPr bwMode="auto">
            <a:xfrm>
              <a:off x="4321175" y="7018337"/>
              <a:ext cx="698500" cy="436563"/>
            </a:xfrm>
            <a:custGeom>
              <a:avLst/>
              <a:gdLst>
                <a:gd name="T0" fmla="*/ 0 w 440"/>
                <a:gd name="T1" fmla="*/ 275 h 275"/>
                <a:gd name="T2" fmla="*/ 275 w 440"/>
                <a:gd name="T3" fmla="*/ 0 h 275"/>
                <a:gd name="T4" fmla="*/ 440 w 440"/>
                <a:gd name="T5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0" h="275">
                  <a:moveTo>
                    <a:pt x="0" y="275"/>
                  </a:moveTo>
                  <a:lnTo>
                    <a:pt x="275" y="0"/>
                  </a:lnTo>
                  <a:lnTo>
                    <a:pt x="44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3" name="Freeform 218"/>
            <p:cNvSpPr>
              <a:spLocks/>
            </p:cNvSpPr>
            <p:nvPr/>
          </p:nvSpPr>
          <p:spPr bwMode="auto">
            <a:xfrm>
              <a:off x="4978400" y="6943725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4" name="Freeform 219"/>
            <p:cNvSpPr>
              <a:spLocks/>
            </p:cNvSpPr>
            <p:nvPr/>
          </p:nvSpPr>
          <p:spPr bwMode="auto">
            <a:xfrm>
              <a:off x="4235450" y="7386637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5" name="Freeform 220"/>
            <p:cNvSpPr>
              <a:spLocks/>
            </p:cNvSpPr>
            <p:nvPr/>
          </p:nvSpPr>
          <p:spPr bwMode="auto">
            <a:xfrm>
              <a:off x="4433887" y="7097712"/>
              <a:ext cx="247650" cy="247650"/>
            </a:xfrm>
            <a:custGeom>
              <a:avLst/>
              <a:gdLst>
                <a:gd name="T0" fmla="*/ 11 w 66"/>
                <a:gd name="T1" fmla="*/ 11 h 66"/>
                <a:gd name="T2" fmla="*/ 54 w 66"/>
                <a:gd name="T3" fmla="*/ 11 h 66"/>
                <a:gd name="T4" fmla="*/ 54 w 66"/>
                <a:gd name="T5" fmla="*/ 54 h 66"/>
                <a:gd name="T6" fmla="*/ 11 w 66"/>
                <a:gd name="T7" fmla="*/ 54 h 66"/>
                <a:gd name="T8" fmla="*/ 11 w 66"/>
                <a:gd name="T9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11" y="11"/>
                  </a:moveTo>
                  <a:cubicBezTo>
                    <a:pt x="23" y="0"/>
                    <a:pt x="42" y="0"/>
                    <a:pt x="54" y="11"/>
                  </a:cubicBezTo>
                  <a:cubicBezTo>
                    <a:pt x="66" y="23"/>
                    <a:pt x="66" y="42"/>
                    <a:pt x="54" y="54"/>
                  </a:cubicBezTo>
                  <a:cubicBezTo>
                    <a:pt x="42" y="66"/>
                    <a:pt x="23" y="66"/>
                    <a:pt x="11" y="54"/>
                  </a:cubicBezTo>
                  <a:cubicBezTo>
                    <a:pt x="0" y="42"/>
                    <a:pt x="0" y="23"/>
                    <a:pt x="11" y="1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6" name="Freeform 221"/>
            <p:cNvSpPr>
              <a:spLocks/>
            </p:cNvSpPr>
            <p:nvPr/>
          </p:nvSpPr>
          <p:spPr bwMode="auto">
            <a:xfrm>
              <a:off x="4479925" y="7142162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7" name="Freeform 222"/>
            <p:cNvSpPr>
              <a:spLocks/>
            </p:cNvSpPr>
            <p:nvPr/>
          </p:nvSpPr>
          <p:spPr bwMode="auto">
            <a:xfrm>
              <a:off x="2719387" y="2825750"/>
              <a:ext cx="828675" cy="219075"/>
            </a:xfrm>
            <a:custGeom>
              <a:avLst/>
              <a:gdLst>
                <a:gd name="T0" fmla="*/ 522 w 522"/>
                <a:gd name="T1" fmla="*/ 135 h 138"/>
                <a:gd name="T2" fmla="*/ 135 w 522"/>
                <a:gd name="T3" fmla="*/ 138 h 138"/>
                <a:gd name="T4" fmla="*/ 0 w 522"/>
                <a:gd name="T5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2" h="138">
                  <a:moveTo>
                    <a:pt x="522" y="135"/>
                  </a:moveTo>
                  <a:lnTo>
                    <a:pt x="135" y="138"/>
                  </a:lnTo>
                  <a:lnTo>
                    <a:pt x="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8" name="Oval 223"/>
            <p:cNvSpPr>
              <a:spLocks noChangeArrowheads="1"/>
            </p:cNvSpPr>
            <p:nvPr/>
          </p:nvSpPr>
          <p:spPr bwMode="auto">
            <a:xfrm>
              <a:off x="2647950" y="2767012"/>
              <a:ext cx="142875" cy="138113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9" name="Oval 224"/>
            <p:cNvSpPr>
              <a:spLocks noChangeArrowheads="1"/>
            </p:cNvSpPr>
            <p:nvPr/>
          </p:nvSpPr>
          <p:spPr bwMode="auto">
            <a:xfrm>
              <a:off x="3489325" y="2976562"/>
              <a:ext cx="141288" cy="138113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50" name="Freeform 225"/>
            <p:cNvSpPr>
              <a:spLocks/>
            </p:cNvSpPr>
            <p:nvPr/>
          </p:nvSpPr>
          <p:spPr bwMode="auto">
            <a:xfrm>
              <a:off x="3101975" y="2932112"/>
              <a:ext cx="225425" cy="228600"/>
            </a:xfrm>
            <a:custGeom>
              <a:avLst/>
              <a:gdLst>
                <a:gd name="T0" fmla="*/ 30 w 60"/>
                <a:gd name="T1" fmla="*/ 61 h 61"/>
                <a:gd name="T2" fmla="*/ 0 w 60"/>
                <a:gd name="T3" fmla="*/ 30 h 61"/>
                <a:gd name="T4" fmla="*/ 30 w 60"/>
                <a:gd name="T5" fmla="*/ 0 h 61"/>
                <a:gd name="T6" fmla="*/ 60 w 60"/>
                <a:gd name="T7" fmla="*/ 30 h 61"/>
                <a:gd name="T8" fmla="*/ 30 w 60"/>
                <a:gd name="T9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1">
                  <a:moveTo>
                    <a:pt x="30" y="61"/>
                  </a:moveTo>
                  <a:cubicBezTo>
                    <a:pt x="13" y="61"/>
                    <a:pt x="0" y="47"/>
                    <a:pt x="0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7" y="0"/>
                    <a:pt x="60" y="13"/>
                    <a:pt x="60" y="30"/>
                  </a:cubicBezTo>
                  <a:cubicBezTo>
                    <a:pt x="60" y="47"/>
                    <a:pt x="47" y="61"/>
                    <a:pt x="30" y="6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51" name="Oval 226"/>
            <p:cNvSpPr>
              <a:spLocks noChangeArrowheads="1"/>
            </p:cNvSpPr>
            <p:nvPr/>
          </p:nvSpPr>
          <p:spPr bwMode="auto">
            <a:xfrm>
              <a:off x="3143250" y="2976562"/>
              <a:ext cx="142875" cy="1381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52" name="Freeform 227"/>
            <p:cNvSpPr>
              <a:spLocks/>
            </p:cNvSpPr>
            <p:nvPr/>
          </p:nvSpPr>
          <p:spPr bwMode="auto">
            <a:xfrm>
              <a:off x="8135937" y="525462"/>
              <a:ext cx="3497263" cy="3978275"/>
            </a:xfrm>
            <a:custGeom>
              <a:avLst/>
              <a:gdLst>
                <a:gd name="T0" fmla="*/ 0 w 2203"/>
                <a:gd name="T1" fmla="*/ 2504 h 2506"/>
                <a:gd name="T2" fmla="*/ 163 w 2203"/>
                <a:gd name="T3" fmla="*/ 2506 h 2506"/>
                <a:gd name="T4" fmla="*/ 399 w 2203"/>
                <a:gd name="T5" fmla="*/ 2270 h 2506"/>
                <a:gd name="T6" fmla="*/ 399 w 2203"/>
                <a:gd name="T7" fmla="*/ 1804 h 2506"/>
                <a:gd name="T8" fmla="*/ 2203 w 2203"/>
                <a:gd name="T9" fmla="*/ 0 h 2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03" h="2506">
                  <a:moveTo>
                    <a:pt x="0" y="2504"/>
                  </a:moveTo>
                  <a:lnTo>
                    <a:pt x="163" y="2506"/>
                  </a:lnTo>
                  <a:lnTo>
                    <a:pt x="399" y="2270"/>
                  </a:lnTo>
                  <a:lnTo>
                    <a:pt x="399" y="1804"/>
                  </a:lnTo>
                  <a:lnTo>
                    <a:pt x="220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53" name="Freeform 228"/>
            <p:cNvSpPr>
              <a:spLocks/>
            </p:cNvSpPr>
            <p:nvPr/>
          </p:nvSpPr>
          <p:spPr bwMode="auto">
            <a:xfrm>
              <a:off x="8023225" y="4429125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8 w 41"/>
                <a:gd name="T3" fmla="*/ 34 h 41"/>
                <a:gd name="T4" fmla="*/ 8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54" name="Freeform 229"/>
            <p:cNvSpPr>
              <a:spLocks/>
            </p:cNvSpPr>
            <p:nvPr/>
          </p:nvSpPr>
          <p:spPr bwMode="auto">
            <a:xfrm>
              <a:off x="7404100" y="252412"/>
              <a:ext cx="4278313" cy="4368800"/>
            </a:xfrm>
            <a:custGeom>
              <a:avLst/>
              <a:gdLst>
                <a:gd name="T0" fmla="*/ 0 w 2695"/>
                <a:gd name="T1" fmla="*/ 2747 h 2752"/>
                <a:gd name="T2" fmla="*/ 163 w 2695"/>
                <a:gd name="T3" fmla="*/ 2752 h 2752"/>
                <a:gd name="T4" fmla="*/ 439 w 2695"/>
                <a:gd name="T5" fmla="*/ 2475 h 2752"/>
                <a:gd name="T6" fmla="*/ 584 w 2695"/>
                <a:gd name="T7" fmla="*/ 2477 h 2752"/>
                <a:gd name="T8" fmla="*/ 785 w 2695"/>
                <a:gd name="T9" fmla="*/ 2276 h 2752"/>
                <a:gd name="T10" fmla="*/ 785 w 2695"/>
                <a:gd name="T11" fmla="*/ 1910 h 2752"/>
                <a:gd name="T12" fmla="*/ 2695 w 2695"/>
                <a:gd name="T13" fmla="*/ 0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95" h="2752">
                  <a:moveTo>
                    <a:pt x="0" y="2747"/>
                  </a:moveTo>
                  <a:lnTo>
                    <a:pt x="163" y="2752"/>
                  </a:lnTo>
                  <a:lnTo>
                    <a:pt x="439" y="2475"/>
                  </a:lnTo>
                  <a:lnTo>
                    <a:pt x="584" y="2477"/>
                  </a:lnTo>
                  <a:lnTo>
                    <a:pt x="785" y="2276"/>
                  </a:lnTo>
                  <a:lnTo>
                    <a:pt x="785" y="1910"/>
                  </a:lnTo>
                  <a:lnTo>
                    <a:pt x="26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55" name="Freeform 230"/>
            <p:cNvSpPr>
              <a:spLocks/>
            </p:cNvSpPr>
            <p:nvPr/>
          </p:nvSpPr>
          <p:spPr bwMode="auto">
            <a:xfrm>
              <a:off x="7291387" y="4549775"/>
              <a:ext cx="153988" cy="153988"/>
            </a:xfrm>
            <a:custGeom>
              <a:avLst/>
              <a:gdLst>
                <a:gd name="T0" fmla="*/ 34 w 41"/>
                <a:gd name="T1" fmla="*/ 33 h 41"/>
                <a:gd name="T2" fmla="*/ 8 w 41"/>
                <a:gd name="T3" fmla="*/ 33 h 41"/>
                <a:gd name="T4" fmla="*/ 8 w 41"/>
                <a:gd name="T5" fmla="*/ 7 h 41"/>
                <a:gd name="T6" fmla="*/ 34 w 41"/>
                <a:gd name="T7" fmla="*/ 7 h 41"/>
                <a:gd name="T8" fmla="*/ 34 w 41"/>
                <a:gd name="T9" fmla="*/ 3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3"/>
                  </a:move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56" name="Freeform 231"/>
            <p:cNvSpPr>
              <a:spLocks/>
            </p:cNvSpPr>
            <p:nvPr/>
          </p:nvSpPr>
          <p:spPr bwMode="auto">
            <a:xfrm>
              <a:off x="7740650" y="4297362"/>
              <a:ext cx="252413" cy="252413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57" name="Freeform 232"/>
            <p:cNvSpPr>
              <a:spLocks/>
            </p:cNvSpPr>
            <p:nvPr/>
          </p:nvSpPr>
          <p:spPr bwMode="auto">
            <a:xfrm>
              <a:off x="7789862" y="4346575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58" name="Freeform 233"/>
            <p:cNvSpPr>
              <a:spLocks/>
            </p:cNvSpPr>
            <p:nvPr/>
          </p:nvSpPr>
          <p:spPr bwMode="auto">
            <a:xfrm>
              <a:off x="8851900" y="7075487"/>
              <a:ext cx="252413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59" name="Freeform 234"/>
            <p:cNvSpPr>
              <a:spLocks/>
            </p:cNvSpPr>
            <p:nvPr/>
          </p:nvSpPr>
          <p:spPr bwMode="auto">
            <a:xfrm>
              <a:off x="8901112" y="7123112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60" name="Freeform 235"/>
            <p:cNvSpPr>
              <a:spLocks/>
            </p:cNvSpPr>
            <p:nvPr/>
          </p:nvSpPr>
          <p:spPr bwMode="auto">
            <a:xfrm>
              <a:off x="9010650" y="5626100"/>
              <a:ext cx="2679700" cy="2717800"/>
            </a:xfrm>
            <a:custGeom>
              <a:avLst/>
              <a:gdLst>
                <a:gd name="T0" fmla="*/ 1688 w 1688"/>
                <a:gd name="T1" fmla="*/ 0 h 1712"/>
                <a:gd name="T2" fmla="*/ 758 w 1688"/>
                <a:gd name="T3" fmla="*/ 929 h 1712"/>
                <a:gd name="T4" fmla="*/ 560 w 1688"/>
                <a:gd name="T5" fmla="*/ 927 h 1712"/>
                <a:gd name="T6" fmla="*/ 101 w 1688"/>
                <a:gd name="T7" fmla="*/ 1386 h 1712"/>
                <a:gd name="T8" fmla="*/ 104 w 1688"/>
                <a:gd name="T9" fmla="*/ 1490 h 1712"/>
                <a:gd name="T10" fmla="*/ 2 w 1688"/>
                <a:gd name="T11" fmla="*/ 1594 h 1712"/>
                <a:gd name="T12" fmla="*/ 0 w 1688"/>
                <a:gd name="T13" fmla="*/ 1662 h 1712"/>
                <a:gd name="T14" fmla="*/ 49 w 1688"/>
                <a:gd name="T15" fmla="*/ 1712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8" h="1712">
                  <a:moveTo>
                    <a:pt x="1688" y="0"/>
                  </a:moveTo>
                  <a:lnTo>
                    <a:pt x="758" y="929"/>
                  </a:lnTo>
                  <a:lnTo>
                    <a:pt x="560" y="927"/>
                  </a:lnTo>
                  <a:lnTo>
                    <a:pt x="101" y="1386"/>
                  </a:lnTo>
                  <a:lnTo>
                    <a:pt x="104" y="1490"/>
                  </a:lnTo>
                  <a:lnTo>
                    <a:pt x="2" y="1594"/>
                  </a:lnTo>
                  <a:lnTo>
                    <a:pt x="0" y="1662"/>
                  </a:lnTo>
                  <a:lnTo>
                    <a:pt x="49" y="171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61" name="Freeform 236"/>
            <p:cNvSpPr>
              <a:spLocks/>
            </p:cNvSpPr>
            <p:nvPr/>
          </p:nvSpPr>
          <p:spPr bwMode="auto">
            <a:xfrm>
              <a:off x="9299575" y="5678487"/>
              <a:ext cx="2443163" cy="2503488"/>
            </a:xfrm>
            <a:custGeom>
              <a:avLst/>
              <a:gdLst>
                <a:gd name="T0" fmla="*/ 47 w 1539"/>
                <a:gd name="T1" fmla="*/ 1577 h 1577"/>
                <a:gd name="T2" fmla="*/ 0 w 1539"/>
                <a:gd name="T3" fmla="*/ 1530 h 1577"/>
                <a:gd name="T4" fmla="*/ 4 w 1539"/>
                <a:gd name="T5" fmla="*/ 1348 h 1577"/>
                <a:gd name="T6" fmla="*/ 217 w 1539"/>
                <a:gd name="T7" fmla="*/ 1135 h 1577"/>
                <a:gd name="T8" fmla="*/ 463 w 1539"/>
                <a:gd name="T9" fmla="*/ 1142 h 1577"/>
                <a:gd name="T10" fmla="*/ 508 w 1539"/>
                <a:gd name="T11" fmla="*/ 1097 h 1577"/>
                <a:gd name="T12" fmla="*/ 508 w 1539"/>
                <a:gd name="T13" fmla="*/ 1031 h 1577"/>
                <a:gd name="T14" fmla="*/ 1539 w 1539"/>
                <a:gd name="T15" fmla="*/ 0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39" h="1577">
                  <a:moveTo>
                    <a:pt x="47" y="1577"/>
                  </a:moveTo>
                  <a:lnTo>
                    <a:pt x="0" y="1530"/>
                  </a:lnTo>
                  <a:lnTo>
                    <a:pt x="4" y="1348"/>
                  </a:lnTo>
                  <a:lnTo>
                    <a:pt x="217" y="1135"/>
                  </a:lnTo>
                  <a:lnTo>
                    <a:pt x="463" y="1142"/>
                  </a:lnTo>
                  <a:lnTo>
                    <a:pt x="508" y="1097"/>
                  </a:lnTo>
                  <a:lnTo>
                    <a:pt x="508" y="1031"/>
                  </a:lnTo>
                  <a:lnTo>
                    <a:pt x="153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62" name="Freeform 237"/>
            <p:cNvSpPr>
              <a:spLocks/>
            </p:cNvSpPr>
            <p:nvPr/>
          </p:nvSpPr>
          <p:spPr bwMode="auto">
            <a:xfrm>
              <a:off x="9536112" y="5730875"/>
              <a:ext cx="2259013" cy="2390775"/>
            </a:xfrm>
            <a:custGeom>
              <a:avLst/>
              <a:gdLst>
                <a:gd name="T0" fmla="*/ 0 w 1423"/>
                <a:gd name="T1" fmla="*/ 1506 h 1506"/>
                <a:gd name="T2" fmla="*/ 399 w 1423"/>
                <a:gd name="T3" fmla="*/ 1104 h 1506"/>
                <a:gd name="T4" fmla="*/ 397 w 1423"/>
                <a:gd name="T5" fmla="*/ 1026 h 1506"/>
                <a:gd name="T6" fmla="*/ 1423 w 1423"/>
                <a:gd name="T7" fmla="*/ 0 h 1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3" h="1506">
                  <a:moveTo>
                    <a:pt x="0" y="1506"/>
                  </a:moveTo>
                  <a:lnTo>
                    <a:pt x="399" y="1104"/>
                  </a:lnTo>
                  <a:lnTo>
                    <a:pt x="397" y="1026"/>
                  </a:lnTo>
                  <a:lnTo>
                    <a:pt x="142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63" name="Freeform 238"/>
            <p:cNvSpPr>
              <a:spLocks/>
            </p:cNvSpPr>
            <p:nvPr/>
          </p:nvSpPr>
          <p:spPr bwMode="auto">
            <a:xfrm>
              <a:off x="9085262" y="5765800"/>
              <a:ext cx="2743200" cy="2795588"/>
            </a:xfrm>
            <a:custGeom>
              <a:avLst/>
              <a:gdLst>
                <a:gd name="T0" fmla="*/ 0 w 1728"/>
                <a:gd name="T1" fmla="*/ 1761 h 1761"/>
                <a:gd name="T2" fmla="*/ 127 w 1728"/>
                <a:gd name="T3" fmla="*/ 1761 h 1761"/>
                <a:gd name="T4" fmla="*/ 745 w 1728"/>
                <a:gd name="T5" fmla="*/ 1142 h 1761"/>
                <a:gd name="T6" fmla="*/ 742 w 1728"/>
                <a:gd name="T7" fmla="*/ 985 h 1761"/>
                <a:gd name="T8" fmla="*/ 1728 w 1728"/>
                <a:gd name="T9" fmla="*/ 0 h 1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8" h="1761">
                  <a:moveTo>
                    <a:pt x="0" y="1761"/>
                  </a:moveTo>
                  <a:lnTo>
                    <a:pt x="127" y="1761"/>
                  </a:lnTo>
                  <a:lnTo>
                    <a:pt x="745" y="1142"/>
                  </a:lnTo>
                  <a:lnTo>
                    <a:pt x="742" y="985"/>
                  </a:lnTo>
                  <a:lnTo>
                    <a:pt x="172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64" name="Freeform 239"/>
            <p:cNvSpPr>
              <a:spLocks/>
            </p:cNvSpPr>
            <p:nvPr/>
          </p:nvSpPr>
          <p:spPr bwMode="auto">
            <a:xfrm>
              <a:off x="8513762" y="5795962"/>
              <a:ext cx="3344863" cy="3662363"/>
            </a:xfrm>
            <a:custGeom>
              <a:avLst/>
              <a:gdLst>
                <a:gd name="T0" fmla="*/ 0 w 2107"/>
                <a:gd name="T1" fmla="*/ 2307 h 2307"/>
                <a:gd name="T2" fmla="*/ 156 w 2107"/>
                <a:gd name="T3" fmla="*/ 2151 h 2307"/>
                <a:gd name="T4" fmla="*/ 161 w 2107"/>
                <a:gd name="T5" fmla="*/ 1959 h 2307"/>
                <a:gd name="T6" fmla="*/ 279 w 2107"/>
                <a:gd name="T7" fmla="*/ 1841 h 2307"/>
                <a:gd name="T8" fmla="*/ 445 w 2107"/>
                <a:gd name="T9" fmla="*/ 1851 h 2307"/>
                <a:gd name="T10" fmla="*/ 1147 w 2107"/>
                <a:gd name="T11" fmla="*/ 1146 h 2307"/>
                <a:gd name="T12" fmla="*/ 1145 w 2107"/>
                <a:gd name="T13" fmla="*/ 964 h 2307"/>
                <a:gd name="T14" fmla="*/ 2107 w 2107"/>
                <a:gd name="T15" fmla="*/ 0 h 2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07" h="2307">
                  <a:moveTo>
                    <a:pt x="0" y="2307"/>
                  </a:moveTo>
                  <a:lnTo>
                    <a:pt x="156" y="2151"/>
                  </a:lnTo>
                  <a:lnTo>
                    <a:pt x="161" y="1959"/>
                  </a:lnTo>
                  <a:lnTo>
                    <a:pt x="279" y="1841"/>
                  </a:lnTo>
                  <a:lnTo>
                    <a:pt x="445" y="1851"/>
                  </a:lnTo>
                  <a:lnTo>
                    <a:pt x="1147" y="1146"/>
                  </a:lnTo>
                  <a:lnTo>
                    <a:pt x="1145" y="964"/>
                  </a:lnTo>
                  <a:lnTo>
                    <a:pt x="210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65" name="Freeform 240"/>
            <p:cNvSpPr>
              <a:spLocks/>
            </p:cNvSpPr>
            <p:nvPr/>
          </p:nvSpPr>
          <p:spPr bwMode="auto">
            <a:xfrm>
              <a:off x="8378825" y="5837237"/>
              <a:ext cx="3524250" cy="3865563"/>
            </a:xfrm>
            <a:custGeom>
              <a:avLst/>
              <a:gdLst>
                <a:gd name="T0" fmla="*/ 2220 w 2220"/>
                <a:gd name="T1" fmla="*/ 0 h 2435"/>
                <a:gd name="T2" fmla="*/ 1256 w 2220"/>
                <a:gd name="T3" fmla="*/ 964 h 2435"/>
                <a:gd name="T4" fmla="*/ 1261 w 2220"/>
                <a:gd name="T5" fmla="*/ 1149 h 2435"/>
                <a:gd name="T6" fmla="*/ 556 w 2220"/>
                <a:gd name="T7" fmla="*/ 1851 h 2435"/>
                <a:gd name="T8" fmla="*/ 398 w 2220"/>
                <a:gd name="T9" fmla="*/ 1848 h 2435"/>
                <a:gd name="T10" fmla="*/ 279 w 2220"/>
                <a:gd name="T11" fmla="*/ 1969 h 2435"/>
                <a:gd name="T12" fmla="*/ 275 w 2220"/>
                <a:gd name="T13" fmla="*/ 2158 h 2435"/>
                <a:gd name="T14" fmla="*/ 0 w 2220"/>
                <a:gd name="T15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0" h="2435">
                  <a:moveTo>
                    <a:pt x="2220" y="0"/>
                  </a:moveTo>
                  <a:lnTo>
                    <a:pt x="1256" y="964"/>
                  </a:lnTo>
                  <a:lnTo>
                    <a:pt x="1261" y="1149"/>
                  </a:lnTo>
                  <a:lnTo>
                    <a:pt x="556" y="1851"/>
                  </a:lnTo>
                  <a:lnTo>
                    <a:pt x="398" y="1848"/>
                  </a:lnTo>
                  <a:lnTo>
                    <a:pt x="279" y="1969"/>
                  </a:lnTo>
                  <a:lnTo>
                    <a:pt x="275" y="2158"/>
                  </a:lnTo>
                  <a:lnTo>
                    <a:pt x="0" y="243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3" name="Freeform 242"/>
            <p:cNvSpPr>
              <a:spLocks/>
            </p:cNvSpPr>
            <p:nvPr/>
          </p:nvSpPr>
          <p:spPr bwMode="auto">
            <a:xfrm>
              <a:off x="7764463" y="5892800"/>
              <a:ext cx="4192588" cy="4506913"/>
            </a:xfrm>
            <a:custGeom>
              <a:avLst/>
              <a:gdLst>
                <a:gd name="T0" fmla="*/ 0 w 2641"/>
                <a:gd name="T1" fmla="*/ 2839 h 2839"/>
                <a:gd name="T2" fmla="*/ 690 w 2641"/>
                <a:gd name="T3" fmla="*/ 2149 h 2839"/>
                <a:gd name="T4" fmla="*/ 692 w 2641"/>
                <a:gd name="T5" fmla="*/ 1960 h 2839"/>
                <a:gd name="T6" fmla="*/ 811 w 2641"/>
                <a:gd name="T7" fmla="*/ 1842 h 2839"/>
                <a:gd name="T8" fmla="*/ 976 w 2641"/>
                <a:gd name="T9" fmla="*/ 1849 h 2839"/>
                <a:gd name="T10" fmla="*/ 1681 w 2641"/>
                <a:gd name="T11" fmla="*/ 1147 h 2839"/>
                <a:gd name="T12" fmla="*/ 1676 w 2641"/>
                <a:gd name="T13" fmla="*/ 962 h 2839"/>
                <a:gd name="T14" fmla="*/ 2641 w 2641"/>
                <a:gd name="T15" fmla="*/ 0 h 2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1" h="2839">
                  <a:moveTo>
                    <a:pt x="0" y="2839"/>
                  </a:moveTo>
                  <a:lnTo>
                    <a:pt x="690" y="2149"/>
                  </a:lnTo>
                  <a:lnTo>
                    <a:pt x="692" y="1960"/>
                  </a:lnTo>
                  <a:lnTo>
                    <a:pt x="811" y="1842"/>
                  </a:lnTo>
                  <a:lnTo>
                    <a:pt x="976" y="1849"/>
                  </a:lnTo>
                  <a:lnTo>
                    <a:pt x="1681" y="1147"/>
                  </a:lnTo>
                  <a:lnTo>
                    <a:pt x="1676" y="962"/>
                  </a:lnTo>
                  <a:lnTo>
                    <a:pt x="264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4" name="Freeform 243"/>
            <p:cNvSpPr>
              <a:spLocks/>
            </p:cNvSpPr>
            <p:nvPr/>
          </p:nvSpPr>
          <p:spPr bwMode="auto">
            <a:xfrm>
              <a:off x="9039225" y="5945187"/>
              <a:ext cx="2970213" cy="3119438"/>
            </a:xfrm>
            <a:custGeom>
              <a:avLst/>
              <a:gdLst>
                <a:gd name="T0" fmla="*/ 1871 w 1871"/>
                <a:gd name="T1" fmla="*/ 0 h 1965"/>
                <a:gd name="T2" fmla="*/ 906 w 1871"/>
                <a:gd name="T3" fmla="*/ 962 h 1965"/>
                <a:gd name="T4" fmla="*/ 904 w 1871"/>
                <a:gd name="T5" fmla="*/ 1140 h 1965"/>
                <a:gd name="T6" fmla="*/ 81 w 1871"/>
                <a:gd name="T7" fmla="*/ 1962 h 1965"/>
                <a:gd name="T8" fmla="*/ 0 w 1871"/>
                <a:gd name="T9" fmla="*/ 1965 h 1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1" h="1965">
                  <a:moveTo>
                    <a:pt x="1871" y="0"/>
                  </a:moveTo>
                  <a:lnTo>
                    <a:pt x="906" y="962"/>
                  </a:lnTo>
                  <a:lnTo>
                    <a:pt x="904" y="1140"/>
                  </a:lnTo>
                  <a:lnTo>
                    <a:pt x="81" y="1962"/>
                  </a:lnTo>
                  <a:lnTo>
                    <a:pt x="0" y="196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5" name="Freeform 244"/>
            <p:cNvSpPr>
              <a:spLocks/>
            </p:cNvSpPr>
            <p:nvPr/>
          </p:nvSpPr>
          <p:spPr bwMode="auto">
            <a:xfrm>
              <a:off x="9010650" y="8482012"/>
              <a:ext cx="152400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6" name="Freeform 245"/>
            <p:cNvSpPr>
              <a:spLocks/>
            </p:cNvSpPr>
            <p:nvPr/>
          </p:nvSpPr>
          <p:spPr bwMode="auto">
            <a:xfrm>
              <a:off x="9294813" y="8107362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7" name="Freeform 246"/>
            <p:cNvSpPr>
              <a:spLocks/>
            </p:cNvSpPr>
            <p:nvPr/>
          </p:nvSpPr>
          <p:spPr bwMode="auto">
            <a:xfrm>
              <a:off x="8964613" y="8993187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8" name="Freeform 247"/>
            <p:cNvSpPr>
              <a:spLocks/>
            </p:cNvSpPr>
            <p:nvPr/>
          </p:nvSpPr>
          <p:spPr bwMode="auto">
            <a:xfrm>
              <a:off x="9459913" y="8047037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9" name="Freeform 248"/>
            <p:cNvSpPr>
              <a:spLocks/>
            </p:cNvSpPr>
            <p:nvPr/>
          </p:nvSpPr>
          <p:spPr bwMode="auto">
            <a:xfrm>
              <a:off x="9032875" y="8231187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0" name="Freeform 249"/>
            <p:cNvSpPr>
              <a:spLocks/>
            </p:cNvSpPr>
            <p:nvPr/>
          </p:nvSpPr>
          <p:spPr bwMode="auto">
            <a:xfrm>
              <a:off x="9080500" y="8280400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1" name="Freeform 250"/>
            <p:cNvSpPr>
              <a:spLocks/>
            </p:cNvSpPr>
            <p:nvPr/>
          </p:nvSpPr>
          <p:spPr bwMode="auto">
            <a:xfrm>
              <a:off x="8856663" y="4583112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2" name="Freeform 251"/>
            <p:cNvSpPr>
              <a:spLocks/>
            </p:cNvSpPr>
            <p:nvPr/>
          </p:nvSpPr>
          <p:spPr bwMode="auto">
            <a:xfrm>
              <a:off x="8904288" y="4632325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3" name="Freeform 252"/>
            <p:cNvSpPr>
              <a:spLocks/>
            </p:cNvSpPr>
            <p:nvPr/>
          </p:nvSpPr>
          <p:spPr bwMode="auto">
            <a:xfrm>
              <a:off x="9217025" y="3967162"/>
              <a:ext cx="250825" cy="252413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4" name="Freeform 253"/>
            <p:cNvSpPr>
              <a:spLocks/>
            </p:cNvSpPr>
            <p:nvPr/>
          </p:nvSpPr>
          <p:spPr bwMode="auto">
            <a:xfrm>
              <a:off x="9264650" y="4016375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5" name="Freeform 254"/>
            <p:cNvSpPr>
              <a:spLocks/>
            </p:cNvSpPr>
            <p:nvPr/>
          </p:nvSpPr>
          <p:spPr bwMode="auto">
            <a:xfrm>
              <a:off x="7456488" y="5878512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6" name="Freeform 255"/>
            <p:cNvSpPr>
              <a:spLocks/>
            </p:cNvSpPr>
            <p:nvPr/>
          </p:nvSpPr>
          <p:spPr bwMode="auto">
            <a:xfrm>
              <a:off x="7504113" y="5926137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7" name="Freeform 256"/>
            <p:cNvSpPr>
              <a:spLocks/>
            </p:cNvSpPr>
            <p:nvPr/>
          </p:nvSpPr>
          <p:spPr bwMode="auto">
            <a:xfrm>
              <a:off x="4783137" y="6002337"/>
              <a:ext cx="252413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8" name="Freeform 257"/>
            <p:cNvSpPr>
              <a:spLocks/>
            </p:cNvSpPr>
            <p:nvPr/>
          </p:nvSpPr>
          <p:spPr bwMode="auto">
            <a:xfrm>
              <a:off x="4832350" y="60499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9" name="Freeform 258"/>
            <p:cNvSpPr>
              <a:spLocks/>
            </p:cNvSpPr>
            <p:nvPr/>
          </p:nvSpPr>
          <p:spPr bwMode="auto">
            <a:xfrm>
              <a:off x="3360737" y="8275637"/>
              <a:ext cx="252413" cy="247650"/>
            </a:xfrm>
            <a:custGeom>
              <a:avLst/>
              <a:gdLst>
                <a:gd name="T0" fmla="*/ 12 w 67"/>
                <a:gd name="T1" fmla="*/ 11 h 66"/>
                <a:gd name="T2" fmla="*/ 55 w 67"/>
                <a:gd name="T3" fmla="*/ 11 h 66"/>
                <a:gd name="T4" fmla="*/ 55 w 67"/>
                <a:gd name="T5" fmla="*/ 54 h 66"/>
                <a:gd name="T6" fmla="*/ 12 w 67"/>
                <a:gd name="T7" fmla="*/ 54 h 66"/>
                <a:gd name="T8" fmla="*/ 12 w 67"/>
                <a:gd name="T9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12" y="11"/>
                  </a:moveTo>
                  <a:cubicBezTo>
                    <a:pt x="24" y="0"/>
                    <a:pt x="43" y="0"/>
                    <a:pt x="55" y="11"/>
                  </a:cubicBezTo>
                  <a:cubicBezTo>
                    <a:pt x="66" y="23"/>
                    <a:pt x="67" y="42"/>
                    <a:pt x="55" y="54"/>
                  </a:cubicBezTo>
                  <a:cubicBezTo>
                    <a:pt x="43" y="66"/>
                    <a:pt x="24" y="66"/>
                    <a:pt x="12" y="54"/>
                  </a:cubicBezTo>
                  <a:cubicBezTo>
                    <a:pt x="0" y="42"/>
                    <a:pt x="0" y="23"/>
                    <a:pt x="12" y="1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0" name="Freeform 259"/>
            <p:cNvSpPr>
              <a:spLocks/>
            </p:cNvSpPr>
            <p:nvPr/>
          </p:nvSpPr>
          <p:spPr bwMode="auto">
            <a:xfrm>
              <a:off x="3409950" y="8321675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1" name="Freeform 260"/>
            <p:cNvSpPr>
              <a:spLocks/>
            </p:cNvSpPr>
            <p:nvPr/>
          </p:nvSpPr>
          <p:spPr bwMode="auto">
            <a:xfrm>
              <a:off x="5992813" y="5026025"/>
              <a:ext cx="250825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2" name="Freeform 261"/>
            <p:cNvSpPr>
              <a:spLocks/>
            </p:cNvSpPr>
            <p:nvPr/>
          </p:nvSpPr>
          <p:spPr bwMode="auto">
            <a:xfrm>
              <a:off x="6040438" y="507523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3" name="Freeform 262"/>
            <p:cNvSpPr>
              <a:spLocks/>
            </p:cNvSpPr>
            <p:nvPr/>
          </p:nvSpPr>
          <p:spPr bwMode="auto">
            <a:xfrm>
              <a:off x="7981950" y="112712"/>
              <a:ext cx="3719513" cy="4000500"/>
            </a:xfrm>
            <a:custGeom>
              <a:avLst/>
              <a:gdLst>
                <a:gd name="T0" fmla="*/ 0 w 2343"/>
                <a:gd name="T1" fmla="*/ 2431 h 2520"/>
                <a:gd name="T2" fmla="*/ 87 w 2343"/>
                <a:gd name="T3" fmla="*/ 2516 h 2520"/>
                <a:gd name="T4" fmla="*/ 198 w 2343"/>
                <a:gd name="T5" fmla="*/ 2520 h 2520"/>
                <a:gd name="T6" fmla="*/ 373 w 2343"/>
                <a:gd name="T7" fmla="*/ 2343 h 2520"/>
                <a:gd name="T8" fmla="*/ 373 w 2343"/>
                <a:gd name="T9" fmla="*/ 1970 h 2520"/>
                <a:gd name="T10" fmla="*/ 2343 w 2343"/>
                <a:gd name="T11" fmla="*/ 0 h 2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43" h="2520">
                  <a:moveTo>
                    <a:pt x="0" y="2431"/>
                  </a:moveTo>
                  <a:lnTo>
                    <a:pt x="87" y="2516"/>
                  </a:lnTo>
                  <a:lnTo>
                    <a:pt x="198" y="2520"/>
                  </a:lnTo>
                  <a:lnTo>
                    <a:pt x="373" y="2343"/>
                  </a:lnTo>
                  <a:lnTo>
                    <a:pt x="373" y="1970"/>
                  </a:lnTo>
                  <a:lnTo>
                    <a:pt x="234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4" name="Freeform 263"/>
            <p:cNvSpPr>
              <a:spLocks/>
            </p:cNvSpPr>
            <p:nvPr/>
          </p:nvSpPr>
          <p:spPr bwMode="auto">
            <a:xfrm>
              <a:off x="8194675" y="-165100"/>
              <a:ext cx="3649663" cy="4129088"/>
            </a:xfrm>
            <a:custGeom>
              <a:avLst/>
              <a:gdLst>
                <a:gd name="T0" fmla="*/ 0 w 2299"/>
                <a:gd name="T1" fmla="*/ 2598 h 2601"/>
                <a:gd name="T2" fmla="*/ 78 w 2299"/>
                <a:gd name="T3" fmla="*/ 2601 h 2601"/>
                <a:gd name="T4" fmla="*/ 201 w 2299"/>
                <a:gd name="T5" fmla="*/ 2478 h 2601"/>
                <a:gd name="T6" fmla="*/ 201 w 2299"/>
                <a:gd name="T7" fmla="*/ 2097 h 2601"/>
                <a:gd name="T8" fmla="*/ 2299 w 2299"/>
                <a:gd name="T9" fmla="*/ 0 h 2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99" h="2601">
                  <a:moveTo>
                    <a:pt x="0" y="2598"/>
                  </a:moveTo>
                  <a:lnTo>
                    <a:pt x="78" y="2601"/>
                  </a:lnTo>
                  <a:lnTo>
                    <a:pt x="201" y="2478"/>
                  </a:lnTo>
                  <a:lnTo>
                    <a:pt x="201" y="2097"/>
                  </a:lnTo>
                  <a:lnTo>
                    <a:pt x="229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5" name="Freeform 264"/>
            <p:cNvSpPr>
              <a:spLocks/>
            </p:cNvSpPr>
            <p:nvPr/>
          </p:nvSpPr>
          <p:spPr bwMode="auto">
            <a:xfrm>
              <a:off x="8105775" y="3900487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8 w 41"/>
                <a:gd name="T3" fmla="*/ 34 h 41"/>
                <a:gd name="T4" fmla="*/ 34 w 41"/>
                <a:gd name="T5" fmla="*/ 34 h 41"/>
                <a:gd name="T6" fmla="*/ 34 w 41"/>
                <a:gd name="T7" fmla="*/ 8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0" y="15"/>
                    <a:pt x="0" y="27"/>
                    <a:pt x="8" y="34"/>
                  </a:cubicBezTo>
                  <a:cubicBezTo>
                    <a:pt x="15" y="41"/>
                    <a:pt x="27" y="41"/>
                    <a:pt x="34" y="34"/>
                  </a:cubicBezTo>
                  <a:cubicBezTo>
                    <a:pt x="41" y="27"/>
                    <a:pt x="41" y="15"/>
                    <a:pt x="34" y="8"/>
                  </a:cubicBezTo>
                  <a:cubicBezTo>
                    <a:pt x="27" y="0"/>
                    <a:pt x="15" y="0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</p:grpSp>
      <p:sp>
        <p:nvSpPr>
          <p:cNvPr id="537" name="文本框 536"/>
          <p:cNvSpPr txBox="1"/>
          <p:nvPr/>
        </p:nvSpPr>
        <p:spPr>
          <a:xfrm>
            <a:off x="4112765" y="2064684"/>
            <a:ext cx="375833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400" b="1" dirty="0" smtClean="0">
                <a:solidFill>
                  <a:prstClr val="white"/>
                </a:solidFill>
                <a:latin typeface="Baskerville Old Face" panose="02020602080505020303" pitchFamily="18" charset="0"/>
                <a:ea typeface="微软雅黑" panose="020B0503020204020204" pitchFamily="34" charset="-122"/>
              </a:rPr>
              <a:t>Low Dropout Regulator</a:t>
            </a:r>
            <a:endParaRPr lang="en-US" altLang="zh-CN" sz="2400" b="1" dirty="0">
              <a:solidFill>
                <a:prstClr val="white"/>
              </a:solidFill>
              <a:latin typeface="Baskerville Old Face" panose="02020602080505020303" pitchFamily="18" charset="0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5915306" y="-3855953"/>
            <a:ext cx="11510963" cy="11653838"/>
            <a:chOff x="5915306" y="-3855953"/>
            <a:chExt cx="11510963" cy="11653838"/>
          </a:xfrm>
        </p:grpSpPr>
        <p:sp>
          <p:nvSpPr>
            <p:cNvPr id="306" name="Freeform 41"/>
            <p:cNvSpPr>
              <a:spLocks/>
            </p:cNvSpPr>
            <p:nvPr/>
          </p:nvSpPr>
          <p:spPr bwMode="auto">
            <a:xfrm rot="5400000" flipH="1" flipV="1">
              <a:off x="10765913" y="3279861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94" name="Freeform 129"/>
            <p:cNvSpPr>
              <a:spLocks/>
            </p:cNvSpPr>
            <p:nvPr/>
          </p:nvSpPr>
          <p:spPr bwMode="auto">
            <a:xfrm rot="5400000" flipH="1" flipV="1">
              <a:off x="10911963" y="3284623"/>
              <a:ext cx="2582863" cy="2716213"/>
            </a:xfrm>
            <a:custGeom>
              <a:avLst/>
              <a:gdLst>
                <a:gd name="T0" fmla="*/ 1627 w 1627"/>
                <a:gd name="T1" fmla="*/ 0 h 1711"/>
                <a:gd name="T2" fmla="*/ 1539 w 1627"/>
                <a:gd name="T3" fmla="*/ 0 h 1711"/>
                <a:gd name="T4" fmla="*/ 1289 w 1627"/>
                <a:gd name="T5" fmla="*/ 250 h 1711"/>
                <a:gd name="T6" fmla="*/ 1286 w 1627"/>
                <a:gd name="T7" fmla="*/ 425 h 1711"/>
                <a:gd name="T8" fmla="*/ 0 w 1627"/>
                <a:gd name="T9" fmla="*/ 1711 h 1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7" h="1711">
                  <a:moveTo>
                    <a:pt x="1627" y="0"/>
                  </a:moveTo>
                  <a:lnTo>
                    <a:pt x="1539" y="0"/>
                  </a:lnTo>
                  <a:lnTo>
                    <a:pt x="1289" y="250"/>
                  </a:lnTo>
                  <a:lnTo>
                    <a:pt x="1286" y="425"/>
                  </a:lnTo>
                  <a:lnTo>
                    <a:pt x="0" y="1711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95" name="Freeform 130"/>
            <p:cNvSpPr>
              <a:spLocks/>
            </p:cNvSpPr>
            <p:nvPr/>
          </p:nvSpPr>
          <p:spPr bwMode="auto">
            <a:xfrm rot="5400000" flipH="1" flipV="1">
              <a:off x="11011975" y="3575136"/>
              <a:ext cx="2060575" cy="2911475"/>
            </a:xfrm>
            <a:custGeom>
              <a:avLst/>
              <a:gdLst>
                <a:gd name="T0" fmla="*/ 1224 w 1298"/>
                <a:gd name="T1" fmla="*/ 0 h 1834"/>
                <a:gd name="T2" fmla="*/ 1224 w 1298"/>
                <a:gd name="T3" fmla="*/ 293 h 1834"/>
                <a:gd name="T4" fmla="*/ 1298 w 1298"/>
                <a:gd name="T5" fmla="*/ 364 h 1834"/>
                <a:gd name="T6" fmla="*/ 1298 w 1298"/>
                <a:gd name="T7" fmla="*/ 536 h 1834"/>
                <a:gd name="T8" fmla="*/ 0 w 1298"/>
                <a:gd name="T9" fmla="*/ 1834 h 1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8" h="1834">
                  <a:moveTo>
                    <a:pt x="1224" y="0"/>
                  </a:moveTo>
                  <a:lnTo>
                    <a:pt x="1224" y="293"/>
                  </a:lnTo>
                  <a:lnTo>
                    <a:pt x="1298" y="364"/>
                  </a:lnTo>
                  <a:lnTo>
                    <a:pt x="1298" y="536"/>
                  </a:lnTo>
                  <a:lnTo>
                    <a:pt x="0" y="183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27" name="Freeform 162"/>
            <p:cNvSpPr>
              <a:spLocks/>
            </p:cNvSpPr>
            <p:nvPr/>
          </p:nvSpPr>
          <p:spPr bwMode="auto">
            <a:xfrm rot="5400000" flipH="1" flipV="1">
              <a:off x="11285819" y="4017255"/>
              <a:ext cx="2349500" cy="2668588"/>
            </a:xfrm>
            <a:custGeom>
              <a:avLst/>
              <a:gdLst>
                <a:gd name="T0" fmla="*/ 0 w 1480"/>
                <a:gd name="T1" fmla="*/ 1681 h 1681"/>
                <a:gd name="T2" fmla="*/ 1480 w 1480"/>
                <a:gd name="T3" fmla="*/ 201 h 1681"/>
                <a:gd name="T4" fmla="*/ 1477 w 1480"/>
                <a:gd name="T5" fmla="*/ 85 h 1681"/>
                <a:gd name="T6" fmla="*/ 1392 w 1480"/>
                <a:gd name="T7" fmla="*/ 0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0" h="1681">
                  <a:moveTo>
                    <a:pt x="0" y="1681"/>
                  </a:moveTo>
                  <a:lnTo>
                    <a:pt x="1480" y="201"/>
                  </a:lnTo>
                  <a:lnTo>
                    <a:pt x="1477" y="85"/>
                  </a:lnTo>
                  <a:lnTo>
                    <a:pt x="139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29" name="Freeform 164"/>
            <p:cNvSpPr>
              <a:spLocks/>
            </p:cNvSpPr>
            <p:nvPr/>
          </p:nvSpPr>
          <p:spPr bwMode="auto">
            <a:xfrm rot="5400000" flipH="1" flipV="1">
              <a:off x="11410438" y="4268874"/>
              <a:ext cx="2000250" cy="2124075"/>
            </a:xfrm>
            <a:custGeom>
              <a:avLst/>
              <a:gdLst>
                <a:gd name="T0" fmla="*/ 0 w 1260"/>
                <a:gd name="T1" fmla="*/ 1338 h 1338"/>
                <a:gd name="T2" fmla="*/ 1260 w 1260"/>
                <a:gd name="T3" fmla="*/ 75 h 1338"/>
                <a:gd name="T4" fmla="*/ 1260 w 1260"/>
                <a:gd name="T5" fmla="*/ 0 h 1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0" h="1338">
                  <a:moveTo>
                    <a:pt x="0" y="1338"/>
                  </a:moveTo>
                  <a:lnTo>
                    <a:pt x="1260" y="75"/>
                  </a:lnTo>
                  <a:lnTo>
                    <a:pt x="126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35" name="Freeform 170"/>
            <p:cNvSpPr>
              <a:spLocks/>
            </p:cNvSpPr>
            <p:nvPr/>
          </p:nvSpPr>
          <p:spPr bwMode="auto">
            <a:xfrm rot="5400000" flipH="1" flipV="1">
              <a:off x="11253275" y="4237123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36" name="Freeform 171"/>
            <p:cNvSpPr>
              <a:spLocks/>
            </p:cNvSpPr>
            <p:nvPr/>
          </p:nvSpPr>
          <p:spPr bwMode="auto">
            <a:xfrm rot="5400000" flipH="1" flipV="1">
              <a:off x="12845538" y="3951373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39" name="Freeform 174"/>
            <p:cNvSpPr>
              <a:spLocks/>
            </p:cNvSpPr>
            <p:nvPr/>
          </p:nvSpPr>
          <p:spPr bwMode="auto">
            <a:xfrm rot="5400000" flipH="1" flipV="1">
              <a:off x="11794613" y="4146636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42" name="Freeform 177"/>
            <p:cNvSpPr>
              <a:spLocks/>
            </p:cNvSpPr>
            <p:nvPr/>
          </p:nvSpPr>
          <p:spPr bwMode="auto">
            <a:xfrm rot="5400000" flipH="1" flipV="1">
              <a:off x="11051663" y="4248236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88" name="Freeform 123"/>
            <p:cNvSpPr>
              <a:spLocks/>
            </p:cNvSpPr>
            <p:nvPr/>
          </p:nvSpPr>
          <p:spPr bwMode="auto">
            <a:xfrm rot="5400000" flipH="1" flipV="1">
              <a:off x="11890656" y="3849773"/>
              <a:ext cx="3990975" cy="3441700"/>
            </a:xfrm>
            <a:custGeom>
              <a:avLst/>
              <a:gdLst>
                <a:gd name="T0" fmla="*/ 0 w 2514"/>
                <a:gd name="T1" fmla="*/ 2168 h 2168"/>
                <a:gd name="T2" fmla="*/ 1684 w 2514"/>
                <a:gd name="T3" fmla="*/ 484 h 2168"/>
                <a:gd name="T4" fmla="*/ 1788 w 2514"/>
                <a:gd name="T5" fmla="*/ 487 h 2168"/>
                <a:gd name="T6" fmla="*/ 1871 w 2514"/>
                <a:gd name="T7" fmla="*/ 404 h 2168"/>
                <a:gd name="T8" fmla="*/ 2088 w 2514"/>
                <a:gd name="T9" fmla="*/ 399 h 2168"/>
                <a:gd name="T10" fmla="*/ 2204 w 2514"/>
                <a:gd name="T11" fmla="*/ 286 h 2168"/>
                <a:gd name="T12" fmla="*/ 2206 w 2514"/>
                <a:gd name="T13" fmla="*/ 189 h 2168"/>
                <a:gd name="T14" fmla="*/ 2393 w 2514"/>
                <a:gd name="T15" fmla="*/ 2 h 2168"/>
                <a:gd name="T16" fmla="*/ 2514 w 2514"/>
                <a:gd name="T17" fmla="*/ 0 h 2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4" h="2168">
                  <a:moveTo>
                    <a:pt x="0" y="2168"/>
                  </a:moveTo>
                  <a:lnTo>
                    <a:pt x="1684" y="484"/>
                  </a:lnTo>
                  <a:lnTo>
                    <a:pt x="1788" y="487"/>
                  </a:lnTo>
                  <a:lnTo>
                    <a:pt x="1871" y="404"/>
                  </a:lnTo>
                  <a:lnTo>
                    <a:pt x="2088" y="399"/>
                  </a:lnTo>
                  <a:lnTo>
                    <a:pt x="2204" y="286"/>
                  </a:lnTo>
                  <a:lnTo>
                    <a:pt x="2206" y="189"/>
                  </a:lnTo>
                  <a:lnTo>
                    <a:pt x="2393" y="2"/>
                  </a:lnTo>
                  <a:lnTo>
                    <a:pt x="251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89" name="Freeform 124"/>
            <p:cNvSpPr>
              <a:spLocks/>
            </p:cNvSpPr>
            <p:nvPr/>
          </p:nvSpPr>
          <p:spPr bwMode="auto">
            <a:xfrm rot="5400000" flipH="1" flipV="1">
              <a:off x="10606368" y="2670259"/>
              <a:ext cx="5160963" cy="4913313"/>
            </a:xfrm>
            <a:custGeom>
              <a:avLst/>
              <a:gdLst>
                <a:gd name="T0" fmla="*/ 0 w 3251"/>
                <a:gd name="T1" fmla="*/ 3095 h 3095"/>
                <a:gd name="T2" fmla="*/ 1737 w 3251"/>
                <a:gd name="T3" fmla="*/ 1355 h 3095"/>
                <a:gd name="T4" fmla="*/ 1844 w 3251"/>
                <a:gd name="T5" fmla="*/ 1357 h 3095"/>
                <a:gd name="T6" fmla="*/ 2449 w 3251"/>
                <a:gd name="T7" fmla="*/ 750 h 3095"/>
                <a:gd name="T8" fmla="*/ 2735 w 3251"/>
                <a:gd name="T9" fmla="*/ 748 h 3095"/>
                <a:gd name="T10" fmla="*/ 3248 w 3251"/>
                <a:gd name="T11" fmla="*/ 232 h 3095"/>
                <a:gd name="T12" fmla="*/ 3251 w 3251"/>
                <a:gd name="T13" fmla="*/ 0 h 3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1" h="3095">
                  <a:moveTo>
                    <a:pt x="0" y="3095"/>
                  </a:moveTo>
                  <a:lnTo>
                    <a:pt x="1737" y="1355"/>
                  </a:lnTo>
                  <a:lnTo>
                    <a:pt x="1844" y="1357"/>
                  </a:lnTo>
                  <a:lnTo>
                    <a:pt x="2449" y="750"/>
                  </a:lnTo>
                  <a:lnTo>
                    <a:pt x="2735" y="748"/>
                  </a:lnTo>
                  <a:lnTo>
                    <a:pt x="3248" y="232"/>
                  </a:lnTo>
                  <a:lnTo>
                    <a:pt x="325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90" name="Freeform 125"/>
            <p:cNvSpPr>
              <a:spLocks/>
            </p:cNvSpPr>
            <p:nvPr/>
          </p:nvSpPr>
          <p:spPr bwMode="auto">
            <a:xfrm rot="5400000" flipH="1" flipV="1">
              <a:off x="10888150" y="3039353"/>
              <a:ext cx="4987925" cy="4506913"/>
            </a:xfrm>
            <a:custGeom>
              <a:avLst/>
              <a:gdLst>
                <a:gd name="T0" fmla="*/ 0 w 3142"/>
                <a:gd name="T1" fmla="*/ 2839 h 2839"/>
                <a:gd name="T2" fmla="*/ 1771 w 3142"/>
                <a:gd name="T3" fmla="*/ 1066 h 2839"/>
                <a:gd name="T4" fmla="*/ 1870 w 3142"/>
                <a:gd name="T5" fmla="*/ 1062 h 2839"/>
                <a:gd name="T6" fmla="*/ 2478 w 3142"/>
                <a:gd name="T7" fmla="*/ 456 h 2839"/>
                <a:gd name="T8" fmla="*/ 2769 w 3142"/>
                <a:gd name="T9" fmla="*/ 459 h 2839"/>
                <a:gd name="T10" fmla="*/ 3137 w 3142"/>
                <a:gd name="T11" fmla="*/ 90 h 2839"/>
                <a:gd name="T12" fmla="*/ 3142 w 3142"/>
                <a:gd name="T13" fmla="*/ 0 h 2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42" h="2839">
                  <a:moveTo>
                    <a:pt x="0" y="2839"/>
                  </a:moveTo>
                  <a:lnTo>
                    <a:pt x="1771" y="1066"/>
                  </a:lnTo>
                  <a:lnTo>
                    <a:pt x="1870" y="1062"/>
                  </a:lnTo>
                  <a:lnTo>
                    <a:pt x="2478" y="456"/>
                  </a:lnTo>
                  <a:lnTo>
                    <a:pt x="2769" y="459"/>
                  </a:lnTo>
                  <a:lnTo>
                    <a:pt x="3137" y="90"/>
                  </a:lnTo>
                  <a:lnTo>
                    <a:pt x="314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91" name="Freeform 126"/>
            <p:cNvSpPr>
              <a:spLocks/>
            </p:cNvSpPr>
            <p:nvPr/>
          </p:nvSpPr>
          <p:spPr bwMode="auto">
            <a:xfrm rot="5400000" flipH="1" flipV="1">
              <a:off x="11933518" y="3810085"/>
              <a:ext cx="3975100" cy="3422650"/>
            </a:xfrm>
            <a:custGeom>
              <a:avLst/>
              <a:gdLst>
                <a:gd name="T0" fmla="*/ 0 w 2504"/>
                <a:gd name="T1" fmla="*/ 2156 h 2156"/>
                <a:gd name="T2" fmla="*/ 1664 w 2504"/>
                <a:gd name="T3" fmla="*/ 494 h 2156"/>
                <a:gd name="T4" fmla="*/ 1768 w 2504"/>
                <a:gd name="T5" fmla="*/ 494 h 2156"/>
                <a:gd name="T6" fmla="*/ 1851 w 2504"/>
                <a:gd name="T7" fmla="*/ 414 h 2156"/>
                <a:gd name="T8" fmla="*/ 2076 w 2504"/>
                <a:gd name="T9" fmla="*/ 416 h 2156"/>
                <a:gd name="T10" fmla="*/ 2201 w 2504"/>
                <a:gd name="T11" fmla="*/ 291 h 2156"/>
                <a:gd name="T12" fmla="*/ 2196 w 2504"/>
                <a:gd name="T13" fmla="*/ 189 h 2156"/>
                <a:gd name="T14" fmla="*/ 2383 w 2504"/>
                <a:gd name="T15" fmla="*/ 0 h 2156"/>
                <a:gd name="T16" fmla="*/ 2504 w 2504"/>
                <a:gd name="T17" fmla="*/ 0 h 2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4" h="2156">
                  <a:moveTo>
                    <a:pt x="0" y="2156"/>
                  </a:moveTo>
                  <a:lnTo>
                    <a:pt x="1664" y="494"/>
                  </a:lnTo>
                  <a:lnTo>
                    <a:pt x="1768" y="494"/>
                  </a:lnTo>
                  <a:lnTo>
                    <a:pt x="1851" y="414"/>
                  </a:lnTo>
                  <a:lnTo>
                    <a:pt x="2076" y="416"/>
                  </a:lnTo>
                  <a:lnTo>
                    <a:pt x="2201" y="291"/>
                  </a:lnTo>
                  <a:lnTo>
                    <a:pt x="2196" y="189"/>
                  </a:lnTo>
                  <a:lnTo>
                    <a:pt x="2383" y="0"/>
                  </a:lnTo>
                  <a:lnTo>
                    <a:pt x="250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92" name="Freeform 127"/>
            <p:cNvSpPr>
              <a:spLocks/>
            </p:cNvSpPr>
            <p:nvPr/>
          </p:nvSpPr>
          <p:spPr bwMode="auto">
            <a:xfrm rot="5400000" flipH="1" flipV="1">
              <a:off x="10923869" y="3183023"/>
              <a:ext cx="4860925" cy="4368800"/>
            </a:xfrm>
            <a:custGeom>
              <a:avLst/>
              <a:gdLst>
                <a:gd name="T0" fmla="*/ 0 w 3062"/>
                <a:gd name="T1" fmla="*/ 2752 h 2752"/>
                <a:gd name="T2" fmla="*/ 1806 w 3062"/>
                <a:gd name="T3" fmla="*/ 946 h 2752"/>
                <a:gd name="T4" fmla="*/ 1891 w 3062"/>
                <a:gd name="T5" fmla="*/ 943 h 2752"/>
                <a:gd name="T6" fmla="*/ 2537 w 3062"/>
                <a:gd name="T7" fmla="*/ 298 h 2752"/>
                <a:gd name="T8" fmla="*/ 2844 w 3062"/>
                <a:gd name="T9" fmla="*/ 296 h 2752"/>
                <a:gd name="T10" fmla="*/ 3059 w 3062"/>
                <a:gd name="T11" fmla="*/ 80 h 2752"/>
                <a:gd name="T12" fmla="*/ 3062 w 3062"/>
                <a:gd name="T13" fmla="*/ 0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2" h="2752">
                  <a:moveTo>
                    <a:pt x="0" y="2752"/>
                  </a:moveTo>
                  <a:lnTo>
                    <a:pt x="1806" y="946"/>
                  </a:lnTo>
                  <a:lnTo>
                    <a:pt x="1891" y="943"/>
                  </a:lnTo>
                  <a:lnTo>
                    <a:pt x="2537" y="298"/>
                  </a:lnTo>
                  <a:lnTo>
                    <a:pt x="2844" y="296"/>
                  </a:lnTo>
                  <a:lnTo>
                    <a:pt x="3059" y="80"/>
                  </a:lnTo>
                  <a:lnTo>
                    <a:pt x="306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93" name="Freeform 128"/>
            <p:cNvSpPr>
              <a:spLocks/>
            </p:cNvSpPr>
            <p:nvPr/>
          </p:nvSpPr>
          <p:spPr bwMode="auto">
            <a:xfrm rot="5400000" flipH="1" flipV="1">
              <a:off x="12667737" y="5053891"/>
              <a:ext cx="2649538" cy="2755900"/>
            </a:xfrm>
            <a:custGeom>
              <a:avLst/>
              <a:gdLst>
                <a:gd name="T0" fmla="*/ 0 w 1669"/>
                <a:gd name="T1" fmla="*/ 1736 h 1736"/>
                <a:gd name="T2" fmla="*/ 1669 w 1669"/>
                <a:gd name="T3" fmla="*/ 69 h 1736"/>
                <a:gd name="T4" fmla="*/ 1667 w 1669"/>
                <a:gd name="T5" fmla="*/ 0 h 1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69" h="1736">
                  <a:moveTo>
                    <a:pt x="0" y="1736"/>
                  </a:moveTo>
                  <a:lnTo>
                    <a:pt x="1669" y="69"/>
                  </a:lnTo>
                  <a:lnTo>
                    <a:pt x="166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08" name="Freeform 43"/>
            <p:cNvSpPr>
              <a:spLocks/>
            </p:cNvSpPr>
            <p:nvPr/>
          </p:nvSpPr>
          <p:spPr bwMode="auto">
            <a:xfrm rot="5400000" flipH="1" flipV="1">
              <a:off x="12512956" y="501975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10" name="Freeform 45"/>
            <p:cNvSpPr>
              <a:spLocks/>
            </p:cNvSpPr>
            <p:nvPr/>
          </p:nvSpPr>
          <p:spPr bwMode="auto">
            <a:xfrm rot="5400000" flipH="1" flipV="1">
              <a:off x="11643006" y="166537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12" name="Freeform 47"/>
            <p:cNvSpPr>
              <a:spLocks/>
            </p:cNvSpPr>
            <p:nvPr/>
          </p:nvSpPr>
          <p:spPr bwMode="auto">
            <a:xfrm rot="5400000" flipH="1" flipV="1">
              <a:off x="11101668" y="28655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13" name="Freeform 48"/>
            <p:cNvSpPr>
              <a:spLocks/>
            </p:cNvSpPr>
            <p:nvPr/>
          </p:nvSpPr>
          <p:spPr bwMode="auto">
            <a:xfrm rot="5400000" flipH="1" flipV="1">
              <a:off x="9953906" y="403309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14" name="Freeform 49"/>
            <p:cNvSpPr>
              <a:spLocks/>
            </p:cNvSpPr>
            <p:nvPr/>
          </p:nvSpPr>
          <p:spPr bwMode="auto">
            <a:xfrm rot="5400000" flipH="1" flipV="1">
              <a:off x="10974668" y="27385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17" name="Freeform 52"/>
            <p:cNvSpPr>
              <a:spLocks/>
            </p:cNvSpPr>
            <p:nvPr/>
          </p:nvSpPr>
          <p:spPr bwMode="auto">
            <a:xfrm rot="5400000" flipH="1" flipV="1">
              <a:off x="10760356" y="269724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22" name="Freeform 57"/>
            <p:cNvSpPr>
              <a:spLocks/>
            </p:cNvSpPr>
            <p:nvPr/>
          </p:nvSpPr>
          <p:spPr bwMode="auto">
            <a:xfrm rot="5400000" flipH="1" flipV="1">
              <a:off x="14212375" y="1035928"/>
              <a:ext cx="1222375" cy="2189163"/>
            </a:xfrm>
            <a:custGeom>
              <a:avLst/>
              <a:gdLst>
                <a:gd name="T0" fmla="*/ 768 w 770"/>
                <a:gd name="T1" fmla="*/ 0 h 1379"/>
                <a:gd name="T2" fmla="*/ 770 w 770"/>
                <a:gd name="T3" fmla="*/ 104 h 1379"/>
                <a:gd name="T4" fmla="*/ 503 w 770"/>
                <a:gd name="T5" fmla="*/ 369 h 1379"/>
                <a:gd name="T6" fmla="*/ 508 w 770"/>
                <a:gd name="T7" fmla="*/ 499 h 1379"/>
                <a:gd name="T8" fmla="*/ 385 w 770"/>
                <a:gd name="T9" fmla="*/ 620 h 1379"/>
                <a:gd name="T10" fmla="*/ 380 w 770"/>
                <a:gd name="T11" fmla="*/ 826 h 1379"/>
                <a:gd name="T12" fmla="*/ 191 w 770"/>
                <a:gd name="T13" fmla="*/ 1015 h 1379"/>
                <a:gd name="T14" fmla="*/ 182 w 770"/>
                <a:gd name="T15" fmla="*/ 1268 h 1379"/>
                <a:gd name="T16" fmla="*/ 73 w 770"/>
                <a:gd name="T17" fmla="*/ 1379 h 1379"/>
                <a:gd name="T18" fmla="*/ 0 w 770"/>
                <a:gd name="T19" fmla="*/ 1379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0" h="1379">
                  <a:moveTo>
                    <a:pt x="768" y="0"/>
                  </a:moveTo>
                  <a:lnTo>
                    <a:pt x="770" y="104"/>
                  </a:lnTo>
                  <a:lnTo>
                    <a:pt x="503" y="369"/>
                  </a:lnTo>
                  <a:lnTo>
                    <a:pt x="508" y="499"/>
                  </a:lnTo>
                  <a:lnTo>
                    <a:pt x="385" y="620"/>
                  </a:lnTo>
                  <a:lnTo>
                    <a:pt x="380" y="826"/>
                  </a:lnTo>
                  <a:lnTo>
                    <a:pt x="191" y="1015"/>
                  </a:lnTo>
                  <a:lnTo>
                    <a:pt x="182" y="1268"/>
                  </a:lnTo>
                  <a:lnTo>
                    <a:pt x="73" y="1379"/>
                  </a:lnTo>
                  <a:lnTo>
                    <a:pt x="0" y="1379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23" name="Freeform 58"/>
            <p:cNvSpPr>
              <a:spLocks/>
            </p:cNvSpPr>
            <p:nvPr/>
          </p:nvSpPr>
          <p:spPr bwMode="auto">
            <a:xfrm rot="5400000" flipH="1" flipV="1">
              <a:off x="10124562" y="-3759910"/>
              <a:ext cx="6742113" cy="7194550"/>
            </a:xfrm>
            <a:custGeom>
              <a:avLst/>
              <a:gdLst>
                <a:gd name="T0" fmla="*/ 0 w 4247"/>
                <a:gd name="T1" fmla="*/ 4532 h 4532"/>
                <a:gd name="T2" fmla="*/ 755 w 4247"/>
                <a:gd name="T3" fmla="*/ 3775 h 4532"/>
                <a:gd name="T4" fmla="*/ 757 w 4247"/>
                <a:gd name="T5" fmla="*/ 3503 h 4532"/>
                <a:gd name="T6" fmla="*/ 1053 w 4247"/>
                <a:gd name="T7" fmla="*/ 3208 h 4532"/>
                <a:gd name="T8" fmla="*/ 1055 w 4247"/>
                <a:gd name="T9" fmla="*/ 2979 h 4532"/>
                <a:gd name="T10" fmla="*/ 1329 w 4247"/>
                <a:gd name="T11" fmla="*/ 2704 h 4532"/>
                <a:gd name="T12" fmla="*/ 1327 w 4247"/>
                <a:gd name="T13" fmla="*/ 2640 h 4532"/>
                <a:gd name="T14" fmla="*/ 1502 w 4247"/>
                <a:gd name="T15" fmla="*/ 2465 h 4532"/>
                <a:gd name="T16" fmla="*/ 1511 w 4247"/>
                <a:gd name="T17" fmla="*/ 1948 h 4532"/>
                <a:gd name="T18" fmla="*/ 1814 w 4247"/>
                <a:gd name="T19" fmla="*/ 1645 h 4532"/>
                <a:gd name="T20" fmla="*/ 1814 w 4247"/>
                <a:gd name="T21" fmla="*/ 1539 h 4532"/>
                <a:gd name="T22" fmla="*/ 2391 w 4247"/>
                <a:gd name="T23" fmla="*/ 962 h 4532"/>
                <a:gd name="T24" fmla="*/ 2563 w 4247"/>
                <a:gd name="T25" fmla="*/ 964 h 4532"/>
                <a:gd name="T26" fmla="*/ 3530 w 4247"/>
                <a:gd name="T27" fmla="*/ 0 h 4532"/>
                <a:gd name="T28" fmla="*/ 4247 w 4247"/>
                <a:gd name="T29" fmla="*/ 0 h 4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47" h="4532">
                  <a:moveTo>
                    <a:pt x="0" y="4532"/>
                  </a:moveTo>
                  <a:lnTo>
                    <a:pt x="755" y="3775"/>
                  </a:lnTo>
                  <a:lnTo>
                    <a:pt x="757" y="3503"/>
                  </a:lnTo>
                  <a:lnTo>
                    <a:pt x="1053" y="3208"/>
                  </a:lnTo>
                  <a:lnTo>
                    <a:pt x="1055" y="2979"/>
                  </a:lnTo>
                  <a:lnTo>
                    <a:pt x="1329" y="2704"/>
                  </a:lnTo>
                  <a:lnTo>
                    <a:pt x="1327" y="2640"/>
                  </a:lnTo>
                  <a:lnTo>
                    <a:pt x="1502" y="2465"/>
                  </a:lnTo>
                  <a:lnTo>
                    <a:pt x="1511" y="1948"/>
                  </a:lnTo>
                  <a:lnTo>
                    <a:pt x="1814" y="1645"/>
                  </a:lnTo>
                  <a:lnTo>
                    <a:pt x="1814" y="1539"/>
                  </a:lnTo>
                  <a:lnTo>
                    <a:pt x="2391" y="962"/>
                  </a:lnTo>
                  <a:lnTo>
                    <a:pt x="2563" y="964"/>
                  </a:lnTo>
                  <a:lnTo>
                    <a:pt x="3530" y="0"/>
                  </a:lnTo>
                  <a:lnTo>
                    <a:pt x="424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24" name="Freeform 59"/>
            <p:cNvSpPr>
              <a:spLocks/>
            </p:cNvSpPr>
            <p:nvPr/>
          </p:nvSpPr>
          <p:spPr bwMode="auto">
            <a:xfrm rot="5400000" flipH="1" flipV="1">
              <a:off x="10118212" y="-3844047"/>
              <a:ext cx="6835775" cy="7186613"/>
            </a:xfrm>
            <a:custGeom>
              <a:avLst/>
              <a:gdLst>
                <a:gd name="T0" fmla="*/ 0 w 4306"/>
                <a:gd name="T1" fmla="*/ 4527 h 4527"/>
                <a:gd name="T2" fmla="*/ 774 w 4306"/>
                <a:gd name="T3" fmla="*/ 3754 h 4527"/>
                <a:gd name="T4" fmla="*/ 776 w 4306"/>
                <a:gd name="T5" fmla="*/ 3485 h 4527"/>
                <a:gd name="T6" fmla="*/ 1072 w 4306"/>
                <a:gd name="T7" fmla="*/ 3189 h 4527"/>
                <a:gd name="T8" fmla="*/ 1079 w 4306"/>
                <a:gd name="T9" fmla="*/ 2967 h 4527"/>
                <a:gd name="T10" fmla="*/ 1355 w 4306"/>
                <a:gd name="T11" fmla="*/ 2693 h 4527"/>
                <a:gd name="T12" fmla="*/ 1353 w 4306"/>
                <a:gd name="T13" fmla="*/ 2629 h 4527"/>
                <a:gd name="T14" fmla="*/ 1525 w 4306"/>
                <a:gd name="T15" fmla="*/ 2454 h 4527"/>
                <a:gd name="T16" fmla="*/ 1535 w 4306"/>
                <a:gd name="T17" fmla="*/ 1936 h 4527"/>
                <a:gd name="T18" fmla="*/ 1838 w 4306"/>
                <a:gd name="T19" fmla="*/ 1634 h 4527"/>
                <a:gd name="T20" fmla="*/ 1838 w 4306"/>
                <a:gd name="T21" fmla="*/ 1527 h 4527"/>
                <a:gd name="T22" fmla="*/ 2400 w 4306"/>
                <a:gd name="T23" fmla="*/ 965 h 4527"/>
                <a:gd name="T24" fmla="*/ 2575 w 4306"/>
                <a:gd name="T25" fmla="*/ 965 h 4527"/>
                <a:gd name="T26" fmla="*/ 3538 w 4306"/>
                <a:gd name="T27" fmla="*/ 0 h 4527"/>
                <a:gd name="T28" fmla="*/ 4306 w 4306"/>
                <a:gd name="T29" fmla="*/ 0 h 4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06" h="4527">
                  <a:moveTo>
                    <a:pt x="0" y="4527"/>
                  </a:moveTo>
                  <a:lnTo>
                    <a:pt x="774" y="3754"/>
                  </a:lnTo>
                  <a:lnTo>
                    <a:pt x="776" y="3485"/>
                  </a:lnTo>
                  <a:lnTo>
                    <a:pt x="1072" y="3189"/>
                  </a:lnTo>
                  <a:lnTo>
                    <a:pt x="1079" y="2967"/>
                  </a:lnTo>
                  <a:lnTo>
                    <a:pt x="1355" y="2693"/>
                  </a:lnTo>
                  <a:lnTo>
                    <a:pt x="1353" y="2629"/>
                  </a:lnTo>
                  <a:lnTo>
                    <a:pt x="1525" y="2454"/>
                  </a:lnTo>
                  <a:lnTo>
                    <a:pt x="1535" y="1936"/>
                  </a:lnTo>
                  <a:lnTo>
                    <a:pt x="1838" y="1634"/>
                  </a:lnTo>
                  <a:lnTo>
                    <a:pt x="1838" y="1527"/>
                  </a:lnTo>
                  <a:lnTo>
                    <a:pt x="2400" y="965"/>
                  </a:lnTo>
                  <a:lnTo>
                    <a:pt x="2575" y="965"/>
                  </a:lnTo>
                  <a:lnTo>
                    <a:pt x="3538" y="0"/>
                  </a:lnTo>
                  <a:lnTo>
                    <a:pt x="430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25" name="Freeform 60"/>
            <p:cNvSpPr>
              <a:spLocks/>
            </p:cNvSpPr>
            <p:nvPr/>
          </p:nvSpPr>
          <p:spPr bwMode="auto">
            <a:xfrm rot="5400000" flipH="1" flipV="1">
              <a:off x="10119006" y="-3949616"/>
              <a:ext cx="6951663" cy="7183438"/>
            </a:xfrm>
            <a:custGeom>
              <a:avLst/>
              <a:gdLst>
                <a:gd name="T0" fmla="*/ 0 w 4379"/>
                <a:gd name="T1" fmla="*/ 4525 h 4525"/>
                <a:gd name="T2" fmla="*/ 790 w 4379"/>
                <a:gd name="T3" fmla="*/ 3735 h 4525"/>
                <a:gd name="T4" fmla="*/ 795 w 4379"/>
                <a:gd name="T5" fmla="*/ 3466 h 4525"/>
                <a:gd name="T6" fmla="*/ 1090 w 4379"/>
                <a:gd name="T7" fmla="*/ 3168 h 4525"/>
                <a:gd name="T8" fmla="*/ 1093 w 4379"/>
                <a:gd name="T9" fmla="*/ 2939 h 4525"/>
                <a:gd name="T10" fmla="*/ 1367 w 4379"/>
                <a:gd name="T11" fmla="*/ 2664 h 4525"/>
                <a:gd name="T12" fmla="*/ 1372 w 4379"/>
                <a:gd name="T13" fmla="*/ 2608 h 4525"/>
                <a:gd name="T14" fmla="*/ 1546 w 4379"/>
                <a:gd name="T15" fmla="*/ 2433 h 4525"/>
                <a:gd name="T16" fmla="*/ 1546 w 4379"/>
                <a:gd name="T17" fmla="*/ 1908 h 4525"/>
                <a:gd name="T18" fmla="*/ 1851 w 4379"/>
                <a:gd name="T19" fmla="*/ 1605 h 4525"/>
                <a:gd name="T20" fmla="*/ 1851 w 4379"/>
                <a:gd name="T21" fmla="*/ 1499 h 4525"/>
                <a:gd name="T22" fmla="*/ 2398 w 4379"/>
                <a:gd name="T23" fmla="*/ 950 h 4525"/>
                <a:gd name="T24" fmla="*/ 2580 w 4379"/>
                <a:gd name="T25" fmla="*/ 957 h 4525"/>
                <a:gd name="T26" fmla="*/ 3540 w 4379"/>
                <a:gd name="T27" fmla="*/ 0 h 4525"/>
                <a:gd name="T28" fmla="*/ 4379 w 4379"/>
                <a:gd name="T29" fmla="*/ 0 h 4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79" h="4525">
                  <a:moveTo>
                    <a:pt x="0" y="4525"/>
                  </a:moveTo>
                  <a:lnTo>
                    <a:pt x="790" y="3735"/>
                  </a:lnTo>
                  <a:lnTo>
                    <a:pt x="795" y="3466"/>
                  </a:lnTo>
                  <a:lnTo>
                    <a:pt x="1090" y="3168"/>
                  </a:lnTo>
                  <a:lnTo>
                    <a:pt x="1093" y="2939"/>
                  </a:lnTo>
                  <a:lnTo>
                    <a:pt x="1367" y="2664"/>
                  </a:lnTo>
                  <a:lnTo>
                    <a:pt x="1372" y="2608"/>
                  </a:lnTo>
                  <a:lnTo>
                    <a:pt x="1546" y="2433"/>
                  </a:lnTo>
                  <a:lnTo>
                    <a:pt x="1546" y="1908"/>
                  </a:lnTo>
                  <a:lnTo>
                    <a:pt x="1851" y="1605"/>
                  </a:lnTo>
                  <a:lnTo>
                    <a:pt x="1851" y="1499"/>
                  </a:lnTo>
                  <a:lnTo>
                    <a:pt x="2398" y="950"/>
                  </a:lnTo>
                  <a:lnTo>
                    <a:pt x="2580" y="957"/>
                  </a:lnTo>
                  <a:lnTo>
                    <a:pt x="3540" y="0"/>
                  </a:lnTo>
                  <a:lnTo>
                    <a:pt x="437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26" name="Freeform 61"/>
            <p:cNvSpPr>
              <a:spLocks/>
            </p:cNvSpPr>
            <p:nvPr/>
          </p:nvSpPr>
          <p:spPr bwMode="auto">
            <a:xfrm rot="5400000" flipH="1" flipV="1">
              <a:off x="10207112" y="-3963110"/>
              <a:ext cx="6869113" cy="7188200"/>
            </a:xfrm>
            <a:custGeom>
              <a:avLst/>
              <a:gdLst>
                <a:gd name="T0" fmla="*/ 0 w 4327"/>
                <a:gd name="T1" fmla="*/ 4528 h 4528"/>
                <a:gd name="T2" fmla="*/ 809 w 4327"/>
                <a:gd name="T3" fmla="*/ 3721 h 4528"/>
                <a:gd name="T4" fmla="*/ 811 w 4327"/>
                <a:gd name="T5" fmla="*/ 3452 h 4528"/>
                <a:gd name="T6" fmla="*/ 1107 w 4327"/>
                <a:gd name="T7" fmla="*/ 3156 h 4528"/>
                <a:gd name="T8" fmla="*/ 1109 w 4327"/>
                <a:gd name="T9" fmla="*/ 2927 h 4528"/>
                <a:gd name="T10" fmla="*/ 1383 w 4327"/>
                <a:gd name="T11" fmla="*/ 2653 h 4528"/>
                <a:gd name="T12" fmla="*/ 1381 w 4327"/>
                <a:gd name="T13" fmla="*/ 2589 h 4528"/>
                <a:gd name="T14" fmla="*/ 1556 w 4327"/>
                <a:gd name="T15" fmla="*/ 2414 h 4528"/>
                <a:gd name="T16" fmla="*/ 1566 w 4327"/>
                <a:gd name="T17" fmla="*/ 1896 h 4528"/>
                <a:gd name="T18" fmla="*/ 1868 w 4327"/>
                <a:gd name="T19" fmla="*/ 1594 h 4528"/>
                <a:gd name="T20" fmla="*/ 1868 w 4327"/>
                <a:gd name="T21" fmla="*/ 1487 h 4528"/>
                <a:gd name="T22" fmla="*/ 2402 w 4327"/>
                <a:gd name="T23" fmla="*/ 953 h 4528"/>
                <a:gd name="T24" fmla="*/ 2585 w 4327"/>
                <a:gd name="T25" fmla="*/ 955 h 4528"/>
                <a:gd name="T26" fmla="*/ 3540 w 4327"/>
                <a:gd name="T27" fmla="*/ 0 h 4528"/>
                <a:gd name="T28" fmla="*/ 4327 w 4327"/>
                <a:gd name="T29" fmla="*/ 0 h 4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27" h="4528">
                  <a:moveTo>
                    <a:pt x="0" y="4528"/>
                  </a:moveTo>
                  <a:lnTo>
                    <a:pt x="809" y="3721"/>
                  </a:lnTo>
                  <a:lnTo>
                    <a:pt x="811" y="3452"/>
                  </a:lnTo>
                  <a:lnTo>
                    <a:pt x="1107" y="3156"/>
                  </a:lnTo>
                  <a:lnTo>
                    <a:pt x="1109" y="2927"/>
                  </a:lnTo>
                  <a:lnTo>
                    <a:pt x="1383" y="2653"/>
                  </a:lnTo>
                  <a:lnTo>
                    <a:pt x="1381" y="2589"/>
                  </a:lnTo>
                  <a:lnTo>
                    <a:pt x="1556" y="2414"/>
                  </a:lnTo>
                  <a:lnTo>
                    <a:pt x="1566" y="1896"/>
                  </a:lnTo>
                  <a:lnTo>
                    <a:pt x="1868" y="1594"/>
                  </a:lnTo>
                  <a:lnTo>
                    <a:pt x="1868" y="1487"/>
                  </a:lnTo>
                  <a:lnTo>
                    <a:pt x="2402" y="953"/>
                  </a:lnTo>
                  <a:lnTo>
                    <a:pt x="2585" y="955"/>
                  </a:lnTo>
                  <a:lnTo>
                    <a:pt x="3540" y="0"/>
                  </a:lnTo>
                  <a:lnTo>
                    <a:pt x="432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27" name="Freeform 62"/>
            <p:cNvSpPr>
              <a:spLocks/>
            </p:cNvSpPr>
            <p:nvPr/>
          </p:nvSpPr>
          <p:spPr bwMode="auto">
            <a:xfrm rot="5400000" flipH="1" flipV="1">
              <a:off x="10306331" y="-3957553"/>
              <a:ext cx="6778625" cy="7175500"/>
            </a:xfrm>
            <a:custGeom>
              <a:avLst/>
              <a:gdLst>
                <a:gd name="T0" fmla="*/ 0 w 4270"/>
                <a:gd name="T1" fmla="*/ 4520 h 4520"/>
                <a:gd name="T2" fmla="*/ 822 w 4270"/>
                <a:gd name="T3" fmla="*/ 3695 h 4520"/>
                <a:gd name="T4" fmla="*/ 825 w 4270"/>
                <a:gd name="T5" fmla="*/ 3426 h 4520"/>
                <a:gd name="T6" fmla="*/ 1123 w 4270"/>
                <a:gd name="T7" fmla="*/ 3130 h 4520"/>
                <a:gd name="T8" fmla="*/ 1130 w 4270"/>
                <a:gd name="T9" fmla="*/ 2906 h 4520"/>
                <a:gd name="T10" fmla="*/ 1406 w 4270"/>
                <a:gd name="T11" fmla="*/ 2631 h 4520"/>
                <a:gd name="T12" fmla="*/ 1404 w 4270"/>
                <a:gd name="T13" fmla="*/ 2568 h 4520"/>
                <a:gd name="T14" fmla="*/ 1579 w 4270"/>
                <a:gd name="T15" fmla="*/ 2393 h 4520"/>
                <a:gd name="T16" fmla="*/ 1579 w 4270"/>
                <a:gd name="T17" fmla="*/ 1870 h 4520"/>
                <a:gd name="T18" fmla="*/ 1882 w 4270"/>
                <a:gd name="T19" fmla="*/ 1565 h 4520"/>
                <a:gd name="T20" fmla="*/ 1891 w 4270"/>
                <a:gd name="T21" fmla="*/ 1466 h 4520"/>
                <a:gd name="T22" fmla="*/ 2409 w 4270"/>
                <a:gd name="T23" fmla="*/ 946 h 4520"/>
                <a:gd name="T24" fmla="*/ 2593 w 4270"/>
                <a:gd name="T25" fmla="*/ 950 h 4520"/>
                <a:gd name="T26" fmla="*/ 3544 w 4270"/>
                <a:gd name="T27" fmla="*/ 0 h 4520"/>
                <a:gd name="T28" fmla="*/ 4270 w 4270"/>
                <a:gd name="T29" fmla="*/ 0 h 4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70" h="4520">
                  <a:moveTo>
                    <a:pt x="0" y="4520"/>
                  </a:moveTo>
                  <a:lnTo>
                    <a:pt x="822" y="3695"/>
                  </a:lnTo>
                  <a:lnTo>
                    <a:pt x="825" y="3426"/>
                  </a:lnTo>
                  <a:lnTo>
                    <a:pt x="1123" y="3130"/>
                  </a:lnTo>
                  <a:lnTo>
                    <a:pt x="1130" y="2906"/>
                  </a:lnTo>
                  <a:lnTo>
                    <a:pt x="1406" y="2631"/>
                  </a:lnTo>
                  <a:lnTo>
                    <a:pt x="1404" y="2568"/>
                  </a:lnTo>
                  <a:lnTo>
                    <a:pt x="1579" y="2393"/>
                  </a:lnTo>
                  <a:lnTo>
                    <a:pt x="1579" y="1870"/>
                  </a:lnTo>
                  <a:lnTo>
                    <a:pt x="1882" y="1565"/>
                  </a:lnTo>
                  <a:lnTo>
                    <a:pt x="1891" y="1466"/>
                  </a:lnTo>
                  <a:lnTo>
                    <a:pt x="2409" y="946"/>
                  </a:lnTo>
                  <a:lnTo>
                    <a:pt x="2593" y="950"/>
                  </a:lnTo>
                  <a:lnTo>
                    <a:pt x="3544" y="0"/>
                  </a:lnTo>
                  <a:lnTo>
                    <a:pt x="427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28" name="Freeform 63"/>
            <p:cNvSpPr>
              <a:spLocks/>
            </p:cNvSpPr>
            <p:nvPr/>
          </p:nvSpPr>
          <p:spPr bwMode="auto">
            <a:xfrm rot="5400000" flipH="1" flipV="1">
              <a:off x="10526200" y="-3951997"/>
              <a:ext cx="6550025" cy="7177088"/>
            </a:xfrm>
            <a:custGeom>
              <a:avLst/>
              <a:gdLst>
                <a:gd name="T0" fmla="*/ 0 w 4126"/>
                <a:gd name="T1" fmla="*/ 4521 h 4521"/>
                <a:gd name="T2" fmla="*/ 856 w 4126"/>
                <a:gd name="T3" fmla="*/ 3662 h 4521"/>
                <a:gd name="T4" fmla="*/ 859 w 4126"/>
                <a:gd name="T5" fmla="*/ 3393 h 4521"/>
                <a:gd name="T6" fmla="*/ 1154 w 4126"/>
                <a:gd name="T7" fmla="*/ 3097 h 4521"/>
                <a:gd name="T8" fmla="*/ 1156 w 4126"/>
                <a:gd name="T9" fmla="*/ 2866 h 4521"/>
                <a:gd name="T10" fmla="*/ 1431 w 4126"/>
                <a:gd name="T11" fmla="*/ 2591 h 4521"/>
                <a:gd name="T12" fmla="*/ 1428 w 4126"/>
                <a:gd name="T13" fmla="*/ 2528 h 4521"/>
                <a:gd name="T14" fmla="*/ 1603 w 4126"/>
                <a:gd name="T15" fmla="*/ 2353 h 4521"/>
                <a:gd name="T16" fmla="*/ 1613 w 4126"/>
                <a:gd name="T17" fmla="*/ 1837 h 4521"/>
                <a:gd name="T18" fmla="*/ 1915 w 4126"/>
                <a:gd name="T19" fmla="*/ 1532 h 4521"/>
                <a:gd name="T20" fmla="*/ 1915 w 4126"/>
                <a:gd name="T21" fmla="*/ 1426 h 4521"/>
                <a:gd name="T22" fmla="*/ 2405 w 4126"/>
                <a:gd name="T23" fmla="*/ 936 h 4521"/>
                <a:gd name="T24" fmla="*/ 2601 w 4126"/>
                <a:gd name="T25" fmla="*/ 941 h 4521"/>
                <a:gd name="T26" fmla="*/ 3544 w 4126"/>
                <a:gd name="T27" fmla="*/ 0 h 4521"/>
                <a:gd name="T28" fmla="*/ 4126 w 4126"/>
                <a:gd name="T29" fmla="*/ 0 h 4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26" h="4521">
                  <a:moveTo>
                    <a:pt x="0" y="4521"/>
                  </a:moveTo>
                  <a:lnTo>
                    <a:pt x="856" y="3662"/>
                  </a:lnTo>
                  <a:lnTo>
                    <a:pt x="859" y="3393"/>
                  </a:lnTo>
                  <a:lnTo>
                    <a:pt x="1154" y="3097"/>
                  </a:lnTo>
                  <a:lnTo>
                    <a:pt x="1156" y="2866"/>
                  </a:lnTo>
                  <a:lnTo>
                    <a:pt x="1431" y="2591"/>
                  </a:lnTo>
                  <a:lnTo>
                    <a:pt x="1428" y="2528"/>
                  </a:lnTo>
                  <a:lnTo>
                    <a:pt x="1603" y="2353"/>
                  </a:lnTo>
                  <a:lnTo>
                    <a:pt x="1613" y="1837"/>
                  </a:lnTo>
                  <a:lnTo>
                    <a:pt x="1915" y="1532"/>
                  </a:lnTo>
                  <a:lnTo>
                    <a:pt x="1915" y="1426"/>
                  </a:lnTo>
                  <a:lnTo>
                    <a:pt x="2405" y="936"/>
                  </a:lnTo>
                  <a:lnTo>
                    <a:pt x="2601" y="941"/>
                  </a:lnTo>
                  <a:lnTo>
                    <a:pt x="3544" y="0"/>
                  </a:lnTo>
                  <a:lnTo>
                    <a:pt x="412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29" name="Freeform 64"/>
            <p:cNvSpPr>
              <a:spLocks/>
            </p:cNvSpPr>
            <p:nvPr/>
          </p:nvSpPr>
          <p:spPr bwMode="auto">
            <a:xfrm rot="5400000" flipH="1" flipV="1">
              <a:off x="10631769" y="-3921041"/>
              <a:ext cx="6421438" cy="7167563"/>
            </a:xfrm>
            <a:custGeom>
              <a:avLst/>
              <a:gdLst>
                <a:gd name="T0" fmla="*/ 0 w 4045"/>
                <a:gd name="T1" fmla="*/ 4515 h 4515"/>
                <a:gd name="T2" fmla="*/ 875 w 4045"/>
                <a:gd name="T3" fmla="*/ 3643 h 4515"/>
                <a:gd name="T4" fmla="*/ 879 w 4045"/>
                <a:gd name="T5" fmla="*/ 3373 h 4515"/>
                <a:gd name="T6" fmla="*/ 1175 w 4045"/>
                <a:gd name="T7" fmla="*/ 3078 h 4515"/>
                <a:gd name="T8" fmla="*/ 1177 w 4045"/>
                <a:gd name="T9" fmla="*/ 2848 h 4515"/>
                <a:gd name="T10" fmla="*/ 1452 w 4045"/>
                <a:gd name="T11" fmla="*/ 2572 h 4515"/>
                <a:gd name="T12" fmla="*/ 1456 w 4045"/>
                <a:gd name="T13" fmla="*/ 2515 h 4515"/>
                <a:gd name="T14" fmla="*/ 1631 w 4045"/>
                <a:gd name="T15" fmla="*/ 2340 h 4515"/>
                <a:gd name="T16" fmla="*/ 1631 w 4045"/>
                <a:gd name="T17" fmla="*/ 1818 h 4515"/>
                <a:gd name="T18" fmla="*/ 1936 w 4045"/>
                <a:gd name="T19" fmla="*/ 1513 h 4515"/>
                <a:gd name="T20" fmla="*/ 1943 w 4045"/>
                <a:gd name="T21" fmla="*/ 1413 h 4515"/>
                <a:gd name="T22" fmla="*/ 2416 w 4045"/>
                <a:gd name="T23" fmla="*/ 938 h 4515"/>
                <a:gd name="T24" fmla="*/ 2615 w 4045"/>
                <a:gd name="T25" fmla="*/ 940 h 4515"/>
                <a:gd name="T26" fmla="*/ 3553 w 4045"/>
                <a:gd name="T27" fmla="*/ 0 h 4515"/>
                <a:gd name="T28" fmla="*/ 4045 w 4045"/>
                <a:gd name="T29" fmla="*/ 0 h 4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5" h="4515">
                  <a:moveTo>
                    <a:pt x="0" y="4515"/>
                  </a:moveTo>
                  <a:lnTo>
                    <a:pt x="875" y="3643"/>
                  </a:lnTo>
                  <a:lnTo>
                    <a:pt x="879" y="3373"/>
                  </a:lnTo>
                  <a:lnTo>
                    <a:pt x="1175" y="3078"/>
                  </a:lnTo>
                  <a:lnTo>
                    <a:pt x="1177" y="2848"/>
                  </a:lnTo>
                  <a:lnTo>
                    <a:pt x="1452" y="2572"/>
                  </a:lnTo>
                  <a:lnTo>
                    <a:pt x="1456" y="2515"/>
                  </a:lnTo>
                  <a:lnTo>
                    <a:pt x="1631" y="2340"/>
                  </a:lnTo>
                  <a:lnTo>
                    <a:pt x="1631" y="1818"/>
                  </a:lnTo>
                  <a:lnTo>
                    <a:pt x="1936" y="1513"/>
                  </a:lnTo>
                  <a:lnTo>
                    <a:pt x="1943" y="1413"/>
                  </a:lnTo>
                  <a:lnTo>
                    <a:pt x="2416" y="938"/>
                  </a:lnTo>
                  <a:lnTo>
                    <a:pt x="2615" y="940"/>
                  </a:lnTo>
                  <a:lnTo>
                    <a:pt x="3553" y="0"/>
                  </a:lnTo>
                  <a:lnTo>
                    <a:pt x="404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30" name="Freeform 65"/>
            <p:cNvSpPr>
              <a:spLocks/>
            </p:cNvSpPr>
            <p:nvPr/>
          </p:nvSpPr>
          <p:spPr bwMode="auto">
            <a:xfrm rot="5400000" flipH="1" flipV="1">
              <a:off x="10687331" y="-3738478"/>
              <a:ext cx="4635500" cy="5375275"/>
            </a:xfrm>
            <a:custGeom>
              <a:avLst/>
              <a:gdLst>
                <a:gd name="T0" fmla="*/ 2 w 2920"/>
                <a:gd name="T1" fmla="*/ 3386 h 3386"/>
                <a:gd name="T2" fmla="*/ 0 w 2920"/>
                <a:gd name="T3" fmla="*/ 3270 h 3386"/>
                <a:gd name="T4" fmla="*/ 213 w 2920"/>
                <a:gd name="T5" fmla="*/ 3057 h 3386"/>
                <a:gd name="T6" fmla="*/ 215 w 2920"/>
                <a:gd name="T7" fmla="*/ 2828 h 3386"/>
                <a:gd name="T8" fmla="*/ 489 w 2920"/>
                <a:gd name="T9" fmla="*/ 2551 h 3386"/>
                <a:gd name="T10" fmla="*/ 487 w 2920"/>
                <a:gd name="T11" fmla="*/ 2488 h 3386"/>
                <a:gd name="T12" fmla="*/ 662 w 2920"/>
                <a:gd name="T13" fmla="*/ 2313 h 3386"/>
                <a:gd name="T14" fmla="*/ 671 w 2920"/>
                <a:gd name="T15" fmla="*/ 1797 h 3386"/>
                <a:gd name="T16" fmla="*/ 974 w 2920"/>
                <a:gd name="T17" fmla="*/ 1492 h 3386"/>
                <a:gd name="T18" fmla="*/ 974 w 2920"/>
                <a:gd name="T19" fmla="*/ 1386 h 3386"/>
                <a:gd name="T20" fmla="*/ 1435 w 2920"/>
                <a:gd name="T21" fmla="*/ 925 h 3386"/>
                <a:gd name="T22" fmla="*/ 1641 w 2920"/>
                <a:gd name="T23" fmla="*/ 934 h 3386"/>
                <a:gd name="T24" fmla="*/ 2575 w 2920"/>
                <a:gd name="T25" fmla="*/ 0 h 3386"/>
                <a:gd name="T26" fmla="*/ 2920 w 2920"/>
                <a:gd name="T27" fmla="*/ 0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20" h="3386">
                  <a:moveTo>
                    <a:pt x="2" y="3386"/>
                  </a:moveTo>
                  <a:lnTo>
                    <a:pt x="0" y="3270"/>
                  </a:lnTo>
                  <a:lnTo>
                    <a:pt x="213" y="3057"/>
                  </a:lnTo>
                  <a:lnTo>
                    <a:pt x="215" y="2828"/>
                  </a:lnTo>
                  <a:lnTo>
                    <a:pt x="489" y="2551"/>
                  </a:lnTo>
                  <a:lnTo>
                    <a:pt x="487" y="2488"/>
                  </a:lnTo>
                  <a:lnTo>
                    <a:pt x="662" y="2313"/>
                  </a:lnTo>
                  <a:lnTo>
                    <a:pt x="671" y="1797"/>
                  </a:lnTo>
                  <a:lnTo>
                    <a:pt x="974" y="1492"/>
                  </a:lnTo>
                  <a:lnTo>
                    <a:pt x="974" y="1386"/>
                  </a:lnTo>
                  <a:lnTo>
                    <a:pt x="1435" y="925"/>
                  </a:lnTo>
                  <a:lnTo>
                    <a:pt x="1641" y="934"/>
                  </a:lnTo>
                  <a:lnTo>
                    <a:pt x="2575" y="0"/>
                  </a:lnTo>
                  <a:lnTo>
                    <a:pt x="292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31" name="Freeform 66"/>
            <p:cNvSpPr>
              <a:spLocks/>
            </p:cNvSpPr>
            <p:nvPr/>
          </p:nvSpPr>
          <p:spPr bwMode="auto">
            <a:xfrm rot="5400000" flipH="1" flipV="1">
              <a:off x="13213838" y="-175335"/>
              <a:ext cx="2209800" cy="4075113"/>
            </a:xfrm>
            <a:custGeom>
              <a:avLst/>
              <a:gdLst>
                <a:gd name="T0" fmla="*/ 0 w 1392"/>
                <a:gd name="T1" fmla="*/ 2567 h 2567"/>
                <a:gd name="T2" fmla="*/ 369 w 1392"/>
                <a:gd name="T3" fmla="*/ 2201 h 2567"/>
                <a:gd name="T4" fmla="*/ 371 w 1392"/>
                <a:gd name="T5" fmla="*/ 1929 h 2567"/>
                <a:gd name="T6" fmla="*/ 697 w 1392"/>
                <a:gd name="T7" fmla="*/ 1603 h 2567"/>
                <a:gd name="T8" fmla="*/ 693 w 1392"/>
                <a:gd name="T9" fmla="*/ 1300 h 2567"/>
                <a:gd name="T10" fmla="*/ 894 w 1392"/>
                <a:gd name="T11" fmla="*/ 1099 h 2567"/>
                <a:gd name="T12" fmla="*/ 962 w 1392"/>
                <a:gd name="T13" fmla="*/ 1099 h 2567"/>
                <a:gd name="T14" fmla="*/ 1040 w 1392"/>
                <a:gd name="T15" fmla="*/ 1021 h 2567"/>
                <a:gd name="T16" fmla="*/ 1035 w 1392"/>
                <a:gd name="T17" fmla="*/ 931 h 2567"/>
                <a:gd name="T18" fmla="*/ 1199 w 1392"/>
                <a:gd name="T19" fmla="*/ 768 h 2567"/>
                <a:gd name="T20" fmla="*/ 1201 w 1392"/>
                <a:gd name="T21" fmla="*/ 378 h 2567"/>
                <a:gd name="T22" fmla="*/ 1262 w 1392"/>
                <a:gd name="T23" fmla="*/ 317 h 2567"/>
                <a:gd name="T24" fmla="*/ 1262 w 1392"/>
                <a:gd name="T25" fmla="*/ 128 h 2567"/>
                <a:gd name="T26" fmla="*/ 1392 w 1392"/>
                <a:gd name="T27" fmla="*/ 0 h 2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92" h="2567">
                  <a:moveTo>
                    <a:pt x="0" y="2567"/>
                  </a:moveTo>
                  <a:lnTo>
                    <a:pt x="369" y="2201"/>
                  </a:lnTo>
                  <a:lnTo>
                    <a:pt x="371" y="1929"/>
                  </a:lnTo>
                  <a:lnTo>
                    <a:pt x="697" y="1603"/>
                  </a:lnTo>
                  <a:lnTo>
                    <a:pt x="693" y="1300"/>
                  </a:lnTo>
                  <a:lnTo>
                    <a:pt x="894" y="1099"/>
                  </a:lnTo>
                  <a:lnTo>
                    <a:pt x="962" y="1099"/>
                  </a:lnTo>
                  <a:lnTo>
                    <a:pt x="1040" y="1021"/>
                  </a:lnTo>
                  <a:lnTo>
                    <a:pt x="1035" y="931"/>
                  </a:lnTo>
                  <a:lnTo>
                    <a:pt x="1199" y="768"/>
                  </a:lnTo>
                  <a:lnTo>
                    <a:pt x="1201" y="378"/>
                  </a:lnTo>
                  <a:lnTo>
                    <a:pt x="1262" y="317"/>
                  </a:lnTo>
                  <a:lnTo>
                    <a:pt x="1262" y="128"/>
                  </a:lnTo>
                  <a:lnTo>
                    <a:pt x="139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32" name="Freeform 67"/>
            <p:cNvSpPr>
              <a:spLocks/>
            </p:cNvSpPr>
            <p:nvPr/>
          </p:nvSpPr>
          <p:spPr bwMode="auto">
            <a:xfrm rot="5400000" flipH="1" flipV="1">
              <a:off x="13020162" y="-473785"/>
              <a:ext cx="2382838" cy="4371975"/>
            </a:xfrm>
            <a:custGeom>
              <a:avLst/>
              <a:gdLst>
                <a:gd name="T0" fmla="*/ 0 w 1501"/>
                <a:gd name="T1" fmla="*/ 2754 h 2754"/>
                <a:gd name="T2" fmla="*/ 371 w 1501"/>
                <a:gd name="T3" fmla="*/ 2383 h 2754"/>
                <a:gd name="T4" fmla="*/ 374 w 1501"/>
                <a:gd name="T5" fmla="*/ 2114 h 2754"/>
                <a:gd name="T6" fmla="*/ 702 w 1501"/>
                <a:gd name="T7" fmla="*/ 1787 h 2754"/>
                <a:gd name="T8" fmla="*/ 697 w 1501"/>
                <a:gd name="T9" fmla="*/ 1485 h 2754"/>
                <a:gd name="T10" fmla="*/ 896 w 1501"/>
                <a:gd name="T11" fmla="*/ 1284 h 2754"/>
                <a:gd name="T12" fmla="*/ 958 w 1501"/>
                <a:gd name="T13" fmla="*/ 1277 h 2754"/>
                <a:gd name="T14" fmla="*/ 1038 w 1501"/>
                <a:gd name="T15" fmla="*/ 1199 h 2754"/>
                <a:gd name="T16" fmla="*/ 1038 w 1501"/>
                <a:gd name="T17" fmla="*/ 1116 h 2754"/>
                <a:gd name="T18" fmla="*/ 1203 w 1501"/>
                <a:gd name="T19" fmla="*/ 953 h 2754"/>
                <a:gd name="T20" fmla="*/ 1206 w 1501"/>
                <a:gd name="T21" fmla="*/ 563 h 2754"/>
                <a:gd name="T22" fmla="*/ 1265 w 1501"/>
                <a:gd name="T23" fmla="*/ 501 h 2754"/>
                <a:gd name="T24" fmla="*/ 1267 w 1501"/>
                <a:gd name="T25" fmla="*/ 312 h 2754"/>
                <a:gd name="T26" fmla="*/ 1501 w 1501"/>
                <a:gd name="T27" fmla="*/ 78 h 2754"/>
                <a:gd name="T28" fmla="*/ 1501 w 1501"/>
                <a:gd name="T29" fmla="*/ 0 h 2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01" h="2754">
                  <a:moveTo>
                    <a:pt x="0" y="2754"/>
                  </a:moveTo>
                  <a:lnTo>
                    <a:pt x="371" y="2383"/>
                  </a:lnTo>
                  <a:lnTo>
                    <a:pt x="374" y="2114"/>
                  </a:lnTo>
                  <a:lnTo>
                    <a:pt x="702" y="1787"/>
                  </a:lnTo>
                  <a:lnTo>
                    <a:pt x="697" y="1485"/>
                  </a:lnTo>
                  <a:lnTo>
                    <a:pt x="896" y="1284"/>
                  </a:lnTo>
                  <a:lnTo>
                    <a:pt x="958" y="1277"/>
                  </a:lnTo>
                  <a:lnTo>
                    <a:pt x="1038" y="1199"/>
                  </a:lnTo>
                  <a:lnTo>
                    <a:pt x="1038" y="1116"/>
                  </a:lnTo>
                  <a:lnTo>
                    <a:pt x="1203" y="953"/>
                  </a:lnTo>
                  <a:lnTo>
                    <a:pt x="1206" y="563"/>
                  </a:lnTo>
                  <a:lnTo>
                    <a:pt x="1265" y="501"/>
                  </a:lnTo>
                  <a:lnTo>
                    <a:pt x="1267" y="312"/>
                  </a:lnTo>
                  <a:lnTo>
                    <a:pt x="1501" y="78"/>
                  </a:lnTo>
                  <a:lnTo>
                    <a:pt x="150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33" name="Freeform 68"/>
            <p:cNvSpPr>
              <a:spLocks/>
            </p:cNvSpPr>
            <p:nvPr/>
          </p:nvSpPr>
          <p:spPr bwMode="auto">
            <a:xfrm rot="5400000" flipH="1" flipV="1">
              <a:off x="10569856" y="-3071728"/>
              <a:ext cx="2679700" cy="2717800"/>
            </a:xfrm>
            <a:custGeom>
              <a:avLst/>
              <a:gdLst>
                <a:gd name="T0" fmla="*/ 1688 w 1688"/>
                <a:gd name="T1" fmla="*/ 0 h 1712"/>
                <a:gd name="T2" fmla="*/ 759 w 1688"/>
                <a:gd name="T3" fmla="*/ 929 h 1712"/>
                <a:gd name="T4" fmla="*/ 560 w 1688"/>
                <a:gd name="T5" fmla="*/ 927 h 1712"/>
                <a:gd name="T6" fmla="*/ 102 w 1688"/>
                <a:gd name="T7" fmla="*/ 1385 h 1712"/>
                <a:gd name="T8" fmla="*/ 104 w 1688"/>
                <a:gd name="T9" fmla="*/ 1489 h 1712"/>
                <a:gd name="T10" fmla="*/ 2 w 1688"/>
                <a:gd name="T11" fmla="*/ 1593 h 1712"/>
                <a:gd name="T12" fmla="*/ 0 w 1688"/>
                <a:gd name="T13" fmla="*/ 1662 h 1712"/>
                <a:gd name="T14" fmla="*/ 50 w 1688"/>
                <a:gd name="T15" fmla="*/ 1712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8" h="1712">
                  <a:moveTo>
                    <a:pt x="1688" y="0"/>
                  </a:moveTo>
                  <a:lnTo>
                    <a:pt x="759" y="929"/>
                  </a:lnTo>
                  <a:lnTo>
                    <a:pt x="560" y="927"/>
                  </a:lnTo>
                  <a:lnTo>
                    <a:pt x="102" y="1385"/>
                  </a:lnTo>
                  <a:lnTo>
                    <a:pt x="104" y="1489"/>
                  </a:lnTo>
                  <a:lnTo>
                    <a:pt x="2" y="1593"/>
                  </a:lnTo>
                  <a:lnTo>
                    <a:pt x="0" y="1662"/>
                  </a:lnTo>
                  <a:lnTo>
                    <a:pt x="50" y="171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34" name="Freeform 69"/>
            <p:cNvSpPr>
              <a:spLocks/>
            </p:cNvSpPr>
            <p:nvPr/>
          </p:nvSpPr>
          <p:spPr bwMode="auto">
            <a:xfrm rot="5400000" flipH="1" flipV="1">
              <a:off x="10633356" y="-3135229"/>
              <a:ext cx="2443163" cy="2503488"/>
            </a:xfrm>
            <a:custGeom>
              <a:avLst/>
              <a:gdLst>
                <a:gd name="T0" fmla="*/ 47 w 1539"/>
                <a:gd name="T1" fmla="*/ 1577 h 1577"/>
                <a:gd name="T2" fmla="*/ 0 w 1539"/>
                <a:gd name="T3" fmla="*/ 1530 h 1577"/>
                <a:gd name="T4" fmla="*/ 5 w 1539"/>
                <a:gd name="T5" fmla="*/ 1348 h 1577"/>
                <a:gd name="T6" fmla="*/ 218 w 1539"/>
                <a:gd name="T7" fmla="*/ 1135 h 1577"/>
                <a:gd name="T8" fmla="*/ 464 w 1539"/>
                <a:gd name="T9" fmla="*/ 1142 h 1577"/>
                <a:gd name="T10" fmla="*/ 508 w 1539"/>
                <a:gd name="T11" fmla="*/ 1097 h 1577"/>
                <a:gd name="T12" fmla="*/ 508 w 1539"/>
                <a:gd name="T13" fmla="*/ 1031 h 1577"/>
                <a:gd name="T14" fmla="*/ 1539 w 1539"/>
                <a:gd name="T15" fmla="*/ 0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39" h="1577">
                  <a:moveTo>
                    <a:pt x="47" y="1577"/>
                  </a:moveTo>
                  <a:lnTo>
                    <a:pt x="0" y="1530"/>
                  </a:lnTo>
                  <a:lnTo>
                    <a:pt x="5" y="1348"/>
                  </a:lnTo>
                  <a:lnTo>
                    <a:pt x="218" y="1135"/>
                  </a:lnTo>
                  <a:lnTo>
                    <a:pt x="464" y="1142"/>
                  </a:lnTo>
                  <a:lnTo>
                    <a:pt x="508" y="1097"/>
                  </a:lnTo>
                  <a:lnTo>
                    <a:pt x="508" y="1031"/>
                  </a:lnTo>
                  <a:lnTo>
                    <a:pt x="153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35" name="Freeform 70"/>
            <p:cNvSpPr>
              <a:spLocks/>
            </p:cNvSpPr>
            <p:nvPr/>
          </p:nvSpPr>
          <p:spPr bwMode="auto">
            <a:xfrm rot="5400000" flipH="1" flipV="1">
              <a:off x="10721462" y="-3223334"/>
              <a:ext cx="2259013" cy="2390775"/>
            </a:xfrm>
            <a:custGeom>
              <a:avLst/>
              <a:gdLst>
                <a:gd name="T0" fmla="*/ 0 w 1423"/>
                <a:gd name="T1" fmla="*/ 1506 h 1506"/>
                <a:gd name="T2" fmla="*/ 400 w 1423"/>
                <a:gd name="T3" fmla="*/ 1104 h 1506"/>
                <a:gd name="T4" fmla="*/ 397 w 1423"/>
                <a:gd name="T5" fmla="*/ 1026 h 1506"/>
                <a:gd name="T6" fmla="*/ 1423 w 1423"/>
                <a:gd name="T7" fmla="*/ 0 h 1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3" h="1506">
                  <a:moveTo>
                    <a:pt x="0" y="1506"/>
                  </a:moveTo>
                  <a:lnTo>
                    <a:pt x="400" y="1104"/>
                  </a:lnTo>
                  <a:lnTo>
                    <a:pt x="397" y="1026"/>
                  </a:lnTo>
                  <a:lnTo>
                    <a:pt x="142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36" name="Freeform 71"/>
            <p:cNvSpPr>
              <a:spLocks/>
            </p:cNvSpPr>
            <p:nvPr/>
          </p:nvSpPr>
          <p:spPr bwMode="auto">
            <a:xfrm rot="5400000" flipH="1" flipV="1">
              <a:off x="10715112" y="-3218572"/>
              <a:ext cx="2744788" cy="2797175"/>
            </a:xfrm>
            <a:custGeom>
              <a:avLst/>
              <a:gdLst>
                <a:gd name="T0" fmla="*/ 0 w 1729"/>
                <a:gd name="T1" fmla="*/ 1762 h 1762"/>
                <a:gd name="T2" fmla="*/ 128 w 1729"/>
                <a:gd name="T3" fmla="*/ 1762 h 1762"/>
                <a:gd name="T4" fmla="*/ 745 w 1729"/>
                <a:gd name="T5" fmla="*/ 1142 h 1762"/>
                <a:gd name="T6" fmla="*/ 743 w 1729"/>
                <a:gd name="T7" fmla="*/ 986 h 1762"/>
                <a:gd name="T8" fmla="*/ 1729 w 1729"/>
                <a:gd name="T9" fmla="*/ 0 h 1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9" h="1762">
                  <a:moveTo>
                    <a:pt x="0" y="1762"/>
                  </a:moveTo>
                  <a:lnTo>
                    <a:pt x="128" y="1762"/>
                  </a:lnTo>
                  <a:lnTo>
                    <a:pt x="745" y="1142"/>
                  </a:lnTo>
                  <a:lnTo>
                    <a:pt x="743" y="986"/>
                  </a:lnTo>
                  <a:lnTo>
                    <a:pt x="172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37" name="Freeform 72"/>
            <p:cNvSpPr>
              <a:spLocks/>
            </p:cNvSpPr>
            <p:nvPr/>
          </p:nvSpPr>
          <p:spPr bwMode="auto">
            <a:xfrm rot="5400000" flipH="1" flipV="1">
              <a:off x="10893706" y="-3365416"/>
              <a:ext cx="3344863" cy="3662363"/>
            </a:xfrm>
            <a:custGeom>
              <a:avLst/>
              <a:gdLst>
                <a:gd name="T0" fmla="*/ 0 w 2107"/>
                <a:gd name="T1" fmla="*/ 2307 h 2307"/>
                <a:gd name="T2" fmla="*/ 157 w 2107"/>
                <a:gd name="T3" fmla="*/ 2151 h 2307"/>
                <a:gd name="T4" fmla="*/ 161 w 2107"/>
                <a:gd name="T5" fmla="*/ 1960 h 2307"/>
                <a:gd name="T6" fmla="*/ 279 w 2107"/>
                <a:gd name="T7" fmla="*/ 1842 h 2307"/>
                <a:gd name="T8" fmla="*/ 445 w 2107"/>
                <a:gd name="T9" fmla="*/ 1851 h 2307"/>
                <a:gd name="T10" fmla="*/ 1147 w 2107"/>
                <a:gd name="T11" fmla="*/ 1146 h 2307"/>
                <a:gd name="T12" fmla="*/ 1145 w 2107"/>
                <a:gd name="T13" fmla="*/ 964 h 2307"/>
                <a:gd name="T14" fmla="*/ 2107 w 2107"/>
                <a:gd name="T15" fmla="*/ 0 h 2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07" h="2307">
                  <a:moveTo>
                    <a:pt x="0" y="2307"/>
                  </a:moveTo>
                  <a:lnTo>
                    <a:pt x="157" y="2151"/>
                  </a:lnTo>
                  <a:lnTo>
                    <a:pt x="161" y="1960"/>
                  </a:lnTo>
                  <a:lnTo>
                    <a:pt x="279" y="1842"/>
                  </a:lnTo>
                  <a:lnTo>
                    <a:pt x="445" y="1851"/>
                  </a:lnTo>
                  <a:lnTo>
                    <a:pt x="1147" y="1146"/>
                  </a:lnTo>
                  <a:lnTo>
                    <a:pt x="1145" y="964"/>
                  </a:lnTo>
                  <a:lnTo>
                    <a:pt x="210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38" name="Freeform 73"/>
            <p:cNvSpPr>
              <a:spLocks/>
            </p:cNvSpPr>
            <p:nvPr/>
          </p:nvSpPr>
          <p:spPr bwMode="auto">
            <a:xfrm rot="5400000" flipH="1" flipV="1">
              <a:off x="10931806" y="-3438440"/>
              <a:ext cx="3524250" cy="3867150"/>
            </a:xfrm>
            <a:custGeom>
              <a:avLst/>
              <a:gdLst>
                <a:gd name="T0" fmla="*/ 2220 w 2220"/>
                <a:gd name="T1" fmla="*/ 0 h 2436"/>
                <a:gd name="T2" fmla="*/ 1255 w 2220"/>
                <a:gd name="T3" fmla="*/ 965 h 2436"/>
                <a:gd name="T4" fmla="*/ 1260 w 2220"/>
                <a:gd name="T5" fmla="*/ 1149 h 2436"/>
                <a:gd name="T6" fmla="*/ 555 w 2220"/>
                <a:gd name="T7" fmla="*/ 1852 h 2436"/>
                <a:gd name="T8" fmla="*/ 397 w 2220"/>
                <a:gd name="T9" fmla="*/ 1849 h 2436"/>
                <a:gd name="T10" fmla="*/ 279 w 2220"/>
                <a:gd name="T11" fmla="*/ 1970 h 2436"/>
                <a:gd name="T12" fmla="*/ 274 w 2220"/>
                <a:gd name="T13" fmla="*/ 2159 h 2436"/>
                <a:gd name="T14" fmla="*/ 0 w 2220"/>
                <a:gd name="T15" fmla="*/ 2436 h 2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0" h="2436">
                  <a:moveTo>
                    <a:pt x="2220" y="0"/>
                  </a:moveTo>
                  <a:lnTo>
                    <a:pt x="1255" y="965"/>
                  </a:lnTo>
                  <a:lnTo>
                    <a:pt x="1260" y="1149"/>
                  </a:lnTo>
                  <a:lnTo>
                    <a:pt x="555" y="1852"/>
                  </a:lnTo>
                  <a:lnTo>
                    <a:pt x="397" y="1849"/>
                  </a:lnTo>
                  <a:lnTo>
                    <a:pt x="279" y="1970"/>
                  </a:lnTo>
                  <a:lnTo>
                    <a:pt x="274" y="2159"/>
                  </a:lnTo>
                  <a:lnTo>
                    <a:pt x="0" y="243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39" name="Freeform 74"/>
            <p:cNvSpPr>
              <a:spLocks/>
            </p:cNvSpPr>
            <p:nvPr/>
          </p:nvSpPr>
          <p:spPr bwMode="auto">
            <a:xfrm rot="5400000" flipH="1" flipV="1">
              <a:off x="10945300" y="-3447172"/>
              <a:ext cx="2968625" cy="3119438"/>
            </a:xfrm>
            <a:custGeom>
              <a:avLst/>
              <a:gdLst>
                <a:gd name="T0" fmla="*/ 1870 w 1870"/>
                <a:gd name="T1" fmla="*/ 0 h 1965"/>
                <a:gd name="T2" fmla="*/ 905 w 1870"/>
                <a:gd name="T3" fmla="*/ 962 h 1965"/>
                <a:gd name="T4" fmla="*/ 903 w 1870"/>
                <a:gd name="T5" fmla="*/ 1139 h 1965"/>
                <a:gd name="T6" fmla="*/ 80 w 1870"/>
                <a:gd name="T7" fmla="*/ 1962 h 1965"/>
                <a:gd name="T8" fmla="*/ 0 w 1870"/>
                <a:gd name="T9" fmla="*/ 1965 h 1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0" h="1965">
                  <a:moveTo>
                    <a:pt x="1870" y="0"/>
                  </a:moveTo>
                  <a:lnTo>
                    <a:pt x="905" y="962"/>
                  </a:lnTo>
                  <a:lnTo>
                    <a:pt x="903" y="1139"/>
                  </a:lnTo>
                  <a:lnTo>
                    <a:pt x="80" y="1962"/>
                  </a:lnTo>
                  <a:lnTo>
                    <a:pt x="0" y="196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40" name="Freeform 75"/>
            <p:cNvSpPr>
              <a:spLocks/>
            </p:cNvSpPr>
            <p:nvPr/>
          </p:nvSpPr>
          <p:spPr bwMode="auto">
            <a:xfrm rot="5400000" flipH="1" flipV="1">
              <a:off x="9085543" y="-2916153"/>
              <a:ext cx="3948113" cy="2773363"/>
            </a:xfrm>
            <a:custGeom>
              <a:avLst/>
              <a:gdLst>
                <a:gd name="T0" fmla="*/ 4 w 2487"/>
                <a:gd name="T1" fmla="*/ 1747 h 1747"/>
                <a:gd name="T2" fmla="*/ 0 w 2487"/>
                <a:gd name="T3" fmla="*/ 1657 h 1747"/>
                <a:gd name="T4" fmla="*/ 1655 w 2487"/>
                <a:gd name="T5" fmla="*/ 0 h 1747"/>
                <a:gd name="T6" fmla="*/ 2487 w 2487"/>
                <a:gd name="T7" fmla="*/ 0 h 1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7" h="1747">
                  <a:moveTo>
                    <a:pt x="4" y="1747"/>
                  </a:moveTo>
                  <a:lnTo>
                    <a:pt x="0" y="1657"/>
                  </a:lnTo>
                  <a:lnTo>
                    <a:pt x="1655" y="0"/>
                  </a:lnTo>
                  <a:lnTo>
                    <a:pt x="248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41" name="Freeform 76"/>
            <p:cNvSpPr>
              <a:spLocks/>
            </p:cNvSpPr>
            <p:nvPr/>
          </p:nvSpPr>
          <p:spPr bwMode="auto">
            <a:xfrm rot="5400000" flipH="1" flipV="1">
              <a:off x="8906156" y="-2722478"/>
              <a:ext cx="3606800" cy="2165350"/>
            </a:xfrm>
            <a:custGeom>
              <a:avLst/>
              <a:gdLst>
                <a:gd name="T0" fmla="*/ 0 w 2272"/>
                <a:gd name="T1" fmla="*/ 1364 h 1364"/>
                <a:gd name="T2" fmla="*/ 64 w 2272"/>
                <a:gd name="T3" fmla="*/ 1301 h 1364"/>
                <a:gd name="T4" fmla="*/ 147 w 2272"/>
                <a:gd name="T5" fmla="*/ 1298 h 1364"/>
                <a:gd name="T6" fmla="*/ 1445 w 2272"/>
                <a:gd name="T7" fmla="*/ 0 h 1364"/>
                <a:gd name="T8" fmla="*/ 2272 w 2272"/>
                <a:gd name="T9" fmla="*/ 0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72" h="1364">
                  <a:moveTo>
                    <a:pt x="0" y="1364"/>
                  </a:moveTo>
                  <a:lnTo>
                    <a:pt x="64" y="1301"/>
                  </a:lnTo>
                  <a:lnTo>
                    <a:pt x="147" y="1298"/>
                  </a:lnTo>
                  <a:lnTo>
                    <a:pt x="1445" y="0"/>
                  </a:lnTo>
                  <a:lnTo>
                    <a:pt x="227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42" name="Freeform 77"/>
            <p:cNvSpPr>
              <a:spLocks/>
            </p:cNvSpPr>
            <p:nvPr/>
          </p:nvSpPr>
          <p:spPr bwMode="auto">
            <a:xfrm rot="5400000" flipH="1" flipV="1">
              <a:off x="9380025" y="-3375735"/>
              <a:ext cx="4500563" cy="4635500"/>
            </a:xfrm>
            <a:custGeom>
              <a:avLst/>
              <a:gdLst>
                <a:gd name="T0" fmla="*/ 0 w 2835"/>
                <a:gd name="T1" fmla="*/ 2920 h 2920"/>
                <a:gd name="T2" fmla="*/ 2 w 2835"/>
                <a:gd name="T3" fmla="*/ 2849 h 2920"/>
                <a:gd name="T4" fmla="*/ 177 w 2835"/>
                <a:gd name="T5" fmla="*/ 2674 h 2920"/>
                <a:gd name="T6" fmla="*/ 175 w 2835"/>
                <a:gd name="T7" fmla="*/ 2276 h 2920"/>
                <a:gd name="T8" fmla="*/ 234 w 2835"/>
                <a:gd name="T9" fmla="*/ 2215 h 2920"/>
                <a:gd name="T10" fmla="*/ 234 w 2835"/>
                <a:gd name="T11" fmla="*/ 2016 h 2920"/>
                <a:gd name="T12" fmla="*/ 423 w 2835"/>
                <a:gd name="T13" fmla="*/ 1827 h 2920"/>
                <a:gd name="T14" fmla="*/ 487 w 2835"/>
                <a:gd name="T15" fmla="*/ 1830 h 2920"/>
                <a:gd name="T16" fmla="*/ 589 w 2835"/>
                <a:gd name="T17" fmla="*/ 1728 h 2920"/>
                <a:gd name="T18" fmla="*/ 586 w 2835"/>
                <a:gd name="T19" fmla="*/ 1652 h 2920"/>
                <a:gd name="T20" fmla="*/ 518 w 2835"/>
                <a:gd name="T21" fmla="*/ 1586 h 2920"/>
                <a:gd name="T22" fmla="*/ 667 w 2835"/>
                <a:gd name="T23" fmla="*/ 1435 h 2920"/>
                <a:gd name="T24" fmla="*/ 771 w 2835"/>
                <a:gd name="T25" fmla="*/ 1437 h 2920"/>
                <a:gd name="T26" fmla="*/ 2206 w 2835"/>
                <a:gd name="T27" fmla="*/ 0 h 2920"/>
                <a:gd name="T28" fmla="*/ 2835 w 2835"/>
                <a:gd name="T29" fmla="*/ 0 h 2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35" h="2920">
                  <a:moveTo>
                    <a:pt x="0" y="2920"/>
                  </a:moveTo>
                  <a:lnTo>
                    <a:pt x="2" y="2849"/>
                  </a:lnTo>
                  <a:lnTo>
                    <a:pt x="177" y="2674"/>
                  </a:lnTo>
                  <a:lnTo>
                    <a:pt x="175" y="2276"/>
                  </a:lnTo>
                  <a:lnTo>
                    <a:pt x="234" y="2215"/>
                  </a:lnTo>
                  <a:lnTo>
                    <a:pt x="234" y="2016"/>
                  </a:lnTo>
                  <a:lnTo>
                    <a:pt x="423" y="1827"/>
                  </a:lnTo>
                  <a:lnTo>
                    <a:pt x="487" y="1830"/>
                  </a:lnTo>
                  <a:lnTo>
                    <a:pt x="589" y="1728"/>
                  </a:lnTo>
                  <a:lnTo>
                    <a:pt x="586" y="1652"/>
                  </a:lnTo>
                  <a:lnTo>
                    <a:pt x="518" y="1586"/>
                  </a:lnTo>
                  <a:lnTo>
                    <a:pt x="667" y="1435"/>
                  </a:lnTo>
                  <a:lnTo>
                    <a:pt x="771" y="1437"/>
                  </a:lnTo>
                  <a:lnTo>
                    <a:pt x="2206" y="0"/>
                  </a:lnTo>
                  <a:lnTo>
                    <a:pt x="283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43" name="Freeform 78"/>
            <p:cNvSpPr>
              <a:spLocks/>
            </p:cNvSpPr>
            <p:nvPr/>
          </p:nvSpPr>
          <p:spPr bwMode="auto">
            <a:xfrm rot="5400000" flipH="1" flipV="1">
              <a:off x="13035244" y="1935247"/>
              <a:ext cx="2079625" cy="3251200"/>
            </a:xfrm>
            <a:custGeom>
              <a:avLst/>
              <a:gdLst>
                <a:gd name="T0" fmla="*/ 0 w 1310"/>
                <a:gd name="T1" fmla="*/ 2048 h 2048"/>
                <a:gd name="T2" fmla="*/ 892 w 1310"/>
                <a:gd name="T3" fmla="*/ 1156 h 2048"/>
                <a:gd name="T4" fmla="*/ 889 w 1310"/>
                <a:gd name="T5" fmla="*/ 915 h 2048"/>
                <a:gd name="T6" fmla="*/ 1305 w 1310"/>
                <a:gd name="T7" fmla="*/ 501 h 2048"/>
                <a:gd name="T8" fmla="*/ 1310 w 1310"/>
                <a:gd name="T9" fmla="*/ 59 h 2048"/>
                <a:gd name="T10" fmla="*/ 1251 w 1310"/>
                <a:gd name="T11" fmla="*/ 0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10" h="2048">
                  <a:moveTo>
                    <a:pt x="0" y="2048"/>
                  </a:moveTo>
                  <a:lnTo>
                    <a:pt x="892" y="1156"/>
                  </a:lnTo>
                  <a:lnTo>
                    <a:pt x="889" y="915"/>
                  </a:lnTo>
                  <a:lnTo>
                    <a:pt x="1305" y="501"/>
                  </a:lnTo>
                  <a:lnTo>
                    <a:pt x="1310" y="59"/>
                  </a:lnTo>
                  <a:lnTo>
                    <a:pt x="125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44" name="Freeform 79"/>
            <p:cNvSpPr>
              <a:spLocks/>
            </p:cNvSpPr>
            <p:nvPr/>
          </p:nvSpPr>
          <p:spPr bwMode="auto">
            <a:xfrm rot="5400000" flipH="1" flipV="1">
              <a:off x="12897925" y="1693153"/>
              <a:ext cx="2197100" cy="3513138"/>
            </a:xfrm>
            <a:custGeom>
              <a:avLst/>
              <a:gdLst>
                <a:gd name="T0" fmla="*/ 0 w 1384"/>
                <a:gd name="T1" fmla="*/ 2213 h 2213"/>
                <a:gd name="T2" fmla="*/ 892 w 1384"/>
                <a:gd name="T3" fmla="*/ 1321 h 2213"/>
                <a:gd name="T4" fmla="*/ 889 w 1384"/>
                <a:gd name="T5" fmla="*/ 1083 h 2213"/>
                <a:gd name="T6" fmla="*/ 1306 w 1384"/>
                <a:gd name="T7" fmla="*/ 667 h 2213"/>
                <a:gd name="T8" fmla="*/ 1301 w 1384"/>
                <a:gd name="T9" fmla="*/ 83 h 2213"/>
                <a:gd name="T10" fmla="*/ 1384 w 1384"/>
                <a:gd name="T11" fmla="*/ 0 h 2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84" h="2213">
                  <a:moveTo>
                    <a:pt x="0" y="2213"/>
                  </a:moveTo>
                  <a:lnTo>
                    <a:pt x="892" y="1321"/>
                  </a:lnTo>
                  <a:lnTo>
                    <a:pt x="889" y="1083"/>
                  </a:lnTo>
                  <a:lnTo>
                    <a:pt x="1306" y="667"/>
                  </a:lnTo>
                  <a:lnTo>
                    <a:pt x="1301" y="83"/>
                  </a:lnTo>
                  <a:lnTo>
                    <a:pt x="138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45" name="Freeform 80"/>
            <p:cNvSpPr>
              <a:spLocks/>
            </p:cNvSpPr>
            <p:nvPr/>
          </p:nvSpPr>
          <p:spPr bwMode="auto">
            <a:xfrm rot="5400000" flipH="1" flipV="1">
              <a:off x="13066200" y="1755065"/>
              <a:ext cx="2355850" cy="3122613"/>
            </a:xfrm>
            <a:custGeom>
              <a:avLst/>
              <a:gdLst>
                <a:gd name="T0" fmla="*/ 0 w 1484"/>
                <a:gd name="T1" fmla="*/ 1967 h 1967"/>
                <a:gd name="T2" fmla="*/ 891 w 1484"/>
                <a:gd name="T3" fmla="*/ 1076 h 1967"/>
                <a:gd name="T4" fmla="*/ 884 w 1484"/>
                <a:gd name="T5" fmla="*/ 830 h 1967"/>
                <a:gd name="T6" fmla="*/ 1392 w 1484"/>
                <a:gd name="T7" fmla="*/ 321 h 1967"/>
                <a:gd name="T8" fmla="*/ 1394 w 1484"/>
                <a:gd name="T9" fmla="*/ 90 h 1967"/>
                <a:gd name="T10" fmla="*/ 1484 w 1484"/>
                <a:gd name="T11" fmla="*/ 0 h 1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84" h="1967">
                  <a:moveTo>
                    <a:pt x="0" y="1967"/>
                  </a:moveTo>
                  <a:lnTo>
                    <a:pt x="891" y="1076"/>
                  </a:lnTo>
                  <a:lnTo>
                    <a:pt x="884" y="830"/>
                  </a:lnTo>
                  <a:lnTo>
                    <a:pt x="1392" y="321"/>
                  </a:lnTo>
                  <a:lnTo>
                    <a:pt x="1394" y="90"/>
                  </a:lnTo>
                  <a:lnTo>
                    <a:pt x="148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46" name="Freeform 81"/>
            <p:cNvSpPr>
              <a:spLocks/>
            </p:cNvSpPr>
            <p:nvPr/>
          </p:nvSpPr>
          <p:spPr bwMode="auto">
            <a:xfrm rot="5400000" flipH="1" flipV="1">
              <a:off x="12335156" y="852572"/>
              <a:ext cx="2630488" cy="4481513"/>
            </a:xfrm>
            <a:custGeom>
              <a:avLst/>
              <a:gdLst>
                <a:gd name="T0" fmla="*/ 1657 w 1657"/>
                <a:gd name="T1" fmla="*/ 0 h 2823"/>
                <a:gd name="T2" fmla="*/ 1567 w 1657"/>
                <a:gd name="T3" fmla="*/ 90 h 2823"/>
                <a:gd name="T4" fmla="*/ 1565 w 1657"/>
                <a:gd name="T5" fmla="*/ 159 h 2823"/>
                <a:gd name="T6" fmla="*/ 1418 w 1657"/>
                <a:gd name="T7" fmla="*/ 308 h 2823"/>
                <a:gd name="T8" fmla="*/ 1421 w 1657"/>
                <a:gd name="T9" fmla="*/ 414 h 2823"/>
                <a:gd name="T10" fmla="*/ 1489 w 1657"/>
                <a:gd name="T11" fmla="*/ 480 h 2823"/>
                <a:gd name="T12" fmla="*/ 1489 w 1657"/>
                <a:gd name="T13" fmla="*/ 695 h 2823"/>
                <a:gd name="T14" fmla="*/ 1575 w 1657"/>
                <a:gd name="T15" fmla="*/ 781 h 2823"/>
                <a:gd name="T16" fmla="*/ 1572 w 1657"/>
                <a:gd name="T17" fmla="*/ 967 h 2823"/>
                <a:gd name="T18" fmla="*/ 903 w 1657"/>
                <a:gd name="T19" fmla="*/ 1636 h 2823"/>
                <a:gd name="T20" fmla="*/ 905 w 1657"/>
                <a:gd name="T21" fmla="*/ 2131 h 2823"/>
                <a:gd name="T22" fmla="*/ 624 w 1657"/>
                <a:gd name="T23" fmla="*/ 2410 h 2823"/>
                <a:gd name="T24" fmla="*/ 404 w 1657"/>
                <a:gd name="T25" fmla="*/ 2417 h 2823"/>
                <a:gd name="T26" fmla="*/ 0 w 1657"/>
                <a:gd name="T27" fmla="*/ 2823 h 2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57" h="2823">
                  <a:moveTo>
                    <a:pt x="1657" y="0"/>
                  </a:moveTo>
                  <a:lnTo>
                    <a:pt x="1567" y="90"/>
                  </a:lnTo>
                  <a:lnTo>
                    <a:pt x="1565" y="159"/>
                  </a:lnTo>
                  <a:lnTo>
                    <a:pt x="1418" y="308"/>
                  </a:lnTo>
                  <a:lnTo>
                    <a:pt x="1421" y="414"/>
                  </a:lnTo>
                  <a:lnTo>
                    <a:pt x="1489" y="480"/>
                  </a:lnTo>
                  <a:lnTo>
                    <a:pt x="1489" y="695"/>
                  </a:lnTo>
                  <a:lnTo>
                    <a:pt x="1575" y="781"/>
                  </a:lnTo>
                  <a:lnTo>
                    <a:pt x="1572" y="967"/>
                  </a:lnTo>
                  <a:lnTo>
                    <a:pt x="903" y="1636"/>
                  </a:lnTo>
                  <a:lnTo>
                    <a:pt x="905" y="2131"/>
                  </a:lnTo>
                  <a:lnTo>
                    <a:pt x="624" y="2410"/>
                  </a:lnTo>
                  <a:lnTo>
                    <a:pt x="404" y="2417"/>
                  </a:lnTo>
                  <a:lnTo>
                    <a:pt x="0" y="282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47" name="Freeform 82"/>
            <p:cNvSpPr>
              <a:spLocks/>
            </p:cNvSpPr>
            <p:nvPr/>
          </p:nvSpPr>
          <p:spPr bwMode="auto">
            <a:xfrm rot="5400000" flipH="1" flipV="1">
              <a:off x="12528038" y="940678"/>
              <a:ext cx="2597150" cy="4233863"/>
            </a:xfrm>
            <a:custGeom>
              <a:avLst/>
              <a:gdLst>
                <a:gd name="T0" fmla="*/ 1636 w 1636"/>
                <a:gd name="T1" fmla="*/ 3 h 2667"/>
                <a:gd name="T2" fmla="*/ 1542 w 1636"/>
                <a:gd name="T3" fmla="*/ 0 h 2667"/>
                <a:gd name="T4" fmla="*/ 1414 w 1636"/>
                <a:gd name="T5" fmla="*/ 128 h 2667"/>
                <a:gd name="T6" fmla="*/ 1419 w 1636"/>
                <a:gd name="T7" fmla="*/ 213 h 2667"/>
                <a:gd name="T8" fmla="*/ 1490 w 1636"/>
                <a:gd name="T9" fmla="*/ 287 h 2667"/>
                <a:gd name="T10" fmla="*/ 1487 w 1636"/>
                <a:gd name="T11" fmla="*/ 497 h 2667"/>
                <a:gd name="T12" fmla="*/ 1570 w 1636"/>
                <a:gd name="T13" fmla="*/ 580 h 2667"/>
                <a:gd name="T14" fmla="*/ 1572 w 1636"/>
                <a:gd name="T15" fmla="*/ 811 h 2667"/>
                <a:gd name="T16" fmla="*/ 903 w 1636"/>
                <a:gd name="T17" fmla="*/ 1481 h 2667"/>
                <a:gd name="T18" fmla="*/ 906 w 1636"/>
                <a:gd name="T19" fmla="*/ 1975 h 2667"/>
                <a:gd name="T20" fmla="*/ 612 w 1636"/>
                <a:gd name="T21" fmla="*/ 2268 h 2667"/>
                <a:gd name="T22" fmla="*/ 390 w 1636"/>
                <a:gd name="T23" fmla="*/ 2277 h 2667"/>
                <a:gd name="T24" fmla="*/ 0 w 1636"/>
                <a:gd name="T25" fmla="*/ 2667 h 2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36" h="2667">
                  <a:moveTo>
                    <a:pt x="1636" y="3"/>
                  </a:moveTo>
                  <a:lnTo>
                    <a:pt x="1542" y="0"/>
                  </a:lnTo>
                  <a:lnTo>
                    <a:pt x="1414" y="128"/>
                  </a:lnTo>
                  <a:lnTo>
                    <a:pt x="1419" y="213"/>
                  </a:lnTo>
                  <a:lnTo>
                    <a:pt x="1490" y="287"/>
                  </a:lnTo>
                  <a:lnTo>
                    <a:pt x="1487" y="497"/>
                  </a:lnTo>
                  <a:lnTo>
                    <a:pt x="1570" y="580"/>
                  </a:lnTo>
                  <a:lnTo>
                    <a:pt x="1572" y="811"/>
                  </a:lnTo>
                  <a:lnTo>
                    <a:pt x="903" y="1481"/>
                  </a:lnTo>
                  <a:lnTo>
                    <a:pt x="906" y="1975"/>
                  </a:lnTo>
                  <a:lnTo>
                    <a:pt x="612" y="2268"/>
                  </a:lnTo>
                  <a:lnTo>
                    <a:pt x="390" y="2277"/>
                  </a:lnTo>
                  <a:lnTo>
                    <a:pt x="0" y="2667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48" name="Freeform 83"/>
            <p:cNvSpPr>
              <a:spLocks/>
            </p:cNvSpPr>
            <p:nvPr/>
          </p:nvSpPr>
          <p:spPr bwMode="auto">
            <a:xfrm rot="5400000" flipH="1" flipV="1">
              <a:off x="12751875" y="743828"/>
              <a:ext cx="2703513" cy="4102100"/>
            </a:xfrm>
            <a:custGeom>
              <a:avLst/>
              <a:gdLst>
                <a:gd name="T0" fmla="*/ 0 w 1703"/>
                <a:gd name="T1" fmla="*/ 2584 h 2584"/>
                <a:gd name="T2" fmla="*/ 811 w 1703"/>
                <a:gd name="T3" fmla="*/ 1775 h 2584"/>
                <a:gd name="T4" fmla="*/ 821 w 1703"/>
                <a:gd name="T5" fmla="*/ 1283 h 2584"/>
                <a:gd name="T6" fmla="*/ 1393 w 1703"/>
                <a:gd name="T7" fmla="*/ 711 h 2584"/>
                <a:gd name="T8" fmla="*/ 1558 w 1703"/>
                <a:gd name="T9" fmla="*/ 707 h 2584"/>
                <a:gd name="T10" fmla="*/ 1698 w 1703"/>
                <a:gd name="T11" fmla="*/ 567 h 2584"/>
                <a:gd name="T12" fmla="*/ 1703 w 1703"/>
                <a:gd name="T13" fmla="*/ 494 h 2584"/>
                <a:gd name="T14" fmla="*/ 1464 w 1703"/>
                <a:gd name="T15" fmla="*/ 255 h 2584"/>
                <a:gd name="T16" fmla="*/ 1459 w 1703"/>
                <a:gd name="T17" fmla="*/ 0 h 2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03" h="2584">
                  <a:moveTo>
                    <a:pt x="0" y="2584"/>
                  </a:moveTo>
                  <a:lnTo>
                    <a:pt x="811" y="1775"/>
                  </a:lnTo>
                  <a:lnTo>
                    <a:pt x="821" y="1283"/>
                  </a:lnTo>
                  <a:lnTo>
                    <a:pt x="1393" y="711"/>
                  </a:lnTo>
                  <a:lnTo>
                    <a:pt x="1558" y="707"/>
                  </a:lnTo>
                  <a:lnTo>
                    <a:pt x="1698" y="567"/>
                  </a:lnTo>
                  <a:lnTo>
                    <a:pt x="1703" y="494"/>
                  </a:lnTo>
                  <a:lnTo>
                    <a:pt x="1464" y="255"/>
                  </a:lnTo>
                  <a:lnTo>
                    <a:pt x="145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49" name="Freeform 84"/>
            <p:cNvSpPr>
              <a:spLocks/>
            </p:cNvSpPr>
            <p:nvPr/>
          </p:nvSpPr>
          <p:spPr bwMode="auto">
            <a:xfrm rot="5400000" flipH="1" flipV="1">
              <a:off x="12722506" y="604922"/>
              <a:ext cx="2735263" cy="4233863"/>
            </a:xfrm>
            <a:custGeom>
              <a:avLst/>
              <a:gdLst>
                <a:gd name="T0" fmla="*/ 0 w 1723"/>
                <a:gd name="T1" fmla="*/ 2667 h 2667"/>
                <a:gd name="T2" fmla="*/ 827 w 1723"/>
                <a:gd name="T3" fmla="*/ 1839 h 2667"/>
                <a:gd name="T4" fmla="*/ 832 w 1723"/>
                <a:gd name="T5" fmla="*/ 1341 h 2667"/>
                <a:gd name="T6" fmla="*/ 1362 w 1723"/>
                <a:gd name="T7" fmla="*/ 809 h 2667"/>
                <a:gd name="T8" fmla="*/ 1530 w 1723"/>
                <a:gd name="T9" fmla="*/ 804 h 2667"/>
                <a:gd name="T10" fmla="*/ 1721 w 1723"/>
                <a:gd name="T11" fmla="*/ 612 h 2667"/>
                <a:gd name="T12" fmla="*/ 1723 w 1723"/>
                <a:gd name="T13" fmla="*/ 548 h 2667"/>
                <a:gd name="T14" fmla="*/ 1485 w 1723"/>
                <a:gd name="T15" fmla="*/ 307 h 2667"/>
                <a:gd name="T16" fmla="*/ 1487 w 1723"/>
                <a:gd name="T17" fmla="*/ 71 h 2667"/>
                <a:gd name="T18" fmla="*/ 1558 w 1723"/>
                <a:gd name="T19" fmla="*/ 0 h 2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3" h="2667">
                  <a:moveTo>
                    <a:pt x="0" y="2667"/>
                  </a:moveTo>
                  <a:lnTo>
                    <a:pt x="827" y="1839"/>
                  </a:lnTo>
                  <a:lnTo>
                    <a:pt x="832" y="1341"/>
                  </a:lnTo>
                  <a:lnTo>
                    <a:pt x="1362" y="809"/>
                  </a:lnTo>
                  <a:lnTo>
                    <a:pt x="1530" y="804"/>
                  </a:lnTo>
                  <a:lnTo>
                    <a:pt x="1721" y="612"/>
                  </a:lnTo>
                  <a:lnTo>
                    <a:pt x="1723" y="548"/>
                  </a:lnTo>
                  <a:lnTo>
                    <a:pt x="1485" y="307"/>
                  </a:lnTo>
                  <a:lnTo>
                    <a:pt x="1487" y="71"/>
                  </a:lnTo>
                  <a:lnTo>
                    <a:pt x="155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50" name="Freeform 85"/>
            <p:cNvSpPr>
              <a:spLocks/>
            </p:cNvSpPr>
            <p:nvPr/>
          </p:nvSpPr>
          <p:spPr bwMode="auto">
            <a:xfrm rot="5400000" flipH="1" flipV="1">
              <a:off x="14288575" y="2063040"/>
              <a:ext cx="1579563" cy="2368550"/>
            </a:xfrm>
            <a:custGeom>
              <a:avLst/>
              <a:gdLst>
                <a:gd name="T0" fmla="*/ 0 w 995"/>
                <a:gd name="T1" fmla="*/ 1492 h 1492"/>
                <a:gd name="T2" fmla="*/ 839 w 995"/>
                <a:gd name="T3" fmla="*/ 651 h 1492"/>
                <a:gd name="T4" fmla="*/ 835 w 995"/>
                <a:gd name="T5" fmla="*/ 161 h 1492"/>
                <a:gd name="T6" fmla="*/ 995 w 995"/>
                <a:gd name="T7" fmla="*/ 0 h 1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5" h="1492">
                  <a:moveTo>
                    <a:pt x="0" y="1492"/>
                  </a:moveTo>
                  <a:lnTo>
                    <a:pt x="839" y="651"/>
                  </a:lnTo>
                  <a:lnTo>
                    <a:pt x="835" y="161"/>
                  </a:lnTo>
                  <a:lnTo>
                    <a:pt x="9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51" name="Freeform 86"/>
            <p:cNvSpPr>
              <a:spLocks/>
            </p:cNvSpPr>
            <p:nvPr/>
          </p:nvSpPr>
          <p:spPr bwMode="auto">
            <a:xfrm rot="5400000" flipH="1" flipV="1">
              <a:off x="13736918" y="1451060"/>
              <a:ext cx="2247900" cy="2863850"/>
            </a:xfrm>
            <a:custGeom>
              <a:avLst/>
              <a:gdLst>
                <a:gd name="T0" fmla="*/ 1220 w 1416"/>
                <a:gd name="T1" fmla="*/ 315 h 1804"/>
                <a:gd name="T2" fmla="*/ 1222 w 1416"/>
                <a:gd name="T3" fmla="*/ 194 h 1804"/>
                <a:gd name="T4" fmla="*/ 1416 w 1416"/>
                <a:gd name="T5" fmla="*/ 0 h 1804"/>
                <a:gd name="T6" fmla="*/ 1336 w 1416"/>
                <a:gd name="T7" fmla="*/ 0 h 1804"/>
                <a:gd name="T8" fmla="*/ 1102 w 1416"/>
                <a:gd name="T9" fmla="*/ 234 h 1804"/>
                <a:gd name="T10" fmla="*/ 1102 w 1416"/>
                <a:gd name="T11" fmla="*/ 383 h 1804"/>
                <a:gd name="T12" fmla="*/ 1052 w 1416"/>
                <a:gd name="T13" fmla="*/ 431 h 1804"/>
                <a:gd name="T14" fmla="*/ 960 w 1416"/>
                <a:gd name="T15" fmla="*/ 459 h 1804"/>
                <a:gd name="T16" fmla="*/ 863 w 1416"/>
                <a:gd name="T17" fmla="*/ 554 h 1804"/>
                <a:gd name="T18" fmla="*/ 860 w 1416"/>
                <a:gd name="T19" fmla="*/ 944 h 1804"/>
                <a:gd name="T20" fmla="*/ 0 w 1416"/>
                <a:gd name="T21" fmla="*/ 1804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6" h="1804">
                  <a:moveTo>
                    <a:pt x="1220" y="315"/>
                  </a:moveTo>
                  <a:lnTo>
                    <a:pt x="1222" y="194"/>
                  </a:lnTo>
                  <a:lnTo>
                    <a:pt x="1416" y="0"/>
                  </a:lnTo>
                  <a:lnTo>
                    <a:pt x="1336" y="0"/>
                  </a:lnTo>
                  <a:lnTo>
                    <a:pt x="1102" y="234"/>
                  </a:lnTo>
                  <a:lnTo>
                    <a:pt x="1102" y="383"/>
                  </a:lnTo>
                  <a:lnTo>
                    <a:pt x="1052" y="431"/>
                  </a:lnTo>
                  <a:lnTo>
                    <a:pt x="960" y="459"/>
                  </a:lnTo>
                  <a:lnTo>
                    <a:pt x="863" y="554"/>
                  </a:lnTo>
                  <a:lnTo>
                    <a:pt x="860" y="944"/>
                  </a:lnTo>
                  <a:lnTo>
                    <a:pt x="0" y="180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52" name="Freeform 87"/>
            <p:cNvSpPr>
              <a:spLocks/>
            </p:cNvSpPr>
            <p:nvPr/>
          </p:nvSpPr>
          <p:spPr bwMode="auto">
            <a:xfrm rot="5400000" flipH="1" flipV="1">
              <a:off x="14743393" y="1054185"/>
              <a:ext cx="1857375" cy="2644775"/>
            </a:xfrm>
            <a:custGeom>
              <a:avLst/>
              <a:gdLst>
                <a:gd name="T0" fmla="*/ 0 w 1170"/>
                <a:gd name="T1" fmla="*/ 1666 h 1666"/>
                <a:gd name="T2" fmla="*/ 723 w 1170"/>
                <a:gd name="T3" fmla="*/ 941 h 1666"/>
                <a:gd name="T4" fmla="*/ 728 w 1170"/>
                <a:gd name="T5" fmla="*/ 671 h 1666"/>
                <a:gd name="T6" fmla="*/ 1024 w 1170"/>
                <a:gd name="T7" fmla="*/ 375 h 1666"/>
                <a:gd name="T8" fmla="*/ 1024 w 1170"/>
                <a:gd name="T9" fmla="*/ 146 h 1666"/>
                <a:gd name="T10" fmla="*/ 1170 w 1170"/>
                <a:gd name="T11" fmla="*/ 0 h 1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0" h="1666">
                  <a:moveTo>
                    <a:pt x="0" y="1666"/>
                  </a:moveTo>
                  <a:lnTo>
                    <a:pt x="723" y="941"/>
                  </a:lnTo>
                  <a:lnTo>
                    <a:pt x="728" y="671"/>
                  </a:lnTo>
                  <a:lnTo>
                    <a:pt x="1024" y="375"/>
                  </a:lnTo>
                  <a:lnTo>
                    <a:pt x="1024" y="146"/>
                  </a:lnTo>
                  <a:lnTo>
                    <a:pt x="117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53" name="Freeform 88"/>
            <p:cNvSpPr>
              <a:spLocks/>
            </p:cNvSpPr>
            <p:nvPr/>
          </p:nvSpPr>
          <p:spPr bwMode="auto">
            <a:xfrm rot="5400000" flipH="1" flipV="1">
              <a:off x="14722756" y="2203534"/>
              <a:ext cx="1397000" cy="1978025"/>
            </a:xfrm>
            <a:custGeom>
              <a:avLst/>
              <a:gdLst>
                <a:gd name="T0" fmla="*/ 0 w 880"/>
                <a:gd name="T1" fmla="*/ 1246 h 1246"/>
                <a:gd name="T2" fmla="*/ 686 w 880"/>
                <a:gd name="T3" fmla="*/ 560 h 1246"/>
                <a:gd name="T4" fmla="*/ 681 w 880"/>
                <a:gd name="T5" fmla="*/ 498 h 1246"/>
                <a:gd name="T6" fmla="*/ 880 w 880"/>
                <a:gd name="T7" fmla="*/ 300 h 1246"/>
                <a:gd name="T8" fmla="*/ 877 w 880"/>
                <a:gd name="T9" fmla="*/ 0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0" h="1246">
                  <a:moveTo>
                    <a:pt x="0" y="1246"/>
                  </a:moveTo>
                  <a:lnTo>
                    <a:pt x="686" y="560"/>
                  </a:lnTo>
                  <a:lnTo>
                    <a:pt x="681" y="498"/>
                  </a:lnTo>
                  <a:lnTo>
                    <a:pt x="880" y="300"/>
                  </a:lnTo>
                  <a:lnTo>
                    <a:pt x="87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54" name="Freeform 89"/>
            <p:cNvSpPr>
              <a:spLocks/>
            </p:cNvSpPr>
            <p:nvPr/>
          </p:nvSpPr>
          <p:spPr bwMode="auto">
            <a:xfrm rot="5400000" flipH="1" flipV="1">
              <a:off x="12896338" y="35803"/>
              <a:ext cx="2886075" cy="4478338"/>
            </a:xfrm>
            <a:custGeom>
              <a:avLst/>
              <a:gdLst>
                <a:gd name="T0" fmla="*/ 0 w 1818"/>
                <a:gd name="T1" fmla="*/ 2821 h 2821"/>
                <a:gd name="T2" fmla="*/ 735 w 1818"/>
                <a:gd name="T3" fmla="*/ 2086 h 2821"/>
                <a:gd name="T4" fmla="*/ 740 w 1818"/>
                <a:gd name="T5" fmla="*/ 2001 h 2821"/>
                <a:gd name="T6" fmla="*/ 943 w 1818"/>
                <a:gd name="T7" fmla="*/ 1797 h 2821"/>
                <a:gd name="T8" fmla="*/ 948 w 1818"/>
                <a:gd name="T9" fmla="*/ 1634 h 2821"/>
                <a:gd name="T10" fmla="*/ 1078 w 1818"/>
                <a:gd name="T11" fmla="*/ 1502 h 2821"/>
                <a:gd name="T12" fmla="*/ 1080 w 1818"/>
                <a:gd name="T13" fmla="*/ 1379 h 2821"/>
                <a:gd name="T14" fmla="*/ 1286 w 1818"/>
                <a:gd name="T15" fmla="*/ 1173 h 2821"/>
                <a:gd name="T16" fmla="*/ 1284 w 1818"/>
                <a:gd name="T17" fmla="*/ 908 h 2821"/>
                <a:gd name="T18" fmla="*/ 1593 w 1818"/>
                <a:gd name="T19" fmla="*/ 599 h 2821"/>
                <a:gd name="T20" fmla="*/ 1596 w 1818"/>
                <a:gd name="T21" fmla="*/ 450 h 2821"/>
                <a:gd name="T22" fmla="*/ 1655 w 1818"/>
                <a:gd name="T23" fmla="*/ 390 h 2821"/>
                <a:gd name="T24" fmla="*/ 1650 w 1818"/>
                <a:gd name="T25" fmla="*/ 166 h 2821"/>
                <a:gd name="T26" fmla="*/ 1818 w 1818"/>
                <a:gd name="T27" fmla="*/ 0 h 2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18" h="2821">
                  <a:moveTo>
                    <a:pt x="0" y="2821"/>
                  </a:moveTo>
                  <a:lnTo>
                    <a:pt x="735" y="2086"/>
                  </a:lnTo>
                  <a:lnTo>
                    <a:pt x="740" y="2001"/>
                  </a:lnTo>
                  <a:lnTo>
                    <a:pt x="943" y="1797"/>
                  </a:lnTo>
                  <a:lnTo>
                    <a:pt x="948" y="1634"/>
                  </a:lnTo>
                  <a:lnTo>
                    <a:pt x="1078" y="1502"/>
                  </a:lnTo>
                  <a:lnTo>
                    <a:pt x="1080" y="1379"/>
                  </a:lnTo>
                  <a:lnTo>
                    <a:pt x="1286" y="1173"/>
                  </a:lnTo>
                  <a:lnTo>
                    <a:pt x="1284" y="908"/>
                  </a:lnTo>
                  <a:lnTo>
                    <a:pt x="1593" y="599"/>
                  </a:lnTo>
                  <a:lnTo>
                    <a:pt x="1596" y="450"/>
                  </a:lnTo>
                  <a:lnTo>
                    <a:pt x="1655" y="390"/>
                  </a:lnTo>
                  <a:lnTo>
                    <a:pt x="1650" y="166"/>
                  </a:lnTo>
                  <a:lnTo>
                    <a:pt x="181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55" name="Freeform 90"/>
            <p:cNvSpPr>
              <a:spLocks/>
            </p:cNvSpPr>
            <p:nvPr/>
          </p:nvSpPr>
          <p:spPr bwMode="auto">
            <a:xfrm rot="5400000" flipH="1" flipV="1">
              <a:off x="12874112" y="99303"/>
              <a:ext cx="2855913" cy="4470400"/>
            </a:xfrm>
            <a:custGeom>
              <a:avLst/>
              <a:gdLst>
                <a:gd name="T0" fmla="*/ 0 w 1799"/>
                <a:gd name="T1" fmla="*/ 2816 h 2816"/>
                <a:gd name="T2" fmla="*/ 728 w 1799"/>
                <a:gd name="T3" fmla="*/ 2090 h 2816"/>
                <a:gd name="T4" fmla="*/ 730 w 1799"/>
                <a:gd name="T5" fmla="*/ 2005 h 2816"/>
                <a:gd name="T6" fmla="*/ 933 w 1799"/>
                <a:gd name="T7" fmla="*/ 1802 h 2816"/>
                <a:gd name="T8" fmla="*/ 931 w 1799"/>
                <a:gd name="T9" fmla="*/ 1631 h 2816"/>
                <a:gd name="T10" fmla="*/ 1064 w 1799"/>
                <a:gd name="T11" fmla="*/ 1499 h 2816"/>
                <a:gd name="T12" fmla="*/ 1066 w 1799"/>
                <a:gd name="T13" fmla="*/ 1376 h 2816"/>
                <a:gd name="T14" fmla="*/ 1269 w 1799"/>
                <a:gd name="T15" fmla="*/ 1173 h 2816"/>
                <a:gd name="T16" fmla="*/ 1267 w 1799"/>
                <a:gd name="T17" fmla="*/ 908 h 2816"/>
                <a:gd name="T18" fmla="*/ 1579 w 1799"/>
                <a:gd name="T19" fmla="*/ 596 h 2816"/>
                <a:gd name="T20" fmla="*/ 1581 w 1799"/>
                <a:gd name="T21" fmla="*/ 447 h 2816"/>
                <a:gd name="T22" fmla="*/ 1638 w 1799"/>
                <a:gd name="T23" fmla="*/ 388 h 2816"/>
                <a:gd name="T24" fmla="*/ 1636 w 1799"/>
                <a:gd name="T25" fmla="*/ 166 h 2816"/>
                <a:gd name="T26" fmla="*/ 1799 w 1799"/>
                <a:gd name="T27" fmla="*/ 0 h 2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99" h="2816">
                  <a:moveTo>
                    <a:pt x="0" y="2816"/>
                  </a:moveTo>
                  <a:lnTo>
                    <a:pt x="728" y="2090"/>
                  </a:lnTo>
                  <a:lnTo>
                    <a:pt x="730" y="2005"/>
                  </a:lnTo>
                  <a:lnTo>
                    <a:pt x="933" y="1802"/>
                  </a:lnTo>
                  <a:lnTo>
                    <a:pt x="931" y="1631"/>
                  </a:lnTo>
                  <a:lnTo>
                    <a:pt x="1064" y="1499"/>
                  </a:lnTo>
                  <a:lnTo>
                    <a:pt x="1066" y="1376"/>
                  </a:lnTo>
                  <a:lnTo>
                    <a:pt x="1269" y="1173"/>
                  </a:lnTo>
                  <a:lnTo>
                    <a:pt x="1267" y="908"/>
                  </a:lnTo>
                  <a:lnTo>
                    <a:pt x="1579" y="596"/>
                  </a:lnTo>
                  <a:lnTo>
                    <a:pt x="1581" y="447"/>
                  </a:lnTo>
                  <a:lnTo>
                    <a:pt x="1638" y="388"/>
                  </a:lnTo>
                  <a:lnTo>
                    <a:pt x="1636" y="166"/>
                  </a:lnTo>
                  <a:lnTo>
                    <a:pt x="179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75" name="Freeform 110"/>
            <p:cNvSpPr>
              <a:spLocks/>
            </p:cNvSpPr>
            <p:nvPr/>
          </p:nvSpPr>
          <p:spPr bwMode="auto">
            <a:xfrm rot="5400000" flipH="1" flipV="1">
              <a:off x="13646431" y="2851234"/>
              <a:ext cx="935038" cy="1249363"/>
            </a:xfrm>
            <a:custGeom>
              <a:avLst/>
              <a:gdLst>
                <a:gd name="T0" fmla="*/ 0 w 589"/>
                <a:gd name="T1" fmla="*/ 787 h 787"/>
                <a:gd name="T2" fmla="*/ 2 w 589"/>
                <a:gd name="T3" fmla="*/ 693 h 787"/>
                <a:gd name="T4" fmla="*/ 419 w 589"/>
                <a:gd name="T5" fmla="*/ 277 h 787"/>
                <a:gd name="T6" fmla="*/ 419 w 589"/>
                <a:gd name="T7" fmla="*/ 170 h 787"/>
                <a:gd name="T8" fmla="*/ 589 w 589"/>
                <a:gd name="T9" fmla="*/ 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9" h="787">
                  <a:moveTo>
                    <a:pt x="0" y="787"/>
                  </a:moveTo>
                  <a:lnTo>
                    <a:pt x="2" y="693"/>
                  </a:lnTo>
                  <a:lnTo>
                    <a:pt x="419" y="277"/>
                  </a:lnTo>
                  <a:lnTo>
                    <a:pt x="419" y="170"/>
                  </a:lnTo>
                  <a:lnTo>
                    <a:pt x="58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76" name="Freeform 111"/>
            <p:cNvSpPr>
              <a:spLocks/>
            </p:cNvSpPr>
            <p:nvPr/>
          </p:nvSpPr>
          <p:spPr bwMode="auto">
            <a:xfrm rot="5400000" flipH="1" flipV="1">
              <a:off x="12920943" y="2398797"/>
              <a:ext cx="2274888" cy="2706688"/>
            </a:xfrm>
            <a:custGeom>
              <a:avLst/>
              <a:gdLst>
                <a:gd name="T0" fmla="*/ 0 w 1433"/>
                <a:gd name="T1" fmla="*/ 1705 h 1705"/>
                <a:gd name="T2" fmla="*/ 965 w 1433"/>
                <a:gd name="T3" fmla="*/ 742 h 1705"/>
                <a:gd name="T4" fmla="*/ 963 w 1433"/>
                <a:gd name="T5" fmla="*/ 610 h 1705"/>
                <a:gd name="T6" fmla="*/ 1145 w 1433"/>
                <a:gd name="T7" fmla="*/ 428 h 1705"/>
                <a:gd name="T8" fmla="*/ 1327 w 1433"/>
                <a:gd name="T9" fmla="*/ 433 h 1705"/>
                <a:gd name="T10" fmla="*/ 1433 w 1433"/>
                <a:gd name="T11" fmla="*/ 326 h 1705"/>
                <a:gd name="T12" fmla="*/ 1433 w 1433"/>
                <a:gd name="T13" fmla="*/ 147 h 1705"/>
                <a:gd name="T14" fmla="*/ 1286 w 1433"/>
                <a:gd name="T15" fmla="*/ 0 h 1705"/>
                <a:gd name="T16" fmla="*/ 1161 w 1433"/>
                <a:gd name="T17" fmla="*/ 7 h 1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33" h="1705">
                  <a:moveTo>
                    <a:pt x="0" y="1705"/>
                  </a:moveTo>
                  <a:lnTo>
                    <a:pt x="965" y="742"/>
                  </a:lnTo>
                  <a:lnTo>
                    <a:pt x="963" y="610"/>
                  </a:lnTo>
                  <a:lnTo>
                    <a:pt x="1145" y="428"/>
                  </a:lnTo>
                  <a:lnTo>
                    <a:pt x="1327" y="433"/>
                  </a:lnTo>
                  <a:lnTo>
                    <a:pt x="1433" y="326"/>
                  </a:lnTo>
                  <a:lnTo>
                    <a:pt x="1433" y="147"/>
                  </a:lnTo>
                  <a:lnTo>
                    <a:pt x="1286" y="0"/>
                  </a:lnTo>
                  <a:lnTo>
                    <a:pt x="1161" y="7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77" name="Freeform 112"/>
            <p:cNvSpPr>
              <a:spLocks/>
            </p:cNvSpPr>
            <p:nvPr/>
          </p:nvSpPr>
          <p:spPr bwMode="auto">
            <a:xfrm rot="5400000" flipH="1" flipV="1">
              <a:off x="12928087" y="2894890"/>
              <a:ext cx="2401888" cy="2517775"/>
            </a:xfrm>
            <a:custGeom>
              <a:avLst/>
              <a:gdLst>
                <a:gd name="T0" fmla="*/ 0 w 1513"/>
                <a:gd name="T1" fmla="*/ 1586 h 1586"/>
                <a:gd name="T2" fmla="*/ 939 w 1513"/>
                <a:gd name="T3" fmla="*/ 648 h 1586"/>
                <a:gd name="T4" fmla="*/ 1057 w 1513"/>
                <a:gd name="T5" fmla="*/ 653 h 1586"/>
                <a:gd name="T6" fmla="*/ 1513 w 1513"/>
                <a:gd name="T7" fmla="*/ 194 h 1586"/>
                <a:gd name="T8" fmla="*/ 1513 w 1513"/>
                <a:gd name="T9" fmla="*/ 0 h 1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3" h="1586">
                  <a:moveTo>
                    <a:pt x="0" y="1586"/>
                  </a:moveTo>
                  <a:lnTo>
                    <a:pt x="939" y="648"/>
                  </a:lnTo>
                  <a:lnTo>
                    <a:pt x="1057" y="653"/>
                  </a:lnTo>
                  <a:lnTo>
                    <a:pt x="1513" y="194"/>
                  </a:lnTo>
                  <a:lnTo>
                    <a:pt x="151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78" name="Freeform 113"/>
            <p:cNvSpPr>
              <a:spLocks/>
            </p:cNvSpPr>
            <p:nvPr/>
          </p:nvSpPr>
          <p:spPr bwMode="auto">
            <a:xfrm rot="5400000" flipH="1" flipV="1">
              <a:off x="11389006" y="1482810"/>
              <a:ext cx="3787775" cy="4241800"/>
            </a:xfrm>
            <a:custGeom>
              <a:avLst/>
              <a:gdLst>
                <a:gd name="T0" fmla="*/ 0 w 2386"/>
                <a:gd name="T1" fmla="*/ 2672 h 2672"/>
                <a:gd name="T2" fmla="*/ 989 w 2386"/>
                <a:gd name="T3" fmla="*/ 1684 h 2672"/>
                <a:gd name="T4" fmla="*/ 1133 w 2386"/>
                <a:gd name="T5" fmla="*/ 1688 h 2672"/>
                <a:gd name="T6" fmla="*/ 1556 w 2386"/>
                <a:gd name="T7" fmla="*/ 1265 h 2672"/>
                <a:gd name="T8" fmla="*/ 1563 w 2386"/>
                <a:gd name="T9" fmla="*/ 1173 h 2672"/>
                <a:gd name="T10" fmla="*/ 1405 w 2386"/>
                <a:gd name="T11" fmla="*/ 1017 h 2672"/>
                <a:gd name="T12" fmla="*/ 1407 w 2386"/>
                <a:gd name="T13" fmla="*/ 960 h 2672"/>
                <a:gd name="T14" fmla="*/ 1494 w 2386"/>
                <a:gd name="T15" fmla="*/ 873 h 2672"/>
                <a:gd name="T16" fmla="*/ 1596 w 2386"/>
                <a:gd name="T17" fmla="*/ 877 h 2672"/>
                <a:gd name="T18" fmla="*/ 1979 w 2386"/>
                <a:gd name="T19" fmla="*/ 494 h 2672"/>
                <a:gd name="T20" fmla="*/ 1977 w 2386"/>
                <a:gd name="T21" fmla="*/ 374 h 2672"/>
                <a:gd name="T22" fmla="*/ 2062 w 2386"/>
                <a:gd name="T23" fmla="*/ 291 h 2672"/>
                <a:gd name="T24" fmla="*/ 2067 w 2386"/>
                <a:gd name="T25" fmla="*/ 100 h 2672"/>
                <a:gd name="T26" fmla="*/ 2164 w 2386"/>
                <a:gd name="T27" fmla="*/ 0 h 2672"/>
                <a:gd name="T28" fmla="*/ 2386 w 2386"/>
                <a:gd name="T29" fmla="*/ 0 h 2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86" h="2672">
                  <a:moveTo>
                    <a:pt x="0" y="2672"/>
                  </a:moveTo>
                  <a:lnTo>
                    <a:pt x="989" y="1684"/>
                  </a:lnTo>
                  <a:lnTo>
                    <a:pt x="1133" y="1688"/>
                  </a:lnTo>
                  <a:lnTo>
                    <a:pt x="1556" y="1265"/>
                  </a:lnTo>
                  <a:lnTo>
                    <a:pt x="1563" y="1173"/>
                  </a:lnTo>
                  <a:lnTo>
                    <a:pt x="1405" y="1017"/>
                  </a:lnTo>
                  <a:lnTo>
                    <a:pt x="1407" y="960"/>
                  </a:lnTo>
                  <a:lnTo>
                    <a:pt x="1494" y="873"/>
                  </a:lnTo>
                  <a:lnTo>
                    <a:pt x="1596" y="877"/>
                  </a:lnTo>
                  <a:lnTo>
                    <a:pt x="1979" y="494"/>
                  </a:lnTo>
                  <a:lnTo>
                    <a:pt x="1977" y="374"/>
                  </a:lnTo>
                  <a:lnTo>
                    <a:pt x="2062" y="291"/>
                  </a:lnTo>
                  <a:lnTo>
                    <a:pt x="2067" y="100"/>
                  </a:lnTo>
                  <a:lnTo>
                    <a:pt x="2164" y="0"/>
                  </a:lnTo>
                  <a:lnTo>
                    <a:pt x="238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79" name="Freeform 114"/>
            <p:cNvSpPr>
              <a:spLocks/>
            </p:cNvSpPr>
            <p:nvPr/>
          </p:nvSpPr>
          <p:spPr bwMode="auto">
            <a:xfrm rot="5400000" flipH="1" flipV="1">
              <a:off x="12992381" y="3232234"/>
              <a:ext cx="2589213" cy="2481263"/>
            </a:xfrm>
            <a:custGeom>
              <a:avLst/>
              <a:gdLst>
                <a:gd name="T0" fmla="*/ 0 w 1631"/>
                <a:gd name="T1" fmla="*/ 1563 h 1563"/>
                <a:gd name="T2" fmla="*/ 1111 w 1631"/>
                <a:gd name="T3" fmla="*/ 452 h 1563"/>
                <a:gd name="T4" fmla="*/ 1279 w 1631"/>
                <a:gd name="T5" fmla="*/ 456 h 1563"/>
                <a:gd name="T6" fmla="*/ 1631 w 1631"/>
                <a:gd name="T7" fmla="*/ 107 h 1563"/>
                <a:gd name="T8" fmla="*/ 1629 w 1631"/>
                <a:gd name="T9" fmla="*/ 0 h 1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1" h="1563">
                  <a:moveTo>
                    <a:pt x="0" y="1563"/>
                  </a:moveTo>
                  <a:lnTo>
                    <a:pt x="1111" y="452"/>
                  </a:lnTo>
                  <a:lnTo>
                    <a:pt x="1279" y="456"/>
                  </a:lnTo>
                  <a:lnTo>
                    <a:pt x="1631" y="107"/>
                  </a:lnTo>
                  <a:lnTo>
                    <a:pt x="162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80" name="Freeform 115"/>
            <p:cNvSpPr>
              <a:spLocks/>
            </p:cNvSpPr>
            <p:nvPr/>
          </p:nvSpPr>
          <p:spPr bwMode="auto">
            <a:xfrm rot="5400000" flipH="1" flipV="1">
              <a:off x="6469343" y="-4281403"/>
              <a:ext cx="5276850" cy="6127750"/>
            </a:xfrm>
            <a:custGeom>
              <a:avLst/>
              <a:gdLst>
                <a:gd name="T0" fmla="*/ 0 w 3324"/>
                <a:gd name="T1" fmla="*/ 3860 h 3860"/>
                <a:gd name="T2" fmla="*/ 0 w 3324"/>
                <a:gd name="T3" fmla="*/ 3678 h 3860"/>
                <a:gd name="T4" fmla="*/ 45 w 3324"/>
                <a:gd name="T5" fmla="*/ 3633 h 3860"/>
                <a:gd name="T6" fmla="*/ 42 w 3324"/>
                <a:gd name="T7" fmla="*/ 3343 h 3860"/>
                <a:gd name="T8" fmla="*/ 156 w 3324"/>
                <a:gd name="T9" fmla="*/ 3229 h 3860"/>
                <a:gd name="T10" fmla="*/ 461 w 3324"/>
                <a:gd name="T11" fmla="*/ 3229 h 3860"/>
                <a:gd name="T12" fmla="*/ 782 w 3324"/>
                <a:gd name="T13" fmla="*/ 2910 h 3860"/>
                <a:gd name="T14" fmla="*/ 882 w 3324"/>
                <a:gd name="T15" fmla="*/ 2915 h 3860"/>
                <a:gd name="T16" fmla="*/ 1132 w 3324"/>
                <a:gd name="T17" fmla="*/ 2664 h 3860"/>
                <a:gd name="T18" fmla="*/ 1135 w 3324"/>
                <a:gd name="T19" fmla="*/ 2189 h 3860"/>
                <a:gd name="T20" fmla="*/ 3324 w 3324"/>
                <a:gd name="T21" fmla="*/ 0 h 3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24" h="3860">
                  <a:moveTo>
                    <a:pt x="0" y="3860"/>
                  </a:moveTo>
                  <a:lnTo>
                    <a:pt x="0" y="3678"/>
                  </a:lnTo>
                  <a:lnTo>
                    <a:pt x="45" y="3633"/>
                  </a:lnTo>
                  <a:lnTo>
                    <a:pt x="42" y="3343"/>
                  </a:lnTo>
                  <a:lnTo>
                    <a:pt x="156" y="3229"/>
                  </a:lnTo>
                  <a:lnTo>
                    <a:pt x="461" y="3229"/>
                  </a:lnTo>
                  <a:lnTo>
                    <a:pt x="782" y="2910"/>
                  </a:lnTo>
                  <a:lnTo>
                    <a:pt x="882" y="2915"/>
                  </a:lnTo>
                  <a:lnTo>
                    <a:pt x="1132" y="2664"/>
                  </a:lnTo>
                  <a:lnTo>
                    <a:pt x="1135" y="2189"/>
                  </a:lnTo>
                  <a:lnTo>
                    <a:pt x="332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81" name="Freeform 116"/>
            <p:cNvSpPr>
              <a:spLocks/>
            </p:cNvSpPr>
            <p:nvPr/>
          </p:nvSpPr>
          <p:spPr bwMode="auto">
            <a:xfrm rot="5400000" flipH="1" flipV="1">
              <a:off x="7229756" y="-3349540"/>
              <a:ext cx="4413250" cy="4864100"/>
            </a:xfrm>
            <a:custGeom>
              <a:avLst/>
              <a:gdLst>
                <a:gd name="T0" fmla="*/ 2 w 2780"/>
                <a:gd name="T1" fmla="*/ 3064 h 3064"/>
                <a:gd name="T2" fmla="*/ 0 w 2780"/>
                <a:gd name="T3" fmla="*/ 2775 h 3064"/>
                <a:gd name="T4" fmla="*/ 113 w 2780"/>
                <a:gd name="T5" fmla="*/ 2662 h 3064"/>
                <a:gd name="T6" fmla="*/ 418 w 2780"/>
                <a:gd name="T7" fmla="*/ 2664 h 3064"/>
                <a:gd name="T8" fmla="*/ 740 w 2780"/>
                <a:gd name="T9" fmla="*/ 2345 h 3064"/>
                <a:gd name="T10" fmla="*/ 841 w 2780"/>
                <a:gd name="T11" fmla="*/ 2350 h 3064"/>
                <a:gd name="T12" fmla="*/ 1094 w 2780"/>
                <a:gd name="T13" fmla="*/ 2099 h 3064"/>
                <a:gd name="T14" fmla="*/ 1094 w 2780"/>
                <a:gd name="T15" fmla="*/ 1685 h 3064"/>
                <a:gd name="T16" fmla="*/ 2780 w 2780"/>
                <a:gd name="T17" fmla="*/ 0 h 3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80" h="3064">
                  <a:moveTo>
                    <a:pt x="2" y="3064"/>
                  </a:moveTo>
                  <a:lnTo>
                    <a:pt x="0" y="2775"/>
                  </a:lnTo>
                  <a:lnTo>
                    <a:pt x="113" y="2662"/>
                  </a:lnTo>
                  <a:lnTo>
                    <a:pt x="418" y="2664"/>
                  </a:lnTo>
                  <a:lnTo>
                    <a:pt x="740" y="2345"/>
                  </a:lnTo>
                  <a:lnTo>
                    <a:pt x="841" y="2350"/>
                  </a:lnTo>
                  <a:lnTo>
                    <a:pt x="1094" y="2099"/>
                  </a:lnTo>
                  <a:lnTo>
                    <a:pt x="1094" y="1685"/>
                  </a:lnTo>
                  <a:lnTo>
                    <a:pt x="278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82" name="Freeform 117"/>
            <p:cNvSpPr>
              <a:spLocks/>
            </p:cNvSpPr>
            <p:nvPr/>
          </p:nvSpPr>
          <p:spPr bwMode="auto">
            <a:xfrm rot="5400000" flipH="1" flipV="1">
              <a:off x="7317863" y="-3280485"/>
              <a:ext cx="4292600" cy="4538663"/>
            </a:xfrm>
            <a:custGeom>
              <a:avLst/>
              <a:gdLst>
                <a:gd name="T0" fmla="*/ 0 w 2704"/>
                <a:gd name="T1" fmla="*/ 2859 h 2859"/>
                <a:gd name="T2" fmla="*/ 0 w 2704"/>
                <a:gd name="T3" fmla="*/ 2733 h 2859"/>
                <a:gd name="T4" fmla="*/ 92 w 2704"/>
                <a:gd name="T5" fmla="*/ 2639 h 2859"/>
                <a:gd name="T6" fmla="*/ 309 w 2704"/>
                <a:gd name="T7" fmla="*/ 2636 h 2859"/>
                <a:gd name="T8" fmla="*/ 683 w 2704"/>
                <a:gd name="T9" fmla="*/ 2265 h 2859"/>
                <a:gd name="T10" fmla="*/ 785 w 2704"/>
                <a:gd name="T11" fmla="*/ 2270 h 2859"/>
                <a:gd name="T12" fmla="*/ 1035 w 2704"/>
                <a:gd name="T13" fmla="*/ 2019 h 2859"/>
                <a:gd name="T14" fmla="*/ 1035 w 2704"/>
                <a:gd name="T15" fmla="*/ 1670 h 2859"/>
                <a:gd name="T16" fmla="*/ 2704 w 2704"/>
                <a:gd name="T17" fmla="*/ 0 h 2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04" h="2859">
                  <a:moveTo>
                    <a:pt x="0" y="2859"/>
                  </a:moveTo>
                  <a:lnTo>
                    <a:pt x="0" y="2733"/>
                  </a:lnTo>
                  <a:lnTo>
                    <a:pt x="92" y="2639"/>
                  </a:lnTo>
                  <a:lnTo>
                    <a:pt x="309" y="2636"/>
                  </a:lnTo>
                  <a:lnTo>
                    <a:pt x="683" y="2265"/>
                  </a:lnTo>
                  <a:lnTo>
                    <a:pt x="785" y="2270"/>
                  </a:lnTo>
                  <a:lnTo>
                    <a:pt x="1035" y="2019"/>
                  </a:lnTo>
                  <a:lnTo>
                    <a:pt x="1035" y="1670"/>
                  </a:lnTo>
                  <a:lnTo>
                    <a:pt x="270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83" name="Freeform 118"/>
            <p:cNvSpPr>
              <a:spLocks/>
            </p:cNvSpPr>
            <p:nvPr/>
          </p:nvSpPr>
          <p:spPr bwMode="auto">
            <a:xfrm rot="5400000" flipH="1" flipV="1">
              <a:off x="7686956" y="-3135228"/>
              <a:ext cx="4781550" cy="4549775"/>
            </a:xfrm>
            <a:custGeom>
              <a:avLst/>
              <a:gdLst>
                <a:gd name="T0" fmla="*/ 0 w 3012"/>
                <a:gd name="T1" fmla="*/ 2866 h 2866"/>
                <a:gd name="T2" fmla="*/ 137 w 3012"/>
                <a:gd name="T3" fmla="*/ 2861 h 2866"/>
                <a:gd name="T4" fmla="*/ 253 w 3012"/>
                <a:gd name="T5" fmla="*/ 2745 h 2866"/>
                <a:gd name="T6" fmla="*/ 256 w 3012"/>
                <a:gd name="T7" fmla="*/ 2584 h 2866"/>
                <a:gd name="T8" fmla="*/ 502 w 3012"/>
                <a:gd name="T9" fmla="*/ 2336 h 2866"/>
                <a:gd name="T10" fmla="*/ 620 w 3012"/>
                <a:gd name="T11" fmla="*/ 2341 h 2866"/>
                <a:gd name="T12" fmla="*/ 799 w 3012"/>
                <a:gd name="T13" fmla="*/ 2161 h 2866"/>
                <a:gd name="T14" fmla="*/ 856 w 3012"/>
                <a:gd name="T15" fmla="*/ 2156 h 2866"/>
                <a:gd name="T16" fmla="*/ 3012 w 3012"/>
                <a:gd name="T17" fmla="*/ 0 h 2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12" h="2866">
                  <a:moveTo>
                    <a:pt x="0" y="2866"/>
                  </a:moveTo>
                  <a:lnTo>
                    <a:pt x="137" y="2861"/>
                  </a:lnTo>
                  <a:lnTo>
                    <a:pt x="253" y="2745"/>
                  </a:lnTo>
                  <a:lnTo>
                    <a:pt x="256" y="2584"/>
                  </a:lnTo>
                  <a:lnTo>
                    <a:pt x="502" y="2336"/>
                  </a:lnTo>
                  <a:lnTo>
                    <a:pt x="620" y="2341"/>
                  </a:lnTo>
                  <a:lnTo>
                    <a:pt x="799" y="2161"/>
                  </a:lnTo>
                  <a:lnTo>
                    <a:pt x="856" y="2156"/>
                  </a:lnTo>
                  <a:lnTo>
                    <a:pt x="301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84" name="Freeform 119"/>
            <p:cNvSpPr>
              <a:spLocks/>
            </p:cNvSpPr>
            <p:nvPr/>
          </p:nvSpPr>
          <p:spPr bwMode="auto">
            <a:xfrm rot="5400000" flipH="1" flipV="1">
              <a:off x="10615100" y="-335672"/>
              <a:ext cx="1411288" cy="1050925"/>
            </a:xfrm>
            <a:custGeom>
              <a:avLst/>
              <a:gdLst>
                <a:gd name="T0" fmla="*/ 889 w 889"/>
                <a:gd name="T1" fmla="*/ 0 h 662"/>
                <a:gd name="T2" fmla="*/ 527 w 889"/>
                <a:gd name="T3" fmla="*/ 361 h 662"/>
                <a:gd name="T4" fmla="*/ 423 w 889"/>
                <a:gd name="T5" fmla="*/ 359 h 662"/>
                <a:gd name="T6" fmla="*/ 236 w 889"/>
                <a:gd name="T7" fmla="*/ 546 h 662"/>
                <a:gd name="T8" fmla="*/ 111 w 889"/>
                <a:gd name="T9" fmla="*/ 550 h 662"/>
                <a:gd name="T10" fmla="*/ 0 w 889"/>
                <a:gd name="T11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9" h="662">
                  <a:moveTo>
                    <a:pt x="889" y="0"/>
                  </a:moveTo>
                  <a:lnTo>
                    <a:pt x="527" y="361"/>
                  </a:lnTo>
                  <a:lnTo>
                    <a:pt x="423" y="359"/>
                  </a:lnTo>
                  <a:lnTo>
                    <a:pt x="236" y="546"/>
                  </a:lnTo>
                  <a:lnTo>
                    <a:pt x="111" y="550"/>
                  </a:lnTo>
                  <a:lnTo>
                    <a:pt x="0" y="66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85" name="Freeform 120"/>
            <p:cNvSpPr>
              <a:spLocks/>
            </p:cNvSpPr>
            <p:nvPr/>
          </p:nvSpPr>
          <p:spPr bwMode="auto">
            <a:xfrm rot="5400000" flipH="1" flipV="1">
              <a:off x="11500925" y="2063041"/>
              <a:ext cx="2682875" cy="3163888"/>
            </a:xfrm>
            <a:custGeom>
              <a:avLst/>
              <a:gdLst>
                <a:gd name="T0" fmla="*/ 1688 w 1690"/>
                <a:gd name="T1" fmla="*/ 0 h 1993"/>
                <a:gd name="T2" fmla="*/ 1690 w 1690"/>
                <a:gd name="T3" fmla="*/ 198 h 1993"/>
                <a:gd name="T4" fmla="*/ 1603 w 1690"/>
                <a:gd name="T5" fmla="*/ 286 h 1993"/>
                <a:gd name="T6" fmla="*/ 1596 w 1690"/>
                <a:gd name="T7" fmla="*/ 414 h 1993"/>
                <a:gd name="T8" fmla="*/ 1241 w 1690"/>
                <a:gd name="T9" fmla="*/ 766 h 1993"/>
                <a:gd name="T10" fmla="*/ 1149 w 1690"/>
                <a:gd name="T11" fmla="*/ 768 h 1993"/>
                <a:gd name="T12" fmla="*/ 825 w 1690"/>
                <a:gd name="T13" fmla="*/ 1090 h 1993"/>
                <a:gd name="T14" fmla="*/ 707 w 1690"/>
                <a:gd name="T15" fmla="*/ 1087 h 1993"/>
                <a:gd name="T16" fmla="*/ 286 w 1690"/>
                <a:gd name="T17" fmla="*/ 1508 h 1993"/>
                <a:gd name="T18" fmla="*/ 222 w 1690"/>
                <a:gd name="T19" fmla="*/ 1506 h 1993"/>
                <a:gd name="T20" fmla="*/ 68 w 1690"/>
                <a:gd name="T21" fmla="*/ 1659 h 1993"/>
                <a:gd name="T22" fmla="*/ 73 w 1690"/>
                <a:gd name="T23" fmla="*/ 1856 h 1993"/>
                <a:gd name="T24" fmla="*/ 0 w 1690"/>
                <a:gd name="T25" fmla="*/ 1927 h 1993"/>
                <a:gd name="T26" fmla="*/ 0 w 1690"/>
                <a:gd name="T27" fmla="*/ 1993 h 1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90" h="1993">
                  <a:moveTo>
                    <a:pt x="1688" y="0"/>
                  </a:moveTo>
                  <a:lnTo>
                    <a:pt x="1690" y="198"/>
                  </a:lnTo>
                  <a:lnTo>
                    <a:pt x="1603" y="286"/>
                  </a:lnTo>
                  <a:lnTo>
                    <a:pt x="1596" y="414"/>
                  </a:lnTo>
                  <a:lnTo>
                    <a:pt x="1241" y="766"/>
                  </a:lnTo>
                  <a:lnTo>
                    <a:pt x="1149" y="768"/>
                  </a:lnTo>
                  <a:lnTo>
                    <a:pt x="825" y="1090"/>
                  </a:lnTo>
                  <a:lnTo>
                    <a:pt x="707" y="1087"/>
                  </a:lnTo>
                  <a:lnTo>
                    <a:pt x="286" y="1508"/>
                  </a:lnTo>
                  <a:lnTo>
                    <a:pt x="222" y="1506"/>
                  </a:lnTo>
                  <a:lnTo>
                    <a:pt x="68" y="1659"/>
                  </a:lnTo>
                  <a:lnTo>
                    <a:pt x="73" y="1856"/>
                  </a:lnTo>
                  <a:lnTo>
                    <a:pt x="0" y="1927"/>
                  </a:lnTo>
                  <a:lnTo>
                    <a:pt x="0" y="199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86" name="Freeform 121"/>
            <p:cNvSpPr>
              <a:spLocks/>
            </p:cNvSpPr>
            <p:nvPr/>
          </p:nvSpPr>
          <p:spPr bwMode="auto">
            <a:xfrm rot="5400000" flipH="1" flipV="1">
              <a:off x="11392975" y="2163054"/>
              <a:ext cx="2957513" cy="3321050"/>
            </a:xfrm>
            <a:custGeom>
              <a:avLst/>
              <a:gdLst>
                <a:gd name="T0" fmla="*/ 1859 w 1863"/>
                <a:gd name="T1" fmla="*/ 0 h 2092"/>
                <a:gd name="T2" fmla="*/ 1863 w 1863"/>
                <a:gd name="T3" fmla="*/ 203 h 2092"/>
                <a:gd name="T4" fmla="*/ 1776 w 1863"/>
                <a:gd name="T5" fmla="*/ 291 h 2092"/>
                <a:gd name="T6" fmla="*/ 1769 w 1863"/>
                <a:gd name="T7" fmla="*/ 416 h 2092"/>
                <a:gd name="T8" fmla="*/ 1414 w 1863"/>
                <a:gd name="T9" fmla="*/ 771 h 2092"/>
                <a:gd name="T10" fmla="*/ 1315 w 1863"/>
                <a:gd name="T11" fmla="*/ 764 h 2092"/>
                <a:gd name="T12" fmla="*/ 991 w 1863"/>
                <a:gd name="T13" fmla="*/ 1088 h 2092"/>
                <a:gd name="T14" fmla="*/ 873 w 1863"/>
                <a:gd name="T15" fmla="*/ 1085 h 2092"/>
                <a:gd name="T16" fmla="*/ 452 w 1863"/>
                <a:gd name="T17" fmla="*/ 1506 h 2092"/>
                <a:gd name="T18" fmla="*/ 388 w 1863"/>
                <a:gd name="T19" fmla="*/ 1504 h 2092"/>
                <a:gd name="T20" fmla="*/ 234 w 1863"/>
                <a:gd name="T21" fmla="*/ 1657 h 2092"/>
                <a:gd name="T22" fmla="*/ 239 w 1863"/>
                <a:gd name="T23" fmla="*/ 1854 h 2092"/>
                <a:gd name="T24" fmla="*/ 0 w 1863"/>
                <a:gd name="T25" fmla="*/ 2092 h 2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63" h="2092">
                  <a:moveTo>
                    <a:pt x="1859" y="0"/>
                  </a:moveTo>
                  <a:lnTo>
                    <a:pt x="1863" y="203"/>
                  </a:lnTo>
                  <a:lnTo>
                    <a:pt x="1776" y="291"/>
                  </a:lnTo>
                  <a:lnTo>
                    <a:pt x="1769" y="416"/>
                  </a:lnTo>
                  <a:lnTo>
                    <a:pt x="1414" y="771"/>
                  </a:lnTo>
                  <a:lnTo>
                    <a:pt x="1315" y="764"/>
                  </a:lnTo>
                  <a:lnTo>
                    <a:pt x="991" y="1088"/>
                  </a:lnTo>
                  <a:lnTo>
                    <a:pt x="873" y="1085"/>
                  </a:lnTo>
                  <a:lnTo>
                    <a:pt x="452" y="1506"/>
                  </a:lnTo>
                  <a:lnTo>
                    <a:pt x="388" y="1504"/>
                  </a:lnTo>
                  <a:lnTo>
                    <a:pt x="234" y="1657"/>
                  </a:lnTo>
                  <a:lnTo>
                    <a:pt x="239" y="1854"/>
                  </a:lnTo>
                  <a:lnTo>
                    <a:pt x="0" y="209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387" name="Freeform 122"/>
            <p:cNvSpPr>
              <a:spLocks/>
            </p:cNvSpPr>
            <p:nvPr/>
          </p:nvSpPr>
          <p:spPr bwMode="auto">
            <a:xfrm rot="5400000" flipH="1" flipV="1">
              <a:off x="11219144" y="2754398"/>
              <a:ext cx="4429125" cy="3917950"/>
            </a:xfrm>
            <a:custGeom>
              <a:avLst/>
              <a:gdLst>
                <a:gd name="T0" fmla="*/ 0 w 2790"/>
                <a:gd name="T1" fmla="*/ 2468 h 2468"/>
                <a:gd name="T2" fmla="*/ 1301 w 2790"/>
                <a:gd name="T3" fmla="*/ 1167 h 2468"/>
                <a:gd name="T4" fmla="*/ 1395 w 2790"/>
                <a:gd name="T5" fmla="*/ 1167 h 2468"/>
                <a:gd name="T6" fmla="*/ 1615 w 2790"/>
                <a:gd name="T7" fmla="*/ 945 h 2468"/>
                <a:gd name="T8" fmla="*/ 1759 w 2790"/>
                <a:gd name="T9" fmla="*/ 950 h 2468"/>
                <a:gd name="T10" fmla="*/ 1894 w 2790"/>
                <a:gd name="T11" fmla="*/ 813 h 2468"/>
                <a:gd name="T12" fmla="*/ 2003 w 2790"/>
                <a:gd name="T13" fmla="*/ 813 h 2468"/>
                <a:gd name="T14" fmla="*/ 2329 w 2790"/>
                <a:gd name="T15" fmla="*/ 487 h 2468"/>
                <a:gd name="T16" fmla="*/ 2448 w 2790"/>
                <a:gd name="T17" fmla="*/ 489 h 2468"/>
                <a:gd name="T18" fmla="*/ 2686 w 2790"/>
                <a:gd name="T19" fmla="*/ 248 h 2468"/>
                <a:gd name="T20" fmla="*/ 2684 w 2790"/>
                <a:gd name="T21" fmla="*/ 106 h 2468"/>
                <a:gd name="T22" fmla="*/ 2790 w 2790"/>
                <a:gd name="T23" fmla="*/ 0 h 2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90" h="2468">
                  <a:moveTo>
                    <a:pt x="0" y="2468"/>
                  </a:moveTo>
                  <a:lnTo>
                    <a:pt x="1301" y="1167"/>
                  </a:lnTo>
                  <a:lnTo>
                    <a:pt x="1395" y="1167"/>
                  </a:lnTo>
                  <a:lnTo>
                    <a:pt x="1615" y="945"/>
                  </a:lnTo>
                  <a:lnTo>
                    <a:pt x="1759" y="950"/>
                  </a:lnTo>
                  <a:lnTo>
                    <a:pt x="1894" y="813"/>
                  </a:lnTo>
                  <a:lnTo>
                    <a:pt x="2003" y="813"/>
                  </a:lnTo>
                  <a:lnTo>
                    <a:pt x="2329" y="487"/>
                  </a:lnTo>
                  <a:lnTo>
                    <a:pt x="2448" y="489"/>
                  </a:lnTo>
                  <a:lnTo>
                    <a:pt x="2686" y="248"/>
                  </a:lnTo>
                  <a:lnTo>
                    <a:pt x="2684" y="106"/>
                  </a:lnTo>
                  <a:lnTo>
                    <a:pt x="279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06" name="Freeform 141"/>
            <p:cNvSpPr>
              <a:spLocks/>
            </p:cNvSpPr>
            <p:nvPr/>
          </p:nvSpPr>
          <p:spPr bwMode="auto">
            <a:xfrm rot="5400000" flipH="1" flipV="1">
              <a:off x="11021500" y="1616954"/>
              <a:ext cx="247650" cy="252413"/>
            </a:xfrm>
            <a:custGeom>
              <a:avLst/>
              <a:gdLst>
                <a:gd name="T0" fmla="*/ 12 w 66"/>
                <a:gd name="T1" fmla="*/ 12 h 67"/>
                <a:gd name="T2" fmla="*/ 54 w 66"/>
                <a:gd name="T3" fmla="*/ 12 h 67"/>
                <a:gd name="T4" fmla="*/ 54 w 66"/>
                <a:gd name="T5" fmla="*/ 55 h 67"/>
                <a:gd name="T6" fmla="*/ 12 w 66"/>
                <a:gd name="T7" fmla="*/ 55 h 67"/>
                <a:gd name="T8" fmla="*/ 12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2" y="12"/>
                  </a:moveTo>
                  <a:cubicBezTo>
                    <a:pt x="23" y="0"/>
                    <a:pt x="43" y="0"/>
                    <a:pt x="54" y="12"/>
                  </a:cubicBezTo>
                  <a:cubicBezTo>
                    <a:pt x="66" y="24"/>
                    <a:pt x="66" y="43"/>
                    <a:pt x="54" y="55"/>
                  </a:cubicBezTo>
                  <a:cubicBezTo>
                    <a:pt x="43" y="67"/>
                    <a:pt x="23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07" name="Freeform 142"/>
            <p:cNvSpPr>
              <a:spLocks/>
            </p:cNvSpPr>
            <p:nvPr/>
          </p:nvSpPr>
          <p:spPr bwMode="auto">
            <a:xfrm rot="5400000" flipH="1" flipV="1">
              <a:off x="11068331" y="166537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08" name="Freeform 143"/>
            <p:cNvSpPr>
              <a:spLocks/>
            </p:cNvSpPr>
            <p:nvPr/>
          </p:nvSpPr>
          <p:spPr bwMode="auto">
            <a:xfrm rot="5400000" flipH="1" flipV="1">
              <a:off x="14280637" y="2351966"/>
              <a:ext cx="249238" cy="247650"/>
            </a:xfrm>
            <a:custGeom>
              <a:avLst/>
              <a:gdLst>
                <a:gd name="T0" fmla="*/ 11 w 66"/>
                <a:gd name="T1" fmla="*/ 12 h 66"/>
                <a:gd name="T2" fmla="*/ 54 w 66"/>
                <a:gd name="T3" fmla="*/ 12 h 66"/>
                <a:gd name="T4" fmla="*/ 54 w 66"/>
                <a:gd name="T5" fmla="*/ 54 h 66"/>
                <a:gd name="T6" fmla="*/ 11 w 66"/>
                <a:gd name="T7" fmla="*/ 54 h 66"/>
                <a:gd name="T8" fmla="*/ 11 w 66"/>
                <a:gd name="T9" fmla="*/ 1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11" y="12"/>
                  </a:moveTo>
                  <a:cubicBezTo>
                    <a:pt x="23" y="0"/>
                    <a:pt x="42" y="0"/>
                    <a:pt x="54" y="12"/>
                  </a:cubicBezTo>
                  <a:cubicBezTo>
                    <a:pt x="66" y="23"/>
                    <a:pt x="66" y="43"/>
                    <a:pt x="54" y="54"/>
                  </a:cubicBezTo>
                  <a:cubicBezTo>
                    <a:pt x="42" y="66"/>
                    <a:pt x="23" y="66"/>
                    <a:pt x="11" y="54"/>
                  </a:cubicBezTo>
                  <a:cubicBezTo>
                    <a:pt x="0" y="43"/>
                    <a:pt x="0" y="23"/>
                    <a:pt x="11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09" name="Freeform 144"/>
            <p:cNvSpPr>
              <a:spLocks/>
            </p:cNvSpPr>
            <p:nvPr/>
          </p:nvSpPr>
          <p:spPr bwMode="auto">
            <a:xfrm rot="5400000" flipH="1" flipV="1">
              <a:off x="14330643" y="2400384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10" name="Freeform 145"/>
            <p:cNvSpPr>
              <a:spLocks/>
            </p:cNvSpPr>
            <p:nvPr/>
          </p:nvSpPr>
          <p:spPr bwMode="auto">
            <a:xfrm rot="5400000" flipH="1" flipV="1">
              <a:off x="10620656" y="2425785"/>
              <a:ext cx="247650" cy="250825"/>
            </a:xfrm>
            <a:custGeom>
              <a:avLst/>
              <a:gdLst>
                <a:gd name="T0" fmla="*/ 12 w 66"/>
                <a:gd name="T1" fmla="*/ 12 h 67"/>
                <a:gd name="T2" fmla="*/ 55 w 66"/>
                <a:gd name="T3" fmla="*/ 12 h 67"/>
                <a:gd name="T4" fmla="*/ 55 w 66"/>
                <a:gd name="T5" fmla="*/ 55 h 67"/>
                <a:gd name="T6" fmla="*/ 12 w 66"/>
                <a:gd name="T7" fmla="*/ 55 h 67"/>
                <a:gd name="T8" fmla="*/ 12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2" y="12"/>
                  </a:moveTo>
                  <a:cubicBezTo>
                    <a:pt x="23" y="0"/>
                    <a:pt x="43" y="0"/>
                    <a:pt x="55" y="12"/>
                  </a:cubicBezTo>
                  <a:cubicBezTo>
                    <a:pt x="66" y="24"/>
                    <a:pt x="66" y="43"/>
                    <a:pt x="55" y="55"/>
                  </a:cubicBezTo>
                  <a:cubicBezTo>
                    <a:pt x="43" y="67"/>
                    <a:pt x="23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11" name="Freeform 146"/>
            <p:cNvSpPr>
              <a:spLocks/>
            </p:cNvSpPr>
            <p:nvPr/>
          </p:nvSpPr>
          <p:spPr bwMode="auto">
            <a:xfrm rot="5400000" flipH="1" flipV="1">
              <a:off x="10666693" y="24718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12" name="Freeform 147"/>
            <p:cNvSpPr>
              <a:spLocks/>
            </p:cNvSpPr>
            <p:nvPr/>
          </p:nvSpPr>
          <p:spPr bwMode="auto">
            <a:xfrm rot="5400000" flipH="1" flipV="1">
              <a:off x="12220856" y="1417722"/>
              <a:ext cx="250825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13" name="Freeform 148"/>
            <p:cNvSpPr>
              <a:spLocks/>
            </p:cNvSpPr>
            <p:nvPr/>
          </p:nvSpPr>
          <p:spPr bwMode="auto">
            <a:xfrm rot="5400000" flipH="1" flipV="1">
              <a:off x="12270068" y="1465347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14" name="Freeform 149"/>
            <p:cNvSpPr>
              <a:spLocks/>
            </p:cNvSpPr>
            <p:nvPr/>
          </p:nvSpPr>
          <p:spPr bwMode="auto">
            <a:xfrm rot="5400000" flipH="1" flipV="1">
              <a:off x="14650525" y="3806115"/>
              <a:ext cx="252413" cy="247650"/>
            </a:xfrm>
            <a:custGeom>
              <a:avLst/>
              <a:gdLst>
                <a:gd name="T0" fmla="*/ 12 w 67"/>
                <a:gd name="T1" fmla="*/ 12 h 66"/>
                <a:gd name="T2" fmla="*/ 55 w 67"/>
                <a:gd name="T3" fmla="*/ 12 h 66"/>
                <a:gd name="T4" fmla="*/ 55 w 67"/>
                <a:gd name="T5" fmla="*/ 54 h 66"/>
                <a:gd name="T6" fmla="*/ 12 w 67"/>
                <a:gd name="T7" fmla="*/ 54 h 66"/>
                <a:gd name="T8" fmla="*/ 12 w 67"/>
                <a:gd name="T9" fmla="*/ 1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3"/>
                    <a:pt x="67" y="43"/>
                    <a:pt x="55" y="54"/>
                  </a:cubicBezTo>
                  <a:cubicBezTo>
                    <a:pt x="43" y="66"/>
                    <a:pt x="24" y="66"/>
                    <a:pt x="12" y="54"/>
                  </a:cubicBezTo>
                  <a:cubicBezTo>
                    <a:pt x="0" y="43"/>
                    <a:pt x="0" y="23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15" name="Freeform 150"/>
            <p:cNvSpPr>
              <a:spLocks/>
            </p:cNvSpPr>
            <p:nvPr/>
          </p:nvSpPr>
          <p:spPr bwMode="auto">
            <a:xfrm rot="5400000" flipH="1" flipV="1">
              <a:off x="14702118" y="385294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37" name="Freeform 172"/>
            <p:cNvSpPr>
              <a:spLocks/>
            </p:cNvSpPr>
            <p:nvPr/>
          </p:nvSpPr>
          <p:spPr bwMode="auto">
            <a:xfrm rot="5400000" flipH="1" flipV="1">
              <a:off x="13890906" y="109069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38" name="Freeform 173"/>
            <p:cNvSpPr>
              <a:spLocks/>
            </p:cNvSpPr>
            <p:nvPr/>
          </p:nvSpPr>
          <p:spPr bwMode="auto">
            <a:xfrm rot="5400000" flipH="1" flipV="1">
              <a:off x="14251268" y="137644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40" name="Freeform 175"/>
            <p:cNvSpPr>
              <a:spLocks/>
            </p:cNvSpPr>
            <p:nvPr/>
          </p:nvSpPr>
          <p:spPr bwMode="auto">
            <a:xfrm rot="5400000" flipH="1" flipV="1">
              <a:off x="9120468" y="-1007978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41" name="Freeform 176"/>
            <p:cNvSpPr>
              <a:spLocks/>
            </p:cNvSpPr>
            <p:nvPr/>
          </p:nvSpPr>
          <p:spPr bwMode="auto">
            <a:xfrm rot="5400000" flipH="1" flipV="1">
              <a:off x="12182756" y="-1112753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43" name="Freeform 178"/>
            <p:cNvSpPr>
              <a:spLocks/>
            </p:cNvSpPr>
            <p:nvPr/>
          </p:nvSpPr>
          <p:spPr bwMode="auto">
            <a:xfrm rot="5400000" flipH="1" flipV="1">
              <a:off x="13425768" y="29417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44" name="Freeform 179"/>
            <p:cNvSpPr>
              <a:spLocks/>
            </p:cNvSpPr>
            <p:nvPr/>
          </p:nvSpPr>
          <p:spPr bwMode="auto">
            <a:xfrm rot="5400000" flipH="1" flipV="1">
              <a:off x="13808356" y="23448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45" name="Freeform 180"/>
            <p:cNvSpPr>
              <a:spLocks/>
            </p:cNvSpPr>
            <p:nvPr/>
          </p:nvSpPr>
          <p:spPr bwMode="auto">
            <a:xfrm rot="5400000" flipH="1" flipV="1">
              <a:off x="12652656" y="3016334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46" name="Freeform 181"/>
            <p:cNvSpPr>
              <a:spLocks/>
            </p:cNvSpPr>
            <p:nvPr/>
          </p:nvSpPr>
          <p:spPr bwMode="auto">
            <a:xfrm rot="5400000" flipH="1" flipV="1">
              <a:off x="12607412" y="2059866"/>
              <a:ext cx="153988" cy="152400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47" name="Freeform 182"/>
            <p:cNvSpPr>
              <a:spLocks/>
            </p:cNvSpPr>
            <p:nvPr/>
          </p:nvSpPr>
          <p:spPr bwMode="auto">
            <a:xfrm rot="5400000" flipH="1" flipV="1">
              <a:off x="11981143" y="175109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48" name="Freeform 183"/>
            <p:cNvSpPr>
              <a:spLocks/>
            </p:cNvSpPr>
            <p:nvPr/>
          </p:nvSpPr>
          <p:spPr bwMode="auto">
            <a:xfrm rot="5400000" flipH="1" flipV="1">
              <a:off x="13640081" y="143200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49" name="Freeform 184"/>
            <p:cNvSpPr>
              <a:spLocks/>
            </p:cNvSpPr>
            <p:nvPr/>
          </p:nvSpPr>
          <p:spPr bwMode="auto">
            <a:xfrm rot="5400000" flipH="1" flipV="1">
              <a:off x="12374843" y="362034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50" name="Freeform 185"/>
            <p:cNvSpPr>
              <a:spLocks/>
            </p:cNvSpPr>
            <p:nvPr/>
          </p:nvSpPr>
          <p:spPr bwMode="auto">
            <a:xfrm rot="5400000" flipH="1" flipV="1">
              <a:off x="11951775" y="426328"/>
              <a:ext cx="152400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51" name="Freeform 186"/>
            <p:cNvSpPr>
              <a:spLocks/>
            </p:cNvSpPr>
            <p:nvPr/>
          </p:nvSpPr>
          <p:spPr bwMode="auto">
            <a:xfrm rot="5400000" flipH="1" flipV="1">
              <a:off x="11822393" y="121134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52" name="Freeform 187"/>
            <p:cNvSpPr>
              <a:spLocks/>
            </p:cNvSpPr>
            <p:nvPr/>
          </p:nvSpPr>
          <p:spPr bwMode="auto">
            <a:xfrm rot="5400000" flipH="1" flipV="1">
              <a:off x="12787593" y="2876634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53" name="Freeform 188"/>
            <p:cNvSpPr>
              <a:spLocks/>
            </p:cNvSpPr>
            <p:nvPr/>
          </p:nvSpPr>
          <p:spPr bwMode="auto">
            <a:xfrm rot="5400000" flipH="1" flipV="1">
              <a:off x="11665231" y="10494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54" name="Freeform 189"/>
            <p:cNvSpPr>
              <a:spLocks/>
            </p:cNvSpPr>
            <p:nvPr/>
          </p:nvSpPr>
          <p:spPr bwMode="auto">
            <a:xfrm rot="5400000" flipH="1" flipV="1">
              <a:off x="11717618" y="842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55" name="Freeform 190"/>
            <p:cNvSpPr>
              <a:spLocks/>
            </p:cNvSpPr>
            <p:nvPr/>
          </p:nvSpPr>
          <p:spPr bwMode="auto">
            <a:xfrm rot="5400000" flipH="1" flipV="1">
              <a:off x="12979681" y="310999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57" name="Freeform 192"/>
            <p:cNvSpPr>
              <a:spLocks/>
            </p:cNvSpPr>
            <p:nvPr/>
          </p:nvSpPr>
          <p:spPr bwMode="auto">
            <a:xfrm rot="5400000" flipH="1" flipV="1">
              <a:off x="11387418" y="24083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58" name="Freeform 193"/>
            <p:cNvSpPr>
              <a:spLocks/>
            </p:cNvSpPr>
            <p:nvPr/>
          </p:nvSpPr>
          <p:spPr bwMode="auto">
            <a:xfrm rot="5400000" flipH="1" flipV="1">
              <a:off x="11875574" y="1520116"/>
              <a:ext cx="153988" cy="152400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59" name="Freeform 194"/>
            <p:cNvSpPr>
              <a:spLocks/>
            </p:cNvSpPr>
            <p:nvPr/>
          </p:nvSpPr>
          <p:spPr bwMode="auto">
            <a:xfrm rot="5400000" flipH="1" flipV="1">
              <a:off x="12077981" y="1338347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60" name="Freeform 195"/>
            <p:cNvSpPr>
              <a:spLocks/>
            </p:cNvSpPr>
            <p:nvPr/>
          </p:nvSpPr>
          <p:spPr bwMode="auto">
            <a:xfrm rot="5400000" flipH="1" flipV="1">
              <a:off x="11335031" y="169870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61" name="Freeform 196"/>
            <p:cNvSpPr>
              <a:spLocks/>
            </p:cNvSpPr>
            <p:nvPr/>
          </p:nvSpPr>
          <p:spPr bwMode="auto">
            <a:xfrm rot="5400000" flipH="1" flipV="1">
              <a:off x="11781912" y="827966"/>
              <a:ext cx="152400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62" name="Freeform 197"/>
            <p:cNvSpPr>
              <a:spLocks/>
            </p:cNvSpPr>
            <p:nvPr/>
          </p:nvSpPr>
          <p:spPr bwMode="auto">
            <a:xfrm rot="5400000" flipH="1" flipV="1">
              <a:off x="11609668" y="63667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63" name="Freeform 198"/>
            <p:cNvSpPr>
              <a:spLocks/>
            </p:cNvSpPr>
            <p:nvPr/>
          </p:nvSpPr>
          <p:spPr bwMode="auto">
            <a:xfrm rot="5400000" flipH="1" flipV="1">
              <a:off x="12205774" y="700966"/>
              <a:ext cx="153988" cy="152400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64" name="Freeform 199"/>
            <p:cNvSpPr>
              <a:spLocks/>
            </p:cNvSpPr>
            <p:nvPr/>
          </p:nvSpPr>
          <p:spPr bwMode="auto">
            <a:xfrm rot="5400000" flipH="1" flipV="1">
              <a:off x="11981143" y="2790909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65" name="Freeform 200"/>
            <p:cNvSpPr>
              <a:spLocks/>
            </p:cNvSpPr>
            <p:nvPr/>
          </p:nvSpPr>
          <p:spPr bwMode="auto">
            <a:xfrm rot="5400000" flipH="1" flipV="1">
              <a:off x="13459106" y="4991184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66" name="Freeform 201"/>
            <p:cNvSpPr>
              <a:spLocks/>
            </p:cNvSpPr>
            <p:nvPr/>
          </p:nvSpPr>
          <p:spPr bwMode="auto">
            <a:xfrm rot="5400000" flipH="1" flipV="1">
              <a:off x="14456056" y="5224547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67" name="Freeform 202"/>
            <p:cNvSpPr>
              <a:spLocks/>
            </p:cNvSpPr>
            <p:nvPr/>
          </p:nvSpPr>
          <p:spPr bwMode="auto">
            <a:xfrm rot="5400000" flipH="1" flipV="1">
              <a:off x="13405131" y="-525379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68" name="Freeform 203"/>
            <p:cNvSpPr>
              <a:spLocks/>
            </p:cNvSpPr>
            <p:nvPr/>
          </p:nvSpPr>
          <p:spPr bwMode="auto">
            <a:xfrm rot="5400000" flipH="1" flipV="1">
              <a:off x="14306037" y="61203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69" name="Freeform 204"/>
            <p:cNvSpPr>
              <a:spLocks/>
            </p:cNvSpPr>
            <p:nvPr/>
          </p:nvSpPr>
          <p:spPr bwMode="auto">
            <a:xfrm rot="5400000" flipH="1" flipV="1">
              <a:off x="14530669" y="209634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70" name="Freeform 205"/>
            <p:cNvSpPr>
              <a:spLocks/>
            </p:cNvSpPr>
            <p:nvPr/>
          </p:nvSpPr>
          <p:spPr bwMode="auto">
            <a:xfrm rot="5400000" flipH="1" flipV="1">
              <a:off x="13029687" y="-810335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71" name="Freeform 206"/>
            <p:cNvSpPr>
              <a:spLocks/>
            </p:cNvSpPr>
            <p:nvPr/>
          </p:nvSpPr>
          <p:spPr bwMode="auto">
            <a:xfrm rot="5400000" flipH="1" flipV="1">
              <a:off x="13915512" y="-480135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72" name="Freeform 207"/>
            <p:cNvSpPr>
              <a:spLocks/>
            </p:cNvSpPr>
            <p:nvPr/>
          </p:nvSpPr>
          <p:spPr bwMode="auto">
            <a:xfrm rot="5400000" flipH="1" flipV="1">
              <a:off x="12969362" y="-975435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73" name="Freeform 208"/>
            <p:cNvSpPr>
              <a:spLocks/>
            </p:cNvSpPr>
            <p:nvPr/>
          </p:nvSpPr>
          <p:spPr bwMode="auto">
            <a:xfrm rot="5400000" flipH="1" flipV="1">
              <a:off x="14721168" y="4194259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74" name="Freeform 209"/>
            <p:cNvSpPr>
              <a:spLocks/>
            </p:cNvSpPr>
            <p:nvPr/>
          </p:nvSpPr>
          <p:spPr bwMode="auto">
            <a:xfrm rot="5400000" flipH="1" flipV="1">
              <a:off x="12768543" y="2644859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75" name="Freeform 210"/>
            <p:cNvSpPr>
              <a:spLocks/>
            </p:cNvSpPr>
            <p:nvPr/>
          </p:nvSpPr>
          <p:spPr bwMode="auto">
            <a:xfrm rot="5400000" flipH="1" flipV="1">
              <a:off x="12374843" y="2546434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76" name="Freeform 211"/>
            <p:cNvSpPr>
              <a:spLocks/>
            </p:cNvSpPr>
            <p:nvPr/>
          </p:nvSpPr>
          <p:spPr bwMode="auto">
            <a:xfrm rot="5400000" flipH="1" flipV="1">
              <a:off x="12141481" y="225115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77" name="Freeform 212"/>
            <p:cNvSpPr>
              <a:spLocks/>
            </p:cNvSpPr>
            <p:nvPr/>
          </p:nvSpPr>
          <p:spPr bwMode="auto">
            <a:xfrm rot="5400000" flipH="1" flipV="1">
              <a:off x="13838518" y="199557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78" name="Freeform 213"/>
            <p:cNvSpPr>
              <a:spLocks/>
            </p:cNvSpPr>
            <p:nvPr/>
          </p:nvSpPr>
          <p:spPr bwMode="auto">
            <a:xfrm rot="5400000" flipH="1" flipV="1">
              <a:off x="14732281" y="496737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82" name="Freeform 217"/>
            <p:cNvSpPr>
              <a:spLocks/>
            </p:cNvSpPr>
            <p:nvPr/>
          </p:nvSpPr>
          <p:spPr bwMode="auto">
            <a:xfrm rot="5400000" flipH="1" flipV="1">
              <a:off x="12967775" y="3567991"/>
              <a:ext cx="698500" cy="436563"/>
            </a:xfrm>
            <a:custGeom>
              <a:avLst/>
              <a:gdLst>
                <a:gd name="T0" fmla="*/ 0 w 440"/>
                <a:gd name="T1" fmla="*/ 275 h 275"/>
                <a:gd name="T2" fmla="*/ 275 w 440"/>
                <a:gd name="T3" fmla="*/ 0 h 275"/>
                <a:gd name="T4" fmla="*/ 440 w 440"/>
                <a:gd name="T5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0" h="275">
                  <a:moveTo>
                    <a:pt x="0" y="275"/>
                  </a:moveTo>
                  <a:lnTo>
                    <a:pt x="275" y="0"/>
                  </a:lnTo>
                  <a:lnTo>
                    <a:pt x="44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83" name="Freeform 218"/>
            <p:cNvSpPr>
              <a:spLocks/>
            </p:cNvSpPr>
            <p:nvPr/>
          </p:nvSpPr>
          <p:spPr bwMode="auto">
            <a:xfrm rot="5400000" flipH="1" flipV="1">
              <a:off x="13024131" y="3324309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84" name="Freeform 219"/>
            <p:cNvSpPr>
              <a:spLocks/>
            </p:cNvSpPr>
            <p:nvPr/>
          </p:nvSpPr>
          <p:spPr bwMode="auto">
            <a:xfrm rot="5400000" flipH="1" flipV="1">
              <a:off x="13467043" y="4067259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85" name="Freeform 220"/>
            <p:cNvSpPr>
              <a:spLocks/>
            </p:cNvSpPr>
            <p:nvPr/>
          </p:nvSpPr>
          <p:spPr bwMode="auto">
            <a:xfrm rot="5400000" flipH="1" flipV="1">
              <a:off x="13178118" y="3775160"/>
              <a:ext cx="247650" cy="247650"/>
            </a:xfrm>
            <a:custGeom>
              <a:avLst/>
              <a:gdLst>
                <a:gd name="T0" fmla="*/ 11 w 66"/>
                <a:gd name="T1" fmla="*/ 11 h 66"/>
                <a:gd name="T2" fmla="*/ 54 w 66"/>
                <a:gd name="T3" fmla="*/ 11 h 66"/>
                <a:gd name="T4" fmla="*/ 54 w 66"/>
                <a:gd name="T5" fmla="*/ 54 h 66"/>
                <a:gd name="T6" fmla="*/ 11 w 66"/>
                <a:gd name="T7" fmla="*/ 54 h 66"/>
                <a:gd name="T8" fmla="*/ 11 w 66"/>
                <a:gd name="T9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11" y="11"/>
                  </a:moveTo>
                  <a:cubicBezTo>
                    <a:pt x="23" y="0"/>
                    <a:pt x="42" y="0"/>
                    <a:pt x="54" y="11"/>
                  </a:cubicBezTo>
                  <a:cubicBezTo>
                    <a:pt x="66" y="23"/>
                    <a:pt x="66" y="42"/>
                    <a:pt x="54" y="54"/>
                  </a:cubicBezTo>
                  <a:cubicBezTo>
                    <a:pt x="42" y="66"/>
                    <a:pt x="23" y="66"/>
                    <a:pt x="11" y="54"/>
                  </a:cubicBezTo>
                  <a:cubicBezTo>
                    <a:pt x="0" y="42"/>
                    <a:pt x="0" y="23"/>
                    <a:pt x="11" y="1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86" name="Freeform 221"/>
            <p:cNvSpPr>
              <a:spLocks/>
            </p:cNvSpPr>
            <p:nvPr/>
          </p:nvSpPr>
          <p:spPr bwMode="auto">
            <a:xfrm rot="5400000" flipH="1" flipV="1">
              <a:off x="13222568" y="3822784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92" name="Freeform 227"/>
            <p:cNvSpPr>
              <a:spLocks/>
            </p:cNvSpPr>
            <p:nvPr/>
          </p:nvSpPr>
          <p:spPr bwMode="auto">
            <a:xfrm rot="5400000" flipH="1" flipV="1">
              <a:off x="6846374" y="-3417009"/>
              <a:ext cx="3497263" cy="3978275"/>
            </a:xfrm>
            <a:custGeom>
              <a:avLst/>
              <a:gdLst>
                <a:gd name="T0" fmla="*/ 0 w 2203"/>
                <a:gd name="T1" fmla="*/ 2504 h 2506"/>
                <a:gd name="T2" fmla="*/ 163 w 2203"/>
                <a:gd name="T3" fmla="*/ 2506 h 2506"/>
                <a:gd name="T4" fmla="*/ 399 w 2203"/>
                <a:gd name="T5" fmla="*/ 2270 h 2506"/>
                <a:gd name="T6" fmla="*/ 399 w 2203"/>
                <a:gd name="T7" fmla="*/ 1804 h 2506"/>
                <a:gd name="T8" fmla="*/ 2203 w 2203"/>
                <a:gd name="T9" fmla="*/ 0 h 2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03" h="2506">
                  <a:moveTo>
                    <a:pt x="0" y="2504"/>
                  </a:moveTo>
                  <a:lnTo>
                    <a:pt x="163" y="2506"/>
                  </a:lnTo>
                  <a:lnTo>
                    <a:pt x="399" y="2270"/>
                  </a:lnTo>
                  <a:lnTo>
                    <a:pt x="399" y="1804"/>
                  </a:lnTo>
                  <a:lnTo>
                    <a:pt x="220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93" name="Freeform 228"/>
            <p:cNvSpPr>
              <a:spLocks/>
            </p:cNvSpPr>
            <p:nvPr/>
          </p:nvSpPr>
          <p:spPr bwMode="auto">
            <a:xfrm rot="5400000" flipH="1" flipV="1">
              <a:off x="10509531" y="279484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8 w 41"/>
                <a:gd name="T3" fmla="*/ 34 h 41"/>
                <a:gd name="T4" fmla="*/ 8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94" name="Freeform 229"/>
            <p:cNvSpPr>
              <a:spLocks/>
            </p:cNvSpPr>
            <p:nvPr/>
          </p:nvSpPr>
          <p:spPr bwMode="auto">
            <a:xfrm rot="5400000" flipH="1" flipV="1">
              <a:off x="6378062" y="-3270960"/>
              <a:ext cx="4278313" cy="4368800"/>
            </a:xfrm>
            <a:custGeom>
              <a:avLst/>
              <a:gdLst>
                <a:gd name="T0" fmla="*/ 0 w 2695"/>
                <a:gd name="T1" fmla="*/ 2747 h 2752"/>
                <a:gd name="T2" fmla="*/ 163 w 2695"/>
                <a:gd name="T3" fmla="*/ 2752 h 2752"/>
                <a:gd name="T4" fmla="*/ 439 w 2695"/>
                <a:gd name="T5" fmla="*/ 2475 h 2752"/>
                <a:gd name="T6" fmla="*/ 584 w 2695"/>
                <a:gd name="T7" fmla="*/ 2477 h 2752"/>
                <a:gd name="T8" fmla="*/ 785 w 2695"/>
                <a:gd name="T9" fmla="*/ 2276 h 2752"/>
                <a:gd name="T10" fmla="*/ 785 w 2695"/>
                <a:gd name="T11" fmla="*/ 1910 h 2752"/>
                <a:gd name="T12" fmla="*/ 2695 w 2695"/>
                <a:gd name="T13" fmla="*/ 0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95" h="2752">
                  <a:moveTo>
                    <a:pt x="0" y="2747"/>
                  </a:moveTo>
                  <a:lnTo>
                    <a:pt x="163" y="2752"/>
                  </a:lnTo>
                  <a:lnTo>
                    <a:pt x="439" y="2475"/>
                  </a:lnTo>
                  <a:lnTo>
                    <a:pt x="584" y="2477"/>
                  </a:lnTo>
                  <a:lnTo>
                    <a:pt x="785" y="2276"/>
                  </a:lnTo>
                  <a:lnTo>
                    <a:pt x="785" y="1910"/>
                  </a:lnTo>
                  <a:lnTo>
                    <a:pt x="26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95" name="Freeform 230"/>
            <p:cNvSpPr>
              <a:spLocks/>
            </p:cNvSpPr>
            <p:nvPr/>
          </p:nvSpPr>
          <p:spPr bwMode="auto">
            <a:xfrm rot="5400000" flipH="1" flipV="1">
              <a:off x="10630181" y="1011322"/>
              <a:ext cx="153988" cy="153988"/>
            </a:xfrm>
            <a:custGeom>
              <a:avLst/>
              <a:gdLst>
                <a:gd name="T0" fmla="*/ 34 w 41"/>
                <a:gd name="T1" fmla="*/ 33 h 41"/>
                <a:gd name="T2" fmla="*/ 8 w 41"/>
                <a:gd name="T3" fmla="*/ 33 h 41"/>
                <a:gd name="T4" fmla="*/ 8 w 41"/>
                <a:gd name="T5" fmla="*/ 7 h 41"/>
                <a:gd name="T6" fmla="*/ 34 w 41"/>
                <a:gd name="T7" fmla="*/ 7 h 41"/>
                <a:gd name="T8" fmla="*/ 34 w 41"/>
                <a:gd name="T9" fmla="*/ 3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3"/>
                  </a:move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96" name="Freeform 231"/>
            <p:cNvSpPr>
              <a:spLocks/>
            </p:cNvSpPr>
            <p:nvPr/>
          </p:nvSpPr>
          <p:spPr bwMode="auto">
            <a:xfrm rot="5400000" flipH="1" flipV="1">
              <a:off x="10377768" y="463634"/>
              <a:ext cx="252413" cy="252413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97" name="Freeform 232"/>
            <p:cNvSpPr>
              <a:spLocks/>
            </p:cNvSpPr>
            <p:nvPr/>
          </p:nvSpPr>
          <p:spPr bwMode="auto">
            <a:xfrm rot="5400000" flipH="1" flipV="1">
              <a:off x="10426981" y="512847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98" name="Freeform 233"/>
            <p:cNvSpPr>
              <a:spLocks/>
            </p:cNvSpPr>
            <p:nvPr/>
          </p:nvSpPr>
          <p:spPr bwMode="auto">
            <a:xfrm rot="5400000" flipH="1" flipV="1">
              <a:off x="13155099" y="-646822"/>
              <a:ext cx="252413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99" name="Freeform 234"/>
            <p:cNvSpPr>
              <a:spLocks/>
            </p:cNvSpPr>
            <p:nvPr/>
          </p:nvSpPr>
          <p:spPr bwMode="auto">
            <a:xfrm rot="5400000" flipH="1" flipV="1">
              <a:off x="13203518" y="-598403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00" name="Freeform 235"/>
            <p:cNvSpPr>
              <a:spLocks/>
            </p:cNvSpPr>
            <p:nvPr/>
          </p:nvSpPr>
          <p:spPr bwMode="auto">
            <a:xfrm rot="5400000" flipH="1" flipV="1">
              <a:off x="11725556" y="-3252703"/>
              <a:ext cx="2679700" cy="2717800"/>
            </a:xfrm>
            <a:custGeom>
              <a:avLst/>
              <a:gdLst>
                <a:gd name="T0" fmla="*/ 1688 w 1688"/>
                <a:gd name="T1" fmla="*/ 0 h 1712"/>
                <a:gd name="T2" fmla="*/ 758 w 1688"/>
                <a:gd name="T3" fmla="*/ 929 h 1712"/>
                <a:gd name="T4" fmla="*/ 560 w 1688"/>
                <a:gd name="T5" fmla="*/ 927 h 1712"/>
                <a:gd name="T6" fmla="*/ 101 w 1688"/>
                <a:gd name="T7" fmla="*/ 1386 h 1712"/>
                <a:gd name="T8" fmla="*/ 104 w 1688"/>
                <a:gd name="T9" fmla="*/ 1490 h 1712"/>
                <a:gd name="T10" fmla="*/ 2 w 1688"/>
                <a:gd name="T11" fmla="*/ 1594 h 1712"/>
                <a:gd name="T12" fmla="*/ 0 w 1688"/>
                <a:gd name="T13" fmla="*/ 1662 h 1712"/>
                <a:gd name="T14" fmla="*/ 49 w 1688"/>
                <a:gd name="T15" fmla="*/ 1712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8" h="1712">
                  <a:moveTo>
                    <a:pt x="1688" y="0"/>
                  </a:moveTo>
                  <a:lnTo>
                    <a:pt x="758" y="929"/>
                  </a:lnTo>
                  <a:lnTo>
                    <a:pt x="560" y="927"/>
                  </a:lnTo>
                  <a:lnTo>
                    <a:pt x="101" y="1386"/>
                  </a:lnTo>
                  <a:lnTo>
                    <a:pt x="104" y="1490"/>
                  </a:lnTo>
                  <a:lnTo>
                    <a:pt x="2" y="1594"/>
                  </a:lnTo>
                  <a:lnTo>
                    <a:pt x="0" y="1662"/>
                  </a:lnTo>
                  <a:lnTo>
                    <a:pt x="49" y="171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01" name="Freeform 236"/>
            <p:cNvSpPr>
              <a:spLocks/>
            </p:cNvSpPr>
            <p:nvPr/>
          </p:nvSpPr>
          <p:spPr bwMode="auto">
            <a:xfrm rot="5400000" flipH="1" flipV="1">
              <a:off x="11789056" y="-3316204"/>
              <a:ext cx="2443163" cy="2503488"/>
            </a:xfrm>
            <a:custGeom>
              <a:avLst/>
              <a:gdLst>
                <a:gd name="T0" fmla="*/ 47 w 1539"/>
                <a:gd name="T1" fmla="*/ 1577 h 1577"/>
                <a:gd name="T2" fmla="*/ 0 w 1539"/>
                <a:gd name="T3" fmla="*/ 1530 h 1577"/>
                <a:gd name="T4" fmla="*/ 4 w 1539"/>
                <a:gd name="T5" fmla="*/ 1348 h 1577"/>
                <a:gd name="T6" fmla="*/ 217 w 1539"/>
                <a:gd name="T7" fmla="*/ 1135 h 1577"/>
                <a:gd name="T8" fmla="*/ 463 w 1539"/>
                <a:gd name="T9" fmla="*/ 1142 h 1577"/>
                <a:gd name="T10" fmla="*/ 508 w 1539"/>
                <a:gd name="T11" fmla="*/ 1097 h 1577"/>
                <a:gd name="T12" fmla="*/ 508 w 1539"/>
                <a:gd name="T13" fmla="*/ 1031 h 1577"/>
                <a:gd name="T14" fmla="*/ 1539 w 1539"/>
                <a:gd name="T15" fmla="*/ 0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39" h="1577">
                  <a:moveTo>
                    <a:pt x="47" y="1577"/>
                  </a:moveTo>
                  <a:lnTo>
                    <a:pt x="0" y="1530"/>
                  </a:lnTo>
                  <a:lnTo>
                    <a:pt x="4" y="1348"/>
                  </a:lnTo>
                  <a:lnTo>
                    <a:pt x="217" y="1135"/>
                  </a:lnTo>
                  <a:lnTo>
                    <a:pt x="463" y="1142"/>
                  </a:lnTo>
                  <a:lnTo>
                    <a:pt x="508" y="1097"/>
                  </a:lnTo>
                  <a:lnTo>
                    <a:pt x="508" y="1031"/>
                  </a:lnTo>
                  <a:lnTo>
                    <a:pt x="153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02" name="Freeform 237"/>
            <p:cNvSpPr>
              <a:spLocks/>
            </p:cNvSpPr>
            <p:nvPr/>
          </p:nvSpPr>
          <p:spPr bwMode="auto">
            <a:xfrm rot="5400000" flipH="1" flipV="1">
              <a:off x="11877162" y="-3404309"/>
              <a:ext cx="2259013" cy="2390775"/>
            </a:xfrm>
            <a:custGeom>
              <a:avLst/>
              <a:gdLst>
                <a:gd name="T0" fmla="*/ 0 w 1423"/>
                <a:gd name="T1" fmla="*/ 1506 h 1506"/>
                <a:gd name="T2" fmla="*/ 399 w 1423"/>
                <a:gd name="T3" fmla="*/ 1104 h 1506"/>
                <a:gd name="T4" fmla="*/ 397 w 1423"/>
                <a:gd name="T5" fmla="*/ 1026 h 1506"/>
                <a:gd name="T6" fmla="*/ 1423 w 1423"/>
                <a:gd name="T7" fmla="*/ 0 h 1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3" h="1506">
                  <a:moveTo>
                    <a:pt x="0" y="1506"/>
                  </a:moveTo>
                  <a:lnTo>
                    <a:pt x="399" y="1104"/>
                  </a:lnTo>
                  <a:lnTo>
                    <a:pt x="397" y="1026"/>
                  </a:lnTo>
                  <a:lnTo>
                    <a:pt x="142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03" name="Freeform 238"/>
            <p:cNvSpPr>
              <a:spLocks/>
            </p:cNvSpPr>
            <p:nvPr/>
          </p:nvSpPr>
          <p:spPr bwMode="auto">
            <a:xfrm rot="5400000" flipH="1" flipV="1">
              <a:off x="11872400" y="-3397959"/>
              <a:ext cx="2743200" cy="2795588"/>
            </a:xfrm>
            <a:custGeom>
              <a:avLst/>
              <a:gdLst>
                <a:gd name="T0" fmla="*/ 0 w 1728"/>
                <a:gd name="T1" fmla="*/ 1761 h 1761"/>
                <a:gd name="T2" fmla="*/ 127 w 1728"/>
                <a:gd name="T3" fmla="*/ 1761 h 1761"/>
                <a:gd name="T4" fmla="*/ 745 w 1728"/>
                <a:gd name="T5" fmla="*/ 1142 h 1761"/>
                <a:gd name="T6" fmla="*/ 742 w 1728"/>
                <a:gd name="T7" fmla="*/ 985 h 1761"/>
                <a:gd name="T8" fmla="*/ 1728 w 1728"/>
                <a:gd name="T9" fmla="*/ 0 h 1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8" h="1761">
                  <a:moveTo>
                    <a:pt x="0" y="1761"/>
                  </a:moveTo>
                  <a:lnTo>
                    <a:pt x="127" y="1761"/>
                  </a:lnTo>
                  <a:lnTo>
                    <a:pt x="745" y="1142"/>
                  </a:lnTo>
                  <a:lnTo>
                    <a:pt x="742" y="985"/>
                  </a:lnTo>
                  <a:lnTo>
                    <a:pt x="172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04" name="Freeform 239"/>
            <p:cNvSpPr>
              <a:spLocks/>
            </p:cNvSpPr>
            <p:nvPr/>
          </p:nvSpPr>
          <p:spPr bwMode="auto">
            <a:xfrm rot="5400000" flipH="1" flipV="1">
              <a:off x="12035118" y="-3560678"/>
              <a:ext cx="3344863" cy="3662363"/>
            </a:xfrm>
            <a:custGeom>
              <a:avLst/>
              <a:gdLst>
                <a:gd name="T0" fmla="*/ 0 w 2107"/>
                <a:gd name="T1" fmla="*/ 2307 h 2307"/>
                <a:gd name="T2" fmla="*/ 156 w 2107"/>
                <a:gd name="T3" fmla="*/ 2151 h 2307"/>
                <a:gd name="T4" fmla="*/ 161 w 2107"/>
                <a:gd name="T5" fmla="*/ 1959 h 2307"/>
                <a:gd name="T6" fmla="*/ 279 w 2107"/>
                <a:gd name="T7" fmla="*/ 1841 h 2307"/>
                <a:gd name="T8" fmla="*/ 445 w 2107"/>
                <a:gd name="T9" fmla="*/ 1851 h 2307"/>
                <a:gd name="T10" fmla="*/ 1147 w 2107"/>
                <a:gd name="T11" fmla="*/ 1146 h 2307"/>
                <a:gd name="T12" fmla="*/ 1145 w 2107"/>
                <a:gd name="T13" fmla="*/ 964 h 2307"/>
                <a:gd name="T14" fmla="*/ 2107 w 2107"/>
                <a:gd name="T15" fmla="*/ 0 h 2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07" h="2307">
                  <a:moveTo>
                    <a:pt x="0" y="2307"/>
                  </a:moveTo>
                  <a:lnTo>
                    <a:pt x="156" y="2151"/>
                  </a:lnTo>
                  <a:lnTo>
                    <a:pt x="161" y="1959"/>
                  </a:lnTo>
                  <a:lnTo>
                    <a:pt x="279" y="1841"/>
                  </a:lnTo>
                  <a:lnTo>
                    <a:pt x="445" y="1851"/>
                  </a:lnTo>
                  <a:lnTo>
                    <a:pt x="1147" y="1146"/>
                  </a:lnTo>
                  <a:lnTo>
                    <a:pt x="1145" y="964"/>
                  </a:lnTo>
                  <a:lnTo>
                    <a:pt x="210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05" name="Freeform 240"/>
            <p:cNvSpPr>
              <a:spLocks/>
            </p:cNvSpPr>
            <p:nvPr/>
          </p:nvSpPr>
          <p:spPr bwMode="auto">
            <a:xfrm rot="5400000" flipH="1" flipV="1">
              <a:off x="12088300" y="-3617035"/>
              <a:ext cx="3524250" cy="3865563"/>
            </a:xfrm>
            <a:custGeom>
              <a:avLst/>
              <a:gdLst>
                <a:gd name="T0" fmla="*/ 2220 w 2220"/>
                <a:gd name="T1" fmla="*/ 0 h 2435"/>
                <a:gd name="T2" fmla="*/ 1256 w 2220"/>
                <a:gd name="T3" fmla="*/ 964 h 2435"/>
                <a:gd name="T4" fmla="*/ 1261 w 2220"/>
                <a:gd name="T5" fmla="*/ 1149 h 2435"/>
                <a:gd name="T6" fmla="*/ 556 w 2220"/>
                <a:gd name="T7" fmla="*/ 1851 h 2435"/>
                <a:gd name="T8" fmla="*/ 398 w 2220"/>
                <a:gd name="T9" fmla="*/ 1848 h 2435"/>
                <a:gd name="T10" fmla="*/ 279 w 2220"/>
                <a:gd name="T11" fmla="*/ 1969 h 2435"/>
                <a:gd name="T12" fmla="*/ 275 w 2220"/>
                <a:gd name="T13" fmla="*/ 2158 h 2435"/>
                <a:gd name="T14" fmla="*/ 0 w 2220"/>
                <a:gd name="T15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0" h="2435">
                  <a:moveTo>
                    <a:pt x="2220" y="0"/>
                  </a:moveTo>
                  <a:lnTo>
                    <a:pt x="1256" y="964"/>
                  </a:lnTo>
                  <a:lnTo>
                    <a:pt x="1261" y="1149"/>
                  </a:lnTo>
                  <a:lnTo>
                    <a:pt x="556" y="1851"/>
                  </a:lnTo>
                  <a:lnTo>
                    <a:pt x="398" y="1848"/>
                  </a:lnTo>
                  <a:lnTo>
                    <a:pt x="279" y="1969"/>
                  </a:lnTo>
                  <a:lnTo>
                    <a:pt x="275" y="2158"/>
                  </a:lnTo>
                  <a:lnTo>
                    <a:pt x="0" y="243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06" name="Freeform 242"/>
            <p:cNvSpPr>
              <a:spLocks/>
            </p:cNvSpPr>
            <p:nvPr/>
          </p:nvSpPr>
          <p:spPr bwMode="auto">
            <a:xfrm rot="5400000" flipH="1" flipV="1">
              <a:off x="12130369" y="-3657517"/>
              <a:ext cx="4192588" cy="4506913"/>
            </a:xfrm>
            <a:custGeom>
              <a:avLst/>
              <a:gdLst>
                <a:gd name="T0" fmla="*/ 0 w 2641"/>
                <a:gd name="T1" fmla="*/ 2839 h 2839"/>
                <a:gd name="T2" fmla="*/ 690 w 2641"/>
                <a:gd name="T3" fmla="*/ 2149 h 2839"/>
                <a:gd name="T4" fmla="*/ 692 w 2641"/>
                <a:gd name="T5" fmla="*/ 1960 h 2839"/>
                <a:gd name="T6" fmla="*/ 811 w 2641"/>
                <a:gd name="T7" fmla="*/ 1842 h 2839"/>
                <a:gd name="T8" fmla="*/ 976 w 2641"/>
                <a:gd name="T9" fmla="*/ 1849 h 2839"/>
                <a:gd name="T10" fmla="*/ 1681 w 2641"/>
                <a:gd name="T11" fmla="*/ 1147 h 2839"/>
                <a:gd name="T12" fmla="*/ 1676 w 2641"/>
                <a:gd name="T13" fmla="*/ 962 h 2839"/>
                <a:gd name="T14" fmla="*/ 2641 w 2641"/>
                <a:gd name="T15" fmla="*/ 0 h 2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1" h="2839">
                  <a:moveTo>
                    <a:pt x="0" y="2839"/>
                  </a:moveTo>
                  <a:lnTo>
                    <a:pt x="690" y="2149"/>
                  </a:lnTo>
                  <a:lnTo>
                    <a:pt x="692" y="1960"/>
                  </a:lnTo>
                  <a:lnTo>
                    <a:pt x="811" y="1842"/>
                  </a:lnTo>
                  <a:lnTo>
                    <a:pt x="976" y="1849"/>
                  </a:lnTo>
                  <a:lnTo>
                    <a:pt x="1681" y="1147"/>
                  </a:lnTo>
                  <a:lnTo>
                    <a:pt x="1676" y="962"/>
                  </a:lnTo>
                  <a:lnTo>
                    <a:pt x="264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07" name="Freeform 243"/>
            <p:cNvSpPr>
              <a:spLocks/>
            </p:cNvSpPr>
            <p:nvPr/>
          </p:nvSpPr>
          <p:spPr bwMode="auto">
            <a:xfrm rot="5400000" flipH="1" flipV="1">
              <a:off x="12100206" y="-3627354"/>
              <a:ext cx="2970213" cy="3119438"/>
            </a:xfrm>
            <a:custGeom>
              <a:avLst/>
              <a:gdLst>
                <a:gd name="T0" fmla="*/ 1871 w 1871"/>
                <a:gd name="T1" fmla="*/ 0 h 1965"/>
                <a:gd name="T2" fmla="*/ 906 w 1871"/>
                <a:gd name="T3" fmla="*/ 962 h 1965"/>
                <a:gd name="T4" fmla="*/ 904 w 1871"/>
                <a:gd name="T5" fmla="*/ 1140 h 1965"/>
                <a:gd name="T6" fmla="*/ 81 w 1871"/>
                <a:gd name="T7" fmla="*/ 1962 h 1965"/>
                <a:gd name="T8" fmla="*/ 0 w 1871"/>
                <a:gd name="T9" fmla="*/ 1965 h 1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1" h="1965">
                  <a:moveTo>
                    <a:pt x="1871" y="0"/>
                  </a:moveTo>
                  <a:lnTo>
                    <a:pt x="906" y="962"/>
                  </a:lnTo>
                  <a:lnTo>
                    <a:pt x="904" y="1140"/>
                  </a:lnTo>
                  <a:lnTo>
                    <a:pt x="81" y="1962"/>
                  </a:lnTo>
                  <a:lnTo>
                    <a:pt x="0" y="196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08" name="Freeform 244"/>
            <p:cNvSpPr>
              <a:spLocks/>
            </p:cNvSpPr>
            <p:nvPr/>
          </p:nvSpPr>
          <p:spPr bwMode="auto">
            <a:xfrm rot="5400000" flipH="1" flipV="1">
              <a:off x="14561625" y="-705560"/>
              <a:ext cx="152400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09" name="Freeform 245"/>
            <p:cNvSpPr>
              <a:spLocks/>
            </p:cNvSpPr>
            <p:nvPr/>
          </p:nvSpPr>
          <p:spPr bwMode="auto">
            <a:xfrm rot="5400000" flipH="1" flipV="1">
              <a:off x="14185387" y="-989723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10" name="Freeform 246"/>
            <p:cNvSpPr>
              <a:spLocks/>
            </p:cNvSpPr>
            <p:nvPr/>
          </p:nvSpPr>
          <p:spPr bwMode="auto">
            <a:xfrm rot="5400000" flipH="1" flipV="1">
              <a:off x="15071212" y="-659523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11" name="Freeform 247"/>
            <p:cNvSpPr>
              <a:spLocks/>
            </p:cNvSpPr>
            <p:nvPr/>
          </p:nvSpPr>
          <p:spPr bwMode="auto">
            <a:xfrm rot="5400000" flipH="1" flipV="1">
              <a:off x="14125856" y="-1155617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12" name="Freeform 248"/>
            <p:cNvSpPr>
              <a:spLocks/>
            </p:cNvSpPr>
            <p:nvPr/>
          </p:nvSpPr>
          <p:spPr bwMode="auto">
            <a:xfrm rot="5400000" flipH="1" flipV="1">
              <a:off x="14311593" y="-827003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13" name="Freeform 249"/>
            <p:cNvSpPr>
              <a:spLocks/>
            </p:cNvSpPr>
            <p:nvPr/>
          </p:nvSpPr>
          <p:spPr bwMode="auto">
            <a:xfrm rot="5400000" flipH="1" flipV="1">
              <a:off x="14360806" y="-777791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14" name="Freeform 250"/>
            <p:cNvSpPr>
              <a:spLocks/>
            </p:cNvSpPr>
            <p:nvPr/>
          </p:nvSpPr>
          <p:spPr bwMode="auto">
            <a:xfrm rot="5400000" flipH="1" flipV="1">
              <a:off x="10663518" y="-650791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15" name="Freeform 251"/>
            <p:cNvSpPr>
              <a:spLocks/>
            </p:cNvSpPr>
            <p:nvPr/>
          </p:nvSpPr>
          <p:spPr bwMode="auto">
            <a:xfrm rot="5400000" flipH="1" flipV="1">
              <a:off x="10712731" y="-601579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16" name="Freeform 252"/>
            <p:cNvSpPr>
              <a:spLocks/>
            </p:cNvSpPr>
            <p:nvPr/>
          </p:nvSpPr>
          <p:spPr bwMode="auto">
            <a:xfrm rot="5400000" flipH="1" flipV="1">
              <a:off x="10048362" y="-1011947"/>
              <a:ext cx="250825" cy="252413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17" name="Freeform 253"/>
            <p:cNvSpPr>
              <a:spLocks/>
            </p:cNvSpPr>
            <p:nvPr/>
          </p:nvSpPr>
          <p:spPr bwMode="auto">
            <a:xfrm rot="5400000" flipH="1" flipV="1">
              <a:off x="10096781" y="-961941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18" name="Freeform 254"/>
            <p:cNvSpPr>
              <a:spLocks/>
            </p:cNvSpPr>
            <p:nvPr/>
          </p:nvSpPr>
          <p:spPr bwMode="auto">
            <a:xfrm rot="5400000" flipH="1" flipV="1">
              <a:off x="11958918" y="749384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19" name="Freeform 255"/>
            <p:cNvSpPr>
              <a:spLocks/>
            </p:cNvSpPr>
            <p:nvPr/>
          </p:nvSpPr>
          <p:spPr bwMode="auto">
            <a:xfrm rot="5400000" flipH="1" flipV="1">
              <a:off x="12006543" y="798596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20" name="Freeform 256"/>
            <p:cNvSpPr>
              <a:spLocks/>
            </p:cNvSpPr>
            <p:nvPr/>
          </p:nvSpPr>
          <p:spPr bwMode="auto">
            <a:xfrm rot="5400000" flipH="1" flipV="1">
              <a:off x="12081949" y="3421941"/>
              <a:ext cx="252413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21" name="Freeform 257"/>
            <p:cNvSpPr>
              <a:spLocks/>
            </p:cNvSpPr>
            <p:nvPr/>
          </p:nvSpPr>
          <p:spPr bwMode="auto">
            <a:xfrm rot="5400000" flipH="1" flipV="1">
              <a:off x="12130368" y="347035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22" name="Freeform 258"/>
            <p:cNvSpPr>
              <a:spLocks/>
            </p:cNvSpPr>
            <p:nvPr/>
          </p:nvSpPr>
          <p:spPr bwMode="auto">
            <a:xfrm rot="5400000" flipH="1" flipV="1">
              <a:off x="14353662" y="4845929"/>
              <a:ext cx="252413" cy="247650"/>
            </a:xfrm>
            <a:custGeom>
              <a:avLst/>
              <a:gdLst>
                <a:gd name="T0" fmla="*/ 12 w 67"/>
                <a:gd name="T1" fmla="*/ 11 h 66"/>
                <a:gd name="T2" fmla="*/ 55 w 67"/>
                <a:gd name="T3" fmla="*/ 11 h 66"/>
                <a:gd name="T4" fmla="*/ 55 w 67"/>
                <a:gd name="T5" fmla="*/ 54 h 66"/>
                <a:gd name="T6" fmla="*/ 12 w 67"/>
                <a:gd name="T7" fmla="*/ 54 h 66"/>
                <a:gd name="T8" fmla="*/ 12 w 67"/>
                <a:gd name="T9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12" y="11"/>
                  </a:moveTo>
                  <a:cubicBezTo>
                    <a:pt x="24" y="0"/>
                    <a:pt x="43" y="0"/>
                    <a:pt x="55" y="11"/>
                  </a:cubicBezTo>
                  <a:cubicBezTo>
                    <a:pt x="66" y="23"/>
                    <a:pt x="67" y="42"/>
                    <a:pt x="55" y="54"/>
                  </a:cubicBezTo>
                  <a:cubicBezTo>
                    <a:pt x="43" y="66"/>
                    <a:pt x="24" y="66"/>
                    <a:pt x="12" y="54"/>
                  </a:cubicBezTo>
                  <a:cubicBezTo>
                    <a:pt x="0" y="42"/>
                    <a:pt x="0" y="23"/>
                    <a:pt x="12" y="1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23" name="Freeform 259"/>
            <p:cNvSpPr>
              <a:spLocks/>
            </p:cNvSpPr>
            <p:nvPr/>
          </p:nvSpPr>
          <p:spPr bwMode="auto">
            <a:xfrm rot="5400000" flipH="1" flipV="1">
              <a:off x="14402081" y="4892759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24" name="Freeform 260"/>
            <p:cNvSpPr>
              <a:spLocks/>
            </p:cNvSpPr>
            <p:nvPr/>
          </p:nvSpPr>
          <p:spPr bwMode="auto">
            <a:xfrm rot="5400000" flipH="1" flipV="1">
              <a:off x="11106431" y="2213059"/>
              <a:ext cx="250825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25" name="Freeform 261"/>
            <p:cNvSpPr>
              <a:spLocks/>
            </p:cNvSpPr>
            <p:nvPr/>
          </p:nvSpPr>
          <p:spPr bwMode="auto">
            <a:xfrm rot="5400000" flipH="1" flipV="1">
              <a:off x="11155643" y="2262271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26" name="Freeform 262"/>
            <p:cNvSpPr>
              <a:spLocks/>
            </p:cNvSpPr>
            <p:nvPr/>
          </p:nvSpPr>
          <p:spPr bwMode="auto">
            <a:xfrm rot="5400000" flipH="1" flipV="1">
              <a:off x="6333612" y="-3385260"/>
              <a:ext cx="3719513" cy="4000500"/>
            </a:xfrm>
            <a:custGeom>
              <a:avLst/>
              <a:gdLst>
                <a:gd name="T0" fmla="*/ 0 w 2343"/>
                <a:gd name="T1" fmla="*/ 2431 h 2520"/>
                <a:gd name="T2" fmla="*/ 87 w 2343"/>
                <a:gd name="T3" fmla="*/ 2516 h 2520"/>
                <a:gd name="T4" fmla="*/ 198 w 2343"/>
                <a:gd name="T5" fmla="*/ 2520 h 2520"/>
                <a:gd name="T6" fmla="*/ 373 w 2343"/>
                <a:gd name="T7" fmla="*/ 2343 h 2520"/>
                <a:gd name="T8" fmla="*/ 373 w 2343"/>
                <a:gd name="T9" fmla="*/ 1970 h 2520"/>
                <a:gd name="T10" fmla="*/ 2343 w 2343"/>
                <a:gd name="T11" fmla="*/ 0 h 2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43" h="2520">
                  <a:moveTo>
                    <a:pt x="0" y="2431"/>
                  </a:moveTo>
                  <a:lnTo>
                    <a:pt x="87" y="2516"/>
                  </a:lnTo>
                  <a:lnTo>
                    <a:pt x="198" y="2520"/>
                  </a:lnTo>
                  <a:lnTo>
                    <a:pt x="373" y="2343"/>
                  </a:lnTo>
                  <a:lnTo>
                    <a:pt x="373" y="1970"/>
                  </a:lnTo>
                  <a:lnTo>
                    <a:pt x="234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27" name="Freeform 263"/>
            <p:cNvSpPr>
              <a:spLocks/>
            </p:cNvSpPr>
            <p:nvPr/>
          </p:nvSpPr>
          <p:spPr bwMode="auto">
            <a:xfrm rot="5400000" flipH="1" flipV="1">
              <a:off x="6155018" y="-3627354"/>
              <a:ext cx="3649663" cy="4129088"/>
            </a:xfrm>
            <a:custGeom>
              <a:avLst/>
              <a:gdLst>
                <a:gd name="T0" fmla="*/ 0 w 2299"/>
                <a:gd name="T1" fmla="*/ 2598 h 2601"/>
                <a:gd name="T2" fmla="*/ 78 w 2299"/>
                <a:gd name="T3" fmla="*/ 2601 h 2601"/>
                <a:gd name="T4" fmla="*/ 201 w 2299"/>
                <a:gd name="T5" fmla="*/ 2478 h 2601"/>
                <a:gd name="T6" fmla="*/ 201 w 2299"/>
                <a:gd name="T7" fmla="*/ 2097 h 2601"/>
                <a:gd name="T8" fmla="*/ 2299 w 2299"/>
                <a:gd name="T9" fmla="*/ 0 h 2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99" h="2601">
                  <a:moveTo>
                    <a:pt x="0" y="2598"/>
                  </a:moveTo>
                  <a:lnTo>
                    <a:pt x="78" y="2601"/>
                  </a:lnTo>
                  <a:lnTo>
                    <a:pt x="201" y="2478"/>
                  </a:lnTo>
                  <a:lnTo>
                    <a:pt x="201" y="2097"/>
                  </a:lnTo>
                  <a:lnTo>
                    <a:pt x="229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28" name="Freeform 264"/>
            <p:cNvSpPr>
              <a:spLocks/>
            </p:cNvSpPr>
            <p:nvPr/>
          </p:nvSpPr>
          <p:spPr bwMode="auto">
            <a:xfrm rot="5400000" flipH="1" flipV="1">
              <a:off x="9980893" y="196934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8 w 41"/>
                <a:gd name="T3" fmla="*/ 34 h 41"/>
                <a:gd name="T4" fmla="*/ 34 w 41"/>
                <a:gd name="T5" fmla="*/ 34 h 41"/>
                <a:gd name="T6" fmla="*/ 34 w 41"/>
                <a:gd name="T7" fmla="*/ 8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0" y="15"/>
                    <a:pt x="0" y="27"/>
                    <a:pt x="8" y="34"/>
                  </a:cubicBezTo>
                  <a:cubicBezTo>
                    <a:pt x="15" y="41"/>
                    <a:pt x="27" y="41"/>
                    <a:pt x="34" y="34"/>
                  </a:cubicBezTo>
                  <a:cubicBezTo>
                    <a:pt x="41" y="27"/>
                    <a:pt x="41" y="15"/>
                    <a:pt x="34" y="8"/>
                  </a:cubicBezTo>
                  <a:cubicBezTo>
                    <a:pt x="27" y="0"/>
                    <a:pt x="15" y="0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400" name="Freeform 135"/>
            <p:cNvSpPr>
              <a:spLocks/>
            </p:cNvSpPr>
            <p:nvPr/>
          </p:nvSpPr>
          <p:spPr bwMode="auto">
            <a:xfrm rot="5400000" flipH="1" flipV="1">
              <a:off x="10495212" y="4034717"/>
              <a:ext cx="152400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</p:grpSp>
      <p:sp>
        <p:nvSpPr>
          <p:cNvPr id="539" name="矩形 538"/>
          <p:cNvSpPr/>
          <p:nvPr/>
        </p:nvSpPr>
        <p:spPr>
          <a:xfrm>
            <a:off x="4644460" y="3550931"/>
            <a:ext cx="3068749" cy="1175933"/>
          </a:xfrm>
          <a:prstGeom prst="snip2Diag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zh-CN" altLang="en-US" sz="1901">
              <a:solidFill>
                <a:prstClr val="white"/>
              </a:solidFill>
            </a:endParaRPr>
          </a:p>
        </p:txBody>
      </p:sp>
      <p:sp>
        <p:nvSpPr>
          <p:cNvPr id="416" name="文本框 539"/>
          <p:cNvSpPr txBox="1"/>
          <p:nvPr/>
        </p:nvSpPr>
        <p:spPr>
          <a:xfrm>
            <a:off x="4792970" y="3650539"/>
            <a:ext cx="2916775" cy="10926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32">
              <a:lnSpc>
                <a:spcPct val="150000"/>
              </a:lnSpc>
            </a:pPr>
            <a:r>
              <a:rPr lang="en-US" sz="1500" b="1" u="sng" dirty="0">
                <a:ln w="0"/>
                <a:solidFill>
                  <a:prstClr val="white"/>
                </a:solidFill>
                <a:effectLst>
                  <a:outerShdw blurRad="38100" dist="19050" dir="2700000" algn="tl" rotWithShape="0">
                    <a:prstClr val="black">
                      <a:alpha val="40000"/>
                    </a:prstClr>
                  </a:outerShdw>
                </a:effectLst>
                <a:ea typeface="Cambria" panose="02040503050406030204" pitchFamily="18" charset="0"/>
                <a:cs typeface="Arial"/>
                <a:sym typeface="Arial"/>
              </a:rPr>
              <a:t>Made By </a:t>
            </a:r>
          </a:p>
          <a:p>
            <a:pPr marL="171447" indent="-171447" defTabSz="914332">
              <a:lnSpc>
                <a:spcPct val="150000"/>
              </a:lnSpc>
              <a:buFont typeface="Wingdings" panose="05000000000000000000" pitchFamily="2" charset="2"/>
              <a:buChar char="§"/>
            </a:pPr>
            <a:r>
              <a:rPr lang="en-US" sz="1500" b="1" dirty="0" err="1">
                <a:ln w="0"/>
                <a:solidFill>
                  <a:prstClr val="white"/>
                </a:solidFill>
                <a:effectLst>
                  <a:outerShdw blurRad="38100" dist="19050" dir="2700000" algn="tl" rotWithShape="0">
                    <a:prstClr val="black">
                      <a:alpha val="40000"/>
                    </a:prstClr>
                  </a:outerShdw>
                </a:effectLst>
                <a:ea typeface="Cambria" panose="02040503050406030204" pitchFamily="18" charset="0"/>
                <a:cs typeface="Arial"/>
                <a:sym typeface="Arial"/>
              </a:rPr>
              <a:t>Basant</a:t>
            </a:r>
            <a:r>
              <a:rPr lang="en-US" sz="1500" b="1" dirty="0">
                <a:ln w="0"/>
                <a:solidFill>
                  <a:prstClr val="white"/>
                </a:solidFill>
                <a:effectLst>
                  <a:outerShdw blurRad="38100" dist="19050" dir="2700000" algn="tl" rotWithShape="0">
                    <a:prstClr val="black">
                      <a:alpha val="40000"/>
                    </a:prstClr>
                  </a:outerShdw>
                </a:effectLst>
                <a:ea typeface="Cambria" panose="02040503050406030204" pitchFamily="18" charset="0"/>
                <a:cs typeface="Arial"/>
                <a:sym typeface="Arial"/>
              </a:rPr>
              <a:t> </a:t>
            </a:r>
            <a:r>
              <a:rPr lang="en-US" sz="1500" b="1" dirty="0" err="1">
                <a:ln w="0"/>
                <a:solidFill>
                  <a:prstClr val="white"/>
                </a:solidFill>
                <a:effectLst>
                  <a:outerShdw blurRad="38100" dist="19050" dir="2700000" algn="tl" rotWithShape="0">
                    <a:prstClr val="black">
                      <a:alpha val="40000"/>
                    </a:prstClr>
                  </a:outerShdw>
                </a:effectLst>
                <a:ea typeface="Cambria" panose="02040503050406030204" pitchFamily="18" charset="0"/>
                <a:cs typeface="Arial"/>
                <a:sym typeface="Arial"/>
              </a:rPr>
              <a:t>Moheb</a:t>
            </a:r>
            <a:r>
              <a:rPr lang="en-US" sz="1500" b="1" dirty="0">
                <a:ln w="0"/>
                <a:solidFill>
                  <a:prstClr val="white"/>
                </a:solidFill>
                <a:effectLst>
                  <a:outerShdw blurRad="38100" dist="19050" dir="2700000" algn="tl" rotWithShape="0">
                    <a:prstClr val="black">
                      <a:alpha val="40000"/>
                    </a:prstClr>
                  </a:outerShdw>
                </a:effectLst>
                <a:ea typeface="Cambria" panose="02040503050406030204" pitchFamily="18" charset="0"/>
                <a:cs typeface="Arial"/>
                <a:sym typeface="Arial"/>
              </a:rPr>
              <a:t> El-</a:t>
            </a:r>
            <a:r>
              <a:rPr lang="en-US" sz="1500" b="1" dirty="0" err="1">
                <a:ln w="0"/>
                <a:solidFill>
                  <a:prstClr val="white"/>
                </a:solidFill>
                <a:effectLst>
                  <a:outerShdw blurRad="38100" dist="19050" dir="2700000" algn="tl" rotWithShape="0">
                    <a:prstClr val="black">
                      <a:alpha val="40000"/>
                    </a:prstClr>
                  </a:outerShdw>
                </a:effectLst>
                <a:ea typeface="Cambria" panose="02040503050406030204" pitchFamily="18" charset="0"/>
                <a:cs typeface="Arial"/>
                <a:sym typeface="Arial"/>
              </a:rPr>
              <a:t>malky</a:t>
            </a:r>
            <a:endParaRPr lang="en-US" sz="1500" b="1" dirty="0">
              <a:ln w="0"/>
              <a:solidFill>
                <a:prstClr val="white"/>
              </a:solidFill>
              <a:effectLst>
                <a:outerShdw blurRad="38100" dist="19050" dir="2700000" algn="tl" rotWithShape="0">
                  <a:prstClr val="black">
                    <a:alpha val="40000"/>
                  </a:prstClr>
                </a:outerShdw>
              </a:effectLst>
              <a:ea typeface="Cambria" panose="02040503050406030204" pitchFamily="18" charset="0"/>
              <a:cs typeface="Arial"/>
              <a:sym typeface="Arial"/>
            </a:endParaRPr>
          </a:p>
          <a:p>
            <a:pPr defTabSz="914332"/>
            <a:endParaRPr lang="en-US" altLang="zh-CN" sz="1000" b="1" dirty="0">
              <a:solidFill>
                <a:prstClr val="white"/>
              </a:solidFill>
              <a:ea typeface="微软雅黑" panose="020B0503020204020204" pitchFamily="34" charset="-122"/>
              <a:cs typeface="Arial"/>
              <a:sym typeface="Arial"/>
            </a:endParaRPr>
          </a:p>
          <a:p>
            <a:pPr defTabSz="914332"/>
            <a:endParaRPr lang="zh-CN" altLang="en-US" sz="1000" b="1" dirty="0">
              <a:solidFill>
                <a:prstClr val="white"/>
              </a:solidFill>
              <a:ea typeface="微软雅黑" panose="020B0503020204020204" pitchFamily="34" charset="-122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002897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1000"/>
    </mc:Choice>
    <mc:Fallback xmlns="">
      <p:transition advClick="0" advTm="1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6" presetClass="entr" presetSubtype="37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225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37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8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ntr" presetSubtype="32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1" dur="20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8" presetClass="entr" presetSubtype="32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4" dur="20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537" grpId="0"/>
      <p:bldP spid="539" grpId="0" animBg="1"/>
      <p:bldP spid="416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D2E0D8-39F0-293E-98A0-F7611E68AB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" name="组合 4">
            <a:extLst>
              <a:ext uri="{FF2B5EF4-FFF2-40B4-BE49-F238E27FC236}">
                <a16:creationId xmlns:a16="http://schemas.microsoft.com/office/drawing/2014/main" id="{3E32F614-1F44-C0F3-B006-EDF17941B4F5}"/>
              </a:ext>
            </a:extLst>
          </p:cNvPr>
          <p:cNvGrpSpPr/>
          <p:nvPr/>
        </p:nvGrpSpPr>
        <p:grpSpPr>
          <a:xfrm>
            <a:off x="-23313" y="757693"/>
            <a:ext cx="3395006" cy="431295"/>
            <a:chOff x="-22274" y="526055"/>
            <a:chExt cx="3395006" cy="431295"/>
          </a:xfrm>
        </p:grpSpPr>
        <p:grpSp>
          <p:nvGrpSpPr>
            <p:cNvPr id="80" name="组合 5">
              <a:extLst>
                <a:ext uri="{FF2B5EF4-FFF2-40B4-BE49-F238E27FC236}">
                  <a16:creationId xmlns:a16="http://schemas.microsoft.com/office/drawing/2014/main" id="{EA1E49F9-7BE1-31F0-1AA4-FC17D17BBCEE}"/>
                </a:ext>
              </a:extLst>
            </p:cNvPr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85" name="任意多边形 11">
                <a:extLst>
                  <a:ext uri="{FF2B5EF4-FFF2-40B4-BE49-F238E27FC236}">
                    <a16:creationId xmlns:a16="http://schemas.microsoft.com/office/drawing/2014/main" id="{70F00A70-44D9-5373-6142-2DA5ABAF3F7A}"/>
                  </a:ext>
                </a:extLst>
              </p:cNvPr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86" name="组合 12">
                <a:extLst>
                  <a:ext uri="{FF2B5EF4-FFF2-40B4-BE49-F238E27FC236}">
                    <a16:creationId xmlns:a16="http://schemas.microsoft.com/office/drawing/2014/main" id="{A5379E43-D196-B15F-686A-9245D0C59E84}"/>
                  </a:ext>
                </a:extLst>
              </p:cNvPr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88" name="Oval 35">
                  <a:extLst>
                    <a:ext uri="{FF2B5EF4-FFF2-40B4-BE49-F238E27FC236}">
                      <a16:creationId xmlns:a16="http://schemas.microsoft.com/office/drawing/2014/main" id="{463EB779-AE73-888E-056D-0E24158FD853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9" name="Oval 35">
                  <a:extLst>
                    <a:ext uri="{FF2B5EF4-FFF2-40B4-BE49-F238E27FC236}">
                      <a16:creationId xmlns:a16="http://schemas.microsoft.com/office/drawing/2014/main" id="{48444000-2742-6295-79F1-DB03FEFA15B2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87" name="Oval 35">
                <a:extLst>
                  <a:ext uri="{FF2B5EF4-FFF2-40B4-BE49-F238E27FC236}">
                    <a16:creationId xmlns:a16="http://schemas.microsoft.com/office/drawing/2014/main" id="{68970CAF-DF70-D215-C4F4-9B7F11A05C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1" name="组合 7">
              <a:extLst>
                <a:ext uri="{FF2B5EF4-FFF2-40B4-BE49-F238E27FC236}">
                  <a16:creationId xmlns:a16="http://schemas.microsoft.com/office/drawing/2014/main" id="{1FA9F9ED-05F9-D9CF-A2D2-879851495A77}"/>
                </a:ext>
              </a:extLst>
            </p:cNvPr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82" name="任意多边形 8">
                <a:extLst>
                  <a:ext uri="{FF2B5EF4-FFF2-40B4-BE49-F238E27FC236}">
                    <a16:creationId xmlns:a16="http://schemas.microsoft.com/office/drawing/2014/main" id="{94272761-B250-DE62-294F-AC79B6123BFE}"/>
                  </a:ext>
                </a:extLst>
              </p:cNvPr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83" name="Oval 35">
                <a:extLst>
                  <a:ext uri="{FF2B5EF4-FFF2-40B4-BE49-F238E27FC236}">
                    <a16:creationId xmlns:a16="http://schemas.microsoft.com/office/drawing/2014/main" id="{164CAED4-8BE4-07CB-82C4-2511A3F96A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4" name="Oval 35">
                <a:extLst>
                  <a:ext uri="{FF2B5EF4-FFF2-40B4-BE49-F238E27FC236}">
                    <a16:creationId xmlns:a16="http://schemas.microsoft.com/office/drawing/2014/main" id="{37DF0D37-27AF-208A-1536-BC89BFB15B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90" name="文本框 6">
            <a:extLst>
              <a:ext uri="{FF2B5EF4-FFF2-40B4-BE49-F238E27FC236}">
                <a16:creationId xmlns:a16="http://schemas.microsoft.com/office/drawing/2014/main" id="{887372B3-67A0-D46E-6A87-0421B414E18B}"/>
              </a:ext>
            </a:extLst>
          </p:cNvPr>
          <p:cNvSpPr txBox="1"/>
          <p:nvPr/>
        </p:nvSpPr>
        <p:spPr>
          <a:xfrm>
            <a:off x="636458" y="177127"/>
            <a:ext cx="8898202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Architecture of SAR ADC with Low Dropout Regulator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sp>
        <p:nvSpPr>
          <p:cNvPr id="92" name="Isosceles Triangle 91">
            <a:extLst>
              <a:ext uri="{FF2B5EF4-FFF2-40B4-BE49-F238E27FC236}">
                <a16:creationId xmlns:a16="http://schemas.microsoft.com/office/drawing/2014/main" id="{AADFF2E4-300E-A97E-5600-50CF13BD8EA8}"/>
              </a:ext>
            </a:extLst>
          </p:cNvPr>
          <p:cNvSpPr/>
          <p:nvPr/>
        </p:nvSpPr>
        <p:spPr>
          <a:xfrm rot="5400000">
            <a:off x="4306012" y="3687376"/>
            <a:ext cx="798514" cy="944844"/>
          </a:xfrm>
          <a:prstGeom prst="triangl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 sz="1555">
              <a:solidFill>
                <a:prstClr val="white"/>
              </a:solidFill>
            </a:endParaRPr>
          </a:p>
        </p:txBody>
      </p:sp>
      <p:grpSp>
        <p:nvGrpSpPr>
          <p:cNvPr id="93" name="Group 92">
            <a:extLst>
              <a:ext uri="{FF2B5EF4-FFF2-40B4-BE49-F238E27FC236}">
                <a16:creationId xmlns:a16="http://schemas.microsoft.com/office/drawing/2014/main" id="{D7AA9A06-7E7D-A7F6-5F3D-2C8843D1D7A7}"/>
              </a:ext>
            </a:extLst>
          </p:cNvPr>
          <p:cNvGrpSpPr/>
          <p:nvPr/>
        </p:nvGrpSpPr>
        <p:grpSpPr>
          <a:xfrm>
            <a:off x="4382244" y="3979835"/>
            <a:ext cx="224280" cy="360844"/>
            <a:chOff x="8452884" y="1637414"/>
            <a:chExt cx="398721" cy="641500"/>
          </a:xfrm>
        </p:grpSpPr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39E5DB80-9143-E8DC-B235-41A753CFB54B}"/>
                </a:ext>
              </a:extLst>
            </p:cNvPr>
            <p:cNvCxnSpPr>
              <a:cxnSpLocks/>
            </p:cNvCxnSpPr>
            <p:nvPr/>
          </p:nvCxnSpPr>
          <p:spPr>
            <a:xfrm>
              <a:off x="8644270" y="1637414"/>
              <a:ext cx="207335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56E307D4-3822-EE9A-CC29-02AA8F9899C0}"/>
                </a:ext>
              </a:extLst>
            </p:cNvPr>
            <p:cNvCxnSpPr>
              <a:cxnSpLocks/>
            </p:cNvCxnSpPr>
            <p:nvPr/>
          </p:nvCxnSpPr>
          <p:spPr>
            <a:xfrm>
              <a:off x="8452884" y="2278912"/>
              <a:ext cx="191386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705DFEC3-2F25-012F-51CD-AFDAD89B5E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4270" y="1637414"/>
              <a:ext cx="0" cy="64150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7AC0A2AE-C709-6426-FB95-F28D97E65C09}"/>
                </a:ext>
              </a:extLst>
            </p:cNvPr>
            <p:cNvCxnSpPr>
              <a:cxnSpLocks/>
            </p:cNvCxnSpPr>
            <p:nvPr/>
          </p:nvCxnSpPr>
          <p:spPr>
            <a:xfrm>
              <a:off x="8452884" y="1949303"/>
              <a:ext cx="318976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Straight Arrow Connector 97">
            <a:extLst>
              <a:ext uri="{FF2B5EF4-FFF2-40B4-BE49-F238E27FC236}">
                <a16:creationId xmlns:a16="http://schemas.microsoft.com/office/drawing/2014/main" id="{3B8DA9D4-2255-CA73-9721-630CAD7506C7}"/>
              </a:ext>
            </a:extLst>
          </p:cNvPr>
          <p:cNvCxnSpPr>
            <a:cxnSpLocks/>
            <a:stCxn id="92" idx="0"/>
          </p:cNvCxnSpPr>
          <p:nvPr/>
        </p:nvCxnSpPr>
        <p:spPr>
          <a:xfrm flipV="1">
            <a:off x="5177694" y="4155930"/>
            <a:ext cx="326945" cy="3868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99" name="Straight Arrow Connector 98">
            <a:extLst>
              <a:ext uri="{FF2B5EF4-FFF2-40B4-BE49-F238E27FC236}">
                <a16:creationId xmlns:a16="http://schemas.microsoft.com/office/drawing/2014/main" id="{D75A38E8-33C9-1117-94C6-B2919EB72435}"/>
              </a:ext>
            </a:extLst>
          </p:cNvPr>
          <p:cNvCxnSpPr>
            <a:cxnSpLocks/>
          </p:cNvCxnSpPr>
          <p:nvPr/>
        </p:nvCxnSpPr>
        <p:spPr>
          <a:xfrm>
            <a:off x="6567222" y="4155931"/>
            <a:ext cx="430641" cy="4328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470E00F5-6EF0-22D7-3DE6-3D55E24C57ED}"/>
              </a:ext>
            </a:extLst>
          </p:cNvPr>
          <p:cNvCxnSpPr>
            <a:cxnSpLocks/>
          </p:cNvCxnSpPr>
          <p:nvPr/>
        </p:nvCxnSpPr>
        <p:spPr>
          <a:xfrm>
            <a:off x="6686054" y="4155273"/>
            <a:ext cx="0" cy="1238032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Straight Arrow Connector 100">
            <a:extLst>
              <a:ext uri="{FF2B5EF4-FFF2-40B4-BE49-F238E27FC236}">
                <a16:creationId xmlns:a16="http://schemas.microsoft.com/office/drawing/2014/main" id="{0F19C1E5-0D94-65FA-1861-270203C9D4FF}"/>
              </a:ext>
            </a:extLst>
          </p:cNvPr>
          <p:cNvCxnSpPr>
            <a:cxnSpLocks/>
          </p:cNvCxnSpPr>
          <p:nvPr/>
        </p:nvCxnSpPr>
        <p:spPr>
          <a:xfrm flipH="1">
            <a:off x="4302499" y="5382741"/>
            <a:ext cx="2383557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782DC87F-7D7D-C513-F64B-4B9B3FA83757}"/>
              </a:ext>
            </a:extLst>
          </p:cNvPr>
          <p:cNvGrpSpPr/>
          <p:nvPr/>
        </p:nvGrpSpPr>
        <p:grpSpPr>
          <a:xfrm>
            <a:off x="3405377" y="5124169"/>
            <a:ext cx="897123" cy="538274"/>
            <a:chOff x="5185144" y="4986673"/>
            <a:chExt cx="1594885" cy="956931"/>
          </a:xfrm>
        </p:grpSpPr>
        <p:sp>
          <p:nvSpPr>
            <p:cNvPr id="103" name="Freeform: Shape 33">
              <a:extLst>
                <a:ext uri="{FF2B5EF4-FFF2-40B4-BE49-F238E27FC236}">
                  <a16:creationId xmlns:a16="http://schemas.microsoft.com/office/drawing/2014/main" id="{B5909D65-F4F9-A6A2-4086-A57C6A041855}"/>
                </a:ext>
              </a:extLst>
            </p:cNvPr>
            <p:cNvSpPr/>
            <p:nvPr/>
          </p:nvSpPr>
          <p:spPr>
            <a:xfrm>
              <a:off x="5185144" y="4986673"/>
              <a:ext cx="1594884" cy="956931"/>
            </a:xfrm>
            <a:custGeom>
              <a:avLst/>
              <a:gdLst>
                <a:gd name="connsiteX0" fmla="*/ 1584251 w 1594884"/>
                <a:gd name="connsiteY0" fmla="*/ 0 h 956931"/>
                <a:gd name="connsiteX1" fmla="*/ 1594884 w 1594884"/>
                <a:gd name="connsiteY1" fmla="*/ 946298 h 956931"/>
                <a:gd name="connsiteX2" fmla="*/ 520995 w 1594884"/>
                <a:gd name="connsiteY2" fmla="*/ 956931 h 956931"/>
                <a:gd name="connsiteX3" fmla="*/ 0 w 1594884"/>
                <a:gd name="connsiteY3" fmla="*/ 542261 h 956931"/>
                <a:gd name="connsiteX4" fmla="*/ 499730 w 1594884"/>
                <a:gd name="connsiteY4" fmla="*/ 21266 h 956931"/>
                <a:gd name="connsiteX5" fmla="*/ 1584251 w 1594884"/>
                <a:gd name="connsiteY5" fmla="*/ 0 h 95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4884" h="956931">
                  <a:moveTo>
                    <a:pt x="1584251" y="0"/>
                  </a:moveTo>
                  <a:lnTo>
                    <a:pt x="1594884" y="946298"/>
                  </a:lnTo>
                  <a:lnTo>
                    <a:pt x="520995" y="956931"/>
                  </a:lnTo>
                  <a:lnTo>
                    <a:pt x="0" y="542261"/>
                  </a:lnTo>
                  <a:lnTo>
                    <a:pt x="499730" y="21266"/>
                  </a:lnTo>
                  <a:lnTo>
                    <a:pt x="1584251" y="0"/>
                  </a:lnTo>
                  <a:close/>
                </a:path>
              </a:pathLst>
            </a:cu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en-US" sz="1555">
                <a:solidFill>
                  <a:prstClr val="white"/>
                </a:solidFill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0368FCBC-78D1-E7C4-DF84-85E439232BFB}"/>
                </a:ext>
              </a:extLst>
            </p:cNvPr>
            <p:cNvSpPr txBox="1"/>
            <p:nvPr/>
          </p:nvSpPr>
          <p:spPr>
            <a:xfrm>
              <a:off x="5472225" y="5111196"/>
              <a:ext cx="1307804" cy="77970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rtlCol="0">
              <a:spAutoFit/>
            </a:bodyPr>
            <a:lstStyle/>
            <a:p>
              <a:pPr algn="ctr" defTabSz="914332"/>
              <a:r>
                <a:rPr lang="en-US" sz="1125" b="1" dirty="0">
                  <a:solidFill>
                    <a:prstClr val="black"/>
                  </a:solidFill>
                </a:rPr>
                <a:t>N-bit</a:t>
              </a:r>
            </a:p>
            <a:p>
              <a:pPr algn="ctr" defTabSz="914332"/>
              <a:r>
                <a:rPr lang="en-US" sz="1125" b="1" dirty="0">
                  <a:solidFill>
                    <a:prstClr val="black"/>
                  </a:solidFill>
                </a:rPr>
                <a:t>DAC</a:t>
              </a:r>
            </a:p>
          </p:txBody>
        </p: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72D30EC9-7DD9-13CB-F0DF-EB2080E7F176}"/>
              </a:ext>
            </a:extLst>
          </p:cNvPr>
          <p:cNvSpPr txBox="1"/>
          <p:nvPr/>
        </p:nvSpPr>
        <p:spPr>
          <a:xfrm>
            <a:off x="2761567" y="3744858"/>
            <a:ext cx="735640" cy="611706"/>
          </a:xfrm>
          <a:prstGeom prst="rect">
            <a:avLst/>
          </a:prstGeom>
          <a:noFill/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125" b="1" dirty="0">
                <a:solidFill>
                  <a:prstClr val="black"/>
                </a:solidFill>
              </a:rPr>
              <a:t>Sample-And-Hold</a:t>
            </a:r>
          </a:p>
        </p:txBody>
      </p:sp>
      <p:cxnSp>
        <p:nvCxnSpPr>
          <p:cNvPr id="106" name="Straight Arrow Connector 105">
            <a:extLst>
              <a:ext uri="{FF2B5EF4-FFF2-40B4-BE49-F238E27FC236}">
                <a16:creationId xmlns:a16="http://schemas.microsoft.com/office/drawing/2014/main" id="{05F6ADA8-95C3-EB10-EE29-E3AF09A526E1}"/>
              </a:ext>
            </a:extLst>
          </p:cNvPr>
          <p:cNvCxnSpPr>
            <a:cxnSpLocks/>
          </p:cNvCxnSpPr>
          <p:nvPr/>
        </p:nvCxnSpPr>
        <p:spPr>
          <a:xfrm flipV="1">
            <a:off x="2993040" y="4481722"/>
            <a:ext cx="1255638" cy="1762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22C1AA4B-F09E-B444-52C8-06E541761732}"/>
              </a:ext>
            </a:extLst>
          </p:cNvPr>
          <p:cNvCxnSpPr>
            <a:cxnSpLocks/>
          </p:cNvCxnSpPr>
          <p:nvPr/>
        </p:nvCxnSpPr>
        <p:spPr>
          <a:xfrm>
            <a:off x="2989284" y="4469483"/>
            <a:ext cx="3748" cy="966454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28FDBE15-6895-3F3F-76D7-3BFEDB248D13}"/>
              </a:ext>
            </a:extLst>
          </p:cNvPr>
          <p:cNvCxnSpPr>
            <a:cxnSpLocks/>
            <a:endCxn id="103" idx="3"/>
          </p:cNvCxnSpPr>
          <p:nvPr/>
        </p:nvCxnSpPr>
        <p:spPr>
          <a:xfrm>
            <a:off x="2993034" y="5429192"/>
            <a:ext cx="412343" cy="1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Arrow Connector 108">
            <a:extLst>
              <a:ext uri="{FF2B5EF4-FFF2-40B4-BE49-F238E27FC236}">
                <a16:creationId xmlns:a16="http://schemas.microsoft.com/office/drawing/2014/main" id="{F143B542-3E8C-88BF-1D40-B33D1984FC08}"/>
              </a:ext>
            </a:extLst>
          </p:cNvPr>
          <p:cNvCxnSpPr>
            <a:cxnSpLocks/>
            <a:endCxn id="105" idx="1"/>
          </p:cNvCxnSpPr>
          <p:nvPr/>
        </p:nvCxnSpPr>
        <p:spPr>
          <a:xfrm flipV="1">
            <a:off x="1176953" y="4050711"/>
            <a:ext cx="1584614" cy="2"/>
          </a:xfrm>
          <a:prstGeom prst="straightConnector1">
            <a:avLst/>
          </a:prstGeom>
          <a:ln w="28575">
            <a:solidFill>
              <a:srgbClr val="00B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TextBox 109">
            <a:extLst>
              <a:ext uri="{FF2B5EF4-FFF2-40B4-BE49-F238E27FC236}">
                <a16:creationId xmlns:a16="http://schemas.microsoft.com/office/drawing/2014/main" id="{E1FA0604-133E-01DC-3A0D-438260E4FA78}"/>
              </a:ext>
            </a:extLst>
          </p:cNvPr>
          <p:cNvSpPr txBox="1"/>
          <p:nvPr/>
        </p:nvSpPr>
        <p:spPr>
          <a:xfrm>
            <a:off x="4382244" y="4469486"/>
            <a:ext cx="1122392" cy="265457"/>
          </a:xfrm>
          <a:prstGeom prst="rect">
            <a:avLst/>
          </a:prstGeom>
          <a:noFill/>
          <a:ln w="28575">
            <a:noFill/>
          </a:ln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125" b="1" dirty="0">
                <a:solidFill>
                  <a:prstClr val="black"/>
                </a:solidFill>
              </a:rPr>
              <a:t>Comparator</a:t>
            </a: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5707DFE1-CACD-F8E9-F78E-62D885922AD2}"/>
              </a:ext>
            </a:extLst>
          </p:cNvPr>
          <p:cNvSpPr/>
          <p:nvPr/>
        </p:nvSpPr>
        <p:spPr>
          <a:xfrm>
            <a:off x="1628569" y="3101316"/>
            <a:ext cx="5202733" cy="2650826"/>
          </a:xfrm>
          <a:custGeom>
            <a:avLst/>
            <a:gdLst>
              <a:gd name="connsiteX0" fmla="*/ 0 w 5190858"/>
              <a:gd name="connsiteY0" fmla="*/ 0 h 4063989"/>
              <a:gd name="connsiteX1" fmla="*/ 5190858 w 5190858"/>
              <a:gd name="connsiteY1" fmla="*/ 0 h 4063989"/>
              <a:gd name="connsiteX2" fmla="*/ 5190858 w 5190858"/>
              <a:gd name="connsiteY2" fmla="*/ 4063989 h 4063989"/>
              <a:gd name="connsiteX3" fmla="*/ 0 w 5190858"/>
              <a:gd name="connsiteY3" fmla="*/ 4063989 h 4063989"/>
              <a:gd name="connsiteX4" fmla="*/ 0 w 5190858"/>
              <a:gd name="connsiteY4" fmla="*/ 0 h 4063989"/>
              <a:gd name="connsiteX0" fmla="*/ 0 w 5202733"/>
              <a:gd name="connsiteY0" fmla="*/ 0 h 4063989"/>
              <a:gd name="connsiteX1" fmla="*/ 5202733 w 5202733"/>
              <a:gd name="connsiteY1" fmla="*/ 1413163 h 4063989"/>
              <a:gd name="connsiteX2" fmla="*/ 5190858 w 5202733"/>
              <a:gd name="connsiteY2" fmla="*/ 4063989 h 4063989"/>
              <a:gd name="connsiteX3" fmla="*/ 0 w 5202733"/>
              <a:gd name="connsiteY3" fmla="*/ 4063989 h 4063989"/>
              <a:gd name="connsiteX4" fmla="*/ 0 w 5202733"/>
              <a:gd name="connsiteY4" fmla="*/ 0 h 4063989"/>
              <a:gd name="connsiteX0" fmla="*/ 0 w 5202733"/>
              <a:gd name="connsiteY0" fmla="*/ 0 h 2650826"/>
              <a:gd name="connsiteX1" fmla="*/ 5202733 w 5202733"/>
              <a:gd name="connsiteY1" fmla="*/ 0 h 2650826"/>
              <a:gd name="connsiteX2" fmla="*/ 5190858 w 5202733"/>
              <a:gd name="connsiteY2" fmla="*/ 2650826 h 2650826"/>
              <a:gd name="connsiteX3" fmla="*/ 0 w 5202733"/>
              <a:gd name="connsiteY3" fmla="*/ 2650826 h 2650826"/>
              <a:gd name="connsiteX4" fmla="*/ 0 w 5202733"/>
              <a:gd name="connsiteY4" fmla="*/ 0 h 2650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2733" h="2650826">
                <a:moveTo>
                  <a:pt x="0" y="0"/>
                </a:moveTo>
                <a:lnTo>
                  <a:pt x="5202733" y="0"/>
                </a:lnTo>
                <a:cubicBezTo>
                  <a:pt x="5198775" y="883609"/>
                  <a:pt x="5194816" y="1767217"/>
                  <a:pt x="5190858" y="2650826"/>
                </a:cubicBezTo>
                <a:lnTo>
                  <a:pt x="0" y="2650826"/>
                </a:lnTo>
                <a:lnTo>
                  <a:pt x="0" y="0"/>
                </a:lnTo>
                <a:close/>
              </a:path>
            </a:pathLst>
          </a:custGeom>
          <a:noFill/>
          <a:ln w="28575"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 sz="1555">
              <a:solidFill>
                <a:prstClr val="white"/>
              </a:solidFill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2821611-398A-9574-9F2F-D6637605EA40}"/>
              </a:ext>
            </a:extLst>
          </p:cNvPr>
          <p:cNvSpPr txBox="1"/>
          <p:nvPr/>
        </p:nvSpPr>
        <p:spPr>
          <a:xfrm>
            <a:off x="889874" y="3594497"/>
            <a:ext cx="574158" cy="384849"/>
          </a:xfrm>
          <a:prstGeom prst="rect">
            <a:avLst/>
          </a:prstGeom>
          <a:noFill/>
          <a:ln w="28575">
            <a:noFill/>
          </a:ln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901" dirty="0">
                <a:solidFill>
                  <a:srgbClr val="00B0F0"/>
                </a:solidFill>
              </a:rPr>
              <a:t>V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10FB2A2F-B0F7-09C0-BE29-0196DEEC9812}"/>
              </a:ext>
            </a:extLst>
          </p:cNvPr>
          <p:cNvSpPr txBox="1"/>
          <p:nvPr/>
        </p:nvSpPr>
        <p:spPr>
          <a:xfrm>
            <a:off x="1093819" y="3765704"/>
            <a:ext cx="429630" cy="265457"/>
          </a:xfrm>
          <a:prstGeom prst="rect">
            <a:avLst/>
          </a:prstGeom>
          <a:noFill/>
          <a:ln w="28575">
            <a:noFill/>
          </a:ln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125" b="1" dirty="0">
                <a:solidFill>
                  <a:srgbClr val="00B0F0"/>
                </a:solidFill>
              </a:rPr>
              <a:t>IN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635ECD54-C6B9-57B7-3F40-50E2A8A4C05E}"/>
              </a:ext>
            </a:extLst>
          </p:cNvPr>
          <p:cNvSpPr txBox="1"/>
          <p:nvPr/>
        </p:nvSpPr>
        <p:spPr>
          <a:xfrm>
            <a:off x="6940505" y="4006378"/>
            <a:ext cx="574158" cy="384849"/>
          </a:xfrm>
          <a:prstGeom prst="rect">
            <a:avLst/>
          </a:prstGeom>
          <a:noFill/>
          <a:ln w="28575">
            <a:noFill/>
          </a:ln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901" dirty="0">
                <a:solidFill>
                  <a:prstClr val="black"/>
                </a:solidFill>
              </a:rPr>
              <a:t>D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C28D5D25-56EC-CF60-8AC9-6D13436A0B2C}"/>
              </a:ext>
            </a:extLst>
          </p:cNvPr>
          <p:cNvSpPr txBox="1"/>
          <p:nvPr/>
        </p:nvSpPr>
        <p:spPr>
          <a:xfrm>
            <a:off x="7144197" y="4197601"/>
            <a:ext cx="574158" cy="265457"/>
          </a:xfrm>
          <a:prstGeom prst="rect">
            <a:avLst/>
          </a:prstGeom>
          <a:noFill/>
          <a:ln w="28575">
            <a:noFill/>
          </a:ln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125" dirty="0">
                <a:solidFill>
                  <a:prstClr val="black"/>
                </a:solidFill>
              </a:rPr>
              <a:t>OUT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DB1E28FA-576B-6E9E-22EF-BA085B8B560B}"/>
              </a:ext>
            </a:extLst>
          </p:cNvPr>
          <p:cNvSpPr txBox="1"/>
          <p:nvPr/>
        </p:nvSpPr>
        <p:spPr>
          <a:xfrm>
            <a:off x="5504636" y="3961165"/>
            <a:ext cx="1062584" cy="41549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050" b="1" dirty="0">
                <a:solidFill>
                  <a:prstClr val="black"/>
                </a:solidFill>
              </a:rPr>
              <a:t>synchronous SAR Logic</a:t>
            </a:r>
          </a:p>
        </p:txBody>
      </p:sp>
      <p:cxnSp>
        <p:nvCxnSpPr>
          <p:cNvPr id="141" name="Straight Arrow Connector 140">
            <a:extLst>
              <a:ext uri="{FF2B5EF4-FFF2-40B4-BE49-F238E27FC236}">
                <a16:creationId xmlns:a16="http://schemas.microsoft.com/office/drawing/2014/main" id="{8475C85B-7A60-4272-9A43-0EC92076D805}"/>
              </a:ext>
            </a:extLst>
          </p:cNvPr>
          <p:cNvCxnSpPr>
            <a:cxnSpLocks/>
          </p:cNvCxnSpPr>
          <p:nvPr/>
        </p:nvCxnSpPr>
        <p:spPr>
          <a:xfrm flipV="1">
            <a:off x="3489903" y="3949166"/>
            <a:ext cx="713498" cy="3818"/>
          </a:xfrm>
          <a:prstGeom prst="straightConnector1">
            <a:avLst/>
          </a:prstGeom>
          <a:ln w="28575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TextBox 141">
            <a:extLst>
              <a:ext uri="{FF2B5EF4-FFF2-40B4-BE49-F238E27FC236}">
                <a16:creationId xmlns:a16="http://schemas.microsoft.com/office/drawing/2014/main" id="{D4095279-CBAE-DD8F-0BDC-9FC45C603B21}"/>
              </a:ext>
            </a:extLst>
          </p:cNvPr>
          <p:cNvSpPr txBox="1"/>
          <p:nvPr/>
        </p:nvSpPr>
        <p:spPr>
          <a:xfrm>
            <a:off x="4816858" y="2248613"/>
            <a:ext cx="735640" cy="265457"/>
          </a:xfrm>
          <a:prstGeom prst="rect">
            <a:avLst/>
          </a:prstGeom>
          <a:noFill/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125" b="1" dirty="0">
                <a:solidFill>
                  <a:prstClr val="black"/>
                </a:solidFill>
              </a:rPr>
              <a:t>LDO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A93FD6EE-DAFF-69EC-7AF4-1642157F830F}"/>
              </a:ext>
            </a:extLst>
          </p:cNvPr>
          <p:cNvSpPr txBox="1"/>
          <p:nvPr/>
        </p:nvSpPr>
        <p:spPr>
          <a:xfrm>
            <a:off x="3513038" y="2252920"/>
            <a:ext cx="735640" cy="265457"/>
          </a:xfrm>
          <a:prstGeom prst="rect">
            <a:avLst/>
          </a:prstGeom>
          <a:noFill/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125" b="1" dirty="0">
                <a:solidFill>
                  <a:prstClr val="black"/>
                </a:solidFill>
              </a:rPr>
              <a:t>BGR</a:t>
            </a:r>
          </a:p>
        </p:txBody>
      </p:sp>
      <p:cxnSp>
        <p:nvCxnSpPr>
          <p:cNvPr id="144" name="Straight Arrow Connector 143">
            <a:extLst>
              <a:ext uri="{FF2B5EF4-FFF2-40B4-BE49-F238E27FC236}">
                <a16:creationId xmlns:a16="http://schemas.microsoft.com/office/drawing/2014/main" id="{9C4546B3-8520-F131-676A-541D9781C2F2}"/>
              </a:ext>
            </a:extLst>
          </p:cNvPr>
          <p:cNvCxnSpPr>
            <a:cxnSpLocks/>
            <a:endCxn id="142" idx="1"/>
          </p:cNvCxnSpPr>
          <p:nvPr/>
        </p:nvCxnSpPr>
        <p:spPr>
          <a:xfrm flipV="1">
            <a:off x="4248678" y="2381342"/>
            <a:ext cx="568180" cy="4309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Straight Arrow Connector 144">
            <a:extLst>
              <a:ext uri="{FF2B5EF4-FFF2-40B4-BE49-F238E27FC236}">
                <a16:creationId xmlns:a16="http://schemas.microsoft.com/office/drawing/2014/main" id="{BCE13A51-8491-C52D-5364-2EF926C7A3A8}"/>
              </a:ext>
            </a:extLst>
          </p:cNvPr>
          <p:cNvCxnSpPr>
            <a:cxnSpLocks/>
          </p:cNvCxnSpPr>
          <p:nvPr/>
        </p:nvCxnSpPr>
        <p:spPr>
          <a:xfrm>
            <a:off x="5166822" y="2531350"/>
            <a:ext cx="4671" cy="586805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49" name="TextBox 148">
            <a:extLst>
              <a:ext uri="{FF2B5EF4-FFF2-40B4-BE49-F238E27FC236}">
                <a16:creationId xmlns:a16="http://schemas.microsoft.com/office/drawing/2014/main" id="{148ACBE7-D6F9-BDCB-3F1F-E77F7E3E877A}"/>
              </a:ext>
            </a:extLst>
          </p:cNvPr>
          <p:cNvSpPr txBox="1"/>
          <p:nvPr/>
        </p:nvSpPr>
        <p:spPr>
          <a:xfrm>
            <a:off x="2199825" y="2256096"/>
            <a:ext cx="735640" cy="265457"/>
          </a:xfrm>
          <a:prstGeom prst="rect">
            <a:avLst/>
          </a:prstGeom>
          <a:noFill/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125" b="1" dirty="0">
                <a:solidFill>
                  <a:prstClr val="black"/>
                </a:solidFill>
              </a:rPr>
              <a:t>Battery</a:t>
            </a:r>
          </a:p>
        </p:txBody>
      </p:sp>
      <p:cxnSp>
        <p:nvCxnSpPr>
          <p:cNvPr id="150" name="Straight Arrow Connector 149">
            <a:extLst>
              <a:ext uri="{FF2B5EF4-FFF2-40B4-BE49-F238E27FC236}">
                <a16:creationId xmlns:a16="http://schemas.microsoft.com/office/drawing/2014/main" id="{F23E149B-9B1A-9084-2BD0-D8490029F1C8}"/>
              </a:ext>
            </a:extLst>
          </p:cNvPr>
          <p:cNvCxnSpPr>
            <a:cxnSpLocks/>
          </p:cNvCxnSpPr>
          <p:nvPr/>
        </p:nvCxnSpPr>
        <p:spPr>
          <a:xfrm flipV="1">
            <a:off x="2944858" y="2377034"/>
            <a:ext cx="568180" cy="4307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Rectangle 145">
            <a:extLst>
              <a:ext uri="{FF2B5EF4-FFF2-40B4-BE49-F238E27FC236}">
                <a16:creationId xmlns:a16="http://schemas.microsoft.com/office/drawing/2014/main" id="{5707DFE1-CACD-F8E9-F78E-62D885922AD2}"/>
              </a:ext>
            </a:extLst>
          </p:cNvPr>
          <p:cNvSpPr/>
          <p:nvPr/>
        </p:nvSpPr>
        <p:spPr>
          <a:xfrm>
            <a:off x="153593" y="2946546"/>
            <a:ext cx="9354414" cy="3013021"/>
          </a:xfrm>
          <a:custGeom>
            <a:avLst/>
            <a:gdLst>
              <a:gd name="connsiteX0" fmla="*/ 0 w 5190858"/>
              <a:gd name="connsiteY0" fmla="*/ 0 h 4063989"/>
              <a:gd name="connsiteX1" fmla="*/ 5190858 w 5190858"/>
              <a:gd name="connsiteY1" fmla="*/ 0 h 4063989"/>
              <a:gd name="connsiteX2" fmla="*/ 5190858 w 5190858"/>
              <a:gd name="connsiteY2" fmla="*/ 4063989 h 4063989"/>
              <a:gd name="connsiteX3" fmla="*/ 0 w 5190858"/>
              <a:gd name="connsiteY3" fmla="*/ 4063989 h 4063989"/>
              <a:gd name="connsiteX4" fmla="*/ 0 w 5190858"/>
              <a:gd name="connsiteY4" fmla="*/ 0 h 4063989"/>
              <a:gd name="connsiteX0" fmla="*/ 197708 w 5190858"/>
              <a:gd name="connsiteY0" fmla="*/ 222422 h 4063989"/>
              <a:gd name="connsiteX1" fmla="*/ 5190858 w 5190858"/>
              <a:gd name="connsiteY1" fmla="*/ 0 h 4063989"/>
              <a:gd name="connsiteX2" fmla="*/ 5190858 w 5190858"/>
              <a:gd name="connsiteY2" fmla="*/ 4063989 h 4063989"/>
              <a:gd name="connsiteX3" fmla="*/ 0 w 5190858"/>
              <a:gd name="connsiteY3" fmla="*/ 4063989 h 4063989"/>
              <a:gd name="connsiteX4" fmla="*/ 197708 w 5190858"/>
              <a:gd name="connsiteY4" fmla="*/ 222422 h 4063989"/>
              <a:gd name="connsiteX0" fmla="*/ 427115 w 5420265"/>
              <a:gd name="connsiteY0" fmla="*/ 222422 h 4063989"/>
              <a:gd name="connsiteX1" fmla="*/ 5420265 w 5420265"/>
              <a:gd name="connsiteY1" fmla="*/ 0 h 4063989"/>
              <a:gd name="connsiteX2" fmla="*/ 5420265 w 5420265"/>
              <a:gd name="connsiteY2" fmla="*/ 4063989 h 4063989"/>
              <a:gd name="connsiteX3" fmla="*/ 229407 w 5420265"/>
              <a:gd name="connsiteY3" fmla="*/ 4063989 h 4063989"/>
              <a:gd name="connsiteX4" fmla="*/ 427115 w 5420265"/>
              <a:gd name="connsiteY4" fmla="*/ 222422 h 4063989"/>
              <a:gd name="connsiteX0" fmla="*/ 926757 w 5919907"/>
              <a:gd name="connsiteY0" fmla="*/ 222422 h 4063989"/>
              <a:gd name="connsiteX1" fmla="*/ 5919907 w 5919907"/>
              <a:gd name="connsiteY1" fmla="*/ 0 h 4063989"/>
              <a:gd name="connsiteX2" fmla="*/ 5919907 w 5919907"/>
              <a:gd name="connsiteY2" fmla="*/ 4063989 h 4063989"/>
              <a:gd name="connsiteX3" fmla="*/ 0 w 5919907"/>
              <a:gd name="connsiteY3" fmla="*/ 3804497 h 4063989"/>
              <a:gd name="connsiteX4" fmla="*/ 926757 w 5919907"/>
              <a:gd name="connsiteY4" fmla="*/ 222422 h 4063989"/>
              <a:gd name="connsiteX0" fmla="*/ 366121 w 5359271"/>
              <a:gd name="connsiteY0" fmla="*/ 222422 h 4558259"/>
              <a:gd name="connsiteX1" fmla="*/ 5359271 w 5359271"/>
              <a:gd name="connsiteY1" fmla="*/ 0 h 4558259"/>
              <a:gd name="connsiteX2" fmla="*/ 5359271 w 5359271"/>
              <a:gd name="connsiteY2" fmla="*/ 4063989 h 4558259"/>
              <a:gd name="connsiteX3" fmla="*/ 390835 w 5359271"/>
              <a:gd name="connsiteY3" fmla="*/ 4558259 h 4558259"/>
              <a:gd name="connsiteX4" fmla="*/ 366121 w 5359271"/>
              <a:gd name="connsiteY4" fmla="*/ 222422 h 4558259"/>
              <a:gd name="connsiteX0" fmla="*/ 366121 w 7027433"/>
              <a:gd name="connsiteY0" fmla="*/ 222422 h 4657113"/>
              <a:gd name="connsiteX1" fmla="*/ 5359271 w 7027433"/>
              <a:gd name="connsiteY1" fmla="*/ 0 h 4657113"/>
              <a:gd name="connsiteX2" fmla="*/ 7027433 w 7027433"/>
              <a:gd name="connsiteY2" fmla="*/ 4657113 h 4657113"/>
              <a:gd name="connsiteX3" fmla="*/ 390835 w 7027433"/>
              <a:gd name="connsiteY3" fmla="*/ 4558259 h 4657113"/>
              <a:gd name="connsiteX4" fmla="*/ 366121 w 7027433"/>
              <a:gd name="connsiteY4" fmla="*/ 222422 h 4657113"/>
              <a:gd name="connsiteX0" fmla="*/ 366121 w 7669984"/>
              <a:gd name="connsiteY0" fmla="*/ 185351 h 4620042"/>
              <a:gd name="connsiteX1" fmla="*/ 7669984 w 7669984"/>
              <a:gd name="connsiteY1" fmla="*/ 0 h 4620042"/>
              <a:gd name="connsiteX2" fmla="*/ 7027433 w 7669984"/>
              <a:gd name="connsiteY2" fmla="*/ 4620042 h 4620042"/>
              <a:gd name="connsiteX3" fmla="*/ 390835 w 7669984"/>
              <a:gd name="connsiteY3" fmla="*/ 4521188 h 4620042"/>
              <a:gd name="connsiteX4" fmla="*/ 366121 w 7669984"/>
              <a:gd name="connsiteY4" fmla="*/ 185351 h 4620042"/>
              <a:gd name="connsiteX0" fmla="*/ 366121 w 8201325"/>
              <a:gd name="connsiteY0" fmla="*/ 185351 h 4830107"/>
              <a:gd name="connsiteX1" fmla="*/ 7669984 w 8201325"/>
              <a:gd name="connsiteY1" fmla="*/ 0 h 4830107"/>
              <a:gd name="connsiteX2" fmla="*/ 8201325 w 8201325"/>
              <a:gd name="connsiteY2" fmla="*/ 4830107 h 4830107"/>
              <a:gd name="connsiteX3" fmla="*/ 390835 w 8201325"/>
              <a:gd name="connsiteY3" fmla="*/ 4521188 h 4830107"/>
              <a:gd name="connsiteX4" fmla="*/ 366121 w 8201325"/>
              <a:gd name="connsiteY4" fmla="*/ 185351 h 4830107"/>
              <a:gd name="connsiteX0" fmla="*/ 366121 w 8201325"/>
              <a:gd name="connsiteY0" fmla="*/ 185351 h 4830107"/>
              <a:gd name="connsiteX1" fmla="*/ 7669984 w 8201325"/>
              <a:gd name="connsiteY1" fmla="*/ 0 h 4830107"/>
              <a:gd name="connsiteX2" fmla="*/ 8201325 w 8201325"/>
              <a:gd name="connsiteY2" fmla="*/ 4830107 h 4830107"/>
              <a:gd name="connsiteX3" fmla="*/ 390835 w 8201325"/>
              <a:gd name="connsiteY3" fmla="*/ 4521188 h 4830107"/>
              <a:gd name="connsiteX4" fmla="*/ 366121 w 8201325"/>
              <a:gd name="connsiteY4" fmla="*/ 185351 h 4830107"/>
              <a:gd name="connsiteX0" fmla="*/ 366121 w 8201325"/>
              <a:gd name="connsiteY0" fmla="*/ 185351 h 4830107"/>
              <a:gd name="connsiteX1" fmla="*/ 7669984 w 8201325"/>
              <a:gd name="connsiteY1" fmla="*/ 0 h 4830107"/>
              <a:gd name="connsiteX2" fmla="*/ 8201325 w 8201325"/>
              <a:gd name="connsiteY2" fmla="*/ 4830107 h 4830107"/>
              <a:gd name="connsiteX3" fmla="*/ 390835 w 8201325"/>
              <a:gd name="connsiteY3" fmla="*/ 4521188 h 4830107"/>
              <a:gd name="connsiteX4" fmla="*/ 366121 w 8201325"/>
              <a:gd name="connsiteY4" fmla="*/ 185351 h 4830107"/>
              <a:gd name="connsiteX0" fmla="*/ 366121 w 8201325"/>
              <a:gd name="connsiteY0" fmla="*/ 0 h 4644756"/>
              <a:gd name="connsiteX1" fmla="*/ 8127184 w 8201325"/>
              <a:gd name="connsiteY1" fmla="*/ 234779 h 4644756"/>
              <a:gd name="connsiteX2" fmla="*/ 8201325 w 8201325"/>
              <a:gd name="connsiteY2" fmla="*/ 4644756 h 4644756"/>
              <a:gd name="connsiteX3" fmla="*/ 390835 w 8201325"/>
              <a:gd name="connsiteY3" fmla="*/ 4335837 h 4644756"/>
              <a:gd name="connsiteX4" fmla="*/ 366121 w 8201325"/>
              <a:gd name="connsiteY4" fmla="*/ 0 h 4644756"/>
              <a:gd name="connsiteX0" fmla="*/ 381255 w 8216459"/>
              <a:gd name="connsiteY0" fmla="*/ 0 h 4644756"/>
              <a:gd name="connsiteX1" fmla="*/ 8142318 w 8216459"/>
              <a:gd name="connsiteY1" fmla="*/ 234779 h 4644756"/>
              <a:gd name="connsiteX2" fmla="*/ 8216459 w 8216459"/>
              <a:gd name="connsiteY2" fmla="*/ 4644756 h 4644756"/>
              <a:gd name="connsiteX3" fmla="*/ 344185 w 8216459"/>
              <a:gd name="connsiteY3" fmla="*/ 4508832 h 4644756"/>
              <a:gd name="connsiteX4" fmla="*/ 381255 w 8216459"/>
              <a:gd name="connsiteY4" fmla="*/ 0 h 4644756"/>
              <a:gd name="connsiteX0" fmla="*/ 381255 w 8175955"/>
              <a:gd name="connsiteY0" fmla="*/ 0 h 4508832"/>
              <a:gd name="connsiteX1" fmla="*/ 8142318 w 8175955"/>
              <a:gd name="connsiteY1" fmla="*/ 234779 h 4508832"/>
              <a:gd name="connsiteX2" fmla="*/ 8154675 w 8175955"/>
              <a:gd name="connsiteY2" fmla="*/ 4484118 h 4508832"/>
              <a:gd name="connsiteX3" fmla="*/ 344185 w 8175955"/>
              <a:gd name="connsiteY3" fmla="*/ 4508832 h 4508832"/>
              <a:gd name="connsiteX4" fmla="*/ 381255 w 8175955"/>
              <a:gd name="connsiteY4" fmla="*/ 0 h 4508832"/>
              <a:gd name="connsiteX0" fmla="*/ 309535 w 8450224"/>
              <a:gd name="connsiteY0" fmla="*/ 0 h 4496475"/>
              <a:gd name="connsiteX1" fmla="*/ 8416587 w 8450224"/>
              <a:gd name="connsiteY1" fmla="*/ 222422 h 4496475"/>
              <a:gd name="connsiteX2" fmla="*/ 8428944 w 8450224"/>
              <a:gd name="connsiteY2" fmla="*/ 4471761 h 4496475"/>
              <a:gd name="connsiteX3" fmla="*/ 618454 w 8450224"/>
              <a:gd name="connsiteY3" fmla="*/ 4496475 h 4496475"/>
              <a:gd name="connsiteX4" fmla="*/ 309535 w 8450224"/>
              <a:gd name="connsiteY4" fmla="*/ 0 h 4496475"/>
              <a:gd name="connsiteX0" fmla="*/ 469625 w 8610314"/>
              <a:gd name="connsiteY0" fmla="*/ 0 h 4496475"/>
              <a:gd name="connsiteX1" fmla="*/ 8576677 w 8610314"/>
              <a:gd name="connsiteY1" fmla="*/ 222422 h 4496475"/>
              <a:gd name="connsiteX2" fmla="*/ 8589034 w 8610314"/>
              <a:gd name="connsiteY2" fmla="*/ 4471761 h 4496475"/>
              <a:gd name="connsiteX3" fmla="*/ 778544 w 8610314"/>
              <a:gd name="connsiteY3" fmla="*/ 4496475 h 4496475"/>
              <a:gd name="connsiteX4" fmla="*/ 469625 w 8610314"/>
              <a:gd name="connsiteY4" fmla="*/ 0 h 4496475"/>
              <a:gd name="connsiteX0" fmla="*/ 569100 w 8709789"/>
              <a:gd name="connsiteY0" fmla="*/ 0 h 4496475"/>
              <a:gd name="connsiteX1" fmla="*/ 8676152 w 8709789"/>
              <a:gd name="connsiteY1" fmla="*/ 222422 h 4496475"/>
              <a:gd name="connsiteX2" fmla="*/ 8688509 w 8709789"/>
              <a:gd name="connsiteY2" fmla="*/ 4471761 h 4496475"/>
              <a:gd name="connsiteX3" fmla="*/ 445533 w 8709789"/>
              <a:gd name="connsiteY3" fmla="*/ 4496475 h 4496475"/>
              <a:gd name="connsiteX4" fmla="*/ 569100 w 8709789"/>
              <a:gd name="connsiteY4" fmla="*/ 0 h 4496475"/>
              <a:gd name="connsiteX0" fmla="*/ 569100 w 8688509"/>
              <a:gd name="connsiteY0" fmla="*/ 0 h 4496475"/>
              <a:gd name="connsiteX1" fmla="*/ 8614368 w 8688509"/>
              <a:gd name="connsiteY1" fmla="*/ 12357 h 4496475"/>
              <a:gd name="connsiteX2" fmla="*/ 8688509 w 8688509"/>
              <a:gd name="connsiteY2" fmla="*/ 4471761 h 4496475"/>
              <a:gd name="connsiteX3" fmla="*/ 445533 w 8688509"/>
              <a:gd name="connsiteY3" fmla="*/ 4496475 h 4496475"/>
              <a:gd name="connsiteX4" fmla="*/ 569100 w 8688509"/>
              <a:gd name="connsiteY4" fmla="*/ 0 h 4496475"/>
              <a:gd name="connsiteX0" fmla="*/ 569100 w 8688509"/>
              <a:gd name="connsiteY0" fmla="*/ 0 h 4496475"/>
              <a:gd name="connsiteX1" fmla="*/ 8614368 w 8688509"/>
              <a:gd name="connsiteY1" fmla="*/ 12357 h 4496475"/>
              <a:gd name="connsiteX2" fmla="*/ 8688509 w 8688509"/>
              <a:gd name="connsiteY2" fmla="*/ 4471761 h 4496475"/>
              <a:gd name="connsiteX3" fmla="*/ 445533 w 8688509"/>
              <a:gd name="connsiteY3" fmla="*/ 4496475 h 4496475"/>
              <a:gd name="connsiteX4" fmla="*/ 569100 w 8688509"/>
              <a:gd name="connsiteY4" fmla="*/ 0 h 4496475"/>
              <a:gd name="connsiteX0" fmla="*/ 569100 w 8688509"/>
              <a:gd name="connsiteY0" fmla="*/ 0 h 4496475"/>
              <a:gd name="connsiteX1" fmla="*/ 8614368 w 8688509"/>
              <a:gd name="connsiteY1" fmla="*/ 12357 h 4496475"/>
              <a:gd name="connsiteX2" fmla="*/ 8688509 w 8688509"/>
              <a:gd name="connsiteY2" fmla="*/ 4471761 h 4496475"/>
              <a:gd name="connsiteX3" fmla="*/ 445533 w 8688509"/>
              <a:gd name="connsiteY3" fmla="*/ 4496475 h 4496475"/>
              <a:gd name="connsiteX4" fmla="*/ 569100 w 8688509"/>
              <a:gd name="connsiteY4" fmla="*/ 0 h 4496475"/>
              <a:gd name="connsiteX0" fmla="*/ 569100 w 8688509"/>
              <a:gd name="connsiteY0" fmla="*/ 0 h 4545901"/>
              <a:gd name="connsiteX1" fmla="*/ 8614368 w 8688509"/>
              <a:gd name="connsiteY1" fmla="*/ 12357 h 4545901"/>
              <a:gd name="connsiteX2" fmla="*/ 8688509 w 8688509"/>
              <a:gd name="connsiteY2" fmla="*/ 4545901 h 4545901"/>
              <a:gd name="connsiteX3" fmla="*/ 445533 w 8688509"/>
              <a:gd name="connsiteY3" fmla="*/ 4496475 h 4545901"/>
              <a:gd name="connsiteX4" fmla="*/ 569100 w 8688509"/>
              <a:gd name="connsiteY4" fmla="*/ 0 h 4545901"/>
              <a:gd name="connsiteX0" fmla="*/ 569100 w 8688509"/>
              <a:gd name="connsiteY0" fmla="*/ 0 h 4545901"/>
              <a:gd name="connsiteX1" fmla="*/ 8614368 w 8688509"/>
              <a:gd name="connsiteY1" fmla="*/ 12357 h 4545901"/>
              <a:gd name="connsiteX2" fmla="*/ 8688509 w 8688509"/>
              <a:gd name="connsiteY2" fmla="*/ 4545901 h 4545901"/>
              <a:gd name="connsiteX3" fmla="*/ 6967572 w 8688509"/>
              <a:gd name="connsiteY3" fmla="*/ 4533544 h 4545901"/>
              <a:gd name="connsiteX4" fmla="*/ 445533 w 8688509"/>
              <a:gd name="connsiteY4" fmla="*/ 4496475 h 4545901"/>
              <a:gd name="connsiteX5" fmla="*/ 569100 w 8688509"/>
              <a:gd name="connsiteY5" fmla="*/ 0 h 4545901"/>
              <a:gd name="connsiteX0" fmla="*/ 613529 w 8732938"/>
              <a:gd name="connsiteY0" fmla="*/ 0 h 4545901"/>
              <a:gd name="connsiteX1" fmla="*/ 8658797 w 8732938"/>
              <a:gd name="connsiteY1" fmla="*/ 12357 h 4545901"/>
              <a:gd name="connsiteX2" fmla="*/ 8732938 w 8732938"/>
              <a:gd name="connsiteY2" fmla="*/ 4545901 h 4545901"/>
              <a:gd name="connsiteX3" fmla="*/ 7012001 w 8732938"/>
              <a:gd name="connsiteY3" fmla="*/ 4533544 h 4545901"/>
              <a:gd name="connsiteX4" fmla="*/ 341681 w 8732938"/>
              <a:gd name="connsiteY4" fmla="*/ 4496475 h 4545901"/>
              <a:gd name="connsiteX5" fmla="*/ 613529 w 8732938"/>
              <a:gd name="connsiteY5" fmla="*/ 0 h 4545901"/>
              <a:gd name="connsiteX0" fmla="*/ 844994 w 8964403"/>
              <a:gd name="connsiteY0" fmla="*/ 0 h 4545901"/>
              <a:gd name="connsiteX1" fmla="*/ 8890262 w 8964403"/>
              <a:gd name="connsiteY1" fmla="*/ 12357 h 4545901"/>
              <a:gd name="connsiteX2" fmla="*/ 8964403 w 8964403"/>
              <a:gd name="connsiteY2" fmla="*/ 4545901 h 4545901"/>
              <a:gd name="connsiteX3" fmla="*/ 7243466 w 8964403"/>
              <a:gd name="connsiteY3" fmla="*/ 4533544 h 4545901"/>
              <a:gd name="connsiteX4" fmla="*/ 573146 w 8964403"/>
              <a:gd name="connsiteY4" fmla="*/ 4496475 h 4545901"/>
              <a:gd name="connsiteX5" fmla="*/ 844994 w 8964403"/>
              <a:gd name="connsiteY5" fmla="*/ 0 h 4545901"/>
              <a:gd name="connsiteX0" fmla="*/ 844994 w 8890262"/>
              <a:gd name="connsiteY0" fmla="*/ 0 h 4533544"/>
              <a:gd name="connsiteX1" fmla="*/ 8890262 w 8890262"/>
              <a:gd name="connsiteY1" fmla="*/ 12357 h 4533544"/>
              <a:gd name="connsiteX2" fmla="*/ 8704912 w 8890262"/>
              <a:gd name="connsiteY2" fmla="*/ 4521188 h 4533544"/>
              <a:gd name="connsiteX3" fmla="*/ 7243466 w 8890262"/>
              <a:gd name="connsiteY3" fmla="*/ 4533544 h 4533544"/>
              <a:gd name="connsiteX4" fmla="*/ 573146 w 8890262"/>
              <a:gd name="connsiteY4" fmla="*/ 4496475 h 4533544"/>
              <a:gd name="connsiteX5" fmla="*/ 844994 w 8890262"/>
              <a:gd name="connsiteY5" fmla="*/ 0 h 4533544"/>
              <a:gd name="connsiteX0" fmla="*/ 844994 w 9112685"/>
              <a:gd name="connsiteY0" fmla="*/ 0 h 4533544"/>
              <a:gd name="connsiteX1" fmla="*/ 8890262 w 9112685"/>
              <a:gd name="connsiteY1" fmla="*/ 12357 h 4533544"/>
              <a:gd name="connsiteX2" fmla="*/ 9112685 w 9112685"/>
              <a:gd name="connsiteY2" fmla="*/ 4521188 h 4533544"/>
              <a:gd name="connsiteX3" fmla="*/ 7243466 w 9112685"/>
              <a:gd name="connsiteY3" fmla="*/ 4533544 h 4533544"/>
              <a:gd name="connsiteX4" fmla="*/ 573146 w 9112685"/>
              <a:gd name="connsiteY4" fmla="*/ 4496475 h 4533544"/>
              <a:gd name="connsiteX5" fmla="*/ 844994 w 9112685"/>
              <a:gd name="connsiteY5" fmla="*/ 0 h 4533544"/>
              <a:gd name="connsiteX0" fmla="*/ 844994 w 9112685"/>
              <a:gd name="connsiteY0" fmla="*/ 0 h 4533544"/>
              <a:gd name="connsiteX1" fmla="*/ 8890262 w 9112685"/>
              <a:gd name="connsiteY1" fmla="*/ 12357 h 4533544"/>
              <a:gd name="connsiteX2" fmla="*/ 9112685 w 9112685"/>
              <a:gd name="connsiteY2" fmla="*/ 4521188 h 4533544"/>
              <a:gd name="connsiteX3" fmla="*/ 7243466 w 9112685"/>
              <a:gd name="connsiteY3" fmla="*/ 4533544 h 4533544"/>
              <a:gd name="connsiteX4" fmla="*/ 573146 w 9112685"/>
              <a:gd name="connsiteY4" fmla="*/ 4496475 h 4533544"/>
              <a:gd name="connsiteX5" fmla="*/ 844994 w 9112685"/>
              <a:gd name="connsiteY5" fmla="*/ 0 h 4533544"/>
              <a:gd name="connsiteX0" fmla="*/ 844994 w 9347463"/>
              <a:gd name="connsiteY0" fmla="*/ 0 h 4533545"/>
              <a:gd name="connsiteX1" fmla="*/ 8890262 w 9347463"/>
              <a:gd name="connsiteY1" fmla="*/ 12357 h 4533545"/>
              <a:gd name="connsiteX2" fmla="*/ 9347463 w 9347463"/>
              <a:gd name="connsiteY2" fmla="*/ 4533545 h 4533545"/>
              <a:gd name="connsiteX3" fmla="*/ 7243466 w 9347463"/>
              <a:gd name="connsiteY3" fmla="*/ 4533544 h 4533545"/>
              <a:gd name="connsiteX4" fmla="*/ 573146 w 9347463"/>
              <a:gd name="connsiteY4" fmla="*/ 4496475 h 4533545"/>
              <a:gd name="connsiteX5" fmla="*/ 844994 w 9347463"/>
              <a:gd name="connsiteY5" fmla="*/ 0 h 4533545"/>
              <a:gd name="connsiteX0" fmla="*/ 844994 w 9347463"/>
              <a:gd name="connsiteY0" fmla="*/ 0 h 4533545"/>
              <a:gd name="connsiteX1" fmla="*/ 9149754 w 9347463"/>
              <a:gd name="connsiteY1" fmla="*/ 12357 h 4533545"/>
              <a:gd name="connsiteX2" fmla="*/ 9347463 w 9347463"/>
              <a:gd name="connsiteY2" fmla="*/ 4533545 h 4533545"/>
              <a:gd name="connsiteX3" fmla="*/ 7243466 w 9347463"/>
              <a:gd name="connsiteY3" fmla="*/ 4533544 h 4533545"/>
              <a:gd name="connsiteX4" fmla="*/ 573146 w 9347463"/>
              <a:gd name="connsiteY4" fmla="*/ 4496475 h 4533545"/>
              <a:gd name="connsiteX5" fmla="*/ 844994 w 9347463"/>
              <a:gd name="connsiteY5" fmla="*/ 0 h 4533545"/>
              <a:gd name="connsiteX0" fmla="*/ 844994 w 9347463"/>
              <a:gd name="connsiteY0" fmla="*/ 0 h 4533545"/>
              <a:gd name="connsiteX1" fmla="*/ 9149754 w 9347463"/>
              <a:gd name="connsiteY1" fmla="*/ 12357 h 4533545"/>
              <a:gd name="connsiteX2" fmla="*/ 9347463 w 9347463"/>
              <a:gd name="connsiteY2" fmla="*/ 4533545 h 4533545"/>
              <a:gd name="connsiteX3" fmla="*/ 7243466 w 9347463"/>
              <a:gd name="connsiteY3" fmla="*/ 4533544 h 4533545"/>
              <a:gd name="connsiteX4" fmla="*/ 573146 w 9347463"/>
              <a:gd name="connsiteY4" fmla="*/ 4496475 h 4533545"/>
              <a:gd name="connsiteX5" fmla="*/ 844994 w 9347463"/>
              <a:gd name="connsiteY5" fmla="*/ 0 h 4533545"/>
              <a:gd name="connsiteX0" fmla="*/ 906118 w 9289834"/>
              <a:gd name="connsiteY0" fmla="*/ 1175187 h 4521199"/>
              <a:gd name="connsiteX1" fmla="*/ 9092125 w 9289834"/>
              <a:gd name="connsiteY1" fmla="*/ 11 h 4521199"/>
              <a:gd name="connsiteX2" fmla="*/ 9289834 w 9289834"/>
              <a:gd name="connsiteY2" fmla="*/ 4521199 h 4521199"/>
              <a:gd name="connsiteX3" fmla="*/ 7185837 w 9289834"/>
              <a:gd name="connsiteY3" fmla="*/ 4521198 h 4521199"/>
              <a:gd name="connsiteX4" fmla="*/ 515517 w 9289834"/>
              <a:gd name="connsiteY4" fmla="*/ 4484129 h 4521199"/>
              <a:gd name="connsiteX5" fmla="*/ 906118 w 9289834"/>
              <a:gd name="connsiteY5" fmla="*/ 1175187 h 4521199"/>
              <a:gd name="connsiteX0" fmla="*/ 906118 w 9400883"/>
              <a:gd name="connsiteY0" fmla="*/ 11394 h 3357406"/>
              <a:gd name="connsiteX1" fmla="*/ 9400883 w 9400883"/>
              <a:gd name="connsiteY1" fmla="*/ 0 h 3357406"/>
              <a:gd name="connsiteX2" fmla="*/ 9289834 w 9400883"/>
              <a:gd name="connsiteY2" fmla="*/ 3357406 h 3357406"/>
              <a:gd name="connsiteX3" fmla="*/ 7185837 w 9400883"/>
              <a:gd name="connsiteY3" fmla="*/ 3357405 h 3357406"/>
              <a:gd name="connsiteX4" fmla="*/ 515517 w 9400883"/>
              <a:gd name="connsiteY4" fmla="*/ 3320336 h 3357406"/>
              <a:gd name="connsiteX5" fmla="*/ 906118 w 9400883"/>
              <a:gd name="connsiteY5" fmla="*/ 11394 h 3357406"/>
              <a:gd name="connsiteX0" fmla="*/ 906118 w 9377133"/>
              <a:gd name="connsiteY0" fmla="*/ 177648 h 3523660"/>
              <a:gd name="connsiteX1" fmla="*/ 9377133 w 9377133"/>
              <a:gd name="connsiteY1" fmla="*/ 0 h 3523660"/>
              <a:gd name="connsiteX2" fmla="*/ 9289834 w 9377133"/>
              <a:gd name="connsiteY2" fmla="*/ 3523660 h 3523660"/>
              <a:gd name="connsiteX3" fmla="*/ 7185837 w 9377133"/>
              <a:gd name="connsiteY3" fmla="*/ 3523659 h 3523660"/>
              <a:gd name="connsiteX4" fmla="*/ 515517 w 9377133"/>
              <a:gd name="connsiteY4" fmla="*/ 3486590 h 3523660"/>
              <a:gd name="connsiteX5" fmla="*/ 906118 w 9377133"/>
              <a:gd name="connsiteY5" fmla="*/ 177648 h 3523660"/>
              <a:gd name="connsiteX0" fmla="*/ 906118 w 9377133"/>
              <a:gd name="connsiteY0" fmla="*/ 82645 h 3428657"/>
              <a:gd name="connsiteX1" fmla="*/ 9377133 w 9377133"/>
              <a:gd name="connsiteY1" fmla="*/ 0 h 3428657"/>
              <a:gd name="connsiteX2" fmla="*/ 9289834 w 9377133"/>
              <a:gd name="connsiteY2" fmla="*/ 3428657 h 3428657"/>
              <a:gd name="connsiteX3" fmla="*/ 7185837 w 9377133"/>
              <a:gd name="connsiteY3" fmla="*/ 3428656 h 3428657"/>
              <a:gd name="connsiteX4" fmla="*/ 515517 w 9377133"/>
              <a:gd name="connsiteY4" fmla="*/ 3391587 h 3428657"/>
              <a:gd name="connsiteX5" fmla="*/ 906118 w 9377133"/>
              <a:gd name="connsiteY5" fmla="*/ 82645 h 3428657"/>
              <a:gd name="connsiteX0" fmla="*/ 906118 w 9365258"/>
              <a:gd name="connsiteY0" fmla="*/ 0 h 3346012"/>
              <a:gd name="connsiteX1" fmla="*/ 9365258 w 9365258"/>
              <a:gd name="connsiteY1" fmla="*/ 332991 h 3346012"/>
              <a:gd name="connsiteX2" fmla="*/ 9289834 w 9365258"/>
              <a:gd name="connsiteY2" fmla="*/ 3346012 h 3346012"/>
              <a:gd name="connsiteX3" fmla="*/ 7185837 w 9365258"/>
              <a:gd name="connsiteY3" fmla="*/ 3346011 h 3346012"/>
              <a:gd name="connsiteX4" fmla="*/ 515517 w 9365258"/>
              <a:gd name="connsiteY4" fmla="*/ 3308942 h 3346012"/>
              <a:gd name="connsiteX5" fmla="*/ 906118 w 9365258"/>
              <a:gd name="connsiteY5" fmla="*/ 0 h 3346012"/>
              <a:gd name="connsiteX0" fmla="*/ 919025 w 9354414"/>
              <a:gd name="connsiteY0" fmla="*/ 11393 h 3013021"/>
              <a:gd name="connsiteX1" fmla="*/ 9354414 w 9354414"/>
              <a:gd name="connsiteY1" fmla="*/ 0 h 3013021"/>
              <a:gd name="connsiteX2" fmla="*/ 9278990 w 9354414"/>
              <a:gd name="connsiteY2" fmla="*/ 3013021 h 3013021"/>
              <a:gd name="connsiteX3" fmla="*/ 7174993 w 9354414"/>
              <a:gd name="connsiteY3" fmla="*/ 3013020 h 3013021"/>
              <a:gd name="connsiteX4" fmla="*/ 504673 w 9354414"/>
              <a:gd name="connsiteY4" fmla="*/ 2975951 h 3013021"/>
              <a:gd name="connsiteX5" fmla="*/ 919025 w 9354414"/>
              <a:gd name="connsiteY5" fmla="*/ 11393 h 3013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354414" h="3013021">
                <a:moveTo>
                  <a:pt x="919025" y="11393"/>
                </a:moveTo>
                <a:lnTo>
                  <a:pt x="9354414" y="0"/>
                </a:lnTo>
                <a:cubicBezTo>
                  <a:pt x="8271138" y="1214620"/>
                  <a:pt x="8261617" y="1724261"/>
                  <a:pt x="9278990" y="3013021"/>
                </a:cubicBezTo>
                <a:lnTo>
                  <a:pt x="7174993" y="3013020"/>
                </a:lnTo>
                <a:lnTo>
                  <a:pt x="504673" y="2975951"/>
                </a:lnTo>
                <a:cubicBezTo>
                  <a:pt x="-146116" y="991094"/>
                  <a:pt x="-320770" y="1959180"/>
                  <a:pt x="919025" y="11393"/>
                </a:cubicBezTo>
                <a:close/>
              </a:path>
            </a:pathLst>
          </a:custGeom>
          <a:noFill/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 sz="1555">
              <a:solidFill>
                <a:prstClr val="white"/>
              </a:solidFill>
            </a:endParaRPr>
          </a:p>
        </p:txBody>
      </p:sp>
      <p:grpSp>
        <p:nvGrpSpPr>
          <p:cNvPr id="49" name="组合 1"/>
          <p:cNvGrpSpPr/>
          <p:nvPr/>
        </p:nvGrpSpPr>
        <p:grpSpPr>
          <a:xfrm rot="2623989">
            <a:off x="5860132" y="-2879994"/>
            <a:ext cx="11510963" cy="11653838"/>
            <a:chOff x="5915306" y="-3855953"/>
            <a:chExt cx="11510963" cy="11653838"/>
          </a:xfrm>
        </p:grpSpPr>
        <p:sp>
          <p:nvSpPr>
            <p:cNvPr id="50" name="Freeform 41"/>
            <p:cNvSpPr>
              <a:spLocks/>
            </p:cNvSpPr>
            <p:nvPr/>
          </p:nvSpPr>
          <p:spPr bwMode="auto">
            <a:xfrm rot="5400000" flipH="1" flipV="1">
              <a:off x="10765913" y="3279861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1" name="Freeform 129"/>
            <p:cNvSpPr>
              <a:spLocks/>
            </p:cNvSpPr>
            <p:nvPr/>
          </p:nvSpPr>
          <p:spPr bwMode="auto">
            <a:xfrm rot="5400000" flipH="1" flipV="1">
              <a:off x="10911963" y="3284623"/>
              <a:ext cx="2582863" cy="2716213"/>
            </a:xfrm>
            <a:custGeom>
              <a:avLst/>
              <a:gdLst>
                <a:gd name="T0" fmla="*/ 1627 w 1627"/>
                <a:gd name="T1" fmla="*/ 0 h 1711"/>
                <a:gd name="T2" fmla="*/ 1539 w 1627"/>
                <a:gd name="T3" fmla="*/ 0 h 1711"/>
                <a:gd name="T4" fmla="*/ 1289 w 1627"/>
                <a:gd name="T5" fmla="*/ 250 h 1711"/>
                <a:gd name="T6" fmla="*/ 1286 w 1627"/>
                <a:gd name="T7" fmla="*/ 425 h 1711"/>
                <a:gd name="T8" fmla="*/ 0 w 1627"/>
                <a:gd name="T9" fmla="*/ 1711 h 1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7" h="1711">
                  <a:moveTo>
                    <a:pt x="1627" y="0"/>
                  </a:moveTo>
                  <a:lnTo>
                    <a:pt x="1539" y="0"/>
                  </a:lnTo>
                  <a:lnTo>
                    <a:pt x="1289" y="250"/>
                  </a:lnTo>
                  <a:lnTo>
                    <a:pt x="1286" y="425"/>
                  </a:lnTo>
                  <a:lnTo>
                    <a:pt x="0" y="1711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2" name="Freeform 130"/>
            <p:cNvSpPr>
              <a:spLocks/>
            </p:cNvSpPr>
            <p:nvPr/>
          </p:nvSpPr>
          <p:spPr bwMode="auto">
            <a:xfrm rot="5400000" flipH="1" flipV="1">
              <a:off x="11011975" y="3575136"/>
              <a:ext cx="2060575" cy="2911475"/>
            </a:xfrm>
            <a:custGeom>
              <a:avLst/>
              <a:gdLst>
                <a:gd name="T0" fmla="*/ 1224 w 1298"/>
                <a:gd name="T1" fmla="*/ 0 h 1834"/>
                <a:gd name="T2" fmla="*/ 1224 w 1298"/>
                <a:gd name="T3" fmla="*/ 293 h 1834"/>
                <a:gd name="T4" fmla="*/ 1298 w 1298"/>
                <a:gd name="T5" fmla="*/ 364 h 1834"/>
                <a:gd name="T6" fmla="*/ 1298 w 1298"/>
                <a:gd name="T7" fmla="*/ 536 h 1834"/>
                <a:gd name="T8" fmla="*/ 0 w 1298"/>
                <a:gd name="T9" fmla="*/ 1834 h 1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8" h="1834">
                  <a:moveTo>
                    <a:pt x="1224" y="0"/>
                  </a:moveTo>
                  <a:lnTo>
                    <a:pt x="1224" y="293"/>
                  </a:lnTo>
                  <a:lnTo>
                    <a:pt x="1298" y="364"/>
                  </a:lnTo>
                  <a:lnTo>
                    <a:pt x="1298" y="536"/>
                  </a:lnTo>
                  <a:lnTo>
                    <a:pt x="0" y="183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3" name="Freeform 162"/>
            <p:cNvSpPr>
              <a:spLocks/>
            </p:cNvSpPr>
            <p:nvPr/>
          </p:nvSpPr>
          <p:spPr bwMode="auto">
            <a:xfrm rot="5400000" flipH="1" flipV="1">
              <a:off x="11285819" y="4017255"/>
              <a:ext cx="2349500" cy="2668588"/>
            </a:xfrm>
            <a:custGeom>
              <a:avLst/>
              <a:gdLst>
                <a:gd name="T0" fmla="*/ 0 w 1480"/>
                <a:gd name="T1" fmla="*/ 1681 h 1681"/>
                <a:gd name="T2" fmla="*/ 1480 w 1480"/>
                <a:gd name="T3" fmla="*/ 201 h 1681"/>
                <a:gd name="T4" fmla="*/ 1477 w 1480"/>
                <a:gd name="T5" fmla="*/ 85 h 1681"/>
                <a:gd name="T6" fmla="*/ 1392 w 1480"/>
                <a:gd name="T7" fmla="*/ 0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0" h="1681">
                  <a:moveTo>
                    <a:pt x="0" y="1681"/>
                  </a:moveTo>
                  <a:lnTo>
                    <a:pt x="1480" y="201"/>
                  </a:lnTo>
                  <a:lnTo>
                    <a:pt x="1477" y="85"/>
                  </a:lnTo>
                  <a:lnTo>
                    <a:pt x="139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4" name="Freeform 164"/>
            <p:cNvSpPr>
              <a:spLocks/>
            </p:cNvSpPr>
            <p:nvPr/>
          </p:nvSpPr>
          <p:spPr bwMode="auto">
            <a:xfrm rot="5400000" flipH="1" flipV="1">
              <a:off x="11410438" y="4268874"/>
              <a:ext cx="2000250" cy="2124075"/>
            </a:xfrm>
            <a:custGeom>
              <a:avLst/>
              <a:gdLst>
                <a:gd name="T0" fmla="*/ 0 w 1260"/>
                <a:gd name="T1" fmla="*/ 1338 h 1338"/>
                <a:gd name="T2" fmla="*/ 1260 w 1260"/>
                <a:gd name="T3" fmla="*/ 75 h 1338"/>
                <a:gd name="T4" fmla="*/ 1260 w 1260"/>
                <a:gd name="T5" fmla="*/ 0 h 1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0" h="1338">
                  <a:moveTo>
                    <a:pt x="0" y="1338"/>
                  </a:moveTo>
                  <a:lnTo>
                    <a:pt x="1260" y="75"/>
                  </a:lnTo>
                  <a:lnTo>
                    <a:pt x="126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5" name="Freeform 170"/>
            <p:cNvSpPr>
              <a:spLocks/>
            </p:cNvSpPr>
            <p:nvPr/>
          </p:nvSpPr>
          <p:spPr bwMode="auto">
            <a:xfrm rot="5400000" flipH="1" flipV="1">
              <a:off x="11253275" y="4237123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6" name="Freeform 171"/>
            <p:cNvSpPr>
              <a:spLocks/>
            </p:cNvSpPr>
            <p:nvPr/>
          </p:nvSpPr>
          <p:spPr bwMode="auto">
            <a:xfrm rot="5400000" flipH="1" flipV="1">
              <a:off x="12845538" y="3951373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7" name="Freeform 174"/>
            <p:cNvSpPr>
              <a:spLocks/>
            </p:cNvSpPr>
            <p:nvPr/>
          </p:nvSpPr>
          <p:spPr bwMode="auto">
            <a:xfrm rot="5400000" flipH="1" flipV="1">
              <a:off x="11794613" y="4146636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8" name="Freeform 177"/>
            <p:cNvSpPr>
              <a:spLocks/>
            </p:cNvSpPr>
            <p:nvPr/>
          </p:nvSpPr>
          <p:spPr bwMode="auto">
            <a:xfrm rot="5400000" flipH="1" flipV="1">
              <a:off x="11051663" y="4248236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59" name="Freeform 123"/>
            <p:cNvSpPr>
              <a:spLocks/>
            </p:cNvSpPr>
            <p:nvPr/>
          </p:nvSpPr>
          <p:spPr bwMode="auto">
            <a:xfrm rot="5400000" flipH="1" flipV="1">
              <a:off x="11890656" y="3849773"/>
              <a:ext cx="3990975" cy="3441700"/>
            </a:xfrm>
            <a:custGeom>
              <a:avLst/>
              <a:gdLst>
                <a:gd name="T0" fmla="*/ 0 w 2514"/>
                <a:gd name="T1" fmla="*/ 2168 h 2168"/>
                <a:gd name="T2" fmla="*/ 1684 w 2514"/>
                <a:gd name="T3" fmla="*/ 484 h 2168"/>
                <a:gd name="T4" fmla="*/ 1788 w 2514"/>
                <a:gd name="T5" fmla="*/ 487 h 2168"/>
                <a:gd name="T6" fmla="*/ 1871 w 2514"/>
                <a:gd name="T7" fmla="*/ 404 h 2168"/>
                <a:gd name="T8" fmla="*/ 2088 w 2514"/>
                <a:gd name="T9" fmla="*/ 399 h 2168"/>
                <a:gd name="T10" fmla="*/ 2204 w 2514"/>
                <a:gd name="T11" fmla="*/ 286 h 2168"/>
                <a:gd name="T12" fmla="*/ 2206 w 2514"/>
                <a:gd name="T13" fmla="*/ 189 h 2168"/>
                <a:gd name="T14" fmla="*/ 2393 w 2514"/>
                <a:gd name="T15" fmla="*/ 2 h 2168"/>
                <a:gd name="T16" fmla="*/ 2514 w 2514"/>
                <a:gd name="T17" fmla="*/ 0 h 2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4" h="2168">
                  <a:moveTo>
                    <a:pt x="0" y="2168"/>
                  </a:moveTo>
                  <a:lnTo>
                    <a:pt x="1684" y="484"/>
                  </a:lnTo>
                  <a:lnTo>
                    <a:pt x="1788" y="487"/>
                  </a:lnTo>
                  <a:lnTo>
                    <a:pt x="1871" y="404"/>
                  </a:lnTo>
                  <a:lnTo>
                    <a:pt x="2088" y="399"/>
                  </a:lnTo>
                  <a:lnTo>
                    <a:pt x="2204" y="286"/>
                  </a:lnTo>
                  <a:lnTo>
                    <a:pt x="2206" y="189"/>
                  </a:lnTo>
                  <a:lnTo>
                    <a:pt x="2393" y="2"/>
                  </a:lnTo>
                  <a:lnTo>
                    <a:pt x="251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0" name="Freeform 124"/>
            <p:cNvSpPr>
              <a:spLocks/>
            </p:cNvSpPr>
            <p:nvPr/>
          </p:nvSpPr>
          <p:spPr bwMode="auto">
            <a:xfrm rot="5400000" flipH="1" flipV="1">
              <a:off x="10606368" y="2670259"/>
              <a:ext cx="5160963" cy="4913313"/>
            </a:xfrm>
            <a:custGeom>
              <a:avLst/>
              <a:gdLst>
                <a:gd name="T0" fmla="*/ 0 w 3251"/>
                <a:gd name="T1" fmla="*/ 3095 h 3095"/>
                <a:gd name="T2" fmla="*/ 1737 w 3251"/>
                <a:gd name="T3" fmla="*/ 1355 h 3095"/>
                <a:gd name="T4" fmla="*/ 1844 w 3251"/>
                <a:gd name="T5" fmla="*/ 1357 h 3095"/>
                <a:gd name="T6" fmla="*/ 2449 w 3251"/>
                <a:gd name="T7" fmla="*/ 750 h 3095"/>
                <a:gd name="T8" fmla="*/ 2735 w 3251"/>
                <a:gd name="T9" fmla="*/ 748 h 3095"/>
                <a:gd name="T10" fmla="*/ 3248 w 3251"/>
                <a:gd name="T11" fmla="*/ 232 h 3095"/>
                <a:gd name="T12" fmla="*/ 3251 w 3251"/>
                <a:gd name="T13" fmla="*/ 0 h 3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1" h="3095">
                  <a:moveTo>
                    <a:pt x="0" y="3095"/>
                  </a:moveTo>
                  <a:lnTo>
                    <a:pt x="1737" y="1355"/>
                  </a:lnTo>
                  <a:lnTo>
                    <a:pt x="1844" y="1357"/>
                  </a:lnTo>
                  <a:lnTo>
                    <a:pt x="2449" y="750"/>
                  </a:lnTo>
                  <a:lnTo>
                    <a:pt x="2735" y="748"/>
                  </a:lnTo>
                  <a:lnTo>
                    <a:pt x="3248" y="232"/>
                  </a:lnTo>
                  <a:lnTo>
                    <a:pt x="325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1" name="Freeform 125"/>
            <p:cNvSpPr>
              <a:spLocks/>
            </p:cNvSpPr>
            <p:nvPr/>
          </p:nvSpPr>
          <p:spPr bwMode="auto">
            <a:xfrm rot="5400000" flipH="1" flipV="1">
              <a:off x="10888150" y="3039353"/>
              <a:ext cx="4987925" cy="4506913"/>
            </a:xfrm>
            <a:custGeom>
              <a:avLst/>
              <a:gdLst>
                <a:gd name="T0" fmla="*/ 0 w 3142"/>
                <a:gd name="T1" fmla="*/ 2839 h 2839"/>
                <a:gd name="T2" fmla="*/ 1771 w 3142"/>
                <a:gd name="T3" fmla="*/ 1066 h 2839"/>
                <a:gd name="T4" fmla="*/ 1870 w 3142"/>
                <a:gd name="T5" fmla="*/ 1062 h 2839"/>
                <a:gd name="T6" fmla="*/ 2478 w 3142"/>
                <a:gd name="T7" fmla="*/ 456 h 2839"/>
                <a:gd name="T8" fmla="*/ 2769 w 3142"/>
                <a:gd name="T9" fmla="*/ 459 h 2839"/>
                <a:gd name="T10" fmla="*/ 3137 w 3142"/>
                <a:gd name="T11" fmla="*/ 90 h 2839"/>
                <a:gd name="T12" fmla="*/ 3142 w 3142"/>
                <a:gd name="T13" fmla="*/ 0 h 2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42" h="2839">
                  <a:moveTo>
                    <a:pt x="0" y="2839"/>
                  </a:moveTo>
                  <a:lnTo>
                    <a:pt x="1771" y="1066"/>
                  </a:lnTo>
                  <a:lnTo>
                    <a:pt x="1870" y="1062"/>
                  </a:lnTo>
                  <a:lnTo>
                    <a:pt x="2478" y="456"/>
                  </a:lnTo>
                  <a:lnTo>
                    <a:pt x="2769" y="459"/>
                  </a:lnTo>
                  <a:lnTo>
                    <a:pt x="3137" y="90"/>
                  </a:lnTo>
                  <a:lnTo>
                    <a:pt x="314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2" name="Freeform 126"/>
            <p:cNvSpPr>
              <a:spLocks/>
            </p:cNvSpPr>
            <p:nvPr/>
          </p:nvSpPr>
          <p:spPr bwMode="auto">
            <a:xfrm rot="5400000" flipH="1" flipV="1">
              <a:off x="11933518" y="3810085"/>
              <a:ext cx="3975100" cy="3422650"/>
            </a:xfrm>
            <a:custGeom>
              <a:avLst/>
              <a:gdLst>
                <a:gd name="T0" fmla="*/ 0 w 2504"/>
                <a:gd name="T1" fmla="*/ 2156 h 2156"/>
                <a:gd name="T2" fmla="*/ 1664 w 2504"/>
                <a:gd name="T3" fmla="*/ 494 h 2156"/>
                <a:gd name="T4" fmla="*/ 1768 w 2504"/>
                <a:gd name="T5" fmla="*/ 494 h 2156"/>
                <a:gd name="T6" fmla="*/ 1851 w 2504"/>
                <a:gd name="T7" fmla="*/ 414 h 2156"/>
                <a:gd name="T8" fmla="*/ 2076 w 2504"/>
                <a:gd name="T9" fmla="*/ 416 h 2156"/>
                <a:gd name="T10" fmla="*/ 2201 w 2504"/>
                <a:gd name="T11" fmla="*/ 291 h 2156"/>
                <a:gd name="T12" fmla="*/ 2196 w 2504"/>
                <a:gd name="T13" fmla="*/ 189 h 2156"/>
                <a:gd name="T14" fmla="*/ 2383 w 2504"/>
                <a:gd name="T15" fmla="*/ 0 h 2156"/>
                <a:gd name="T16" fmla="*/ 2504 w 2504"/>
                <a:gd name="T17" fmla="*/ 0 h 2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4" h="2156">
                  <a:moveTo>
                    <a:pt x="0" y="2156"/>
                  </a:moveTo>
                  <a:lnTo>
                    <a:pt x="1664" y="494"/>
                  </a:lnTo>
                  <a:lnTo>
                    <a:pt x="1768" y="494"/>
                  </a:lnTo>
                  <a:lnTo>
                    <a:pt x="1851" y="414"/>
                  </a:lnTo>
                  <a:lnTo>
                    <a:pt x="2076" y="416"/>
                  </a:lnTo>
                  <a:lnTo>
                    <a:pt x="2201" y="291"/>
                  </a:lnTo>
                  <a:lnTo>
                    <a:pt x="2196" y="189"/>
                  </a:lnTo>
                  <a:lnTo>
                    <a:pt x="2383" y="0"/>
                  </a:lnTo>
                  <a:lnTo>
                    <a:pt x="250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3" name="Freeform 127"/>
            <p:cNvSpPr>
              <a:spLocks/>
            </p:cNvSpPr>
            <p:nvPr/>
          </p:nvSpPr>
          <p:spPr bwMode="auto">
            <a:xfrm rot="5400000" flipH="1" flipV="1">
              <a:off x="10923869" y="3183023"/>
              <a:ext cx="4860925" cy="4368800"/>
            </a:xfrm>
            <a:custGeom>
              <a:avLst/>
              <a:gdLst>
                <a:gd name="T0" fmla="*/ 0 w 3062"/>
                <a:gd name="T1" fmla="*/ 2752 h 2752"/>
                <a:gd name="T2" fmla="*/ 1806 w 3062"/>
                <a:gd name="T3" fmla="*/ 946 h 2752"/>
                <a:gd name="T4" fmla="*/ 1891 w 3062"/>
                <a:gd name="T5" fmla="*/ 943 h 2752"/>
                <a:gd name="T6" fmla="*/ 2537 w 3062"/>
                <a:gd name="T7" fmla="*/ 298 h 2752"/>
                <a:gd name="T8" fmla="*/ 2844 w 3062"/>
                <a:gd name="T9" fmla="*/ 296 h 2752"/>
                <a:gd name="T10" fmla="*/ 3059 w 3062"/>
                <a:gd name="T11" fmla="*/ 80 h 2752"/>
                <a:gd name="T12" fmla="*/ 3062 w 3062"/>
                <a:gd name="T13" fmla="*/ 0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2" h="2752">
                  <a:moveTo>
                    <a:pt x="0" y="2752"/>
                  </a:moveTo>
                  <a:lnTo>
                    <a:pt x="1806" y="946"/>
                  </a:lnTo>
                  <a:lnTo>
                    <a:pt x="1891" y="943"/>
                  </a:lnTo>
                  <a:lnTo>
                    <a:pt x="2537" y="298"/>
                  </a:lnTo>
                  <a:lnTo>
                    <a:pt x="2844" y="296"/>
                  </a:lnTo>
                  <a:lnTo>
                    <a:pt x="3059" y="80"/>
                  </a:lnTo>
                  <a:lnTo>
                    <a:pt x="306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4" name="Freeform 128"/>
            <p:cNvSpPr>
              <a:spLocks/>
            </p:cNvSpPr>
            <p:nvPr/>
          </p:nvSpPr>
          <p:spPr bwMode="auto">
            <a:xfrm rot="5400000" flipH="1" flipV="1">
              <a:off x="12667737" y="5053891"/>
              <a:ext cx="2649538" cy="2755900"/>
            </a:xfrm>
            <a:custGeom>
              <a:avLst/>
              <a:gdLst>
                <a:gd name="T0" fmla="*/ 0 w 1669"/>
                <a:gd name="T1" fmla="*/ 1736 h 1736"/>
                <a:gd name="T2" fmla="*/ 1669 w 1669"/>
                <a:gd name="T3" fmla="*/ 69 h 1736"/>
                <a:gd name="T4" fmla="*/ 1667 w 1669"/>
                <a:gd name="T5" fmla="*/ 0 h 1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69" h="1736">
                  <a:moveTo>
                    <a:pt x="0" y="1736"/>
                  </a:moveTo>
                  <a:lnTo>
                    <a:pt x="1669" y="69"/>
                  </a:lnTo>
                  <a:lnTo>
                    <a:pt x="166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5" name="Freeform 43"/>
            <p:cNvSpPr>
              <a:spLocks/>
            </p:cNvSpPr>
            <p:nvPr/>
          </p:nvSpPr>
          <p:spPr bwMode="auto">
            <a:xfrm rot="5400000" flipH="1" flipV="1">
              <a:off x="12512956" y="501975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6" name="Freeform 45"/>
            <p:cNvSpPr>
              <a:spLocks/>
            </p:cNvSpPr>
            <p:nvPr/>
          </p:nvSpPr>
          <p:spPr bwMode="auto">
            <a:xfrm rot="5400000" flipH="1" flipV="1">
              <a:off x="11643006" y="166537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7" name="Freeform 47"/>
            <p:cNvSpPr>
              <a:spLocks/>
            </p:cNvSpPr>
            <p:nvPr/>
          </p:nvSpPr>
          <p:spPr bwMode="auto">
            <a:xfrm rot="5400000" flipH="1" flipV="1">
              <a:off x="11101668" y="28655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8" name="Freeform 48"/>
            <p:cNvSpPr>
              <a:spLocks/>
            </p:cNvSpPr>
            <p:nvPr/>
          </p:nvSpPr>
          <p:spPr bwMode="auto">
            <a:xfrm rot="5400000" flipH="1" flipV="1">
              <a:off x="9953906" y="403309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69" name="Freeform 49"/>
            <p:cNvSpPr>
              <a:spLocks/>
            </p:cNvSpPr>
            <p:nvPr/>
          </p:nvSpPr>
          <p:spPr bwMode="auto">
            <a:xfrm rot="5400000" flipH="1" flipV="1">
              <a:off x="10974668" y="27385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0" name="Freeform 52"/>
            <p:cNvSpPr>
              <a:spLocks/>
            </p:cNvSpPr>
            <p:nvPr/>
          </p:nvSpPr>
          <p:spPr bwMode="auto">
            <a:xfrm rot="5400000" flipH="1" flipV="1">
              <a:off x="10760356" y="269724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1" name="Freeform 57"/>
            <p:cNvSpPr>
              <a:spLocks/>
            </p:cNvSpPr>
            <p:nvPr/>
          </p:nvSpPr>
          <p:spPr bwMode="auto">
            <a:xfrm rot="5400000" flipH="1" flipV="1">
              <a:off x="14212375" y="1035928"/>
              <a:ext cx="1222375" cy="2189163"/>
            </a:xfrm>
            <a:custGeom>
              <a:avLst/>
              <a:gdLst>
                <a:gd name="T0" fmla="*/ 768 w 770"/>
                <a:gd name="T1" fmla="*/ 0 h 1379"/>
                <a:gd name="T2" fmla="*/ 770 w 770"/>
                <a:gd name="T3" fmla="*/ 104 h 1379"/>
                <a:gd name="T4" fmla="*/ 503 w 770"/>
                <a:gd name="T5" fmla="*/ 369 h 1379"/>
                <a:gd name="T6" fmla="*/ 508 w 770"/>
                <a:gd name="T7" fmla="*/ 499 h 1379"/>
                <a:gd name="T8" fmla="*/ 385 w 770"/>
                <a:gd name="T9" fmla="*/ 620 h 1379"/>
                <a:gd name="T10" fmla="*/ 380 w 770"/>
                <a:gd name="T11" fmla="*/ 826 h 1379"/>
                <a:gd name="T12" fmla="*/ 191 w 770"/>
                <a:gd name="T13" fmla="*/ 1015 h 1379"/>
                <a:gd name="T14" fmla="*/ 182 w 770"/>
                <a:gd name="T15" fmla="*/ 1268 h 1379"/>
                <a:gd name="T16" fmla="*/ 73 w 770"/>
                <a:gd name="T17" fmla="*/ 1379 h 1379"/>
                <a:gd name="T18" fmla="*/ 0 w 770"/>
                <a:gd name="T19" fmla="*/ 1379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0" h="1379">
                  <a:moveTo>
                    <a:pt x="768" y="0"/>
                  </a:moveTo>
                  <a:lnTo>
                    <a:pt x="770" y="104"/>
                  </a:lnTo>
                  <a:lnTo>
                    <a:pt x="503" y="369"/>
                  </a:lnTo>
                  <a:lnTo>
                    <a:pt x="508" y="499"/>
                  </a:lnTo>
                  <a:lnTo>
                    <a:pt x="385" y="620"/>
                  </a:lnTo>
                  <a:lnTo>
                    <a:pt x="380" y="826"/>
                  </a:lnTo>
                  <a:lnTo>
                    <a:pt x="191" y="1015"/>
                  </a:lnTo>
                  <a:lnTo>
                    <a:pt x="182" y="1268"/>
                  </a:lnTo>
                  <a:lnTo>
                    <a:pt x="73" y="1379"/>
                  </a:lnTo>
                  <a:lnTo>
                    <a:pt x="0" y="1379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2" name="Freeform 58"/>
            <p:cNvSpPr>
              <a:spLocks/>
            </p:cNvSpPr>
            <p:nvPr/>
          </p:nvSpPr>
          <p:spPr bwMode="auto">
            <a:xfrm rot="5400000" flipH="1" flipV="1">
              <a:off x="10124562" y="-3759910"/>
              <a:ext cx="6742113" cy="7194550"/>
            </a:xfrm>
            <a:custGeom>
              <a:avLst/>
              <a:gdLst>
                <a:gd name="T0" fmla="*/ 0 w 4247"/>
                <a:gd name="T1" fmla="*/ 4532 h 4532"/>
                <a:gd name="T2" fmla="*/ 755 w 4247"/>
                <a:gd name="T3" fmla="*/ 3775 h 4532"/>
                <a:gd name="T4" fmla="*/ 757 w 4247"/>
                <a:gd name="T5" fmla="*/ 3503 h 4532"/>
                <a:gd name="T6" fmla="*/ 1053 w 4247"/>
                <a:gd name="T7" fmla="*/ 3208 h 4532"/>
                <a:gd name="T8" fmla="*/ 1055 w 4247"/>
                <a:gd name="T9" fmla="*/ 2979 h 4532"/>
                <a:gd name="T10" fmla="*/ 1329 w 4247"/>
                <a:gd name="T11" fmla="*/ 2704 h 4532"/>
                <a:gd name="T12" fmla="*/ 1327 w 4247"/>
                <a:gd name="T13" fmla="*/ 2640 h 4532"/>
                <a:gd name="T14" fmla="*/ 1502 w 4247"/>
                <a:gd name="T15" fmla="*/ 2465 h 4532"/>
                <a:gd name="T16" fmla="*/ 1511 w 4247"/>
                <a:gd name="T17" fmla="*/ 1948 h 4532"/>
                <a:gd name="T18" fmla="*/ 1814 w 4247"/>
                <a:gd name="T19" fmla="*/ 1645 h 4532"/>
                <a:gd name="T20" fmla="*/ 1814 w 4247"/>
                <a:gd name="T21" fmla="*/ 1539 h 4532"/>
                <a:gd name="T22" fmla="*/ 2391 w 4247"/>
                <a:gd name="T23" fmla="*/ 962 h 4532"/>
                <a:gd name="T24" fmla="*/ 2563 w 4247"/>
                <a:gd name="T25" fmla="*/ 964 h 4532"/>
                <a:gd name="T26" fmla="*/ 3530 w 4247"/>
                <a:gd name="T27" fmla="*/ 0 h 4532"/>
                <a:gd name="T28" fmla="*/ 4247 w 4247"/>
                <a:gd name="T29" fmla="*/ 0 h 4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47" h="4532">
                  <a:moveTo>
                    <a:pt x="0" y="4532"/>
                  </a:moveTo>
                  <a:lnTo>
                    <a:pt x="755" y="3775"/>
                  </a:lnTo>
                  <a:lnTo>
                    <a:pt x="757" y="3503"/>
                  </a:lnTo>
                  <a:lnTo>
                    <a:pt x="1053" y="3208"/>
                  </a:lnTo>
                  <a:lnTo>
                    <a:pt x="1055" y="2979"/>
                  </a:lnTo>
                  <a:lnTo>
                    <a:pt x="1329" y="2704"/>
                  </a:lnTo>
                  <a:lnTo>
                    <a:pt x="1327" y="2640"/>
                  </a:lnTo>
                  <a:lnTo>
                    <a:pt x="1502" y="2465"/>
                  </a:lnTo>
                  <a:lnTo>
                    <a:pt x="1511" y="1948"/>
                  </a:lnTo>
                  <a:lnTo>
                    <a:pt x="1814" y="1645"/>
                  </a:lnTo>
                  <a:lnTo>
                    <a:pt x="1814" y="1539"/>
                  </a:lnTo>
                  <a:lnTo>
                    <a:pt x="2391" y="962"/>
                  </a:lnTo>
                  <a:lnTo>
                    <a:pt x="2563" y="964"/>
                  </a:lnTo>
                  <a:lnTo>
                    <a:pt x="3530" y="0"/>
                  </a:lnTo>
                  <a:lnTo>
                    <a:pt x="424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3" name="Freeform 59"/>
            <p:cNvSpPr>
              <a:spLocks/>
            </p:cNvSpPr>
            <p:nvPr/>
          </p:nvSpPr>
          <p:spPr bwMode="auto">
            <a:xfrm rot="5400000" flipH="1" flipV="1">
              <a:off x="10118212" y="-3844047"/>
              <a:ext cx="6835775" cy="7186613"/>
            </a:xfrm>
            <a:custGeom>
              <a:avLst/>
              <a:gdLst>
                <a:gd name="T0" fmla="*/ 0 w 4306"/>
                <a:gd name="T1" fmla="*/ 4527 h 4527"/>
                <a:gd name="T2" fmla="*/ 774 w 4306"/>
                <a:gd name="T3" fmla="*/ 3754 h 4527"/>
                <a:gd name="T4" fmla="*/ 776 w 4306"/>
                <a:gd name="T5" fmla="*/ 3485 h 4527"/>
                <a:gd name="T6" fmla="*/ 1072 w 4306"/>
                <a:gd name="T7" fmla="*/ 3189 h 4527"/>
                <a:gd name="T8" fmla="*/ 1079 w 4306"/>
                <a:gd name="T9" fmla="*/ 2967 h 4527"/>
                <a:gd name="T10" fmla="*/ 1355 w 4306"/>
                <a:gd name="T11" fmla="*/ 2693 h 4527"/>
                <a:gd name="T12" fmla="*/ 1353 w 4306"/>
                <a:gd name="T13" fmla="*/ 2629 h 4527"/>
                <a:gd name="T14" fmla="*/ 1525 w 4306"/>
                <a:gd name="T15" fmla="*/ 2454 h 4527"/>
                <a:gd name="T16" fmla="*/ 1535 w 4306"/>
                <a:gd name="T17" fmla="*/ 1936 h 4527"/>
                <a:gd name="T18" fmla="*/ 1838 w 4306"/>
                <a:gd name="T19" fmla="*/ 1634 h 4527"/>
                <a:gd name="T20" fmla="*/ 1838 w 4306"/>
                <a:gd name="T21" fmla="*/ 1527 h 4527"/>
                <a:gd name="T22" fmla="*/ 2400 w 4306"/>
                <a:gd name="T23" fmla="*/ 965 h 4527"/>
                <a:gd name="T24" fmla="*/ 2575 w 4306"/>
                <a:gd name="T25" fmla="*/ 965 h 4527"/>
                <a:gd name="T26" fmla="*/ 3538 w 4306"/>
                <a:gd name="T27" fmla="*/ 0 h 4527"/>
                <a:gd name="T28" fmla="*/ 4306 w 4306"/>
                <a:gd name="T29" fmla="*/ 0 h 4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06" h="4527">
                  <a:moveTo>
                    <a:pt x="0" y="4527"/>
                  </a:moveTo>
                  <a:lnTo>
                    <a:pt x="774" y="3754"/>
                  </a:lnTo>
                  <a:lnTo>
                    <a:pt x="776" y="3485"/>
                  </a:lnTo>
                  <a:lnTo>
                    <a:pt x="1072" y="3189"/>
                  </a:lnTo>
                  <a:lnTo>
                    <a:pt x="1079" y="2967"/>
                  </a:lnTo>
                  <a:lnTo>
                    <a:pt x="1355" y="2693"/>
                  </a:lnTo>
                  <a:lnTo>
                    <a:pt x="1353" y="2629"/>
                  </a:lnTo>
                  <a:lnTo>
                    <a:pt x="1525" y="2454"/>
                  </a:lnTo>
                  <a:lnTo>
                    <a:pt x="1535" y="1936"/>
                  </a:lnTo>
                  <a:lnTo>
                    <a:pt x="1838" y="1634"/>
                  </a:lnTo>
                  <a:lnTo>
                    <a:pt x="1838" y="1527"/>
                  </a:lnTo>
                  <a:lnTo>
                    <a:pt x="2400" y="965"/>
                  </a:lnTo>
                  <a:lnTo>
                    <a:pt x="2575" y="965"/>
                  </a:lnTo>
                  <a:lnTo>
                    <a:pt x="3538" y="0"/>
                  </a:lnTo>
                  <a:lnTo>
                    <a:pt x="430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4" name="Freeform 60"/>
            <p:cNvSpPr>
              <a:spLocks/>
            </p:cNvSpPr>
            <p:nvPr/>
          </p:nvSpPr>
          <p:spPr bwMode="auto">
            <a:xfrm rot="5400000" flipH="1" flipV="1">
              <a:off x="10119006" y="-3949616"/>
              <a:ext cx="6951663" cy="7183438"/>
            </a:xfrm>
            <a:custGeom>
              <a:avLst/>
              <a:gdLst>
                <a:gd name="T0" fmla="*/ 0 w 4379"/>
                <a:gd name="T1" fmla="*/ 4525 h 4525"/>
                <a:gd name="T2" fmla="*/ 790 w 4379"/>
                <a:gd name="T3" fmla="*/ 3735 h 4525"/>
                <a:gd name="T4" fmla="*/ 795 w 4379"/>
                <a:gd name="T5" fmla="*/ 3466 h 4525"/>
                <a:gd name="T6" fmla="*/ 1090 w 4379"/>
                <a:gd name="T7" fmla="*/ 3168 h 4525"/>
                <a:gd name="T8" fmla="*/ 1093 w 4379"/>
                <a:gd name="T9" fmla="*/ 2939 h 4525"/>
                <a:gd name="T10" fmla="*/ 1367 w 4379"/>
                <a:gd name="T11" fmla="*/ 2664 h 4525"/>
                <a:gd name="T12" fmla="*/ 1372 w 4379"/>
                <a:gd name="T13" fmla="*/ 2608 h 4525"/>
                <a:gd name="T14" fmla="*/ 1546 w 4379"/>
                <a:gd name="T15" fmla="*/ 2433 h 4525"/>
                <a:gd name="T16" fmla="*/ 1546 w 4379"/>
                <a:gd name="T17" fmla="*/ 1908 h 4525"/>
                <a:gd name="T18" fmla="*/ 1851 w 4379"/>
                <a:gd name="T19" fmla="*/ 1605 h 4525"/>
                <a:gd name="T20" fmla="*/ 1851 w 4379"/>
                <a:gd name="T21" fmla="*/ 1499 h 4525"/>
                <a:gd name="T22" fmla="*/ 2398 w 4379"/>
                <a:gd name="T23" fmla="*/ 950 h 4525"/>
                <a:gd name="T24" fmla="*/ 2580 w 4379"/>
                <a:gd name="T25" fmla="*/ 957 h 4525"/>
                <a:gd name="T26" fmla="*/ 3540 w 4379"/>
                <a:gd name="T27" fmla="*/ 0 h 4525"/>
                <a:gd name="T28" fmla="*/ 4379 w 4379"/>
                <a:gd name="T29" fmla="*/ 0 h 4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79" h="4525">
                  <a:moveTo>
                    <a:pt x="0" y="4525"/>
                  </a:moveTo>
                  <a:lnTo>
                    <a:pt x="790" y="3735"/>
                  </a:lnTo>
                  <a:lnTo>
                    <a:pt x="795" y="3466"/>
                  </a:lnTo>
                  <a:lnTo>
                    <a:pt x="1090" y="3168"/>
                  </a:lnTo>
                  <a:lnTo>
                    <a:pt x="1093" y="2939"/>
                  </a:lnTo>
                  <a:lnTo>
                    <a:pt x="1367" y="2664"/>
                  </a:lnTo>
                  <a:lnTo>
                    <a:pt x="1372" y="2608"/>
                  </a:lnTo>
                  <a:lnTo>
                    <a:pt x="1546" y="2433"/>
                  </a:lnTo>
                  <a:lnTo>
                    <a:pt x="1546" y="1908"/>
                  </a:lnTo>
                  <a:lnTo>
                    <a:pt x="1851" y="1605"/>
                  </a:lnTo>
                  <a:lnTo>
                    <a:pt x="1851" y="1499"/>
                  </a:lnTo>
                  <a:lnTo>
                    <a:pt x="2398" y="950"/>
                  </a:lnTo>
                  <a:lnTo>
                    <a:pt x="2580" y="957"/>
                  </a:lnTo>
                  <a:lnTo>
                    <a:pt x="3540" y="0"/>
                  </a:lnTo>
                  <a:lnTo>
                    <a:pt x="437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5" name="Freeform 61"/>
            <p:cNvSpPr>
              <a:spLocks/>
            </p:cNvSpPr>
            <p:nvPr/>
          </p:nvSpPr>
          <p:spPr bwMode="auto">
            <a:xfrm rot="5400000" flipH="1" flipV="1">
              <a:off x="10207112" y="-3963110"/>
              <a:ext cx="6869113" cy="7188200"/>
            </a:xfrm>
            <a:custGeom>
              <a:avLst/>
              <a:gdLst>
                <a:gd name="T0" fmla="*/ 0 w 4327"/>
                <a:gd name="T1" fmla="*/ 4528 h 4528"/>
                <a:gd name="T2" fmla="*/ 809 w 4327"/>
                <a:gd name="T3" fmla="*/ 3721 h 4528"/>
                <a:gd name="T4" fmla="*/ 811 w 4327"/>
                <a:gd name="T5" fmla="*/ 3452 h 4528"/>
                <a:gd name="T6" fmla="*/ 1107 w 4327"/>
                <a:gd name="T7" fmla="*/ 3156 h 4528"/>
                <a:gd name="T8" fmla="*/ 1109 w 4327"/>
                <a:gd name="T9" fmla="*/ 2927 h 4528"/>
                <a:gd name="T10" fmla="*/ 1383 w 4327"/>
                <a:gd name="T11" fmla="*/ 2653 h 4528"/>
                <a:gd name="T12" fmla="*/ 1381 w 4327"/>
                <a:gd name="T13" fmla="*/ 2589 h 4528"/>
                <a:gd name="T14" fmla="*/ 1556 w 4327"/>
                <a:gd name="T15" fmla="*/ 2414 h 4528"/>
                <a:gd name="T16" fmla="*/ 1566 w 4327"/>
                <a:gd name="T17" fmla="*/ 1896 h 4528"/>
                <a:gd name="T18" fmla="*/ 1868 w 4327"/>
                <a:gd name="T19" fmla="*/ 1594 h 4528"/>
                <a:gd name="T20" fmla="*/ 1868 w 4327"/>
                <a:gd name="T21" fmla="*/ 1487 h 4528"/>
                <a:gd name="T22" fmla="*/ 2402 w 4327"/>
                <a:gd name="T23" fmla="*/ 953 h 4528"/>
                <a:gd name="T24" fmla="*/ 2585 w 4327"/>
                <a:gd name="T25" fmla="*/ 955 h 4528"/>
                <a:gd name="T26" fmla="*/ 3540 w 4327"/>
                <a:gd name="T27" fmla="*/ 0 h 4528"/>
                <a:gd name="T28" fmla="*/ 4327 w 4327"/>
                <a:gd name="T29" fmla="*/ 0 h 4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27" h="4528">
                  <a:moveTo>
                    <a:pt x="0" y="4528"/>
                  </a:moveTo>
                  <a:lnTo>
                    <a:pt x="809" y="3721"/>
                  </a:lnTo>
                  <a:lnTo>
                    <a:pt x="811" y="3452"/>
                  </a:lnTo>
                  <a:lnTo>
                    <a:pt x="1107" y="3156"/>
                  </a:lnTo>
                  <a:lnTo>
                    <a:pt x="1109" y="2927"/>
                  </a:lnTo>
                  <a:lnTo>
                    <a:pt x="1383" y="2653"/>
                  </a:lnTo>
                  <a:lnTo>
                    <a:pt x="1381" y="2589"/>
                  </a:lnTo>
                  <a:lnTo>
                    <a:pt x="1556" y="2414"/>
                  </a:lnTo>
                  <a:lnTo>
                    <a:pt x="1566" y="1896"/>
                  </a:lnTo>
                  <a:lnTo>
                    <a:pt x="1868" y="1594"/>
                  </a:lnTo>
                  <a:lnTo>
                    <a:pt x="1868" y="1487"/>
                  </a:lnTo>
                  <a:lnTo>
                    <a:pt x="2402" y="953"/>
                  </a:lnTo>
                  <a:lnTo>
                    <a:pt x="2585" y="955"/>
                  </a:lnTo>
                  <a:lnTo>
                    <a:pt x="3540" y="0"/>
                  </a:lnTo>
                  <a:lnTo>
                    <a:pt x="432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6" name="Freeform 62"/>
            <p:cNvSpPr>
              <a:spLocks/>
            </p:cNvSpPr>
            <p:nvPr/>
          </p:nvSpPr>
          <p:spPr bwMode="auto">
            <a:xfrm rot="5400000" flipH="1" flipV="1">
              <a:off x="10306331" y="-3957553"/>
              <a:ext cx="6778625" cy="7175500"/>
            </a:xfrm>
            <a:custGeom>
              <a:avLst/>
              <a:gdLst>
                <a:gd name="T0" fmla="*/ 0 w 4270"/>
                <a:gd name="T1" fmla="*/ 4520 h 4520"/>
                <a:gd name="T2" fmla="*/ 822 w 4270"/>
                <a:gd name="T3" fmla="*/ 3695 h 4520"/>
                <a:gd name="T4" fmla="*/ 825 w 4270"/>
                <a:gd name="T5" fmla="*/ 3426 h 4520"/>
                <a:gd name="T6" fmla="*/ 1123 w 4270"/>
                <a:gd name="T7" fmla="*/ 3130 h 4520"/>
                <a:gd name="T8" fmla="*/ 1130 w 4270"/>
                <a:gd name="T9" fmla="*/ 2906 h 4520"/>
                <a:gd name="T10" fmla="*/ 1406 w 4270"/>
                <a:gd name="T11" fmla="*/ 2631 h 4520"/>
                <a:gd name="T12" fmla="*/ 1404 w 4270"/>
                <a:gd name="T13" fmla="*/ 2568 h 4520"/>
                <a:gd name="T14" fmla="*/ 1579 w 4270"/>
                <a:gd name="T15" fmla="*/ 2393 h 4520"/>
                <a:gd name="T16" fmla="*/ 1579 w 4270"/>
                <a:gd name="T17" fmla="*/ 1870 h 4520"/>
                <a:gd name="T18" fmla="*/ 1882 w 4270"/>
                <a:gd name="T19" fmla="*/ 1565 h 4520"/>
                <a:gd name="T20" fmla="*/ 1891 w 4270"/>
                <a:gd name="T21" fmla="*/ 1466 h 4520"/>
                <a:gd name="T22" fmla="*/ 2409 w 4270"/>
                <a:gd name="T23" fmla="*/ 946 h 4520"/>
                <a:gd name="T24" fmla="*/ 2593 w 4270"/>
                <a:gd name="T25" fmla="*/ 950 h 4520"/>
                <a:gd name="T26" fmla="*/ 3544 w 4270"/>
                <a:gd name="T27" fmla="*/ 0 h 4520"/>
                <a:gd name="T28" fmla="*/ 4270 w 4270"/>
                <a:gd name="T29" fmla="*/ 0 h 4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70" h="4520">
                  <a:moveTo>
                    <a:pt x="0" y="4520"/>
                  </a:moveTo>
                  <a:lnTo>
                    <a:pt x="822" y="3695"/>
                  </a:lnTo>
                  <a:lnTo>
                    <a:pt x="825" y="3426"/>
                  </a:lnTo>
                  <a:lnTo>
                    <a:pt x="1123" y="3130"/>
                  </a:lnTo>
                  <a:lnTo>
                    <a:pt x="1130" y="2906"/>
                  </a:lnTo>
                  <a:lnTo>
                    <a:pt x="1406" y="2631"/>
                  </a:lnTo>
                  <a:lnTo>
                    <a:pt x="1404" y="2568"/>
                  </a:lnTo>
                  <a:lnTo>
                    <a:pt x="1579" y="2393"/>
                  </a:lnTo>
                  <a:lnTo>
                    <a:pt x="1579" y="1870"/>
                  </a:lnTo>
                  <a:lnTo>
                    <a:pt x="1882" y="1565"/>
                  </a:lnTo>
                  <a:lnTo>
                    <a:pt x="1891" y="1466"/>
                  </a:lnTo>
                  <a:lnTo>
                    <a:pt x="2409" y="946"/>
                  </a:lnTo>
                  <a:lnTo>
                    <a:pt x="2593" y="950"/>
                  </a:lnTo>
                  <a:lnTo>
                    <a:pt x="3544" y="0"/>
                  </a:lnTo>
                  <a:lnTo>
                    <a:pt x="427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7" name="Freeform 63"/>
            <p:cNvSpPr>
              <a:spLocks/>
            </p:cNvSpPr>
            <p:nvPr/>
          </p:nvSpPr>
          <p:spPr bwMode="auto">
            <a:xfrm rot="5400000" flipH="1" flipV="1">
              <a:off x="10526200" y="-3951997"/>
              <a:ext cx="6550025" cy="7177088"/>
            </a:xfrm>
            <a:custGeom>
              <a:avLst/>
              <a:gdLst>
                <a:gd name="T0" fmla="*/ 0 w 4126"/>
                <a:gd name="T1" fmla="*/ 4521 h 4521"/>
                <a:gd name="T2" fmla="*/ 856 w 4126"/>
                <a:gd name="T3" fmla="*/ 3662 h 4521"/>
                <a:gd name="T4" fmla="*/ 859 w 4126"/>
                <a:gd name="T5" fmla="*/ 3393 h 4521"/>
                <a:gd name="T6" fmla="*/ 1154 w 4126"/>
                <a:gd name="T7" fmla="*/ 3097 h 4521"/>
                <a:gd name="T8" fmla="*/ 1156 w 4126"/>
                <a:gd name="T9" fmla="*/ 2866 h 4521"/>
                <a:gd name="T10" fmla="*/ 1431 w 4126"/>
                <a:gd name="T11" fmla="*/ 2591 h 4521"/>
                <a:gd name="T12" fmla="*/ 1428 w 4126"/>
                <a:gd name="T13" fmla="*/ 2528 h 4521"/>
                <a:gd name="T14" fmla="*/ 1603 w 4126"/>
                <a:gd name="T15" fmla="*/ 2353 h 4521"/>
                <a:gd name="T16" fmla="*/ 1613 w 4126"/>
                <a:gd name="T17" fmla="*/ 1837 h 4521"/>
                <a:gd name="T18" fmla="*/ 1915 w 4126"/>
                <a:gd name="T19" fmla="*/ 1532 h 4521"/>
                <a:gd name="T20" fmla="*/ 1915 w 4126"/>
                <a:gd name="T21" fmla="*/ 1426 h 4521"/>
                <a:gd name="T22" fmla="*/ 2405 w 4126"/>
                <a:gd name="T23" fmla="*/ 936 h 4521"/>
                <a:gd name="T24" fmla="*/ 2601 w 4126"/>
                <a:gd name="T25" fmla="*/ 941 h 4521"/>
                <a:gd name="T26" fmla="*/ 3544 w 4126"/>
                <a:gd name="T27" fmla="*/ 0 h 4521"/>
                <a:gd name="T28" fmla="*/ 4126 w 4126"/>
                <a:gd name="T29" fmla="*/ 0 h 4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26" h="4521">
                  <a:moveTo>
                    <a:pt x="0" y="4521"/>
                  </a:moveTo>
                  <a:lnTo>
                    <a:pt x="856" y="3662"/>
                  </a:lnTo>
                  <a:lnTo>
                    <a:pt x="859" y="3393"/>
                  </a:lnTo>
                  <a:lnTo>
                    <a:pt x="1154" y="3097"/>
                  </a:lnTo>
                  <a:lnTo>
                    <a:pt x="1156" y="2866"/>
                  </a:lnTo>
                  <a:lnTo>
                    <a:pt x="1431" y="2591"/>
                  </a:lnTo>
                  <a:lnTo>
                    <a:pt x="1428" y="2528"/>
                  </a:lnTo>
                  <a:lnTo>
                    <a:pt x="1603" y="2353"/>
                  </a:lnTo>
                  <a:lnTo>
                    <a:pt x="1613" y="1837"/>
                  </a:lnTo>
                  <a:lnTo>
                    <a:pt x="1915" y="1532"/>
                  </a:lnTo>
                  <a:lnTo>
                    <a:pt x="1915" y="1426"/>
                  </a:lnTo>
                  <a:lnTo>
                    <a:pt x="2405" y="936"/>
                  </a:lnTo>
                  <a:lnTo>
                    <a:pt x="2601" y="941"/>
                  </a:lnTo>
                  <a:lnTo>
                    <a:pt x="3544" y="0"/>
                  </a:lnTo>
                  <a:lnTo>
                    <a:pt x="412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78" name="Freeform 64"/>
            <p:cNvSpPr>
              <a:spLocks/>
            </p:cNvSpPr>
            <p:nvPr/>
          </p:nvSpPr>
          <p:spPr bwMode="auto">
            <a:xfrm rot="5400000" flipH="1" flipV="1">
              <a:off x="10631769" y="-3921041"/>
              <a:ext cx="6421438" cy="7167563"/>
            </a:xfrm>
            <a:custGeom>
              <a:avLst/>
              <a:gdLst>
                <a:gd name="T0" fmla="*/ 0 w 4045"/>
                <a:gd name="T1" fmla="*/ 4515 h 4515"/>
                <a:gd name="T2" fmla="*/ 875 w 4045"/>
                <a:gd name="T3" fmla="*/ 3643 h 4515"/>
                <a:gd name="T4" fmla="*/ 879 w 4045"/>
                <a:gd name="T5" fmla="*/ 3373 h 4515"/>
                <a:gd name="T6" fmla="*/ 1175 w 4045"/>
                <a:gd name="T7" fmla="*/ 3078 h 4515"/>
                <a:gd name="T8" fmla="*/ 1177 w 4045"/>
                <a:gd name="T9" fmla="*/ 2848 h 4515"/>
                <a:gd name="T10" fmla="*/ 1452 w 4045"/>
                <a:gd name="T11" fmla="*/ 2572 h 4515"/>
                <a:gd name="T12" fmla="*/ 1456 w 4045"/>
                <a:gd name="T13" fmla="*/ 2515 h 4515"/>
                <a:gd name="T14" fmla="*/ 1631 w 4045"/>
                <a:gd name="T15" fmla="*/ 2340 h 4515"/>
                <a:gd name="T16" fmla="*/ 1631 w 4045"/>
                <a:gd name="T17" fmla="*/ 1818 h 4515"/>
                <a:gd name="T18" fmla="*/ 1936 w 4045"/>
                <a:gd name="T19" fmla="*/ 1513 h 4515"/>
                <a:gd name="T20" fmla="*/ 1943 w 4045"/>
                <a:gd name="T21" fmla="*/ 1413 h 4515"/>
                <a:gd name="T22" fmla="*/ 2416 w 4045"/>
                <a:gd name="T23" fmla="*/ 938 h 4515"/>
                <a:gd name="T24" fmla="*/ 2615 w 4045"/>
                <a:gd name="T25" fmla="*/ 940 h 4515"/>
                <a:gd name="T26" fmla="*/ 3553 w 4045"/>
                <a:gd name="T27" fmla="*/ 0 h 4515"/>
                <a:gd name="T28" fmla="*/ 4045 w 4045"/>
                <a:gd name="T29" fmla="*/ 0 h 4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5" h="4515">
                  <a:moveTo>
                    <a:pt x="0" y="4515"/>
                  </a:moveTo>
                  <a:lnTo>
                    <a:pt x="875" y="3643"/>
                  </a:lnTo>
                  <a:lnTo>
                    <a:pt x="879" y="3373"/>
                  </a:lnTo>
                  <a:lnTo>
                    <a:pt x="1175" y="3078"/>
                  </a:lnTo>
                  <a:lnTo>
                    <a:pt x="1177" y="2848"/>
                  </a:lnTo>
                  <a:lnTo>
                    <a:pt x="1452" y="2572"/>
                  </a:lnTo>
                  <a:lnTo>
                    <a:pt x="1456" y="2515"/>
                  </a:lnTo>
                  <a:lnTo>
                    <a:pt x="1631" y="2340"/>
                  </a:lnTo>
                  <a:lnTo>
                    <a:pt x="1631" y="1818"/>
                  </a:lnTo>
                  <a:lnTo>
                    <a:pt x="1936" y="1513"/>
                  </a:lnTo>
                  <a:lnTo>
                    <a:pt x="1943" y="1413"/>
                  </a:lnTo>
                  <a:lnTo>
                    <a:pt x="2416" y="938"/>
                  </a:lnTo>
                  <a:lnTo>
                    <a:pt x="2615" y="940"/>
                  </a:lnTo>
                  <a:lnTo>
                    <a:pt x="3553" y="0"/>
                  </a:lnTo>
                  <a:lnTo>
                    <a:pt x="404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91" name="Freeform 65"/>
            <p:cNvSpPr>
              <a:spLocks/>
            </p:cNvSpPr>
            <p:nvPr/>
          </p:nvSpPr>
          <p:spPr bwMode="auto">
            <a:xfrm rot="5400000" flipH="1" flipV="1">
              <a:off x="10687331" y="-3738478"/>
              <a:ext cx="4635500" cy="5375275"/>
            </a:xfrm>
            <a:custGeom>
              <a:avLst/>
              <a:gdLst>
                <a:gd name="T0" fmla="*/ 2 w 2920"/>
                <a:gd name="T1" fmla="*/ 3386 h 3386"/>
                <a:gd name="T2" fmla="*/ 0 w 2920"/>
                <a:gd name="T3" fmla="*/ 3270 h 3386"/>
                <a:gd name="T4" fmla="*/ 213 w 2920"/>
                <a:gd name="T5" fmla="*/ 3057 h 3386"/>
                <a:gd name="T6" fmla="*/ 215 w 2920"/>
                <a:gd name="T7" fmla="*/ 2828 h 3386"/>
                <a:gd name="T8" fmla="*/ 489 w 2920"/>
                <a:gd name="T9" fmla="*/ 2551 h 3386"/>
                <a:gd name="T10" fmla="*/ 487 w 2920"/>
                <a:gd name="T11" fmla="*/ 2488 h 3386"/>
                <a:gd name="T12" fmla="*/ 662 w 2920"/>
                <a:gd name="T13" fmla="*/ 2313 h 3386"/>
                <a:gd name="T14" fmla="*/ 671 w 2920"/>
                <a:gd name="T15" fmla="*/ 1797 h 3386"/>
                <a:gd name="T16" fmla="*/ 974 w 2920"/>
                <a:gd name="T17" fmla="*/ 1492 h 3386"/>
                <a:gd name="T18" fmla="*/ 974 w 2920"/>
                <a:gd name="T19" fmla="*/ 1386 h 3386"/>
                <a:gd name="T20" fmla="*/ 1435 w 2920"/>
                <a:gd name="T21" fmla="*/ 925 h 3386"/>
                <a:gd name="T22" fmla="*/ 1641 w 2920"/>
                <a:gd name="T23" fmla="*/ 934 h 3386"/>
                <a:gd name="T24" fmla="*/ 2575 w 2920"/>
                <a:gd name="T25" fmla="*/ 0 h 3386"/>
                <a:gd name="T26" fmla="*/ 2920 w 2920"/>
                <a:gd name="T27" fmla="*/ 0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20" h="3386">
                  <a:moveTo>
                    <a:pt x="2" y="3386"/>
                  </a:moveTo>
                  <a:lnTo>
                    <a:pt x="0" y="3270"/>
                  </a:lnTo>
                  <a:lnTo>
                    <a:pt x="213" y="3057"/>
                  </a:lnTo>
                  <a:lnTo>
                    <a:pt x="215" y="2828"/>
                  </a:lnTo>
                  <a:lnTo>
                    <a:pt x="489" y="2551"/>
                  </a:lnTo>
                  <a:lnTo>
                    <a:pt x="487" y="2488"/>
                  </a:lnTo>
                  <a:lnTo>
                    <a:pt x="662" y="2313"/>
                  </a:lnTo>
                  <a:lnTo>
                    <a:pt x="671" y="1797"/>
                  </a:lnTo>
                  <a:lnTo>
                    <a:pt x="974" y="1492"/>
                  </a:lnTo>
                  <a:lnTo>
                    <a:pt x="974" y="1386"/>
                  </a:lnTo>
                  <a:lnTo>
                    <a:pt x="1435" y="925"/>
                  </a:lnTo>
                  <a:lnTo>
                    <a:pt x="1641" y="934"/>
                  </a:lnTo>
                  <a:lnTo>
                    <a:pt x="2575" y="0"/>
                  </a:lnTo>
                  <a:lnTo>
                    <a:pt x="292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1" name="Freeform 66"/>
            <p:cNvSpPr>
              <a:spLocks/>
            </p:cNvSpPr>
            <p:nvPr/>
          </p:nvSpPr>
          <p:spPr bwMode="auto">
            <a:xfrm rot="5400000" flipH="1" flipV="1">
              <a:off x="13213838" y="-175335"/>
              <a:ext cx="2209800" cy="4075113"/>
            </a:xfrm>
            <a:custGeom>
              <a:avLst/>
              <a:gdLst>
                <a:gd name="T0" fmla="*/ 0 w 1392"/>
                <a:gd name="T1" fmla="*/ 2567 h 2567"/>
                <a:gd name="T2" fmla="*/ 369 w 1392"/>
                <a:gd name="T3" fmla="*/ 2201 h 2567"/>
                <a:gd name="T4" fmla="*/ 371 w 1392"/>
                <a:gd name="T5" fmla="*/ 1929 h 2567"/>
                <a:gd name="T6" fmla="*/ 697 w 1392"/>
                <a:gd name="T7" fmla="*/ 1603 h 2567"/>
                <a:gd name="T8" fmla="*/ 693 w 1392"/>
                <a:gd name="T9" fmla="*/ 1300 h 2567"/>
                <a:gd name="T10" fmla="*/ 894 w 1392"/>
                <a:gd name="T11" fmla="*/ 1099 h 2567"/>
                <a:gd name="T12" fmla="*/ 962 w 1392"/>
                <a:gd name="T13" fmla="*/ 1099 h 2567"/>
                <a:gd name="T14" fmla="*/ 1040 w 1392"/>
                <a:gd name="T15" fmla="*/ 1021 h 2567"/>
                <a:gd name="T16" fmla="*/ 1035 w 1392"/>
                <a:gd name="T17" fmla="*/ 931 h 2567"/>
                <a:gd name="T18" fmla="*/ 1199 w 1392"/>
                <a:gd name="T19" fmla="*/ 768 h 2567"/>
                <a:gd name="T20" fmla="*/ 1201 w 1392"/>
                <a:gd name="T21" fmla="*/ 378 h 2567"/>
                <a:gd name="T22" fmla="*/ 1262 w 1392"/>
                <a:gd name="T23" fmla="*/ 317 h 2567"/>
                <a:gd name="T24" fmla="*/ 1262 w 1392"/>
                <a:gd name="T25" fmla="*/ 128 h 2567"/>
                <a:gd name="T26" fmla="*/ 1392 w 1392"/>
                <a:gd name="T27" fmla="*/ 0 h 2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92" h="2567">
                  <a:moveTo>
                    <a:pt x="0" y="2567"/>
                  </a:moveTo>
                  <a:lnTo>
                    <a:pt x="369" y="2201"/>
                  </a:lnTo>
                  <a:lnTo>
                    <a:pt x="371" y="1929"/>
                  </a:lnTo>
                  <a:lnTo>
                    <a:pt x="697" y="1603"/>
                  </a:lnTo>
                  <a:lnTo>
                    <a:pt x="693" y="1300"/>
                  </a:lnTo>
                  <a:lnTo>
                    <a:pt x="894" y="1099"/>
                  </a:lnTo>
                  <a:lnTo>
                    <a:pt x="962" y="1099"/>
                  </a:lnTo>
                  <a:lnTo>
                    <a:pt x="1040" y="1021"/>
                  </a:lnTo>
                  <a:lnTo>
                    <a:pt x="1035" y="931"/>
                  </a:lnTo>
                  <a:lnTo>
                    <a:pt x="1199" y="768"/>
                  </a:lnTo>
                  <a:lnTo>
                    <a:pt x="1201" y="378"/>
                  </a:lnTo>
                  <a:lnTo>
                    <a:pt x="1262" y="317"/>
                  </a:lnTo>
                  <a:lnTo>
                    <a:pt x="1262" y="128"/>
                  </a:lnTo>
                  <a:lnTo>
                    <a:pt x="139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2" name="Freeform 67"/>
            <p:cNvSpPr>
              <a:spLocks/>
            </p:cNvSpPr>
            <p:nvPr/>
          </p:nvSpPr>
          <p:spPr bwMode="auto">
            <a:xfrm rot="5400000" flipH="1" flipV="1">
              <a:off x="13020162" y="-473785"/>
              <a:ext cx="2382838" cy="4371975"/>
            </a:xfrm>
            <a:custGeom>
              <a:avLst/>
              <a:gdLst>
                <a:gd name="T0" fmla="*/ 0 w 1501"/>
                <a:gd name="T1" fmla="*/ 2754 h 2754"/>
                <a:gd name="T2" fmla="*/ 371 w 1501"/>
                <a:gd name="T3" fmla="*/ 2383 h 2754"/>
                <a:gd name="T4" fmla="*/ 374 w 1501"/>
                <a:gd name="T5" fmla="*/ 2114 h 2754"/>
                <a:gd name="T6" fmla="*/ 702 w 1501"/>
                <a:gd name="T7" fmla="*/ 1787 h 2754"/>
                <a:gd name="T8" fmla="*/ 697 w 1501"/>
                <a:gd name="T9" fmla="*/ 1485 h 2754"/>
                <a:gd name="T10" fmla="*/ 896 w 1501"/>
                <a:gd name="T11" fmla="*/ 1284 h 2754"/>
                <a:gd name="T12" fmla="*/ 958 w 1501"/>
                <a:gd name="T13" fmla="*/ 1277 h 2754"/>
                <a:gd name="T14" fmla="*/ 1038 w 1501"/>
                <a:gd name="T15" fmla="*/ 1199 h 2754"/>
                <a:gd name="T16" fmla="*/ 1038 w 1501"/>
                <a:gd name="T17" fmla="*/ 1116 h 2754"/>
                <a:gd name="T18" fmla="*/ 1203 w 1501"/>
                <a:gd name="T19" fmla="*/ 953 h 2754"/>
                <a:gd name="T20" fmla="*/ 1206 w 1501"/>
                <a:gd name="T21" fmla="*/ 563 h 2754"/>
                <a:gd name="T22" fmla="*/ 1265 w 1501"/>
                <a:gd name="T23" fmla="*/ 501 h 2754"/>
                <a:gd name="T24" fmla="*/ 1267 w 1501"/>
                <a:gd name="T25" fmla="*/ 312 h 2754"/>
                <a:gd name="T26" fmla="*/ 1501 w 1501"/>
                <a:gd name="T27" fmla="*/ 78 h 2754"/>
                <a:gd name="T28" fmla="*/ 1501 w 1501"/>
                <a:gd name="T29" fmla="*/ 0 h 2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01" h="2754">
                  <a:moveTo>
                    <a:pt x="0" y="2754"/>
                  </a:moveTo>
                  <a:lnTo>
                    <a:pt x="371" y="2383"/>
                  </a:lnTo>
                  <a:lnTo>
                    <a:pt x="374" y="2114"/>
                  </a:lnTo>
                  <a:lnTo>
                    <a:pt x="702" y="1787"/>
                  </a:lnTo>
                  <a:lnTo>
                    <a:pt x="697" y="1485"/>
                  </a:lnTo>
                  <a:lnTo>
                    <a:pt x="896" y="1284"/>
                  </a:lnTo>
                  <a:lnTo>
                    <a:pt x="958" y="1277"/>
                  </a:lnTo>
                  <a:lnTo>
                    <a:pt x="1038" y="1199"/>
                  </a:lnTo>
                  <a:lnTo>
                    <a:pt x="1038" y="1116"/>
                  </a:lnTo>
                  <a:lnTo>
                    <a:pt x="1203" y="953"/>
                  </a:lnTo>
                  <a:lnTo>
                    <a:pt x="1206" y="563"/>
                  </a:lnTo>
                  <a:lnTo>
                    <a:pt x="1265" y="501"/>
                  </a:lnTo>
                  <a:lnTo>
                    <a:pt x="1267" y="312"/>
                  </a:lnTo>
                  <a:lnTo>
                    <a:pt x="1501" y="78"/>
                  </a:lnTo>
                  <a:lnTo>
                    <a:pt x="150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3" name="Freeform 68"/>
            <p:cNvSpPr>
              <a:spLocks/>
            </p:cNvSpPr>
            <p:nvPr/>
          </p:nvSpPr>
          <p:spPr bwMode="auto">
            <a:xfrm rot="5400000" flipH="1" flipV="1">
              <a:off x="10569856" y="-3071728"/>
              <a:ext cx="2679700" cy="2717800"/>
            </a:xfrm>
            <a:custGeom>
              <a:avLst/>
              <a:gdLst>
                <a:gd name="T0" fmla="*/ 1688 w 1688"/>
                <a:gd name="T1" fmla="*/ 0 h 1712"/>
                <a:gd name="T2" fmla="*/ 759 w 1688"/>
                <a:gd name="T3" fmla="*/ 929 h 1712"/>
                <a:gd name="T4" fmla="*/ 560 w 1688"/>
                <a:gd name="T5" fmla="*/ 927 h 1712"/>
                <a:gd name="T6" fmla="*/ 102 w 1688"/>
                <a:gd name="T7" fmla="*/ 1385 h 1712"/>
                <a:gd name="T8" fmla="*/ 104 w 1688"/>
                <a:gd name="T9" fmla="*/ 1489 h 1712"/>
                <a:gd name="T10" fmla="*/ 2 w 1688"/>
                <a:gd name="T11" fmla="*/ 1593 h 1712"/>
                <a:gd name="T12" fmla="*/ 0 w 1688"/>
                <a:gd name="T13" fmla="*/ 1662 h 1712"/>
                <a:gd name="T14" fmla="*/ 50 w 1688"/>
                <a:gd name="T15" fmla="*/ 1712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8" h="1712">
                  <a:moveTo>
                    <a:pt x="1688" y="0"/>
                  </a:moveTo>
                  <a:lnTo>
                    <a:pt x="759" y="929"/>
                  </a:lnTo>
                  <a:lnTo>
                    <a:pt x="560" y="927"/>
                  </a:lnTo>
                  <a:lnTo>
                    <a:pt x="102" y="1385"/>
                  </a:lnTo>
                  <a:lnTo>
                    <a:pt x="104" y="1489"/>
                  </a:lnTo>
                  <a:lnTo>
                    <a:pt x="2" y="1593"/>
                  </a:lnTo>
                  <a:lnTo>
                    <a:pt x="0" y="1662"/>
                  </a:lnTo>
                  <a:lnTo>
                    <a:pt x="50" y="171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4" name="Freeform 69"/>
            <p:cNvSpPr>
              <a:spLocks/>
            </p:cNvSpPr>
            <p:nvPr/>
          </p:nvSpPr>
          <p:spPr bwMode="auto">
            <a:xfrm rot="5400000" flipH="1" flipV="1">
              <a:off x="10633356" y="-3135229"/>
              <a:ext cx="2443163" cy="2503488"/>
            </a:xfrm>
            <a:custGeom>
              <a:avLst/>
              <a:gdLst>
                <a:gd name="T0" fmla="*/ 47 w 1539"/>
                <a:gd name="T1" fmla="*/ 1577 h 1577"/>
                <a:gd name="T2" fmla="*/ 0 w 1539"/>
                <a:gd name="T3" fmla="*/ 1530 h 1577"/>
                <a:gd name="T4" fmla="*/ 5 w 1539"/>
                <a:gd name="T5" fmla="*/ 1348 h 1577"/>
                <a:gd name="T6" fmla="*/ 218 w 1539"/>
                <a:gd name="T7" fmla="*/ 1135 h 1577"/>
                <a:gd name="T8" fmla="*/ 464 w 1539"/>
                <a:gd name="T9" fmla="*/ 1142 h 1577"/>
                <a:gd name="T10" fmla="*/ 508 w 1539"/>
                <a:gd name="T11" fmla="*/ 1097 h 1577"/>
                <a:gd name="T12" fmla="*/ 508 w 1539"/>
                <a:gd name="T13" fmla="*/ 1031 h 1577"/>
                <a:gd name="T14" fmla="*/ 1539 w 1539"/>
                <a:gd name="T15" fmla="*/ 0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39" h="1577">
                  <a:moveTo>
                    <a:pt x="47" y="1577"/>
                  </a:moveTo>
                  <a:lnTo>
                    <a:pt x="0" y="1530"/>
                  </a:lnTo>
                  <a:lnTo>
                    <a:pt x="5" y="1348"/>
                  </a:lnTo>
                  <a:lnTo>
                    <a:pt x="218" y="1135"/>
                  </a:lnTo>
                  <a:lnTo>
                    <a:pt x="464" y="1142"/>
                  </a:lnTo>
                  <a:lnTo>
                    <a:pt x="508" y="1097"/>
                  </a:lnTo>
                  <a:lnTo>
                    <a:pt x="508" y="1031"/>
                  </a:lnTo>
                  <a:lnTo>
                    <a:pt x="153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6" name="Freeform 70"/>
            <p:cNvSpPr>
              <a:spLocks/>
            </p:cNvSpPr>
            <p:nvPr/>
          </p:nvSpPr>
          <p:spPr bwMode="auto">
            <a:xfrm rot="5400000" flipH="1" flipV="1">
              <a:off x="10721462" y="-3223334"/>
              <a:ext cx="2259013" cy="2390775"/>
            </a:xfrm>
            <a:custGeom>
              <a:avLst/>
              <a:gdLst>
                <a:gd name="T0" fmla="*/ 0 w 1423"/>
                <a:gd name="T1" fmla="*/ 1506 h 1506"/>
                <a:gd name="T2" fmla="*/ 400 w 1423"/>
                <a:gd name="T3" fmla="*/ 1104 h 1506"/>
                <a:gd name="T4" fmla="*/ 397 w 1423"/>
                <a:gd name="T5" fmla="*/ 1026 h 1506"/>
                <a:gd name="T6" fmla="*/ 1423 w 1423"/>
                <a:gd name="T7" fmla="*/ 0 h 1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3" h="1506">
                  <a:moveTo>
                    <a:pt x="0" y="1506"/>
                  </a:moveTo>
                  <a:lnTo>
                    <a:pt x="400" y="1104"/>
                  </a:lnTo>
                  <a:lnTo>
                    <a:pt x="397" y="1026"/>
                  </a:lnTo>
                  <a:lnTo>
                    <a:pt x="142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7" name="Freeform 71"/>
            <p:cNvSpPr>
              <a:spLocks/>
            </p:cNvSpPr>
            <p:nvPr/>
          </p:nvSpPr>
          <p:spPr bwMode="auto">
            <a:xfrm rot="5400000" flipH="1" flipV="1">
              <a:off x="10715112" y="-3218572"/>
              <a:ext cx="2744788" cy="2797175"/>
            </a:xfrm>
            <a:custGeom>
              <a:avLst/>
              <a:gdLst>
                <a:gd name="T0" fmla="*/ 0 w 1729"/>
                <a:gd name="T1" fmla="*/ 1762 h 1762"/>
                <a:gd name="T2" fmla="*/ 128 w 1729"/>
                <a:gd name="T3" fmla="*/ 1762 h 1762"/>
                <a:gd name="T4" fmla="*/ 745 w 1729"/>
                <a:gd name="T5" fmla="*/ 1142 h 1762"/>
                <a:gd name="T6" fmla="*/ 743 w 1729"/>
                <a:gd name="T7" fmla="*/ 986 h 1762"/>
                <a:gd name="T8" fmla="*/ 1729 w 1729"/>
                <a:gd name="T9" fmla="*/ 0 h 1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9" h="1762">
                  <a:moveTo>
                    <a:pt x="0" y="1762"/>
                  </a:moveTo>
                  <a:lnTo>
                    <a:pt x="128" y="1762"/>
                  </a:lnTo>
                  <a:lnTo>
                    <a:pt x="745" y="1142"/>
                  </a:lnTo>
                  <a:lnTo>
                    <a:pt x="743" y="986"/>
                  </a:lnTo>
                  <a:lnTo>
                    <a:pt x="172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8" name="Freeform 72"/>
            <p:cNvSpPr>
              <a:spLocks/>
            </p:cNvSpPr>
            <p:nvPr/>
          </p:nvSpPr>
          <p:spPr bwMode="auto">
            <a:xfrm rot="5400000" flipH="1" flipV="1">
              <a:off x="10893706" y="-3365416"/>
              <a:ext cx="3344863" cy="3662363"/>
            </a:xfrm>
            <a:custGeom>
              <a:avLst/>
              <a:gdLst>
                <a:gd name="T0" fmla="*/ 0 w 2107"/>
                <a:gd name="T1" fmla="*/ 2307 h 2307"/>
                <a:gd name="T2" fmla="*/ 157 w 2107"/>
                <a:gd name="T3" fmla="*/ 2151 h 2307"/>
                <a:gd name="T4" fmla="*/ 161 w 2107"/>
                <a:gd name="T5" fmla="*/ 1960 h 2307"/>
                <a:gd name="T6" fmla="*/ 279 w 2107"/>
                <a:gd name="T7" fmla="*/ 1842 h 2307"/>
                <a:gd name="T8" fmla="*/ 445 w 2107"/>
                <a:gd name="T9" fmla="*/ 1851 h 2307"/>
                <a:gd name="T10" fmla="*/ 1147 w 2107"/>
                <a:gd name="T11" fmla="*/ 1146 h 2307"/>
                <a:gd name="T12" fmla="*/ 1145 w 2107"/>
                <a:gd name="T13" fmla="*/ 964 h 2307"/>
                <a:gd name="T14" fmla="*/ 2107 w 2107"/>
                <a:gd name="T15" fmla="*/ 0 h 2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07" h="2307">
                  <a:moveTo>
                    <a:pt x="0" y="2307"/>
                  </a:moveTo>
                  <a:lnTo>
                    <a:pt x="157" y="2151"/>
                  </a:lnTo>
                  <a:lnTo>
                    <a:pt x="161" y="1960"/>
                  </a:lnTo>
                  <a:lnTo>
                    <a:pt x="279" y="1842"/>
                  </a:lnTo>
                  <a:lnTo>
                    <a:pt x="445" y="1851"/>
                  </a:lnTo>
                  <a:lnTo>
                    <a:pt x="1147" y="1146"/>
                  </a:lnTo>
                  <a:lnTo>
                    <a:pt x="1145" y="964"/>
                  </a:lnTo>
                  <a:lnTo>
                    <a:pt x="210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19" name="Freeform 73"/>
            <p:cNvSpPr>
              <a:spLocks/>
            </p:cNvSpPr>
            <p:nvPr/>
          </p:nvSpPr>
          <p:spPr bwMode="auto">
            <a:xfrm rot="5400000" flipH="1" flipV="1">
              <a:off x="10931806" y="-3438440"/>
              <a:ext cx="3524250" cy="3867150"/>
            </a:xfrm>
            <a:custGeom>
              <a:avLst/>
              <a:gdLst>
                <a:gd name="T0" fmla="*/ 2220 w 2220"/>
                <a:gd name="T1" fmla="*/ 0 h 2436"/>
                <a:gd name="T2" fmla="*/ 1255 w 2220"/>
                <a:gd name="T3" fmla="*/ 965 h 2436"/>
                <a:gd name="T4" fmla="*/ 1260 w 2220"/>
                <a:gd name="T5" fmla="*/ 1149 h 2436"/>
                <a:gd name="T6" fmla="*/ 555 w 2220"/>
                <a:gd name="T7" fmla="*/ 1852 h 2436"/>
                <a:gd name="T8" fmla="*/ 397 w 2220"/>
                <a:gd name="T9" fmla="*/ 1849 h 2436"/>
                <a:gd name="T10" fmla="*/ 279 w 2220"/>
                <a:gd name="T11" fmla="*/ 1970 h 2436"/>
                <a:gd name="T12" fmla="*/ 274 w 2220"/>
                <a:gd name="T13" fmla="*/ 2159 h 2436"/>
                <a:gd name="T14" fmla="*/ 0 w 2220"/>
                <a:gd name="T15" fmla="*/ 2436 h 2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0" h="2436">
                  <a:moveTo>
                    <a:pt x="2220" y="0"/>
                  </a:moveTo>
                  <a:lnTo>
                    <a:pt x="1255" y="965"/>
                  </a:lnTo>
                  <a:lnTo>
                    <a:pt x="1260" y="1149"/>
                  </a:lnTo>
                  <a:lnTo>
                    <a:pt x="555" y="1852"/>
                  </a:lnTo>
                  <a:lnTo>
                    <a:pt x="397" y="1849"/>
                  </a:lnTo>
                  <a:lnTo>
                    <a:pt x="279" y="1970"/>
                  </a:lnTo>
                  <a:lnTo>
                    <a:pt x="274" y="2159"/>
                  </a:lnTo>
                  <a:lnTo>
                    <a:pt x="0" y="243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20" name="Freeform 74"/>
            <p:cNvSpPr>
              <a:spLocks/>
            </p:cNvSpPr>
            <p:nvPr/>
          </p:nvSpPr>
          <p:spPr bwMode="auto">
            <a:xfrm rot="5400000" flipH="1" flipV="1">
              <a:off x="10945300" y="-3447172"/>
              <a:ext cx="2968625" cy="3119438"/>
            </a:xfrm>
            <a:custGeom>
              <a:avLst/>
              <a:gdLst>
                <a:gd name="T0" fmla="*/ 1870 w 1870"/>
                <a:gd name="T1" fmla="*/ 0 h 1965"/>
                <a:gd name="T2" fmla="*/ 905 w 1870"/>
                <a:gd name="T3" fmla="*/ 962 h 1965"/>
                <a:gd name="T4" fmla="*/ 903 w 1870"/>
                <a:gd name="T5" fmla="*/ 1139 h 1965"/>
                <a:gd name="T6" fmla="*/ 80 w 1870"/>
                <a:gd name="T7" fmla="*/ 1962 h 1965"/>
                <a:gd name="T8" fmla="*/ 0 w 1870"/>
                <a:gd name="T9" fmla="*/ 1965 h 1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0" h="1965">
                  <a:moveTo>
                    <a:pt x="1870" y="0"/>
                  </a:moveTo>
                  <a:lnTo>
                    <a:pt x="905" y="962"/>
                  </a:lnTo>
                  <a:lnTo>
                    <a:pt x="903" y="1139"/>
                  </a:lnTo>
                  <a:lnTo>
                    <a:pt x="80" y="1962"/>
                  </a:lnTo>
                  <a:lnTo>
                    <a:pt x="0" y="196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21" name="Freeform 75"/>
            <p:cNvSpPr>
              <a:spLocks/>
            </p:cNvSpPr>
            <p:nvPr/>
          </p:nvSpPr>
          <p:spPr bwMode="auto">
            <a:xfrm rot="5400000" flipH="1" flipV="1">
              <a:off x="9085543" y="-2916153"/>
              <a:ext cx="3948113" cy="2773363"/>
            </a:xfrm>
            <a:custGeom>
              <a:avLst/>
              <a:gdLst>
                <a:gd name="T0" fmla="*/ 4 w 2487"/>
                <a:gd name="T1" fmla="*/ 1747 h 1747"/>
                <a:gd name="T2" fmla="*/ 0 w 2487"/>
                <a:gd name="T3" fmla="*/ 1657 h 1747"/>
                <a:gd name="T4" fmla="*/ 1655 w 2487"/>
                <a:gd name="T5" fmla="*/ 0 h 1747"/>
                <a:gd name="T6" fmla="*/ 2487 w 2487"/>
                <a:gd name="T7" fmla="*/ 0 h 1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7" h="1747">
                  <a:moveTo>
                    <a:pt x="4" y="1747"/>
                  </a:moveTo>
                  <a:lnTo>
                    <a:pt x="0" y="1657"/>
                  </a:lnTo>
                  <a:lnTo>
                    <a:pt x="1655" y="0"/>
                  </a:lnTo>
                  <a:lnTo>
                    <a:pt x="248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22" name="Freeform 76"/>
            <p:cNvSpPr>
              <a:spLocks/>
            </p:cNvSpPr>
            <p:nvPr/>
          </p:nvSpPr>
          <p:spPr bwMode="auto">
            <a:xfrm rot="5400000" flipH="1" flipV="1">
              <a:off x="8906156" y="-2722478"/>
              <a:ext cx="3606800" cy="2165350"/>
            </a:xfrm>
            <a:custGeom>
              <a:avLst/>
              <a:gdLst>
                <a:gd name="T0" fmla="*/ 0 w 2272"/>
                <a:gd name="T1" fmla="*/ 1364 h 1364"/>
                <a:gd name="T2" fmla="*/ 64 w 2272"/>
                <a:gd name="T3" fmla="*/ 1301 h 1364"/>
                <a:gd name="T4" fmla="*/ 147 w 2272"/>
                <a:gd name="T5" fmla="*/ 1298 h 1364"/>
                <a:gd name="T6" fmla="*/ 1445 w 2272"/>
                <a:gd name="T7" fmla="*/ 0 h 1364"/>
                <a:gd name="T8" fmla="*/ 2272 w 2272"/>
                <a:gd name="T9" fmla="*/ 0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72" h="1364">
                  <a:moveTo>
                    <a:pt x="0" y="1364"/>
                  </a:moveTo>
                  <a:lnTo>
                    <a:pt x="64" y="1301"/>
                  </a:lnTo>
                  <a:lnTo>
                    <a:pt x="147" y="1298"/>
                  </a:lnTo>
                  <a:lnTo>
                    <a:pt x="1445" y="0"/>
                  </a:lnTo>
                  <a:lnTo>
                    <a:pt x="227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27" name="Freeform 77"/>
            <p:cNvSpPr>
              <a:spLocks/>
            </p:cNvSpPr>
            <p:nvPr/>
          </p:nvSpPr>
          <p:spPr bwMode="auto">
            <a:xfrm rot="5400000" flipH="1" flipV="1">
              <a:off x="9380025" y="-3375735"/>
              <a:ext cx="4500563" cy="4635500"/>
            </a:xfrm>
            <a:custGeom>
              <a:avLst/>
              <a:gdLst>
                <a:gd name="T0" fmla="*/ 0 w 2835"/>
                <a:gd name="T1" fmla="*/ 2920 h 2920"/>
                <a:gd name="T2" fmla="*/ 2 w 2835"/>
                <a:gd name="T3" fmla="*/ 2849 h 2920"/>
                <a:gd name="T4" fmla="*/ 177 w 2835"/>
                <a:gd name="T5" fmla="*/ 2674 h 2920"/>
                <a:gd name="T6" fmla="*/ 175 w 2835"/>
                <a:gd name="T7" fmla="*/ 2276 h 2920"/>
                <a:gd name="T8" fmla="*/ 234 w 2835"/>
                <a:gd name="T9" fmla="*/ 2215 h 2920"/>
                <a:gd name="T10" fmla="*/ 234 w 2835"/>
                <a:gd name="T11" fmla="*/ 2016 h 2920"/>
                <a:gd name="T12" fmla="*/ 423 w 2835"/>
                <a:gd name="T13" fmla="*/ 1827 h 2920"/>
                <a:gd name="T14" fmla="*/ 487 w 2835"/>
                <a:gd name="T15" fmla="*/ 1830 h 2920"/>
                <a:gd name="T16" fmla="*/ 589 w 2835"/>
                <a:gd name="T17" fmla="*/ 1728 h 2920"/>
                <a:gd name="T18" fmla="*/ 586 w 2835"/>
                <a:gd name="T19" fmla="*/ 1652 h 2920"/>
                <a:gd name="T20" fmla="*/ 518 w 2835"/>
                <a:gd name="T21" fmla="*/ 1586 h 2920"/>
                <a:gd name="T22" fmla="*/ 667 w 2835"/>
                <a:gd name="T23" fmla="*/ 1435 h 2920"/>
                <a:gd name="T24" fmla="*/ 771 w 2835"/>
                <a:gd name="T25" fmla="*/ 1437 h 2920"/>
                <a:gd name="T26" fmla="*/ 2206 w 2835"/>
                <a:gd name="T27" fmla="*/ 0 h 2920"/>
                <a:gd name="T28" fmla="*/ 2835 w 2835"/>
                <a:gd name="T29" fmla="*/ 0 h 2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35" h="2920">
                  <a:moveTo>
                    <a:pt x="0" y="2920"/>
                  </a:moveTo>
                  <a:lnTo>
                    <a:pt x="2" y="2849"/>
                  </a:lnTo>
                  <a:lnTo>
                    <a:pt x="177" y="2674"/>
                  </a:lnTo>
                  <a:lnTo>
                    <a:pt x="175" y="2276"/>
                  </a:lnTo>
                  <a:lnTo>
                    <a:pt x="234" y="2215"/>
                  </a:lnTo>
                  <a:lnTo>
                    <a:pt x="234" y="2016"/>
                  </a:lnTo>
                  <a:lnTo>
                    <a:pt x="423" y="1827"/>
                  </a:lnTo>
                  <a:lnTo>
                    <a:pt x="487" y="1830"/>
                  </a:lnTo>
                  <a:lnTo>
                    <a:pt x="589" y="1728"/>
                  </a:lnTo>
                  <a:lnTo>
                    <a:pt x="586" y="1652"/>
                  </a:lnTo>
                  <a:lnTo>
                    <a:pt x="518" y="1586"/>
                  </a:lnTo>
                  <a:lnTo>
                    <a:pt x="667" y="1435"/>
                  </a:lnTo>
                  <a:lnTo>
                    <a:pt x="771" y="1437"/>
                  </a:lnTo>
                  <a:lnTo>
                    <a:pt x="2206" y="0"/>
                  </a:lnTo>
                  <a:lnTo>
                    <a:pt x="283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0" name="Freeform 78"/>
            <p:cNvSpPr>
              <a:spLocks/>
            </p:cNvSpPr>
            <p:nvPr/>
          </p:nvSpPr>
          <p:spPr bwMode="auto">
            <a:xfrm rot="5400000" flipH="1" flipV="1">
              <a:off x="13035244" y="1935247"/>
              <a:ext cx="2079625" cy="3251200"/>
            </a:xfrm>
            <a:custGeom>
              <a:avLst/>
              <a:gdLst>
                <a:gd name="T0" fmla="*/ 0 w 1310"/>
                <a:gd name="T1" fmla="*/ 2048 h 2048"/>
                <a:gd name="T2" fmla="*/ 892 w 1310"/>
                <a:gd name="T3" fmla="*/ 1156 h 2048"/>
                <a:gd name="T4" fmla="*/ 889 w 1310"/>
                <a:gd name="T5" fmla="*/ 915 h 2048"/>
                <a:gd name="T6" fmla="*/ 1305 w 1310"/>
                <a:gd name="T7" fmla="*/ 501 h 2048"/>
                <a:gd name="T8" fmla="*/ 1310 w 1310"/>
                <a:gd name="T9" fmla="*/ 59 h 2048"/>
                <a:gd name="T10" fmla="*/ 1251 w 1310"/>
                <a:gd name="T11" fmla="*/ 0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10" h="2048">
                  <a:moveTo>
                    <a:pt x="0" y="2048"/>
                  </a:moveTo>
                  <a:lnTo>
                    <a:pt x="892" y="1156"/>
                  </a:lnTo>
                  <a:lnTo>
                    <a:pt x="889" y="915"/>
                  </a:lnTo>
                  <a:lnTo>
                    <a:pt x="1305" y="501"/>
                  </a:lnTo>
                  <a:lnTo>
                    <a:pt x="1310" y="59"/>
                  </a:lnTo>
                  <a:lnTo>
                    <a:pt x="125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1" name="Freeform 79"/>
            <p:cNvSpPr>
              <a:spLocks/>
            </p:cNvSpPr>
            <p:nvPr/>
          </p:nvSpPr>
          <p:spPr bwMode="auto">
            <a:xfrm rot="5400000" flipH="1" flipV="1">
              <a:off x="12897925" y="1693153"/>
              <a:ext cx="2197100" cy="3513138"/>
            </a:xfrm>
            <a:custGeom>
              <a:avLst/>
              <a:gdLst>
                <a:gd name="T0" fmla="*/ 0 w 1384"/>
                <a:gd name="T1" fmla="*/ 2213 h 2213"/>
                <a:gd name="T2" fmla="*/ 892 w 1384"/>
                <a:gd name="T3" fmla="*/ 1321 h 2213"/>
                <a:gd name="T4" fmla="*/ 889 w 1384"/>
                <a:gd name="T5" fmla="*/ 1083 h 2213"/>
                <a:gd name="T6" fmla="*/ 1306 w 1384"/>
                <a:gd name="T7" fmla="*/ 667 h 2213"/>
                <a:gd name="T8" fmla="*/ 1301 w 1384"/>
                <a:gd name="T9" fmla="*/ 83 h 2213"/>
                <a:gd name="T10" fmla="*/ 1384 w 1384"/>
                <a:gd name="T11" fmla="*/ 0 h 2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84" h="2213">
                  <a:moveTo>
                    <a:pt x="0" y="2213"/>
                  </a:moveTo>
                  <a:lnTo>
                    <a:pt x="892" y="1321"/>
                  </a:lnTo>
                  <a:lnTo>
                    <a:pt x="889" y="1083"/>
                  </a:lnTo>
                  <a:lnTo>
                    <a:pt x="1306" y="667"/>
                  </a:lnTo>
                  <a:lnTo>
                    <a:pt x="1301" y="83"/>
                  </a:lnTo>
                  <a:lnTo>
                    <a:pt x="138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3" name="Freeform 80"/>
            <p:cNvSpPr>
              <a:spLocks/>
            </p:cNvSpPr>
            <p:nvPr/>
          </p:nvSpPr>
          <p:spPr bwMode="auto">
            <a:xfrm rot="5400000" flipH="1" flipV="1">
              <a:off x="13066200" y="1755065"/>
              <a:ext cx="2355850" cy="3122613"/>
            </a:xfrm>
            <a:custGeom>
              <a:avLst/>
              <a:gdLst>
                <a:gd name="T0" fmla="*/ 0 w 1484"/>
                <a:gd name="T1" fmla="*/ 1967 h 1967"/>
                <a:gd name="T2" fmla="*/ 891 w 1484"/>
                <a:gd name="T3" fmla="*/ 1076 h 1967"/>
                <a:gd name="T4" fmla="*/ 884 w 1484"/>
                <a:gd name="T5" fmla="*/ 830 h 1967"/>
                <a:gd name="T6" fmla="*/ 1392 w 1484"/>
                <a:gd name="T7" fmla="*/ 321 h 1967"/>
                <a:gd name="T8" fmla="*/ 1394 w 1484"/>
                <a:gd name="T9" fmla="*/ 90 h 1967"/>
                <a:gd name="T10" fmla="*/ 1484 w 1484"/>
                <a:gd name="T11" fmla="*/ 0 h 1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84" h="1967">
                  <a:moveTo>
                    <a:pt x="0" y="1967"/>
                  </a:moveTo>
                  <a:lnTo>
                    <a:pt x="891" y="1076"/>
                  </a:lnTo>
                  <a:lnTo>
                    <a:pt x="884" y="830"/>
                  </a:lnTo>
                  <a:lnTo>
                    <a:pt x="1392" y="321"/>
                  </a:lnTo>
                  <a:lnTo>
                    <a:pt x="1394" y="90"/>
                  </a:lnTo>
                  <a:lnTo>
                    <a:pt x="148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4" name="Freeform 81"/>
            <p:cNvSpPr>
              <a:spLocks/>
            </p:cNvSpPr>
            <p:nvPr/>
          </p:nvSpPr>
          <p:spPr bwMode="auto">
            <a:xfrm rot="5400000" flipH="1" flipV="1">
              <a:off x="12335156" y="852572"/>
              <a:ext cx="2630488" cy="4481513"/>
            </a:xfrm>
            <a:custGeom>
              <a:avLst/>
              <a:gdLst>
                <a:gd name="T0" fmla="*/ 1657 w 1657"/>
                <a:gd name="T1" fmla="*/ 0 h 2823"/>
                <a:gd name="T2" fmla="*/ 1567 w 1657"/>
                <a:gd name="T3" fmla="*/ 90 h 2823"/>
                <a:gd name="T4" fmla="*/ 1565 w 1657"/>
                <a:gd name="T5" fmla="*/ 159 h 2823"/>
                <a:gd name="T6" fmla="*/ 1418 w 1657"/>
                <a:gd name="T7" fmla="*/ 308 h 2823"/>
                <a:gd name="T8" fmla="*/ 1421 w 1657"/>
                <a:gd name="T9" fmla="*/ 414 h 2823"/>
                <a:gd name="T10" fmla="*/ 1489 w 1657"/>
                <a:gd name="T11" fmla="*/ 480 h 2823"/>
                <a:gd name="T12" fmla="*/ 1489 w 1657"/>
                <a:gd name="T13" fmla="*/ 695 h 2823"/>
                <a:gd name="T14" fmla="*/ 1575 w 1657"/>
                <a:gd name="T15" fmla="*/ 781 h 2823"/>
                <a:gd name="T16" fmla="*/ 1572 w 1657"/>
                <a:gd name="T17" fmla="*/ 967 h 2823"/>
                <a:gd name="T18" fmla="*/ 903 w 1657"/>
                <a:gd name="T19" fmla="*/ 1636 h 2823"/>
                <a:gd name="T20" fmla="*/ 905 w 1657"/>
                <a:gd name="T21" fmla="*/ 2131 h 2823"/>
                <a:gd name="T22" fmla="*/ 624 w 1657"/>
                <a:gd name="T23" fmla="*/ 2410 h 2823"/>
                <a:gd name="T24" fmla="*/ 404 w 1657"/>
                <a:gd name="T25" fmla="*/ 2417 h 2823"/>
                <a:gd name="T26" fmla="*/ 0 w 1657"/>
                <a:gd name="T27" fmla="*/ 2823 h 2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57" h="2823">
                  <a:moveTo>
                    <a:pt x="1657" y="0"/>
                  </a:moveTo>
                  <a:lnTo>
                    <a:pt x="1567" y="90"/>
                  </a:lnTo>
                  <a:lnTo>
                    <a:pt x="1565" y="159"/>
                  </a:lnTo>
                  <a:lnTo>
                    <a:pt x="1418" y="308"/>
                  </a:lnTo>
                  <a:lnTo>
                    <a:pt x="1421" y="414"/>
                  </a:lnTo>
                  <a:lnTo>
                    <a:pt x="1489" y="480"/>
                  </a:lnTo>
                  <a:lnTo>
                    <a:pt x="1489" y="695"/>
                  </a:lnTo>
                  <a:lnTo>
                    <a:pt x="1575" y="781"/>
                  </a:lnTo>
                  <a:lnTo>
                    <a:pt x="1572" y="967"/>
                  </a:lnTo>
                  <a:lnTo>
                    <a:pt x="903" y="1636"/>
                  </a:lnTo>
                  <a:lnTo>
                    <a:pt x="905" y="2131"/>
                  </a:lnTo>
                  <a:lnTo>
                    <a:pt x="624" y="2410"/>
                  </a:lnTo>
                  <a:lnTo>
                    <a:pt x="404" y="2417"/>
                  </a:lnTo>
                  <a:lnTo>
                    <a:pt x="0" y="282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5" name="Freeform 82"/>
            <p:cNvSpPr>
              <a:spLocks/>
            </p:cNvSpPr>
            <p:nvPr/>
          </p:nvSpPr>
          <p:spPr bwMode="auto">
            <a:xfrm rot="5400000" flipH="1" flipV="1">
              <a:off x="12528038" y="940678"/>
              <a:ext cx="2597150" cy="4233863"/>
            </a:xfrm>
            <a:custGeom>
              <a:avLst/>
              <a:gdLst>
                <a:gd name="T0" fmla="*/ 1636 w 1636"/>
                <a:gd name="T1" fmla="*/ 3 h 2667"/>
                <a:gd name="T2" fmla="*/ 1542 w 1636"/>
                <a:gd name="T3" fmla="*/ 0 h 2667"/>
                <a:gd name="T4" fmla="*/ 1414 w 1636"/>
                <a:gd name="T5" fmla="*/ 128 h 2667"/>
                <a:gd name="T6" fmla="*/ 1419 w 1636"/>
                <a:gd name="T7" fmla="*/ 213 h 2667"/>
                <a:gd name="T8" fmla="*/ 1490 w 1636"/>
                <a:gd name="T9" fmla="*/ 287 h 2667"/>
                <a:gd name="T10" fmla="*/ 1487 w 1636"/>
                <a:gd name="T11" fmla="*/ 497 h 2667"/>
                <a:gd name="T12" fmla="*/ 1570 w 1636"/>
                <a:gd name="T13" fmla="*/ 580 h 2667"/>
                <a:gd name="T14" fmla="*/ 1572 w 1636"/>
                <a:gd name="T15" fmla="*/ 811 h 2667"/>
                <a:gd name="T16" fmla="*/ 903 w 1636"/>
                <a:gd name="T17" fmla="*/ 1481 h 2667"/>
                <a:gd name="T18" fmla="*/ 906 w 1636"/>
                <a:gd name="T19" fmla="*/ 1975 h 2667"/>
                <a:gd name="T20" fmla="*/ 612 w 1636"/>
                <a:gd name="T21" fmla="*/ 2268 h 2667"/>
                <a:gd name="T22" fmla="*/ 390 w 1636"/>
                <a:gd name="T23" fmla="*/ 2277 h 2667"/>
                <a:gd name="T24" fmla="*/ 0 w 1636"/>
                <a:gd name="T25" fmla="*/ 2667 h 2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36" h="2667">
                  <a:moveTo>
                    <a:pt x="1636" y="3"/>
                  </a:moveTo>
                  <a:lnTo>
                    <a:pt x="1542" y="0"/>
                  </a:lnTo>
                  <a:lnTo>
                    <a:pt x="1414" y="128"/>
                  </a:lnTo>
                  <a:lnTo>
                    <a:pt x="1419" y="213"/>
                  </a:lnTo>
                  <a:lnTo>
                    <a:pt x="1490" y="287"/>
                  </a:lnTo>
                  <a:lnTo>
                    <a:pt x="1487" y="497"/>
                  </a:lnTo>
                  <a:lnTo>
                    <a:pt x="1570" y="580"/>
                  </a:lnTo>
                  <a:lnTo>
                    <a:pt x="1572" y="811"/>
                  </a:lnTo>
                  <a:lnTo>
                    <a:pt x="903" y="1481"/>
                  </a:lnTo>
                  <a:lnTo>
                    <a:pt x="906" y="1975"/>
                  </a:lnTo>
                  <a:lnTo>
                    <a:pt x="612" y="2268"/>
                  </a:lnTo>
                  <a:lnTo>
                    <a:pt x="390" y="2277"/>
                  </a:lnTo>
                  <a:lnTo>
                    <a:pt x="0" y="2667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6" name="Freeform 83"/>
            <p:cNvSpPr>
              <a:spLocks/>
            </p:cNvSpPr>
            <p:nvPr/>
          </p:nvSpPr>
          <p:spPr bwMode="auto">
            <a:xfrm rot="5400000" flipH="1" flipV="1">
              <a:off x="12751875" y="743828"/>
              <a:ext cx="2703513" cy="4102100"/>
            </a:xfrm>
            <a:custGeom>
              <a:avLst/>
              <a:gdLst>
                <a:gd name="T0" fmla="*/ 0 w 1703"/>
                <a:gd name="T1" fmla="*/ 2584 h 2584"/>
                <a:gd name="T2" fmla="*/ 811 w 1703"/>
                <a:gd name="T3" fmla="*/ 1775 h 2584"/>
                <a:gd name="T4" fmla="*/ 821 w 1703"/>
                <a:gd name="T5" fmla="*/ 1283 h 2584"/>
                <a:gd name="T6" fmla="*/ 1393 w 1703"/>
                <a:gd name="T7" fmla="*/ 711 h 2584"/>
                <a:gd name="T8" fmla="*/ 1558 w 1703"/>
                <a:gd name="T9" fmla="*/ 707 h 2584"/>
                <a:gd name="T10" fmla="*/ 1698 w 1703"/>
                <a:gd name="T11" fmla="*/ 567 h 2584"/>
                <a:gd name="T12" fmla="*/ 1703 w 1703"/>
                <a:gd name="T13" fmla="*/ 494 h 2584"/>
                <a:gd name="T14" fmla="*/ 1464 w 1703"/>
                <a:gd name="T15" fmla="*/ 255 h 2584"/>
                <a:gd name="T16" fmla="*/ 1459 w 1703"/>
                <a:gd name="T17" fmla="*/ 0 h 2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03" h="2584">
                  <a:moveTo>
                    <a:pt x="0" y="2584"/>
                  </a:moveTo>
                  <a:lnTo>
                    <a:pt x="811" y="1775"/>
                  </a:lnTo>
                  <a:lnTo>
                    <a:pt x="821" y="1283"/>
                  </a:lnTo>
                  <a:lnTo>
                    <a:pt x="1393" y="711"/>
                  </a:lnTo>
                  <a:lnTo>
                    <a:pt x="1558" y="707"/>
                  </a:lnTo>
                  <a:lnTo>
                    <a:pt x="1698" y="567"/>
                  </a:lnTo>
                  <a:lnTo>
                    <a:pt x="1703" y="494"/>
                  </a:lnTo>
                  <a:lnTo>
                    <a:pt x="1464" y="255"/>
                  </a:lnTo>
                  <a:lnTo>
                    <a:pt x="145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7" name="Freeform 84"/>
            <p:cNvSpPr>
              <a:spLocks/>
            </p:cNvSpPr>
            <p:nvPr/>
          </p:nvSpPr>
          <p:spPr bwMode="auto">
            <a:xfrm rot="5400000" flipH="1" flipV="1">
              <a:off x="12722506" y="604922"/>
              <a:ext cx="2735263" cy="4233863"/>
            </a:xfrm>
            <a:custGeom>
              <a:avLst/>
              <a:gdLst>
                <a:gd name="T0" fmla="*/ 0 w 1723"/>
                <a:gd name="T1" fmla="*/ 2667 h 2667"/>
                <a:gd name="T2" fmla="*/ 827 w 1723"/>
                <a:gd name="T3" fmla="*/ 1839 h 2667"/>
                <a:gd name="T4" fmla="*/ 832 w 1723"/>
                <a:gd name="T5" fmla="*/ 1341 h 2667"/>
                <a:gd name="T6" fmla="*/ 1362 w 1723"/>
                <a:gd name="T7" fmla="*/ 809 h 2667"/>
                <a:gd name="T8" fmla="*/ 1530 w 1723"/>
                <a:gd name="T9" fmla="*/ 804 h 2667"/>
                <a:gd name="T10" fmla="*/ 1721 w 1723"/>
                <a:gd name="T11" fmla="*/ 612 h 2667"/>
                <a:gd name="T12" fmla="*/ 1723 w 1723"/>
                <a:gd name="T13" fmla="*/ 548 h 2667"/>
                <a:gd name="T14" fmla="*/ 1485 w 1723"/>
                <a:gd name="T15" fmla="*/ 307 h 2667"/>
                <a:gd name="T16" fmla="*/ 1487 w 1723"/>
                <a:gd name="T17" fmla="*/ 71 h 2667"/>
                <a:gd name="T18" fmla="*/ 1558 w 1723"/>
                <a:gd name="T19" fmla="*/ 0 h 2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3" h="2667">
                  <a:moveTo>
                    <a:pt x="0" y="2667"/>
                  </a:moveTo>
                  <a:lnTo>
                    <a:pt x="827" y="1839"/>
                  </a:lnTo>
                  <a:lnTo>
                    <a:pt x="832" y="1341"/>
                  </a:lnTo>
                  <a:lnTo>
                    <a:pt x="1362" y="809"/>
                  </a:lnTo>
                  <a:lnTo>
                    <a:pt x="1530" y="804"/>
                  </a:lnTo>
                  <a:lnTo>
                    <a:pt x="1721" y="612"/>
                  </a:lnTo>
                  <a:lnTo>
                    <a:pt x="1723" y="548"/>
                  </a:lnTo>
                  <a:lnTo>
                    <a:pt x="1485" y="307"/>
                  </a:lnTo>
                  <a:lnTo>
                    <a:pt x="1487" y="71"/>
                  </a:lnTo>
                  <a:lnTo>
                    <a:pt x="155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8" name="Freeform 85"/>
            <p:cNvSpPr>
              <a:spLocks/>
            </p:cNvSpPr>
            <p:nvPr/>
          </p:nvSpPr>
          <p:spPr bwMode="auto">
            <a:xfrm rot="5400000" flipH="1" flipV="1">
              <a:off x="14288575" y="2063040"/>
              <a:ext cx="1579563" cy="2368550"/>
            </a:xfrm>
            <a:custGeom>
              <a:avLst/>
              <a:gdLst>
                <a:gd name="T0" fmla="*/ 0 w 995"/>
                <a:gd name="T1" fmla="*/ 1492 h 1492"/>
                <a:gd name="T2" fmla="*/ 839 w 995"/>
                <a:gd name="T3" fmla="*/ 651 h 1492"/>
                <a:gd name="T4" fmla="*/ 835 w 995"/>
                <a:gd name="T5" fmla="*/ 161 h 1492"/>
                <a:gd name="T6" fmla="*/ 995 w 995"/>
                <a:gd name="T7" fmla="*/ 0 h 1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5" h="1492">
                  <a:moveTo>
                    <a:pt x="0" y="1492"/>
                  </a:moveTo>
                  <a:lnTo>
                    <a:pt x="839" y="651"/>
                  </a:lnTo>
                  <a:lnTo>
                    <a:pt x="835" y="161"/>
                  </a:lnTo>
                  <a:lnTo>
                    <a:pt x="9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39" name="Freeform 86"/>
            <p:cNvSpPr>
              <a:spLocks/>
            </p:cNvSpPr>
            <p:nvPr/>
          </p:nvSpPr>
          <p:spPr bwMode="auto">
            <a:xfrm rot="5400000" flipH="1" flipV="1">
              <a:off x="13736918" y="1451060"/>
              <a:ext cx="2247900" cy="2863850"/>
            </a:xfrm>
            <a:custGeom>
              <a:avLst/>
              <a:gdLst>
                <a:gd name="T0" fmla="*/ 1220 w 1416"/>
                <a:gd name="T1" fmla="*/ 315 h 1804"/>
                <a:gd name="T2" fmla="*/ 1222 w 1416"/>
                <a:gd name="T3" fmla="*/ 194 h 1804"/>
                <a:gd name="T4" fmla="*/ 1416 w 1416"/>
                <a:gd name="T5" fmla="*/ 0 h 1804"/>
                <a:gd name="T6" fmla="*/ 1336 w 1416"/>
                <a:gd name="T7" fmla="*/ 0 h 1804"/>
                <a:gd name="T8" fmla="*/ 1102 w 1416"/>
                <a:gd name="T9" fmla="*/ 234 h 1804"/>
                <a:gd name="T10" fmla="*/ 1102 w 1416"/>
                <a:gd name="T11" fmla="*/ 383 h 1804"/>
                <a:gd name="T12" fmla="*/ 1052 w 1416"/>
                <a:gd name="T13" fmla="*/ 431 h 1804"/>
                <a:gd name="T14" fmla="*/ 960 w 1416"/>
                <a:gd name="T15" fmla="*/ 459 h 1804"/>
                <a:gd name="T16" fmla="*/ 863 w 1416"/>
                <a:gd name="T17" fmla="*/ 554 h 1804"/>
                <a:gd name="T18" fmla="*/ 860 w 1416"/>
                <a:gd name="T19" fmla="*/ 944 h 1804"/>
                <a:gd name="T20" fmla="*/ 0 w 1416"/>
                <a:gd name="T21" fmla="*/ 1804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6" h="1804">
                  <a:moveTo>
                    <a:pt x="1220" y="315"/>
                  </a:moveTo>
                  <a:lnTo>
                    <a:pt x="1222" y="194"/>
                  </a:lnTo>
                  <a:lnTo>
                    <a:pt x="1416" y="0"/>
                  </a:lnTo>
                  <a:lnTo>
                    <a:pt x="1336" y="0"/>
                  </a:lnTo>
                  <a:lnTo>
                    <a:pt x="1102" y="234"/>
                  </a:lnTo>
                  <a:lnTo>
                    <a:pt x="1102" y="383"/>
                  </a:lnTo>
                  <a:lnTo>
                    <a:pt x="1052" y="431"/>
                  </a:lnTo>
                  <a:lnTo>
                    <a:pt x="960" y="459"/>
                  </a:lnTo>
                  <a:lnTo>
                    <a:pt x="863" y="554"/>
                  </a:lnTo>
                  <a:lnTo>
                    <a:pt x="860" y="944"/>
                  </a:lnTo>
                  <a:lnTo>
                    <a:pt x="0" y="180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40" name="Freeform 87"/>
            <p:cNvSpPr>
              <a:spLocks/>
            </p:cNvSpPr>
            <p:nvPr/>
          </p:nvSpPr>
          <p:spPr bwMode="auto">
            <a:xfrm rot="5400000" flipH="1" flipV="1">
              <a:off x="14743393" y="1054185"/>
              <a:ext cx="1857375" cy="2644775"/>
            </a:xfrm>
            <a:custGeom>
              <a:avLst/>
              <a:gdLst>
                <a:gd name="T0" fmla="*/ 0 w 1170"/>
                <a:gd name="T1" fmla="*/ 1666 h 1666"/>
                <a:gd name="T2" fmla="*/ 723 w 1170"/>
                <a:gd name="T3" fmla="*/ 941 h 1666"/>
                <a:gd name="T4" fmla="*/ 728 w 1170"/>
                <a:gd name="T5" fmla="*/ 671 h 1666"/>
                <a:gd name="T6" fmla="*/ 1024 w 1170"/>
                <a:gd name="T7" fmla="*/ 375 h 1666"/>
                <a:gd name="T8" fmla="*/ 1024 w 1170"/>
                <a:gd name="T9" fmla="*/ 146 h 1666"/>
                <a:gd name="T10" fmla="*/ 1170 w 1170"/>
                <a:gd name="T11" fmla="*/ 0 h 1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0" h="1666">
                  <a:moveTo>
                    <a:pt x="0" y="1666"/>
                  </a:moveTo>
                  <a:lnTo>
                    <a:pt x="723" y="941"/>
                  </a:lnTo>
                  <a:lnTo>
                    <a:pt x="728" y="671"/>
                  </a:lnTo>
                  <a:lnTo>
                    <a:pt x="1024" y="375"/>
                  </a:lnTo>
                  <a:lnTo>
                    <a:pt x="1024" y="146"/>
                  </a:lnTo>
                  <a:lnTo>
                    <a:pt x="117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47" name="Freeform 88"/>
            <p:cNvSpPr>
              <a:spLocks/>
            </p:cNvSpPr>
            <p:nvPr/>
          </p:nvSpPr>
          <p:spPr bwMode="auto">
            <a:xfrm rot="5400000" flipH="1" flipV="1">
              <a:off x="14722756" y="2203534"/>
              <a:ext cx="1397000" cy="1978025"/>
            </a:xfrm>
            <a:custGeom>
              <a:avLst/>
              <a:gdLst>
                <a:gd name="T0" fmla="*/ 0 w 880"/>
                <a:gd name="T1" fmla="*/ 1246 h 1246"/>
                <a:gd name="T2" fmla="*/ 686 w 880"/>
                <a:gd name="T3" fmla="*/ 560 h 1246"/>
                <a:gd name="T4" fmla="*/ 681 w 880"/>
                <a:gd name="T5" fmla="*/ 498 h 1246"/>
                <a:gd name="T6" fmla="*/ 880 w 880"/>
                <a:gd name="T7" fmla="*/ 300 h 1246"/>
                <a:gd name="T8" fmla="*/ 877 w 880"/>
                <a:gd name="T9" fmla="*/ 0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0" h="1246">
                  <a:moveTo>
                    <a:pt x="0" y="1246"/>
                  </a:moveTo>
                  <a:lnTo>
                    <a:pt x="686" y="560"/>
                  </a:lnTo>
                  <a:lnTo>
                    <a:pt x="681" y="498"/>
                  </a:lnTo>
                  <a:lnTo>
                    <a:pt x="880" y="300"/>
                  </a:lnTo>
                  <a:lnTo>
                    <a:pt x="87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48" name="Freeform 89"/>
            <p:cNvSpPr>
              <a:spLocks/>
            </p:cNvSpPr>
            <p:nvPr/>
          </p:nvSpPr>
          <p:spPr bwMode="auto">
            <a:xfrm rot="5400000" flipH="1" flipV="1">
              <a:off x="12896338" y="35803"/>
              <a:ext cx="2886075" cy="4478338"/>
            </a:xfrm>
            <a:custGeom>
              <a:avLst/>
              <a:gdLst>
                <a:gd name="T0" fmla="*/ 0 w 1818"/>
                <a:gd name="T1" fmla="*/ 2821 h 2821"/>
                <a:gd name="T2" fmla="*/ 735 w 1818"/>
                <a:gd name="T3" fmla="*/ 2086 h 2821"/>
                <a:gd name="T4" fmla="*/ 740 w 1818"/>
                <a:gd name="T5" fmla="*/ 2001 h 2821"/>
                <a:gd name="T6" fmla="*/ 943 w 1818"/>
                <a:gd name="T7" fmla="*/ 1797 h 2821"/>
                <a:gd name="T8" fmla="*/ 948 w 1818"/>
                <a:gd name="T9" fmla="*/ 1634 h 2821"/>
                <a:gd name="T10" fmla="*/ 1078 w 1818"/>
                <a:gd name="T11" fmla="*/ 1502 h 2821"/>
                <a:gd name="T12" fmla="*/ 1080 w 1818"/>
                <a:gd name="T13" fmla="*/ 1379 h 2821"/>
                <a:gd name="T14" fmla="*/ 1286 w 1818"/>
                <a:gd name="T15" fmla="*/ 1173 h 2821"/>
                <a:gd name="T16" fmla="*/ 1284 w 1818"/>
                <a:gd name="T17" fmla="*/ 908 h 2821"/>
                <a:gd name="T18" fmla="*/ 1593 w 1818"/>
                <a:gd name="T19" fmla="*/ 599 h 2821"/>
                <a:gd name="T20" fmla="*/ 1596 w 1818"/>
                <a:gd name="T21" fmla="*/ 450 h 2821"/>
                <a:gd name="T22" fmla="*/ 1655 w 1818"/>
                <a:gd name="T23" fmla="*/ 390 h 2821"/>
                <a:gd name="T24" fmla="*/ 1650 w 1818"/>
                <a:gd name="T25" fmla="*/ 166 h 2821"/>
                <a:gd name="T26" fmla="*/ 1818 w 1818"/>
                <a:gd name="T27" fmla="*/ 0 h 2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18" h="2821">
                  <a:moveTo>
                    <a:pt x="0" y="2821"/>
                  </a:moveTo>
                  <a:lnTo>
                    <a:pt x="735" y="2086"/>
                  </a:lnTo>
                  <a:lnTo>
                    <a:pt x="740" y="2001"/>
                  </a:lnTo>
                  <a:lnTo>
                    <a:pt x="943" y="1797"/>
                  </a:lnTo>
                  <a:lnTo>
                    <a:pt x="948" y="1634"/>
                  </a:lnTo>
                  <a:lnTo>
                    <a:pt x="1078" y="1502"/>
                  </a:lnTo>
                  <a:lnTo>
                    <a:pt x="1080" y="1379"/>
                  </a:lnTo>
                  <a:lnTo>
                    <a:pt x="1286" y="1173"/>
                  </a:lnTo>
                  <a:lnTo>
                    <a:pt x="1284" y="908"/>
                  </a:lnTo>
                  <a:lnTo>
                    <a:pt x="1593" y="599"/>
                  </a:lnTo>
                  <a:lnTo>
                    <a:pt x="1596" y="450"/>
                  </a:lnTo>
                  <a:lnTo>
                    <a:pt x="1655" y="390"/>
                  </a:lnTo>
                  <a:lnTo>
                    <a:pt x="1650" y="166"/>
                  </a:lnTo>
                  <a:lnTo>
                    <a:pt x="181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1" name="Freeform 90"/>
            <p:cNvSpPr>
              <a:spLocks/>
            </p:cNvSpPr>
            <p:nvPr/>
          </p:nvSpPr>
          <p:spPr bwMode="auto">
            <a:xfrm rot="5400000" flipH="1" flipV="1">
              <a:off x="12874112" y="99303"/>
              <a:ext cx="2855913" cy="4470400"/>
            </a:xfrm>
            <a:custGeom>
              <a:avLst/>
              <a:gdLst>
                <a:gd name="T0" fmla="*/ 0 w 1799"/>
                <a:gd name="T1" fmla="*/ 2816 h 2816"/>
                <a:gd name="T2" fmla="*/ 728 w 1799"/>
                <a:gd name="T3" fmla="*/ 2090 h 2816"/>
                <a:gd name="T4" fmla="*/ 730 w 1799"/>
                <a:gd name="T5" fmla="*/ 2005 h 2816"/>
                <a:gd name="T6" fmla="*/ 933 w 1799"/>
                <a:gd name="T7" fmla="*/ 1802 h 2816"/>
                <a:gd name="T8" fmla="*/ 931 w 1799"/>
                <a:gd name="T9" fmla="*/ 1631 h 2816"/>
                <a:gd name="T10" fmla="*/ 1064 w 1799"/>
                <a:gd name="T11" fmla="*/ 1499 h 2816"/>
                <a:gd name="T12" fmla="*/ 1066 w 1799"/>
                <a:gd name="T13" fmla="*/ 1376 h 2816"/>
                <a:gd name="T14" fmla="*/ 1269 w 1799"/>
                <a:gd name="T15" fmla="*/ 1173 h 2816"/>
                <a:gd name="T16" fmla="*/ 1267 w 1799"/>
                <a:gd name="T17" fmla="*/ 908 h 2816"/>
                <a:gd name="T18" fmla="*/ 1579 w 1799"/>
                <a:gd name="T19" fmla="*/ 596 h 2816"/>
                <a:gd name="T20" fmla="*/ 1581 w 1799"/>
                <a:gd name="T21" fmla="*/ 447 h 2816"/>
                <a:gd name="T22" fmla="*/ 1638 w 1799"/>
                <a:gd name="T23" fmla="*/ 388 h 2816"/>
                <a:gd name="T24" fmla="*/ 1636 w 1799"/>
                <a:gd name="T25" fmla="*/ 166 h 2816"/>
                <a:gd name="T26" fmla="*/ 1799 w 1799"/>
                <a:gd name="T27" fmla="*/ 0 h 2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99" h="2816">
                  <a:moveTo>
                    <a:pt x="0" y="2816"/>
                  </a:moveTo>
                  <a:lnTo>
                    <a:pt x="728" y="2090"/>
                  </a:lnTo>
                  <a:lnTo>
                    <a:pt x="730" y="2005"/>
                  </a:lnTo>
                  <a:lnTo>
                    <a:pt x="933" y="1802"/>
                  </a:lnTo>
                  <a:lnTo>
                    <a:pt x="931" y="1631"/>
                  </a:lnTo>
                  <a:lnTo>
                    <a:pt x="1064" y="1499"/>
                  </a:lnTo>
                  <a:lnTo>
                    <a:pt x="1066" y="1376"/>
                  </a:lnTo>
                  <a:lnTo>
                    <a:pt x="1269" y="1173"/>
                  </a:lnTo>
                  <a:lnTo>
                    <a:pt x="1267" y="908"/>
                  </a:lnTo>
                  <a:lnTo>
                    <a:pt x="1579" y="596"/>
                  </a:lnTo>
                  <a:lnTo>
                    <a:pt x="1581" y="447"/>
                  </a:lnTo>
                  <a:lnTo>
                    <a:pt x="1638" y="388"/>
                  </a:lnTo>
                  <a:lnTo>
                    <a:pt x="1636" y="166"/>
                  </a:lnTo>
                  <a:lnTo>
                    <a:pt x="179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2" name="Freeform 110"/>
            <p:cNvSpPr>
              <a:spLocks/>
            </p:cNvSpPr>
            <p:nvPr/>
          </p:nvSpPr>
          <p:spPr bwMode="auto">
            <a:xfrm rot="5400000" flipH="1" flipV="1">
              <a:off x="13646431" y="2851234"/>
              <a:ext cx="935038" cy="1249363"/>
            </a:xfrm>
            <a:custGeom>
              <a:avLst/>
              <a:gdLst>
                <a:gd name="T0" fmla="*/ 0 w 589"/>
                <a:gd name="T1" fmla="*/ 787 h 787"/>
                <a:gd name="T2" fmla="*/ 2 w 589"/>
                <a:gd name="T3" fmla="*/ 693 h 787"/>
                <a:gd name="T4" fmla="*/ 419 w 589"/>
                <a:gd name="T5" fmla="*/ 277 h 787"/>
                <a:gd name="T6" fmla="*/ 419 w 589"/>
                <a:gd name="T7" fmla="*/ 170 h 787"/>
                <a:gd name="T8" fmla="*/ 589 w 589"/>
                <a:gd name="T9" fmla="*/ 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9" h="787">
                  <a:moveTo>
                    <a:pt x="0" y="787"/>
                  </a:moveTo>
                  <a:lnTo>
                    <a:pt x="2" y="693"/>
                  </a:lnTo>
                  <a:lnTo>
                    <a:pt x="419" y="277"/>
                  </a:lnTo>
                  <a:lnTo>
                    <a:pt x="419" y="170"/>
                  </a:lnTo>
                  <a:lnTo>
                    <a:pt x="58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3" name="Freeform 111"/>
            <p:cNvSpPr>
              <a:spLocks/>
            </p:cNvSpPr>
            <p:nvPr/>
          </p:nvSpPr>
          <p:spPr bwMode="auto">
            <a:xfrm rot="5400000" flipH="1" flipV="1">
              <a:off x="12920943" y="2398797"/>
              <a:ext cx="2274888" cy="2706688"/>
            </a:xfrm>
            <a:custGeom>
              <a:avLst/>
              <a:gdLst>
                <a:gd name="T0" fmla="*/ 0 w 1433"/>
                <a:gd name="T1" fmla="*/ 1705 h 1705"/>
                <a:gd name="T2" fmla="*/ 965 w 1433"/>
                <a:gd name="T3" fmla="*/ 742 h 1705"/>
                <a:gd name="T4" fmla="*/ 963 w 1433"/>
                <a:gd name="T5" fmla="*/ 610 h 1705"/>
                <a:gd name="T6" fmla="*/ 1145 w 1433"/>
                <a:gd name="T7" fmla="*/ 428 h 1705"/>
                <a:gd name="T8" fmla="*/ 1327 w 1433"/>
                <a:gd name="T9" fmla="*/ 433 h 1705"/>
                <a:gd name="T10" fmla="*/ 1433 w 1433"/>
                <a:gd name="T11" fmla="*/ 326 h 1705"/>
                <a:gd name="T12" fmla="*/ 1433 w 1433"/>
                <a:gd name="T13" fmla="*/ 147 h 1705"/>
                <a:gd name="T14" fmla="*/ 1286 w 1433"/>
                <a:gd name="T15" fmla="*/ 0 h 1705"/>
                <a:gd name="T16" fmla="*/ 1161 w 1433"/>
                <a:gd name="T17" fmla="*/ 7 h 1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33" h="1705">
                  <a:moveTo>
                    <a:pt x="0" y="1705"/>
                  </a:moveTo>
                  <a:lnTo>
                    <a:pt x="965" y="742"/>
                  </a:lnTo>
                  <a:lnTo>
                    <a:pt x="963" y="610"/>
                  </a:lnTo>
                  <a:lnTo>
                    <a:pt x="1145" y="428"/>
                  </a:lnTo>
                  <a:lnTo>
                    <a:pt x="1327" y="433"/>
                  </a:lnTo>
                  <a:lnTo>
                    <a:pt x="1433" y="326"/>
                  </a:lnTo>
                  <a:lnTo>
                    <a:pt x="1433" y="147"/>
                  </a:lnTo>
                  <a:lnTo>
                    <a:pt x="1286" y="0"/>
                  </a:lnTo>
                  <a:lnTo>
                    <a:pt x="1161" y="7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4" name="Freeform 112"/>
            <p:cNvSpPr>
              <a:spLocks/>
            </p:cNvSpPr>
            <p:nvPr/>
          </p:nvSpPr>
          <p:spPr bwMode="auto">
            <a:xfrm rot="5400000" flipH="1" flipV="1">
              <a:off x="12928087" y="2894890"/>
              <a:ext cx="2401888" cy="2517775"/>
            </a:xfrm>
            <a:custGeom>
              <a:avLst/>
              <a:gdLst>
                <a:gd name="T0" fmla="*/ 0 w 1513"/>
                <a:gd name="T1" fmla="*/ 1586 h 1586"/>
                <a:gd name="T2" fmla="*/ 939 w 1513"/>
                <a:gd name="T3" fmla="*/ 648 h 1586"/>
                <a:gd name="T4" fmla="*/ 1057 w 1513"/>
                <a:gd name="T5" fmla="*/ 653 h 1586"/>
                <a:gd name="T6" fmla="*/ 1513 w 1513"/>
                <a:gd name="T7" fmla="*/ 194 h 1586"/>
                <a:gd name="T8" fmla="*/ 1513 w 1513"/>
                <a:gd name="T9" fmla="*/ 0 h 1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3" h="1586">
                  <a:moveTo>
                    <a:pt x="0" y="1586"/>
                  </a:moveTo>
                  <a:lnTo>
                    <a:pt x="939" y="648"/>
                  </a:lnTo>
                  <a:lnTo>
                    <a:pt x="1057" y="653"/>
                  </a:lnTo>
                  <a:lnTo>
                    <a:pt x="1513" y="194"/>
                  </a:lnTo>
                  <a:lnTo>
                    <a:pt x="151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5" name="Freeform 113"/>
            <p:cNvSpPr>
              <a:spLocks/>
            </p:cNvSpPr>
            <p:nvPr/>
          </p:nvSpPr>
          <p:spPr bwMode="auto">
            <a:xfrm rot="5400000" flipH="1" flipV="1">
              <a:off x="11389006" y="1482810"/>
              <a:ext cx="3787775" cy="4241800"/>
            </a:xfrm>
            <a:custGeom>
              <a:avLst/>
              <a:gdLst>
                <a:gd name="T0" fmla="*/ 0 w 2386"/>
                <a:gd name="T1" fmla="*/ 2672 h 2672"/>
                <a:gd name="T2" fmla="*/ 989 w 2386"/>
                <a:gd name="T3" fmla="*/ 1684 h 2672"/>
                <a:gd name="T4" fmla="*/ 1133 w 2386"/>
                <a:gd name="T5" fmla="*/ 1688 h 2672"/>
                <a:gd name="T6" fmla="*/ 1556 w 2386"/>
                <a:gd name="T7" fmla="*/ 1265 h 2672"/>
                <a:gd name="T8" fmla="*/ 1563 w 2386"/>
                <a:gd name="T9" fmla="*/ 1173 h 2672"/>
                <a:gd name="T10" fmla="*/ 1405 w 2386"/>
                <a:gd name="T11" fmla="*/ 1017 h 2672"/>
                <a:gd name="T12" fmla="*/ 1407 w 2386"/>
                <a:gd name="T13" fmla="*/ 960 h 2672"/>
                <a:gd name="T14" fmla="*/ 1494 w 2386"/>
                <a:gd name="T15" fmla="*/ 873 h 2672"/>
                <a:gd name="T16" fmla="*/ 1596 w 2386"/>
                <a:gd name="T17" fmla="*/ 877 h 2672"/>
                <a:gd name="T18" fmla="*/ 1979 w 2386"/>
                <a:gd name="T19" fmla="*/ 494 h 2672"/>
                <a:gd name="T20" fmla="*/ 1977 w 2386"/>
                <a:gd name="T21" fmla="*/ 374 h 2672"/>
                <a:gd name="T22" fmla="*/ 2062 w 2386"/>
                <a:gd name="T23" fmla="*/ 291 h 2672"/>
                <a:gd name="T24" fmla="*/ 2067 w 2386"/>
                <a:gd name="T25" fmla="*/ 100 h 2672"/>
                <a:gd name="T26" fmla="*/ 2164 w 2386"/>
                <a:gd name="T27" fmla="*/ 0 h 2672"/>
                <a:gd name="T28" fmla="*/ 2386 w 2386"/>
                <a:gd name="T29" fmla="*/ 0 h 2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86" h="2672">
                  <a:moveTo>
                    <a:pt x="0" y="2672"/>
                  </a:moveTo>
                  <a:lnTo>
                    <a:pt x="989" y="1684"/>
                  </a:lnTo>
                  <a:lnTo>
                    <a:pt x="1133" y="1688"/>
                  </a:lnTo>
                  <a:lnTo>
                    <a:pt x="1556" y="1265"/>
                  </a:lnTo>
                  <a:lnTo>
                    <a:pt x="1563" y="1173"/>
                  </a:lnTo>
                  <a:lnTo>
                    <a:pt x="1405" y="1017"/>
                  </a:lnTo>
                  <a:lnTo>
                    <a:pt x="1407" y="960"/>
                  </a:lnTo>
                  <a:lnTo>
                    <a:pt x="1494" y="873"/>
                  </a:lnTo>
                  <a:lnTo>
                    <a:pt x="1596" y="877"/>
                  </a:lnTo>
                  <a:lnTo>
                    <a:pt x="1979" y="494"/>
                  </a:lnTo>
                  <a:lnTo>
                    <a:pt x="1977" y="374"/>
                  </a:lnTo>
                  <a:lnTo>
                    <a:pt x="2062" y="291"/>
                  </a:lnTo>
                  <a:lnTo>
                    <a:pt x="2067" y="100"/>
                  </a:lnTo>
                  <a:lnTo>
                    <a:pt x="2164" y="0"/>
                  </a:lnTo>
                  <a:lnTo>
                    <a:pt x="238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6" name="Freeform 114"/>
            <p:cNvSpPr>
              <a:spLocks/>
            </p:cNvSpPr>
            <p:nvPr/>
          </p:nvSpPr>
          <p:spPr bwMode="auto">
            <a:xfrm rot="5400000" flipH="1" flipV="1">
              <a:off x="12992381" y="3232234"/>
              <a:ext cx="2589213" cy="2481263"/>
            </a:xfrm>
            <a:custGeom>
              <a:avLst/>
              <a:gdLst>
                <a:gd name="T0" fmla="*/ 0 w 1631"/>
                <a:gd name="T1" fmla="*/ 1563 h 1563"/>
                <a:gd name="T2" fmla="*/ 1111 w 1631"/>
                <a:gd name="T3" fmla="*/ 452 h 1563"/>
                <a:gd name="T4" fmla="*/ 1279 w 1631"/>
                <a:gd name="T5" fmla="*/ 456 h 1563"/>
                <a:gd name="T6" fmla="*/ 1631 w 1631"/>
                <a:gd name="T7" fmla="*/ 107 h 1563"/>
                <a:gd name="T8" fmla="*/ 1629 w 1631"/>
                <a:gd name="T9" fmla="*/ 0 h 1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1" h="1563">
                  <a:moveTo>
                    <a:pt x="0" y="1563"/>
                  </a:moveTo>
                  <a:lnTo>
                    <a:pt x="1111" y="452"/>
                  </a:lnTo>
                  <a:lnTo>
                    <a:pt x="1279" y="456"/>
                  </a:lnTo>
                  <a:lnTo>
                    <a:pt x="1631" y="107"/>
                  </a:lnTo>
                  <a:lnTo>
                    <a:pt x="162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7" name="Freeform 115"/>
            <p:cNvSpPr>
              <a:spLocks/>
            </p:cNvSpPr>
            <p:nvPr/>
          </p:nvSpPr>
          <p:spPr bwMode="auto">
            <a:xfrm rot="5400000" flipH="1" flipV="1">
              <a:off x="6469343" y="-4281403"/>
              <a:ext cx="5276850" cy="6127750"/>
            </a:xfrm>
            <a:custGeom>
              <a:avLst/>
              <a:gdLst>
                <a:gd name="T0" fmla="*/ 0 w 3324"/>
                <a:gd name="T1" fmla="*/ 3860 h 3860"/>
                <a:gd name="T2" fmla="*/ 0 w 3324"/>
                <a:gd name="T3" fmla="*/ 3678 h 3860"/>
                <a:gd name="T4" fmla="*/ 45 w 3324"/>
                <a:gd name="T5" fmla="*/ 3633 h 3860"/>
                <a:gd name="T6" fmla="*/ 42 w 3324"/>
                <a:gd name="T7" fmla="*/ 3343 h 3860"/>
                <a:gd name="T8" fmla="*/ 156 w 3324"/>
                <a:gd name="T9" fmla="*/ 3229 h 3860"/>
                <a:gd name="T10" fmla="*/ 461 w 3324"/>
                <a:gd name="T11" fmla="*/ 3229 h 3860"/>
                <a:gd name="T12" fmla="*/ 782 w 3324"/>
                <a:gd name="T13" fmla="*/ 2910 h 3860"/>
                <a:gd name="T14" fmla="*/ 882 w 3324"/>
                <a:gd name="T15" fmla="*/ 2915 h 3860"/>
                <a:gd name="T16" fmla="*/ 1132 w 3324"/>
                <a:gd name="T17" fmla="*/ 2664 h 3860"/>
                <a:gd name="T18" fmla="*/ 1135 w 3324"/>
                <a:gd name="T19" fmla="*/ 2189 h 3860"/>
                <a:gd name="T20" fmla="*/ 3324 w 3324"/>
                <a:gd name="T21" fmla="*/ 0 h 3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24" h="3860">
                  <a:moveTo>
                    <a:pt x="0" y="3860"/>
                  </a:moveTo>
                  <a:lnTo>
                    <a:pt x="0" y="3678"/>
                  </a:lnTo>
                  <a:lnTo>
                    <a:pt x="45" y="3633"/>
                  </a:lnTo>
                  <a:lnTo>
                    <a:pt x="42" y="3343"/>
                  </a:lnTo>
                  <a:lnTo>
                    <a:pt x="156" y="3229"/>
                  </a:lnTo>
                  <a:lnTo>
                    <a:pt x="461" y="3229"/>
                  </a:lnTo>
                  <a:lnTo>
                    <a:pt x="782" y="2910"/>
                  </a:lnTo>
                  <a:lnTo>
                    <a:pt x="882" y="2915"/>
                  </a:lnTo>
                  <a:lnTo>
                    <a:pt x="1132" y="2664"/>
                  </a:lnTo>
                  <a:lnTo>
                    <a:pt x="1135" y="2189"/>
                  </a:lnTo>
                  <a:lnTo>
                    <a:pt x="332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8" name="Freeform 116"/>
            <p:cNvSpPr>
              <a:spLocks/>
            </p:cNvSpPr>
            <p:nvPr/>
          </p:nvSpPr>
          <p:spPr bwMode="auto">
            <a:xfrm rot="5400000" flipH="1" flipV="1">
              <a:off x="7229756" y="-3349540"/>
              <a:ext cx="4413250" cy="4864100"/>
            </a:xfrm>
            <a:custGeom>
              <a:avLst/>
              <a:gdLst>
                <a:gd name="T0" fmla="*/ 2 w 2780"/>
                <a:gd name="T1" fmla="*/ 3064 h 3064"/>
                <a:gd name="T2" fmla="*/ 0 w 2780"/>
                <a:gd name="T3" fmla="*/ 2775 h 3064"/>
                <a:gd name="T4" fmla="*/ 113 w 2780"/>
                <a:gd name="T5" fmla="*/ 2662 h 3064"/>
                <a:gd name="T6" fmla="*/ 418 w 2780"/>
                <a:gd name="T7" fmla="*/ 2664 h 3064"/>
                <a:gd name="T8" fmla="*/ 740 w 2780"/>
                <a:gd name="T9" fmla="*/ 2345 h 3064"/>
                <a:gd name="T10" fmla="*/ 841 w 2780"/>
                <a:gd name="T11" fmla="*/ 2350 h 3064"/>
                <a:gd name="T12" fmla="*/ 1094 w 2780"/>
                <a:gd name="T13" fmla="*/ 2099 h 3064"/>
                <a:gd name="T14" fmla="*/ 1094 w 2780"/>
                <a:gd name="T15" fmla="*/ 1685 h 3064"/>
                <a:gd name="T16" fmla="*/ 2780 w 2780"/>
                <a:gd name="T17" fmla="*/ 0 h 3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80" h="3064">
                  <a:moveTo>
                    <a:pt x="2" y="3064"/>
                  </a:moveTo>
                  <a:lnTo>
                    <a:pt x="0" y="2775"/>
                  </a:lnTo>
                  <a:lnTo>
                    <a:pt x="113" y="2662"/>
                  </a:lnTo>
                  <a:lnTo>
                    <a:pt x="418" y="2664"/>
                  </a:lnTo>
                  <a:lnTo>
                    <a:pt x="740" y="2345"/>
                  </a:lnTo>
                  <a:lnTo>
                    <a:pt x="841" y="2350"/>
                  </a:lnTo>
                  <a:lnTo>
                    <a:pt x="1094" y="2099"/>
                  </a:lnTo>
                  <a:lnTo>
                    <a:pt x="1094" y="1685"/>
                  </a:lnTo>
                  <a:lnTo>
                    <a:pt x="278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59" name="Freeform 117"/>
            <p:cNvSpPr>
              <a:spLocks/>
            </p:cNvSpPr>
            <p:nvPr/>
          </p:nvSpPr>
          <p:spPr bwMode="auto">
            <a:xfrm rot="5400000" flipH="1" flipV="1">
              <a:off x="7317863" y="-3280485"/>
              <a:ext cx="4292600" cy="4538663"/>
            </a:xfrm>
            <a:custGeom>
              <a:avLst/>
              <a:gdLst>
                <a:gd name="T0" fmla="*/ 0 w 2704"/>
                <a:gd name="T1" fmla="*/ 2859 h 2859"/>
                <a:gd name="T2" fmla="*/ 0 w 2704"/>
                <a:gd name="T3" fmla="*/ 2733 h 2859"/>
                <a:gd name="T4" fmla="*/ 92 w 2704"/>
                <a:gd name="T5" fmla="*/ 2639 h 2859"/>
                <a:gd name="T6" fmla="*/ 309 w 2704"/>
                <a:gd name="T7" fmla="*/ 2636 h 2859"/>
                <a:gd name="T8" fmla="*/ 683 w 2704"/>
                <a:gd name="T9" fmla="*/ 2265 h 2859"/>
                <a:gd name="T10" fmla="*/ 785 w 2704"/>
                <a:gd name="T11" fmla="*/ 2270 h 2859"/>
                <a:gd name="T12" fmla="*/ 1035 w 2704"/>
                <a:gd name="T13" fmla="*/ 2019 h 2859"/>
                <a:gd name="T14" fmla="*/ 1035 w 2704"/>
                <a:gd name="T15" fmla="*/ 1670 h 2859"/>
                <a:gd name="T16" fmla="*/ 2704 w 2704"/>
                <a:gd name="T17" fmla="*/ 0 h 2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04" h="2859">
                  <a:moveTo>
                    <a:pt x="0" y="2859"/>
                  </a:moveTo>
                  <a:lnTo>
                    <a:pt x="0" y="2733"/>
                  </a:lnTo>
                  <a:lnTo>
                    <a:pt x="92" y="2639"/>
                  </a:lnTo>
                  <a:lnTo>
                    <a:pt x="309" y="2636"/>
                  </a:lnTo>
                  <a:lnTo>
                    <a:pt x="683" y="2265"/>
                  </a:lnTo>
                  <a:lnTo>
                    <a:pt x="785" y="2270"/>
                  </a:lnTo>
                  <a:lnTo>
                    <a:pt x="1035" y="2019"/>
                  </a:lnTo>
                  <a:lnTo>
                    <a:pt x="1035" y="1670"/>
                  </a:lnTo>
                  <a:lnTo>
                    <a:pt x="270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0" name="Freeform 118"/>
            <p:cNvSpPr>
              <a:spLocks/>
            </p:cNvSpPr>
            <p:nvPr/>
          </p:nvSpPr>
          <p:spPr bwMode="auto">
            <a:xfrm rot="5400000" flipH="1" flipV="1">
              <a:off x="7686956" y="-3135228"/>
              <a:ext cx="4781550" cy="4549775"/>
            </a:xfrm>
            <a:custGeom>
              <a:avLst/>
              <a:gdLst>
                <a:gd name="T0" fmla="*/ 0 w 3012"/>
                <a:gd name="T1" fmla="*/ 2866 h 2866"/>
                <a:gd name="T2" fmla="*/ 137 w 3012"/>
                <a:gd name="T3" fmla="*/ 2861 h 2866"/>
                <a:gd name="T4" fmla="*/ 253 w 3012"/>
                <a:gd name="T5" fmla="*/ 2745 h 2866"/>
                <a:gd name="T6" fmla="*/ 256 w 3012"/>
                <a:gd name="T7" fmla="*/ 2584 h 2866"/>
                <a:gd name="T8" fmla="*/ 502 w 3012"/>
                <a:gd name="T9" fmla="*/ 2336 h 2866"/>
                <a:gd name="T10" fmla="*/ 620 w 3012"/>
                <a:gd name="T11" fmla="*/ 2341 h 2866"/>
                <a:gd name="T12" fmla="*/ 799 w 3012"/>
                <a:gd name="T13" fmla="*/ 2161 h 2866"/>
                <a:gd name="T14" fmla="*/ 856 w 3012"/>
                <a:gd name="T15" fmla="*/ 2156 h 2866"/>
                <a:gd name="T16" fmla="*/ 3012 w 3012"/>
                <a:gd name="T17" fmla="*/ 0 h 2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12" h="2866">
                  <a:moveTo>
                    <a:pt x="0" y="2866"/>
                  </a:moveTo>
                  <a:lnTo>
                    <a:pt x="137" y="2861"/>
                  </a:lnTo>
                  <a:lnTo>
                    <a:pt x="253" y="2745"/>
                  </a:lnTo>
                  <a:lnTo>
                    <a:pt x="256" y="2584"/>
                  </a:lnTo>
                  <a:lnTo>
                    <a:pt x="502" y="2336"/>
                  </a:lnTo>
                  <a:lnTo>
                    <a:pt x="620" y="2341"/>
                  </a:lnTo>
                  <a:lnTo>
                    <a:pt x="799" y="2161"/>
                  </a:lnTo>
                  <a:lnTo>
                    <a:pt x="856" y="2156"/>
                  </a:lnTo>
                  <a:lnTo>
                    <a:pt x="301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1" name="Freeform 119"/>
            <p:cNvSpPr>
              <a:spLocks/>
            </p:cNvSpPr>
            <p:nvPr/>
          </p:nvSpPr>
          <p:spPr bwMode="auto">
            <a:xfrm rot="5400000" flipH="1" flipV="1">
              <a:off x="10615100" y="-335672"/>
              <a:ext cx="1411288" cy="1050925"/>
            </a:xfrm>
            <a:custGeom>
              <a:avLst/>
              <a:gdLst>
                <a:gd name="T0" fmla="*/ 889 w 889"/>
                <a:gd name="T1" fmla="*/ 0 h 662"/>
                <a:gd name="T2" fmla="*/ 527 w 889"/>
                <a:gd name="T3" fmla="*/ 361 h 662"/>
                <a:gd name="T4" fmla="*/ 423 w 889"/>
                <a:gd name="T5" fmla="*/ 359 h 662"/>
                <a:gd name="T6" fmla="*/ 236 w 889"/>
                <a:gd name="T7" fmla="*/ 546 h 662"/>
                <a:gd name="T8" fmla="*/ 111 w 889"/>
                <a:gd name="T9" fmla="*/ 550 h 662"/>
                <a:gd name="T10" fmla="*/ 0 w 889"/>
                <a:gd name="T11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9" h="662">
                  <a:moveTo>
                    <a:pt x="889" y="0"/>
                  </a:moveTo>
                  <a:lnTo>
                    <a:pt x="527" y="361"/>
                  </a:lnTo>
                  <a:lnTo>
                    <a:pt x="423" y="359"/>
                  </a:lnTo>
                  <a:lnTo>
                    <a:pt x="236" y="546"/>
                  </a:lnTo>
                  <a:lnTo>
                    <a:pt x="111" y="550"/>
                  </a:lnTo>
                  <a:lnTo>
                    <a:pt x="0" y="66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2" name="Freeform 120"/>
            <p:cNvSpPr>
              <a:spLocks/>
            </p:cNvSpPr>
            <p:nvPr/>
          </p:nvSpPr>
          <p:spPr bwMode="auto">
            <a:xfrm rot="5400000" flipH="1" flipV="1">
              <a:off x="11500925" y="2063041"/>
              <a:ext cx="2682875" cy="3163888"/>
            </a:xfrm>
            <a:custGeom>
              <a:avLst/>
              <a:gdLst>
                <a:gd name="T0" fmla="*/ 1688 w 1690"/>
                <a:gd name="T1" fmla="*/ 0 h 1993"/>
                <a:gd name="T2" fmla="*/ 1690 w 1690"/>
                <a:gd name="T3" fmla="*/ 198 h 1993"/>
                <a:gd name="T4" fmla="*/ 1603 w 1690"/>
                <a:gd name="T5" fmla="*/ 286 h 1993"/>
                <a:gd name="T6" fmla="*/ 1596 w 1690"/>
                <a:gd name="T7" fmla="*/ 414 h 1993"/>
                <a:gd name="T8" fmla="*/ 1241 w 1690"/>
                <a:gd name="T9" fmla="*/ 766 h 1993"/>
                <a:gd name="T10" fmla="*/ 1149 w 1690"/>
                <a:gd name="T11" fmla="*/ 768 h 1993"/>
                <a:gd name="T12" fmla="*/ 825 w 1690"/>
                <a:gd name="T13" fmla="*/ 1090 h 1993"/>
                <a:gd name="T14" fmla="*/ 707 w 1690"/>
                <a:gd name="T15" fmla="*/ 1087 h 1993"/>
                <a:gd name="T16" fmla="*/ 286 w 1690"/>
                <a:gd name="T17" fmla="*/ 1508 h 1993"/>
                <a:gd name="T18" fmla="*/ 222 w 1690"/>
                <a:gd name="T19" fmla="*/ 1506 h 1993"/>
                <a:gd name="T20" fmla="*/ 68 w 1690"/>
                <a:gd name="T21" fmla="*/ 1659 h 1993"/>
                <a:gd name="T22" fmla="*/ 73 w 1690"/>
                <a:gd name="T23" fmla="*/ 1856 h 1993"/>
                <a:gd name="T24" fmla="*/ 0 w 1690"/>
                <a:gd name="T25" fmla="*/ 1927 h 1993"/>
                <a:gd name="T26" fmla="*/ 0 w 1690"/>
                <a:gd name="T27" fmla="*/ 1993 h 1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90" h="1993">
                  <a:moveTo>
                    <a:pt x="1688" y="0"/>
                  </a:moveTo>
                  <a:lnTo>
                    <a:pt x="1690" y="198"/>
                  </a:lnTo>
                  <a:lnTo>
                    <a:pt x="1603" y="286"/>
                  </a:lnTo>
                  <a:lnTo>
                    <a:pt x="1596" y="414"/>
                  </a:lnTo>
                  <a:lnTo>
                    <a:pt x="1241" y="766"/>
                  </a:lnTo>
                  <a:lnTo>
                    <a:pt x="1149" y="768"/>
                  </a:lnTo>
                  <a:lnTo>
                    <a:pt x="825" y="1090"/>
                  </a:lnTo>
                  <a:lnTo>
                    <a:pt x="707" y="1087"/>
                  </a:lnTo>
                  <a:lnTo>
                    <a:pt x="286" y="1508"/>
                  </a:lnTo>
                  <a:lnTo>
                    <a:pt x="222" y="1506"/>
                  </a:lnTo>
                  <a:lnTo>
                    <a:pt x="68" y="1659"/>
                  </a:lnTo>
                  <a:lnTo>
                    <a:pt x="73" y="1856"/>
                  </a:lnTo>
                  <a:lnTo>
                    <a:pt x="0" y="1927"/>
                  </a:lnTo>
                  <a:lnTo>
                    <a:pt x="0" y="199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3" name="Freeform 121"/>
            <p:cNvSpPr>
              <a:spLocks/>
            </p:cNvSpPr>
            <p:nvPr/>
          </p:nvSpPr>
          <p:spPr bwMode="auto">
            <a:xfrm rot="5400000" flipH="1" flipV="1">
              <a:off x="11392975" y="2163054"/>
              <a:ext cx="2957513" cy="3321050"/>
            </a:xfrm>
            <a:custGeom>
              <a:avLst/>
              <a:gdLst>
                <a:gd name="T0" fmla="*/ 1859 w 1863"/>
                <a:gd name="T1" fmla="*/ 0 h 2092"/>
                <a:gd name="T2" fmla="*/ 1863 w 1863"/>
                <a:gd name="T3" fmla="*/ 203 h 2092"/>
                <a:gd name="T4" fmla="*/ 1776 w 1863"/>
                <a:gd name="T5" fmla="*/ 291 h 2092"/>
                <a:gd name="T6" fmla="*/ 1769 w 1863"/>
                <a:gd name="T7" fmla="*/ 416 h 2092"/>
                <a:gd name="T8" fmla="*/ 1414 w 1863"/>
                <a:gd name="T9" fmla="*/ 771 h 2092"/>
                <a:gd name="T10" fmla="*/ 1315 w 1863"/>
                <a:gd name="T11" fmla="*/ 764 h 2092"/>
                <a:gd name="T12" fmla="*/ 991 w 1863"/>
                <a:gd name="T13" fmla="*/ 1088 h 2092"/>
                <a:gd name="T14" fmla="*/ 873 w 1863"/>
                <a:gd name="T15" fmla="*/ 1085 h 2092"/>
                <a:gd name="T16" fmla="*/ 452 w 1863"/>
                <a:gd name="T17" fmla="*/ 1506 h 2092"/>
                <a:gd name="T18" fmla="*/ 388 w 1863"/>
                <a:gd name="T19" fmla="*/ 1504 h 2092"/>
                <a:gd name="T20" fmla="*/ 234 w 1863"/>
                <a:gd name="T21" fmla="*/ 1657 h 2092"/>
                <a:gd name="T22" fmla="*/ 239 w 1863"/>
                <a:gd name="T23" fmla="*/ 1854 h 2092"/>
                <a:gd name="T24" fmla="*/ 0 w 1863"/>
                <a:gd name="T25" fmla="*/ 2092 h 2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63" h="2092">
                  <a:moveTo>
                    <a:pt x="1859" y="0"/>
                  </a:moveTo>
                  <a:lnTo>
                    <a:pt x="1863" y="203"/>
                  </a:lnTo>
                  <a:lnTo>
                    <a:pt x="1776" y="291"/>
                  </a:lnTo>
                  <a:lnTo>
                    <a:pt x="1769" y="416"/>
                  </a:lnTo>
                  <a:lnTo>
                    <a:pt x="1414" y="771"/>
                  </a:lnTo>
                  <a:lnTo>
                    <a:pt x="1315" y="764"/>
                  </a:lnTo>
                  <a:lnTo>
                    <a:pt x="991" y="1088"/>
                  </a:lnTo>
                  <a:lnTo>
                    <a:pt x="873" y="1085"/>
                  </a:lnTo>
                  <a:lnTo>
                    <a:pt x="452" y="1506"/>
                  </a:lnTo>
                  <a:lnTo>
                    <a:pt x="388" y="1504"/>
                  </a:lnTo>
                  <a:lnTo>
                    <a:pt x="234" y="1657"/>
                  </a:lnTo>
                  <a:lnTo>
                    <a:pt x="239" y="1854"/>
                  </a:lnTo>
                  <a:lnTo>
                    <a:pt x="0" y="209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4" name="Freeform 122"/>
            <p:cNvSpPr>
              <a:spLocks/>
            </p:cNvSpPr>
            <p:nvPr/>
          </p:nvSpPr>
          <p:spPr bwMode="auto">
            <a:xfrm rot="5400000" flipH="1" flipV="1">
              <a:off x="11219144" y="2754398"/>
              <a:ext cx="4429125" cy="3917950"/>
            </a:xfrm>
            <a:custGeom>
              <a:avLst/>
              <a:gdLst>
                <a:gd name="T0" fmla="*/ 0 w 2790"/>
                <a:gd name="T1" fmla="*/ 2468 h 2468"/>
                <a:gd name="T2" fmla="*/ 1301 w 2790"/>
                <a:gd name="T3" fmla="*/ 1167 h 2468"/>
                <a:gd name="T4" fmla="*/ 1395 w 2790"/>
                <a:gd name="T5" fmla="*/ 1167 h 2468"/>
                <a:gd name="T6" fmla="*/ 1615 w 2790"/>
                <a:gd name="T7" fmla="*/ 945 h 2468"/>
                <a:gd name="T8" fmla="*/ 1759 w 2790"/>
                <a:gd name="T9" fmla="*/ 950 h 2468"/>
                <a:gd name="T10" fmla="*/ 1894 w 2790"/>
                <a:gd name="T11" fmla="*/ 813 h 2468"/>
                <a:gd name="T12" fmla="*/ 2003 w 2790"/>
                <a:gd name="T13" fmla="*/ 813 h 2468"/>
                <a:gd name="T14" fmla="*/ 2329 w 2790"/>
                <a:gd name="T15" fmla="*/ 487 h 2468"/>
                <a:gd name="T16" fmla="*/ 2448 w 2790"/>
                <a:gd name="T17" fmla="*/ 489 h 2468"/>
                <a:gd name="T18" fmla="*/ 2686 w 2790"/>
                <a:gd name="T19" fmla="*/ 248 h 2468"/>
                <a:gd name="T20" fmla="*/ 2684 w 2790"/>
                <a:gd name="T21" fmla="*/ 106 h 2468"/>
                <a:gd name="T22" fmla="*/ 2790 w 2790"/>
                <a:gd name="T23" fmla="*/ 0 h 2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90" h="2468">
                  <a:moveTo>
                    <a:pt x="0" y="2468"/>
                  </a:moveTo>
                  <a:lnTo>
                    <a:pt x="1301" y="1167"/>
                  </a:lnTo>
                  <a:lnTo>
                    <a:pt x="1395" y="1167"/>
                  </a:lnTo>
                  <a:lnTo>
                    <a:pt x="1615" y="945"/>
                  </a:lnTo>
                  <a:lnTo>
                    <a:pt x="1759" y="950"/>
                  </a:lnTo>
                  <a:lnTo>
                    <a:pt x="1894" y="813"/>
                  </a:lnTo>
                  <a:lnTo>
                    <a:pt x="2003" y="813"/>
                  </a:lnTo>
                  <a:lnTo>
                    <a:pt x="2329" y="487"/>
                  </a:lnTo>
                  <a:lnTo>
                    <a:pt x="2448" y="489"/>
                  </a:lnTo>
                  <a:lnTo>
                    <a:pt x="2686" y="248"/>
                  </a:lnTo>
                  <a:lnTo>
                    <a:pt x="2684" y="106"/>
                  </a:lnTo>
                  <a:lnTo>
                    <a:pt x="279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5" name="Freeform 141"/>
            <p:cNvSpPr>
              <a:spLocks/>
            </p:cNvSpPr>
            <p:nvPr/>
          </p:nvSpPr>
          <p:spPr bwMode="auto">
            <a:xfrm rot="5400000" flipH="1" flipV="1">
              <a:off x="11021500" y="1616954"/>
              <a:ext cx="247650" cy="252413"/>
            </a:xfrm>
            <a:custGeom>
              <a:avLst/>
              <a:gdLst>
                <a:gd name="T0" fmla="*/ 12 w 66"/>
                <a:gd name="T1" fmla="*/ 12 h 67"/>
                <a:gd name="T2" fmla="*/ 54 w 66"/>
                <a:gd name="T3" fmla="*/ 12 h 67"/>
                <a:gd name="T4" fmla="*/ 54 w 66"/>
                <a:gd name="T5" fmla="*/ 55 h 67"/>
                <a:gd name="T6" fmla="*/ 12 w 66"/>
                <a:gd name="T7" fmla="*/ 55 h 67"/>
                <a:gd name="T8" fmla="*/ 12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2" y="12"/>
                  </a:moveTo>
                  <a:cubicBezTo>
                    <a:pt x="23" y="0"/>
                    <a:pt x="43" y="0"/>
                    <a:pt x="54" y="12"/>
                  </a:cubicBezTo>
                  <a:cubicBezTo>
                    <a:pt x="66" y="24"/>
                    <a:pt x="66" y="43"/>
                    <a:pt x="54" y="55"/>
                  </a:cubicBezTo>
                  <a:cubicBezTo>
                    <a:pt x="43" y="67"/>
                    <a:pt x="23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6" name="Freeform 142"/>
            <p:cNvSpPr>
              <a:spLocks/>
            </p:cNvSpPr>
            <p:nvPr/>
          </p:nvSpPr>
          <p:spPr bwMode="auto">
            <a:xfrm rot="5400000" flipH="1" flipV="1">
              <a:off x="11068331" y="166537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7" name="Freeform 143"/>
            <p:cNvSpPr>
              <a:spLocks/>
            </p:cNvSpPr>
            <p:nvPr/>
          </p:nvSpPr>
          <p:spPr bwMode="auto">
            <a:xfrm rot="5400000" flipH="1" flipV="1">
              <a:off x="14280637" y="2351966"/>
              <a:ext cx="249238" cy="247650"/>
            </a:xfrm>
            <a:custGeom>
              <a:avLst/>
              <a:gdLst>
                <a:gd name="T0" fmla="*/ 11 w 66"/>
                <a:gd name="T1" fmla="*/ 12 h 66"/>
                <a:gd name="T2" fmla="*/ 54 w 66"/>
                <a:gd name="T3" fmla="*/ 12 h 66"/>
                <a:gd name="T4" fmla="*/ 54 w 66"/>
                <a:gd name="T5" fmla="*/ 54 h 66"/>
                <a:gd name="T6" fmla="*/ 11 w 66"/>
                <a:gd name="T7" fmla="*/ 54 h 66"/>
                <a:gd name="T8" fmla="*/ 11 w 66"/>
                <a:gd name="T9" fmla="*/ 1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11" y="12"/>
                  </a:moveTo>
                  <a:cubicBezTo>
                    <a:pt x="23" y="0"/>
                    <a:pt x="42" y="0"/>
                    <a:pt x="54" y="12"/>
                  </a:cubicBezTo>
                  <a:cubicBezTo>
                    <a:pt x="66" y="23"/>
                    <a:pt x="66" y="43"/>
                    <a:pt x="54" y="54"/>
                  </a:cubicBezTo>
                  <a:cubicBezTo>
                    <a:pt x="42" y="66"/>
                    <a:pt x="23" y="66"/>
                    <a:pt x="11" y="54"/>
                  </a:cubicBezTo>
                  <a:cubicBezTo>
                    <a:pt x="0" y="43"/>
                    <a:pt x="0" y="23"/>
                    <a:pt x="11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8" name="Freeform 144"/>
            <p:cNvSpPr>
              <a:spLocks/>
            </p:cNvSpPr>
            <p:nvPr/>
          </p:nvSpPr>
          <p:spPr bwMode="auto">
            <a:xfrm rot="5400000" flipH="1" flipV="1">
              <a:off x="14330643" y="2400384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69" name="Freeform 145"/>
            <p:cNvSpPr>
              <a:spLocks/>
            </p:cNvSpPr>
            <p:nvPr/>
          </p:nvSpPr>
          <p:spPr bwMode="auto">
            <a:xfrm rot="5400000" flipH="1" flipV="1">
              <a:off x="10620656" y="2425785"/>
              <a:ext cx="247650" cy="250825"/>
            </a:xfrm>
            <a:custGeom>
              <a:avLst/>
              <a:gdLst>
                <a:gd name="T0" fmla="*/ 12 w 66"/>
                <a:gd name="T1" fmla="*/ 12 h 67"/>
                <a:gd name="T2" fmla="*/ 55 w 66"/>
                <a:gd name="T3" fmla="*/ 12 h 67"/>
                <a:gd name="T4" fmla="*/ 55 w 66"/>
                <a:gd name="T5" fmla="*/ 55 h 67"/>
                <a:gd name="T6" fmla="*/ 12 w 66"/>
                <a:gd name="T7" fmla="*/ 55 h 67"/>
                <a:gd name="T8" fmla="*/ 12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2" y="12"/>
                  </a:moveTo>
                  <a:cubicBezTo>
                    <a:pt x="23" y="0"/>
                    <a:pt x="43" y="0"/>
                    <a:pt x="55" y="12"/>
                  </a:cubicBezTo>
                  <a:cubicBezTo>
                    <a:pt x="66" y="24"/>
                    <a:pt x="66" y="43"/>
                    <a:pt x="55" y="55"/>
                  </a:cubicBezTo>
                  <a:cubicBezTo>
                    <a:pt x="43" y="67"/>
                    <a:pt x="23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0" name="Freeform 146"/>
            <p:cNvSpPr>
              <a:spLocks/>
            </p:cNvSpPr>
            <p:nvPr/>
          </p:nvSpPr>
          <p:spPr bwMode="auto">
            <a:xfrm rot="5400000" flipH="1" flipV="1">
              <a:off x="10666693" y="24718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1" name="Freeform 147"/>
            <p:cNvSpPr>
              <a:spLocks/>
            </p:cNvSpPr>
            <p:nvPr/>
          </p:nvSpPr>
          <p:spPr bwMode="auto">
            <a:xfrm rot="5400000" flipH="1" flipV="1">
              <a:off x="12220856" y="1417722"/>
              <a:ext cx="250825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2" name="Freeform 148"/>
            <p:cNvSpPr>
              <a:spLocks/>
            </p:cNvSpPr>
            <p:nvPr/>
          </p:nvSpPr>
          <p:spPr bwMode="auto">
            <a:xfrm rot="5400000" flipH="1" flipV="1">
              <a:off x="12270068" y="1465347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3" name="Freeform 149"/>
            <p:cNvSpPr>
              <a:spLocks/>
            </p:cNvSpPr>
            <p:nvPr/>
          </p:nvSpPr>
          <p:spPr bwMode="auto">
            <a:xfrm rot="5400000" flipH="1" flipV="1">
              <a:off x="14650525" y="3806115"/>
              <a:ext cx="252413" cy="247650"/>
            </a:xfrm>
            <a:custGeom>
              <a:avLst/>
              <a:gdLst>
                <a:gd name="T0" fmla="*/ 12 w 67"/>
                <a:gd name="T1" fmla="*/ 12 h 66"/>
                <a:gd name="T2" fmla="*/ 55 w 67"/>
                <a:gd name="T3" fmla="*/ 12 h 66"/>
                <a:gd name="T4" fmla="*/ 55 w 67"/>
                <a:gd name="T5" fmla="*/ 54 h 66"/>
                <a:gd name="T6" fmla="*/ 12 w 67"/>
                <a:gd name="T7" fmla="*/ 54 h 66"/>
                <a:gd name="T8" fmla="*/ 12 w 67"/>
                <a:gd name="T9" fmla="*/ 1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3"/>
                    <a:pt x="67" y="43"/>
                    <a:pt x="55" y="54"/>
                  </a:cubicBezTo>
                  <a:cubicBezTo>
                    <a:pt x="43" y="66"/>
                    <a:pt x="24" y="66"/>
                    <a:pt x="12" y="54"/>
                  </a:cubicBezTo>
                  <a:cubicBezTo>
                    <a:pt x="0" y="43"/>
                    <a:pt x="0" y="23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4" name="Freeform 150"/>
            <p:cNvSpPr>
              <a:spLocks/>
            </p:cNvSpPr>
            <p:nvPr/>
          </p:nvSpPr>
          <p:spPr bwMode="auto">
            <a:xfrm rot="5400000" flipH="1" flipV="1">
              <a:off x="14702118" y="385294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5" name="Freeform 172"/>
            <p:cNvSpPr>
              <a:spLocks/>
            </p:cNvSpPr>
            <p:nvPr/>
          </p:nvSpPr>
          <p:spPr bwMode="auto">
            <a:xfrm rot="5400000" flipH="1" flipV="1">
              <a:off x="13890906" y="109069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6" name="Freeform 173"/>
            <p:cNvSpPr>
              <a:spLocks/>
            </p:cNvSpPr>
            <p:nvPr/>
          </p:nvSpPr>
          <p:spPr bwMode="auto">
            <a:xfrm rot="5400000" flipH="1" flipV="1">
              <a:off x="14251268" y="137644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7" name="Freeform 175"/>
            <p:cNvSpPr>
              <a:spLocks/>
            </p:cNvSpPr>
            <p:nvPr/>
          </p:nvSpPr>
          <p:spPr bwMode="auto">
            <a:xfrm rot="5400000" flipH="1" flipV="1">
              <a:off x="9120468" y="-1007978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8" name="Freeform 176"/>
            <p:cNvSpPr>
              <a:spLocks/>
            </p:cNvSpPr>
            <p:nvPr/>
          </p:nvSpPr>
          <p:spPr bwMode="auto">
            <a:xfrm rot="5400000" flipH="1" flipV="1">
              <a:off x="12182756" y="-1112753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79" name="Freeform 178"/>
            <p:cNvSpPr>
              <a:spLocks/>
            </p:cNvSpPr>
            <p:nvPr/>
          </p:nvSpPr>
          <p:spPr bwMode="auto">
            <a:xfrm rot="5400000" flipH="1" flipV="1">
              <a:off x="13425768" y="29417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0" name="Freeform 179"/>
            <p:cNvSpPr>
              <a:spLocks/>
            </p:cNvSpPr>
            <p:nvPr/>
          </p:nvSpPr>
          <p:spPr bwMode="auto">
            <a:xfrm rot="5400000" flipH="1" flipV="1">
              <a:off x="13808356" y="23448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1" name="Freeform 180"/>
            <p:cNvSpPr>
              <a:spLocks/>
            </p:cNvSpPr>
            <p:nvPr/>
          </p:nvSpPr>
          <p:spPr bwMode="auto">
            <a:xfrm rot="5400000" flipH="1" flipV="1">
              <a:off x="12652656" y="3016334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2" name="Freeform 181"/>
            <p:cNvSpPr>
              <a:spLocks/>
            </p:cNvSpPr>
            <p:nvPr/>
          </p:nvSpPr>
          <p:spPr bwMode="auto">
            <a:xfrm rot="5400000" flipH="1" flipV="1">
              <a:off x="12607412" y="2059866"/>
              <a:ext cx="153988" cy="152400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3" name="Freeform 182"/>
            <p:cNvSpPr>
              <a:spLocks/>
            </p:cNvSpPr>
            <p:nvPr/>
          </p:nvSpPr>
          <p:spPr bwMode="auto">
            <a:xfrm rot="5400000" flipH="1" flipV="1">
              <a:off x="11981143" y="175109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4" name="Freeform 183"/>
            <p:cNvSpPr>
              <a:spLocks/>
            </p:cNvSpPr>
            <p:nvPr/>
          </p:nvSpPr>
          <p:spPr bwMode="auto">
            <a:xfrm rot="5400000" flipH="1" flipV="1">
              <a:off x="13640081" y="143200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5" name="Freeform 184"/>
            <p:cNvSpPr>
              <a:spLocks/>
            </p:cNvSpPr>
            <p:nvPr/>
          </p:nvSpPr>
          <p:spPr bwMode="auto">
            <a:xfrm rot="5400000" flipH="1" flipV="1">
              <a:off x="12374843" y="362034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6" name="Freeform 185"/>
            <p:cNvSpPr>
              <a:spLocks/>
            </p:cNvSpPr>
            <p:nvPr/>
          </p:nvSpPr>
          <p:spPr bwMode="auto">
            <a:xfrm rot="5400000" flipH="1" flipV="1">
              <a:off x="11951775" y="426328"/>
              <a:ext cx="152400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7" name="Freeform 186"/>
            <p:cNvSpPr>
              <a:spLocks/>
            </p:cNvSpPr>
            <p:nvPr/>
          </p:nvSpPr>
          <p:spPr bwMode="auto">
            <a:xfrm rot="5400000" flipH="1" flipV="1">
              <a:off x="11822393" y="121134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8" name="Freeform 187"/>
            <p:cNvSpPr>
              <a:spLocks/>
            </p:cNvSpPr>
            <p:nvPr/>
          </p:nvSpPr>
          <p:spPr bwMode="auto">
            <a:xfrm rot="5400000" flipH="1" flipV="1">
              <a:off x="12787593" y="2876634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89" name="Freeform 188"/>
            <p:cNvSpPr>
              <a:spLocks/>
            </p:cNvSpPr>
            <p:nvPr/>
          </p:nvSpPr>
          <p:spPr bwMode="auto">
            <a:xfrm rot="5400000" flipH="1" flipV="1">
              <a:off x="11665231" y="10494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0" name="Freeform 189"/>
            <p:cNvSpPr>
              <a:spLocks/>
            </p:cNvSpPr>
            <p:nvPr/>
          </p:nvSpPr>
          <p:spPr bwMode="auto">
            <a:xfrm rot="5400000" flipH="1" flipV="1">
              <a:off x="11717618" y="842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1" name="Freeform 190"/>
            <p:cNvSpPr>
              <a:spLocks/>
            </p:cNvSpPr>
            <p:nvPr/>
          </p:nvSpPr>
          <p:spPr bwMode="auto">
            <a:xfrm rot="5400000" flipH="1" flipV="1">
              <a:off x="12979681" y="310999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2" name="Freeform 192"/>
            <p:cNvSpPr>
              <a:spLocks/>
            </p:cNvSpPr>
            <p:nvPr/>
          </p:nvSpPr>
          <p:spPr bwMode="auto">
            <a:xfrm rot="5400000" flipH="1" flipV="1">
              <a:off x="11387418" y="24083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3" name="Freeform 193"/>
            <p:cNvSpPr>
              <a:spLocks/>
            </p:cNvSpPr>
            <p:nvPr/>
          </p:nvSpPr>
          <p:spPr bwMode="auto">
            <a:xfrm rot="5400000" flipH="1" flipV="1">
              <a:off x="11875574" y="1520116"/>
              <a:ext cx="153988" cy="152400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4" name="Freeform 194"/>
            <p:cNvSpPr>
              <a:spLocks/>
            </p:cNvSpPr>
            <p:nvPr/>
          </p:nvSpPr>
          <p:spPr bwMode="auto">
            <a:xfrm rot="5400000" flipH="1" flipV="1">
              <a:off x="12077981" y="1338347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5" name="Freeform 195"/>
            <p:cNvSpPr>
              <a:spLocks/>
            </p:cNvSpPr>
            <p:nvPr/>
          </p:nvSpPr>
          <p:spPr bwMode="auto">
            <a:xfrm rot="5400000" flipH="1" flipV="1">
              <a:off x="11335031" y="169870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6" name="Freeform 196"/>
            <p:cNvSpPr>
              <a:spLocks/>
            </p:cNvSpPr>
            <p:nvPr/>
          </p:nvSpPr>
          <p:spPr bwMode="auto">
            <a:xfrm rot="5400000" flipH="1" flipV="1">
              <a:off x="11781912" y="827966"/>
              <a:ext cx="152400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7" name="Freeform 197"/>
            <p:cNvSpPr>
              <a:spLocks/>
            </p:cNvSpPr>
            <p:nvPr/>
          </p:nvSpPr>
          <p:spPr bwMode="auto">
            <a:xfrm rot="5400000" flipH="1" flipV="1">
              <a:off x="11609668" y="63667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8" name="Freeform 198"/>
            <p:cNvSpPr>
              <a:spLocks/>
            </p:cNvSpPr>
            <p:nvPr/>
          </p:nvSpPr>
          <p:spPr bwMode="auto">
            <a:xfrm rot="5400000" flipH="1" flipV="1">
              <a:off x="12205774" y="700966"/>
              <a:ext cx="153988" cy="152400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199" name="Freeform 199"/>
            <p:cNvSpPr>
              <a:spLocks/>
            </p:cNvSpPr>
            <p:nvPr/>
          </p:nvSpPr>
          <p:spPr bwMode="auto">
            <a:xfrm rot="5400000" flipH="1" flipV="1">
              <a:off x="11981143" y="2790909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0" name="Freeform 200"/>
            <p:cNvSpPr>
              <a:spLocks/>
            </p:cNvSpPr>
            <p:nvPr/>
          </p:nvSpPr>
          <p:spPr bwMode="auto">
            <a:xfrm rot="5400000" flipH="1" flipV="1">
              <a:off x="13459106" y="4991184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1" name="Freeform 201"/>
            <p:cNvSpPr>
              <a:spLocks/>
            </p:cNvSpPr>
            <p:nvPr/>
          </p:nvSpPr>
          <p:spPr bwMode="auto">
            <a:xfrm rot="5400000" flipH="1" flipV="1">
              <a:off x="14456056" y="5224547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2" name="Freeform 202"/>
            <p:cNvSpPr>
              <a:spLocks/>
            </p:cNvSpPr>
            <p:nvPr/>
          </p:nvSpPr>
          <p:spPr bwMode="auto">
            <a:xfrm rot="5400000" flipH="1" flipV="1">
              <a:off x="13405131" y="-525379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3" name="Freeform 203"/>
            <p:cNvSpPr>
              <a:spLocks/>
            </p:cNvSpPr>
            <p:nvPr/>
          </p:nvSpPr>
          <p:spPr bwMode="auto">
            <a:xfrm rot="5400000" flipH="1" flipV="1">
              <a:off x="14306037" y="61203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4" name="Freeform 204"/>
            <p:cNvSpPr>
              <a:spLocks/>
            </p:cNvSpPr>
            <p:nvPr/>
          </p:nvSpPr>
          <p:spPr bwMode="auto">
            <a:xfrm rot="5400000" flipH="1" flipV="1">
              <a:off x="14530669" y="209634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5" name="Freeform 205"/>
            <p:cNvSpPr>
              <a:spLocks/>
            </p:cNvSpPr>
            <p:nvPr/>
          </p:nvSpPr>
          <p:spPr bwMode="auto">
            <a:xfrm rot="5400000" flipH="1" flipV="1">
              <a:off x="13029687" y="-810335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6" name="Freeform 206"/>
            <p:cNvSpPr>
              <a:spLocks/>
            </p:cNvSpPr>
            <p:nvPr/>
          </p:nvSpPr>
          <p:spPr bwMode="auto">
            <a:xfrm rot="5400000" flipH="1" flipV="1">
              <a:off x="13915512" y="-480135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7" name="Freeform 207"/>
            <p:cNvSpPr>
              <a:spLocks/>
            </p:cNvSpPr>
            <p:nvPr/>
          </p:nvSpPr>
          <p:spPr bwMode="auto">
            <a:xfrm rot="5400000" flipH="1" flipV="1">
              <a:off x="12969362" y="-975435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8" name="Freeform 208"/>
            <p:cNvSpPr>
              <a:spLocks/>
            </p:cNvSpPr>
            <p:nvPr/>
          </p:nvSpPr>
          <p:spPr bwMode="auto">
            <a:xfrm rot="5400000" flipH="1" flipV="1">
              <a:off x="14721168" y="4194259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09" name="Freeform 209"/>
            <p:cNvSpPr>
              <a:spLocks/>
            </p:cNvSpPr>
            <p:nvPr/>
          </p:nvSpPr>
          <p:spPr bwMode="auto">
            <a:xfrm rot="5400000" flipH="1" flipV="1">
              <a:off x="12768543" y="2644859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0" name="Freeform 210"/>
            <p:cNvSpPr>
              <a:spLocks/>
            </p:cNvSpPr>
            <p:nvPr/>
          </p:nvSpPr>
          <p:spPr bwMode="auto">
            <a:xfrm rot="5400000" flipH="1" flipV="1">
              <a:off x="12374843" y="2546434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1" name="Freeform 211"/>
            <p:cNvSpPr>
              <a:spLocks/>
            </p:cNvSpPr>
            <p:nvPr/>
          </p:nvSpPr>
          <p:spPr bwMode="auto">
            <a:xfrm rot="5400000" flipH="1" flipV="1">
              <a:off x="12141481" y="225115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2" name="Freeform 212"/>
            <p:cNvSpPr>
              <a:spLocks/>
            </p:cNvSpPr>
            <p:nvPr/>
          </p:nvSpPr>
          <p:spPr bwMode="auto">
            <a:xfrm rot="5400000" flipH="1" flipV="1">
              <a:off x="13838518" y="199557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3" name="Freeform 213"/>
            <p:cNvSpPr>
              <a:spLocks/>
            </p:cNvSpPr>
            <p:nvPr/>
          </p:nvSpPr>
          <p:spPr bwMode="auto">
            <a:xfrm rot="5400000" flipH="1" flipV="1">
              <a:off x="14732281" y="496737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4" name="Freeform 217"/>
            <p:cNvSpPr>
              <a:spLocks/>
            </p:cNvSpPr>
            <p:nvPr/>
          </p:nvSpPr>
          <p:spPr bwMode="auto">
            <a:xfrm rot="5400000" flipH="1" flipV="1">
              <a:off x="12967775" y="3567991"/>
              <a:ext cx="698500" cy="436563"/>
            </a:xfrm>
            <a:custGeom>
              <a:avLst/>
              <a:gdLst>
                <a:gd name="T0" fmla="*/ 0 w 440"/>
                <a:gd name="T1" fmla="*/ 275 h 275"/>
                <a:gd name="T2" fmla="*/ 275 w 440"/>
                <a:gd name="T3" fmla="*/ 0 h 275"/>
                <a:gd name="T4" fmla="*/ 440 w 440"/>
                <a:gd name="T5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0" h="275">
                  <a:moveTo>
                    <a:pt x="0" y="275"/>
                  </a:moveTo>
                  <a:lnTo>
                    <a:pt x="275" y="0"/>
                  </a:lnTo>
                  <a:lnTo>
                    <a:pt x="44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5" name="Freeform 218"/>
            <p:cNvSpPr>
              <a:spLocks/>
            </p:cNvSpPr>
            <p:nvPr/>
          </p:nvSpPr>
          <p:spPr bwMode="auto">
            <a:xfrm rot="5400000" flipH="1" flipV="1">
              <a:off x="13024131" y="3324309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6" name="Freeform 219"/>
            <p:cNvSpPr>
              <a:spLocks/>
            </p:cNvSpPr>
            <p:nvPr/>
          </p:nvSpPr>
          <p:spPr bwMode="auto">
            <a:xfrm rot="5400000" flipH="1" flipV="1">
              <a:off x="13467043" y="4067259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7" name="Freeform 220"/>
            <p:cNvSpPr>
              <a:spLocks/>
            </p:cNvSpPr>
            <p:nvPr/>
          </p:nvSpPr>
          <p:spPr bwMode="auto">
            <a:xfrm rot="5400000" flipH="1" flipV="1">
              <a:off x="13178118" y="3775160"/>
              <a:ext cx="247650" cy="247650"/>
            </a:xfrm>
            <a:custGeom>
              <a:avLst/>
              <a:gdLst>
                <a:gd name="T0" fmla="*/ 11 w 66"/>
                <a:gd name="T1" fmla="*/ 11 h 66"/>
                <a:gd name="T2" fmla="*/ 54 w 66"/>
                <a:gd name="T3" fmla="*/ 11 h 66"/>
                <a:gd name="T4" fmla="*/ 54 w 66"/>
                <a:gd name="T5" fmla="*/ 54 h 66"/>
                <a:gd name="T6" fmla="*/ 11 w 66"/>
                <a:gd name="T7" fmla="*/ 54 h 66"/>
                <a:gd name="T8" fmla="*/ 11 w 66"/>
                <a:gd name="T9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11" y="11"/>
                  </a:moveTo>
                  <a:cubicBezTo>
                    <a:pt x="23" y="0"/>
                    <a:pt x="42" y="0"/>
                    <a:pt x="54" y="11"/>
                  </a:cubicBezTo>
                  <a:cubicBezTo>
                    <a:pt x="66" y="23"/>
                    <a:pt x="66" y="42"/>
                    <a:pt x="54" y="54"/>
                  </a:cubicBezTo>
                  <a:cubicBezTo>
                    <a:pt x="42" y="66"/>
                    <a:pt x="23" y="66"/>
                    <a:pt x="11" y="54"/>
                  </a:cubicBezTo>
                  <a:cubicBezTo>
                    <a:pt x="0" y="42"/>
                    <a:pt x="0" y="23"/>
                    <a:pt x="11" y="1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8" name="Freeform 221"/>
            <p:cNvSpPr>
              <a:spLocks/>
            </p:cNvSpPr>
            <p:nvPr/>
          </p:nvSpPr>
          <p:spPr bwMode="auto">
            <a:xfrm rot="5400000" flipH="1" flipV="1">
              <a:off x="13222568" y="3822784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19" name="Freeform 227"/>
            <p:cNvSpPr>
              <a:spLocks/>
            </p:cNvSpPr>
            <p:nvPr/>
          </p:nvSpPr>
          <p:spPr bwMode="auto">
            <a:xfrm rot="5400000" flipH="1" flipV="1">
              <a:off x="6846374" y="-3417009"/>
              <a:ext cx="3497263" cy="3978275"/>
            </a:xfrm>
            <a:custGeom>
              <a:avLst/>
              <a:gdLst>
                <a:gd name="T0" fmla="*/ 0 w 2203"/>
                <a:gd name="T1" fmla="*/ 2504 h 2506"/>
                <a:gd name="T2" fmla="*/ 163 w 2203"/>
                <a:gd name="T3" fmla="*/ 2506 h 2506"/>
                <a:gd name="T4" fmla="*/ 399 w 2203"/>
                <a:gd name="T5" fmla="*/ 2270 h 2506"/>
                <a:gd name="T6" fmla="*/ 399 w 2203"/>
                <a:gd name="T7" fmla="*/ 1804 h 2506"/>
                <a:gd name="T8" fmla="*/ 2203 w 2203"/>
                <a:gd name="T9" fmla="*/ 0 h 2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03" h="2506">
                  <a:moveTo>
                    <a:pt x="0" y="2504"/>
                  </a:moveTo>
                  <a:lnTo>
                    <a:pt x="163" y="2506"/>
                  </a:lnTo>
                  <a:lnTo>
                    <a:pt x="399" y="2270"/>
                  </a:lnTo>
                  <a:lnTo>
                    <a:pt x="399" y="1804"/>
                  </a:lnTo>
                  <a:lnTo>
                    <a:pt x="220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0" name="Freeform 228"/>
            <p:cNvSpPr>
              <a:spLocks/>
            </p:cNvSpPr>
            <p:nvPr/>
          </p:nvSpPr>
          <p:spPr bwMode="auto">
            <a:xfrm rot="5400000" flipH="1" flipV="1">
              <a:off x="10509531" y="279484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8 w 41"/>
                <a:gd name="T3" fmla="*/ 34 h 41"/>
                <a:gd name="T4" fmla="*/ 8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1" name="Freeform 229"/>
            <p:cNvSpPr>
              <a:spLocks/>
            </p:cNvSpPr>
            <p:nvPr/>
          </p:nvSpPr>
          <p:spPr bwMode="auto">
            <a:xfrm rot="5400000" flipH="1" flipV="1">
              <a:off x="6378062" y="-3270960"/>
              <a:ext cx="4278313" cy="4368800"/>
            </a:xfrm>
            <a:custGeom>
              <a:avLst/>
              <a:gdLst>
                <a:gd name="T0" fmla="*/ 0 w 2695"/>
                <a:gd name="T1" fmla="*/ 2747 h 2752"/>
                <a:gd name="T2" fmla="*/ 163 w 2695"/>
                <a:gd name="T3" fmla="*/ 2752 h 2752"/>
                <a:gd name="T4" fmla="*/ 439 w 2695"/>
                <a:gd name="T5" fmla="*/ 2475 h 2752"/>
                <a:gd name="T6" fmla="*/ 584 w 2695"/>
                <a:gd name="T7" fmla="*/ 2477 h 2752"/>
                <a:gd name="T8" fmla="*/ 785 w 2695"/>
                <a:gd name="T9" fmla="*/ 2276 h 2752"/>
                <a:gd name="T10" fmla="*/ 785 w 2695"/>
                <a:gd name="T11" fmla="*/ 1910 h 2752"/>
                <a:gd name="T12" fmla="*/ 2695 w 2695"/>
                <a:gd name="T13" fmla="*/ 0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95" h="2752">
                  <a:moveTo>
                    <a:pt x="0" y="2747"/>
                  </a:moveTo>
                  <a:lnTo>
                    <a:pt x="163" y="2752"/>
                  </a:lnTo>
                  <a:lnTo>
                    <a:pt x="439" y="2475"/>
                  </a:lnTo>
                  <a:lnTo>
                    <a:pt x="584" y="2477"/>
                  </a:lnTo>
                  <a:lnTo>
                    <a:pt x="785" y="2276"/>
                  </a:lnTo>
                  <a:lnTo>
                    <a:pt x="785" y="1910"/>
                  </a:lnTo>
                  <a:lnTo>
                    <a:pt x="26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2" name="Freeform 230"/>
            <p:cNvSpPr>
              <a:spLocks/>
            </p:cNvSpPr>
            <p:nvPr/>
          </p:nvSpPr>
          <p:spPr bwMode="auto">
            <a:xfrm rot="5400000" flipH="1" flipV="1">
              <a:off x="10630181" y="1011322"/>
              <a:ext cx="153988" cy="153988"/>
            </a:xfrm>
            <a:custGeom>
              <a:avLst/>
              <a:gdLst>
                <a:gd name="T0" fmla="*/ 34 w 41"/>
                <a:gd name="T1" fmla="*/ 33 h 41"/>
                <a:gd name="T2" fmla="*/ 8 w 41"/>
                <a:gd name="T3" fmla="*/ 33 h 41"/>
                <a:gd name="T4" fmla="*/ 8 w 41"/>
                <a:gd name="T5" fmla="*/ 7 h 41"/>
                <a:gd name="T6" fmla="*/ 34 w 41"/>
                <a:gd name="T7" fmla="*/ 7 h 41"/>
                <a:gd name="T8" fmla="*/ 34 w 41"/>
                <a:gd name="T9" fmla="*/ 3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3"/>
                  </a:move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3" name="Freeform 231"/>
            <p:cNvSpPr>
              <a:spLocks/>
            </p:cNvSpPr>
            <p:nvPr/>
          </p:nvSpPr>
          <p:spPr bwMode="auto">
            <a:xfrm rot="5400000" flipH="1" flipV="1">
              <a:off x="10377768" y="463634"/>
              <a:ext cx="252413" cy="252413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4" name="Freeform 232"/>
            <p:cNvSpPr>
              <a:spLocks/>
            </p:cNvSpPr>
            <p:nvPr/>
          </p:nvSpPr>
          <p:spPr bwMode="auto">
            <a:xfrm rot="5400000" flipH="1" flipV="1">
              <a:off x="10426981" y="512847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5" name="Freeform 233"/>
            <p:cNvSpPr>
              <a:spLocks/>
            </p:cNvSpPr>
            <p:nvPr/>
          </p:nvSpPr>
          <p:spPr bwMode="auto">
            <a:xfrm rot="5400000" flipH="1" flipV="1">
              <a:off x="13155099" y="-646822"/>
              <a:ext cx="252413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6" name="Freeform 234"/>
            <p:cNvSpPr>
              <a:spLocks/>
            </p:cNvSpPr>
            <p:nvPr/>
          </p:nvSpPr>
          <p:spPr bwMode="auto">
            <a:xfrm rot="5400000" flipH="1" flipV="1">
              <a:off x="13203518" y="-598403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7" name="Freeform 235"/>
            <p:cNvSpPr>
              <a:spLocks/>
            </p:cNvSpPr>
            <p:nvPr/>
          </p:nvSpPr>
          <p:spPr bwMode="auto">
            <a:xfrm rot="5400000" flipH="1" flipV="1">
              <a:off x="11725556" y="-3252703"/>
              <a:ext cx="2679700" cy="2717800"/>
            </a:xfrm>
            <a:custGeom>
              <a:avLst/>
              <a:gdLst>
                <a:gd name="T0" fmla="*/ 1688 w 1688"/>
                <a:gd name="T1" fmla="*/ 0 h 1712"/>
                <a:gd name="T2" fmla="*/ 758 w 1688"/>
                <a:gd name="T3" fmla="*/ 929 h 1712"/>
                <a:gd name="T4" fmla="*/ 560 w 1688"/>
                <a:gd name="T5" fmla="*/ 927 h 1712"/>
                <a:gd name="T6" fmla="*/ 101 w 1688"/>
                <a:gd name="T7" fmla="*/ 1386 h 1712"/>
                <a:gd name="T8" fmla="*/ 104 w 1688"/>
                <a:gd name="T9" fmla="*/ 1490 h 1712"/>
                <a:gd name="T10" fmla="*/ 2 w 1688"/>
                <a:gd name="T11" fmla="*/ 1594 h 1712"/>
                <a:gd name="T12" fmla="*/ 0 w 1688"/>
                <a:gd name="T13" fmla="*/ 1662 h 1712"/>
                <a:gd name="T14" fmla="*/ 49 w 1688"/>
                <a:gd name="T15" fmla="*/ 1712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8" h="1712">
                  <a:moveTo>
                    <a:pt x="1688" y="0"/>
                  </a:moveTo>
                  <a:lnTo>
                    <a:pt x="758" y="929"/>
                  </a:lnTo>
                  <a:lnTo>
                    <a:pt x="560" y="927"/>
                  </a:lnTo>
                  <a:lnTo>
                    <a:pt x="101" y="1386"/>
                  </a:lnTo>
                  <a:lnTo>
                    <a:pt x="104" y="1490"/>
                  </a:lnTo>
                  <a:lnTo>
                    <a:pt x="2" y="1594"/>
                  </a:lnTo>
                  <a:lnTo>
                    <a:pt x="0" y="1662"/>
                  </a:lnTo>
                  <a:lnTo>
                    <a:pt x="49" y="171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8" name="Freeform 236"/>
            <p:cNvSpPr>
              <a:spLocks/>
            </p:cNvSpPr>
            <p:nvPr/>
          </p:nvSpPr>
          <p:spPr bwMode="auto">
            <a:xfrm rot="5400000" flipH="1" flipV="1">
              <a:off x="11789056" y="-3316204"/>
              <a:ext cx="2443163" cy="2503488"/>
            </a:xfrm>
            <a:custGeom>
              <a:avLst/>
              <a:gdLst>
                <a:gd name="T0" fmla="*/ 47 w 1539"/>
                <a:gd name="T1" fmla="*/ 1577 h 1577"/>
                <a:gd name="T2" fmla="*/ 0 w 1539"/>
                <a:gd name="T3" fmla="*/ 1530 h 1577"/>
                <a:gd name="T4" fmla="*/ 4 w 1539"/>
                <a:gd name="T5" fmla="*/ 1348 h 1577"/>
                <a:gd name="T6" fmla="*/ 217 w 1539"/>
                <a:gd name="T7" fmla="*/ 1135 h 1577"/>
                <a:gd name="T8" fmla="*/ 463 w 1539"/>
                <a:gd name="T9" fmla="*/ 1142 h 1577"/>
                <a:gd name="T10" fmla="*/ 508 w 1539"/>
                <a:gd name="T11" fmla="*/ 1097 h 1577"/>
                <a:gd name="T12" fmla="*/ 508 w 1539"/>
                <a:gd name="T13" fmla="*/ 1031 h 1577"/>
                <a:gd name="T14" fmla="*/ 1539 w 1539"/>
                <a:gd name="T15" fmla="*/ 0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39" h="1577">
                  <a:moveTo>
                    <a:pt x="47" y="1577"/>
                  </a:moveTo>
                  <a:lnTo>
                    <a:pt x="0" y="1530"/>
                  </a:lnTo>
                  <a:lnTo>
                    <a:pt x="4" y="1348"/>
                  </a:lnTo>
                  <a:lnTo>
                    <a:pt x="217" y="1135"/>
                  </a:lnTo>
                  <a:lnTo>
                    <a:pt x="463" y="1142"/>
                  </a:lnTo>
                  <a:lnTo>
                    <a:pt x="508" y="1097"/>
                  </a:lnTo>
                  <a:lnTo>
                    <a:pt x="508" y="1031"/>
                  </a:lnTo>
                  <a:lnTo>
                    <a:pt x="153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29" name="Freeform 237"/>
            <p:cNvSpPr>
              <a:spLocks/>
            </p:cNvSpPr>
            <p:nvPr/>
          </p:nvSpPr>
          <p:spPr bwMode="auto">
            <a:xfrm rot="5400000" flipH="1" flipV="1">
              <a:off x="11877162" y="-3404309"/>
              <a:ext cx="2259013" cy="2390775"/>
            </a:xfrm>
            <a:custGeom>
              <a:avLst/>
              <a:gdLst>
                <a:gd name="T0" fmla="*/ 0 w 1423"/>
                <a:gd name="T1" fmla="*/ 1506 h 1506"/>
                <a:gd name="T2" fmla="*/ 399 w 1423"/>
                <a:gd name="T3" fmla="*/ 1104 h 1506"/>
                <a:gd name="T4" fmla="*/ 397 w 1423"/>
                <a:gd name="T5" fmla="*/ 1026 h 1506"/>
                <a:gd name="T6" fmla="*/ 1423 w 1423"/>
                <a:gd name="T7" fmla="*/ 0 h 1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3" h="1506">
                  <a:moveTo>
                    <a:pt x="0" y="1506"/>
                  </a:moveTo>
                  <a:lnTo>
                    <a:pt x="399" y="1104"/>
                  </a:lnTo>
                  <a:lnTo>
                    <a:pt x="397" y="1026"/>
                  </a:lnTo>
                  <a:lnTo>
                    <a:pt x="142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0" name="Freeform 238"/>
            <p:cNvSpPr>
              <a:spLocks/>
            </p:cNvSpPr>
            <p:nvPr/>
          </p:nvSpPr>
          <p:spPr bwMode="auto">
            <a:xfrm rot="5400000" flipH="1" flipV="1">
              <a:off x="11872400" y="-3397959"/>
              <a:ext cx="2743200" cy="2795588"/>
            </a:xfrm>
            <a:custGeom>
              <a:avLst/>
              <a:gdLst>
                <a:gd name="T0" fmla="*/ 0 w 1728"/>
                <a:gd name="T1" fmla="*/ 1761 h 1761"/>
                <a:gd name="T2" fmla="*/ 127 w 1728"/>
                <a:gd name="T3" fmla="*/ 1761 h 1761"/>
                <a:gd name="T4" fmla="*/ 745 w 1728"/>
                <a:gd name="T5" fmla="*/ 1142 h 1761"/>
                <a:gd name="T6" fmla="*/ 742 w 1728"/>
                <a:gd name="T7" fmla="*/ 985 h 1761"/>
                <a:gd name="T8" fmla="*/ 1728 w 1728"/>
                <a:gd name="T9" fmla="*/ 0 h 1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8" h="1761">
                  <a:moveTo>
                    <a:pt x="0" y="1761"/>
                  </a:moveTo>
                  <a:lnTo>
                    <a:pt x="127" y="1761"/>
                  </a:lnTo>
                  <a:lnTo>
                    <a:pt x="745" y="1142"/>
                  </a:lnTo>
                  <a:lnTo>
                    <a:pt x="742" y="985"/>
                  </a:lnTo>
                  <a:lnTo>
                    <a:pt x="172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1" name="Freeform 239"/>
            <p:cNvSpPr>
              <a:spLocks/>
            </p:cNvSpPr>
            <p:nvPr/>
          </p:nvSpPr>
          <p:spPr bwMode="auto">
            <a:xfrm rot="5400000" flipH="1" flipV="1">
              <a:off x="12035118" y="-3560678"/>
              <a:ext cx="3344863" cy="3662363"/>
            </a:xfrm>
            <a:custGeom>
              <a:avLst/>
              <a:gdLst>
                <a:gd name="T0" fmla="*/ 0 w 2107"/>
                <a:gd name="T1" fmla="*/ 2307 h 2307"/>
                <a:gd name="T2" fmla="*/ 156 w 2107"/>
                <a:gd name="T3" fmla="*/ 2151 h 2307"/>
                <a:gd name="T4" fmla="*/ 161 w 2107"/>
                <a:gd name="T5" fmla="*/ 1959 h 2307"/>
                <a:gd name="T6" fmla="*/ 279 w 2107"/>
                <a:gd name="T7" fmla="*/ 1841 h 2307"/>
                <a:gd name="T8" fmla="*/ 445 w 2107"/>
                <a:gd name="T9" fmla="*/ 1851 h 2307"/>
                <a:gd name="T10" fmla="*/ 1147 w 2107"/>
                <a:gd name="T11" fmla="*/ 1146 h 2307"/>
                <a:gd name="T12" fmla="*/ 1145 w 2107"/>
                <a:gd name="T13" fmla="*/ 964 h 2307"/>
                <a:gd name="T14" fmla="*/ 2107 w 2107"/>
                <a:gd name="T15" fmla="*/ 0 h 2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07" h="2307">
                  <a:moveTo>
                    <a:pt x="0" y="2307"/>
                  </a:moveTo>
                  <a:lnTo>
                    <a:pt x="156" y="2151"/>
                  </a:lnTo>
                  <a:lnTo>
                    <a:pt x="161" y="1959"/>
                  </a:lnTo>
                  <a:lnTo>
                    <a:pt x="279" y="1841"/>
                  </a:lnTo>
                  <a:lnTo>
                    <a:pt x="445" y="1851"/>
                  </a:lnTo>
                  <a:lnTo>
                    <a:pt x="1147" y="1146"/>
                  </a:lnTo>
                  <a:lnTo>
                    <a:pt x="1145" y="964"/>
                  </a:lnTo>
                  <a:lnTo>
                    <a:pt x="210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2" name="Freeform 240"/>
            <p:cNvSpPr>
              <a:spLocks/>
            </p:cNvSpPr>
            <p:nvPr/>
          </p:nvSpPr>
          <p:spPr bwMode="auto">
            <a:xfrm rot="5400000" flipH="1" flipV="1">
              <a:off x="12088300" y="-3617035"/>
              <a:ext cx="3524250" cy="3865563"/>
            </a:xfrm>
            <a:custGeom>
              <a:avLst/>
              <a:gdLst>
                <a:gd name="T0" fmla="*/ 2220 w 2220"/>
                <a:gd name="T1" fmla="*/ 0 h 2435"/>
                <a:gd name="T2" fmla="*/ 1256 w 2220"/>
                <a:gd name="T3" fmla="*/ 964 h 2435"/>
                <a:gd name="T4" fmla="*/ 1261 w 2220"/>
                <a:gd name="T5" fmla="*/ 1149 h 2435"/>
                <a:gd name="T6" fmla="*/ 556 w 2220"/>
                <a:gd name="T7" fmla="*/ 1851 h 2435"/>
                <a:gd name="T8" fmla="*/ 398 w 2220"/>
                <a:gd name="T9" fmla="*/ 1848 h 2435"/>
                <a:gd name="T10" fmla="*/ 279 w 2220"/>
                <a:gd name="T11" fmla="*/ 1969 h 2435"/>
                <a:gd name="T12" fmla="*/ 275 w 2220"/>
                <a:gd name="T13" fmla="*/ 2158 h 2435"/>
                <a:gd name="T14" fmla="*/ 0 w 2220"/>
                <a:gd name="T15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0" h="2435">
                  <a:moveTo>
                    <a:pt x="2220" y="0"/>
                  </a:moveTo>
                  <a:lnTo>
                    <a:pt x="1256" y="964"/>
                  </a:lnTo>
                  <a:lnTo>
                    <a:pt x="1261" y="1149"/>
                  </a:lnTo>
                  <a:lnTo>
                    <a:pt x="556" y="1851"/>
                  </a:lnTo>
                  <a:lnTo>
                    <a:pt x="398" y="1848"/>
                  </a:lnTo>
                  <a:lnTo>
                    <a:pt x="279" y="1969"/>
                  </a:lnTo>
                  <a:lnTo>
                    <a:pt x="275" y="2158"/>
                  </a:lnTo>
                  <a:lnTo>
                    <a:pt x="0" y="243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3" name="Freeform 242"/>
            <p:cNvSpPr>
              <a:spLocks/>
            </p:cNvSpPr>
            <p:nvPr/>
          </p:nvSpPr>
          <p:spPr bwMode="auto">
            <a:xfrm rot="5400000" flipH="1" flipV="1">
              <a:off x="12130369" y="-3657517"/>
              <a:ext cx="4192588" cy="4506913"/>
            </a:xfrm>
            <a:custGeom>
              <a:avLst/>
              <a:gdLst>
                <a:gd name="T0" fmla="*/ 0 w 2641"/>
                <a:gd name="T1" fmla="*/ 2839 h 2839"/>
                <a:gd name="T2" fmla="*/ 690 w 2641"/>
                <a:gd name="T3" fmla="*/ 2149 h 2839"/>
                <a:gd name="T4" fmla="*/ 692 w 2641"/>
                <a:gd name="T5" fmla="*/ 1960 h 2839"/>
                <a:gd name="T6" fmla="*/ 811 w 2641"/>
                <a:gd name="T7" fmla="*/ 1842 h 2839"/>
                <a:gd name="T8" fmla="*/ 976 w 2641"/>
                <a:gd name="T9" fmla="*/ 1849 h 2839"/>
                <a:gd name="T10" fmla="*/ 1681 w 2641"/>
                <a:gd name="T11" fmla="*/ 1147 h 2839"/>
                <a:gd name="T12" fmla="*/ 1676 w 2641"/>
                <a:gd name="T13" fmla="*/ 962 h 2839"/>
                <a:gd name="T14" fmla="*/ 2641 w 2641"/>
                <a:gd name="T15" fmla="*/ 0 h 2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1" h="2839">
                  <a:moveTo>
                    <a:pt x="0" y="2839"/>
                  </a:moveTo>
                  <a:lnTo>
                    <a:pt x="690" y="2149"/>
                  </a:lnTo>
                  <a:lnTo>
                    <a:pt x="692" y="1960"/>
                  </a:lnTo>
                  <a:lnTo>
                    <a:pt x="811" y="1842"/>
                  </a:lnTo>
                  <a:lnTo>
                    <a:pt x="976" y="1849"/>
                  </a:lnTo>
                  <a:lnTo>
                    <a:pt x="1681" y="1147"/>
                  </a:lnTo>
                  <a:lnTo>
                    <a:pt x="1676" y="962"/>
                  </a:lnTo>
                  <a:lnTo>
                    <a:pt x="264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4" name="Freeform 243"/>
            <p:cNvSpPr>
              <a:spLocks/>
            </p:cNvSpPr>
            <p:nvPr/>
          </p:nvSpPr>
          <p:spPr bwMode="auto">
            <a:xfrm rot="5400000" flipH="1" flipV="1">
              <a:off x="12100206" y="-3627354"/>
              <a:ext cx="2970213" cy="3119438"/>
            </a:xfrm>
            <a:custGeom>
              <a:avLst/>
              <a:gdLst>
                <a:gd name="T0" fmla="*/ 1871 w 1871"/>
                <a:gd name="T1" fmla="*/ 0 h 1965"/>
                <a:gd name="T2" fmla="*/ 906 w 1871"/>
                <a:gd name="T3" fmla="*/ 962 h 1965"/>
                <a:gd name="T4" fmla="*/ 904 w 1871"/>
                <a:gd name="T5" fmla="*/ 1140 h 1965"/>
                <a:gd name="T6" fmla="*/ 81 w 1871"/>
                <a:gd name="T7" fmla="*/ 1962 h 1965"/>
                <a:gd name="T8" fmla="*/ 0 w 1871"/>
                <a:gd name="T9" fmla="*/ 1965 h 1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1" h="1965">
                  <a:moveTo>
                    <a:pt x="1871" y="0"/>
                  </a:moveTo>
                  <a:lnTo>
                    <a:pt x="906" y="962"/>
                  </a:lnTo>
                  <a:lnTo>
                    <a:pt x="904" y="1140"/>
                  </a:lnTo>
                  <a:lnTo>
                    <a:pt x="81" y="1962"/>
                  </a:lnTo>
                  <a:lnTo>
                    <a:pt x="0" y="196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5" name="Freeform 244"/>
            <p:cNvSpPr>
              <a:spLocks/>
            </p:cNvSpPr>
            <p:nvPr/>
          </p:nvSpPr>
          <p:spPr bwMode="auto">
            <a:xfrm rot="5400000" flipH="1" flipV="1">
              <a:off x="14561625" y="-705560"/>
              <a:ext cx="152400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6" name="Freeform 245"/>
            <p:cNvSpPr>
              <a:spLocks/>
            </p:cNvSpPr>
            <p:nvPr/>
          </p:nvSpPr>
          <p:spPr bwMode="auto">
            <a:xfrm rot="5400000" flipH="1" flipV="1">
              <a:off x="14185387" y="-989723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7" name="Freeform 246"/>
            <p:cNvSpPr>
              <a:spLocks/>
            </p:cNvSpPr>
            <p:nvPr/>
          </p:nvSpPr>
          <p:spPr bwMode="auto">
            <a:xfrm rot="5400000" flipH="1" flipV="1">
              <a:off x="15071212" y="-659523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8" name="Freeform 247"/>
            <p:cNvSpPr>
              <a:spLocks/>
            </p:cNvSpPr>
            <p:nvPr/>
          </p:nvSpPr>
          <p:spPr bwMode="auto">
            <a:xfrm rot="5400000" flipH="1" flipV="1">
              <a:off x="14125856" y="-1155617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39" name="Freeform 248"/>
            <p:cNvSpPr>
              <a:spLocks/>
            </p:cNvSpPr>
            <p:nvPr/>
          </p:nvSpPr>
          <p:spPr bwMode="auto">
            <a:xfrm rot="5400000" flipH="1" flipV="1">
              <a:off x="14311593" y="-827003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0" name="Freeform 249"/>
            <p:cNvSpPr>
              <a:spLocks/>
            </p:cNvSpPr>
            <p:nvPr/>
          </p:nvSpPr>
          <p:spPr bwMode="auto">
            <a:xfrm rot="5400000" flipH="1" flipV="1">
              <a:off x="14360806" y="-777791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1" name="Freeform 250"/>
            <p:cNvSpPr>
              <a:spLocks/>
            </p:cNvSpPr>
            <p:nvPr/>
          </p:nvSpPr>
          <p:spPr bwMode="auto">
            <a:xfrm rot="5400000" flipH="1" flipV="1">
              <a:off x="10663518" y="-650791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2" name="Freeform 251"/>
            <p:cNvSpPr>
              <a:spLocks/>
            </p:cNvSpPr>
            <p:nvPr/>
          </p:nvSpPr>
          <p:spPr bwMode="auto">
            <a:xfrm rot="5400000" flipH="1" flipV="1">
              <a:off x="10712731" y="-601579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3" name="Freeform 252"/>
            <p:cNvSpPr>
              <a:spLocks/>
            </p:cNvSpPr>
            <p:nvPr/>
          </p:nvSpPr>
          <p:spPr bwMode="auto">
            <a:xfrm rot="5400000" flipH="1" flipV="1">
              <a:off x="10048362" y="-1011947"/>
              <a:ext cx="250825" cy="252413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4" name="Freeform 253"/>
            <p:cNvSpPr>
              <a:spLocks/>
            </p:cNvSpPr>
            <p:nvPr/>
          </p:nvSpPr>
          <p:spPr bwMode="auto">
            <a:xfrm rot="5400000" flipH="1" flipV="1">
              <a:off x="10096781" y="-961941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5" name="Freeform 254"/>
            <p:cNvSpPr>
              <a:spLocks/>
            </p:cNvSpPr>
            <p:nvPr/>
          </p:nvSpPr>
          <p:spPr bwMode="auto">
            <a:xfrm rot="5400000" flipH="1" flipV="1">
              <a:off x="11958918" y="749384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6" name="Freeform 255"/>
            <p:cNvSpPr>
              <a:spLocks/>
            </p:cNvSpPr>
            <p:nvPr/>
          </p:nvSpPr>
          <p:spPr bwMode="auto">
            <a:xfrm rot="5400000" flipH="1" flipV="1">
              <a:off x="12006543" y="798596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7" name="Freeform 256"/>
            <p:cNvSpPr>
              <a:spLocks/>
            </p:cNvSpPr>
            <p:nvPr/>
          </p:nvSpPr>
          <p:spPr bwMode="auto">
            <a:xfrm rot="5400000" flipH="1" flipV="1">
              <a:off x="12081949" y="3421941"/>
              <a:ext cx="252413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8" name="Freeform 257"/>
            <p:cNvSpPr>
              <a:spLocks/>
            </p:cNvSpPr>
            <p:nvPr/>
          </p:nvSpPr>
          <p:spPr bwMode="auto">
            <a:xfrm rot="5400000" flipH="1" flipV="1">
              <a:off x="12130368" y="347035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49" name="Freeform 258"/>
            <p:cNvSpPr>
              <a:spLocks/>
            </p:cNvSpPr>
            <p:nvPr/>
          </p:nvSpPr>
          <p:spPr bwMode="auto">
            <a:xfrm rot="5400000" flipH="1" flipV="1">
              <a:off x="14353662" y="4845929"/>
              <a:ext cx="252413" cy="247650"/>
            </a:xfrm>
            <a:custGeom>
              <a:avLst/>
              <a:gdLst>
                <a:gd name="T0" fmla="*/ 12 w 67"/>
                <a:gd name="T1" fmla="*/ 11 h 66"/>
                <a:gd name="T2" fmla="*/ 55 w 67"/>
                <a:gd name="T3" fmla="*/ 11 h 66"/>
                <a:gd name="T4" fmla="*/ 55 w 67"/>
                <a:gd name="T5" fmla="*/ 54 h 66"/>
                <a:gd name="T6" fmla="*/ 12 w 67"/>
                <a:gd name="T7" fmla="*/ 54 h 66"/>
                <a:gd name="T8" fmla="*/ 12 w 67"/>
                <a:gd name="T9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12" y="11"/>
                  </a:moveTo>
                  <a:cubicBezTo>
                    <a:pt x="24" y="0"/>
                    <a:pt x="43" y="0"/>
                    <a:pt x="55" y="11"/>
                  </a:cubicBezTo>
                  <a:cubicBezTo>
                    <a:pt x="66" y="23"/>
                    <a:pt x="67" y="42"/>
                    <a:pt x="55" y="54"/>
                  </a:cubicBezTo>
                  <a:cubicBezTo>
                    <a:pt x="43" y="66"/>
                    <a:pt x="24" y="66"/>
                    <a:pt x="12" y="54"/>
                  </a:cubicBezTo>
                  <a:cubicBezTo>
                    <a:pt x="0" y="42"/>
                    <a:pt x="0" y="23"/>
                    <a:pt x="12" y="1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50" name="Freeform 259"/>
            <p:cNvSpPr>
              <a:spLocks/>
            </p:cNvSpPr>
            <p:nvPr/>
          </p:nvSpPr>
          <p:spPr bwMode="auto">
            <a:xfrm rot="5400000" flipH="1" flipV="1">
              <a:off x="14402081" y="4892759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51" name="Freeform 260"/>
            <p:cNvSpPr>
              <a:spLocks/>
            </p:cNvSpPr>
            <p:nvPr/>
          </p:nvSpPr>
          <p:spPr bwMode="auto">
            <a:xfrm rot="5400000" flipH="1" flipV="1">
              <a:off x="11106431" y="2213059"/>
              <a:ext cx="250825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52" name="Freeform 261"/>
            <p:cNvSpPr>
              <a:spLocks/>
            </p:cNvSpPr>
            <p:nvPr/>
          </p:nvSpPr>
          <p:spPr bwMode="auto">
            <a:xfrm rot="5400000" flipH="1" flipV="1">
              <a:off x="11155643" y="2262271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53" name="Freeform 262"/>
            <p:cNvSpPr>
              <a:spLocks/>
            </p:cNvSpPr>
            <p:nvPr/>
          </p:nvSpPr>
          <p:spPr bwMode="auto">
            <a:xfrm rot="5400000" flipH="1" flipV="1">
              <a:off x="6333612" y="-3385260"/>
              <a:ext cx="3719513" cy="4000500"/>
            </a:xfrm>
            <a:custGeom>
              <a:avLst/>
              <a:gdLst>
                <a:gd name="T0" fmla="*/ 0 w 2343"/>
                <a:gd name="T1" fmla="*/ 2431 h 2520"/>
                <a:gd name="T2" fmla="*/ 87 w 2343"/>
                <a:gd name="T3" fmla="*/ 2516 h 2520"/>
                <a:gd name="T4" fmla="*/ 198 w 2343"/>
                <a:gd name="T5" fmla="*/ 2520 h 2520"/>
                <a:gd name="T6" fmla="*/ 373 w 2343"/>
                <a:gd name="T7" fmla="*/ 2343 h 2520"/>
                <a:gd name="T8" fmla="*/ 373 w 2343"/>
                <a:gd name="T9" fmla="*/ 1970 h 2520"/>
                <a:gd name="T10" fmla="*/ 2343 w 2343"/>
                <a:gd name="T11" fmla="*/ 0 h 2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43" h="2520">
                  <a:moveTo>
                    <a:pt x="0" y="2431"/>
                  </a:moveTo>
                  <a:lnTo>
                    <a:pt x="87" y="2516"/>
                  </a:lnTo>
                  <a:lnTo>
                    <a:pt x="198" y="2520"/>
                  </a:lnTo>
                  <a:lnTo>
                    <a:pt x="373" y="2343"/>
                  </a:lnTo>
                  <a:lnTo>
                    <a:pt x="373" y="1970"/>
                  </a:lnTo>
                  <a:lnTo>
                    <a:pt x="234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54" name="Freeform 263"/>
            <p:cNvSpPr>
              <a:spLocks/>
            </p:cNvSpPr>
            <p:nvPr/>
          </p:nvSpPr>
          <p:spPr bwMode="auto">
            <a:xfrm rot="5400000" flipH="1" flipV="1">
              <a:off x="6155018" y="-3627354"/>
              <a:ext cx="3649663" cy="4129088"/>
            </a:xfrm>
            <a:custGeom>
              <a:avLst/>
              <a:gdLst>
                <a:gd name="T0" fmla="*/ 0 w 2299"/>
                <a:gd name="T1" fmla="*/ 2598 h 2601"/>
                <a:gd name="T2" fmla="*/ 78 w 2299"/>
                <a:gd name="T3" fmla="*/ 2601 h 2601"/>
                <a:gd name="T4" fmla="*/ 201 w 2299"/>
                <a:gd name="T5" fmla="*/ 2478 h 2601"/>
                <a:gd name="T6" fmla="*/ 201 w 2299"/>
                <a:gd name="T7" fmla="*/ 2097 h 2601"/>
                <a:gd name="T8" fmla="*/ 2299 w 2299"/>
                <a:gd name="T9" fmla="*/ 0 h 2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99" h="2601">
                  <a:moveTo>
                    <a:pt x="0" y="2598"/>
                  </a:moveTo>
                  <a:lnTo>
                    <a:pt x="78" y="2601"/>
                  </a:lnTo>
                  <a:lnTo>
                    <a:pt x="201" y="2478"/>
                  </a:lnTo>
                  <a:lnTo>
                    <a:pt x="201" y="2097"/>
                  </a:lnTo>
                  <a:lnTo>
                    <a:pt x="229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55" name="Freeform 264"/>
            <p:cNvSpPr>
              <a:spLocks/>
            </p:cNvSpPr>
            <p:nvPr/>
          </p:nvSpPr>
          <p:spPr bwMode="auto">
            <a:xfrm rot="5400000" flipH="1" flipV="1">
              <a:off x="9980893" y="196934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8 w 41"/>
                <a:gd name="T3" fmla="*/ 34 h 41"/>
                <a:gd name="T4" fmla="*/ 34 w 41"/>
                <a:gd name="T5" fmla="*/ 34 h 41"/>
                <a:gd name="T6" fmla="*/ 34 w 41"/>
                <a:gd name="T7" fmla="*/ 8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0" y="15"/>
                    <a:pt x="0" y="27"/>
                    <a:pt x="8" y="34"/>
                  </a:cubicBezTo>
                  <a:cubicBezTo>
                    <a:pt x="15" y="41"/>
                    <a:pt x="27" y="41"/>
                    <a:pt x="34" y="34"/>
                  </a:cubicBezTo>
                  <a:cubicBezTo>
                    <a:pt x="41" y="27"/>
                    <a:pt x="41" y="15"/>
                    <a:pt x="34" y="8"/>
                  </a:cubicBezTo>
                  <a:cubicBezTo>
                    <a:pt x="27" y="0"/>
                    <a:pt x="15" y="0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  <p:sp>
          <p:nvSpPr>
            <p:cNvPr id="256" name="Freeform 135"/>
            <p:cNvSpPr>
              <a:spLocks/>
            </p:cNvSpPr>
            <p:nvPr/>
          </p:nvSpPr>
          <p:spPr bwMode="auto">
            <a:xfrm rot="5400000" flipH="1" flipV="1">
              <a:off x="10495212" y="4034717"/>
              <a:ext cx="152400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 sz="1901">
                <a:solidFill>
                  <a:prstClr val="black"/>
                </a:solidFill>
              </a:endParaRPr>
            </a:p>
          </p:txBody>
        </p:sp>
      </p:grpSp>
      <p:sp>
        <p:nvSpPr>
          <p:cNvPr id="257" name="Down Arrow 256"/>
          <p:cNvSpPr/>
          <p:nvPr/>
        </p:nvSpPr>
        <p:spPr>
          <a:xfrm>
            <a:off x="4928398" y="948673"/>
            <a:ext cx="531493" cy="787369"/>
          </a:xfrm>
          <a:prstGeom prst="downArrow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258" name="Oval 257"/>
          <p:cNvSpPr/>
          <p:nvPr/>
        </p:nvSpPr>
        <p:spPr>
          <a:xfrm>
            <a:off x="4544215" y="1874302"/>
            <a:ext cx="1318700" cy="1119331"/>
          </a:xfrm>
          <a:prstGeom prst="ellipse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51942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4">
            <a:extLst>
              <a:ext uri="{FF2B5EF4-FFF2-40B4-BE49-F238E27FC236}">
                <a16:creationId xmlns:a16="http://schemas.microsoft.com/office/drawing/2014/main" id="{3E32F614-1F44-C0F3-B006-EDF17941B4F5}"/>
              </a:ext>
            </a:extLst>
          </p:cNvPr>
          <p:cNvGrpSpPr/>
          <p:nvPr/>
        </p:nvGrpSpPr>
        <p:grpSpPr>
          <a:xfrm>
            <a:off x="-23313" y="757693"/>
            <a:ext cx="3395006" cy="431295"/>
            <a:chOff x="-22274" y="526055"/>
            <a:chExt cx="3395006" cy="431295"/>
          </a:xfrm>
        </p:grpSpPr>
        <p:grpSp>
          <p:nvGrpSpPr>
            <p:cNvPr id="3" name="组合 5">
              <a:extLst>
                <a:ext uri="{FF2B5EF4-FFF2-40B4-BE49-F238E27FC236}">
                  <a16:creationId xmlns:a16="http://schemas.microsoft.com/office/drawing/2014/main" id="{EA1E49F9-7BE1-31F0-1AA4-FC17D17BBCEE}"/>
                </a:ext>
              </a:extLst>
            </p:cNvPr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8" name="任意多边形 11">
                <a:extLst>
                  <a:ext uri="{FF2B5EF4-FFF2-40B4-BE49-F238E27FC236}">
                    <a16:creationId xmlns:a16="http://schemas.microsoft.com/office/drawing/2014/main" id="{70F00A70-44D9-5373-6142-2DA5ABAF3F7A}"/>
                  </a:ext>
                </a:extLst>
              </p:cNvPr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9" name="组合 12">
                <a:extLst>
                  <a:ext uri="{FF2B5EF4-FFF2-40B4-BE49-F238E27FC236}">
                    <a16:creationId xmlns:a16="http://schemas.microsoft.com/office/drawing/2014/main" id="{A5379E43-D196-B15F-686A-9245D0C59E84}"/>
                  </a:ext>
                </a:extLst>
              </p:cNvPr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1" name="Oval 35">
                  <a:extLst>
                    <a:ext uri="{FF2B5EF4-FFF2-40B4-BE49-F238E27FC236}">
                      <a16:creationId xmlns:a16="http://schemas.microsoft.com/office/drawing/2014/main" id="{463EB779-AE73-888E-056D-0E24158FD853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" name="Oval 35">
                  <a:extLst>
                    <a:ext uri="{FF2B5EF4-FFF2-40B4-BE49-F238E27FC236}">
                      <a16:creationId xmlns:a16="http://schemas.microsoft.com/office/drawing/2014/main" id="{48444000-2742-6295-79F1-DB03FEFA15B2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0" name="Oval 35">
                <a:extLst>
                  <a:ext uri="{FF2B5EF4-FFF2-40B4-BE49-F238E27FC236}">
                    <a16:creationId xmlns:a16="http://schemas.microsoft.com/office/drawing/2014/main" id="{68970CAF-DF70-D215-C4F4-9B7F11A05C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4" name="组合 7">
              <a:extLst>
                <a:ext uri="{FF2B5EF4-FFF2-40B4-BE49-F238E27FC236}">
                  <a16:creationId xmlns:a16="http://schemas.microsoft.com/office/drawing/2014/main" id="{1FA9F9ED-05F9-D9CF-A2D2-879851495A77}"/>
                </a:ext>
              </a:extLst>
            </p:cNvPr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5" name="任意多边形 8">
                <a:extLst>
                  <a:ext uri="{FF2B5EF4-FFF2-40B4-BE49-F238E27FC236}">
                    <a16:creationId xmlns:a16="http://schemas.microsoft.com/office/drawing/2014/main" id="{94272761-B250-DE62-294F-AC79B6123BFE}"/>
                  </a:ext>
                </a:extLst>
              </p:cNvPr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6" name="Oval 35">
                <a:extLst>
                  <a:ext uri="{FF2B5EF4-FFF2-40B4-BE49-F238E27FC236}">
                    <a16:creationId xmlns:a16="http://schemas.microsoft.com/office/drawing/2014/main" id="{164CAED4-8BE4-07CB-82C4-2511A3F96A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7" name="Oval 35">
                <a:extLst>
                  <a:ext uri="{FF2B5EF4-FFF2-40B4-BE49-F238E27FC236}">
                    <a16:creationId xmlns:a16="http://schemas.microsoft.com/office/drawing/2014/main" id="{37DF0D37-27AF-208A-1536-BC89BFB15B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3" name="文本框 6">
            <a:extLst>
              <a:ext uri="{FF2B5EF4-FFF2-40B4-BE49-F238E27FC236}">
                <a16:creationId xmlns:a16="http://schemas.microsoft.com/office/drawing/2014/main" id="{887372B3-67A0-D46E-6A87-0421B414E18B}"/>
              </a:ext>
            </a:extLst>
          </p:cNvPr>
          <p:cNvSpPr txBox="1"/>
          <p:nvPr/>
        </p:nvSpPr>
        <p:spPr>
          <a:xfrm>
            <a:off x="641967" y="158899"/>
            <a:ext cx="2555624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LDO Principle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602405AD-CE66-32D7-9C92-AF3AD37B21CA}"/>
              </a:ext>
            </a:extLst>
          </p:cNvPr>
          <p:cNvGrpSpPr/>
          <p:nvPr/>
        </p:nvGrpSpPr>
        <p:grpSpPr>
          <a:xfrm>
            <a:off x="2677761" y="3518206"/>
            <a:ext cx="2843646" cy="1568373"/>
            <a:chOff x="3103890" y="1501143"/>
            <a:chExt cx="2843646" cy="1568373"/>
          </a:xfrm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8ADB1467-CCF0-028D-D86A-DA3FCB8EF2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79903" y="1501143"/>
              <a:ext cx="1" cy="1553974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75C81AC4-6CAC-05E6-A3C9-D83D02FEAA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119012" y="3069516"/>
              <a:ext cx="2276013" cy="0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39422FF-8AA6-A39F-764C-215F99187E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103890" y="1525286"/>
              <a:ext cx="2276013" cy="0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642469AA-BAB1-66E6-89FD-60A7CC379F97}"/>
                </a:ext>
              </a:extLst>
            </p:cNvPr>
            <p:cNvSpPr/>
            <p:nvPr/>
          </p:nvSpPr>
          <p:spPr>
            <a:xfrm>
              <a:off x="4879088" y="1973004"/>
              <a:ext cx="1031873" cy="581655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en-US" dirty="0">
                <a:solidFill>
                  <a:prstClr val="white"/>
                </a:solidFill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CFA3126B-9361-5C45-498F-B9D6CD48061B}"/>
                </a:ext>
              </a:extLst>
            </p:cNvPr>
            <p:cNvSpPr txBox="1"/>
            <p:nvPr/>
          </p:nvSpPr>
          <p:spPr>
            <a:xfrm>
              <a:off x="4842512" y="1932029"/>
              <a:ext cx="1105024" cy="64633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 defTabSz="914332"/>
              <a:r>
                <a:rPr lang="en-US" b="1" dirty="0">
                  <a:solidFill>
                    <a:srgbClr val="002060"/>
                  </a:solidFill>
                </a:rPr>
                <a:t>Loading</a:t>
              </a:r>
              <a:br>
                <a:rPr lang="en-US" b="1" dirty="0">
                  <a:solidFill>
                    <a:srgbClr val="002060"/>
                  </a:solidFill>
                </a:rPr>
              </a:br>
              <a:r>
                <a:rPr lang="en-US" b="1" dirty="0">
                  <a:solidFill>
                    <a:srgbClr val="002060"/>
                  </a:solidFill>
                </a:rPr>
                <a:t>Circuit</a:t>
              </a:r>
            </a:p>
          </p:txBody>
        </p:sp>
      </p:grp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3177397B-11E7-7721-2DE9-F02F271507A3}"/>
              </a:ext>
            </a:extLst>
          </p:cNvPr>
          <p:cNvCxnSpPr>
            <a:cxnSpLocks/>
          </p:cNvCxnSpPr>
          <p:nvPr/>
        </p:nvCxnSpPr>
        <p:spPr>
          <a:xfrm flipH="1" flipV="1">
            <a:off x="378072" y="3542351"/>
            <a:ext cx="3421058" cy="155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32F972D9-0D75-893D-F3B2-B30439B28D52}"/>
              </a:ext>
            </a:extLst>
          </p:cNvPr>
          <p:cNvCxnSpPr>
            <a:cxnSpLocks/>
          </p:cNvCxnSpPr>
          <p:nvPr/>
        </p:nvCxnSpPr>
        <p:spPr>
          <a:xfrm flipH="1" flipV="1">
            <a:off x="378071" y="5086579"/>
            <a:ext cx="3421058" cy="155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20A61BDF-BC89-0537-DAA7-51F569CDEBCF}"/>
              </a:ext>
            </a:extLst>
          </p:cNvPr>
          <p:cNvSpPr/>
          <p:nvPr/>
        </p:nvSpPr>
        <p:spPr>
          <a:xfrm>
            <a:off x="1148132" y="3205661"/>
            <a:ext cx="1880937" cy="1145092"/>
          </a:xfrm>
          <a:prstGeom prst="rect">
            <a:avLst/>
          </a:prstGeom>
          <a:solidFill>
            <a:schemeClr val="bg1"/>
          </a:solidFill>
          <a:ln w="381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 dirty="0">
              <a:solidFill>
                <a:prstClr val="white"/>
              </a:solidFill>
            </a:endParaRP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BDAA1A94-AC05-474C-96A0-59351EB8B8AC}"/>
              </a:ext>
            </a:extLst>
          </p:cNvPr>
          <p:cNvCxnSpPr>
            <a:cxnSpLocks/>
          </p:cNvCxnSpPr>
          <p:nvPr/>
        </p:nvCxnSpPr>
        <p:spPr>
          <a:xfrm flipH="1">
            <a:off x="2004418" y="4350753"/>
            <a:ext cx="1" cy="735826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Oval 23">
            <a:extLst>
              <a:ext uri="{FF2B5EF4-FFF2-40B4-BE49-F238E27FC236}">
                <a16:creationId xmlns:a16="http://schemas.microsoft.com/office/drawing/2014/main" id="{7398C6D0-AFBD-0371-670C-A5F7A9C636B1}"/>
              </a:ext>
            </a:extLst>
          </p:cNvPr>
          <p:cNvSpPr/>
          <p:nvPr/>
        </p:nvSpPr>
        <p:spPr>
          <a:xfrm>
            <a:off x="303876" y="3473126"/>
            <a:ext cx="148390" cy="138450"/>
          </a:xfrm>
          <a:prstGeom prst="ellipse">
            <a:avLst/>
          </a:prstGeom>
          <a:solidFill>
            <a:schemeClr val="bg1"/>
          </a:solidFill>
          <a:ln w="381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711349BD-5E94-A810-2C96-6A18C422A227}"/>
              </a:ext>
            </a:extLst>
          </p:cNvPr>
          <p:cNvSpPr/>
          <p:nvPr/>
        </p:nvSpPr>
        <p:spPr>
          <a:xfrm>
            <a:off x="303876" y="5017354"/>
            <a:ext cx="148390" cy="138450"/>
          </a:xfrm>
          <a:prstGeom prst="ellipse">
            <a:avLst/>
          </a:prstGeom>
          <a:solidFill>
            <a:schemeClr val="bg1"/>
          </a:solidFill>
          <a:ln w="381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28A9A0DC-63F5-8117-3139-E64AC17D4749}"/>
              </a:ext>
            </a:extLst>
          </p:cNvPr>
          <p:cNvSpPr/>
          <p:nvPr/>
        </p:nvSpPr>
        <p:spPr>
          <a:xfrm>
            <a:off x="3724934" y="3473126"/>
            <a:ext cx="148390" cy="138450"/>
          </a:xfrm>
          <a:prstGeom prst="ellipse">
            <a:avLst/>
          </a:prstGeom>
          <a:solidFill>
            <a:schemeClr val="bg1"/>
          </a:solidFill>
          <a:ln w="381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3EBD28CD-7736-FAD1-8A02-7F6465ED8F1D}"/>
              </a:ext>
            </a:extLst>
          </p:cNvPr>
          <p:cNvSpPr/>
          <p:nvPr/>
        </p:nvSpPr>
        <p:spPr>
          <a:xfrm>
            <a:off x="3724934" y="5017354"/>
            <a:ext cx="148390" cy="138450"/>
          </a:xfrm>
          <a:prstGeom prst="ellipse">
            <a:avLst/>
          </a:prstGeom>
          <a:solidFill>
            <a:schemeClr val="bg1"/>
          </a:solidFill>
          <a:ln w="381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33D20D2-3904-C2F8-3D6A-82C9400275C9}"/>
              </a:ext>
            </a:extLst>
          </p:cNvPr>
          <p:cNvSpPr txBox="1"/>
          <p:nvPr/>
        </p:nvSpPr>
        <p:spPr>
          <a:xfrm>
            <a:off x="1629435" y="4041426"/>
            <a:ext cx="74996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400" b="1" dirty="0">
                <a:solidFill>
                  <a:prstClr val="black"/>
                </a:solidFill>
              </a:rPr>
              <a:t>GND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820080F-960E-28FA-1B3C-EADFC887BDF6}"/>
              </a:ext>
            </a:extLst>
          </p:cNvPr>
          <p:cNvSpPr txBox="1"/>
          <p:nvPr/>
        </p:nvSpPr>
        <p:spPr>
          <a:xfrm>
            <a:off x="2495668" y="3388462"/>
            <a:ext cx="51827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400" b="1" dirty="0">
                <a:solidFill>
                  <a:prstClr val="black"/>
                </a:solidFill>
              </a:rPr>
              <a:t>OUT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C8CA6D8-172D-8DB8-668E-A6EF367850DC}"/>
              </a:ext>
            </a:extLst>
          </p:cNvPr>
          <p:cNvSpPr txBox="1"/>
          <p:nvPr/>
        </p:nvSpPr>
        <p:spPr>
          <a:xfrm>
            <a:off x="1148050" y="3388461"/>
            <a:ext cx="36512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400" b="1" dirty="0">
                <a:solidFill>
                  <a:prstClr val="black"/>
                </a:solidFill>
              </a:rPr>
              <a:t>IN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8824737-B187-D0E7-3EF4-9D8B11F41898}"/>
              </a:ext>
            </a:extLst>
          </p:cNvPr>
          <p:cNvSpPr txBox="1"/>
          <p:nvPr/>
        </p:nvSpPr>
        <p:spPr>
          <a:xfrm>
            <a:off x="1629434" y="3470432"/>
            <a:ext cx="82751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2400" b="1" dirty="0">
                <a:solidFill>
                  <a:prstClr val="black"/>
                </a:solidFill>
              </a:rPr>
              <a:t>LDO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B211D52E-4D26-7DFA-051C-828860383F20}"/>
              </a:ext>
            </a:extLst>
          </p:cNvPr>
          <p:cNvSpPr txBox="1"/>
          <p:nvPr/>
        </p:nvSpPr>
        <p:spPr>
          <a:xfrm>
            <a:off x="169520" y="3518206"/>
            <a:ext cx="33074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32"/>
            <a:r>
              <a:rPr lang="en-US" sz="2800" dirty="0">
                <a:solidFill>
                  <a:prstClr val="black"/>
                </a:solidFill>
              </a:rPr>
              <a:t>+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553C566-E198-1568-746B-FE5A1E348980}"/>
              </a:ext>
            </a:extLst>
          </p:cNvPr>
          <p:cNvSpPr txBox="1"/>
          <p:nvPr/>
        </p:nvSpPr>
        <p:spPr>
          <a:xfrm>
            <a:off x="169520" y="4548960"/>
            <a:ext cx="33074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32"/>
            <a:r>
              <a:rPr lang="en-US" sz="2800" dirty="0">
                <a:solidFill>
                  <a:prstClr val="black"/>
                </a:solidFill>
              </a:rPr>
              <a:t>–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6BCE38B-EF49-FB67-7018-EF0619837E3A}"/>
              </a:ext>
            </a:extLst>
          </p:cNvPr>
          <p:cNvSpPr txBox="1"/>
          <p:nvPr/>
        </p:nvSpPr>
        <p:spPr>
          <a:xfrm>
            <a:off x="3603731" y="3518206"/>
            <a:ext cx="33074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32"/>
            <a:r>
              <a:rPr lang="en-US" sz="2800" dirty="0">
                <a:solidFill>
                  <a:prstClr val="black"/>
                </a:solidFill>
              </a:rPr>
              <a:t>+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D2E0349C-F184-EF14-9091-A5574F7CB626}"/>
              </a:ext>
            </a:extLst>
          </p:cNvPr>
          <p:cNvSpPr txBox="1"/>
          <p:nvPr/>
        </p:nvSpPr>
        <p:spPr>
          <a:xfrm>
            <a:off x="3603731" y="4548960"/>
            <a:ext cx="33074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32"/>
            <a:r>
              <a:rPr lang="en-US" sz="2800" dirty="0">
                <a:solidFill>
                  <a:prstClr val="black"/>
                </a:solidFill>
              </a:rPr>
              <a:t>–</a:t>
            </a:r>
          </a:p>
        </p:txBody>
      </p:sp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B7A848CB-0E67-A82C-49E9-3C465FC6CBA6}"/>
              </a:ext>
            </a:extLst>
          </p:cNvPr>
          <p:cNvCxnSpPr/>
          <p:nvPr/>
        </p:nvCxnSpPr>
        <p:spPr>
          <a:xfrm>
            <a:off x="594760" y="3388461"/>
            <a:ext cx="441158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93E9784A-ED32-DCD4-88E0-678E93528BDB}"/>
              </a:ext>
            </a:extLst>
          </p:cNvPr>
          <p:cNvCxnSpPr/>
          <p:nvPr/>
        </p:nvCxnSpPr>
        <p:spPr>
          <a:xfrm>
            <a:off x="3197591" y="3388461"/>
            <a:ext cx="441158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5752B235-27A6-A5B0-46A3-3289321A2020}"/>
              </a:ext>
            </a:extLst>
          </p:cNvPr>
          <p:cNvSpPr txBox="1"/>
          <p:nvPr/>
        </p:nvSpPr>
        <p:spPr>
          <a:xfrm>
            <a:off x="3424145" y="4017366"/>
            <a:ext cx="7499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2400" b="1" dirty="0">
                <a:solidFill>
                  <a:prstClr val="black"/>
                </a:solidFill>
              </a:rPr>
              <a:t>V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DBF21A48-7ECC-D4B5-9739-3E55E9861A91}"/>
              </a:ext>
            </a:extLst>
          </p:cNvPr>
          <p:cNvSpPr txBox="1"/>
          <p:nvPr/>
        </p:nvSpPr>
        <p:spPr>
          <a:xfrm>
            <a:off x="0" y="4041426"/>
            <a:ext cx="7499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2400" b="1" dirty="0">
                <a:solidFill>
                  <a:prstClr val="black"/>
                </a:solidFill>
              </a:rPr>
              <a:t>V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94FFF4A-E79C-4260-06FB-CE31F6DCAC5E}"/>
              </a:ext>
            </a:extLst>
          </p:cNvPr>
          <p:cNvSpPr txBox="1"/>
          <p:nvPr/>
        </p:nvSpPr>
        <p:spPr>
          <a:xfrm>
            <a:off x="334755" y="4263945"/>
            <a:ext cx="36512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400" b="1" dirty="0">
                <a:solidFill>
                  <a:prstClr val="black"/>
                </a:solidFill>
              </a:rPr>
              <a:t>IN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AE9DAC9-CE6D-AE80-B200-809B9691CFC8}"/>
              </a:ext>
            </a:extLst>
          </p:cNvPr>
          <p:cNvSpPr txBox="1"/>
          <p:nvPr/>
        </p:nvSpPr>
        <p:spPr>
          <a:xfrm>
            <a:off x="3765240" y="4237520"/>
            <a:ext cx="71471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400" b="1" dirty="0">
                <a:solidFill>
                  <a:prstClr val="black"/>
                </a:solidFill>
              </a:rPr>
              <a:t>OUT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818CD91E-981F-5983-B731-4C194B4F71DE}"/>
              </a:ext>
            </a:extLst>
          </p:cNvPr>
          <p:cNvSpPr txBox="1"/>
          <p:nvPr/>
        </p:nvSpPr>
        <p:spPr>
          <a:xfrm>
            <a:off x="2926965" y="2854097"/>
            <a:ext cx="7499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2400" b="1" dirty="0">
                <a:solidFill>
                  <a:prstClr val="black"/>
                </a:solidFill>
              </a:rPr>
              <a:t>I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27D1250A-3294-6AEC-DC7C-08C0606B851F}"/>
              </a:ext>
            </a:extLst>
          </p:cNvPr>
          <p:cNvSpPr txBox="1"/>
          <p:nvPr/>
        </p:nvSpPr>
        <p:spPr>
          <a:xfrm>
            <a:off x="3268060" y="3074251"/>
            <a:ext cx="6786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400" b="1" dirty="0">
                <a:solidFill>
                  <a:prstClr val="black"/>
                </a:solidFill>
              </a:rPr>
              <a:t>OUT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489891C0-4222-9A8D-83D6-8971EF6DC767}"/>
              </a:ext>
            </a:extLst>
          </p:cNvPr>
          <p:cNvSpPr txBox="1"/>
          <p:nvPr/>
        </p:nvSpPr>
        <p:spPr>
          <a:xfrm>
            <a:off x="342057" y="2850275"/>
            <a:ext cx="7499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2400" b="1" dirty="0">
                <a:solidFill>
                  <a:prstClr val="black"/>
                </a:solidFill>
              </a:rPr>
              <a:t>I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67265307-BBD4-85EA-A1B7-DAE0ACBFE938}"/>
              </a:ext>
            </a:extLst>
          </p:cNvPr>
          <p:cNvSpPr txBox="1"/>
          <p:nvPr/>
        </p:nvSpPr>
        <p:spPr>
          <a:xfrm>
            <a:off x="676812" y="3072794"/>
            <a:ext cx="36512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400" b="1" dirty="0">
                <a:solidFill>
                  <a:prstClr val="black"/>
                </a:solidFill>
              </a:rPr>
              <a:t>IN</a:t>
            </a:r>
          </a:p>
        </p:txBody>
      </p:sp>
      <p:sp>
        <p:nvSpPr>
          <p:cNvPr id="46" name="Freeform: Shape 37">
            <a:extLst>
              <a:ext uri="{FF2B5EF4-FFF2-40B4-BE49-F238E27FC236}">
                <a16:creationId xmlns:a16="http://schemas.microsoft.com/office/drawing/2014/main" id="{0D04FBEC-289A-58D9-3181-60932BFEF1D6}"/>
              </a:ext>
            </a:extLst>
          </p:cNvPr>
          <p:cNvSpPr/>
          <p:nvPr/>
        </p:nvSpPr>
        <p:spPr>
          <a:xfrm>
            <a:off x="1252487" y="2640079"/>
            <a:ext cx="1616242" cy="453287"/>
          </a:xfrm>
          <a:custGeom>
            <a:avLst/>
            <a:gdLst>
              <a:gd name="connsiteX0" fmla="*/ 1616242 w 1616242"/>
              <a:gd name="connsiteY0" fmla="*/ 453287 h 453287"/>
              <a:gd name="connsiteX1" fmla="*/ 882315 w 1616242"/>
              <a:gd name="connsiteY1" fmla="*/ 98 h 453287"/>
              <a:gd name="connsiteX2" fmla="*/ 0 w 1616242"/>
              <a:gd name="connsiteY2" fmla="*/ 421203 h 453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16242" h="453287">
                <a:moveTo>
                  <a:pt x="1616242" y="453287"/>
                </a:moveTo>
                <a:cubicBezTo>
                  <a:pt x="1383965" y="229366"/>
                  <a:pt x="1151689" y="5445"/>
                  <a:pt x="882315" y="98"/>
                </a:cubicBezTo>
                <a:cubicBezTo>
                  <a:pt x="612941" y="-5249"/>
                  <a:pt x="306470" y="207977"/>
                  <a:pt x="0" y="421203"/>
                </a:cubicBezTo>
              </a:path>
            </a:pathLst>
          </a:custGeom>
          <a:noFill/>
          <a:ln w="12700">
            <a:headEnd type="none" w="med" len="med"/>
            <a:tailEnd type="arrow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5F982E0F-E957-DD6C-BE61-5CA0CFB6C327}"/>
              </a:ext>
            </a:extLst>
          </p:cNvPr>
          <p:cNvSpPr txBox="1"/>
          <p:nvPr/>
        </p:nvSpPr>
        <p:spPr>
          <a:xfrm>
            <a:off x="1613627" y="2144506"/>
            <a:ext cx="7499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2400" b="1" dirty="0">
                <a:solidFill>
                  <a:prstClr val="black"/>
                </a:solidFill>
              </a:rPr>
              <a:t>V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DC3E3D18-EEC8-281A-D0FA-F1C389CD6E7E}"/>
              </a:ext>
            </a:extLst>
          </p:cNvPr>
          <p:cNvSpPr txBox="1"/>
          <p:nvPr/>
        </p:nvSpPr>
        <p:spPr>
          <a:xfrm>
            <a:off x="1954722" y="2364660"/>
            <a:ext cx="107434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400" b="1" dirty="0">
                <a:solidFill>
                  <a:prstClr val="black"/>
                </a:solidFill>
              </a:rPr>
              <a:t>DROPOUT</a:t>
            </a:r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272766B5-CBA5-686D-9AC3-8AE543E70C14}"/>
              </a:ext>
            </a:extLst>
          </p:cNvPr>
          <p:cNvGrpSpPr/>
          <p:nvPr/>
        </p:nvGrpSpPr>
        <p:grpSpPr>
          <a:xfrm>
            <a:off x="5835357" y="2476567"/>
            <a:ext cx="6310231" cy="3274431"/>
            <a:chOff x="5574775" y="3361765"/>
            <a:chExt cx="6310231" cy="3274431"/>
          </a:xfrm>
        </p:grpSpPr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427B37B4-9539-5373-637F-C3F1756087B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299889" y="3834965"/>
              <a:ext cx="1" cy="2381630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B0C33978-ECB1-C6C4-9C68-E38152FCA5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215609" y="6218491"/>
              <a:ext cx="1099702" cy="0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C65F690-C0B3-5BB2-CD29-BE3C8130F9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215609" y="3851795"/>
              <a:ext cx="1084280" cy="0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2EC36CD3-E9CF-2131-58F2-B8313B1F9026}"/>
                </a:ext>
              </a:extLst>
            </p:cNvPr>
            <p:cNvSpPr/>
            <p:nvPr/>
          </p:nvSpPr>
          <p:spPr>
            <a:xfrm>
              <a:off x="10789146" y="4558142"/>
              <a:ext cx="1052329" cy="891448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en-US" dirty="0">
                <a:solidFill>
                  <a:prstClr val="white"/>
                </a:solidFill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922081DC-6B2D-840F-8A3B-2C5975C7012E}"/>
                </a:ext>
              </a:extLst>
            </p:cNvPr>
            <p:cNvSpPr txBox="1"/>
            <p:nvPr/>
          </p:nvSpPr>
          <p:spPr>
            <a:xfrm>
              <a:off x="10714772" y="4671174"/>
              <a:ext cx="1170234" cy="64633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 defTabSz="914332"/>
              <a:r>
                <a:rPr lang="en-US" b="1" dirty="0">
                  <a:solidFill>
                    <a:srgbClr val="002060"/>
                  </a:solidFill>
                </a:rPr>
                <a:t>Loading</a:t>
              </a:r>
              <a:br>
                <a:rPr lang="en-US" b="1" dirty="0">
                  <a:solidFill>
                    <a:srgbClr val="002060"/>
                  </a:solidFill>
                </a:rPr>
              </a:br>
              <a:r>
                <a:rPr lang="en-US" b="1" dirty="0">
                  <a:solidFill>
                    <a:srgbClr val="002060"/>
                  </a:solidFill>
                </a:rPr>
                <a:t>Circuit</a:t>
              </a:r>
            </a:p>
          </p:txBody>
        </p: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7EEAB165-531D-3F80-41C9-2C8AB307AC1F}"/>
                </a:ext>
              </a:extLst>
            </p:cNvPr>
            <p:cNvGrpSpPr/>
            <p:nvPr/>
          </p:nvGrpSpPr>
          <p:grpSpPr>
            <a:xfrm>
              <a:off x="5574775" y="6193050"/>
              <a:ext cx="448670" cy="443146"/>
              <a:chOff x="6134100" y="3384550"/>
              <a:chExt cx="419100" cy="374650"/>
            </a:xfrm>
          </p:grpSpPr>
          <p:cxnSp>
            <p:nvCxnSpPr>
              <p:cNvPr id="94" name="Straight Connector 93">
                <a:extLst>
                  <a:ext uri="{FF2B5EF4-FFF2-40B4-BE49-F238E27FC236}">
                    <a16:creationId xmlns:a16="http://schemas.microsoft.com/office/drawing/2014/main" id="{AAEA1DEA-26AC-F7D3-7036-EDC7AC3AE67C}"/>
                  </a:ext>
                </a:extLst>
              </p:cNvPr>
              <p:cNvCxnSpPr/>
              <p:nvPr/>
            </p:nvCxnSpPr>
            <p:spPr>
              <a:xfrm>
                <a:off x="6324600" y="3384550"/>
                <a:ext cx="0" cy="26035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C8F86958-D8E8-57C2-CAB6-BE747AC0839A}"/>
                  </a:ext>
                </a:extLst>
              </p:cNvPr>
              <p:cNvCxnSpPr/>
              <p:nvPr/>
            </p:nvCxnSpPr>
            <p:spPr>
              <a:xfrm flipH="1">
                <a:off x="6203950" y="3702050"/>
                <a:ext cx="266700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Straight Connector 95">
                <a:extLst>
                  <a:ext uri="{FF2B5EF4-FFF2-40B4-BE49-F238E27FC236}">
                    <a16:creationId xmlns:a16="http://schemas.microsoft.com/office/drawing/2014/main" id="{5242788D-8748-79D8-275A-41B60C3375CE}"/>
                  </a:ext>
                </a:extLst>
              </p:cNvPr>
              <p:cNvCxnSpPr/>
              <p:nvPr/>
            </p:nvCxnSpPr>
            <p:spPr>
              <a:xfrm flipH="1">
                <a:off x="6267450" y="3759200"/>
                <a:ext cx="127000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55C8AAD3-A271-C86E-EA19-011CE6ED6640}"/>
                  </a:ext>
                </a:extLst>
              </p:cNvPr>
              <p:cNvCxnSpPr/>
              <p:nvPr/>
            </p:nvCxnSpPr>
            <p:spPr>
              <a:xfrm flipH="1">
                <a:off x="6134100" y="3644900"/>
                <a:ext cx="419100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4164494-EB55-C13D-C18F-D21D5525234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544480" y="4635152"/>
              <a:ext cx="718419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B7D9DB3-AAB6-ED5C-C335-AE63EE6790CD}"/>
                </a:ext>
              </a:extLst>
            </p:cNvPr>
            <p:cNvCxnSpPr/>
            <p:nvPr/>
          </p:nvCxnSpPr>
          <p:spPr>
            <a:xfrm rot="16200000">
              <a:off x="9262900" y="3912866"/>
              <a:ext cx="0" cy="552921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C1DA1CF4-7F14-B77A-3871-0D8404CA1EB6}"/>
                </a:ext>
              </a:extLst>
            </p:cNvPr>
            <p:cNvCxnSpPr/>
            <p:nvPr/>
          </p:nvCxnSpPr>
          <p:spPr>
            <a:xfrm rot="16200000">
              <a:off x="9262900" y="3810879"/>
              <a:ext cx="0" cy="552921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87334B5-9FF3-4DD9-2D5D-65B56E91B382}"/>
                </a:ext>
              </a:extLst>
            </p:cNvPr>
            <p:cNvCxnSpPr/>
            <p:nvPr/>
          </p:nvCxnSpPr>
          <p:spPr>
            <a:xfrm rot="16200000" flipH="1">
              <a:off x="9405503" y="3953481"/>
              <a:ext cx="26771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2DC19BDD-E6C2-C5BF-5F98-FE67038ADB78}"/>
                </a:ext>
              </a:extLst>
            </p:cNvPr>
            <p:cNvCxnSpPr/>
            <p:nvPr/>
          </p:nvCxnSpPr>
          <p:spPr>
            <a:xfrm rot="16200000" flipH="1">
              <a:off x="8852581" y="3953481"/>
              <a:ext cx="26771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AC2D7894-B06C-5AEA-C1D0-E694E8BA83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92312" y="3823166"/>
              <a:ext cx="3208309" cy="3648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B3218024-8E8D-487D-5784-D9CDF0FFB50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213342" y="3836906"/>
              <a:ext cx="8517" cy="698932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6045A098-AC48-7381-B055-D7018C1ED279}"/>
                </a:ext>
              </a:extLst>
            </p:cNvPr>
            <p:cNvCxnSpPr>
              <a:cxnSpLocks/>
            </p:cNvCxnSpPr>
            <p:nvPr/>
          </p:nvCxnSpPr>
          <p:spPr>
            <a:xfrm>
              <a:off x="10108157" y="4517240"/>
              <a:ext cx="10764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43818DFC-A7B7-7B4C-BD6F-DE2A31DAB714}"/>
                </a:ext>
              </a:extLst>
            </p:cNvPr>
            <p:cNvCxnSpPr>
              <a:cxnSpLocks/>
            </p:cNvCxnSpPr>
            <p:nvPr/>
          </p:nvCxnSpPr>
          <p:spPr>
            <a:xfrm>
              <a:off x="10105700" y="4517240"/>
              <a:ext cx="210984" cy="166371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B654C0A6-33FB-6CFD-B784-E27136A9BAFB}"/>
                </a:ext>
              </a:extLst>
            </p:cNvPr>
            <p:cNvCxnSpPr>
              <a:cxnSpLocks/>
            </p:cNvCxnSpPr>
            <p:nvPr/>
          </p:nvCxnSpPr>
          <p:spPr>
            <a:xfrm>
              <a:off x="10107967" y="4683611"/>
              <a:ext cx="20871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1841A5D2-988C-CCAE-2ADF-DFF37C001639}"/>
                </a:ext>
              </a:extLst>
            </p:cNvPr>
            <p:cNvCxnSpPr>
              <a:cxnSpLocks/>
            </p:cNvCxnSpPr>
            <p:nvPr/>
          </p:nvCxnSpPr>
          <p:spPr>
            <a:xfrm>
              <a:off x="10110118" y="4682170"/>
              <a:ext cx="210984" cy="166371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EC0F6D94-0825-1922-7760-DA5417DDE6F2}"/>
                </a:ext>
              </a:extLst>
            </p:cNvPr>
            <p:cNvCxnSpPr>
              <a:cxnSpLocks/>
            </p:cNvCxnSpPr>
            <p:nvPr/>
          </p:nvCxnSpPr>
          <p:spPr>
            <a:xfrm>
              <a:off x="10110118" y="4848541"/>
              <a:ext cx="20871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A6F34210-7F64-E44B-D6B5-04C7C16E3C29}"/>
                </a:ext>
              </a:extLst>
            </p:cNvPr>
            <p:cNvCxnSpPr>
              <a:cxnSpLocks/>
            </p:cNvCxnSpPr>
            <p:nvPr/>
          </p:nvCxnSpPr>
          <p:spPr>
            <a:xfrm>
              <a:off x="10108983" y="4847099"/>
              <a:ext cx="210984" cy="166371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4C9E1A2C-8E80-1FFC-176B-3CB7ADC7551B}"/>
                </a:ext>
              </a:extLst>
            </p:cNvPr>
            <p:cNvCxnSpPr>
              <a:cxnSpLocks/>
            </p:cNvCxnSpPr>
            <p:nvPr/>
          </p:nvCxnSpPr>
          <p:spPr>
            <a:xfrm>
              <a:off x="10209041" y="5013470"/>
              <a:ext cx="10764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87896589-CB6C-B280-21EF-652D5D69E8D0}"/>
                </a:ext>
              </a:extLst>
            </p:cNvPr>
            <p:cNvCxnSpPr>
              <a:cxnSpLocks/>
            </p:cNvCxnSpPr>
            <p:nvPr/>
          </p:nvCxnSpPr>
          <p:spPr>
            <a:xfrm>
              <a:off x="10209040" y="4994340"/>
              <a:ext cx="6569" cy="26473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3C24E4E5-FD68-04E6-BC06-0BF948E979D6}"/>
                </a:ext>
              </a:extLst>
            </p:cNvPr>
            <p:cNvGrpSpPr/>
            <p:nvPr/>
          </p:nvGrpSpPr>
          <p:grpSpPr>
            <a:xfrm>
              <a:off x="10104712" y="5225772"/>
              <a:ext cx="215402" cy="1011130"/>
              <a:chOff x="7856818" y="1987071"/>
              <a:chExt cx="317658" cy="104279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1A1616B-1DC0-75FE-1FCF-B444A7AC445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015561" y="1987071"/>
                <a:ext cx="1670" cy="296906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486F8E81-1A61-8108-2582-11FED70A85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60443" y="2264796"/>
                <a:ext cx="158743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A458F9F9-6A9D-ABFE-9336-48551B5FBD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6818" y="2264796"/>
                <a:ext cx="311143" cy="171581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ED767E30-23A7-C20C-743A-9B48E13EC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60162" y="2436377"/>
                <a:ext cx="30779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444EF706-CAF5-E0D0-B972-C3F7C75E97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63333" y="2434891"/>
                <a:ext cx="311143" cy="171581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A1342C9-C8BC-319D-EA7A-AB5C18CB3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63333" y="2606472"/>
                <a:ext cx="30779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1E95B1E3-3B06-1341-E7CD-5139438496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61660" y="2604985"/>
                <a:ext cx="311143" cy="171581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59A197EE-F84B-CDF5-D798-E09DFE82B5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09218" y="2776566"/>
                <a:ext cx="158743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AC57194C-7A65-A8EF-55E9-1F87E3BDB6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09217" y="2756837"/>
                <a:ext cx="9687" cy="27303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1850DB40-9CEC-6665-824C-94DCEC2D1E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74724" y="5255879"/>
              <a:ext cx="2638619" cy="2204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5F33AB4D-3683-2637-F484-65DAA95951C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74724" y="4843520"/>
              <a:ext cx="22419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6C810A1B-5E2A-ED37-B0AA-2E26ED52B8C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74724" y="4843520"/>
              <a:ext cx="0" cy="43577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573FA570-7547-8E2A-DDF6-D8745A4183F6}"/>
                </a:ext>
              </a:extLst>
            </p:cNvPr>
            <p:cNvCxnSpPr>
              <a:cxnSpLocks/>
            </p:cNvCxnSpPr>
            <p:nvPr/>
          </p:nvCxnSpPr>
          <p:spPr>
            <a:xfrm>
              <a:off x="9522401" y="3832728"/>
              <a:ext cx="706258" cy="1762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DBDB92DC-3686-24AA-6C23-25647D940BC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177472" y="3821619"/>
              <a:ext cx="1" cy="2394976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7299E0A1-5E8D-7631-B826-B7A50F9BE6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99610" y="3361765"/>
              <a:ext cx="1" cy="481238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Isosceles Triangle 77">
              <a:extLst>
                <a:ext uri="{FF2B5EF4-FFF2-40B4-BE49-F238E27FC236}">
                  <a16:creationId xmlns:a16="http://schemas.microsoft.com/office/drawing/2014/main" id="{18472A80-18DF-5016-3CEB-088844ADEE89}"/>
                </a:ext>
              </a:extLst>
            </p:cNvPr>
            <p:cNvSpPr/>
            <p:nvPr/>
          </p:nvSpPr>
          <p:spPr>
            <a:xfrm>
              <a:off x="5663767" y="3361765"/>
              <a:ext cx="271686" cy="204033"/>
            </a:xfrm>
            <a:prstGeom prst="triangl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en-US" sz="1801">
                <a:solidFill>
                  <a:prstClr val="white"/>
                </a:solidFill>
              </a:endParaRPr>
            </a:p>
          </p:txBody>
        </p: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E061C7A1-7ACF-B861-26AB-DFA74E39D6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444267" y="4517240"/>
              <a:ext cx="427366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Isosceles Triangle 79">
              <a:extLst>
                <a:ext uri="{FF2B5EF4-FFF2-40B4-BE49-F238E27FC236}">
                  <a16:creationId xmlns:a16="http://schemas.microsoft.com/office/drawing/2014/main" id="{C5D7855F-A655-A7FD-6817-E154A7B85747}"/>
                </a:ext>
              </a:extLst>
            </p:cNvPr>
            <p:cNvSpPr/>
            <p:nvPr/>
          </p:nvSpPr>
          <p:spPr>
            <a:xfrm rot="5400000">
              <a:off x="7794713" y="4238489"/>
              <a:ext cx="765519" cy="784448"/>
            </a:xfrm>
            <a:prstGeom prst="triangl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en-US" sz="1801">
                <a:solidFill>
                  <a:prstClr val="white"/>
                </a:solidFill>
              </a:endParaRPr>
            </a:p>
          </p:txBody>
        </p: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A23818E1-2127-35C6-5D91-1B975C98AAD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52640" y="4186372"/>
              <a:ext cx="0" cy="44878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FC0D54D0-1AEB-7DC6-3123-E1A7C0AE36ED}"/>
                </a:ext>
              </a:extLst>
            </p:cNvPr>
            <p:cNvSpPr/>
            <p:nvPr/>
          </p:nvSpPr>
          <p:spPr>
            <a:xfrm>
              <a:off x="6588750" y="4294977"/>
              <a:ext cx="867054" cy="429902"/>
            </a:xfrm>
            <a:prstGeom prst="rect">
              <a:avLst/>
            </a:prstGeom>
            <a:solidFill>
              <a:schemeClr val="bg1"/>
            </a:solidFill>
            <a:ln w="381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en-US" dirty="0">
                <a:solidFill>
                  <a:prstClr val="white"/>
                </a:solidFill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883FD77-AD8E-7CE0-4F03-8B8516EE8909}"/>
                </a:ext>
              </a:extLst>
            </p:cNvPr>
            <p:cNvSpPr txBox="1"/>
            <p:nvPr/>
          </p:nvSpPr>
          <p:spPr>
            <a:xfrm>
              <a:off x="6564822" y="4371428"/>
              <a:ext cx="940858" cy="276999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 defTabSz="914332"/>
              <a:r>
                <a:rPr lang="en-US" sz="1200" b="1" dirty="0">
                  <a:solidFill>
                    <a:prstClr val="black"/>
                  </a:solidFill>
                </a:rPr>
                <a:t>Reference</a:t>
              </a:r>
            </a:p>
          </p:txBody>
        </p: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5898AA31-D51D-84F1-9BA8-C94498894D4F}"/>
                </a:ext>
              </a:extLst>
            </p:cNvPr>
            <p:cNvCxnSpPr>
              <a:cxnSpLocks/>
            </p:cNvCxnSpPr>
            <p:nvPr/>
          </p:nvCxnSpPr>
          <p:spPr>
            <a:xfrm>
              <a:off x="5778130" y="6218491"/>
              <a:ext cx="445052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C8EDD32D-C4BD-8F28-BB76-5E781CC49771}"/>
              </a:ext>
            </a:extLst>
          </p:cNvPr>
          <p:cNvSpPr/>
          <p:nvPr/>
        </p:nvSpPr>
        <p:spPr>
          <a:xfrm>
            <a:off x="8985293" y="2696108"/>
            <a:ext cx="1093078" cy="765520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B130FC45-7B14-8C67-FB38-C848F4375D86}"/>
              </a:ext>
            </a:extLst>
          </p:cNvPr>
          <p:cNvSpPr/>
          <p:nvPr/>
        </p:nvSpPr>
        <p:spPr>
          <a:xfrm>
            <a:off x="7922524" y="3231268"/>
            <a:ext cx="946477" cy="997028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674F6753-CBE8-F04A-E4A2-C59AA42D46FB}"/>
              </a:ext>
            </a:extLst>
          </p:cNvPr>
          <p:cNvSpPr/>
          <p:nvPr/>
        </p:nvSpPr>
        <p:spPr>
          <a:xfrm>
            <a:off x="10221266" y="3497720"/>
            <a:ext cx="514458" cy="2003527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AC149998-8F69-9608-3044-DF90A0389C89}"/>
              </a:ext>
            </a:extLst>
          </p:cNvPr>
          <p:cNvSpPr txBox="1"/>
          <p:nvPr/>
        </p:nvSpPr>
        <p:spPr>
          <a:xfrm flipH="1">
            <a:off x="8992734" y="2364660"/>
            <a:ext cx="129177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32"/>
            <a:r>
              <a:rPr lang="en-US" sz="1400" dirty="0">
                <a:solidFill>
                  <a:srgbClr val="FF0000"/>
                </a:solidFill>
              </a:rPr>
              <a:t>Pass Device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3C81595E-C9B9-5456-68F9-94359FBD1728}"/>
              </a:ext>
            </a:extLst>
          </p:cNvPr>
          <p:cNvSpPr txBox="1"/>
          <p:nvPr/>
        </p:nvSpPr>
        <p:spPr>
          <a:xfrm flipH="1">
            <a:off x="8869001" y="3809345"/>
            <a:ext cx="91398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32"/>
            <a:r>
              <a:rPr lang="en-US" sz="1400" dirty="0">
                <a:solidFill>
                  <a:srgbClr val="FF0000"/>
                </a:solidFill>
              </a:rPr>
              <a:t>Error Amplifier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37085896-9AC8-9662-D077-A08AFE37458D}"/>
              </a:ext>
            </a:extLst>
          </p:cNvPr>
          <p:cNvSpPr txBox="1"/>
          <p:nvPr/>
        </p:nvSpPr>
        <p:spPr>
          <a:xfrm flipH="1">
            <a:off x="10823306" y="5354191"/>
            <a:ext cx="91398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32"/>
            <a:r>
              <a:rPr lang="en-US" sz="1400" dirty="0">
                <a:solidFill>
                  <a:srgbClr val="FF0000"/>
                </a:solidFill>
              </a:rPr>
              <a:t>Voltage Divider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B26CFB1D-C8D5-C668-A603-9B8472515939}"/>
              </a:ext>
            </a:extLst>
          </p:cNvPr>
          <p:cNvSpPr txBox="1"/>
          <p:nvPr/>
        </p:nvSpPr>
        <p:spPr>
          <a:xfrm>
            <a:off x="5932422" y="2283321"/>
            <a:ext cx="7499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2400" b="1" dirty="0">
                <a:solidFill>
                  <a:prstClr val="black"/>
                </a:solidFill>
              </a:rPr>
              <a:t>V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4AA6A81B-62B3-F753-DE0F-ECE2345A5B40}"/>
              </a:ext>
            </a:extLst>
          </p:cNvPr>
          <p:cNvSpPr txBox="1"/>
          <p:nvPr/>
        </p:nvSpPr>
        <p:spPr>
          <a:xfrm>
            <a:off x="6267177" y="2505840"/>
            <a:ext cx="36512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400" b="1" dirty="0">
                <a:solidFill>
                  <a:prstClr val="black"/>
                </a:solidFill>
              </a:rPr>
              <a:t>IN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793EE8E3-02D4-A9F3-688E-A126955DDACC}"/>
              </a:ext>
            </a:extLst>
          </p:cNvPr>
          <p:cNvSpPr txBox="1"/>
          <p:nvPr/>
        </p:nvSpPr>
        <p:spPr>
          <a:xfrm>
            <a:off x="10284514" y="2285686"/>
            <a:ext cx="7499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2400" b="1" dirty="0">
                <a:solidFill>
                  <a:prstClr val="black"/>
                </a:solidFill>
              </a:rPr>
              <a:t>V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D330CEED-F5B8-B42C-F115-77E83CD1A89C}"/>
              </a:ext>
            </a:extLst>
          </p:cNvPr>
          <p:cNvSpPr txBox="1"/>
          <p:nvPr/>
        </p:nvSpPr>
        <p:spPr>
          <a:xfrm>
            <a:off x="10625609" y="2505840"/>
            <a:ext cx="61501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400" b="1" dirty="0">
                <a:solidFill>
                  <a:prstClr val="black"/>
                </a:solidFill>
              </a:rPr>
              <a:t>OUT</a:t>
            </a:r>
          </a:p>
        </p:txBody>
      </p:sp>
    </p:spTree>
    <p:extLst>
      <p:ext uri="{BB962C8B-B14F-4D97-AF65-F5344CB8AC3E}">
        <p14:creationId xmlns:p14="http://schemas.microsoft.com/office/powerpoint/2010/main" val="35419267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4">
            <a:extLst>
              <a:ext uri="{FF2B5EF4-FFF2-40B4-BE49-F238E27FC236}">
                <a16:creationId xmlns:a16="http://schemas.microsoft.com/office/drawing/2014/main" id="{3E32F614-1F44-C0F3-B006-EDF17941B4F5}"/>
              </a:ext>
            </a:extLst>
          </p:cNvPr>
          <p:cNvGrpSpPr/>
          <p:nvPr/>
        </p:nvGrpSpPr>
        <p:grpSpPr>
          <a:xfrm>
            <a:off x="-23313" y="757693"/>
            <a:ext cx="3395006" cy="431295"/>
            <a:chOff x="-22274" y="526055"/>
            <a:chExt cx="3395006" cy="431295"/>
          </a:xfrm>
        </p:grpSpPr>
        <p:grpSp>
          <p:nvGrpSpPr>
            <p:cNvPr id="3" name="组合 5">
              <a:extLst>
                <a:ext uri="{FF2B5EF4-FFF2-40B4-BE49-F238E27FC236}">
                  <a16:creationId xmlns:a16="http://schemas.microsoft.com/office/drawing/2014/main" id="{EA1E49F9-7BE1-31F0-1AA4-FC17D17BBCEE}"/>
                </a:ext>
              </a:extLst>
            </p:cNvPr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8" name="任意多边形 11">
                <a:extLst>
                  <a:ext uri="{FF2B5EF4-FFF2-40B4-BE49-F238E27FC236}">
                    <a16:creationId xmlns:a16="http://schemas.microsoft.com/office/drawing/2014/main" id="{70F00A70-44D9-5373-6142-2DA5ABAF3F7A}"/>
                  </a:ext>
                </a:extLst>
              </p:cNvPr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9" name="组合 12">
                <a:extLst>
                  <a:ext uri="{FF2B5EF4-FFF2-40B4-BE49-F238E27FC236}">
                    <a16:creationId xmlns:a16="http://schemas.microsoft.com/office/drawing/2014/main" id="{A5379E43-D196-B15F-686A-9245D0C59E84}"/>
                  </a:ext>
                </a:extLst>
              </p:cNvPr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1" name="Oval 35">
                  <a:extLst>
                    <a:ext uri="{FF2B5EF4-FFF2-40B4-BE49-F238E27FC236}">
                      <a16:creationId xmlns:a16="http://schemas.microsoft.com/office/drawing/2014/main" id="{463EB779-AE73-888E-056D-0E24158FD853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" name="Oval 35">
                  <a:extLst>
                    <a:ext uri="{FF2B5EF4-FFF2-40B4-BE49-F238E27FC236}">
                      <a16:creationId xmlns:a16="http://schemas.microsoft.com/office/drawing/2014/main" id="{48444000-2742-6295-79F1-DB03FEFA15B2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0" name="Oval 35">
                <a:extLst>
                  <a:ext uri="{FF2B5EF4-FFF2-40B4-BE49-F238E27FC236}">
                    <a16:creationId xmlns:a16="http://schemas.microsoft.com/office/drawing/2014/main" id="{68970CAF-DF70-D215-C4F4-9B7F11A05C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4" name="组合 7">
              <a:extLst>
                <a:ext uri="{FF2B5EF4-FFF2-40B4-BE49-F238E27FC236}">
                  <a16:creationId xmlns:a16="http://schemas.microsoft.com/office/drawing/2014/main" id="{1FA9F9ED-05F9-D9CF-A2D2-879851495A77}"/>
                </a:ext>
              </a:extLst>
            </p:cNvPr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5" name="任意多边形 8">
                <a:extLst>
                  <a:ext uri="{FF2B5EF4-FFF2-40B4-BE49-F238E27FC236}">
                    <a16:creationId xmlns:a16="http://schemas.microsoft.com/office/drawing/2014/main" id="{94272761-B250-DE62-294F-AC79B6123BFE}"/>
                  </a:ext>
                </a:extLst>
              </p:cNvPr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6" name="Oval 35">
                <a:extLst>
                  <a:ext uri="{FF2B5EF4-FFF2-40B4-BE49-F238E27FC236}">
                    <a16:creationId xmlns:a16="http://schemas.microsoft.com/office/drawing/2014/main" id="{164CAED4-8BE4-07CB-82C4-2511A3F96A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7" name="Oval 35">
                <a:extLst>
                  <a:ext uri="{FF2B5EF4-FFF2-40B4-BE49-F238E27FC236}">
                    <a16:creationId xmlns:a16="http://schemas.microsoft.com/office/drawing/2014/main" id="{37DF0D37-27AF-208A-1536-BC89BFB15B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3" name="文本框 6">
            <a:extLst>
              <a:ext uri="{FF2B5EF4-FFF2-40B4-BE49-F238E27FC236}">
                <a16:creationId xmlns:a16="http://schemas.microsoft.com/office/drawing/2014/main" id="{887372B3-67A0-D46E-6A87-0421B414E18B}"/>
              </a:ext>
            </a:extLst>
          </p:cNvPr>
          <p:cNvSpPr txBox="1"/>
          <p:nvPr/>
        </p:nvSpPr>
        <p:spPr>
          <a:xfrm>
            <a:off x="613087" y="149787"/>
            <a:ext cx="6331043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Architecture of Low Dropout Regulator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0638A3E-0043-BBB5-9F56-FCBA0D2C011E}"/>
              </a:ext>
            </a:extLst>
          </p:cNvPr>
          <p:cNvCxnSpPr/>
          <p:nvPr/>
        </p:nvCxnSpPr>
        <p:spPr>
          <a:xfrm>
            <a:off x="6772398" y="2736055"/>
            <a:ext cx="0" cy="542173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9711C32C-B6CB-EA1E-FE74-D4BE712FBFB3}"/>
              </a:ext>
            </a:extLst>
          </p:cNvPr>
          <p:cNvCxnSpPr/>
          <p:nvPr/>
        </p:nvCxnSpPr>
        <p:spPr>
          <a:xfrm>
            <a:off x="6851660" y="2736055"/>
            <a:ext cx="0" cy="542173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54424421-76F6-2766-497B-4630656D9F2E}"/>
              </a:ext>
            </a:extLst>
          </p:cNvPr>
          <p:cNvCxnSpPr/>
          <p:nvPr/>
        </p:nvCxnSpPr>
        <p:spPr>
          <a:xfrm>
            <a:off x="7059721" y="2563722"/>
            <a:ext cx="0" cy="172333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A46A8668-DF98-E2DC-C4EE-780ABEA231E7}"/>
              </a:ext>
            </a:extLst>
          </p:cNvPr>
          <p:cNvCxnSpPr/>
          <p:nvPr/>
        </p:nvCxnSpPr>
        <p:spPr>
          <a:xfrm>
            <a:off x="7059721" y="3278228"/>
            <a:ext cx="0" cy="220742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4A61B13-FF03-9DF7-C90F-90CECB49658E}"/>
              </a:ext>
            </a:extLst>
          </p:cNvPr>
          <p:cNvCxnSpPr/>
          <p:nvPr/>
        </p:nvCxnSpPr>
        <p:spPr>
          <a:xfrm flipH="1">
            <a:off x="6851660" y="3278228"/>
            <a:ext cx="208061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A1036A47-DD63-9A4A-2C33-731FE2033EEF}"/>
              </a:ext>
            </a:extLst>
          </p:cNvPr>
          <p:cNvCxnSpPr/>
          <p:nvPr/>
        </p:nvCxnSpPr>
        <p:spPr>
          <a:xfrm flipH="1">
            <a:off x="6851660" y="2736055"/>
            <a:ext cx="208061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D93332A0-6BA3-0EB5-A9C6-D17B390C7C7F}"/>
              </a:ext>
            </a:extLst>
          </p:cNvPr>
          <p:cNvCxnSpPr>
            <a:cxnSpLocks/>
          </p:cNvCxnSpPr>
          <p:nvPr/>
        </p:nvCxnSpPr>
        <p:spPr>
          <a:xfrm flipH="1">
            <a:off x="5120277" y="3014887"/>
            <a:ext cx="1493598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Oval 20">
            <a:extLst>
              <a:ext uri="{FF2B5EF4-FFF2-40B4-BE49-F238E27FC236}">
                <a16:creationId xmlns:a16="http://schemas.microsoft.com/office/drawing/2014/main" id="{188138FC-544B-D17D-C54F-1E5A8345536E}"/>
              </a:ext>
            </a:extLst>
          </p:cNvPr>
          <p:cNvSpPr/>
          <p:nvPr/>
        </p:nvSpPr>
        <p:spPr>
          <a:xfrm>
            <a:off x="6613875" y="2956797"/>
            <a:ext cx="148615" cy="131671"/>
          </a:xfrm>
          <a:prstGeom prst="ellipse">
            <a:avLst/>
          </a:pr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 sz="1801">
              <a:solidFill>
                <a:prstClr val="white"/>
              </a:solidFill>
            </a:endParaRP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32E1F9DE-6362-B363-471C-3B0D52604066}"/>
              </a:ext>
            </a:extLst>
          </p:cNvPr>
          <p:cNvGrpSpPr/>
          <p:nvPr/>
        </p:nvGrpSpPr>
        <p:grpSpPr>
          <a:xfrm flipH="1">
            <a:off x="6851661" y="2682806"/>
            <a:ext cx="104029" cy="121989"/>
            <a:chOff x="6715124" y="1749425"/>
            <a:chExt cx="114300" cy="247650"/>
          </a:xfrm>
        </p:grpSpPr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47169F9B-16C8-4455-FED9-C551E718D22F}"/>
                </a:ext>
              </a:extLst>
            </p:cNvPr>
            <p:cNvCxnSpPr/>
            <p:nvPr/>
          </p:nvCxnSpPr>
          <p:spPr>
            <a:xfrm flipH="1">
              <a:off x="6715124" y="1844675"/>
              <a:ext cx="114300" cy="15240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AA9725EF-5C01-A1E9-663B-5AB51EDF2137}"/>
                </a:ext>
              </a:extLst>
            </p:cNvPr>
            <p:cNvCxnSpPr/>
            <p:nvPr/>
          </p:nvCxnSpPr>
          <p:spPr>
            <a:xfrm flipH="1" flipV="1">
              <a:off x="6727825" y="1749425"/>
              <a:ext cx="95249" cy="9525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9F51A91C-4AA0-39FE-D7B7-04D15A3E1415}"/>
              </a:ext>
            </a:extLst>
          </p:cNvPr>
          <p:cNvGrpSpPr/>
          <p:nvPr/>
        </p:nvGrpSpPr>
        <p:grpSpPr>
          <a:xfrm>
            <a:off x="6955690" y="3498969"/>
            <a:ext cx="211215" cy="785823"/>
            <a:chOff x="7856818" y="1987071"/>
            <a:chExt cx="317658" cy="1042796"/>
          </a:xfrm>
        </p:grpSpPr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6791A278-3181-E470-B1DA-E6A38B31F22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015561" y="1987071"/>
              <a:ext cx="1670" cy="29690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43AD9E4E-239A-9F8A-B4A5-C219D5ED7AAC}"/>
                </a:ext>
              </a:extLst>
            </p:cNvPr>
            <p:cNvCxnSpPr>
              <a:cxnSpLocks/>
            </p:cNvCxnSpPr>
            <p:nvPr/>
          </p:nvCxnSpPr>
          <p:spPr>
            <a:xfrm>
              <a:off x="7860443" y="2264796"/>
              <a:ext cx="15874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5BD20FB3-E244-06BE-6CE4-56768E4D6824}"/>
                </a:ext>
              </a:extLst>
            </p:cNvPr>
            <p:cNvCxnSpPr>
              <a:cxnSpLocks/>
            </p:cNvCxnSpPr>
            <p:nvPr/>
          </p:nvCxnSpPr>
          <p:spPr>
            <a:xfrm>
              <a:off x="7856818" y="2264796"/>
              <a:ext cx="311143" cy="171581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4BA2B4B-59CA-BDB3-FB85-564409AC3D49}"/>
                </a:ext>
              </a:extLst>
            </p:cNvPr>
            <p:cNvCxnSpPr>
              <a:cxnSpLocks/>
            </p:cNvCxnSpPr>
            <p:nvPr/>
          </p:nvCxnSpPr>
          <p:spPr>
            <a:xfrm>
              <a:off x="7860162" y="2436377"/>
              <a:ext cx="30779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4F440C4-72AC-AAFB-20CA-153D1C697C3C}"/>
                </a:ext>
              </a:extLst>
            </p:cNvPr>
            <p:cNvCxnSpPr>
              <a:cxnSpLocks/>
            </p:cNvCxnSpPr>
            <p:nvPr/>
          </p:nvCxnSpPr>
          <p:spPr>
            <a:xfrm>
              <a:off x="7863333" y="2434891"/>
              <a:ext cx="311143" cy="171581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FB713D0E-5BE7-75E8-91D9-C6430E816FDD}"/>
                </a:ext>
              </a:extLst>
            </p:cNvPr>
            <p:cNvCxnSpPr>
              <a:cxnSpLocks/>
            </p:cNvCxnSpPr>
            <p:nvPr/>
          </p:nvCxnSpPr>
          <p:spPr>
            <a:xfrm>
              <a:off x="7863333" y="2606472"/>
              <a:ext cx="30779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DD2F2E84-D7F4-0ABC-9197-6C5F72F1A8D3}"/>
                </a:ext>
              </a:extLst>
            </p:cNvPr>
            <p:cNvCxnSpPr>
              <a:cxnSpLocks/>
            </p:cNvCxnSpPr>
            <p:nvPr/>
          </p:nvCxnSpPr>
          <p:spPr>
            <a:xfrm>
              <a:off x="7861660" y="2604985"/>
              <a:ext cx="311143" cy="171581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B05714E-2EAA-2A21-71CA-A5A58545A84E}"/>
                </a:ext>
              </a:extLst>
            </p:cNvPr>
            <p:cNvCxnSpPr>
              <a:cxnSpLocks/>
            </p:cNvCxnSpPr>
            <p:nvPr/>
          </p:nvCxnSpPr>
          <p:spPr>
            <a:xfrm>
              <a:off x="8009218" y="2776566"/>
              <a:ext cx="15874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0A5A7530-D680-7A7D-8024-6B0FF8C59FBC}"/>
                </a:ext>
              </a:extLst>
            </p:cNvPr>
            <p:cNvCxnSpPr>
              <a:cxnSpLocks/>
            </p:cNvCxnSpPr>
            <p:nvPr/>
          </p:nvCxnSpPr>
          <p:spPr>
            <a:xfrm>
              <a:off x="8009217" y="2756837"/>
              <a:ext cx="9687" cy="27303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062EE646-A018-D198-48F5-B4A65E82F005}"/>
              </a:ext>
            </a:extLst>
          </p:cNvPr>
          <p:cNvGrpSpPr/>
          <p:nvPr/>
        </p:nvGrpSpPr>
        <p:grpSpPr>
          <a:xfrm>
            <a:off x="6954722" y="4258907"/>
            <a:ext cx="211215" cy="785823"/>
            <a:chOff x="7856818" y="1987071"/>
            <a:chExt cx="317658" cy="1042796"/>
          </a:xfrm>
        </p:grpSpPr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70091AF6-6B6F-9AB8-05F2-4102E7D763B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015561" y="1987071"/>
              <a:ext cx="1670" cy="29690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54C5F5D-6609-C55E-D611-C6A139E3D7FA}"/>
                </a:ext>
              </a:extLst>
            </p:cNvPr>
            <p:cNvCxnSpPr>
              <a:cxnSpLocks/>
            </p:cNvCxnSpPr>
            <p:nvPr/>
          </p:nvCxnSpPr>
          <p:spPr>
            <a:xfrm>
              <a:off x="7860443" y="2264796"/>
              <a:ext cx="15874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409C93B1-9D65-7D52-773A-7DA6EE906150}"/>
                </a:ext>
              </a:extLst>
            </p:cNvPr>
            <p:cNvCxnSpPr>
              <a:cxnSpLocks/>
            </p:cNvCxnSpPr>
            <p:nvPr/>
          </p:nvCxnSpPr>
          <p:spPr>
            <a:xfrm>
              <a:off x="7856818" y="2264796"/>
              <a:ext cx="311143" cy="171581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B5EDC495-0592-41FB-2278-E4577700845F}"/>
                </a:ext>
              </a:extLst>
            </p:cNvPr>
            <p:cNvCxnSpPr>
              <a:cxnSpLocks/>
            </p:cNvCxnSpPr>
            <p:nvPr/>
          </p:nvCxnSpPr>
          <p:spPr>
            <a:xfrm>
              <a:off x="7860162" y="2436377"/>
              <a:ext cx="30779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C73BFC5C-7B6C-641E-7652-99A69990EB72}"/>
                </a:ext>
              </a:extLst>
            </p:cNvPr>
            <p:cNvCxnSpPr>
              <a:cxnSpLocks/>
            </p:cNvCxnSpPr>
            <p:nvPr/>
          </p:nvCxnSpPr>
          <p:spPr>
            <a:xfrm>
              <a:off x="7863333" y="2434891"/>
              <a:ext cx="311143" cy="171581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A4A92928-AFC9-FCA6-468D-51141C2BFDE6}"/>
                </a:ext>
              </a:extLst>
            </p:cNvPr>
            <p:cNvCxnSpPr>
              <a:cxnSpLocks/>
            </p:cNvCxnSpPr>
            <p:nvPr/>
          </p:nvCxnSpPr>
          <p:spPr>
            <a:xfrm>
              <a:off x="7863333" y="2606472"/>
              <a:ext cx="30779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B16F2E9A-BAEC-28DB-E32E-B9F960D417A5}"/>
                </a:ext>
              </a:extLst>
            </p:cNvPr>
            <p:cNvCxnSpPr>
              <a:cxnSpLocks/>
            </p:cNvCxnSpPr>
            <p:nvPr/>
          </p:nvCxnSpPr>
          <p:spPr>
            <a:xfrm>
              <a:off x="7861660" y="2604985"/>
              <a:ext cx="311143" cy="171581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24BEE659-E868-8858-98AA-DCBBCA772340}"/>
                </a:ext>
              </a:extLst>
            </p:cNvPr>
            <p:cNvCxnSpPr>
              <a:cxnSpLocks/>
            </p:cNvCxnSpPr>
            <p:nvPr/>
          </p:nvCxnSpPr>
          <p:spPr>
            <a:xfrm>
              <a:off x="8009218" y="2776566"/>
              <a:ext cx="15874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EE7E139-4B3C-3115-0DE3-5574B24C51E5}"/>
                </a:ext>
              </a:extLst>
            </p:cNvPr>
            <p:cNvCxnSpPr>
              <a:cxnSpLocks/>
            </p:cNvCxnSpPr>
            <p:nvPr/>
          </p:nvCxnSpPr>
          <p:spPr>
            <a:xfrm>
              <a:off x="8009217" y="2756837"/>
              <a:ext cx="9687" cy="27303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898941D-D6E2-63F5-D5B8-97BFB30E728B}"/>
              </a:ext>
            </a:extLst>
          </p:cNvPr>
          <p:cNvCxnSpPr>
            <a:cxnSpLocks/>
          </p:cNvCxnSpPr>
          <p:nvPr/>
        </p:nvCxnSpPr>
        <p:spPr>
          <a:xfrm flipH="1" flipV="1">
            <a:off x="5867076" y="4281205"/>
            <a:ext cx="1194164" cy="110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CA5FE17E-6476-D970-0418-5EBC8EF4124F}"/>
              </a:ext>
            </a:extLst>
          </p:cNvPr>
          <p:cNvCxnSpPr>
            <a:cxnSpLocks/>
          </p:cNvCxnSpPr>
          <p:nvPr/>
        </p:nvCxnSpPr>
        <p:spPr>
          <a:xfrm>
            <a:off x="5136044" y="3002727"/>
            <a:ext cx="0" cy="539315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Group 46">
            <a:extLst>
              <a:ext uri="{FF2B5EF4-FFF2-40B4-BE49-F238E27FC236}">
                <a16:creationId xmlns:a16="http://schemas.microsoft.com/office/drawing/2014/main" id="{9AE55D8D-3347-9DC4-F28A-2439E962CA32}"/>
              </a:ext>
            </a:extLst>
          </p:cNvPr>
          <p:cNvGrpSpPr/>
          <p:nvPr/>
        </p:nvGrpSpPr>
        <p:grpSpPr>
          <a:xfrm>
            <a:off x="4240320" y="3768616"/>
            <a:ext cx="1532125" cy="425057"/>
            <a:chOff x="4878854" y="3866362"/>
            <a:chExt cx="2170503" cy="425057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56EA33B5-CEA7-0A3C-7724-7C614985AD8A}"/>
                </a:ext>
              </a:extLst>
            </p:cNvPr>
            <p:cNvSpPr txBox="1"/>
            <p:nvPr/>
          </p:nvSpPr>
          <p:spPr>
            <a:xfrm>
              <a:off x="4878854" y="3866362"/>
              <a:ext cx="21705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332"/>
              <a:r>
                <a:rPr lang="en-US" b="1" dirty="0">
                  <a:solidFill>
                    <a:srgbClr val="FF0000"/>
                  </a:solidFill>
                </a:rPr>
                <a:t>V   = 0.75 V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B203AB4C-EA9A-C5B0-0221-AC0F77680BDA}"/>
                </a:ext>
              </a:extLst>
            </p:cNvPr>
            <p:cNvSpPr txBox="1"/>
            <p:nvPr/>
          </p:nvSpPr>
          <p:spPr>
            <a:xfrm>
              <a:off x="5100285" y="4045199"/>
              <a:ext cx="786531" cy="246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332"/>
              <a:r>
                <a:rPr lang="en-US" sz="1000" b="1" dirty="0">
                  <a:solidFill>
                    <a:srgbClr val="FF0000"/>
                  </a:solidFill>
                </a:rPr>
                <a:t>REF</a:t>
              </a: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EE43C8E-828C-F9CE-1472-A10BFE970871}"/>
              </a:ext>
            </a:extLst>
          </p:cNvPr>
          <p:cNvSpPr txBox="1"/>
          <p:nvPr/>
        </p:nvSpPr>
        <p:spPr>
          <a:xfrm>
            <a:off x="7048840" y="1749946"/>
            <a:ext cx="13439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32"/>
            <a:r>
              <a:rPr lang="en-US" b="1" dirty="0">
                <a:solidFill>
                  <a:srgbClr val="FF0000"/>
                </a:solidFill>
              </a:rPr>
              <a:t>V   = 1.2 V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2D687AC1-AA33-D67F-D541-39FEEFA03B6F}"/>
              </a:ext>
            </a:extLst>
          </p:cNvPr>
          <p:cNvSpPr txBox="1"/>
          <p:nvPr/>
        </p:nvSpPr>
        <p:spPr>
          <a:xfrm>
            <a:off x="7048840" y="1937355"/>
            <a:ext cx="56953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000" b="1" dirty="0">
                <a:solidFill>
                  <a:srgbClr val="FF0000"/>
                </a:solidFill>
              </a:rPr>
              <a:t>DD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80B7A23F-5083-9155-4715-86F8073C7F2B}"/>
              </a:ext>
            </a:extLst>
          </p:cNvPr>
          <p:cNvSpPr txBox="1"/>
          <p:nvPr/>
        </p:nvSpPr>
        <p:spPr>
          <a:xfrm>
            <a:off x="7778062" y="3071897"/>
            <a:ext cx="168357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32"/>
            <a:r>
              <a:rPr lang="en-US" b="1" dirty="0">
                <a:solidFill>
                  <a:srgbClr val="FF0000"/>
                </a:solidFill>
              </a:rPr>
              <a:t>V    = 0.9 V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C634EDD-CF4E-CF01-8CFA-0055AFD90616}"/>
              </a:ext>
            </a:extLst>
          </p:cNvPr>
          <p:cNvSpPr txBox="1"/>
          <p:nvPr/>
        </p:nvSpPr>
        <p:spPr>
          <a:xfrm>
            <a:off x="7806898" y="3250788"/>
            <a:ext cx="56953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000" b="1" dirty="0">
                <a:solidFill>
                  <a:srgbClr val="FF0000"/>
                </a:solidFill>
              </a:rPr>
              <a:t>REG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CE4F8245-AD16-74F3-7C43-5B39F2648C40}"/>
              </a:ext>
            </a:extLst>
          </p:cNvPr>
          <p:cNvSpPr txBox="1"/>
          <p:nvPr/>
        </p:nvSpPr>
        <p:spPr>
          <a:xfrm>
            <a:off x="7243947" y="3695124"/>
            <a:ext cx="103714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32"/>
            <a:r>
              <a:rPr lang="en-US" b="1" dirty="0">
                <a:solidFill>
                  <a:srgbClr val="FF0000"/>
                </a:solidFill>
              </a:rPr>
              <a:t>R  = 1K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1EA7D48C-8D62-9850-F176-4DFF312DAF4E}"/>
              </a:ext>
            </a:extLst>
          </p:cNvPr>
          <p:cNvSpPr txBox="1"/>
          <p:nvPr/>
        </p:nvSpPr>
        <p:spPr>
          <a:xfrm>
            <a:off x="7290614" y="3847245"/>
            <a:ext cx="45144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000" b="1" dirty="0">
                <a:solidFill>
                  <a:srgbClr val="FF0000"/>
                </a:solidFill>
              </a:rPr>
              <a:t>1</a:t>
            </a: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17573195-A27E-0EF4-FFC7-956BC6760CEA}"/>
              </a:ext>
            </a:extLst>
          </p:cNvPr>
          <p:cNvGrpSpPr/>
          <p:nvPr/>
        </p:nvGrpSpPr>
        <p:grpSpPr>
          <a:xfrm>
            <a:off x="1637956" y="2031999"/>
            <a:ext cx="3147273" cy="4123823"/>
            <a:chOff x="1637956" y="2031999"/>
            <a:chExt cx="3147273" cy="4123823"/>
          </a:xfrm>
        </p:grpSpPr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C997AD2-E8FA-0EF2-6995-4BAC4E5C5E4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28889" y="4365560"/>
              <a:ext cx="156340" cy="0"/>
            </a:xfrm>
            <a:prstGeom prst="lin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B7521034-C773-E894-56C9-6F2707016618}"/>
                </a:ext>
              </a:extLst>
            </p:cNvPr>
            <p:cNvGrpSpPr/>
            <p:nvPr/>
          </p:nvGrpSpPr>
          <p:grpSpPr>
            <a:xfrm>
              <a:off x="1743273" y="4310054"/>
              <a:ext cx="194484" cy="152992"/>
              <a:chOff x="6698562" y="3393669"/>
              <a:chExt cx="307294" cy="280878"/>
            </a:xfrm>
          </p:grpSpPr>
          <p:cxnSp>
            <p:nvCxnSpPr>
              <p:cNvPr id="114" name="Straight Connector 113">
                <a:extLst>
                  <a:ext uri="{FF2B5EF4-FFF2-40B4-BE49-F238E27FC236}">
                    <a16:creationId xmlns:a16="http://schemas.microsoft.com/office/drawing/2014/main" id="{EC6BE468-35D2-EC13-F2FE-D6CF8FA3CAE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98562" y="3522147"/>
                <a:ext cx="307294" cy="0"/>
              </a:xfrm>
              <a:prstGeom prst="lin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D81051A8-169A-1D63-FBF2-15312B0015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50962" y="3393669"/>
                <a:ext cx="1247" cy="280878"/>
              </a:xfrm>
              <a:prstGeom prst="lin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D37EC87D-44FB-CCA8-CF89-F4AC921533F8}"/>
                </a:ext>
              </a:extLst>
            </p:cNvPr>
            <p:cNvGrpSpPr/>
            <p:nvPr/>
          </p:nvGrpSpPr>
          <p:grpSpPr>
            <a:xfrm>
              <a:off x="3111090" y="5998261"/>
              <a:ext cx="344510" cy="157561"/>
              <a:chOff x="7382434" y="6021460"/>
              <a:chExt cx="368799" cy="172385"/>
            </a:xfrm>
          </p:grpSpPr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2EA48502-451E-5295-C4E9-DA18FF14CB1C}"/>
                  </a:ext>
                </a:extLst>
              </p:cNvPr>
              <p:cNvCxnSpPr/>
              <p:nvPr/>
            </p:nvCxnSpPr>
            <p:spPr>
              <a:xfrm>
                <a:off x="7455076" y="6107652"/>
                <a:ext cx="234690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30A1F2DC-259F-71C4-C213-4545C66237EF}"/>
                  </a:ext>
                </a:extLst>
              </p:cNvPr>
              <p:cNvCxnSpPr/>
              <p:nvPr/>
            </p:nvCxnSpPr>
            <p:spPr>
              <a:xfrm>
                <a:off x="7522131" y="6193845"/>
                <a:ext cx="111757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7D8D053A-03B4-CF48-7429-D2BFD760D927}"/>
                  </a:ext>
                </a:extLst>
              </p:cNvPr>
              <p:cNvCxnSpPr/>
              <p:nvPr/>
            </p:nvCxnSpPr>
            <p:spPr>
              <a:xfrm>
                <a:off x="7382434" y="6021460"/>
                <a:ext cx="368799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3BDD8F72-90D6-7F85-573E-97B71BEB0797}"/>
                </a:ext>
              </a:extLst>
            </p:cNvPr>
            <p:cNvGrpSpPr/>
            <p:nvPr/>
          </p:nvGrpSpPr>
          <p:grpSpPr>
            <a:xfrm flipH="1">
              <a:off x="3178948" y="2031999"/>
              <a:ext cx="229178" cy="272239"/>
              <a:chOff x="6184900" y="454026"/>
              <a:chExt cx="266700" cy="441324"/>
            </a:xfrm>
          </p:grpSpPr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83E27425-F5E7-8750-FE8F-4386CAE20299}"/>
                  </a:ext>
                </a:extLst>
              </p:cNvPr>
              <p:cNvCxnSpPr/>
              <p:nvPr/>
            </p:nvCxnSpPr>
            <p:spPr>
              <a:xfrm flipV="1">
                <a:off x="6318250" y="685800"/>
                <a:ext cx="0" cy="20955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" name="Isosceles Triangle 109">
                <a:extLst>
                  <a:ext uri="{FF2B5EF4-FFF2-40B4-BE49-F238E27FC236}">
                    <a16:creationId xmlns:a16="http://schemas.microsoft.com/office/drawing/2014/main" id="{FDE06903-CFBF-DE03-9091-19D3D59AE3AC}"/>
                  </a:ext>
                </a:extLst>
              </p:cNvPr>
              <p:cNvSpPr/>
              <p:nvPr/>
            </p:nvSpPr>
            <p:spPr>
              <a:xfrm>
                <a:off x="6184900" y="454026"/>
                <a:ext cx="266700" cy="234950"/>
              </a:xfrm>
              <a:prstGeom prst="triangl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</p:grp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A9569921-D344-FE04-EAB8-37CFE1DE4AF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83345" y="4874775"/>
              <a:ext cx="0" cy="112348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7D7F6047-1C20-4711-2241-FB4BF0AE7698}"/>
                </a:ext>
              </a:extLst>
            </p:cNvPr>
            <p:cNvGrpSpPr/>
            <p:nvPr/>
          </p:nvGrpSpPr>
          <p:grpSpPr>
            <a:xfrm>
              <a:off x="2186616" y="3914651"/>
              <a:ext cx="343664" cy="642407"/>
              <a:chOff x="7418814" y="5257536"/>
              <a:chExt cx="367893" cy="702846"/>
            </a:xfrm>
          </p:grpSpPr>
          <p:cxnSp>
            <p:nvCxnSpPr>
              <p:cNvPr id="103" name="Straight Connector 102">
                <a:extLst>
                  <a:ext uri="{FF2B5EF4-FFF2-40B4-BE49-F238E27FC236}">
                    <a16:creationId xmlns:a16="http://schemas.microsoft.com/office/drawing/2014/main" id="{05CF24AB-BA71-4E26-D80B-665C89FAFD9D}"/>
                  </a:ext>
                </a:extLst>
              </p:cNvPr>
              <p:cNvCxnSpPr/>
              <p:nvPr/>
            </p:nvCxnSpPr>
            <p:spPr>
              <a:xfrm>
                <a:off x="7418814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5AFECD8B-B252-986D-7F6D-B1740C76E9C3}"/>
                  </a:ext>
                </a:extLst>
              </p:cNvPr>
              <p:cNvCxnSpPr/>
              <p:nvPr/>
            </p:nvCxnSpPr>
            <p:spPr>
              <a:xfrm>
                <a:off x="7520302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447C6ECE-8925-6EF2-64A4-388A3D640DB6}"/>
                  </a:ext>
                </a:extLst>
              </p:cNvPr>
              <p:cNvCxnSpPr/>
              <p:nvPr/>
            </p:nvCxnSpPr>
            <p:spPr>
              <a:xfrm flipH="1">
                <a:off x="7520302" y="5857527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78E70EF4-BDDC-F927-4033-7096B13BA069}"/>
                  </a:ext>
                </a:extLst>
              </p:cNvPr>
              <p:cNvCxnSpPr/>
              <p:nvPr/>
            </p:nvCxnSpPr>
            <p:spPr>
              <a:xfrm flipH="1">
                <a:off x="7520302" y="5257536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CB0F8C41-0880-08BC-A518-34DD5E4CFB88}"/>
                  </a:ext>
                </a:extLst>
              </p:cNvPr>
              <p:cNvCxnSpPr/>
              <p:nvPr/>
            </p:nvCxnSpPr>
            <p:spPr>
              <a:xfrm flipH="1">
                <a:off x="7672533" y="5857527"/>
                <a:ext cx="114174" cy="10285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91AB54B9-DD25-19DE-CDAA-7A1A031A9546}"/>
                  </a:ext>
                </a:extLst>
              </p:cNvPr>
              <p:cNvCxnSpPr/>
              <p:nvPr/>
            </p:nvCxnSpPr>
            <p:spPr>
              <a:xfrm flipH="1" flipV="1">
                <a:off x="7685220" y="5793242"/>
                <a:ext cx="95144" cy="6428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B12E7390-2F87-9458-645D-AE4909B43946}"/>
                </a:ext>
              </a:extLst>
            </p:cNvPr>
            <p:cNvCxnSpPr>
              <a:cxnSpLocks/>
            </p:cNvCxnSpPr>
            <p:nvPr/>
          </p:nvCxnSpPr>
          <p:spPr>
            <a:xfrm>
              <a:off x="2514023" y="3085762"/>
              <a:ext cx="0" cy="82888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8E8A7FE3-B910-CD5A-A645-8CDCFE7AA25A}"/>
                </a:ext>
              </a:extLst>
            </p:cNvPr>
            <p:cNvGrpSpPr/>
            <p:nvPr/>
          </p:nvGrpSpPr>
          <p:grpSpPr>
            <a:xfrm>
              <a:off x="2500638" y="2483505"/>
              <a:ext cx="491097" cy="602256"/>
              <a:chOff x="7780364" y="3601345"/>
              <a:chExt cx="525720" cy="658918"/>
            </a:xfrm>
          </p:grpSpPr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755CEDD4-B975-29DB-4530-CF48A7ED259D}"/>
                  </a:ext>
                </a:extLst>
              </p:cNvPr>
              <p:cNvCxnSpPr/>
              <p:nvPr/>
            </p:nvCxnSpPr>
            <p:spPr>
              <a:xfrm flipH="1">
                <a:off x="8119161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Straight Connector 95">
                <a:extLst>
                  <a:ext uri="{FF2B5EF4-FFF2-40B4-BE49-F238E27FC236}">
                    <a16:creationId xmlns:a16="http://schemas.microsoft.com/office/drawing/2014/main" id="{F76EB704-04C4-B095-3340-CC9B7F5FFF85}"/>
                  </a:ext>
                </a:extLst>
              </p:cNvPr>
              <p:cNvCxnSpPr/>
              <p:nvPr/>
            </p:nvCxnSpPr>
            <p:spPr>
              <a:xfrm flipH="1">
                <a:off x="8025700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C4EBC546-9DD6-5429-6298-AA2E53D8522F}"/>
                  </a:ext>
                </a:extLst>
              </p:cNvPr>
              <p:cNvCxnSpPr/>
              <p:nvPr/>
            </p:nvCxnSpPr>
            <p:spPr>
              <a:xfrm>
                <a:off x="7780364" y="426026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0E84291A-7202-7627-C3A0-85D975573A9E}"/>
                  </a:ext>
                </a:extLst>
              </p:cNvPr>
              <p:cNvCxnSpPr/>
              <p:nvPr/>
            </p:nvCxnSpPr>
            <p:spPr>
              <a:xfrm>
                <a:off x="7780364" y="366027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Oval 98">
                <a:extLst>
                  <a:ext uri="{FF2B5EF4-FFF2-40B4-BE49-F238E27FC236}">
                    <a16:creationId xmlns:a16="http://schemas.microsoft.com/office/drawing/2014/main" id="{A53926D4-0E4A-45EE-F4A2-EF482A813DF0}"/>
                  </a:ext>
                </a:extLst>
              </p:cNvPr>
              <p:cNvSpPr/>
              <p:nvPr/>
            </p:nvSpPr>
            <p:spPr>
              <a:xfrm flipH="1">
                <a:off x="8130844" y="3904555"/>
                <a:ext cx="175240" cy="14571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0" name="Group 99">
                <a:extLst>
                  <a:ext uri="{FF2B5EF4-FFF2-40B4-BE49-F238E27FC236}">
                    <a16:creationId xmlns:a16="http://schemas.microsoft.com/office/drawing/2014/main" id="{5AA33E5B-6FD3-AFF8-2718-6D157411C6F8}"/>
                  </a:ext>
                </a:extLst>
              </p:cNvPr>
              <p:cNvGrpSpPr/>
              <p:nvPr/>
            </p:nvGrpSpPr>
            <p:grpSpPr>
              <a:xfrm>
                <a:off x="7903032" y="3601345"/>
                <a:ext cx="122666" cy="134998"/>
                <a:chOff x="6715124" y="1749425"/>
                <a:chExt cx="114300" cy="247650"/>
              </a:xfrm>
            </p:grpSpPr>
            <p:cxnSp>
              <p:nvCxnSpPr>
                <p:cNvPr id="101" name="Straight Connector 100">
                  <a:extLst>
                    <a:ext uri="{FF2B5EF4-FFF2-40B4-BE49-F238E27FC236}">
                      <a16:creationId xmlns:a16="http://schemas.microsoft.com/office/drawing/2014/main" id="{A2F232A2-A82F-7E55-C7D5-239878DF8B55}"/>
                    </a:ext>
                  </a:extLst>
                </p:cNvPr>
                <p:cNvCxnSpPr/>
                <p:nvPr/>
              </p:nvCxnSpPr>
              <p:spPr>
                <a:xfrm flipH="1">
                  <a:off x="6715124" y="1844675"/>
                  <a:ext cx="114300" cy="15240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" name="Straight Connector 101">
                  <a:extLst>
                    <a:ext uri="{FF2B5EF4-FFF2-40B4-BE49-F238E27FC236}">
                      <a16:creationId xmlns:a16="http://schemas.microsoft.com/office/drawing/2014/main" id="{AFC274D8-D38D-0A92-0407-3178B8B30663}"/>
                    </a:ext>
                  </a:extLst>
                </p:cNvPr>
                <p:cNvCxnSpPr/>
                <p:nvPr/>
              </p:nvCxnSpPr>
              <p:spPr>
                <a:xfrm flipH="1" flipV="1">
                  <a:off x="6727825" y="1749425"/>
                  <a:ext cx="95249" cy="9525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48E254E3-9462-8669-418D-DA4924203D8B}"/>
                </a:ext>
              </a:extLst>
            </p:cNvPr>
            <p:cNvGrpSpPr/>
            <p:nvPr/>
          </p:nvGrpSpPr>
          <p:grpSpPr>
            <a:xfrm flipH="1">
              <a:off x="4028714" y="3933034"/>
              <a:ext cx="334469" cy="642407"/>
              <a:chOff x="7418814" y="5257536"/>
              <a:chExt cx="367893" cy="702846"/>
            </a:xfrm>
          </p:grpSpPr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A1FF2984-C71C-7794-5E5A-706B59ECC03C}"/>
                  </a:ext>
                </a:extLst>
              </p:cNvPr>
              <p:cNvCxnSpPr/>
              <p:nvPr/>
            </p:nvCxnSpPr>
            <p:spPr>
              <a:xfrm>
                <a:off x="7418814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64CF6794-E4AB-B788-BCF0-985805CB51F9}"/>
                  </a:ext>
                </a:extLst>
              </p:cNvPr>
              <p:cNvCxnSpPr/>
              <p:nvPr/>
            </p:nvCxnSpPr>
            <p:spPr>
              <a:xfrm>
                <a:off x="7520302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C945F836-E315-F70E-39EF-4A11AB2C09DB}"/>
                  </a:ext>
                </a:extLst>
              </p:cNvPr>
              <p:cNvCxnSpPr/>
              <p:nvPr/>
            </p:nvCxnSpPr>
            <p:spPr>
              <a:xfrm flipH="1">
                <a:off x="7520302" y="5857527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064C44F1-E44D-FC4A-D645-BE8006A5A208}"/>
                  </a:ext>
                </a:extLst>
              </p:cNvPr>
              <p:cNvCxnSpPr/>
              <p:nvPr/>
            </p:nvCxnSpPr>
            <p:spPr>
              <a:xfrm flipH="1">
                <a:off x="7520302" y="5257536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7A8A234-F723-DEF9-3990-A4EA3E53A77D}"/>
                  </a:ext>
                </a:extLst>
              </p:cNvPr>
              <p:cNvCxnSpPr/>
              <p:nvPr/>
            </p:nvCxnSpPr>
            <p:spPr>
              <a:xfrm flipH="1">
                <a:off x="7672533" y="5857527"/>
                <a:ext cx="114174" cy="10285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Straight Connector 93">
                <a:extLst>
                  <a:ext uri="{FF2B5EF4-FFF2-40B4-BE49-F238E27FC236}">
                    <a16:creationId xmlns:a16="http://schemas.microsoft.com/office/drawing/2014/main" id="{1A2E2470-4C25-B6A0-2C5D-DC6B7E30B2AB}"/>
                  </a:ext>
                </a:extLst>
              </p:cNvPr>
              <p:cNvCxnSpPr/>
              <p:nvPr/>
            </p:nvCxnSpPr>
            <p:spPr>
              <a:xfrm flipH="1" flipV="1">
                <a:off x="7685220" y="5793242"/>
                <a:ext cx="95144" cy="6428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5FB10A83-F966-4CD3-5F41-B74891D387D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044536" y="3104145"/>
              <a:ext cx="0" cy="82888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E92E5F3B-78C2-6634-35A3-7D686E3A2745}"/>
                </a:ext>
              </a:extLst>
            </p:cNvPr>
            <p:cNvGrpSpPr/>
            <p:nvPr/>
          </p:nvGrpSpPr>
          <p:grpSpPr>
            <a:xfrm flipH="1">
              <a:off x="3579605" y="2501889"/>
              <a:ext cx="477958" cy="602256"/>
              <a:chOff x="7780364" y="3601345"/>
              <a:chExt cx="525720" cy="658918"/>
            </a:xfrm>
          </p:grpSpPr>
          <p:cxnSp>
            <p:nvCxnSpPr>
              <p:cNvPr id="81" name="Straight Connector 80">
                <a:extLst>
                  <a:ext uri="{FF2B5EF4-FFF2-40B4-BE49-F238E27FC236}">
                    <a16:creationId xmlns:a16="http://schemas.microsoft.com/office/drawing/2014/main" id="{0BD7AAA0-3087-80B6-2335-A3B0409E0D7D}"/>
                  </a:ext>
                </a:extLst>
              </p:cNvPr>
              <p:cNvCxnSpPr/>
              <p:nvPr/>
            </p:nvCxnSpPr>
            <p:spPr>
              <a:xfrm flipH="1">
                <a:off x="8119161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2DD044AF-55CC-D2A8-1F84-BB5DCBF3EA24}"/>
                  </a:ext>
                </a:extLst>
              </p:cNvPr>
              <p:cNvCxnSpPr/>
              <p:nvPr/>
            </p:nvCxnSpPr>
            <p:spPr>
              <a:xfrm flipH="1">
                <a:off x="8025700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Connector 82">
                <a:extLst>
                  <a:ext uri="{FF2B5EF4-FFF2-40B4-BE49-F238E27FC236}">
                    <a16:creationId xmlns:a16="http://schemas.microsoft.com/office/drawing/2014/main" id="{F6DCCAF6-10A8-719D-8F97-A9087E7524B6}"/>
                  </a:ext>
                </a:extLst>
              </p:cNvPr>
              <p:cNvCxnSpPr/>
              <p:nvPr/>
            </p:nvCxnSpPr>
            <p:spPr>
              <a:xfrm>
                <a:off x="7780364" y="426026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7E3FD4E5-D6CD-5413-58A2-A9F5E511648E}"/>
                  </a:ext>
                </a:extLst>
              </p:cNvPr>
              <p:cNvCxnSpPr/>
              <p:nvPr/>
            </p:nvCxnSpPr>
            <p:spPr>
              <a:xfrm>
                <a:off x="7780364" y="366027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Oval 84">
                <a:extLst>
                  <a:ext uri="{FF2B5EF4-FFF2-40B4-BE49-F238E27FC236}">
                    <a16:creationId xmlns:a16="http://schemas.microsoft.com/office/drawing/2014/main" id="{A45EDF84-0878-8E20-A38D-7748F3F96F95}"/>
                  </a:ext>
                </a:extLst>
              </p:cNvPr>
              <p:cNvSpPr/>
              <p:nvPr/>
            </p:nvSpPr>
            <p:spPr>
              <a:xfrm flipH="1">
                <a:off x="8130844" y="3904555"/>
                <a:ext cx="175240" cy="14571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86" name="Group 85">
                <a:extLst>
                  <a:ext uri="{FF2B5EF4-FFF2-40B4-BE49-F238E27FC236}">
                    <a16:creationId xmlns:a16="http://schemas.microsoft.com/office/drawing/2014/main" id="{D16AED4A-CC88-0C6E-CAC4-2513D66BEC1C}"/>
                  </a:ext>
                </a:extLst>
              </p:cNvPr>
              <p:cNvGrpSpPr/>
              <p:nvPr/>
            </p:nvGrpSpPr>
            <p:grpSpPr>
              <a:xfrm>
                <a:off x="7903032" y="3601345"/>
                <a:ext cx="122666" cy="134998"/>
                <a:chOff x="6715124" y="1749425"/>
                <a:chExt cx="114300" cy="247650"/>
              </a:xfrm>
            </p:grpSpPr>
            <p:cxnSp>
              <p:nvCxnSpPr>
                <p:cNvPr id="87" name="Straight Connector 86">
                  <a:extLst>
                    <a:ext uri="{FF2B5EF4-FFF2-40B4-BE49-F238E27FC236}">
                      <a16:creationId xmlns:a16="http://schemas.microsoft.com/office/drawing/2014/main" id="{C1A5C213-FF36-C722-960F-F791ABF47955}"/>
                    </a:ext>
                  </a:extLst>
                </p:cNvPr>
                <p:cNvCxnSpPr/>
                <p:nvPr/>
              </p:nvCxnSpPr>
              <p:spPr>
                <a:xfrm flipH="1">
                  <a:off x="6715124" y="1844675"/>
                  <a:ext cx="114300" cy="15240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Straight Connector 87">
                  <a:extLst>
                    <a:ext uri="{FF2B5EF4-FFF2-40B4-BE49-F238E27FC236}">
                      <a16:creationId xmlns:a16="http://schemas.microsoft.com/office/drawing/2014/main" id="{CDBBE450-B93A-7DA1-728D-A2D136C4184B}"/>
                    </a:ext>
                  </a:extLst>
                </p:cNvPr>
                <p:cNvCxnSpPr/>
                <p:nvPr/>
              </p:nvCxnSpPr>
              <p:spPr>
                <a:xfrm flipH="1" flipV="1">
                  <a:off x="6727825" y="1749425"/>
                  <a:ext cx="95249" cy="9525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B5BB8C61-A8A9-3800-7503-F77AEA63692C}"/>
                </a:ext>
              </a:extLst>
            </p:cNvPr>
            <p:cNvCxnSpPr>
              <a:cxnSpLocks/>
            </p:cNvCxnSpPr>
            <p:nvPr/>
          </p:nvCxnSpPr>
          <p:spPr>
            <a:xfrm>
              <a:off x="2514023" y="4463046"/>
              <a:ext cx="0" cy="41172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FBAFC503-324D-CF01-3EE3-E89C27FA95B4}"/>
                </a:ext>
              </a:extLst>
            </p:cNvPr>
            <p:cNvCxnSpPr>
              <a:cxnSpLocks/>
            </p:cNvCxnSpPr>
            <p:nvPr/>
          </p:nvCxnSpPr>
          <p:spPr>
            <a:xfrm>
              <a:off x="4044536" y="4466421"/>
              <a:ext cx="0" cy="41172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E524B607-18B6-932B-C122-F7033E216A29}"/>
                </a:ext>
              </a:extLst>
            </p:cNvPr>
            <p:cNvCxnSpPr>
              <a:cxnSpLocks/>
            </p:cNvCxnSpPr>
            <p:nvPr/>
          </p:nvCxnSpPr>
          <p:spPr>
            <a:xfrm>
              <a:off x="2500638" y="4877991"/>
              <a:ext cx="1565416" cy="907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D88C34BE-A964-A2FC-482A-7BDF9E2858AF}"/>
                </a:ext>
              </a:extLst>
            </p:cNvPr>
            <p:cNvSpPr/>
            <p:nvPr/>
          </p:nvSpPr>
          <p:spPr>
            <a:xfrm>
              <a:off x="3063519" y="5169040"/>
              <a:ext cx="439651" cy="510352"/>
            </a:xfrm>
            <a:prstGeom prst="ellipse">
              <a:avLst/>
            </a:prstGeom>
            <a:solidFill>
              <a:schemeClr val="bg1"/>
            </a:solidFill>
            <a:ln w="381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en-US">
                <a:solidFill>
                  <a:prstClr val="white"/>
                </a:solidFill>
              </a:endParaRPr>
            </a:p>
          </p:txBody>
        </p:sp>
        <p:cxnSp>
          <p:nvCxnSpPr>
            <p:cNvPr id="72" name="Straight Arrow Connector 71">
              <a:extLst>
                <a:ext uri="{FF2B5EF4-FFF2-40B4-BE49-F238E27FC236}">
                  <a16:creationId xmlns:a16="http://schemas.microsoft.com/office/drawing/2014/main" id="{666658B9-6D17-635D-C2F2-1BA73EBC2344}"/>
                </a:ext>
              </a:extLst>
            </p:cNvPr>
            <p:cNvCxnSpPr/>
            <p:nvPr/>
          </p:nvCxnSpPr>
          <p:spPr>
            <a:xfrm>
              <a:off x="3283343" y="5279811"/>
              <a:ext cx="0" cy="313413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2762A8F7-1DC2-05BE-54D9-23DC21226EE9}"/>
                </a:ext>
              </a:extLst>
            </p:cNvPr>
            <p:cNvCxnSpPr>
              <a:cxnSpLocks/>
              <a:stCxn id="99" idx="2"/>
              <a:endCxn id="85" idx="2"/>
            </p:cNvCxnSpPr>
            <p:nvPr/>
          </p:nvCxnSpPr>
          <p:spPr>
            <a:xfrm>
              <a:off x="2991735" y="2827233"/>
              <a:ext cx="587871" cy="1838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DEB25BE9-0335-CE11-2768-4456B1F0743D}"/>
                </a:ext>
              </a:extLst>
            </p:cNvPr>
            <p:cNvCxnSpPr>
              <a:cxnSpLocks/>
            </p:cNvCxnSpPr>
            <p:nvPr/>
          </p:nvCxnSpPr>
          <p:spPr>
            <a:xfrm>
              <a:off x="2510330" y="3482322"/>
              <a:ext cx="778275" cy="14687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2634367F-F60A-A251-AFEA-B0D74EBCD91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276506" y="2827233"/>
              <a:ext cx="12812" cy="66148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75DBB987-85BE-4535-DAF5-5825541A0B97}"/>
                </a:ext>
              </a:extLst>
            </p:cNvPr>
            <p:cNvCxnSpPr>
              <a:cxnSpLocks/>
            </p:cNvCxnSpPr>
            <p:nvPr/>
          </p:nvCxnSpPr>
          <p:spPr>
            <a:xfrm>
              <a:off x="2516871" y="2282542"/>
              <a:ext cx="0" cy="27386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E7714948-EE08-2D88-CD4C-01860BF09683}"/>
                </a:ext>
              </a:extLst>
            </p:cNvPr>
            <p:cNvCxnSpPr>
              <a:cxnSpLocks/>
            </p:cNvCxnSpPr>
            <p:nvPr/>
          </p:nvCxnSpPr>
          <p:spPr>
            <a:xfrm>
              <a:off x="4044536" y="2295062"/>
              <a:ext cx="0" cy="27386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579B924-9917-7458-00B3-EBA501BC65B0}"/>
                </a:ext>
              </a:extLst>
            </p:cNvPr>
            <p:cNvCxnSpPr>
              <a:cxnSpLocks/>
            </p:cNvCxnSpPr>
            <p:nvPr/>
          </p:nvCxnSpPr>
          <p:spPr>
            <a:xfrm>
              <a:off x="2504637" y="2296826"/>
              <a:ext cx="1552926" cy="1482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3215CA41-B79B-A197-4D29-D641BD9B8907}"/>
                </a:ext>
              </a:extLst>
            </p:cNvPr>
            <p:cNvCxnSpPr>
              <a:cxnSpLocks/>
            </p:cNvCxnSpPr>
            <p:nvPr/>
          </p:nvCxnSpPr>
          <p:spPr>
            <a:xfrm>
              <a:off x="1637956" y="4188849"/>
              <a:ext cx="548660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3915683C-F69A-78E1-4243-BD4028AA0116}"/>
                </a:ext>
              </a:extLst>
            </p:cNvPr>
            <p:cNvCxnSpPr>
              <a:cxnSpLocks/>
            </p:cNvCxnSpPr>
            <p:nvPr/>
          </p:nvCxnSpPr>
          <p:spPr>
            <a:xfrm>
              <a:off x="4358332" y="4188849"/>
              <a:ext cx="41470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514E2553-F148-4789-0FE1-EB52B77F0472}"/>
              </a:ext>
            </a:extLst>
          </p:cNvPr>
          <p:cNvGrpSpPr/>
          <p:nvPr/>
        </p:nvGrpSpPr>
        <p:grpSpPr>
          <a:xfrm>
            <a:off x="6890240" y="5067238"/>
            <a:ext cx="344510" cy="157561"/>
            <a:chOff x="7382434" y="6021460"/>
            <a:chExt cx="368799" cy="172385"/>
          </a:xfrm>
        </p:grpSpPr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3E5584AB-6AA5-6CCE-B623-AB99122A3CE9}"/>
                </a:ext>
              </a:extLst>
            </p:cNvPr>
            <p:cNvCxnSpPr/>
            <p:nvPr/>
          </p:nvCxnSpPr>
          <p:spPr>
            <a:xfrm>
              <a:off x="7455076" y="6107652"/>
              <a:ext cx="234690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3764A9D7-2C5B-E4C2-D148-6C44E98BC421}"/>
                </a:ext>
              </a:extLst>
            </p:cNvPr>
            <p:cNvCxnSpPr/>
            <p:nvPr/>
          </p:nvCxnSpPr>
          <p:spPr>
            <a:xfrm>
              <a:off x="7522131" y="6193845"/>
              <a:ext cx="111757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7877E5F5-7F24-A44B-DB06-B0001FCA229B}"/>
                </a:ext>
              </a:extLst>
            </p:cNvPr>
            <p:cNvCxnSpPr/>
            <p:nvPr/>
          </p:nvCxnSpPr>
          <p:spPr>
            <a:xfrm>
              <a:off x="7382434" y="6021460"/>
              <a:ext cx="368799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B8D459F9-7743-28F0-CA70-6BC5B20E840A}"/>
              </a:ext>
            </a:extLst>
          </p:cNvPr>
          <p:cNvCxnSpPr>
            <a:cxnSpLocks/>
          </p:cNvCxnSpPr>
          <p:nvPr/>
        </p:nvCxnSpPr>
        <p:spPr>
          <a:xfrm>
            <a:off x="4050999" y="3542042"/>
            <a:ext cx="109731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Straight Connector 120">
            <a:extLst>
              <a:ext uri="{FF2B5EF4-FFF2-40B4-BE49-F238E27FC236}">
                <a16:creationId xmlns:a16="http://schemas.microsoft.com/office/drawing/2014/main" id="{70FC645D-3681-34E5-7E2A-FCE84C5C7387}"/>
              </a:ext>
            </a:extLst>
          </p:cNvPr>
          <p:cNvCxnSpPr>
            <a:cxnSpLocks/>
          </p:cNvCxnSpPr>
          <p:nvPr/>
        </p:nvCxnSpPr>
        <p:spPr>
          <a:xfrm>
            <a:off x="1638282" y="6492875"/>
            <a:ext cx="422879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121">
            <a:extLst>
              <a:ext uri="{FF2B5EF4-FFF2-40B4-BE49-F238E27FC236}">
                <a16:creationId xmlns:a16="http://schemas.microsoft.com/office/drawing/2014/main" id="{52F13428-52A2-83B4-553D-CA6DD2FCB656}"/>
              </a:ext>
            </a:extLst>
          </p:cNvPr>
          <p:cNvCxnSpPr>
            <a:cxnSpLocks/>
          </p:cNvCxnSpPr>
          <p:nvPr/>
        </p:nvCxnSpPr>
        <p:spPr>
          <a:xfrm>
            <a:off x="5867076" y="4268931"/>
            <a:ext cx="0" cy="2223944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122">
            <a:extLst>
              <a:ext uri="{FF2B5EF4-FFF2-40B4-BE49-F238E27FC236}">
                <a16:creationId xmlns:a16="http://schemas.microsoft.com/office/drawing/2014/main" id="{FFD813A7-C237-B8FE-A0D5-022FD37D2BF0}"/>
              </a:ext>
            </a:extLst>
          </p:cNvPr>
          <p:cNvCxnSpPr>
            <a:cxnSpLocks/>
          </p:cNvCxnSpPr>
          <p:nvPr/>
        </p:nvCxnSpPr>
        <p:spPr>
          <a:xfrm>
            <a:off x="1638282" y="4181918"/>
            <a:ext cx="217" cy="2323231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A5EEBC55-F855-AD23-95C2-C3D0D6038EB5}"/>
              </a:ext>
            </a:extLst>
          </p:cNvPr>
          <p:cNvCxnSpPr>
            <a:cxnSpLocks/>
          </p:cNvCxnSpPr>
          <p:nvPr/>
        </p:nvCxnSpPr>
        <p:spPr>
          <a:xfrm flipV="1">
            <a:off x="7060686" y="2173637"/>
            <a:ext cx="5513" cy="55608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" name="Isosceles Triangle 124">
            <a:extLst>
              <a:ext uri="{FF2B5EF4-FFF2-40B4-BE49-F238E27FC236}">
                <a16:creationId xmlns:a16="http://schemas.microsoft.com/office/drawing/2014/main" id="{32CC34D2-E34E-7713-70F1-E1DBE40B0A0C}"/>
              </a:ext>
            </a:extLst>
          </p:cNvPr>
          <p:cNvSpPr/>
          <p:nvPr/>
        </p:nvSpPr>
        <p:spPr>
          <a:xfrm flipH="1">
            <a:off x="6957747" y="2030663"/>
            <a:ext cx="229178" cy="144933"/>
          </a:xfrm>
          <a:prstGeom prst="triangle">
            <a:avLst/>
          </a:pr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 sz="1801">
              <a:solidFill>
                <a:prstClr val="white"/>
              </a:solidFill>
            </a:endParaRPr>
          </a:p>
        </p:txBody>
      </p:sp>
      <p:cxnSp>
        <p:nvCxnSpPr>
          <p:cNvPr id="126" name="Straight Connector 125">
            <a:extLst>
              <a:ext uri="{FF2B5EF4-FFF2-40B4-BE49-F238E27FC236}">
                <a16:creationId xmlns:a16="http://schemas.microsoft.com/office/drawing/2014/main" id="{284D4AE0-9667-FD7F-219A-4865BF2B1211}"/>
              </a:ext>
            </a:extLst>
          </p:cNvPr>
          <p:cNvCxnSpPr>
            <a:cxnSpLocks/>
          </p:cNvCxnSpPr>
          <p:nvPr/>
        </p:nvCxnSpPr>
        <p:spPr>
          <a:xfrm flipV="1">
            <a:off x="7055863" y="3538646"/>
            <a:ext cx="2386774" cy="3396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EB71984F-5DE9-25E2-DE06-79075FFFAA28}"/>
              </a:ext>
            </a:extLst>
          </p:cNvPr>
          <p:cNvCxnSpPr>
            <a:cxnSpLocks/>
          </p:cNvCxnSpPr>
          <p:nvPr/>
        </p:nvCxnSpPr>
        <p:spPr>
          <a:xfrm>
            <a:off x="9393154" y="4788568"/>
            <a:ext cx="0" cy="473263"/>
          </a:xfrm>
          <a:prstGeom prst="line">
            <a:avLst/>
          </a:prstGeom>
          <a:ln w="381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Connector 127">
            <a:extLst>
              <a:ext uri="{FF2B5EF4-FFF2-40B4-BE49-F238E27FC236}">
                <a16:creationId xmlns:a16="http://schemas.microsoft.com/office/drawing/2014/main" id="{0CCFB2C9-20B3-2808-B5A7-DE9EA038D705}"/>
              </a:ext>
            </a:extLst>
          </p:cNvPr>
          <p:cNvCxnSpPr/>
          <p:nvPr/>
        </p:nvCxnSpPr>
        <p:spPr>
          <a:xfrm flipH="1">
            <a:off x="9266503" y="5314366"/>
            <a:ext cx="279967" cy="0"/>
          </a:xfrm>
          <a:prstGeom prst="line">
            <a:avLst/>
          </a:prstGeom>
          <a:ln w="381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Connector 128">
            <a:extLst>
              <a:ext uri="{FF2B5EF4-FFF2-40B4-BE49-F238E27FC236}">
                <a16:creationId xmlns:a16="http://schemas.microsoft.com/office/drawing/2014/main" id="{C3F207E3-2E41-DB94-B216-87966222348C}"/>
              </a:ext>
            </a:extLst>
          </p:cNvPr>
          <p:cNvCxnSpPr/>
          <p:nvPr/>
        </p:nvCxnSpPr>
        <p:spPr>
          <a:xfrm flipH="1">
            <a:off x="9333161" y="5366902"/>
            <a:ext cx="133318" cy="0"/>
          </a:xfrm>
          <a:prstGeom prst="line">
            <a:avLst/>
          </a:prstGeom>
          <a:ln w="381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DEFF6A9C-7785-8B95-5947-BBC8F25C03D0}"/>
              </a:ext>
            </a:extLst>
          </p:cNvPr>
          <p:cNvCxnSpPr/>
          <p:nvPr/>
        </p:nvCxnSpPr>
        <p:spPr>
          <a:xfrm flipH="1">
            <a:off x="9193178" y="5261831"/>
            <a:ext cx="439948" cy="0"/>
          </a:xfrm>
          <a:prstGeom prst="line">
            <a:avLst/>
          </a:prstGeom>
          <a:ln w="381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EE234FDF-CCA6-ED0F-26A9-9D0FD1D4BA0A}"/>
              </a:ext>
            </a:extLst>
          </p:cNvPr>
          <p:cNvGrpSpPr/>
          <p:nvPr/>
        </p:nvGrpSpPr>
        <p:grpSpPr>
          <a:xfrm>
            <a:off x="8997807" y="4002745"/>
            <a:ext cx="211215" cy="785823"/>
            <a:chOff x="7856818" y="1987071"/>
            <a:chExt cx="317658" cy="1042796"/>
          </a:xfrm>
        </p:grpSpPr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38C7F3FC-689A-FF91-375D-20D917492A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015561" y="1987071"/>
              <a:ext cx="1670" cy="296906"/>
            </a:xfrm>
            <a:prstGeom prst="line">
              <a:avLst/>
            </a:prstGeom>
            <a:ln w="381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D4F64C7A-1ADD-E661-766E-54B27236CF1E}"/>
                </a:ext>
              </a:extLst>
            </p:cNvPr>
            <p:cNvCxnSpPr>
              <a:cxnSpLocks/>
            </p:cNvCxnSpPr>
            <p:nvPr/>
          </p:nvCxnSpPr>
          <p:spPr>
            <a:xfrm>
              <a:off x="7860443" y="2264796"/>
              <a:ext cx="158743" cy="0"/>
            </a:xfrm>
            <a:prstGeom prst="line">
              <a:avLst/>
            </a:prstGeom>
            <a:ln w="381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542A00A1-B739-1945-C843-97B406C24761}"/>
                </a:ext>
              </a:extLst>
            </p:cNvPr>
            <p:cNvCxnSpPr>
              <a:cxnSpLocks/>
            </p:cNvCxnSpPr>
            <p:nvPr/>
          </p:nvCxnSpPr>
          <p:spPr>
            <a:xfrm>
              <a:off x="7856818" y="2264796"/>
              <a:ext cx="311143" cy="171581"/>
            </a:xfrm>
            <a:prstGeom prst="line">
              <a:avLst/>
            </a:prstGeom>
            <a:ln w="381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9B0CD1B9-B7D7-6CC1-EDF3-38F0B3455E81}"/>
                </a:ext>
              </a:extLst>
            </p:cNvPr>
            <p:cNvCxnSpPr>
              <a:cxnSpLocks/>
            </p:cNvCxnSpPr>
            <p:nvPr/>
          </p:nvCxnSpPr>
          <p:spPr>
            <a:xfrm>
              <a:off x="7860162" y="2436377"/>
              <a:ext cx="307799" cy="0"/>
            </a:xfrm>
            <a:prstGeom prst="line">
              <a:avLst/>
            </a:prstGeom>
            <a:ln w="381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C4E3CB89-2D2D-A0FB-9B62-4B6330B3BE67}"/>
                </a:ext>
              </a:extLst>
            </p:cNvPr>
            <p:cNvCxnSpPr>
              <a:cxnSpLocks/>
            </p:cNvCxnSpPr>
            <p:nvPr/>
          </p:nvCxnSpPr>
          <p:spPr>
            <a:xfrm>
              <a:off x="7863333" y="2434891"/>
              <a:ext cx="311143" cy="171581"/>
            </a:xfrm>
            <a:prstGeom prst="line">
              <a:avLst/>
            </a:prstGeom>
            <a:ln w="381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2160BCB3-7241-48E1-01F1-DADBA67F1263}"/>
                </a:ext>
              </a:extLst>
            </p:cNvPr>
            <p:cNvCxnSpPr>
              <a:cxnSpLocks/>
            </p:cNvCxnSpPr>
            <p:nvPr/>
          </p:nvCxnSpPr>
          <p:spPr>
            <a:xfrm>
              <a:off x="7863333" y="2606472"/>
              <a:ext cx="307799" cy="0"/>
            </a:xfrm>
            <a:prstGeom prst="line">
              <a:avLst/>
            </a:prstGeom>
            <a:ln w="381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4851139D-FC46-1D3D-6F13-FB6B6C8E62FB}"/>
                </a:ext>
              </a:extLst>
            </p:cNvPr>
            <p:cNvCxnSpPr>
              <a:cxnSpLocks/>
            </p:cNvCxnSpPr>
            <p:nvPr/>
          </p:nvCxnSpPr>
          <p:spPr>
            <a:xfrm>
              <a:off x="7861660" y="2604985"/>
              <a:ext cx="311143" cy="171581"/>
            </a:xfrm>
            <a:prstGeom prst="line">
              <a:avLst/>
            </a:prstGeom>
            <a:ln w="381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1108DC36-6EB8-0D54-B8C2-3621ED7F378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218" y="2776566"/>
              <a:ext cx="158743" cy="0"/>
            </a:xfrm>
            <a:prstGeom prst="line">
              <a:avLst/>
            </a:prstGeom>
            <a:ln w="381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D2DBFEF7-8769-CDEB-8B6E-BA573433CB80}"/>
                </a:ext>
              </a:extLst>
            </p:cNvPr>
            <p:cNvCxnSpPr>
              <a:cxnSpLocks/>
            </p:cNvCxnSpPr>
            <p:nvPr/>
          </p:nvCxnSpPr>
          <p:spPr>
            <a:xfrm>
              <a:off x="8009217" y="2756837"/>
              <a:ext cx="9687" cy="273030"/>
            </a:xfrm>
            <a:prstGeom prst="line">
              <a:avLst/>
            </a:prstGeom>
            <a:ln w="381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4B866969-B3FE-852C-2096-F6E97FF50926}"/>
              </a:ext>
            </a:extLst>
          </p:cNvPr>
          <p:cNvCxnSpPr>
            <a:cxnSpLocks/>
          </p:cNvCxnSpPr>
          <p:nvPr/>
        </p:nvCxnSpPr>
        <p:spPr>
          <a:xfrm flipV="1">
            <a:off x="9420491" y="3538646"/>
            <a:ext cx="0" cy="497840"/>
          </a:xfrm>
          <a:prstGeom prst="line">
            <a:avLst/>
          </a:prstGeom>
          <a:ln w="381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id="{7EA46E19-CD9A-3883-3866-89F3C3330BE0}"/>
              </a:ext>
            </a:extLst>
          </p:cNvPr>
          <p:cNvCxnSpPr>
            <a:cxnSpLocks/>
          </p:cNvCxnSpPr>
          <p:nvPr/>
        </p:nvCxnSpPr>
        <p:spPr>
          <a:xfrm flipH="1" flipV="1">
            <a:off x="9098096" y="4021422"/>
            <a:ext cx="644789" cy="12850"/>
          </a:xfrm>
          <a:prstGeom prst="line">
            <a:avLst/>
          </a:prstGeom>
          <a:ln w="381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D1E477FD-D965-8EA1-7559-18D7A6B70C46}"/>
              </a:ext>
            </a:extLst>
          </p:cNvPr>
          <p:cNvCxnSpPr>
            <a:cxnSpLocks/>
          </p:cNvCxnSpPr>
          <p:nvPr/>
        </p:nvCxnSpPr>
        <p:spPr>
          <a:xfrm flipH="1">
            <a:off x="9560474" y="4380623"/>
            <a:ext cx="335469" cy="0"/>
          </a:xfrm>
          <a:prstGeom prst="line">
            <a:avLst/>
          </a:prstGeom>
          <a:ln w="381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Straight Connector 143">
            <a:extLst>
              <a:ext uri="{FF2B5EF4-FFF2-40B4-BE49-F238E27FC236}">
                <a16:creationId xmlns:a16="http://schemas.microsoft.com/office/drawing/2014/main" id="{64D58738-7983-16E8-C9B8-1770D2FA34B9}"/>
              </a:ext>
            </a:extLst>
          </p:cNvPr>
          <p:cNvCxnSpPr>
            <a:cxnSpLocks/>
          </p:cNvCxnSpPr>
          <p:nvPr/>
        </p:nvCxnSpPr>
        <p:spPr>
          <a:xfrm flipH="1">
            <a:off x="9560474" y="4490657"/>
            <a:ext cx="335469" cy="0"/>
          </a:xfrm>
          <a:prstGeom prst="line">
            <a:avLst/>
          </a:prstGeom>
          <a:ln w="381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D68DFC95-7DC3-05F7-14EB-EB98A0CEE283}"/>
              </a:ext>
            </a:extLst>
          </p:cNvPr>
          <p:cNvCxnSpPr>
            <a:cxnSpLocks/>
          </p:cNvCxnSpPr>
          <p:nvPr/>
        </p:nvCxnSpPr>
        <p:spPr>
          <a:xfrm flipH="1" flipV="1">
            <a:off x="9742885" y="4021422"/>
            <a:ext cx="6930" cy="356580"/>
          </a:xfrm>
          <a:prstGeom prst="line">
            <a:avLst/>
          </a:prstGeom>
          <a:ln w="381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589EC986-8A78-AEEA-A51A-A3CD1365E34C}"/>
              </a:ext>
            </a:extLst>
          </p:cNvPr>
          <p:cNvCxnSpPr>
            <a:cxnSpLocks/>
          </p:cNvCxnSpPr>
          <p:nvPr/>
        </p:nvCxnSpPr>
        <p:spPr>
          <a:xfrm flipV="1">
            <a:off x="9731871" y="4489566"/>
            <a:ext cx="0" cy="299002"/>
          </a:xfrm>
          <a:prstGeom prst="line">
            <a:avLst/>
          </a:prstGeom>
          <a:ln w="381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Straight Connector 146">
            <a:extLst>
              <a:ext uri="{FF2B5EF4-FFF2-40B4-BE49-F238E27FC236}">
                <a16:creationId xmlns:a16="http://schemas.microsoft.com/office/drawing/2014/main" id="{99149036-1D87-7A80-BE4F-B19D99068489}"/>
              </a:ext>
            </a:extLst>
          </p:cNvPr>
          <p:cNvCxnSpPr>
            <a:cxnSpLocks/>
          </p:cNvCxnSpPr>
          <p:nvPr/>
        </p:nvCxnSpPr>
        <p:spPr>
          <a:xfrm flipH="1" flipV="1">
            <a:off x="9083419" y="4782143"/>
            <a:ext cx="659466" cy="6425"/>
          </a:xfrm>
          <a:prstGeom prst="line">
            <a:avLst/>
          </a:prstGeom>
          <a:ln w="381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8" name="TextBox 147">
            <a:extLst>
              <a:ext uri="{FF2B5EF4-FFF2-40B4-BE49-F238E27FC236}">
                <a16:creationId xmlns:a16="http://schemas.microsoft.com/office/drawing/2014/main" id="{DE675D8E-BBAC-516A-F049-60E3FB6D09E3}"/>
              </a:ext>
            </a:extLst>
          </p:cNvPr>
          <p:cNvSpPr txBox="1"/>
          <p:nvPr/>
        </p:nvSpPr>
        <p:spPr>
          <a:xfrm>
            <a:off x="9776166" y="4469382"/>
            <a:ext cx="188500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32"/>
            <a:r>
              <a:rPr lang="en-US" b="1" dirty="0">
                <a:solidFill>
                  <a:srgbClr val="FF0000"/>
                </a:solidFill>
              </a:rPr>
              <a:t>C  = 200 pF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DE7567D2-1C5F-F32E-ACA2-C9E1BA9F8047}"/>
              </a:ext>
            </a:extLst>
          </p:cNvPr>
          <p:cNvSpPr txBox="1"/>
          <p:nvPr/>
        </p:nvSpPr>
        <p:spPr>
          <a:xfrm>
            <a:off x="9794463" y="4630097"/>
            <a:ext cx="45438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000" b="1" dirty="0">
                <a:solidFill>
                  <a:srgbClr val="FF0000"/>
                </a:solidFill>
              </a:rPr>
              <a:t>L</a:t>
            </a:r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D5A5A3AB-8893-ACD1-C904-58A305D7FE2B}"/>
              </a:ext>
            </a:extLst>
          </p:cNvPr>
          <p:cNvSpPr/>
          <p:nvPr/>
        </p:nvSpPr>
        <p:spPr>
          <a:xfrm>
            <a:off x="8632543" y="3745358"/>
            <a:ext cx="1585081" cy="1306598"/>
          </a:xfrm>
          <a:prstGeom prst="rect">
            <a:avLst/>
          </a:prstGeom>
          <a:noFill/>
          <a:ln w="28575">
            <a:solidFill>
              <a:srgbClr val="0070C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cxnSp>
        <p:nvCxnSpPr>
          <p:cNvPr id="151" name="Straight Arrow Connector 150">
            <a:extLst>
              <a:ext uri="{FF2B5EF4-FFF2-40B4-BE49-F238E27FC236}">
                <a16:creationId xmlns:a16="http://schemas.microsoft.com/office/drawing/2014/main" id="{AA5B7BF3-CF68-F2F4-0D9E-9A772AFB3B2E}"/>
              </a:ext>
            </a:extLst>
          </p:cNvPr>
          <p:cNvCxnSpPr/>
          <p:nvPr/>
        </p:nvCxnSpPr>
        <p:spPr>
          <a:xfrm flipH="1">
            <a:off x="9594124" y="3538646"/>
            <a:ext cx="14677" cy="433191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>
            <a:extLst>
              <a:ext uri="{FF2B5EF4-FFF2-40B4-BE49-F238E27FC236}">
                <a16:creationId xmlns:a16="http://schemas.microsoft.com/office/drawing/2014/main" id="{316E393F-1A8D-C80B-2B2E-AF5F559056C8}"/>
              </a:ext>
            </a:extLst>
          </p:cNvPr>
          <p:cNvSpPr txBox="1"/>
          <p:nvPr/>
        </p:nvSpPr>
        <p:spPr>
          <a:xfrm>
            <a:off x="9662828" y="3273770"/>
            <a:ext cx="215695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32"/>
            <a:r>
              <a:rPr lang="en-US" b="1" dirty="0">
                <a:solidFill>
                  <a:srgbClr val="FF0000"/>
                </a:solidFill>
              </a:rPr>
              <a:t>I  = 5 ~ 30 mA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1BB36ACA-D01E-B70A-8F13-134392CA7C79}"/>
              </a:ext>
            </a:extLst>
          </p:cNvPr>
          <p:cNvSpPr txBox="1"/>
          <p:nvPr/>
        </p:nvSpPr>
        <p:spPr>
          <a:xfrm>
            <a:off x="9625534" y="3423227"/>
            <a:ext cx="45095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000" b="1" dirty="0">
                <a:solidFill>
                  <a:srgbClr val="FF0000"/>
                </a:solidFill>
              </a:rPr>
              <a:t>L</a:t>
            </a:r>
          </a:p>
        </p:txBody>
      </p: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19FC83D4-7B3D-5F58-70D5-51FCADAEC376}"/>
              </a:ext>
            </a:extLst>
          </p:cNvPr>
          <p:cNvGrpSpPr/>
          <p:nvPr/>
        </p:nvGrpSpPr>
        <p:grpSpPr>
          <a:xfrm>
            <a:off x="984023" y="3873997"/>
            <a:ext cx="784937" cy="454733"/>
            <a:chOff x="4950645" y="3900426"/>
            <a:chExt cx="784937" cy="454733"/>
          </a:xfrm>
        </p:grpSpPr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068AAE99-7468-C214-19F6-F8F4C4DC4573}"/>
                </a:ext>
              </a:extLst>
            </p:cNvPr>
            <p:cNvSpPr txBox="1"/>
            <p:nvPr/>
          </p:nvSpPr>
          <p:spPr>
            <a:xfrm>
              <a:off x="4950645" y="3900426"/>
              <a:ext cx="678178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332"/>
              <a:r>
                <a:rPr lang="en-US" sz="2000" b="1" dirty="0">
                  <a:solidFill>
                    <a:srgbClr val="002060"/>
                  </a:solidFill>
                </a:rPr>
                <a:t>V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E64BDF0C-ECB0-DC09-9EE6-BC1A6AFE724B}"/>
                </a:ext>
              </a:extLst>
            </p:cNvPr>
            <p:cNvSpPr txBox="1"/>
            <p:nvPr/>
          </p:nvSpPr>
          <p:spPr>
            <a:xfrm>
              <a:off x="5170212" y="4078160"/>
              <a:ext cx="56537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332"/>
              <a:r>
                <a:rPr lang="en-US" sz="1200" b="1" dirty="0">
                  <a:solidFill>
                    <a:srgbClr val="002060"/>
                  </a:solidFill>
                </a:rPr>
                <a:t>FB</a:t>
              </a:r>
            </a:p>
          </p:txBody>
        </p:sp>
      </p:grpSp>
      <p:sp>
        <p:nvSpPr>
          <p:cNvPr id="157" name="Oval 156">
            <a:extLst>
              <a:ext uri="{FF2B5EF4-FFF2-40B4-BE49-F238E27FC236}">
                <a16:creationId xmlns:a16="http://schemas.microsoft.com/office/drawing/2014/main" id="{39152DFE-8422-D14E-2631-276D1A9FE9B0}"/>
              </a:ext>
            </a:extLst>
          </p:cNvPr>
          <p:cNvSpPr/>
          <p:nvPr/>
        </p:nvSpPr>
        <p:spPr>
          <a:xfrm>
            <a:off x="7011717" y="3482371"/>
            <a:ext cx="91240" cy="9543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158" name="Oval 157">
            <a:extLst>
              <a:ext uri="{FF2B5EF4-FFF2-40B4-BE49-F238E27FC236}">
                <a16:creationId xmlns:a16="http://schemas.microsoft.com/office/drawing/2014/main" id="{0A490C5B-3010-358F-71F6-DA426B09A4E6}"/>
              </a:ext>
            </a:extLst>
          </p:cNvPr>
          <p:cNvSpPr/>
          <p:nvPr/>
        </p:nvSpPr>
        <p:spPr>
          <a:xfrm>
            <a:off x="7014269" y="4236186"/>
            <a:ext cx="91240" cy="9543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159" name="Freeform: Shape 51">
            <a:extLst>
              <a:ext uri="{FF2B5EF4-FFF2-40B4-BE49-F238E27FC236}">
                <a16:creationId xmlns:a16="http://schemas.microsoft.com/office/drawing/2014/main" id="{CB41B812-7A7F-C881-0C66-A58014511771}"/>
              </a:ext>
            </a:extLst>
          </p:cNvPr>
          <p:cNvSpPr/>
          <p:nvPr/>
        </p:nvSpPr>
        <p:spPr>
          <a:xfrm>
            <a:off x="6393750" y="2444254"/>
            <a:ext cx="551062" cy="528854"/>
          </a:xfrm>
          <a:custGeom>
            <a:avLst/>
            <a:gdLst>
              <a:gd name="connsiteX0" fmla="*/ 551062 w 551062"/>
              <a:gd name="connsiteY0" fmla="*/ 2014 h 528854"/>
              <a:gd name="connsiteX1" fmla="*/ 115057 w 551062"/>
              <a:gd name="connsiteY1" fmla="*/ 80737 h 528854"/>
              <a:gd name="connsiteX2" fmla="*/ 0 w 551062"/>
              <a:gd name="connsiteY2" fmla="*/ 528854 h 528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51062" h="528854">
                <a:moveTo>
                  <a:pt x="551062" y="2014"/>
                </a:moveTo>
                <a:cubicBezTo>
                  <a:pt x="378981" y="-2528"/>
                  <a:pt x="206901" y="-7070"/>
                  <a:pt x="115057" y="80737"/>
                </a:cubicBezTo>
                <a:cubicBezTo>
                  <a:pt x="23213" y="168544"/>
                  <a:pt x="11606" y="348699"/>
                  <a:pt x="0" y="528854"/>
                </a:cubicBezTo>
              </a:path>
            </a:pathLst>
          </a:custGeom>
          <a:noFill/>
          <a:ln w="28575">
            <a:solidFill>
              <a:srgbClr val="00B050"/>
            </a:solidFill>
            <a:headEnd type="none" w="med" len="med"/>
            <a:tailEnd type="arrow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475247B3-3842-5030-1055-BC39B6D23786}"/>
              </a:ext>
            </a:extLst>
          </p:cNvPr>
          <p:cNvGrpSpPr/>
          <p:nvPr/>
        </p:nvGrpSpPr>
        <p:grpSpPr>
          <a:xfrm>
            <a:off x="5957476" y="2258057"/>
            <a:ext cx="499106" cy="449370"/>
            <a:chOff x="3052693" y="2775146"/>
            <a:chExt cx="578261" cy="547940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4D5D8786-5795-8BF9-0C8C-ADF2293500A9}"/>
                </a:ext>
              </a:extLst>
            </p:cNvPr>
            <p:cNvSpPr txBox="1"/>
            <p:nvPr/>
          </p:nvSpPr>
          <p:spPr>
            <a:xfrm>
              <a:off x="3052693" y="2775146"/>
              <a:ext cx="563176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32"/>
              <a:r>
                <a:rPr lang="en-US" sz="2000" b="1" dirty="0">
                  <a:solidFill>
                    <a:srgbClr val="00B050"/>
                  </a:solidFill>
                </a:rPr>
                <a:t>V       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06755E9E-8963-6150-EBC6-28FCC9705A37}"/>
                </a:ext>
              </a:extLst>
            </p:cNvPr>
            <p:cNvSpPr txBox="1"/>
            <p:nvPr/>
          </p:nvSpPr>
          <p:spPr>
            <a:xfrm>
              <a:off x="3130014" y="2985327"/>
              <a:ext cx="500940" cy="3377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332"/>
              <a:r>
                <a:rPr lang="en-US" sz="1200" b="1" dirty="0">
                  <a:solidFill>
                    <a:srgbClr val="00B050"/>
                  </a:solidFill>
                </a:rPr>
                <a:t>GS</a:t>
              </a:r>
            </a:p>
          </p:txBody>
        </p:sp>
      </p:grpSp>
      <p:sp>
        <p:nvSpPr>
          <p:cNvPr id="163" name="Freeform: Shape 95">
            <a:extLst>
              <a:ext uri="{FF2B5EF4-FFF2-40B4-BE49-F238E27FC236}">
                <a16:creationId xmlns:a16="http://schemas.microsoft.com/office/drawing/2014/main" id="{9937C1B8-5D23-D6F8-3EDB-95062979BE44}"/>
              </a:ext>
            </a:extLst>
          </p:cNvPr>
          <p:cNvSpPr/>
          <p:nvPr/>
        </p:nvSpPr>
        <p:spPr>
          <a:xfrm>
            <a:off x="7124971" y="2484402"/>
            <a:ext cx="290950" cy="884122"/>
          </a:xfrm>
          <a:custGeom>
            <a:avLst/>
            <a:gdLst>
              <a:gd name="connsiteX0" fmla="*/ 0 w 290950"/>
              <a:gd name="connsiteY0" fmla="*/ 0 h 884122"/>
              <a:gd name="connsiteX1" fmla="*/ 290670 w 290950"/>
              <a:gd name="connsiteY1" fmla="*/ 230114 h 884122"/>
              <a:gd name="connsiteX2" fmla="*/ 42389 w 290950"/>
              <a:gd name="connsiteY2" fmla="*/ 884122 h 8841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90950" h="884122">
                <a:moveTo>
                  <a:pt x="0" y="0"/>
                </a:moveTo>
                <a:cubicBezTo>
                  <a:pt x="141802" y="41380"/>
                  <a:pt x="283605" y="82760"/>
                  <a:pt x="290670" y="230114"/>
                </a:cubicBezTo>
                <a:cubicBezTo>
                  <a:pt x="297735" y="377468"/>
                  <a:pt x="170062" y="630795"/>
                  <a:pt x="42389" y="884122"/>
                </a:cubicBezTo>
              </a:path>
            </a:pathLst>
          </a:custGeom>
          <a:noFill/>
          <a:ln w="28575">
            <a:solidFill>
              <a:srgbClr val="00B050"/>
            </a:solidFill>
            <a:headEnd type="none" w="med" len="med"/>
            <a:tailEnd type="arrow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94F4A375-4D77-D69B-2BA5-65B6B7D04CFA}"/>
              </a:ext>
            </a:extLst>
          </p:cNvPr>
          <p:cNvGrpSpPr/>
          <p:nvPr/>
        </p:nvGrpSpPr>
        <p:grpSpPr>
          <a:xfrm>
            <a:off x="7369936" y="2560822"/>
            <a:ext cx="499106" cy="449370"/>
            <a:chOff x="3052693" y="2775146"/>
            <a:chExt cx="578261" cy="547940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5A6EF568-6C0A-C994-D45B-C658E41BE820}"/>
                </a:ext>
              </a:extLst>
            </p:cNvPr>
            <p:cNvSpPr txBox="1"/>
            <p:nvPr/>
          </p:nvSpPr>
          <p:spPr>
            <a:xfrm>
              <a:off x="3052693" y="2775146"/>
              <a:ext cx="563176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32"/>
              <a:r>
                <a:rPr lang="en-US" sz="2000" b="1" dirty="0">
                  <a:solidFill>
                    <a:srgbClr val="00B050"/>
                  </a:solidFill>
                </a:rPr>
                <a:t>V       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41F24991-AF2A-005D-027A-BD7E08BC76BA}"/>
                </a:ext>
              </a:extLst>
            </p:cNvPr>
            <p:cNvSpPr txBox="1"/>
            <p:nvPr/>
          </p:nvSpPr>
          <p:spPr>
            <a:xfrm>
              <a:off x="3130014" y="2985327"/>
              <a:ext cx="500940" cy="3377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332"/>
              <a:r>
                <a:rPr lang="en-US" sz="1200" b="1" dirty="0">
                  <a:solidFill>
                    <a:srgbClr val="00B050"/>
                  </a:solidFill>
                </a:rPr>
                <a:t>DS</a:t>
              </a:r>
            </a:p>
          </p:txBody>
        </p:sp>
      </p:grpSp>
      <p:cxnSp>
        <p:nvCxnSpPr>
          <p:cNvPr id="167" name="Straight Arrow Connector 166">
            <a:extLst>
              <a:ext uri="{FF2B5EF4-FFF2-40B4-BE49-F238E27FC236}">
                <a16:creationId xmlns:a16="http://schemas.microsoft.com/office/drawing/2014/main" id="{7E803C44-FFD8-D13E-FB1A-1699074543B1}"/>
              </a:ext>
            </a:extLst>
          </p:cNvPr>
          <p:cNvCxnSpPr/>
          <p:nvPr/>
        </p:nvCxnSpPr>
        <p:spPr>
          <a:xfrm flipH="1">
            <a:off x="6831661" y="3747999"/>
            <a:ext cx="14677" cy="433191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90874DBD-556D-69A9-E88F-708FEE4DD845}"/>
              </a:ext>
            </a:extLst>
          </p:cNvPr>
          <p:cNvGrpSpPr/>
          <p:nvPr/>
        </p:nvGrpSpPr>
        <p:grpSpPr>
          <a:xfrm>
            <a:off x="6252622" y="3515798"/>
            <a:ext cx="749968" cy="484787"/>
            <a:chOff x="9269558" y="3590937"/>
            <a:chExt cx="749968" cy="484787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51C1BD46-972B-F178-C9AE-F4A2107FB306}"/>
                </a:ext>
              </a:extLst>
            </p:cNvPr>
            <p:cNvSpPr txBox="1"/>
            <p:nvPr/>
          </p:nvSpPr>
          <p:spPr>
            <a:xfrm>
              <a:off x="9269558" y="3590937"/>
              <a:ext cx="74996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332"/>
              <a:r>
                <a:rPr lang="en-US" sz="2400" b="1" dirty="0">
                  <a:solidFill>
                    <a:srgbClr val="0070C0"/>
                  </a:solidFill>
                </a:rPr>
                <a:t>I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947BBB9E-3D08-1D1A-B116-7EBED7458260}"/>
                </a:ext>
              </a:extLst>
            </p:cNvPr>
            <p:cNvSpPr txBox="1"/>
            <p:nvPr/>
          </p:nvSpPr>
          <p:spPr>
            <a:xfrm>
              <a:off x="9524004" y="3767947"/>
              <a:ext cx="45095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332"/>
              <a:r>
                <a:rPr lang="en-US" sz="1400" b="1" dirty="0">
                  <a:solidFill>
                    <a:srgbClr val="0070C0"/>
                  </a:solidFill>
                </a:rPr>
                <a:t>R</a:t>
              </a:r>
            </a:p>
          </p:txBody>
        </p: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9F52C45A-FEFD-FA0A-1712-EF706BF21DD1}"/>
              </a:ext>
            </a:extLst>
          </p:cNvPr>
          <p:cNvGrpSpPr/>
          <p:nvPr/>
        </p:nvGrpSpPr>
        <p:grpSpPr>
          <a:xfrm>
            <a:off x="4919514" y="2621698"/>
            <a:ext cx="486086" cy="391815"/>
            <a:chOff x="3115447" y="2826561"/>
            <a:chExt cx="563176" cy="477761"/>
          </a:xfrm>
        </p:grpSpPr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830641F3-31EA-9946-F401-39DCF67CCF8F}"/>
                </a:ext>
              </a:extLst>
            </p:cNvPr>
            <p:cNvSpPr txBox="1"/>
            <p:nvPr/>
          </p:nvSpPr>
          <p:spPr>
            <a:xfrm>
              <a:off x="3115447" y="2826561"/>
              <a:ext cx="563176" cy="4128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32"/>
              <a:r>
                <a:rPr lang="en-US" sz="1600" b="1" dirty="0">
                  <a:solidFill>
                    <a:srgbClr val="00B050"/>
                  </a:solidFill>
                </a:rPr>
                <a:t>V       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0D1FED60-CC68-F6C2-5ECB-E6D5A87157A0}"/>
                </a:ext>
              </a:extLst>
            </p:cNvPr>
            <p:cNvSpPr txBox="1"/>
            <p:nvPr/>
          </p:nvSpPr>
          <p:spPr>
            <a:xfrm>
              <a:off x="3130014" y="2985327"/>
              <a:ext cx="500940" cy="318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332"/>
              <a:r>
                <a:rPr lang="en-US" sz="1050" b="1" dirty="0">
                  <a:solidFill>
                    <a:srgbClr val="00B050"/>
                  </a:solidFill>
                </a:rPr>
                <a:t>G</a:t>
              </a:r>
            </a:p>
          </p:txBody>
        </p: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50CE9271-844C-6072-638E-7E97162FD64C}"/>
              </a:ext>
            </a:extLst>
          </p:cNvPr>
          <p:cNvSpPr txBox="1"/>
          <p:nvPr/>
        </p:nvSpPr>
        <p:spPr>
          <a:xfrm>
            <a:off x="7271204" y="4481021"/>
            <a:ext cx="103714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32"/>
            <a:r>
              <a:rPr lang="en-US" b="1" dirty="0">
                <a:solidFill>
                  <a:srgbClr val="FF0000"/>
                </a:solidFill>
              </a:rPr>
              <a:t>R  = 5K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C53E316C-0329-5A1B-B315-BCE345CAC2AB}"/>
              </a:ext>
            </a:extLst>
          </p:cNvPr>
          <p:cNvSpPr txBox="1"/>
          <p:nvPr/>
        </p:nvSpPr>
        <p:spPr>
          <a:xfrm>
            <a:off x="7317871" y="4633142"/>
            <a:ext cx="45144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sz="1000" b="1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DC4F4306-7F01-1ED3-4458-9F904D98AF66}"/>
              </a:ext>
            </a:extLst>
          </p:cNvPr>
          <p:cNvSpPr txBox="1"/>
          <p:nvPr/>
        </p:nvSpPr>
        <p:spPr>
          <a:xfrm>
            <a:off x="3420291" y="5526592"/>
            <a:ext cx="15407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32"/>
            <a:r>
              <a:rPr lang="en-US" b="1" dirty="0">
                <a:solidFill>
                  <a:srgbClr val="FF0000"/>
                </a:solidFill>
              </a:rPr>
              <a:t>20 </a:t>
            </a:r>
            <a:r>
              <a:rPr lang="en-US" b="1" dirty="0" err="1">
                <a:solidFill>
                  <a:srgbClr val="FF0000"/>
                </a:solidFill>
              </a:rPr>
              <a:t>uA</a:t>
            </a:r>
            <a:endParaRPr lang="en-US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24360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4"/>
          <p:cNvGrpSpPr/>
          <p:nvPr/>
        </p:nvGrpSpPr>
        <p:grpSpPr>
          <a:xfrm>
            <a:off x="0" y="707226"/>
            <a:ext cx="3395006" cy="431295"/>
            <a:chOff x="-22274" y="526055"/>
            <a:chExt cx="3395006" cy="431295"/>
          </a:xfrm>
        </p:grpSpPr>
        <p:grpSp>
          <p:nvGrpSpPr>
            <p:cNvPr id="3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8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9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1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4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5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3" name="文本框 6"/>
          <p:cNvSpPr txBox="1"/>
          <p:nvPr/>
        </p:nvSpPr>
        <p:spPr>
          <a:xfrm>
            <a:off x="624750" y="156846"/>
            <a:ext cx="6048734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LOW DROPOUT REGULATOR SPECs 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graphicFrame>
        <p:nvGraphicFramePr>
          <p:cNvPr id="19" name="Table 18"/>
          <p:cNvGraphicFramePr>
            <a:graphicFrameLocks noGrp="1"/>
          </p:cNvGraphicFramePr>
          <p:nvPr>
            <p:extLst/>
          </p:nvPr>
        </p:nvGraphicFramePr>
        <p:xfrm>
          <a:off x="0" y="1901166"/>
          <a:ext cx="8936438" cy="4956830"/>
        </p:xfrm>
        <a:graphic>
          <a:graphicData uri="http://schemas.openxmlformats.org/drawingml/2006/table">
            <a:tbl>
              <a:tblPr firstRow="1" bandRow="1">
                <a:tableStyleId>{5202B0CA-FC54-4496-8BCA-5EF66A818D29}</a:tableStyleId>
              </a:tblPr>
              <a:tblGrid>
                <a:gridCol w="61276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96181">
                <a:tc>
                  <a:txBody>
                    <a:bodyPr/>
                    <a:lstStyle/>
                    <a:p>
                      <a:r>
                        <a:rPr lang="en-US" dirty="0" smtClean="0"/>
                        <a:t>The design specifications that need to be achieved are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77533"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 smtClean="0"/>
                        <a:t>Technology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 smtClean="0"/>
                        <a:t>45nm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77533"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 smtClean="0"/>
                        <a:t>Supply Voltage 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 smtClean="0"/>
                        <a:t>1.2 V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7533">
                <a:tc>
                  <a:txBody>
                    <a:bodyPr/>
                    <a:lstStyle/>
                    <a:p>
                      <a:r>
                        <a:rPr lang="en-US" b="1" dirty="0" smtClean="0"/>
                        <a:t>Reference Voltage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0.75 V 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77533">
                <a:tc>
                  <a:txBody>
                    <a:bodyPr/>
                    <a:lstStyle/>
                    <a:p>
                      <a:r>
                        <a:rPr lang="en-US" b="1" dirty="0" smtClean="0"/>
                        <a:t>Regulated Voltage 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0.9 V 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77533">
                <a:tc>
                  <a:txBody>
                    <a:bodyPr/>
                    <a:lstStyle/>
                    <a:p>
                      <a:r>
                        <a:rPr lang="en-US" b="1" dirty="0" smtClean="0"/>
                        <a:t>Load Current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5 mA – 30 mA 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77533">
                <a:tc>
                  <a:txBody>
                    <a:bodyPr/>
                    <a:lstStyle/>
                    <a:p>
                      <a:r>
                        <a:rPr lang="en-US" b="1" dirty="0" smtClean="0"/>
                        <a:t>Load Capacitor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200 pF 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06274"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 smtClean="0"/>
                        <a:t>DC Gain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 smtClean="0"/>
                        <a:t>&gt;=</a:t>
                      </a:r>
                      <a:r>
                        <a:rPr lang="en-US" b="1" baseline="0" dirty="0" smtClean="0"/>
                        <a:t> </a:t>
                      </a:r>
                      <a:r>
                        <a:rPr lang="en-US" b="1" dirty="0" smtClean="0"/>
                        <a:t>40dB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511644"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 smtClean="0"/>
                        <a:t>PSR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 smtClean="0"/>
                        <a:t>&lt;-30 dB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77533">
                <a:tc>
                  <a:txBody>
                    <a:bodyPr/>
                    <a:lstStyle/>
                    <a:p>
                      <a:r>
                        <a:rPr lang="en-US" b="1" dirty="0" smtClean="0"/>
                        <a:t>Phase-Margin 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&gt; 60 degrees 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7" name="Freeform 652"/>
          <p:cNvSpPr>
            <a:spLocks/>
          </p:cNvSpPr>
          <p:nvPr/>
        </p:nvSpPr>
        <p:spPr bwMode="auto">
          <a:xfrm>
            <a:off x="12499206" y="-331788"/>
            <a:ext cx="169863" cy="152400"/>
          </a:xfrm>
          <a:custGeom>
            <a:avLst/>
            <a:gdLst>
              <a:gd name="T0" fmla="*/ 19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3 w 41"/>
              <a:gd name="T13" fmla="*/ 0 h 37"/>
              <a:gd name="T14" fmla="*/ 23 w 41"/>
              <a:gd name="T15" fmla="*/ 20 h 37"/>
              <a:gd name="T16" fmla="*/ 19 w 41"/>
              <a:gd name="T17" fmla="*/ 20 h 37"/>
              <a:gd name="T18" fmla="*/ 19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19" y="0"/>
                </a:moveTo>
                <a:cubicBezTo>
                  <a:pt x="15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2"/>
                  <a:pt x="27" y="0"/>
                  <a:pt x="23" y="0"/>
                </a:cubicBezTo>
                <a:cubicBezTo>
                  <a:pt x="23" y="20"/>
                  <a:pt x="23" y="20"/>
                  <a:pt x="23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0"/>
                  <a:pt x="19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" name="Freeform 653"/>
          <p:cNvSpPr>
            <a:spLocks/>
          </p:cNvSpPr>
          <p:nvPr/>
        </p:nvSpPr>
        <p:spPr bwMode="auto">
          <a:xfrm>
            <a:off x="12203931" y="-1165227"/>
            <a:ext cx="161925" cy="152400"/>
          </a:xfrm>
          <a:custGeom>
            <a:avLst/>
            <a:gdLst>
              <a:gd name="T0" fmla="*/ 21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19 h 37"/>
              <a:gd name="T12" fmla="*/ 23 w 39"/>
              <a:gd name="T13" fmla="*/ 19 h 37"/>
              <a:gd name="T14" fmla="*/ 23 w 39"/>
              <a:gd name="T15" fmla="*/ 15 h 37"/>
              <a:gd name="T16" fmla="*/ 39 w 39"/>
              <a:gd name="T17" fmla="*/ 15 h 37"/>
              <a:gd name="T18" fmla="*/ 34 w 39"/>
              <a:gd name="T19" fmla="*/ 5 h 37"/>
              <a:gd name="T20" fmla="*/ 21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4"/>
                  <a:pt x="39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5"/>
                  <a:pt x="23" y="15"/>
                  <a:pt x="23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8" y="11"/>
                  <a:pt x="37" y="8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" name="Freeform 654"/>
          <p:cNvSpPr>
            <a:spLocks/>
          </p:cNvSpPr>
          <p:nvPr/>
        </p:nvSpPr>
        <p:spPr bwMode="auto">
          <a:xfrm>
            <a:off x="12638906" y="-4762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26 w 39"/>
              <a:gd name="T13" fmla="*/ 18 h 37"/>
              <a:gd name="T14" fmla="*/ 26 w 39"/>
              <a:gd name="T15" fmla="*/ 14 h 37"/>
              <a:gd name="T16" fmla="*/ 38 w 39"/>
              <a:gd name="T17" fmla="*/ 14 h 37"/>
              <a:gd name="T18" fmla="*/ 34 w 39"/>
              <a:gd name="T19" fmla="*/ 5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4"/>
                  <a:pt x="26" y="14"/>
                  <a:pt x="26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" name="Freeform 655"/>
          <p:cNvSpPr>
            <a:spLocks/>
          </p:cNvSpPr>
          <p:nvPr/>
        </p:nvSpPr>
        <p:spPr bwMode="auto">
          <a:xfrm>
            <a:off x="10446567" y="2138367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27 w 41"/>
              <a:gd name="T13" fmla="*/ 14 h 38"/>
              <a:gd name="T14" fmla="*/ 24 w 41"/>
              <a:gd name="T15" fmla="*/ 12 h 38"/>
              <a:gd name="T16" fmla="*/ 32 w 41"/>
              <a:gd name="T17" fmla="*/ 4 h 38"/>
              <a:gd name="T18" fmla="*/ 20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27" y="14"/>
                  <a:pt x="27" y="14"/>
                  <a:pt x="27" y="14"/>
                </a:cubicBezTo>
                <a:cubicBezTo>
                  <a:pt x="24" y="12"/>
                  <a:pt x="24" y="12"/>
                  <a:pt x="24" y="12"/>
                </a:cubicBezTo>
                <a:cubicBezTo>
                  <a:pt x="32" y="4"/>
                  <a:pt x="32" y="4"/>
                  <a:pt x="32" y="4"/>
                </a:cubicBezTo>
                <a:cubicBezTo>
                  <a:pt x="28" y="2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" name="Freeform 656"/>
          <p:cNvSpPr>
            <a:spLocks/>
          </p:cNvSpPr>
          <p:nvPr/>
        </p:nvSpPr>
        <p:spPr bwMode="auto">
          <a:xfrm>
            <a:off x="11678468" y="3702057"/>
            <a:ext cx="169863" cy="152400"/>
          </a:xfrm>
          <a:custGeom>
            <a:avLst/>
            <a:gdLst>
              <a:gd name="T0" fmla="*/ 20 w 41"/>
              <a:gd name="T1" fmla="*/ 0 h 37"/>
              <a:gd name="T2" fmla="*/ 21 w 41"/>
              <a:gd name="T3" fmla="*/ 15 h 37"/>
              <a:gd name="T4" fmla="*/ 17 w 41"/>
              <a:gd name="T5" fmla="*/ 15 h 37"/>
              <a:gd name="T6" fmla="*/ 16 w 41"/>
              <a:gd name="T7" fmla="*/ 0 h 37"/>
              <a:gd name="T8" fmla="*/ 7 w 41"/>
              <a:gd name="T9" fmla="*/ 5 h 37"/>
              <a:gd name="T10" fmla="*/ 7 w 41"/>
              <a:gd name="T11" fmla="*/ 32 h 37"/>
              <a:gd name="T12" fmla="*/ 20 w 41"/>
              <a:gd name="T13" fmla="*/ 37 h 37"/>
              <a:gd name="T14" fmla="*/ 34 w 41"/>
              <a:gd name="T15" fmla="*/ 32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1" y="15"/>
                  <a:pt x="21" y="15"/>
                  <a:pt x="21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6" y="0"/>
                  <a:pt x="16" y="0"/>
                  <a:pt x="16" y="0"/>
                </a:cubicBezTo>
                <a:cubicBezTo>
                  <a:pt x="13" y="1"/>
                  <a:pt x="10" y="3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" name="Freeform 657"/>
          <p:cNvSpPr>
            <a:spLocks/>
          </p:cNvSpPr>
          <p:nvPr/>
        </p:nvSpPr>
        <p:spPr bwMode="auto">
          <a:xfrm>
            <a:off x="11433993" y="1930404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5 w 40"/>
              <a:gd name="T13" fmla="*/ 0 h 37"/>
              <a:gd name="T14" fmla="*/ 25 w 40"/>
              <a:gd name="T15" fmla="*/ 23 h 37"/>
              <a:gd name="T16" fmla="*/ 21 w 40"/>
              <a:gd name="T17" fmla="*/ 23 h 37"/>
              <a:gd name="T18" fmla="*/ 21 w 40"/>
              <a:gd name="T19" fmla="*/ 0 h 37"/>
              <a:gd name="T20" fmla="*/ 20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1" y="3"/>
                  <a:pt x="28" y="1"/>
                  <a:pt x="25" y="0"/>
                </a:cubicBezTo>
                <a:cubicBezTo>
                  <a:pt x="25" y="23"/>
                  <a:pt x="25" y="23"/>
                  <a:pt x="25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" name="Freeform 658"/>
          <p:cNvSpPr>
            <a:spLocks/>
          </p:cNvSpPr>
          <p:nvPr/>
        </p:nvSpPr>
        <p:spPr bwMode="auto">
          <a:xfrm>
            <a:off x="11081568" y="2374905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6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2 h 37"/>
              <a:gd name="T12" fmla="*/ 18 w 39"/>
              <a:gd name="T13" fmla="*/ 22 h 37"/>
              <a:gd name="T14" fmla="*/ 18 w 39"/>
              <a:gd name="T15" fmla="*/ 18 h 37"/>
              <a:gd name="T16" fmla="*/ 39 w 39"/>
              <a:gd name="T17" fmla="*/ 18 h 37"/>
              <a:gd name="T18" fmla="*/ 33 w 39"/>
              <a:gd name="T19" fmla="*/ 6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36" y="29"/>
                  <a:pt x="38" y="26"/>
                  <a:pt x="39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18"/>
                  <a:pt x="18" y="18"/>
                  <a:pt x="18" y="18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13"/>
                  <a:pt x="37" y="9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" name="Freeform 660"/>
          <p:cNvSpPr>
            <a:spLocks/>
          </p:cNvSpPr>
          <p:nvPr/>
        </p:nvSpPr>
        <p:spPr bwMode="auto">
          <a:xfrm>
            <a:off x="10956155" y="2524130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" name="Freeform 661"/>
          <p:cNvSpPr>
            <a:spLocks noEditPoints="1"/>
          </p:cNvSpPr>
          <p:nvPr/>
        </p:nvSpPr>
        <p:spPr bwMode="auto">
          <a:xfrm>
            <a:off x="10940280" y="250666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8 w 41"/>
              <a:gd name="T13" fmla="*/ 32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5 w 41"/>
              <a:gd name="T41" fmla="*/ 6 h 41"/>
              <a:gd name="T42" fmla="*/ 20 w 41"/>
              <a:gd name="T4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" name="Freeform 664"/>
          <p:cNvSpPr>
            <a:spLocks/>
          </p:cNvSpPr>
          <p:nvPr/>
        </p:nvSpPr>
        <p:spPr bwMode="auto">
          <a:xfrm>
            <a:off x="10703743" y="2560643"/>
            <a:ext cx="169863" cy="158750"/>
          </a:xfrm>
          <a:custGeom>
            <a:avLst/>
            <a:gdLst>
              <a:gd name="T0" fmla="*/ 21 w 41"/>
              <a:gd name="T1" fmla="*/ 0 h 38"/>
              <a:gd name="T2" fmla="*/ 19 w 41"/>
              <a:gd name="T3" fmla="*/ 0 h 38"/>
              <a:gd name="T4" fmla="*/ 20 w 41"/>
              <a:gd name="T5" fmla="*/ 23 h 38"/>
              <a:gd name="T6" fmla="*/ 16 w 41"/>
              <a:gd name="T7" fmla="*/ 23 h 38"/>
              <a:gd name="T8" fmla="*/ 15 w 41"/>
              <a:gd name="T9" fmla="*/ 1 h 38"/>
              <a:gd name="T10" fmla="*/ 7 w 41"/>
              <a:gd name="T11" fmla="*/ 6 h 38"/>
              <a:gd name="T12" fmla="*/ 7 w 41"/>
              <a:gd name="T13" fmla="*/ 32 h 38"/>
              <a:gd name="T14" fmla="*/ 21 w 41"/>
              <a:gd name="T15" fmla="*/ 38 h 38"/>
              <a:gd name="T16" fmla="*/ 34 w 41"/>
              <a:gd name="T17" fmla="*/ 32 h 38"/>
              <a:gd name="T18" fmla="*/ 34 w 41"/>
              <a:gd name="T19" fmla="*/ 6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20" y="0"/>
                  <a:pt x="20" y="0"/>
                  <a:pt x="19" y="0"/>
                </a:cubicBezTo>
                <a:cubicBezTo>
                  <a:pt x="20" y="23"/>
                  <a:pt x="20" y="23"/>
                  <a:pt x="20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1"/>
                  <a:pt x="15" y="1"/>
                  <a:pt x="15" y="1"/>
                </a:cubicBezTo>
                <a:cubicBezTo>
                  <a:pt x="12" y="2"/>
                  <a:pt x="10" y="4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" name="Freeform 666"/>
          <p:cNvSpPr>
            <a:spLocks/>
          </p:cNvSpPr>
          <p:nvPr/>
        </p:nvSpPr>
        <p:spPr bwMode="auto">
          <a:xfrm>
            <a:off x="10716443" y="1636716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4 h 37"/>
              <a:gd name="T14" fmla="*/ 19 w 41"/>
              <a:gd name="T15" fmla="*/ 17 h 37"/>
              <a:gd name="T16" fmla="*/ 16 w 41"/>
              <a:gd name="T17" fmla="*/ 14 h 37"/>
              <a:gd name="T18" fmla="*/ 28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3" y="5"/>
                  <a:pt x="32" y="4"/>
                  <a:pt x="32" y="4"/>
                </a:cubicBezTo>
                <a:cubicBezTo>
                  <a:pt x="19" y="17"/>
                  <a:pt x="19" y="17"/>
                  <a:pt x="19" y="17"/>
                </a:cubicBezTo>
                <a:cubicBezTo>
                  <a:pt x="16" y="14"/>
                  <a:pt x="16" y="14"/>
                  <a:pt x="16" y="14"/>
                </a:cubicBezTo>
                <a:cubicBezTo>
                  <a:pt x="28" y="1"/>
                  <a:pt x="28" y="1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" name="Freeform 667"/>
          <p:cNvSpPr>
            <a:spLocks/>
          </p:cNvSpPr>
          <p:nvPr/>
        </p:nvSpPr>
        <p:spPr bwMode="auto">
          <a:xfrm>
            <a:off x="9286105" y="-26193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0 w 41"/>
              <a:gd name="T13" fmla="*/ 3 h 37"/>
              <a:gd name="T14" fmla="*/ 30 w 41"/>
              <a:gd name="T15" fmla="*/ 7 h 37"/>
              <a:gd name="T16" fmla="*/ 26 w 41"/>
              <a:gd name="T17" fmla="*/ 7 h 37"/>
              <a:gd name="T18" fmla="*/ 26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3"/>
                  <a:pt x="30" y="3"/>
                </a:cubicBezTo>
                <a:cubicBezTo>
                  <a:pt x="30" y="7"/>
                  <a:pt x="30" y="7"/>
                  <a:pt x="30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1"/>
                  <a:pt x="26" y="1"/>
                  <a:pt x="26" y="1"/>
                </a:cubicBezTo>
                <a:cubicBezTo>
                  <a:pt x="24" y="0"/>
                  <a:pt x="22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1" name="Freeform 668"/>
          <p:cNvSpPr>
            <a:spLocks/>
          </p:cNvSpPr>
          <p:nvPr/>
        </p:nvSpPr>
        <p:spPr bwMode="auto">
          <a:xfrm>
            <a:off x="11172055" y="123826"/>
            <a:ext cx="169863" cy="152400"/>
          </a:xfrm>
          <a:custGeom>
            <a:avLst/>
            <a:gdLst>
              <a:gd name="T0" fmla="*/ 21 w 41"/>
              <a:gd name="T1" fmla="*/ 0 h 37"/>
              <a:gd name="T2" fmla="*/ 20 w 41"/>
              <a:gd name="T3" fmla="*/ 0 h 37"/>
              <a:gd name="T4" fmla="*/ 20 w 41"/>
              <a:gd name="T5" fmla="*/ 22 h 37"/>
              <a:gd name="T6" fmla="*/ 16 w 41"/>
              <a:gd name="T7" fmla="*/ 22 h 37"/>
              <a:gd name="T8" fmla="*/ 16 w 41"/>
              <a:gd name="T9" fmla="*/ 1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22"/>
                  <a:pt x="20" y="22"/>
                  <a:pt x="20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1"/>
                  <a:pt x="16" y="1"/>
                  <a:pt x="16" y="1"/>
                </a:cubicBezTo>
                <a:cubicBezTo>
                  <a:pt x="13" y="2"/>
                  <a:pt x="10" y="3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2" name="Freeform 669"/>
          <p:cNvSpPr>
            <a:spLocks/>
          </p:cNvSpPr>
          <p:nvPr/>
        </p:nvSpPr>
        <p:spPr bwMode="auto">
          <a:xfrm>
            <a:off x="14040669" y="2735268"/>
            <a:ext cx="2366963" cy="1293815"/>
          </a:xfrm>
          <a:custGeom>
            <a:avLst/>
            <a:gdLst>
              <a:gd name="T0" fmla="*/ 571 w 571"/>
              <a:gd name="T1" fmla="*/ 0 h 312"/>
              <a:gd name="T2" fmla="*/ 568 w 571"/>
              <a:gd name="T3" fmla="*/ 0 h 312"/>
              <a:gd name="T4" fmla="*/ 568 w 571"/>
              <a:gd name="T5" fmla="*/ 0 h 312"/>
              <a:gd name="T6" fmla="*/ 567 w 571"/>
              <a:gd name="T7" fmla="*/ 0 h 312"/>
              <a:gd name="T8" fmla="*/ 567 w 571"/>
              <a:gd name="T9" fmla="*/ 15 h 312"/>
              <a:gd name="T10" fmla="*/ 521 w 571"/>
              <a:gd name="T11" fmla="*/ 61 h 312"/>
              <a:gd name="T12" fmla="*/ 415 w 571"/>
              <a:gd name="T13" fmla="*/ 64 h 312"/>
              <a:gd name="T14" fmla="*/ 334 w 571"/>
              <a:gd name="T15" fmla="*/ 145 h 312"/>
              <a:gd name="T16" fmla="*/ 247 w 571"/>
              <a:gd name="T17" fmla="*/ 147 h 312"/>
              <a:gd name="T18" fmla="*/ 196 w 571"/>
              <a:gd name="T19" fmla="*/ 198 h 312"/>
              <a:gd name="T20" fmla="*/ 141 w 571"/>
              <a:gd name="T21" fmla="*/ 196 h 312"/>
              <a:gd name="T22" fmla="*/ 29 w 571"/>
              <a:gd name="T23" fmla="*/ 308 h 312"/>
              <a:gd name="T24" fmla="*/ 0 w 571"/>
              <a:gd name="T25" fmla="*/ 307 h 312"/>
              <a:gd name="T26" fmla="*/ 1 w 571"/>
              <a:gd name="T27" fmla="*/ 311 h 312"/>
              <a:gd name="T28" fmla="*/ 31 w 571"/>
              <a:gd name="T29" fmla="*/ 312 h 312"/>
              <a:gd name="T30" fmla="*/ 142 w 571"/>
              <a:gd name="T31" fmla="*/ 200 h 312"/>
              <a:gd name="T32" fmla="*/ 198 w 571"/>
              <a:gd name="T33" fmla="*/ 202 h 312"/>
              <a:gd name="T34" fmla="*/ 249 w 571"/>
              <a:gd name="T35" fmla="*/ 151 h 312"/>
              <a:gd name="T36" fmla="*/ 336 w 571"/>
              <a:gd name="T37" fmla="*/ 149 h 312"/>
              <a:gd name="T38" fmla="*/ 416 w 571"/>
              <a:gd name="T39" fmla="*/ 68 h 312"/>
              <a:gd name="T40" fmla="*/ 522 w 571"/>
              <a:gd name="T41" fmla="*/ 65 h 312"/>
              <a:gd name="T42" fmla="*/ 571 w 571"/>
              <a:gd name="T43" fmla="*/ 17 h 312"/>
              <a:gd name="T44" fmla="*/ 571 w 571"/>
              <a:gd name="T45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71" h="312">
                <a:moveTo>
                  <a:pt x="571" y="0"/>
                </a:moveTo>
                <a:cubicBezTo>
                  <a:pt x="570" y="0"/>
                  <a:pt x="569" y="0"/>
                  <a:pt x="568" y="0"/>
                </a:cubicBezTo>
                <a:cubicBezTo>
                  <a:pt x="568" y="0"/>
                  <a:pt x="568" y="0"/>
                  <a:pt x="568" y="0"/>
                </a:cubicBezTo>
                <a:cubicBezTo>
                  <a:pt x="568" y="0"/>
                  <a:pt x="567" y="0"/>
                  <a:pt x="567" y="0"/>
                </a:cubicBezTo>
                <a:cubicBezTo>
                  <a:pt x="567" y="15"/>
                  <a:pt x="567" y="15"/>
                  <a:pt x="567" y="15"/>
                </a:cubicBezTo>
                <a:cubicBezTo>
                  <a:pt x="521" y="61"/>
                  <a:pt x="521" y="61"/>
                  <a:pt x="521" y="61"/>
                </a:cubicBezTo>
                <a:cubicBezTo>
                  <a:pt x="415" y="64"/>
                  <a:pt x="415" y="64"/>
                  <a:pt x="415" y="64"/>
                </a:cubicBezTo>
                <a:cubicBezTo>
                  <a:pt x="334" y="145"/>
                  <a:pt x="334" y="145"/>
                  <a:pt x="334" y="145"/>
                </a:cubicBezTo>
                <a:cubicBezTo>
                  <a:pt x="247" y="147"/>
                  <a:pt x="247" y="147"/>
                  <a:pt x="247" y="147"/>
                </a:cubicBezTo>
                <a:cubicBezTo>
                  <a:pt x="196" y="198"/>
                  <a:pt x="196" y="198"/>
                  <a:pt x="196" y="198"/>
                </a:cubicBezTo>
                <a:cubicBezTo>
                  <a:pt x="141" y="196"/>
                  <a:pt x="141" y="196"/>
                  <a:pt x="141" y="196"/>
                </a:cubicBezTo>
                <a:cubicBezTo>
                  <a:pt x="29" y="308"/>
                  <a:pt x="29" y="308"/>
                  <a:pt x="29" y="308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309"/>
                  <a:pt x="1" y="310"/>
                  <a:pt x="1" y="311"/>
                </a:cubicBezTo>
                <a:cubicBezTo>
                  <a:pt x="31" y="312"/>
                  <a:pt x="31" y="312"/>
                  <a:pt x="31" y="312"/>
                </a:cubicBezTo>
                <a:cubicBezTo>
                  <a:pt x="142" y="200"/>
                  <a:pt x="142" y="200"/>
                  <a:pt x="142" y="200"/>
                </a:cubicBezTo>
                <a:cubicBezTo>
                  <a:pt x="198" y="202"/>
                  <a:pt x="198" y="202"/>
                  <a:pt x="198" y="202"/>
                </a:cubicBezTo>
                <a:cubicBezTo>
                  <a:pt x="249" y="151"/>
                  <a:pt x="249" y="151"/>
                  <a:pt x="249" y="151"/>
                </a:cubicBezTo>
                <a:cubicBezTo>
                  <a:pt x="336" y="149"/>
                  <a:pt x="336" y="149"/>
                  <a:pt x="336" y="149"/>
                </a:cubicBezTo>
                <a:cubicBezTo>
                  <a:pt x="416" y="68"/>
                  <a:pt x="416" y="68"/>
                  <a:pt x="416" y="68"/>
                </a:cubicBezTo>
                <a:cubicBezTo>
                  <a:pt x="522" y="65"/>
                  <a:pt x="522" y="65"/>
                  <a:pt x="522" y="65"/>
                </a:cubicBezTo>
                <a:cubicBezTo>
                  <a:pt x="571" y="17"/>
                  <a:pt x="571" y="17"/>
                  <a:pt x="571" y="17"/>
                </a:cubicBezTo>
                <a:cubicBezTo>
                  <a:pt x="571" y="0"/>
                  <a:pt x="571" y="0"/>
                  <a:pt x="57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3" name="Freeform 670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4" name="Freeform 671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5" name="Freeform 672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6" name="Freeform 673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7" name="Freeform 674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8" name="Freeform 675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9" name="Freeform 676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0" name="Freeform 677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1" name="Freeform 678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2" name="Freeform 679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3" name="Freeform 680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4" name="Freeform 681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5" name="Freeform 682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6" name="Freeform 683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7" name="Freeform 684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8" name="Freeform 685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9" name="Freeform 686"/>
          <p:cNvSpPr>
            <a:spLocks/>
          </p:cNvSpPr>
          <p:nvPr/>
        </p:nvSpPr>
        <p:spPr bwMode="auto">
          <a:xfrm>
            <a:off x="12448406" y="2420942"/>
            <a:ext cx="4440239" cy="2379667"/>
          </a:xfrm>
          <a:custGeom>
            <a:avLst/>
            <a:gdLst>
              <a:gd name="T0" fmla="*/ 1069 w 1071"/>
              <a:gd name="T1" fmla="*/ 0 h 574"/>
              <a:gd name="T2" fmla="*/ 1069 w 1071"/>
              <a:gd name="T3" fmla="*/ 0 h 574"/>
              <a:gd name="T4" fmla="*/ 914 w 1071"/>
              <a:gd name="T5" fmla="*/ 155 h 574"/>
              <a:gd name="T6" fmla="*/ 799 w 1071"/>
              <a:gd name="T7" fmla="*/ 156 h 574"/>
              <a:gd name="T8" fmla="*/ 661 w 1071"/>
              <a:gd name="T9" fmla="*/ 294 h 574"/>
              <a:gd name="T10" fmla="*/ 533 w 1071"/>
              <a:gd name="T11" fmla="*/ 293 h 574"/>
              <a:gd name="T12" fmla="*/ 447 w 1071"/>
              <a:gd name="T13" fmla="*/ 378 h 574"/>
              <a:gd name="T14" fmla="*/ 447 w 1071"/>
              <a:gd name="T15" fmla="*/ 407 h 574"/>
              <a:gd name="T16" fmla="*/ 415 w 1071"/>
              <a:gd name="T17" fmla="*/ 439 h 574"/>
              <a:gd name="T18" fmla="*/ 377 w 1071"/>
              <a:gd name="T19" fmla="*/ 437 h 574"/>
              <a:gd name="T20" fmla="*/ 308 w 1071"/>
              <a:gd name="T21" fmla="*/ 506 h 574"/>
              <a:gd name="T22" fmla="*/ 143 w 1071"/>
              <a:gd name="T23" fmla="*/ 507 h 574"/>
              <a:gd name="T24" fmla="*/ 117 w 1071"/>
              <a:gd name="T25" fmla="*/ 533 h 574"/>
              <a:gd name="T26" fmla="*/ 37 w 1071"/>
              <a:gd name="T27" fmla="*/ 534 h 574"/>
              <a:gd name="T28" fmla="*/ 0 w 1071"/>
              <a:gd name="T29" fmla="*/ 571 h 574"/>
              <a:gd name="T30" fmla="*/ 2 w 1071"/>
              <a:gd name="T31" fmla="*/ 574 h 574"/>
              <a:gd name="T32" fmla="*/ 39 w 1071"/>
              <a:gd name="T33" fmla="*/ 538 h 574"/>
              <a:gd name="T34" fmla="*/ 119 w 1071"/>
              <a:gd name="T35" fmla="*/ 537 h 574"/>
              <a:gd name="T36" fmla="*/ 144 w 1071"/>
              <a:gd name="T37" fmla="*/ 511 h 574"/>
              <a:gd name="T38" fmla="*/ 310 w 1071"/>
              <a:gd name="T39" fmla="*/ 510 h 574"/>
              <a:gd name="T40" fmla="*/ 379 w 1071"/>
              <a:gd name="T41" fmla="*/ 441 h 574"/>
              <a:gd name="T42" fmla="*/ 416 w 1071"/>
              <a:gd name="T43" fmla="*/ 443 h 574"/>
              <a:gd name="T44" fmla="*/ 450 w 1071"/>
              <a:gd name="T45" fmla="*/ 409 h 574"/>
              <a:gd name="T46" fmla="*/ 451 w 1071"/>
              <a:gd name="T47" fmla="*/ 380 h 574"/>
              <a:gd name="T48" fmla="*/ 534 w 1071"/>
              <a:gd name="T49" fmla="*/ 297 h 574"/>
              <a:gd name="T50" fmla="*/ 663 w 1071"/>
              <a:gd name="T51" fmla="*/ 298 h 574"/>
              <a:gd name="T52" fmla="*/ 801 w 1071"/>
              <a:gd name="T53" fmla="*/ 160 h 574"/>
              <a:gd name="T54" fmla="*/ 915 w 1071"/>
              <a:gd name="T55" fmla="*/ 159 h 574"/>
              <a:gd name="T56" fmla="*/ 1071 w 1071"/>
              <a:gd name="T57" fmla="*/ 3 h 574"/>
              <a:gd name="T58" fmla="*/ 1069 w 1071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1" h="574">
                <a:moveTo>
                  <a:pt x="1069" y="0"/>
                </a:moveTo>
                <a:cubicBezTo>
                  <a:pt x="1069" y="0"/>
                  <a:pt x="1069" y="0"/>
                  <a:pt x="1069" y="0"/>
                </a:cubicBezTo>
                <a:cubicBezTo>
                  <a:pt x="914" y="155"/>
                  <a:pt x="914" y="155"/>
                  <a:pt x="914" y="155"/>
                </a:cubicBezTo>
                <a:cubicBezTo>
                  <a:pt x="799" y="156"/>
                  <a:pt x="799" y="156"/>
                  <a:pt x="799" y="156"/>
                </a:cubicBezTo>
                <a:cubicBezTo>
                  <a:pt x="661" y="294"/>
                  <a:pt x="661" y="294"/>
                  <a:pt x="661" y="294"/>
                </a:cubicBezTo>
                <a:cubicBezTo>
                  <a:pt x="533" y="293"/>
                  <a:pt x="533" y="293"/>
                  <a:pt x="533" y="293"/>
                </a:cubicBezTo>
                <a:cubicBezTo>
                  <a:pt x="447" y="378"/>
                  <a:pt x="447" y="378"/>
                  <a:pt x="447" y="378"/>
                </a:cubicBezTo>
                <a:cubicBezTo>
                  <a:pt x="447" y="407"/>
                  <a:pt x="447" y="407"/>
                  <a:pt x="447" y="407"/>
                </a:cubicBezTo>
                <a:cubicBezTo>
                  <a:pt x="415" y="439"/>
                  <a:pt x="415" y="439"/>
                  <a:pt x="415" y="439"/>
                </a:cubicBezTo>
                <a:cubicBezTo>
                  <a:pt x="377" y="437"/>
                  <a:pt x="377" y="437"/>
                  <a:pt x="377" y="437"/>
                </a:cubicBezTo>
                <a:cubicBezTo>
                  <a:pt x="308" y="506"/>
                  <a:pt x="308" y="506"/>
                  <a:pt x="308" y="506"/>
                </a:cubicBezTo>
                <a:cubicBezTo>
                  <a:pt x="143" y="507"/>
                  <a:pt x="143" y="507"/>
                  <a:pt x="143" y="507"/>
                </a:cubicBezTo>
                <a:cubicBezTo>
                  <a:pt x="117" y="533"/>
                  <a:pt x="117" y="533"/>
                  <a:pt x="117" y="533"/>
                </a:cubicBezTo>
                <a:cubicBezTo>
                  <a:pt x="37" y="534"/>
                  <a:pt x="37" y="534"/>
                  <a:pt x="37" y="534"/>
                </a:cubicBezTo>
                <a:cubicBezTo>
                  <a:pt x="0" y="571"/>
                  <a:pt x="0" y="571"/>
                  <a:pt x="0" y="571"/>
                </a:cubicBezTo>
                <a:cubicBezTo>
                  <a:pt x="1" y="572"/>
                  <a:pt x="2" y="573"/>
                  <a:pt x="2" y="574"/>
                </a:cubicBezTo>
                <a:cubicBezTo>
                  <a:pt x="39" y="538"/>
                  <a:pt x="39" y="538"/>
                  <a:pt x="39" y="538"/>
                </a:cubicBezTo>
                <a:cubicBezTo>
                  <a:pt x="119" y="537"/>
                  <a:pt x="119" y="537"/>
                  <a:pt x="119" y="537"/>
                </a:cubicBezTo>
                <a:cubicBezTo>
                  <a:pt x="144" y="511"/>
                  <a:pt x="144" y="511"/>
                  <a:pt x="144" y="511"/>
                </a:cubicBezTo>
                <a:cubicBezTo>
                  <a:pt x="310" y="510"/>
                  <a:pt x="310" y="510"/>
                  <a:pt x="310" y="510"/>
                </a:cubicBezTo>
                <a:cubicBezTo>
                  <a:pt x="379" y="441"/>
                  <a:pt x="379" y="441"/>
                  <a:pt x="379" y="441"/>
                </a:cubicBezTo>
                <a:cubicBezTo>
                  <a:pt x="416" y="443"/>
                  <a:pt x="416" y="443"/>
                  <a:pt x="416" y="443"/>
                </a:cubicBezTo>
                <a:cubicBezTo>
                  <a:pt x="450" y="409"/>
                  <a:pt x="450" y="409"/>
                  <a:pt x="450" y="409"/>
                </a:cubicBezTo>
                <a:cubicBezTo>
                  <a:pt x="451" y="380"/>
                  <a:pt x="451" y="380"/>
                  <a:pt x="451" y="380"/>
                </a:cubicBezTo>
                <a:cubicBezTo>
                  <a:pt x="534" y="297"/>
                  <a:pt x="534" y="297"/>
                  <a:pt x="534" y="297"/>
                </a:cubicBezTo>
                <a:cubicBezTo>
                  <a:pt x="663" y="298"/>
                  <a:pt x="663" y="298"/>
                  <a:pt x="663" y="298"/>
                </a:cubicBezTo>
                <a:cubicBezTo>
                  <a:pt x="801" y="160"/>
                  <a:pt x="801" y="160"/>
                  <a:pt x="801" y="160"/>
                </a:cubicBezTo>
                <a:cubicBezTo>
                  <a:pt x="915" y="159"/>
                  <a:pt x="915" y="159"/>
                  <a:pt x="915" y="159"/>
                </a:cubicBezTo>
                <a:cubicBezTo>
                  <a:pt x="1071" y="3"/>
                  <a:pt x="1071" y="3"/>
                  <a:pt x="1071" y="3"/>
                </a:cubicBezTo>
                <a:cubicBezTo>
                  <a:pt x="1069" y="0"/>
                  <a:pt x="1069" y="0"/>
                  <a:pt x="106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0" name="Freeform 687"/>
          <p:cNvSpPr>
            <a:spLocks/>
          </p:cNvSpPr>
          <p:nvPr/>
        </p:nvSpPr>
        <p:spPr bwMode="auto">
          <a:xfrm>
            <a:off x="12175356" y="2490792"/>
            <a:ext cx="4762502" cy="2644780"/>
          </a:xfrm>
          <a:custGeom>
            <a:avLst/>
            <a:gdLst>
              <a:gd name="T0" fmla="*/ 1146 w 1149"/>
              <a:gd name="T1" fmla="*/ 0 h 638"/>
              <a:gd name="T2" fmla="*/ 989 w 1149"/>
              <a:gd name="T3" fmla="*/ 157 h 638"/>
              <a:gd name="T4" fmla="*/ 875 w 1149"/>
              <a:gd name="T5" fmla="*/ 158 h 638"/>
              <a:gd name="T6" fmla="*/ 737 w 1149"/>
              <a:gd name="T7" fmla="*/ 296 h 638"/>
              <a:gd name="T8" fmla="*/ 609 w 1149"/>
              <a:gd name="T9" fmla="*/ 294 h 638"/>
              <a:gd name="T10" fmla="*/ 523 w 1149"/>
              <a:gd name="T11" fmla="*/ 380 h 638"/>
              <a:gd name="T12" fmla="*/ 520 w 1149"/>
              <a:gd name="T13" fmla="*/ 406 h 638"/>
              <a:gd name="T14" fmla="*/ 488 w 1149"/>
              <a:gd name="T15" fmla="*/ 438 h 638"/>
              <a:gd name="T16" fmla="*/ 453 w 1149"/>
              <a:gd name="T17" fmla="*/ 439 h 638"/>
              <a:gd name="T18" fmla="*/ 384 w 1149"/>
              <a:gd name="T19" fmla="*/ 508 h 638"/>
              <a:gd name="T20" fmla="*/ 219 w 1149"/>
              <a:gd name="T21" fmla="*/ 509 h 638"/>
              <a:gd name="T22" fmla="*/ 193 w 1149"/>
              <a:gd name="T23" fmla="*/ 535 h 638"/>
              <a:gd name="T24" fmla="*/ 113 w 1149"/>
              <a:gd name="T25" fmla="*/ 535 h 638"/>
              <a:gd name="T26" fmla="*/ 14 w 1149"/>
              <a:gd name="T27" fmla="*/ 634 h 638"/>
              <a:gd name="T28" fmla="*/ 0 w 1149"/>
              <a:gd name="T29" fmla="*/ 634 h 638"/>
              <a:gd name="T30" fmla="*/ 1 w 1149"/>
              <a:gd name="T31" fmla="*/ 638 h 638"/>
              <a:gd name="T32" fmla="*/ 16 w 1149"/>
              <a:gd name="T33" fmla="*/ 638 h 638"/>
              <a:gd name="T34" fmla="*/ 115 w 1149"/>
              <a:gd name="T35" fmla="*/ 539 h 638"/>
              <a:gd name="T36" fmla="*/ 195 w 1149"/>
              <a:gd name="T37" fmla="*/ 539 h 638"/>
              <a:gd name="T38" fmla="*/ 220 w 1149"/>
              <a:gd name="T39" fmla="*/ 513 h 638"/>
              <a:gd name="T40" fmla="*/ 385 w 1149"/>
              <a:gd name="T41" fmla="*/ 512 h 638"/>
              <a:gd name="T42" fmla="*/ 455 w 1149"/>
              <a:gd name="T43" fmla="*/ 443 h 638"/>
              <a:gd name="T44" fmla="*/ 489 w 1149"/>
              <a:gd name="T45" fmla="*/ 442 h 638"/>
              <a:gd name="T46" fmla="*/ 523 w 1149"/>
              <a:gd name="T47" fmla="*/ 408 h 638"/>
              <a:gd name="T48" fmla="*/ 527 w 1149"/>
              <a:gd name="T49" fmla="*/ 382 h 638"/>
              <a:gd name="T50" fmla="*/ 610 w 1149"/>
              <a:gd name="T51" fmla="*/ 298 h 638"/>
              <a:gd name="T52" fmla="*/ 739 w 1149"/>
              <a:gd name="T53" fmla="*/ 300 h 638"/>
              <a:gd name="T54" fmla="*/ 877 w 1149"/>
              <a:gd name="T55" fmla="*/ 162 h 638"/>
              <a:gd name="T56" fmla="*/ 991 w 1149"/>
              <a:gd name="T57" fmla="*/ 161 h 638"/>
              <a:gd name="T58" fmla="*/ 1149 w 1149"/>
              <a:gd name="T59" fmla="*/ 3 h 638"/>
              <a:gd name="T60" fmla="*/ 1146 w 1149"/>
              <a:gd name="T61" fmla="*/ 0 h 638"/>
              <a:gd name="T62" fmla="*/ 1146 w 1149"/>
              <a:gd name="T63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49" h="638">
                <a:moveTo>
                  <a:pt x="1146" y="0"/>
                </a:moveTo>
                <a:cubicBezTo>
                  <a:pt x="989" y="157"/>
                  <a:pt x="989" y="157"/>
                  <a:pt x="989" y="157"/>
                </a:cubicBezTo>
                <a:cubicBezTo>
                  <a:pt x="875" y="158"/>
                  <a:pt x="875" y="158"/>
                  <a:pt x="875" y="158"/>
                </a:cubicBezTo>
                <a:cubicBezTo>
                  <a:pt x="737" y="296"/>
                  <a:pt x="737" y="296"/>
                  <a:pt x="737" y="296"/>
                </a:cubicBezTo>
                <a:cubicBezTo>
                  <a:pt x="609" y="294"/>
                  <a:pt x="609" y="294"/>
                  <a:pt x="609" y="294"/>
                </a:cubicBezTo>
                <a:cubicBezTo>
                  <a:pt x="523" y="380"/>
                  <a:pt x="523" y="380"/>
                  <a:pt x="523" y="380"/>
                </a:cubicBezTo>
                <a:cubicBezTo>
                  <a:pt x="520" y="406"/>
                  <a:pt x="520" y="406"/>
                  <a:pt x="520" y="406"/>
                </a:cubicBezTo>
                <a:cubicBezTo>
                  <a:pt x="488" y="438"/>
                  <a:pt x="488" y="438"/>
                  <a:pt x="488" y="438"/>
                </a:cubicBezTo>
                <a:cubicBezTo>
                  <a:pt x="453" y="439"/>
                  <a:pt x="453" y="439"/>
                  <a:pt x="453" y="439"/>
                </a:cubicBezTo>
                <a:cubicBezTo>
                  <a:pt x="384" y="508"/>
                  <a:pt x="384" y="508"/>
                  <a:pt x="384" y="508"/>
                </a:cubicBezTo>
                <a:cubicBezTo>
                  <a:pt x="219" y="509"/>
                  <a:pt x="219" y="509"/>
                  <a:pt x="219" y="509"/>
                </a:cubicBezTo>
                <a:cubicBezTo>
                  <a:pt x="193" y="535"/>
                  <a:pt x="193" y="535"/>
                  <a:pt x="193" y="535"/>
                </a:cubicBezTo>
                <a:cubicBezTo>
                  <a:pt x="113" y="535"/>
                  <a:pt x="113" y="535"/>
                  <a:pt x="113" y="535"/>
                </a:cubicBezTo>
                <a:cubicBezTo>
                  <a:pt x="14" y="634"/>
                  <a:pt x="14" y="634"/>
                  <a:pt x="14" y="634"/>
                </a:cubicBezTo>
                <a:cubicBezTo>
                  <a:pt x="0" y="634"/>
                  <a:pt x="0" y="634"/>
                  <a:pt x="0" y="634"/>
                </a:cubicBezTo>
                <a:cubicBezTo>
                  <a:pt x="0" y="636"/>
                  <a:pt x="1" y="637"/>
                  <a:pt x="1" y="638"/>
                </a:cubicBezTo>
                <a:cubicBezTo>
                  <a:pt x="16" y="638"/>
                  <a:pt x="16" y="638"/>
                  <a:pt x="16" y="638"/>
                </a:cubicBezTo>
                <a:cubicBezTo>
                  <a:pt x="115" y="539"/>
                  <a:pt x="115" y="539"/>
                  <a:pt x="115" y="539"/>
                </a:cubicBezTo>
                <a:cubicBezTo>
                  <a:pt x="195" y="539"/>
                  <a:pt x="195" y="539"/>
                  <a:pt x="195" y="539"/>
                </a:cubicBezTo>
                <a:cubicBezTo>
                  <a:pt x="220" y="513"/>
                  <a:pt x="220" y="513"/>
                  <a:pt x="220" y="513"/>
                </a:cubicBezTo>
                <a:cubicBezTo>
                  <a:pt x="385" y="512"/>
                  <a:pt x="385" y="512"/>
                  <a:pt x="385" y="512"/>
                </a:cubicBezTo>
                <a:cubicBezTo>
                  <a:pt x="455" y="443"/>
                  <a:pt x="455" y="443"/>
                  <a:pt x="455" y="443"/>
                </a:cubicBezTo>
                <a:cubicBezTo>
                  <a:pt x="489" y="442"/>
                  <a:pt x="489" y="442"/>
                  <a:pt x="489" y="442"/>
                </a:cubicBezTo>
                <a:cubicBezTo>
                  <a:pt x="523" y="408"/>
                  <a:pt x="523" y="408"/>
                  <a:pt x="523" y="408"/>
                </a:cubicBezTo>
                <a:cubicBezTo>
                  <a:pt x="527" y="382"/>
                  <a:pt x="527" y="382"/>
                  <a:pt x="527" y="382"/>
                </a:cubicBezTo>
                <a:cubicBezTo>
                  <a:pt x="610" y="298"/>
                  <a:pt x="610" y="298"/>
                  <a:pt x="610" y="298"/>
                </a:cubicBezTo>
                <a:cubicBezTo>
                  <a:pt x="739" y="300"/>
                  <a:pt x="739" y="300"/>
                  <a:pt x="739" y="300"/>
                </a:cubicBezTo>
                <a:cubicBezTo>
                  <a:pt x="877" y="162"/>
                  <a:pt x="877" y="162"/>
                  <a:pt x="877" y="162"/>
                </a:cubicBezTo>
                <a:cubicBezTo>
                  <a:pt x="991" y="161"/>
                  <a:pt x="991" y="161"/>
                  <a:pt x="991" y="161"/>
                </a:cubicBezTo>
                <a:cubicBezTo>
                  <a:pt x="1149" y="3"/>
                  <a:pt x="1149" y="3"/>
                  <a:pt x="1149" y="3"/>
                </a:cubicBezTo>
                <a:cubicBezTo>
                  <a:pt x="1146" y="0"/>
                  <a:pt x="1146" y="0"/>
                  <a:pt x="1146" y="0"/>
                </a:cubicBezTo>
                <a:cubicBezTo>
                  <a:pt x="1146" y="0"/>
                  <a:pt x="1146" y="0"/>
                  <a:pt x="114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1" name="Freeform 688"/>
          <p:cNvSpPr>
            <a:spLocks noEditPoints="1"/>
          </p:cNvSpPr>
          <p:nvPr/>
        </p:nvSpPr>
        <p:spPr bwMode="auto">
          <a:xfrm>
            <a:off x="11284768" y="6110299"/>
            <a:ext cx="2151063" cy="3586169"/>
          </a:xfrm>
          <a:custGeom>
            <a:avLst/>
            <a:gdLst>
              <a:gd name="T0" fmla="*/ 242 w 519"/>
              <a:gd name="T1" fmla="*/ 189 h 865"/>
              <a:gd name="T2" fmla="*/ 194 w 519"/>
              <a:gd name="T3" fmla="*/ 237 h 865"/>
              <a:gd name="T4" fmla="*/ 194 w 519"/>
              <a:gd name="T5" fmla="*/ 321 h 865"/>
              <a:gd name="T6" fmla="*/ 0 w 519"/>
              <a:gd name="T7" fmla="*/ 515 h 865"/>
              <a:gd name="T8" fmla="*/ 0 w 519"/>
              <a:gd name="T9" fmla="*/ 865 h 865"/>
              <a:gd name="T10" fmla="*/ 4 w 519"/>
              <a:gd name="T11" fmla="*/ 865 h 865"/>
              <a:gd name="T12" fmla="*/ 4 w 519"/>
              <a:gd name="T13" fmla="*/ 516 h 865"/>
              <a:gd name="T14" fmla="*/ 198 w 519"/>
              <a:gd name="T15" fmla="*/ 323 h 865"/>
              <a:gd name="T16" fmla="*/ 198 w 519"/>
              <a:gd name="T17" fmla="*/ 239 h 865"/>
              <a:gd name="T18" fmla="*/ 245 w 519"/>
              <a:gd name="T19" fmla="*/ 192 h 865"/>
              <a:gd name="T20" fmla="*/ 242 w 519"/>
              <a:gd name="T21" fmla="*/ 189 h 865"/>
              <a:gd name="T22" fmla="*/ 507 w 519"/>
              <a:gd name="T23" fmla="*/ 0 h 865"/>
              <a:gd name="T24" fmla="*/ 476 w 519"/>
              <a:gd name="T25" fmla="*/ 0 h 865"/>
              <a:gd name="T26" fmla="*/ 433 w 519"/>
              <a:gd name="T27" fmla="*/ 43 h 865"/>
              <a:gd name="T28" fmla="*/ 389 w 519"/>
              <a:gd name="T29" fmla="*/ 43 h 865"/>
              <a:gd name="T30" fmla="*/ 271 w 519"/>
              <a:gd name="T31" fmla="*/ 161 h 865"/>
              <a:gd name="T32" fmla="*/ 274 w 519"/>
              <a:gd name="T33" fmla="*/ 163 h 865"/>
              <a:gd name="T34" fmla="*/ 390 w 519"/>
              <a:gd name="T35" fmla="*/ 47 h 865"/>
              <a:gd name="T36" fmla="*/ 435 w 519"/>
              <a:gd name="T37" fmla="*/ 47 h 865"/>
              <a:gd name="T38" fmla="*/ 478 w 519"/>
              <a:gd name="T39" fmla="*/ 4 h 865"/>
              <a:gd name="T40" fmla="*/ 506 w 519"/>
              <a:gd name="T41" fmla="*/ 4 h 865"/>
              <a:gd name="T42" fmla="*/ 515 w 519"/>
              <a:gd name="T43" fmla="*/ 13 h 865"/>
              <a:gd name="T44" fmla="*/ 519 w 519"/>
              <a:gd name="T45" fmla="*/ 11 h 865"/>
              <a:gd name="T46" fmla="*/ 507 w 519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9" h="865">
                <a:moveTo>
                  <a:pt x="242" y="189"/>
                </a:moveTo>
                <a:cubicBezTo>
                  <a:pt x="194" y="237"/>
                  <a:pt x="194" y="237"/>
                  <a:pt x="194" y="237"/>
                </a:cubicBezTo>
                <a:cubicBezTo>
                  <a:pt x="194" y="321"/>
                  <a:pt x="194" y="321"/>
                  <a:pt x="194" y="321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865"/>
                  <a:pt x="0" y="865"/>
                  <a:pt x="0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4" y="516"/>
                  <a:pt x="4" y="516"/>
                  <a:pt x="4" y="516"/>
                </a:cubicBezTo>
                <a:cubicBezTo>
                  <a:pt x="198" y="323"/>
                  <a:pt x="198" y="323"/>
                  <a:pt x="198" y="323"/>
                </a:cubicBezTo>
                <a:cubicBezTo>
                  <a:pt x="198" y="239"/>
                  <a:pt x="198" y="239"/>
                  <a:pt x="198" y="239"/>
                </a:cubicBezTo>
                <a:cubicBezTo>
                  <a:pt x="245" y="192"/>
                  <a:pt x="245" y="192"/>
                  <a:pt x="245" y="192"/>
                </a:cubicBezTo>
                <a:cubicBezTo>
                  <a:pt x="244" y="191"/>
                  <a:pt x="243" y="190"/>
                  <a:pt x="242" y="189"/>
                </a:cubicBezTo>
                <a:moveTo>
                  <a:pt x="507" y="0"/>
                </a:moveTo>
                <a:cubicBezTo>
                  <a:pt x="476" y="0"/>
                  <a:pt x="476" y="0"/>
                  <a:pt x="476" y="0"/>
                </a:cubicBezTo>
                <a:cubicBezTo>
                  <a:pt x="433" y="43"/>
                  <a:pt x="433" y="43"/>
                  <a:pt x="433" y="43"/>
                </a:cubicBezTo>
                <a:cubicBezTo>
                  <a:pt x="389" y="43"/>
                  <a:pt x="389" y="43"/>
                  <a:pt x="389" y="43"/>
                </a:cubicBezTo>
                <a:cubicBezTo>
                  <a:pt x="271" y="161"/>
                  <a:pt x="271" y="161"/>
                  <a:pt x="271" y="161"/>
                </a:cubicBezTo>
                <a:cubicBezTo>
                  <a:pt x="272" y="161"/>
                  <a:pt x="273" y="162"/>
                  <a:pt x="274" y="163"/>
                </a:cubicBezTo>
                <a:cubicBezTo>
                  <a:pt x="390" y="47"/>
                  <a:pt x="390" y="47"/>
                  <a:pt x="390" y="47"/>
                </a:cubicBezTo>
                <a:cubicBezTo>
                  <a:pt x="435" y="47"/>
                  <a:pt x="435" y="47"/>
                  <a:pt x="435" y="47"/>
                </a:cubicBezTo>
                <a:cubicBezTo>
                  <a:pt x="478" y="4"/>
                  <a:pt x="478" y="4"/>
                  <a:pt x="478" y="4"/>
                </a:cubicBezTo>
                <a:cubicBezTo>
                  <a:pt x="506" y="4"/>
                  <a:pt x="506" y="4"/>
                  <a:pt x="506" y="4"/>
                </a:cubicBezTo>
                <a:cubicBezTo>
                  <a:pt x="515" y="13"/>
                  <a:pt x="515" y="13"/>
                  <a:pt x="515" y="13"/>
                </a:cubicBezTo>
                <a:cubicBezTo>
                  <a:pt x="516" y="12"/>
                  <a:pt x="517" y="12"/>
                  <a:pt x="519" y="11"/>
                </a:cubicBezTo>
                <a:cubicBezTo>
                  <a:pt x="507" y="0"/>
                  <a:pt x="507" y="0"/>
                  <a:pt x="50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2" name="Freeform 689"/>
          <p:cNvSpPr>
            <a:spLocks/>
          </p:cNvSpPr>
          <p:nvPr/>
        </p:nvSpPr>
        <p:spPr bwMode="auto">
          <a:xfrm>
            <a:off x="11349855" y="6424625"/>
            <a:ext cx="1895476" cy="3089281"/>
          </a:xfrm>
          <a:custGeom>
            <a:avLst/>
            <a:gdLst>
              <a:gd name="T0" fmla="*/ 450 w 457"/>
              <a:gd name="T1" fmla="*/ 0 h 745"/>
              <a:gd name="T2" fmla="*/ 371 w 457"/>
              <a:gd name="T3" fmla="*/ 2 h 745"/>
              <a:gd name="T4" fmla="*/ 280 w 457"/>
              <a:gd name="T5" fmla="*/ 94 h 745"/>
              <a:gd name="T6" fmla="*/ 283 w 457"/>
              <a:gd name="T7" fmla="*/ 198 h 745"/>
              <a:gd name="T8" fmla="*/ 265 w 457"/>
              <a:gd name="T9" fmla="*/ 216 h 745"/>
              <a:gd name="T10" fmla="*/ 237 w 457"/>
              <a:gd name="T11" fmla="*/ 216 h 745"/>
              <a:gd name="T12" fmla="*/ 0 w 457"/>
              <a:gd name="T13" fmla="*/ 453 h 745"/>
              <a:gd name="T14" fmla="*/ 0 w 457"/>
              <a:gd name="T15" fmla="*/ 745 h 745"/>
              <a:gd name="T16" fmla="*/ 4 w 457"/>
              <a:gd name="T17" fmla="*/ 745 h 745"/>
              <a:gd name="T18" fmla="*/ 4 w 457"/>
              <a:gd name="T19" fmla="*/ 454 h 745"/>
              <a:gd name="T20" fmla="*/ 239 w 457"/>
              <a:gd name="T21" fmla="*/ 220 h 745"/>
              <a:gd name="T22" fmla="*/ 267 w 457"/>
              <a:gd name="T23" fmla="*/ 220 h 745"/>
              <a:gd name="T24" fmla="*/ 287 w 457"/>
              <a:gd name="T25" fmla="*/ 199 h 745"/>
              <a:gd name="T26" fmla="*/ 284 w 457"/>
              <a:gd name="T27" fmla="*/ 95 h 745"/>
              <a:gd name="T28" fmla="*/ 373 w 457"/>
              <a:gd name="T29" fmla="*/ 6 h 745"/>
              <a:gd name="T30" fmla="*/ 448 w 457"/>
              <a:gd name="T31" fmla="*/ 4 h 745"/>
              <a:gd name="T32" fmla="*/ 454 w 457"/>
              <a:gd name="T33" fmla="*/ 10 h 745"/>
              <a:gd name="T34" fmla="*/ 456 w 457"/>
              <a:gd name="T35" fmla="*/ 9 h 745"/>
              <a:gd name="T36" fmla="*/ 457 w 457"/>
              <a:gd name="T37" fmla="*/ 7 h 745"/>
              <a:gd name="T38" fmla="*/ 450 w 457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7" h="745">
                <a:moveTo>
                  <a:pt x="450" y="0"/>
                </a:moveTo>
                <a:cubicBezTo>
                  <a:pt x="371" y="2"/>
                  <a:pt x="371" y="2"/>
                  <a:pt x="371" y="2"/>
                </a:cubicBezTo>
                <a:cubicBezTo>
                  <a:pt x="280" y="94"/>
                  <a:pt x="280" y="94"/>
                  <a:pt x="280" y="94"/>
                </a:cubicBezTo>
                <a:cubicBezTo>
                  <a:pt x="283" y="198"/>
                  <a:pt x="283" y="198"/>
                  <a:pt x="283" y="198"/>
                </a:cubicBezTo>
                <a:cubicBezTo>
                  <a:pt x="265" y="216"/>
                  <a:pt x="265" y="216"/>
                  <a:pt x="265" y="216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0" y="453"/>
                  <a:pt x="0" y="453"/>
                  <a:pt x="0" y="453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454"/>
                  <a:pt x="4" y="454"/>
                  <a:pt x="4" y="454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67" y="220"/>
                  <a:pt x="267" y="220"/>
                  <a:pt x="267" y="220"/>
                </a:cubicBezTo>
                <a:cubicBezTo>
                  <a:pt x="287" y="199"/>
                  <a:pt x="287" y="199"/>
                  <a:pt x="287" y="199"/>
                </a:cubicBezTo>
                <a:cubicBezTo>
                  <a:pt x="284" y="95"/>
                  <a:pt x="284" y="95"/>
                  <a:pt x="284" y="95"/>
                </a:cubicBezTo>
                <a:cubicBezTo>
                  <a:pt x="373" y="6"/>
                  <a:pt x="373" y="6"/>
                  <a:pt x="373" y="6"/>
                </a:cubicBezTo>
                <a:cubicBezTo>
                  <a:pt x="448" y="4"/>
                  <a:pt x="448" y="4"/>
                  <a:pt x="448" y="4"/>
                </a:cubicBezTo>
                <a:cubicBezTo>
                  <a:pt x="454" y="10"/>
                  <a:pt x="454" y="10"/>
                  <a:pt x="454" y="10"/>
                </a:cubicBezTo>
                <a:cubicBezTo>
                  <a:pt x="455" y="10"/>
                  <a:pt x="455" y="9"/>
                  <a:pt x="456" y="9"/>
                </a:cubicBezTo>
                <a:cubicBezTo>
                  <a:pt x="456" y="8"/>
                  <a:pt x="457" y="8"/>
                  <a:pt x="457" y="7"/>
                </a:cubicBezTo>
                <a:cubicBezTo>
                  <a:pt x="450" y="0"/>
                  <a:pt x="450" y="0"/>
                  <a:pt x="45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3" name="Freeform 690"/>
          <p:cNvSpPr>
            <a:spLocks/>
          </p:cNvSpPr>
          <p:nvPr/>
        </p:nvSpPr>
        <p:spPr bwMode="auto">
          <a:xfrm>
            <a:off x="11416530" y="6748475"/>
            <a:ext cx="1765301" cy="2814643"/>
          </a:xfrm>
          <a:custGeom>
            <a:avLst/>
            <a:gdLst>
              <a:gd name="T0" fmla="*/ 423 w 426"/>
              <a:gd name="T1" fmla="*/ 0 h 679"/>
              <a:gd name="T2" fmla="*/ 267 w 426"/>
              <a:gd name="T3" fmla="*/ 155 h 679"/>
              <a:gd name="T4" fmla="*/ 235 w 426"/>
              <a:gd name="T5" fmla="*/ 153 h 679"/>
              <a:gd name="T6" fmla="*/ 0 w 426"/>
              <a:gd name="T7" fmla="*/ 389 h 679"/>
              <a:gd name="T8" fmla="*/ 0 w 426"/>
              <a:gd name="T9" fmla="*/ 679 h 679"/>
              <a:gd name="T10" fmla="*/ 4 w 426"/>
              <a:gd name="T11" fmla="*/ 679 h 679"/>
              <a:gd name="T12" fmla="*/ 4 w 426"/>
              <a:gd name="T13" fmla="*/ 390 h 679"/>
              <a:gd name="T14" fmla="*/ 236 w 426"/>
              <a:gd name="T15" fmla="*/ 158 h 679"/>
              <a:gd name="T16" fmla="*/ 268 w 426"/>
              <a:gd name="T17" fmla="*/ 159 h 679"/>
              <a:gd name="T18" fmla="*/ 426 w 426"/>
              <a:gd name="T19" fmla="*/ 3 h 679"/>
              <a:gd name="T20" fmla="*/ 424 w 426"/>
              <a:gd name="T21" fmla="*/ 1 h 679"/>
              <a:gd name="T22" fmla="*/ 423 w 426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6" h="679">
                <a:moveTo>
                  <a:pt x="423" y="0"/>
                </a:moveTo>
                <a:cubicBezTo>
                  <a:pt x="267" y="155"/>
                  <a:pt x="267" y="155"/>
                  <a:pt x="267" y="155"/>
                </a:cubicBezTo>
                <a:cubicBezTo>
                  <a:pt x="235" y="153"/>
                  <a:pt x="235" y="153"/>
                  <a:pt x="235" y="153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679"/>
                  <a:pt x="0" y="679"/>
                  <a:pt x="0" y="679"/>
                </a:cubicBezTo>
                <a:cubicBezTo>
                  <a:pt x="4" y="679"/>
                  <a:pt x="4" y="679"/>
                  <a:pt x="4" y="679"/>
                </a:cubicBezTo>
                <a:cubicBezTo>
                  <a:pt x="4" y="390"/>
                  <a:pt x="4" y="390"/>
                  <a:pt x="4" y="390"/>
                </a:cubicBezTo>
                <a:cubicBezTo>
                  <a:pt x="236" y="158"/>
                  <a:pt x="236" y="158"/>
                  <a:pt x="236" y="158"/>
                </a:cubicBezTo>
                <a:cubicBezTo>
                  <a:pt x="268" y="159"/>
                  <a:pt x="268" y="159"/>
                  <a:pt x="268" y="159"/>
                </a:cubicBezTo>
                <a:cubicBezTo>
                  <a:pt x="426" y="3"/>
                  <a:pt x="426" y="3"/>
                  <a:pt x="426" y="3"/>
                </a:cubicBezTo>
                <a:cubicBezTo>
                  <a:pt x="425" y="2"/>
                  <a:pt x="424" y="2"/>
                  <a:pt x="424" y="1"/>
                </a:cubicBezTo>
                <a:cubicBezTo>
                  <a:pt x="423" y="1"/>
                  <a:pt x="423" y="0"/>
                  <a:pt x="42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4" name="Freeform 691"/>
          <p:cNvSpPr>
            <a:spLocks/>
          </p:cNvSpPr>
          <p:nvPr/>
        </p:nvSpPr>
        <p:spPr bwMode="auto">
          <a:xfrm>
            <a:off x="11449868" y="6284925"/>
            <a:ext cx="2271713" cy="3228981"/>
          </a:xfrm>
          <a:custGeom>
            <a:avLst/>
            <a:gdLst>
              <a:gd name="T0" fmla="*/ 548 w 548"/>
              <a:gd name="T1" fmla="*/ 0 h 779"/>
              <a:gd name="T2" fmla="*/ 545 w 548"/>
              <a:gd name="T3" fmla="*/ 0 h 779"/>
              <a:gd name="T4" fmla="*/ 545 w 548"/>
              <a:gd name="T5" fmla="*/ 0 h 779"/>
              <a:gd name="T6" fmla="*/ 544 w 548"/>
              <a:gd name="T7" fmla="*/ 0 h 779"/>
              <a:gd name="T8" fmla="*/ 544 w 548"/>
              <a:gd name="T9" fmla="*/ 32 h 779"/>
              <a:gd name="T10" fmla="*/ 284 w 548"/>
              <a:gd name="T11" fmla="*/ 292 h 779"/>
              <a:gd name="T12" fmla="*/ 218 w 548"/>
              <a:gd name="T13" fmla="*/ 291 h 779"/>
              <a:gd name="T14" fmla="*/ 0 w 548"/>
              <a:gd name="T15" fmla="*/ 509 h 779"/>
              <a:gd name="T16" fmla="*/ 0 w 548"/>
              <a:gd name="T17" fmla="*/ 779 h 779"/>
              <a:gd name="T18" fmla="*/ 4 w 548"/>
              <a:gd name="T19" fmla="*/ 779 h 779"/>
              <a:gd name="T20" fmla="*/ 4 w 548"/>
              <a:gd name="T21" fmla="*/ 511 h 779"/>
              <a:gd name="T22" fmla="*/ 219 w 548"/>
              <a:gd name="T23" fmla="*/ 295 h 779"/>
              <a:gd name="T24" fmla="*/ 285 w 548"/>
              <a:gd name="T25" fmla="*/ 296 h 779"/>
              <a:gd name="T26" fmla="*/ 548 w 548"/>
              <a:gd name="T27" fmla="*/ 34 h 779"/>
              <a:gd name="T28" fmla="*/ 548 w 548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8" h="779">
                <a:moveTo>
                  <a:pt x="548" y="0"/>
                </a:moveTo>
                <a:cubicBezTo>
                  <a:pt x="547" y="0"/>
                  <a:pt x="546" y="0"/>
                  <a:pt x="545" y="0"/>
                </a:cubicBezTo>
                <a:cubicBezTo>
                  <a:pt x="545" y="0"/>
                  <a:pt x="545" y="0"/>
                  <a:pt x="545" y="0"/>
                </a:cubicBezTo>
                <a:cubicBezTo>
                  <a:pt x="545" y="0"/>
                  <a:pt x="544" y="0"/>
                  <a:pt x="544" y="0"/>
                </a:cubicBezTo>
                <a:cubicBezTo>
                  <a:pt x="544" y="32"/>
                  <a:pt x="544" y="32"/>
                  <a:pt x="544" y="32"/>
                </a:cubicBezTo>
                <a:cubicBezTo>
                  <a:pt x="284" y="292"/>
                  <a:pt x="284" y="292"/>
                  <a:pt x="284" y="292"/>
                </a:cubicBezTo>
                <a:cubicBezTo>
                  <a:pt x="218" y="291"/>
                  <a:pt x="218" y="291"/>
                  <a:pt x="218" y="291"/>
                </a:cubicBezTo>
                <a:cubicBezTo>
                  <a:pt x="0" y="509"/>
                  <a:pt x="0" y="509"/>
                  <a:pt x="0" y="509"/>
                </a:cubicBezTo>
                <a:cubicBezTo>
                  <a:pt x="0" y="779"/>
                  <a:pt x="0" y="779"/>
                  <a:pt x="0" y="779"/>
                </a:cubicBezTo>
                <a:cubicBezTo>
                  <a:pt x="4" y="779"/>
                  <a:pt x="4" y="779"/>
                  <a:pt x="4" y="779"/>
                </a:cubicBezTo>
                <a:cubicBezTo>
                  <a:pt x="4" y="511"/>
                  <a:pt x="4" y="511"/>
                  <a:pt x="4" y="511"/>
                </a:cubicBezTo>
                <a:cubicBezTo>
                  <a:pt x="219" y="295"/>
                  <a:pt x="219" y="295"/>
                  <a:pt x="219" y="295"/>
                </a:cubicBezTo>
                <a:cubicBezTo>
                  <a:pt x="285" y="296"/>
                  <a:pt x="285" y="296"/>
                  <a:pt x="285" y="296"/>
                </a:cubicBezTo>
                <a:cubicBezTo>
                  <a:pt x="548" y="34"/>
                  <a:pt x="548" y="34"/>
                  <a:pt x="548" y="34"/>
                </a:cubicBezTo>
                <a:cubicBezTo>
                  <a:pt x="548" y="0"/>
                  <a:pt x="548" y="0"/>
                  <a:pt x="5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5" name="Freeform 692"/>
          <p:cNvSpPr>
            <a:spLocks/>
          </p:cNvSpPr>
          <p:nvPr/>
        </p:nvSpPr>
        <p:spPr bwMode="auto">
          <a:xfrm>
            <a:off x="11483205" y="5637223"/>
            <a:ext cx="3162301" cy="3810007"/>
          </a:xfrm>
          <a:custGeom>
            <a:avLst/>
            <a:gdLst>
              <a:gd name="T0" fmla="*/ 759 w 763"/>
              <a:gd name="T1" fmla="*/ 0 h 919"/>
              <a:gd name="T2" fmla="*/ 710 w 763"/>
              <a:gd name="T3" fmla="*/ 48 h 919"/>
              <a:gd name="T4" fmla="*/ 630 w 763"/>
              <a:gd name="T5" fmla="*/ 49 h 919"/>
              <a:gd name="T6" fmla="*/ 578 w 763"/>
              <a:gd name="T7" fmla="*/ 101 h 919"/>
              <a:gd name="T8" fmla="*/ 582 w 763"/>
              <a:gd name="T9" fmla="*/ 170 h 919"/>
              <a:gd name="T10" fmla="*/ 285 w 763"/>
              <a:gd name="T11" fmla="*/ 467 h 919"/>
              <a:gd name="T12" fmla="*/ 208 w 763"/>
              <a:gd name="T13" fmla="*/ 465 h 919"/>
              <a:gd name="T14" fmla="*/ 0 w 763"/>
              <a:gd name="T15" fmla="*/ 674 h 919"/>
              <a:gd name="T16" fmla="*/ 0 w 763"/>
              <a:gd name="T17" fmla="*/ 919 h 919"/>
              <a:gd name="T18" fmla="*/ 4 w 763"/>
              <a:gd name="T19" fmla="*/ 919 h 919"/>
              <a:gd name="T20" fmla="*/ 4 w 763"/>
              <a:gd name="T21" fmla="*/ 675 h 919"/>
              <a:gd name="T22" fmla="*/ 210 w 763"/>
              <a:gd name="T23" fmla="*/ 469 h 919"/>
              <a:gd name="T24" fmla="*/ 287 w 763"/>
              <a:gd name="T25" fmla="*/ 471 h 919"/>
              <a:gd name="T26" fmla="*/ 586 w 763"/>
              <a:gd name="T27" fmla="*/ 172 h 919"/>
              <a:gd name="T28" fmla="*/ 582 w 763"/>
              <a:gd name="T29" fmla="*/ 102 h 919"/>
              <a:gd name="T30" fmla="*/ 631 w 763"/>
              <a:gd name="T31" fmla="*/ 53 h 919"/>
              <a:gd name="T32" fmla="*/ 712 w 763"/>
              <a:gd name="T33" fmla="*/ 52 h 919"/>
              <a:gd name="T34" fmla="*/ 763 w 763"/>
              <a:gd name="T35" fmla="*/ 2 h 919"/>
              <a:gd name="T36" fmla="*/ 759 w 763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3" h="919">
                <a:moveTo>
                  <a:pt x="759" y="0"/>
                </a:moveTo>
                <a:cubicBezTo>
                  <a:pt x="710" y="48"/>
                  <a:pt x="710" y="48"/>
                  <a:pt x="710" y="48"/>
                </a:cubicBezTo>
                <a:cubicBezTo>
                  <a:pt x="630" y="49"/>
                  <a:pt x="630" y="49"/>
                  <a:pt x="630" y="49"/>
                </a:cubicBezTo>
                <a:cubicBezTo>
                  <a:pt x="578" y="101"/>
                  <a:pt x="578" y="101"/>
                  <a:pt x="578" y="101"/>
                </a:cubicBezTo>
                <a:cubicBezTo>
                  <a:pt x="582" y="170"/>
                  <a:pt x="582" y="170"/>
                  <a:pt x="582" y="170"/>
                </a:cubicBezTo>
                <a:cubicBezTo>
                  <a:pt x="285" y="467"/>
                  <a:pt x="285" y="467"/>
                  <a:pt x="285" y="467"/>
                </a:cubicBezTo>
                <a:cubicBezTo>
                  <a:pt x="208" y="465"/>
                  <a:pt x="208" y="465"/>
                  <a:pt x="208" y="465"/>
                </a:cubicBezTo>
                <a:cubicBezTo>
                  <a:pt x="0" y="674"/>
                  <a:pt x="0" y="674"/>
                  <a:pt x="0" y="674"/>
                </a:cubicBezTo>
                <a:cubicBezTo>
                  <a:pt x="0" y="919"/>
                  <a:pt x="0" y="919"/>
                  <a:pt x="0" y="919"/>
                </a:cubicBezTo>
                <a:cubicBezTo>
                  <a:pt x="4" y="919"/>
                  <a:pt x="4" y="919"/>
                  <a:pt x="4" y="919"/>
                </a:cubicBezTo>
                <a:cubicBezTo>
                  <a:pt x="4" y="675"/>
                  <a:pt x="4" y="675"/>
                  <a:pt x="4" y="675"/>
                </a:cubicBezTo>
                <a:cubicBezTo>
                  <a:pt x="210" y="469"/>
                  <a:pt x="210" y="469"/>
                  <a:pt x="210" y="469"/>
                </a:cubicBezTo>
                <a:cubicBezTo>
                  <a:pt x="287" y="471"/>
                  <a:pt x="287" y="471"/>
                  <a:pt x="287" y="471"/>
                </a:cubicBezTo>
                <a:cubicBezTo>
                  <a:pt x="586" y="172"/>
                  <a:pt x="586" y="172"/>
                  <a:pt x="586" y="172"/>
                </a:cubicBezTo>
                <a:cubicBezTo>
                  <a:pt x="582" y="102"/>
                  <a:pt x="582" y="102"/>
                  <a:pt x="582" y="102"/>
                </a:cubicBezTo>
                <a:cubicBezTo>
                  <a:pt x="631" y="53"/>
                  <a:pt x="631" y="53"/>
                  <a:pt x="631" y="53"/>
                </a:cubicBezTo>
                <a:cubicBezTo>
                  <a:pt x="712" y="52"/>
                  <a:pt x="712" y="52"/>
                  <a:pt x="712" y="5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2" y="1"/>
                  <a:pt x="761" y="0"/>
                  <a:pt x="75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6" name="Freeform 693"/>
          <p:cNvSpPr>
            <a:spLocks/>
          </p:cNvSpPr>
          <p:nvPr/>
        </p:nvSpPr>
        <p:spPr bwMode="auto">
          <a:xfrm>
            <a:off x="11532418" y="5467361"/>
            <a:ext cx="3403601" cy="3881445"/>
          </a:xfrm>
          <a:custGeom>
            <a:avLst/>
            <a:gdLst>
              <a:gd name="T0" fmla="*/ 817 w 821"/>
              <a:gd name="T1" fmla="*/ 0 h 936"/>
              <a:gd name="T2" fmla="*/ 713 w 821"/>
              <a:gd name="T3" fmla="*/ 103 h 936"/>
              <a:gd name="T4" fmla="*/ 632 w 821"/>
              <a:gd name="T5" fmla="*/ 104 h 936"/>
              <a:gd name="T6" fmla="*/ 580 w 821"/>
              <a:gd name="T7" fmla="*/ 156 h 936"/>
              <a:gd name="T8" fmla="*/ 581 w 821"/>
              <a:gd name="T9" fmla="*/ 223 h 936"/>
              <a:gd name="T10" fmla="*/ 285 w 821"/>
              <a:gd name="T11" fmla="*/ 519 h 936"/>
              <a:gd name="T12" fmla="*/ 208 w 821"/>
              <a:gd name="T13" fmla="*/ 517 h 936"/>
              <a:gd name="T14" fmla="*/ 0 w 821"/>
              <a:gd name="T15" fmla="*/ 726 h 936"/>
              <a:gd name="T16" fmla="*/ 0 w 821"/>
              <a:gd name="T17" fmla="*/ 936 h 936"/>
              <a:gd name="T18" fmla="*/ 4 w 821"/>
              <a:gd name="T19" fmla="*/ 936 h 936"/>
              <a:gd name="T20" fmla="*/ 4 w 821"/>
              <a:gd name="T21" fmla="*/ 728 h 936"/>
              <a:gd name="T22" fmla="*/ 210 w 821"/>
              <a:gd name="T23" fmla="*/ 521 h 936"/>
              <a:gd name="T24" fmla="*/ 286 w 821"/>
              <a:gd name="T25" fmla="*/ 523 h 936"/>
              <a:gd name="T26" fmla="*/ 585 w 821"/>
              <a:gd name="T27" fmla="*/ 224 h 936"/>
              <a:gd name="T28" fmla="*/ 584 w 821"/>
              <a:gd name="T29" fmla="*/ 157 h 936"/>
              <a:gd name="T30" fmla="*/ 634 w 821"/>
              <a:gd name="T31" fmla="*/ 108 h 936"/>
              <a:gd name="T32" fmla="*/ 714 w 821"/>
              <a:gd name="T33" fmla="*/ 107 h 936"/>
              <a:gd name="T34" fmla="*/ 821 w 821"/>
              <a:gd name="T35" fmla="*/ 1 h 936"/>
              <a:gd name="T36" fmla="*/ 817 w 821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1" h="936">
                <a:moveTo>
                  <a:pt x="817" y="0"/>
                </a:moveTo>
                <a:cubicBezTo>
                  <a:pt x="713" y="103"/>
                  <a:pt x="713" y="103"/>
                  <a:pt x="713" y="103"/>
                </a:cubicBezTo>
                <a:cubicBezTo>
                  <a:pt x="632" y="104"/>
                  <a:pt x="632" y="104"/>
                  <a:pt x="632" y="104"/>
                </a:cubicBezTo>
                <a:cubicBezTo>
                  <a:pt x="580" y="156"/>
                  <a:pt x="580" y="156"/>
                  <a:pt x="580" y="156"/>
                </a:cubicBezTo>
                <a:cubicBezTo>
                  <a:pt x="581" y="223"/>
                  <a:pt x="581" y="223"/>
                  <a:pt x="581" y="223"/>
                </a:cubicBezTo>
                <a:cubicBezTo>
                  <a:pt x="285" y="519"/>
                  <a:pt x="285" y="519"/>
                  <a:pt x="285" y="519"/>
                </a:cubicBezTo>
                <a:cubicBezTo>
                  <a:pt x="208" y="517"/>
                  <a:pt x="208" y="517"/>
                  <a:pt x="208" y="517"/>
                </a:cubicBezTo>
                <a:cubicBezTo>
                  <a:pt x="0" y="726"/>
                  <a:pt x="0" y="726"/>
                  <a:pt x="0" y="726"/>
                </a:cubicBezTo>
                <a:cubicBezTo>
                  <a:pt x="0" y="936"/>
                  <a:pt x="0" y="936"/>
                  <a:pt x="0" y="936"/>
                </a:cubicBezTo>
                <a:cubicBezTo>
                  <a:pt x="4" y="936"/>
                  <a:pt x="4" y="936"/>
                  <a:pt x="4" y="936"/>
                </a:cubicBezTo>
                <a:cubicBezTo>
                  <a:pt x="4" y="728"/>
                  <a:pt x="4" y="728"/>
                  <a:pt x="4" y="728"/>
                </a:cubicBezTo>
                <a:cubicBezTo>
                  <a:pt x="210" y="521"/>
                  <a:pt x="210" y="521"/>
                  <a:pt x="210" y="521"/>
                </a:cubicBezTo>
                <a:cubicBezTo>
                  <a:pt x="286" y="523"/>
                  <a:pt x="286" y="523"/>
                  <a:pt x="286" y="523"/>
                </a:cubicBezTo>
                <a:cubicBezTo>
                  <a:pt x="585" y="224"/>
                  <a:pt x="585" y="224"/>
                  <a:pt x="585" y="224"/>
                </a:cubicBezTo>
                <a:cubicBezTo>
                  <a:pt x="584" y="157"/>
                  <a:pt x="584" y="157"/>
                  <a:pt x="584" y="157"/>
                </a:cubicBezTo>
                <a:cubicBezTo>
                  <a:pt x="634" y="108"/>
                  <a:pt x="634" y="108"/>
                  <a:pt x="634" y="108"/>
                </a:cubicBezTo>
                <a:cubicBezTo>
                  <a:pt x="714" y="107"/>
                  <a:pt x="714" y="107"/>
                  <a:pt x="714" y="107"/>
                </a:cubicBezTo>
                <a:cubicBezTo>
                  <a:pt x="821" y="1"/>
                  <a:pt x="821" y="1"/>
                  <a:pt x="821" y="1"/>
                </a:cubicBezTo>
                <a:cubicBezTo>
                  <a:pt x="820" y="1"/>
                  <a:pt x="818" y="0"/>
                  <a:pt x="8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7" name="Freeform 694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8" name="Freeform 695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9" name="Freeform 696"/>
          <p:cNvSpPr>
            <a:spLocks/>
          </p:cNvSpPr>
          <p:nvPr/>
        </p:nvSpPr>
        <p:spPr bwMode="auto">
          <a:xfrm>
            <a:off x="11648305" y="6226187"/>
            <a:ext cx="2628901" cy="3089281"/>
          </a:xfrm>
          <a:custGeom>
            <a:avLst/>
            <a:gdLst>
              <a:gd name="T0" fmla="*/ 630 w 634"/>
              <a:gd name="T1" fmla="*/ 0 h 745"/>
              <a:gd name="T2" fmla="*/ 629 w 634"/>
              <a:gd name="T3" fmla="*/ 15 h 745"/>
              <a:gd name="T4" fmla="*/ 282 w 634"/>
              <a:gd name="T5" fmla="*/ 361 h 745"/>
              <a:gd name="T6" fmla="*/ 208 w 634"/>
              <a:gd name="T7" fmla="*/ 363 h 745"/>
              <a:gd name="T8" fmla="*/ 0 w 634"/>
              <a:gd name="T9" fmla="*/ 571 h 745"/>
              <a:gd name="T10" fmla="*/ 0 w 634"/>
              <a:gd name="T11" fmla="*/ 745 h 745"/>
              <a:gd name="T12" fmla="*/ 4 w 634"/>
              <a:gd name="T13" fmla="*/ 745 h 745"/>
              <a:gd name="T14" fmla="*/ 4 w 634"/>
              <a:gd name="T15" fmla="*/ 573 h 745"/>
              <a:gd name="T16" fmla="*/ 210 w 634"/>
              <a:gd name="T17" fmla="*/ 367 h 745"/>
              <a:gd name="T18" fmla="*/ 284 w 634"/>
              <a:gd name="T19" fmla="*/ 365 h 745"/>
              <a:gd name="T20" fmla="*/ 633 w 634"/>
              <a:gd name="T21" fmla="*/ 16 h 745"/>
              <a:gd name="T22" fmla="*/ 634 w 634"/>
              <a:gd name="T23" fmla="*/ 0 h 745"/>
              <a:gd name="T24" fmla="*/ 633 w 634"/>
              <a:gd name="T25" fmla="*/ 0 h 745"/>
              <a:gd name="T26" fmla="*/ 630 w 634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4" h="745">
                <a:moveTo>
                  <a:pt x="630" y="0"/>
                </a:moveTo>
                <a:cubicBezTo>
                  <a:pt x="629" y="15"/>
                  <a:pt x="629" y="15"/>
                  <a:pt x="629" y="15"/>
                </a:cubicBezTo>
                <a:cubicBezTo>
                  <a:pt x="282" y="361"/>
                  <a:pt x="282" y="361"/>
                  <a:pt x="282" y="361"/>
                </a:cubicBezTo>
                <a:cubicBezTo>
                  <a:pt x="208" y="363"/>
                  <a:pt x="208" y="363"/>
                  <a:pt x="208" y="363"/>
                </a:cubicBezTo>
                <a:cubicBezTo>
                  <a:pt x="0" y="571"/>
                  <a:pt x="0" y="571"/>
                  <a:pt x="0" y="571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573"/>
                  <a:pt x="4" y="573"/>
                  <a:pt x="4" y="573"/>
                </a:cubicBezTo>
                <a:cubicBezTo>
                  <a:pt x="210" y="367"/>
                  <a:pt x="210" y="367"/>
                  <a:pt x="210" y="367"/>
                </a:cubicBezTo>
                <a:cubicBezTo>
                  <a:pt x="284" y="365"/>
                  <a:pt x="284" y="365"/>
                  <a:pt x="284" y="365"/>
                </a:cubicBezTo>
                <a:cubicBezTo>
                  <a:pt x="633" y="16"/>
                  <a:pt x="633" y="16"/>
                  <a:pt x="633" y="16"/>
                </a:cubicBezTo>
                <a:cubicBezTo>
                  <a:pt x="634" y="0"/>
                  <a:pt x="634" y="0"/>
                  <a:pt x="634" y="0"/>
                </a:cubicBezTo>
                <a:cubicBezTo>
                  <a:pt x="634" y="0"/>
                  <a:pt x="633" y="0"/>
                  <a:pt x="633" y="0"/>
                </a:cubicBezTo>
                <a:cubicBezTo>
                  <a:pt x="632" y="0"/>
                  <a:pt x="631" y="0"/>
                  <a:pt x="63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0" name="Freeform 697"/>
          <p:cNvSpPr>
            <a:spLocks/>
          </p:cNvSpPr>
          <p:nvPr/>
        </p:nvSpPr>
        <p:spPr bwMode="auto">
          <a:xfrm>
            <a:off x="10040167" y="5202248"/>
            <a:ext cx="2454276" cy="4046545"/>
          </a:xfrm>
          <a:custGeom>
            <a:avLst/>
            <a:gdLst>
              <a:gd name="T0" fmla="*/ 572 w 592"/>
              <a:gd name="T1" fmla="*/ 0 h 976"/>
              <a:gd name="T2" fmla="*/ 0 w 592"/>
              <a:gd name="T3" fmla="*/ 572 h 976"/>
              <a:gd name="T4" fmla="*/ 0 w 592"/>
              <a:gd name="T5" fmla="*/ 976 h 976"/>
              <a:gd name="T6" fmla="*/ 4 w 592"/>
              <a:gd name="T7" fmla="*/ 976 h 976"/>
              <a:gd name="T8" fmla="*/ 4 w 592"/>
              <a:gd name="T9" fmla="*/ 574 h 976"/>
              <a:gd name="T10" fmla="*/ 573 w 592"/>
              <a:gd name="T11" fmla="*/ 4 h 976"/>
              <a:gd name="T12" fmla="*/ 592 w 592"/>
              <a:gd name="T13" fmla="*/ 5 h 976"/>
              <a:gd name="T14" fmla="*/ 592 w 592"/>
              <a:gd name="T15" fmla="*/ 1 h 976"/>
              <a:gd name="T16" fmla="*/ 572 w 592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2" h="976">
                <a:moveTo>
                  <a:pt x="572" y="0"/>
                </a:moveTo>
                <a:cubicBezTo>
                  <a:pt x="0" y="572"/>
                  <a:pt x="0" y="572"/>
                  <a:pt x="0" y="572"/>
                </a:cubicBezTo>
                <a:cubicBezTo>
                  <a:pt x="0" y="976"/>
                  <a:pt x="0" y="976"/>
                  <a:pt x="0" y="976"/>
                </a:cubicBezTo>
                <a:cubicBezTo>
                  <a:pt x="4" y="976"/>
                  <a:pt x="4" y="976"/>
                  <a:pt x="4" y="976"/>
                </a:cubicBezTo>
                <a:cubicBezTo>
                  <a:pt x="4" y="574"/>
                  <a:pt x="4" y="574"/>
                  <a:pt x="4" y="574"/>
                </a:cubicBezTo>
                <a:cubicBezTo>
                  <a:pt x="573" y="4"/>
                  <a:pt x="573" y="4"/>
                  <a:pt x="573" y="4"/>
                </a:cubicBezTo>
                <a:cubicBezTo>
                  <a:pt x="592" y="5"/>
                  <a:pt x="592" y="5"/>
                  <a:pt x="592" y="5"/>
                </a:cubicBezTo>
                <a:cubicBezTo>
                  <a:pt x="592" y="4"/>
                  <a:pt x="592" y="2"/>
                  <a:pt x="592" y="1"/>
                </a:cubicBezTo>
                <a:cubicBezTo>
                  <a:pt x="572" y="0"/>
                  <a:pt x="572" y="0"/>
                  <a:pt x="57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1" name="Freeform 698"/>
          <p:cNvSpPr>
            <a:spLocks/>
          </p:cNvSpPr>
          <p:nvPr/>
        </p:nvSpPr>
        <p:spPr bwMode="auto">
          <a:xfrm>
            <a:off x="9941742" y="5570548"/>
            <a:ext cx="1852613" cy="4059245"/>
          </a:xfrm>
          <a:custGeom>
            <a:avLst/>
            <a:gdLst>
              <a:gd name="T0" fmla="*/ 444 w 447"/>
              <a:gd name="T1" fmla="*/ 0 h 979"/>
              <a:gd name="T2" fmla="*/ 430 w 447"/>
              <a:gd name="T3" fmla="*/ 14 h 979"/>
              <a:gd name="T4" fmla="*/ 429 w 447"/>
              <a:gd name="T5" fmla="*/ 49 h 979"/>
              <a:gd name="T6" fmla="*/ 0 w 447"/>
              <a:gd name="T7" fmla="*/ 479 h 979"/>
              <a:gd name="T8" fmla="*/ 0 w 447"/>
              <a:gd name="T9" fmla="*/ 979 h 979"/>
              <a:gd name="T10" fmla="*/ 4 w 447"/>
              <a:gd name="T11" fmla="*/ 979 h 979"/>
              <a:gd name="T12" fmla="*/ 4 w 447"/>
              <a:gd name="T13" fmla="*/ 481 h 979"/>
              <a:gd name="T14" fmla="*/ 433 w 447"/>
              <a:gd name="T15" fmla="*/ 51 h 979"/>
              <a:gd name="T16" fmla="*/ 434 w 447"/>
              <a:gd name="T17" fmla="*/ 16 h 979"/>
              <a:gd name="T18" fmla="*/ 447 w 447"/>
              <a:gd name="T19" fmla="*/ 3 h 979"/>
              <a:gd name="T20" fmla="*/ 446 w 447"/>
              <a:gd name="T21" fmla="*/ 2 h 979"/>
              <a:gd name="T22" fmla="*/ 444 w 447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7" h="979">
                <a:moveTo>
                  <a:pt x="444" y="0"/>
                </a:moveTo>
                <a:cubicBezTo>
                  <a:pt x="430" y="14"/>
                  <a:pt x="430" y="14"/>
                  <a:pt x="430" y="14"/>
                </a:cubicBezTo>
                <a:cubicBezTo>
                  <a:pt x="429" y="49"/>
                  <a:pt x="429" y="49"/>
                  <a:pt x="429" y="49"/>
                </a:cubicBezTo>
                <a:cubicBezTo>
                  <a:pt x="0" y="479"/>
                  <a:pt x="0" y="479"/>
                  <a:pt x="0" y="479"/>
                </a:cubicBezTo>
                <a:cubicBezTo>
                  <a:pt x="0" y="979"/>
                  <a:pt x="0" y="979"/>
                  <a:pt x="0" y="979"/>
                </a:cubicBezTo>
                <a:cubicBezTo>
                  <a:pt x="4" y="979"/>
                  <a:pt x="4" y="979"/>
                  <a:pt x="4" y="979"/>
                </a:cubicBezTo>
                <a:cubicBezTo>
                  <a:pt x="4" y="481"/>
                  <a:pt x="4" y="481"/>
                  <a:pt x="4" y="481"/>
                </a:cubicBezTo>
                <a:cubicBezTo>
                  <a:pt x="433" y="51"/>
                  <a:pt x="433" y="51"/>
                  <a:pt x="433" y="51"/>
                </a:cubicBezTo>
                <a:cubicBezTo>
                  <a:pt x="434" y="16"/>
                  <a:pt x="434" y="16"/>
                  <a:pt x="434" y="16"/>
                </a:cubicBezTo>
                <a:cubicBezTo>
                  <a:pt x="447" y="3"/>
                  <a:pt x="447" y="3"/>
                  <a:pt x="447" y="3"/>
                </a:cubicBezTo>
                <a:cubicBezTo>
                  <a:pt x="447" y="3"/>
                  <a:pt x="446" y="2"/>
                  <a:pt x="446" y="2"/>
                </a:cubicBezTo>
                <a:cubicBezTo>
                  <a:pt x="445" y="1"/>
                  <a:pt x="445" y="1"/>
                  <a:pt x="44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2" name="Freeform 699"/>
          <p:cNvSpPr>
            <a:spLocks/>
          </p:cNvSpPr>
          <p:nvPr/>
        </p:nvSpPr>
        <p:spPr bwMode="auto">
          <a:xfrm>
            <a:off x="9841730" y="4376746"/>
            <a:ext cx="4348164" cy="5203835"/>
          </a:xfrm>
          <a:custGeom>
            <a:avLst/>
            <a:gdLst>
              <a:gd name="T0" fmla="*/ 1049 w 1049"/>
              <a:gd name="T1" fmla="*/ 0 h 1255"/>
              <a:gd name="T2" fmla="*/ 1027 w 1049"/>
              <a:gd name="T3" fmla="*/ 1 h 1255"/>
              <a:gd name="T4" fmla="*/ 952 w 1049"/>
              <a:gd name="T5" fmla="*/ 76 h 1255"/>
              <a:gd name="T6" fmla="*/ 784 w 1049"/>
              <a:gd name="T7" fmla="*/ 74 h 1255"/>
              <a:gd name="T8" fmla="*/ 759 w 1049"/>
              <a:gd name="T9" fmla="*/ 100 h 1255"/>
              <a:gd name="T10" fmla="*/ 674 w 1049"/>
              <a:gd name="T11" fmla="*/ 99 h 1255"/>
              <a:gd name="T12" fmla="*/ 593 w 1049"/>
              <a:gd name="T13" fmla="*/ 180 h 1255"/>
              <a:gd name="T14" fmla="*/ 594 w 1049"/>
              <a:gd name="T15" fmla="*/ 208 h 1255"/>
              <a:gd name="T16" fmla="*/ 552 w 1049"/>
              <a:gd name="T17" fmla="*/ 250 h 1255"/>
              <a:gd name="T18" fmla="*/ 522 w 1049"/>
              <a:gd name="T19" fmla="*/ 248 h 1255"/>
              <a:gd name="T20" fmla="*/ 493 w 1049"/>
              <a:gd name="T21" fmla="*/ 218 h 1255"/>
              <a:gd name="T22" fmla="*/ 427 w 1049"/>
              <a:gd name="T23" fmla="*/ 284 h 1255"/>
              <a:gd name="T24" fmla="*/ 428 w 1049"/>
              <a:gd name="T25" fmla="*/ 328 h 1255"/>
              <a:gd name="T26" fmla="*/ 0 w 1049"/>
              <a:gd name="T27" fmla="*/ 756 h 1255"/>
              <a:gd name="T28" fmla="*/ 0 w 1049"/>
              <a:gd name="T29" fmla="*/ 1255 h 1255"/>
              <a:gd name="T30" fmla="*/ 4 w 1049"/>
              <a:gd name="T31" fmla="*/ 1255 h 1255"/>
              <a:gd name="T32" fmla="*/ 4 w 1049"/>
              <a:gd name="T33" fmla="*/ 758 h 1255"/>
              <a:gd name="T34" fmla="*/ 432 w 1049"/>
              <a:gd name="T35" fmla="*/ 329 h 1255"/>
              <a:gd name="T36" fmla="*/ 431 w 1049"/>
              <a:gd name="T37" fmla="*/ 285 h 1255"/>
              <a:gd name="T38" fmla="*/ 493 w 1049"/>
              <a:gd name="T39" fmla="*/ 224 h 1255"/>
              <a:gd name="T40" fmla="*/ 520 w 1049"/>
              <a:gd name="T41" fmla="*/ 252 h 1255"/>
              <a:gd name="T42" fmla="*/ 553 w 1049"/>
              <a:gd name="T43" fmla="*/ 254 h 1255"/>
              <a:gd name="T44" fmla="*/ 598 w 1049"/>
              <a:gd name="T45" fmla="*/ 209 h 1255"/>
              <a:gd name="T46" fmla="*/ 597 w 1049"/>
              <a:gd name="T47" fmla="*/ 182 h 1255"/>
              <a:gd name="T48" fmla="*/ 676 w 1049"/>
              <a:gd name="T49" fmla="*/ 103 h 1255"/>
              <a:gd name="T50" fmla="*/ 760 w 1049"/>
              <a:gd name="T51" fmla="*/ 104 h 1255"/>
              <a:gd name="T52" fmla="*/ 786 w 1049"/>
              <a:gd name="T53" fmla="*/ 78 h 1255"/>
              <a:gd name="T54" fmla="*/ 954 w 1049"/>
              <a:gd name="T55" fmla="*/ 80 h 1255"/>
              <a:gd name="T56" fmla="*/ 1028 w 1049"/>
              <a:gd name="T57" fmla="*/ 5 h 1255"/>
              <a:gd name="T58" fmla="*/ 1049 w 1049"/>
              <a:gd name="T59" fmla="*/ 4 h 1255"/>
              <a:gd name="T60" fmla="*/ 1049 w 1049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9" h="1255">
                <a:moveTo>
                  <a:pt x="1049" y="0"/>
                </a:moveTo>
                <a:cubicBezTo>
                  <a:pt x="1027" y="1"/>
                  <a:pt x="1027" y="1"/>
                  <a:pt x="1027" y="1"/>
                </a:cubicBezTo>
                <a:cubicBezTo>
                  <a:pt x="952" y="76"/>
                  <a:pt x="952" y="76"/>
                  <a:pt x="952" y="76"/>
                </a:cubicBezTo>
                <a:cubicBezTo>
                  <a:pt x="784" y="74"/>
                  <a:pt x="784" y="74"/>
                  <a:pt x="784" y="74"/>
                </a:cubicBezTo>
                <a:cubicBezTo>
                  <a:pt x="759" y="100"/>
                  <a:pt x="759" y="100"/>
                  <a:pt x="759" y="100"/>
                </a:cubicBezTo>
                <a:cubicBezTo>
                  <a:pt x="674" y="99"/>
                  <a:pt x="674" y="99"/>
                  <a:pt x="674" y="99"/>
                </a:cubicBezTo>
                <a:cubicBezTo>
                  <a:pt x="593" y="180"/>
                  <a:pt x="593" y="180"/>
                  <a:pt x="593" y="180"/>
                </a:cubicBezTo>
                <a:cubicBezTo>
                  <a:pt x="594" y="208"/>
                  <a:pt x="594" y="208"/>
                  <a:pt x="594" y="208"/>
                </a:cubicBezTo>
                <a:cubicBezTo>
                  <a:pt x="552" y="250"/>
                  <a:pt x="552" y="250"/>
                  <a:pt x="552" y="250"/>
                </a:cubicBezTo>
                <a:cubicBezTo>
                  <a:pt x="522" y="248"/>
                  <a:pt x="522" y="248"/>
                  <a:pt x="522" y="248"/>
                </a:cubicBezTo>
                <a:cubicBezTo>
                  <a:pt x="493" y="218"/>
                  <a:pt x="493" y="218"/>
                  <a:pt x="493" y="218"/>
                </a:cubicBezTo>
                <a:cubicBezTo>
                  <a:pt x="427" y="284"/>
                  <a:pt x="427" y="284"/>
                  <a:pt x="427" y="284"/>
                </a:cubicBezTo>
                <a:cubicBezTo>
                  <a:pt x="428" y="328"/>
                  <a:pt x="428" y="328"/>
                  <a:pt x="428" y="328"/>
                </a:cubicBezTo>
                <a:cubicBezTo>
                  <a:pt x="0" y="756"/>
                  <a:pt x="0" y="756"/>
                  <a:pt x="0" y="756"/>
                </a:cubicBezTo>
                <a:cubicBezTo>
                  <a:pt x="0" y="1255"/>
                  <a:pt x="0" y="1255"/>
                  <a:pt x="0" y="1255"/>
                </a:cubicBezTo>
                <a:cubicBezTo>
                  <a:pt x="4" y="1255"/>
                  <a:pt x="4" y="1255"/>
                  <a:pt x="4" y="1255"/>
                </a:cubicBezTo>
                <a:cubicBezTo>
                  <a:pt x="4" y="758"/>
                  <a:pt x="4" y="758"/>
                  <a:pt x="4" y="758"/>
                </a:cubicBezTo>
                <a:cubicBezTo>
                  <a:pt x="432" y="329"/>
                  <a:pt x="432" y="329"/>
                  <a:pt x="432" y="329"/>
                </a:cubicBezTo>
                <a:cubicBezTo>
                  <a:pt x="431" y="285"/>
                  <a:pt x="431" y="285"/>
                  <a:pt x="431" y="285"/>
                </a:cubicBezTo>
                <a:cubicBezTo>
                  <a:pt x="493" y="224"/>
                  <a:pt x="493" y="224"/>
                  <a:pt x="493" y="224"/>
                </a:cubicBezTo>
                <a:cubicBezTo>
                  <a:pt x="520" y="252"/>
                  <a:pt x="520" y="252"/>
                  <a:pt x="520" y="252"/>
                </a:cubicBezTo>
                <a:cubicBezTo>
                  <a:pt x="553" y="254"/>
                  <a:pt x="553" y="254"/>
                  <a:pt x="553" y="254"/>
                </a:cubicBezTo>
                <a:cubicBezTo>
                  <a:pt x="598" y="209"/>
                  <a:pt x="598" y="209"/>
                  <a:pt x="598" y="209"/>
                </a:cubicBezTo>
                <a:cubicBezTo>
                  <a:pt x="597" y="182"/>
                  <a:pt x="597" y="182"/>
                  <a:pt x="597" y="182"/>
                </a:cubicBezTo>
                <a:cubicBezTo>
                  <a:pt x="676" y="103"/>
                  <a:pt x="676" y="103"/>
                  <a:pt x="676" y="103"/>
                </a:cubicBezTo>
                <a:cubicBezTo>
                  <a:pt x="760" y="104"/>
                  <a:pt x="760" y="104"/>
                  <a:pt x="760" y="104"/>
                </a:cubicBezTo>
                <a:cubicBezTo>
                  <a:pt x="786" y="78"/>
                  <a:pt x="786" y="78"/>
                  <a:pt x="786" y="78"/>
                </a:cubicBezTo>
                <a:cubicBezTo>
                  <a:pt x="954" y="80"/>
                  <a:pt x="954" y="80"/>
                  <a:pt x="954" y="80"/>
                </a:cubicBezTo>
                <a:cubicBezTo>
                  <a:pt x="1028" y="5"/>
                  <a:pt x="1028" y="5"/>
                  <a:pt x="1028" y="5"/>
                </a:cubicBezTo>
                <a:cubicBezTo>
                  <a:pt x="1049" y="4"/>
                  <a:pt x="1049" y="4"/>
                  <a:pt x="1049" y="4"/>
                </a:cubicBezTo>
                <a:cubicBezTo>
                  <a:pt x="1048" y="3"/>
                  <a:pt x="1048" y="2"/>
                  <a:pt x="10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3" name="Freeform 700"/>
          <p:cNvSpPr>
            <a:spLocks/>
          </p:cNvSpPr>
          <p:nvPr/>
        </p:nvSpPr>
        <p:spPr bwMode="auto">
          <a:xfrm>
            <a:off x="12618268" y="-1389065"/>
            <a:ext cx="5551489" cy="4314833"/>
          </a:xfrm>
          <a:custGeom>
            <a:avLst/>
            <a:gdLst>
              <a:gd name="T0" fmla="*/ 1336 w 1339"/>
              <a:gd name="T1" fmla="*/ 0 h 1041"/>
              <a:gd name="T2" fmla="*/ 476 w 1339"/>
              <a:gd name="T3" fmla="*/ 860 h 1041"/>
              <a:gd name="T4" fmla="*/ 375 w 1339"/>
              <a:gd name="T5" fmla="*/ 859 h 1041"/>
              <a:gd name="T6" fmla="*/ 199 w 1339"/>
              <a:gd name="T7" fmla="*/ 1035 h 1041"/>
              <a:gd name="T8" fmla="*/ 14 w 1339"/>
              <a:gd name="T9" fmla="*/ 1037 h 1041"/>
              <a:gd name="T10" fmla="*/ 3 w 1339"/>
              <a:gd name="T11" fmla="*/ 1026 h 1041"/>
              <a:gd name="T12" fmla="*/ 0 w 1339"/>
              <a:gd name="T13" fmla="*/ 1029 h 1041"/>
              <a:gd name="T14" fmla="*/ 12 w 1339"/>
              <a:gd name="T15" fmla="*/ 1041 h 1041"/>
              <a:gd name="T16" fmla="*/ 200 w 1339"/>
              <a:gd name="T17" fmla="*/ 1039 h 1041"/>
              <a:gd name="T18" fmla="*/ 376 w 1339"/>
              <a:gd name="T19" fmla="*/ 863 h 1041"/>
              <a:gd name="T20" fmla="*/ 477 w 1339"/>
              <a:gd name="T21" fmla="*/ 864 h 1041"/>
              <a:gd name="T22" fmla="*/ 1339 w 1339"/>
              <a:gd name="T23" fmla="*/ 2 h 1041"/>
              <a:gd name="T24" fmla="*/ 1336 w 1339"/>
              <a:gd name="T25" fmla="*/ 0 h 1041"/>
              <a:gd name="T26" fmla="*/ 1336 w 1339"/>
              <a:gd name="T27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39" h="1041">
                <a:moveTo>
                  <a:pt x="1336" y="0"/>
                </a:moveTo>
                <a:cubicBezTo>
                  <a:pt x="476" y="860"/>
                  <a:pt x="476" y="860"/>
                  <a:pt x="476" y="860"/>
                </a:cubicBezTo>
                <a:cubicBezTo>
                  <a:pt x="375" y="859"/>
                  <a:pt x="375" y="859"/>
                  <a:pt x="375" y="859"/>
                </a:cubicBezTo>
                <a:cubicBezTo>
                  <a:pt x="199" y="1035"/>
                  <a:pt x="199" y="1035"/>
                  <a:pt x="199" y="1035"/>
                </a:cubicBezTo>
                <a:cubicBezTo>
                  <a:pt x="14" y="1037"/>
                  <a:pt x="14" y="1037"/>
                  <a:pt x="14" y="1037"/>
                </a:cubicBezTo>
                <a:cubicBezTo>
                  <a:pt x="3" y="1026"/>
                  <a:pt x="3" y="1026"/>
                  <a:pt x="3" y="1026"/>
                </a:cubicBezTo>
                <a:cubicBezTo>
                  <a:pt x="2" y="1027"/>
                  <a:pt x="1" y="1028"/>
                  <a:pt x="0" y="1029"/>
                </a:cubicBezTo>
                <a:cubicBezTo>
                  <a:pt x="12" y="1041"/>
                  <a:pt x="12" y="1041"/>
                  <a:pt x="12" y="1041"/>
                </a:cubicBezTo>
                <a:cubicBezTo>
                  <a:pt x="200" y="1039"/>
                  <a:pt x="200" y="1039"/>
                  <a:pt x="200" y="1039"/>
                </a:cubicBezTo>
                <a:cubicBezTo>
                  <a:pt x="376" y="863"/>
                  <a:pt x="376" y="863"/>
                  <a:pt x="376" y="863"/>
                </a:cubicBezTo>
                <a:cubicBezTo>
                  <a:pt x="477" y="864"/>
                  <a:pt x="477" y="864"/>
                  <a:pt x="477" y="864"/>
                </a:cubicBezTo>
                <a:cubicBezTo>
                  <a:pt x="1339" y="2"/>
                  <a:pt x="1339" y="2"/>
                  <a:pt x="1339" y="2"/>
                </a:cubicBezTo>
                <a:cubicBezTo>
                  <a:pt x="1336" y="0"/>
                  <a:pt x="1336" y="0"/>
                  <a:pt x="1336" y="0"/>
                </a:cubicBezTo>
                <a:cubicBezTo>
                  <a:pt x="1336" y="0"/>
                  <a:pt x="1336" y="0"/>
                  <a:pt x="13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4" name="Freeform 701"/>
          <p:cNvSpPr>
            <a:spLocks/>
          </p:cNvSpPr>
          <p:nvPr/>
        </p:nvSpPr>
        <p:spPr bwMode="auto">
          <a:xfrm>
            <a:off x="12365856" y="-1331915"/>
            <a:ext cx="5861052" cy="4406908"/>
          </a:xfrm>
          <a:custGeom>
            <a:avLst/>
            <a:gdLst>
              <a:gd name="T0" fmla="*/ 1411 w 1414"/>
              <a:gd name="T1" fmla="*/ 0 h 1063"/>
              <a:gd name="T2" fmla="*/ 1411 w 1414"/>
              <a:gd name="T3" fmla="*/ 0 h 1063"/>
              <a:gd name="T4" fmla="*/ 551 w 1414"/>
              <a:gd name="T5" fmla="*/ 860 h 1063"/>
              <a:gd name="T6" fmla="*/ 450 w 1414"/>
              <a:gd name="T7" fmla="*/ 860 h 1063"/>
              <a:gd name="T8" fmla="*/ 274 w 1414"/>
              <a:gd name="T9" fmla="*/ 1035 h 1063"/>
              <a:gd name="T10" fmla="*/ 27 w 1414"/>
              <a:gd name="T11" fmla="*/ 1033 h 1063"/>
              <a:gd name="T12" fmla="*/ 0 w 1414"/>
              <a:gd name="T13" fmla="*/ 1060 h 1063"/>
              <a:gd name="T14" fmla="*/ 2 w 1414"/>
              <a:gd name="T15" fmla="*/ 1062 h 1063"/>
              <a:gd name="T16" fmla="*/ 3 w 1414"/>
              <a:gd name="T17" fmla="*/ 1063 h 1063"/>
              <a:gd name="T18" fmla="*/ 29 w 1414"/>
              <a:gd name="T19" fmla="*/ 1037 h 1063"/>
              <a:gd name="T20" fmla="*/ 275 w 1414"/>
              <a:gd name="T21" fmla="*/ 1039 h 1063"/>
              <a:gd name="T22" fmla="*/ 451 w 1414"/>
              <a:gd name="T23" fmla="*/ 864 h 1063"/>
              <a:gd name="T24" fmla="*/ 553 w 1414"/>
              <a:gd name="T25" fmla="*/ 864 h 1063"/>
              <a:gd name="T26" fmla="*/ 1414 w 1414"/>
              <a:gd name="T27" fmla="*/ 3 h 1063"/>
              <a:gd name="T28" fmla="*/ 1411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1411" y="0"/>
                </a:moveTo>
                <a:cubicBezTo>
                  <a:pt x="1411" y="0"/>
                  <a:pt x="1411" y="0"/>
                  <a:pt x="1411" y="0"/>
                </a:cubicBezTo>
                <a:cubicBezTo>
                  <a:pt x="551" y="860"/>
                  <a:pt x="551" y="860"/>
                  <a:pt x="551" y="860"/>
                </a:cubicBezTo>
                <a:cubicBezTo>
                  <a:pt x="450" y="860"/>
                  <a:pt x="450" y="860"/>
                  <a:pt x="450" y="860"/>
                </a:cubicBezTo>
                <a:cubicBezTo>
                  <a:pt x="274" y="1035"/>
                  <a:pt x="274" y="1035"/>
                  <a:pt x="274" y="1035"/>
                </a:cubicBezTo>
                <a:cubicBezTo>
                  <a:pt x="27" y="1033"/>
                  <a:pt x="27" y="1033"/>
                  <a:pt x="27" y="1033"/>
                </a:cubicBezTo>
                <a:cubicBezTo>
                  <a:pt x="0" y="1060"/>
                  <a:pt x="0" y="1060"/>
                  <a:pt x="0" y="1060"/>
                </a:cubicBezTo>
                <a:cubicBezTo>
                  <a:pt x="1" y="1061"/>
                  <a:pt x="1" y="1062"/>
                  <a:pt x="2" y="1062"/>
                </a:cubicBezTo>
                <a:cubicBezTo>
                  <a:pt x="2" y="1062"/>
                  <a:pt x="3" y="1063"/>
                  <a:pt x="3" y="1063"/>
                </a:cubicBezTo>
                <a:cubicBezTo>
                  <a:pt x="29" y="1037"/>
                  <a:pt x="29" y="1037"/>
                  <a:pt x="29" y="1037"/>
                </a:cubicBezTo>
                <a:cubicBezTo>
                  <a:pt x="275" y="1039"/>
                  <a:pt x="275" y="1039"/>
                  <a:pt x="275" y="1039"/>
                </a:cubicBezTo>
                <a:cubicBezTo>
                  <a:pt x="451" y="864"/>
                  <a:pt x="451" y="864"/>
                  <a:pt x="451" y="864"/>
                </a:cubicBezTo>
                <a:cubicBezTo>
                  <a:pt x="553" y="864"/>
                  <a:pt x="553" y="864"/>
                  <a:pt x="553" y="864"/>
                </a:cubicBezTo>
                <a:cubicBezTo>
                  <a:pt x="1414" y="3"/>
                  <a:pt x="1414" y="3"/>
                  <a:pt x="1414" y="3"/>
                </a:cubicBezTo>
                <a:cubicBezTo>
                  <a:pt x="1411" y="0"/>
                  <a:pt x="1411" y="0"/>
                  <a:pt x="141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5" name="Freeform 702"/>
          <p:cNvSpPr>
            <a:spLocks/>
          </p:cNvSpPr>
          <p:nvPr/>
        </p:nvSpPr>
        <p:spPr bwMode="auto">
          <a:xfrm>
            <a:off x="12875443" y="-1273177"/>
            <a:ext cx="5410202" cy="4564071"/>
          </a:xfrm>
          <a:custGeom>
            <a:avLst/>
            <a:gdLst>
              <a:gd name="T0" fmla="*/ 1302 w 1305"/>
              <a:gd name="T1" fmla="*/ 0 h 1101"/>
              <a:gd name="T2" fmla="*/ 442 w 1305"/>
              <a:gd name="T3" fmla="*/ 860 h 1101"/>
              <a:gd name="T4" fmla="*/ 338 w 1305"/>
              <a:gd name="T5" fmla="*/ 857 h 1101"/>
              <a:gd name="T6" fmla="*/ 123 w 1305"/>
              <a:gd name="T7" fmla="*/ 1072 h 1101"/>
              <a:gd name="T8" fmla="*/ 25 w 1305"/>
              <a:gd name="T9" fmla="*/ 1073 h 1101"/>
              <a:gd name="T10" fmla="*/ 0 w 1305"/>
              <a:gd name="T11" fmla="*/ 1099 h 1101"/>
              <a:gd name="T12" fmla="*/ 2 w 1305"/>
              <a:gd name="T13" fmla="*/ 1100 h 1101"/>
              <a:gd name="T14" fmla="*/ 3 w 1305"/>
              <a:gd name="T15" fmla="*/ 1101 h 1101"/>
              <a:gd name="T16" fmla="*/ 27 w 1305"/>
              <a:gd name="T17" fmla="*/ 1077 h 1101"/>
              <a:gd name="T18" fmla="*/ 125 w 1305"/>
              <a:gd name="T19" fmla="*/ 1076 h 1101"/>
              <a:gd name="T20" fmla="*/ 340 w 1305"/>
              <a:gd name="T21" fmla="*/ 861 h 1101"/>
              <a:gd name="T22" fmla="*/ 444 w 1305"/>
              <a:gd name="T23" fmla="*/ 864 h 1101"/>
              <a:gd name="T24" fmla="*/ 1305 w 1305"/>
              <a:gd name="T25" fmla="*/ 3 h 1101"/>
              <a:gd name="T26" fmla="*/ 1302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1302" y="0"/>
                </a:moveTo>
                <a:cubicBezTo>
                  <a:pt x="442" y="860"/>
                  <a:pt x="442" y="860"/>
                  <a:pt x="442" y="860"/>
                </a:cubicBezTo>
                <a:cubicBezTo>
                  <a:pt x="338" y="857"/>
                  <a:pt x="338" y="857"/>
                  <a:pt x="338" y="857"/>
                </a:cubicBezTo>
                <a:cubicBezTo>
                  <a:pt x="123" y="1072"/>
                  <a:pt x="123" y="1072"/>
                  <a:pt x="123" y="1072"/>
                </a:cubicBezTo>
                <a:cubicBezTo>
                  <a:pt x="25" y="1073"/>
                  <a:pt x="25" y="1073"/>
                  <a:pt x="25" y="1073"/>
                </a:cubicBezTo>
                <a:cubicBezTo>
                  <a:pt x="0" y="1099"/>
                  <a:pt x="0" y="1099"/>
                  <a:pt x="0" y="1099"/>
                </a:cubicBezTo>
                <a:cubicBezTo>
                  <a:pt x="1" y="1099"/>
                  <a:pt x="1" y="1100"/>
                  <a:pt x="2" y="1100"/>
                </a:cubicBezTo>
                <a:cubicBezTo>
                  <a:pt x="2" y="1101"/>
                  <a:pt x="3" y="1101"/>
                  <a:pt x="3" y="1101"/>
                </a:cubicBezTo>
                <a:cubicBezTo>
                  <a:pt x="27" y="1077"/>
                  <a:pt x="27" y="1077"/>
                  <a:pt x="27" y="1077"/>
                </a:cubicBezTo>
                <a:cubicBezTo>
                  <a:pt x="125" y="1076"/>
                  <a:pt x="125" y="1076"/>
                  <a:pt x="125" y="1076"/>
                </a:cubicBezTo>
                <a:cubicBezTo>
                  <a:pt x="340" y="861"/>
                  <a:pt x="340" y="861"/>
                  <a:pt x="340" y="861"/>
                </a:cubicBezTo>
                <a:cubicBezTo>
                  <a:pt x="444" y="864"/>
                  <a:pt x="444" y="864"/>
                  <a:pt x="444" y="864"/>
                </a:cubicBezTo>
                <a:cubicBezTo>
                  <a:pt x="1305" y="3"/>
                  <a:pt x="1305" y="3"/>
                  <a:pt x="1305" y="3"/>
                </a:cubicBezTo>
                <a:cubicBezTo>
                  <a:pt x="1302" y="0"/>
                  <a:pt x="1302" y="0"/>
                  <a:pt x="13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6" name="Freeform 703"/>
          <p:cNvSpPr>
            <a:spLocks/>
          </p:cNvSpPr>
          <p:nvPr/>
        </p:nvSpPr>
        <p:spPr bwMode="auto">
          <a:xfrm>
            <a:off x="11475268" y="-817564"/>
            <a:ext cx="6540502" cy="4502158"/>
          </a:xfrm>
          <a:custGeom>
            <a:avLst/>
            <a:gdLst>
              <a:gd name="T0" fmla="*/ 1576 w 1578"/>
              <a:gd name="T1" fmla="*/ 0 h 1086"/>
              <a:gd name="T2" fmla="*/ 1007 w 1578"/>
              <a:gd name="T3" fmla="*/ 569 h 1086"/>
              <a:gd name="T4" fmla="*/ 1004 w 1578"/>
              <a:gd name="T5" fmla="*/ 662 h 1086"/>
              <a:gd name="T6" fmla="*/ 887 w 1578"/>
              <a:gd name="T7" fmla="*/ 779 h 1086"/>
              <a:gd name="T8" fmla="*/ 678 w 1578"/>
              <a:gd name="T9" fmla="*/ 778 h 1086"/>
              <a:gd name="T10" fmla="*/ 395 w 1578"/>
              <a:gd name="T11" fmla="*/ 1062 h 1086"/>
              <a:gd name="T12" fmla="*/ 317 w 1578"/>
              <a:gd name="T13" fmla="*/ 1062 h 1086"/>
              <a:gd name="T14" fmla="*/ 282 w 1578"/>
              <a:gd name="T15" fmla="*/ 1026 h 1086"/>
              <a:gd name="T16" fmla="*/ 191 w 1578"/>
              <a:gd name="T17" fmla="*/ 1026 h 1086"/>
              <a:gd name="T18" fmla="*/ 162 w 1578"/>
              <a:gd name="T19" fmla="*/ 998 h 1086"/>
              <a:gd name="T20" fmla="*/ 116 w 1578"/>
              <a:gd name="T21" fmla="*/ 996 h 1086"/>
              <a:gd name="T22" fmla="*/ 53 w 1578"/>
              <a:gd name="T23" fmla="*/ 1059 h 1086"/>
              <a:gd name="T24" fmla="*/ 24 w 1578"/>
              <a:gd name="T25" fmla="*/ 1059 h 1086"/>
              <a:gd name="T26" fmla="*/ 0 w 1578"/>
              <a:gd name="T27" fmla="*/ 1083 h 1086"/>
              <a:gd name="T28" fmla="*/ 2 w 1578"/>
              <a:gd name="T29" fmla="*/ 1085 h 1086"/>
              <a:gd name="T30" fmla="*/ 3 w 1578"/>
              <a:gd name="T31" fmla="*/ 1086 h 1086"/>
              <a:gd name="T32" fmla="*/ 26 w 1578"/>
              <a:gd name="T33" fmla="*/ 1063 h 1086"/>
              <a:gd name="T34" fmla="*/ 55 w 1578"/>
              <a:gd name="T35" fmla="*/ 1063 h 1086"/>
              <a:gd name="T36" fmla="*/ 117 w 1578"/>
              <a:gd name="T37" fmla="*/ 1000 h 1086"/>
              <a:gd name="T38" fmla="*/ 161 w 1578"/>
              <a:gd name="T39" fmla="*/ 1002 h 1086"/>
              <a:gd name="T40" fmla="*/ 189 w 1578"/>
              <a:gd name="T41" fmla="*/ 1030 h 1086"/>
              <a:gd name="T42" fmla="*/ 280 w 1578"/>
              <a:gd name="T43" fmla="*/ 1030 h 1086"/>
              <a:gd name="T44" fmla="*/ 316 w 1578"/>
              <a:gd name="T45" fmla="*/ 1066 h 1086"/>
              <a:gd name="T46" fmla="*/ 397 w 1578"/>
              <a:gd name="T47" fmla="*/ 1066 h 1086"/>
              <a:gd name="T48" fmla="*/ 680 w 1578"/>
              <a:gd name="T49" fmla="*/ 782 h 1086"/>
              <a:gd name="T50" fmla="*/ 889 w 1578"/>
              <a:gd name="T51" fmla="*/ 783 h 1086"/>
              <a:gd name="T52" fmla="*/ 1008 w 1578"/>
              <a:gd name="T53" fmla="*/ 664 h 1086"/>
              <a:gd name="T54" fmla="*/ 1011 w 1578"/>
              <a:gd name="T55" fmla="*/ 571 h 1086"/>
              <a:gd name="T56" fmla="*/ 1578 w 1578"/>
              <a:gd name="T57" fmla="*/ 3 h 1086"/>
              <a:gd name="T58" fmla="*/ 1576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1576" y="0"/>
                </a:moveTo>
                <a:cubicBezTo>
                  <a:pt x="1007" y="569"/>
                  <a:pt x="1007" y="569"/>
                  <a:pt x="1007" y="569"/>
                </a:cubicBezTo>
                <a:cubicBezTo>
                  <a:pt x="1004" y="662"/>
                  <a:pt x="1004" y="662"/>
                  <a:pt x="1004" y="662"/>
                </a:cubicBezTo>
                <a:cubicBezTo>
                  <a:pt x="887" y="779"/>
                  <a:pt x="887" y="779"/>
                  <a:pt x="887" y="779"/>
                </a:cubicBezTo>
                <a:cubicBezTo>
                  <a:pt x="678" y="778"/>
                  <a:pt x="678" y="778"/>
                  <a:pt x="678" y="778"/>
                </a:cubicBezTo>
                <a:cubicBezTo>
                  <a:pt x="395" y="1062"/>
                  <a:pt x="395" y="1062"/>
                  <a:pt x="395" y="1062"/>
                </a:cubicBezTo>
                <a:cubicBezTo>
                  <a:pt x="317" y="1062"/>
                  <a:pt x="317" y="1062"/>
                  <a:pt x="317" y="1062"/>
                </a:cubicBezTo>
                <a:cubicBezTo>
                  <a:pt x="282" y="1026"/>
                  <a:pt x="282" y="1026"/>
                  <a:pt x="282" y="1026"/>
                </a:cubicBezTo>
                <a:cubicBezTo>
                  <a:pt x="191" y="1026"/>
                  <a:pt x="191" y="1026"/>
                  <a:pt x="191" y="1026"/>
                </a:cubicBezTo>
                <a:cubicBezTo>
                  <a:pt x="162" y="998"/>
                  <a:pt x="162" y="998"/>
                  <a:pt x="162" y="998"/>
                </a:cubicBezTo>
                <a:cubicBezTo>
                  <a:pt x="116" y="996"/>
                  <a:pt x="116" y="996"/>
                  <a:pt x="116" y="996"/>
                </a:cubicBezTo>
                <a:cubicBezTo>
                  <a:pt x="53" y="1059"/>
                  <a:pt x="53" y="1059"/>
                  <a:pt x="53" y="1059"/>
                </a:cubicBezTo>
                <a:cubicBezTo>
                  <a:pt x="24" y="1059"/>
                  <a:pt x="24" y="1059"/>
                  <a:pt x="24" y="1059"/>
                </a:cubicBezTo>
                <a:cubicBezTo>
                  <a:pt x="0" y="1083"/>
                  <a:pt x="0" y="1083"/>
                  <a:pt x="0" y="1083"/>
                </a:cubicBezTo>
                <a:cubicBezTo>
                  <a:pt x="1" y="1084"/>
                  <a:pt x="1" y="1085"/>
                  <a:pt x="2" y="1085"/>
                </a:cubicBezTo>
                <a:cubicBezTo>
                  <a:pt x="2" y="1086"/>
                  <a:pt x="3" y="1086"/>
                  <a:pt x="3" y="1086"/>
                </a:cubicBezTo>
                <a:cubicBezTo>
                  <a:pt x="26" y="1063"/>
                  <a:pt x="26" y="1063"/>
                  <a:pt x="26" y="1063"/>
                </a:cubicBezTo>
                <a:cubicBezTo>
                  <a:pt x="55" y="1063"/>
                  <a:pt x="55" y="1063"/>
                  <a:pt x="55" y="1063"/>
                </a:cubicBezTo>
                <a:cubicBezTo>
                  <a:pt x="117" y="1000"/>
                  <a:pt x="117" y="1000"/>
                  <a:pt x="117" y="1000"/>
                </a:cubicBezTo>
                <a:cubicBezTo>
                  <a:pt x="161" y="1002"/>
                  <a:pt x="161" y="1002"/>
                  <a:pt x="161" y="1002"/>
                </a:cubicBezTo>
                <a:cubicBezTo>
                  <a:pt x="189" y="1030"/>
                  <a:pt x="189" y="1030"/>
                  <a:pt x="189" y="1030"/>
                </a:cubicBezTo>
                <a:cubicBezTo>
                  <a:pt x="280" y="1030"/>
                  <a:pt x="280" y="1030"/>
                  <a:pt x="280" y="1030"/>
                </a:cubicBezTo>
                <a:cubicBezTo>
                  <a:pt x="316" y="1066"/>
                  <a:pt x="316" y="1066"/>
                  <a:pt x="316" y="1066"/>
                </a:cubicBezTo>
                <a:cubicBezTo>
                  <a:pt x="397" y="1066"/>
                  <a:pt x="397" y="1066"/>
                  <a:pt x="397" y="1066"/>
                </a:cubicBezTo>
                <a:cubicBezTo>
                  <a:pt x="680" y="782"/>
                  <a:pt x="680" y="782"/>
                  <a:pt x="680" y="782"/>
                </a:cubicBezTo>
                <a:cubicBezTo>
                  <a:pt x="889" y="783"/>
                  <a:pt x="889" y="783"/>
                  <a:pt x="889" y="783"/>
                </a:cubicBezTo>
                <a:cubicBezTo>
                  <a:pt x="1008" y="664"/>
                  <a:pt x="1008" y="664"/>
                  <a:pt x="1008" y="664"/>
                </a:cubicBezTo>
                <a:cubicBezTo>
                  <a:pt x="1011" y="571"/>
                  <a:pt x="1011" y="571"/>
                  <a:pt x="1011" y="571"/>
                </a:cubicBezTo>
                <a:cubicBezTo>
                  <a:pt x="1578" y="3"/>
                  <a:pt x="1578" y="3"/>
                  <a:pt x="1578" y="3"/>
                </a:cubicBezTo>
                <a:cubicBezTo>
                  <a:pt x="1576" y="0"/>
                  <a:pt x="1576" y="0"/>
                  <a:pt x="157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7" name="Freeform 704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8" name="Freeform 705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9" name="Freeform 706"/>
          <p:cNvSpPr>
            <a:spLocks/>
          </p:cNvSpPr>
          <p:nvPr/>
        </p:nvSpPr>
        <p:spPr bwMode="auto">
          <a:xfrm>
            <a:off x="12211868" y="7938"/>
            <a:ext cx="5567364" cy="4108458"/>
          </a:xfrm>
          <a:custGeom>
            <a:avLst/>
            <a:gdLst>
              <a:gd name="T0" fmla="*/ 1340 w 1343"/>
              <a:gd name="T1" fmla="*/ 0 h 991"/>
              <a:gd name="T2" fmla="*/ 730 w 1343"/>
              <a:gd name="T3" fmla="*/ 610 h 991"/>
              <a:gd name="T4" fmla="*/ 522 w 1343"/>
              <a:gd name="T5" fmla="*/ 614 h 991"/>
              <a:gd name="T6" fmla="*/ 279 w 1343"/>
              <a:gd name="T7" fmla="*/ 857 h 991"/>
              <a:gd name="T8" fmla="*/ 277 w 1343"/>
              <a:gd name="T9" fmla="*/ 928 h 991"/>
              <a:gd name="T10" fmla="*/ 219 w 1343"/>
              <a:gd name="T11" fmla="*/ 986 h 991"/>
              <a:gd name="T12" fmla="*/ 190 w 1343"/>
              <a:gd name="T13" fmla="*/ 987 h 991"/>
              <a:gd name="T14" fmla="*/ 89 w 1343"/>
              <a:gd name="T15" fmla="*/ 886 h 991"/>
              <a:gd name="T16" fmla="*/ 0 w 1343"/>
              <a:gd name="T17" fmla="*/ 885 h 991"/>
              <a:gd name="T18" fmla="*/ 0 w 1343"/>
              <a:gd name="T19" fmla="*/ 889 h 991"/>
              <a:gd name="T20" fmla="*/ 87 w 1343"/>
              <a:gd name="T21" fmla="*/ 890 h 991"/>
              <a:gd name="T22" fmla="*/ 188 w 1343"/>
              <a:gd name="T23" fmla="*/ 991 h 991"/>
              <a:gd name="T24" fmla="*/ 220 w 1343"/>
              <a:gd name="T25" fmla="*/ 990 h 991"/>
              <a:gd name="T26" fmla="*/ 281 w 1343"/>
              <a:gd name="T27" fmla="*/ 929 h 991"/>
              <a:gd name="T28" fmla="*/ 283 w 1343"/>
              <a:gd name="T29" fmla="*/ 859 h 991"/>
              <a:gd name="T30" fmla="*/ 524 w 1343"/>
              <a:gd name="T31" fmla="*/ 618 h 991"/>
              <a:gd name="T32" fmla="*/ 732 w 1343"/>
              <a:gd name="T33" fmla="*/ 614 h 991"/>
              <a:gd name="T34" fmla="*/ 1343 w 1343"/>
              <a:gd name="T35" fmla="*/ 3 h 991"/>
              <a:gd name="T36" fmla="*/ 1340 w 1343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3" h="991">
                <a:moveTo>
                  <a:pt x="1340" y="0"/>
                </a:moveTo>
                <a:cubicBezTo>
                  <a:pt x="730" y="610"/>
                  <a:pt x="730" y="610"/>
                  <a:pt x="730" y="610"/>
                </a:cubicBezTo>
                <a:cubicBezTo>
                  <a:pt x="522" y="614"/>
                  <a:pt x="522" y="614"/>
                  <a:pt x="522" y="614"/>
                </a:cubicBezTo>
                <a:cubicBezTo>
                  <a:pt x="279" y="857"/>
                  <a:pt x="279" y="857"/>
                  <a:pt x="279" y="857"/>
                </a:cubicBezTo>
                <a:cubicBezTo>
                  <a:pt x="277" y="928"/>
                  <a:pt x="277" y="928"/>
                  <a:pt x="277" y="928"/>
                </a:cubicBezTo>
                <a:cubicBezTo>
                  <a:pt x="219" y="986"/>
                  <a:pt x="219" y="986"/>
                  <a:pt x="219" y="986"/>
                </a:cubicBezTo>
                <a:cubicBezTo>
                  <a:pt x="190" y="987"/>
                  <a:pt x="190" y="987"/>
                  <a:pt x="190" y="987"/>
                </a:cubicBezTo>
                <a:cubicBezTo>
                  <a:pt x="89" y="886"/>
                  <a:pt x="89" y="886"/>
                  <a:pt x="89" y="886"/>
                </a:cubicBezTo>
                <a:cubicBezTo>
                  <a:pt x="0" y="885"/>
                  <a:pt x="0" y="885"/>
                  <a:pt x="0" y="885"/>
                </a:cubicBezTo>
                <a:cubicBezTo>
                  <a:pt x="1" y="886"/>
                  <a:pt x="1" y="887"/>
                  <a:pt x="0" y="889"/>
                </a:cubicBezTo>
                <a:cubicBezTo>
                  <a:pt x="87" y="890"/>
                  <a:pt x="87" y="890"/>
                  <a:pt x="87" y="890"/>
                </a:cubicBezTo>
                <a:cubicBezTo>
                  <a:pt x="188" y="991"/>
                  <a:pt x="188" y="991"/>
                  <a:pt x="188" y="991"/>
                </a:cubicBezTo>
                <a:cubicBezTo>
                  <a:pt x="220" y="990"/>
                  <a:pt x="220" y="990"/>
                  <a:pt x="220" y="990"/>
                </a:cubicBezTo>
                <a:cubicBezTo>
                  <a:pt x="281" y="929"/>
                  <a:pt x="281" y="929"/>
                  <a:pt x="281" y="929"/>
                </a:cubicBezTo>
                <a:cubicBezTo>
                  <a:pt x="283" y="859"/>
                  <a:pt x="283" y="859"/>
                  <a:pt x="283" y="859"/>
                </a:cubicBezTo>
                <a:cubicBezTo>
                  <a:pt x="524" y="618"/>
                  <a:pt x="524" y="618"/>
                  <a:pt x="524" y="618"/>
                </a:cubicBezTo>
                <a:cubicBezTo>
                  <a:pt x="732" y="614"/>
                  <a:pt x="732" y="614"/>
                  <a:pt x="732" y="614"/>
                </a:cubicBezTo>
                <a:cubicBezTo>
                  <a:pt x="1343" y="3"/>
                  <a:pt x="1343" y="3"/>
                  <a:pt x="1343" y="3"/>
                </a:cubicBezTo>
                <a:cubicBezTo>
                  <a:pt x="1340" y="0"/>
                  <a:pt x="1340" y="0"/>
                  <a:pt x="13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0" name="Freeform 707"/>
          <p:cNvSpPr>
            <a:spLocks/>
          </p:cNvSpPr>
          <p:nvPr/>
        </p:nvSpPr>
        <p:spPr bwMode="auto">
          <a:xfrm>
            <a:off x="12072168" y="65088"/>
            <a:ext cx="5765802" cy="4149733"/>
          </a:xfrm>
          <a:custGeom>
            <a:avLst/>
            <a:gdLst>
              <a:gd name="T0" fmla="*/ 1388 w 1391"/>
              <a:gd name="T1" fmla="*/ 0 h 1001"/>
              <a:gd name="T2" fmla="*/ 1388 w 1391"/>
              <a:gd name="T3" fmla="*/ 0 h 1001"/>
              <a:gd name="T4" fmla="*/ 770 w 1391"/>
              <a:gd name="T5" fmla="*/ 619 h 1001"/>
              <a:gd name="T6" fmla="*/ 559 w 1391"/>
              <a:gd name="T7" fmla="*/ 620 h 1001"/>
              <a:gd name="T8" fmla="*/ 333 w 1391"/>
              <a:gd name="T9" fmla="*/ 846 h 1001"/>
              <a:gd name="T10" fmla="*/ 331 w 1391"/>
              <a:gd name="T11" fmla="*/ 916 h 1001"/>
              <a:gd name="T12" fmla="*/ 251 w 1391"/>
              <a:gd name="T13" fmla="*/ 996 h 1001"/>
              <a:gd name="T14" fmla="*/ 225 w 1391"/>
              <a:gd name="T15" fmla="*/ 997 h 1001"/>
              <a:gd name="T16" fmla="*/ 124 w 1391"/>
              <a:gd name="T17" fmla="*/ 896 h 1001"/>
              <a:gd name="T18" fmla="*/ 22 w 1391"/>
              <a:gd name="T19" fmla="*/ 897 h 1001"/>
              <a:gd name="T20" fmla="*/ 0 w 1391"/>
              <a:gd name="T21" fmla="*/ 919 h 1001"/>
              <a:gd name="T22" fmla="*/ 2 w 1391"/>
              <a:gd name="T23" fmla="*/ 920 h 1001"/>
              <a:gd name="T24" fmla="*/ 3 w 1391"/>
              <a:gd name="T25" fmla="*/ 921 h 1001"/>
              <a:gd name="T26" fmla="*/ 24 w 1391"/>
              <a:gd name="T27" fmla="*/ 901 h 1001"/>
              <a:gd name="T28" fmla="*/ 123 w 1391"/>
              <a:gd name="T29" fmla="*/ 900 h 1001"/>
              <a:gd name="T30" fmla="*/ 224 w 1391"/>
              <a:gd name="T31" fmla="*/ 1001 h 1001"/>
              <a:gd name="T32" fmla="*/ 253 w 1391"/>
              <a:gd name="T33" fmla="*/ 1000 h 1001"/>
              <a:gd name="T34" fmla="*/ 335 w 1391"/>
              <a:gd name="T35" fmla="*/ 918 h 1001"/>
              <a:gd name="T36" fmla="*/ 337 w 1391"/>
              <a:gd name="T37" fmla="*/ 847 h 1001"/>
              <a:gd name="T38" fmla="*/ 560 w 1391"/>
              <a:gd name="T39" fmla="*/ 624 h 1001"/>
              <a:gd name="T40" fmla="*/ 771 w 1391"/>
              <a:gd name="T41" fmla="*/ 623 h 1001"/>
              <a:gd name="T42" fmla="*/ 1391 w 1391"/>
              <a:gd name="T43" fmla="*/ 3 h 1001"/>
              <a:gd name="T44" fmla="*/ 1388 w 1391"/>
              <a:gd name="T45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391" h="1001">
                <a:moveTo>
                  <a:pt x="1388" y="0"/>
                </a:moveTo>
                <a:cubicBezTo>
                  <a:pt x="1388" y="0"/>
                  <a:pt x="1388" y="0"/>
                  <a:pt x="1388" y="0"/>
                </a:cubicBezTo>
                <a:cubicBezTo>
                  <a:pt x="770" y="619"/>
                  <a:pt x="770" y="619"/>
                  <a:pt x="770" y="619"/>
                </a:cubicBezTo>
                <a:cubicBezTo>
                  <a:pt x="559" y="620"/>
                  <a:pt x="559" y="620"/>
                  <a:pt x="559" y="620"/>
                </a:cubicBezTo>
                <a:cubicBezTo>
                  <a:pt x="333" y="846"/>
                  <a:pt x="333" y="846"/>
                  <a:pt x="333" y="846"/>
                </a:cubicBezTo>
                <a:cubicBezTo>
                  <a:pt x="331" y="916"/>
                  <a:pt x="331" y="916"/>
                  <a:pt x="331" y="916"/>
                </a:cubicBezTo>
                <a:cubicBezTo>
                  <a:pt x="251" y="996"/>
                  <a:pt x="251" y="996"/>
                  <a:pt x="251" y="996"/>
                </a:cubicBezTo>
                <a:cubicBezTo>
                  <a:pt x="225" y="997"/>
                  <a:pt x="225" y="997"/>
                  <a:pt x="225" y="997"/>
                </a:cubicBezTo>
                <a:cubicBezTo>
                  <a:pt x="124" y="896"/>
                  <a:pt x="124" y="896"/>
                  <a:pt x="124" y="896"/>
                </a:cubicBezTo>
                <a:cubicBezTo>
                  <a:pt x="22" y="897"/>
                  <a:pt x="22" y="897"/>
                  <a:pt x="22" y="897"/>
                </a:cubicBezTo>
                <a:cubicBezTo>
                  <a:pt x="0" y="919"/>
                  <a:pt x="0" y="919"/>
                  <a:pt x="0" y="919"/>
                </a:cubicBezTo>
                <a:cubicBezTo>
                  <a:pt x="1" y="919"/>
                  <a:pt x="2" y="920"/>
                  <a:pt x="2" y="920"/>
                </a:cubicBezTo>
                <a:cubicBezTo>
                  <a:pt x="3" y="921"/>
                  <a:pt x="3" y="921"/>
                  <a:pt x="3" y="921"/>
                </a:cubicBezTo>
                <a:cubicBezTo>
                  <a:pt x="24" y="901"/>
                  <a:pt x="24" y="901"/>
                  <a:pt x="24" y="901"/>
                </a:cubicBezTo>
                <a:cubicBezTo>
                  <a:pt x="123" y="900"/>
                  <a:pt x="123" y="900"/>
                  <a:pt x="123" y="900"/>
                </a:cubicBezTo>
                <a:cubicBezTo>
                  <a:pt x="224" y="1001"/>
                  <a:pt x="224" y="1001"/>
                  <a:pt x="224" y="1001"/>
                </a:cubicBezTo>
                <a:cubicBezTo>
                  <a:pt x="253" y="1000"/>
                  <a:pt x="253" y="1000"/>
                  <a:pt x="253" y="1000"/>
                </a:cubicBezTo>
                <a:cubicBezTo>
                  <a:pt x="335" y="918"/>
                  <a:pt x="335" y="918"/>
                  <a:pt x="335" y="918"/>
                </a:cubicBezTo>
                <a:cubicBezTo>
                  <a:pt x="337" y="847"/>
                  <a:pt x="337" y="847"/>
                  <a:pt x="337" y="847"/>
                </a:cubicBezTo>
                <a:cubicBezTo>
                  <a:pt x="560" y="624"/>
                  <a:pt x="560" y="624"/>
                  <a:pt x="560" y="624"/>
                </a:cubicBezTo>
                <a:cubicBezTo>
                  <a:pt x="771" y="623"/>
                  <a:pt x="771" y="623"/>
                  <a:pt x="771" y="623"/>
                </a:cubicBezTo>
                <a:cubicBezTo>
                  <a:pt x="1391" y="3"/>
                  <a:pt x="1391" y="3"/>
                  <a:pt x="1391" y="3"/>
                </a:cubicBezTo>
                <a:cubicBezTo>
                  <a:pt x="1388" y="0"/>
                  <a:pt x="1388" y="0"/>
                  <a:pt x="1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1" name="Freeform 708"/>
          <p:cNvSpPr>
            <a:spLocks/>
          </p:cNvSpPr>
          <p:nvPr/>
        </p:nvSpPr>
        <p:spPr bwMode="auto">
          <a:xfrm>
            <a:off x="14185131" y="127001"/>
            <a:ext cx="3709989" cy="2836868"/>
          </a:xfrm>
          <a:custGeom>
            <a:avLst/>
            <a:gdLst>
              <a:gd name="T0" fmla="*/ 892 w 895"/>
              <a:gd name="T1" fmla="*/ 0 h 684"/>
              <a:gd name="T2" fmla="*/ 269 w 895"/>
              <a:gd name="T3" fmla="*/ 622 h 684"/>
              <a:gd name="T4" fmla="*/ 62 w 895"/>
              <a:gd name="T5" fmla="*/ 620 h 684"/>
              <a:gd name="T6" fmla="*/ 0 w 895"/>
              <a:gd name="T7" fmla="*/ 682 h 684"/>
              <a:gd name="T8" fmla="*/ 4 w 895"/>
              <a:gd name="T9" fmla="*/ 684 h 684"/>
              <a:gd name="T10" fmla="*/ 64 w 895"/>
              <a:gd name="T11" fmla="*/ 624 h 684"/>
              <a:gd name="T12" fmla="*/ 271 w 895"/>
              <a:gd name="T13" fmla="*/ 626 h 684"/>
              <a:gd name="T14" fmla="*/ 895 w 895"/>
              <a:gd name="T15" fmla="*/ 2 h 684"/>
              <a:gd name="T16" fmla="*/ 892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892" y="0"/>
                </a:moveTo>
                <a:cubicBezTo>
                  <a:pt x="269" y="622"/>
                  <a:pt x="269" y="622"/>
                  <a:pt x="269" y="622"/>
                </a:cubicBezTo>
                <a:cubicBezTo>
                  <a:pt x="62" y="620"/>
                  <a:pt x="62" y="620"/>
                  <a:pt x="62" y="620"/>
                </a:cubicBezTo>
                <a:cubicBezTo>
                  <a:pt x="0" y="682"/>
                  <a:pt x="0" y="682"/>
                  <a:pt x="0" y="682"/>
                </a:cubicBezTo>
                <a:cubicBezTo>
                  <a:pt x="1" y="683"/>
                  <a:pt x="2" y="684"/>
                  <a:pt x="4" y="684"/>
                </a:cubicBezTo>
                <a:cubicBezTo>
                  <a:pt x="64" y="624"/>
                  <a:pt x="64" y="624"/>
                  <a:pt x="64" y="624"/>
                </a:cubicBezTo>
                <a:cubicBezTo>
                  <a:pt x="271" y="626"/>
                  <a:pt x="271" y="626"/>
                  <a:pt x="271" y="626"/>
                </a:cubicBezTo>
                <a:cubicBezTo>
                  <a:pt x="895" y="2"/>
                  <a:pt x="895" y="2"/>
                  <a:pt x="895" y="2"/>
                </a:cubicBezTo>
                <a:cubicBezTo>
                  <a:pt x="892" y="0"/>
                  <a:pt x="892" y="0"/>
                  <a:pt x="89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2" name="Freeform 709"/>
          <p:cNvSpPr>
            <a:spLocks/>
          </p:cNvSpPr>
          <p:nvPr/>
        </p:nvSpPr>
        <p:spPr bwMode="auto">
          <a:xfrm>
            <a:off x="13642206" y="160338"/>
            <a:ext cx="4286251" cy="3619507"/>
          </a:xfrm>
          <a:custGeom>
            <a:avLst/>
            <a:gdLst>
              <a:gd name="T0" fmla="*/ 1032 w 1034"/>
              <a:gd name="T1" fmla="*/ 0 h 873"/>
              <a:gd name="T2" fmla="*/ 400 w 1034"/>
              <a:gd name="T3" fmla="*/ 631 h 873"/>
              <a:gd name="T4" fmla="*/ 235 w 1034"/>
              <a:gd name="T5" fmla="*/ 632 h 873"/>
              <a:gd name="T6" fmla="*/ 194 w 1034"/>
              <a:gd name="T7" fmla="*/ 674 h 873"/>
              <a:gd name="T8" fmla="*/ 182 w 1034"/>
              <a:gd name="T9" fmla="*/ 713 h 873"/>
              <a:gd name="T10" fmla="*/ 163 w 1034"/>
              <a:gd name="T11" fmla="*/ 733 h 873"/>
              <a:gd name="T12" fmla="*/ 100 w 1034"/>
              <a:gd name="T13" fmla="*/ 734 h 873"/>
              <a:gd name="T14" fmla="*/ 0 w 1034"/>
              <a:gd name="T15" fmla="*/ 834 h 873"/>
              <a:gd name="T16" fmla="*/ 0 w 1034"/>
              <a:gd name="T17" fmla="*/ 873 h 873"/>
              <a:gd name="T18" fmla="*/ 85 w 1034"/>
              <a:gd name="T19" fmla="*/ 788 h 873"/>
              <a:gd name="T20" fmla="*/ 111 w 1034"/>
              <a:gd name="T21" fmla="*/ 788 h 873"/>
              <a:gd name="T22" fmla="*/ 111 w 1034"/>
              <a:gd name="T23" fmla="*/ 785 h 873"/>
              <a:gd name="T24" fmla="*/ 111 w 1034"/>
              <a:gd name="T25" fmla="*/ 784 h 873"/>
              <a:gd name="T26" fmla="*/ 83 w 1034"/>
              <a:gd name="T27" fmla="*/ 784 h 873"/>
              <a:gd name="T28" fmla="*/ 4 w 1034"/>
              <a:gd name="T29" fmla="*/ 864 h 873"/>
              <a:gd name="T30" fmla="*/ 4 w 1034"/>
              <a:gd name="T31" fmla="*/ 835 h 873"/>
              <a:gd name="T32" fmla="*/ 102 w 1034"/>
              <a:gd name="T33" fmla="*/ 738 h 873"/>
              <a:gd name="T34" fmla="*/ 164 w 1034"/>
              <a:gd name="T35" fmla="*/ 737 h 873"/>
              <a:gd name="T36" fmla="*/ 186 w 1034"/>
              <a:gd name="T37" fmla="*/ 715 h 873"/>
              <a:gd name="T38" fmla="*/ 197 w 1034"/>
              <a:gd name="T39" fmla="*/ 676 h 873"/>
              <a:gd name="T40" fmla="*/ 237 w 1034"/>
              <a:gd name="T41" fmla="*/ 636 h 873"/>
              <a:gd name="T42" fmla="*/ 402 w 1034"/>
              <a:gd name="T43" fmla="*/ 635 h 873"/>
              <a:gd name="T44" fmla="*/ 1034 w 1034"/>
              <a:gd name="T45" fmla="*/ 3 h 873"/>
              <a:gd name="T46" fmla="*/ 1032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1032" y="0"/>
                </a:moveTo>
                <a:cubicBezTo>
                  <a:pt x="400" y="631"/>
                  <a:pt x="400" y="631"/>
                  <a:pt x="400" y="631"/>
                </a:cubicBezTo>
                <a:cubicBezTo>
                  <a:pt x="235" y="632"/>
                  <a:pt x="235" y="632"/>
                  <a:pt x="235" y="632"/>
                </a:cubicBezTo>
                <a:cubicBezTo>
                  <a:pt x="194" y="674"/>
                  <a:pt x="194" y="674"/>
                  <a:pt x="194" y="674"/>
                </a:cubicBezTo>
                <a:cubicBezTo>
                  <a:pt x="182" y="713"/>
                  <a:pt x="182" y="713"/>
                  <a:pt x="182" y="713"/>
                </a:cubicBezTo>
                <a:cubicBezTo>
                  <a:pt x="163" y="733"/>
                  <a:pt x="163" y="733"/>
                  <a:pt x="163" y="733"/>
                </a:cubicBezTo>
                <a:cubicBezTo>
                  <a:pt x="100" y="734"/>
                  <a:pt x="100" y="734"/>
                  <a:pt x="100" y="734"/>
                </a:cubicBezTo>
                <a:cubicBezTo>
                  <a:pt x="0" y="834"/>
                  <a:pt x="0" y="834"/>
                  <a:pt x="0" y="834"/>
                </a:cubicBezTo>
                <a:cubicBezTo>
                  <a:pt x="0" y="873"/>
                  <a:pt x="0" y="873"/>
                  <a:pt x="0" y="873"/>
                </a:cubicBezTo>
                <a:cubicBezTo>
                  <a:pt x="85" y="788"/>
                  <a:pt x="85" y="788"/>
                  <a:pt x="85" y="788"/>
                </a:cubicBezTo>
                <a:cubicBezTo>
                  <a:pt x="111" y="788"/>
                  <a:pt x="111" y="788"/>
                  <a:pt x="111" y="788"/>
                </a:cubicBezTo>
                <a:cubicBezTo>
                  <a:pt x="111" y="787"/>
                  <a:pt x="111" y="786"/>
                  <a:pt x="111" y="785"/>
                </a:cubicBezTo>
                <a:cubicBezTo>
                  <a:pt x="111" y="784"/>
                  <a:pt x="111" y="784"/>
                  <a:pt x="111" y="784"/>
                </a:cubicBezTo>
                <a:cubicBezTo>
                  <a:pt x="83" y="784"/>
                  <a:pt x="83" y="784"/>
                  <a:pt x="83" y="784"/>
                </a:cubicBezTo>
                <a:cubicBezTo>
                  <a:pt x="4" y="864"/>
                  <a:pt x="4" y="864"/>
                  <a:pt x="4" y="864"/>
                </a:cubicBezTo>
                <a:cubicBezTo>
                  <a:pt x="4" y="835"/>
                  <a:pt x="4" y="835"/>
                  <a:pt x="4" y="835"/>
                </a:cubicBezTo>
                <a:cubicBezTo>
                  <a:pt x="102" y="738"/>
                  <a:pt x="102" y="738"/>
                  <a:pt x="102" y="738"/>
                </a:cubicBezTo>
                <a:cubicBezTo>
                  <a:pt x="164" y="737"/>
                  <a:pt x="164" y="737"/>
                  <a:pt x="164" y="737"/>
                </a:cubicBezTo>
                <a:cubicBezTo>
                  <a:pt x="186" y="715"/>
                  <a:pt x="186" y="715"/>
                  <a:pt x="186" y="715"/>
                </a:cubicBezTo>
                <a:cubicBezTo>
                  <a:pt x="197" y="676"/>
                  <a:pt x="197" y="676"/>
                  <a:pt x="197" y="676"/>
                </a:cubicBezTo>
                <a:cubicBezTo>
                  <a:pt x="237" y="636"/>
                  <a:pt x="237" y="636"/>
                  <a:pt x="237" y="636"/>
                </a:cubicBezTo>
                <a:cubicBezTo>
                  <a:pt x="402" y="635"/>
                  <a:pt x="402" y="635"/>
                  <a:pt x="402" y="635"/>
                </a:cubicBezTo>
                <a:cubicBezTo>
                  <a:pt x="1034" y="3"/>
                  <a:pt x="1034" y="3"/>
                  <a:pt x="1034" y="3"/>
                </a:cubicBezTo>
                <a:cubicBezTo>
                  <a:pt x="1032" y="0"/>
                  <a:pt x="1032" y="0"/>
                  <a:pt x="10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3" name="Freeform 710"/>
          <p:cNvSpPr>
            <a:spLocks/>
          </p:cNvSpPr>
          <p:nvPr/>
        </p:nvSpPr>
        <p:spPr bwMode="auto">
          <a:xfrm>
            <a:off x="14529619" y="2092329"/>
            <a:ext cx="3108326" cy="2271717"/>
          </a:xfrm>
          <a:custGeom>
            <a:avLst/>
            <a:gdLst>
              <a:gd name="T0" fmla="*/ 748 w 750"/>
              <a:gd name="T1" fmla="*/ 0 h 548"/>
              <a:gd name="T2" fmla="*/ 433 w 750"/>
              <a:gd name="T3" fmla="*/ 315 h 548"/>
              <a:gd name="T4" fmla="*/ 319 w 750"/>
              <a:gd name="T5" fmla="*/ 316 h 548"/>
              <a:gd name="T6" fmla="*/ 194 w 750"/>
              <a:gd name="T7" fmla="*/ 441 h 548"/>
              <a:gd name="T8" fmla="*/ 99 w 750"/>
              <a:gd name="T9" fmla="*/ 445 h 548"/>
              <a:gd name="T10" fmla="*/ 0 w 750"/>
              <a:gd name="T11" fmla="*/ 544 h 548"/>
              <a:gd name="T12" fmla="*/ 1 w 750"/>
              <a:gd name="T13" fmla="*/ 548 h 548"/>
              <a:gd name="T14" fmla="*/ 101 w 750"/>
              <a:gd name="T15" fmla="*/ 449 h 548"/>
              <a:gd name="T16" fmla="*/ 195 w 750"/>
              <a:gd name="T17" fmla="*/ 445 h 548"/>
              <a:gd name="T18" fmla="*/ 320 w 750"/>
              <a:gd name="T19" fmla="*/ 320 h 548"/>
              <a:gd name="T20" fmla="*/ 434 w 750"/>
              <a:gd name="T21" fmla="*/ 319 h 548"/>
              <a:gd name="T22" fmla="*/ 750 w 750"/>
              <a:gd name="T23" fmla="*/ 3 h 548"/>
              <a:gd name="T24" fmla="*/ 748 w 750"/>
              <a:gd name="T25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50" h="548">
                <a:moveTo>
                  <a:pt x="748" y="0"/>
                </a:moveTo>
                <a:cubicBezTo>
                  <a:pt x="433" y="315"/>
                  <a:pt x="433" y="315"/>
                  <a:pt x="433" y="315"/>
                </a:cubicBezTo>
                <a:cubicBezTo>
                  <a:pt x="319" y="316"/>
                  <a:pt x="319" y="316"/>
                  <a:pt x="319" y="316"/>
                </a:cubicBezTo>
                <a:cubicBezTo>
                  <a:pt x="194" y="441"/>
                  <a:pt x="194" y="441"/>
                  <a:pt x="194" y="441"/>
                </a:cubicBezTo>
                <a:cubicBezTo>
                  <a:pt x="99" y="445"/>
                  <a:pt x="99" y="445"/>
                  <a:pt x="99" y="445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45"/>
                  <a:pt x="1" y="547"/>
                  <a:pt x="1" y="548"/>
                </a:cubicBezTo>
                <a:cubicBezTo>
                  <a:pt x="101" y="449"/>
                  <a:pt x="101" y="449"/>
                  <a:pt x="101" y="449"/>
                </a:cubicBezTo>
                <a:cubicBezTo>
                  <a:pt x="195" y="445"/>
                  <a:pt x="195" y="445"/>
                  <a:pt x="195" y="445"/>
                </a:cubicBezTo>
                <a:cubicBezTo>
                  <a:pt x="320" y="320"/>
                  <a:pt x="320" y="320"/>
                  <a:pt x="320" y="320"/>
                </a:cubicBezTo>
                <a:cubicBezTo>
                  <a:pt x="434" y="319"/>
                  <a:pt x="434" y="319"/>
                  <a:pt x="434" y="319"/>
                </a:cubicBezTo>
                <a:cubicBezTo>
                  <a:pt x="750" y="3"/>
                  <a:pt x="750" y="3"/>
                  <a:pt x="750" y="3"/>
                </a:cubicBezTo>
                <a:cubicBezTo>
                  <a:pt x="748" y="0"/>
                  <a:pt x="748" y="0"/>
                  <a:pt x="7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4" name="Freeform 711"/>
          <p:cNvSpPr>
            <a:spLocks/>
          </p:cNvSpPr>
          <p:nvPr/>
        </p:nvSpPr>
        <p:spPr bwMode="auto">
          <a:xfrm>
            <a:off x="14694719" y="2047879"/>
            <a:ext cx="2898776" cy="2030416"/>
          </a:xfrm>
          <a:custGeom>
            <a:avLst/>
            <a:gdLst>
              <a:gd name="T0" fmla="*/ 696 w 699"/>
              <a:gd name="T1" fmla="*/ 0 h 490"/>
              <a:gd name="T2" fmla="*/ 390 w 699"/>
              <a:gd name="T3" fmla="*/ 306 h 490"/>
              <a:gd name="T4" fmla="*/ 276 w 699"/>
              <a:gd name="T5" fmla="*/ 307 h 490"/>
              <a:gd name="T6" fmla="*/ 151 w 699"/>
              <a:gd name="T7" fmla="*/ 432 h 490"/>
              <a:gd name="T8" fmla="*/ 54 w 699"/>
              <a:gd name="T9" fmla="*/ 433 h 490"/>
              <a:gd name="T10" fmla="*/ 0 w 699"/>
              <a:gd name="T11" fmla="*/ 486 h 490"/>
              <a:gd name="T12" fmla="*/ 2 w 699"/>
              <a:gd name="T13" fmla="*/ 490 h 490"/>
              <a:gd name="T14" fmla="*/ 56 w 699"/>
              <a:gd name="T15" fmla="*/ 437 h 490"/>
              <a:gd name="T16" fmla="*/ 153 w 699"/>
              <a:gd name="T17" fmla="*/ 436 h 490"/>
              <a:gd name="T18" fmla="*/ 278 w 699"/>
              <a:gd name="T19" fmla="*/ 311 h 490"/>
              <a:gd name="T20" fmla="*/ 392 w 699"/>
              <a:gd name="T21" fmla="*/ 310 h 490"/>
              <a:gd name="T22" fmla="*/ 699 w 699"/>
              <a:gd name="T23" fmla="*/ 3 h 490"/>
              <a:gd name="T24" fmla="*/ 696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696" y="0"/>
                </a:moveTo>
                <a:cubicBezTo>
                  <a:pt x="390" y="306"/>
                  <a:pt x="390" y="306"/>
                  <a:pt x="390" y="306"/>
                </a:cubicBezTo>
                <a:cubicBezTo>
                  <a:pt x="276" y="307"/>
                  <a:pt x="276" y="307"/>
                  <a:pt x="276" y="307"/>
                </a:cubicBezTo>
                <a:cubicBezTo>
                  <a:pt x="151" y="432"/>
                  <a:pt x="151" y="432"/>
                  <a:pt x="151" y="432"/>
                </a:cubicBezTo>
                <a:cubicBezTo>
                  <a:pt x="54" y="433"/>
                  <a:pt x="54" y="433"/>
                  <a:pt x="54" y="433"/>
                </a:cubicBezTo>
                <a:cubicBezTo>
                  <a:pt x="0" y="486"/>
                  <a:pt x="0" y="486"/>
                  <a:pt x="0" y="486"/>
                </a:cubicBezTo>
                <a:cubicBezTo>
                  <a:pt x="1" y="488"/>
                  <a:pt x="2" y="489"/>
                  <a:pt x="2" y="490"/>
                </a:cubicBezTo>
                <a:cubicBezTo>
                  <a:pt x="56" y="437"/>
                  <a:pt x="56" y="437"/>
                  <a:pt x="56" y="437"/>
                </a:cubicBezTo>
                <a:cubicBezTo>
                  <a:pt x="153" y="436"/>
                  <a:pt x="153" y="436"/>
                  <a:pt x="153" y="436"/>
                </a:cubicBezTo>
                <a:cubicBezTo>
                  <a:pt x="278" y="311"/>
                  <a:pt x="278" y="311"/>
                  <a:pt x="278" y="311"/>
                </a:cubicBezTo>
                <a:cubicBezTo>
                  <a:pt x="392" y="310"/>
                  <a:pt x="392" y="310"/>
                  <a:pt x="392" y="310"/>
                </a:cubicBezTo>
                <a:cubicBezTo>
                  <a:pt x="699" y="3"/>
                  <a:pt x="699" y="3"/>
                  <a:pt x="699" y="3"/>
                </a:cubicBezTo>
                <a:cubicBezTo>
                  <a:pt x="696" y="0"/>
                  <a:pt x="696" y="0"/>
                  <a:pt x="6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5" name="Freeform 712"/>
          <p:cNvSpPr>
            <a:spLocks/>
          </p:cNvSpPr>
          <p:nvPr/>
        </p:nvSpPr>
        <p:spPr bwMode="auto">
          <a:xfrm>
            <a:off x="14856644" y="288926"/>
            <a:ext cx="3200401" cy="2665417"/>
          </a:xfrm>
          <a:custGeom>
            <a:avLst/>
            <a:gdLst>
              <a:gd name="T0" fmla="*/ 770 w 772"/>
              <a:gd name="T1" fmla="*/ 0 h 643"/>
              <a:gd name="T2" fmla="*/ 212 w 772"/>
              <a:gd name="T3" fmla="*/ 557 h 643"/>
              <a:gd name="T4" fmla="*/ 187 w 772"/>
              <a:gd name="T5" fmla="*/ 555 h 643"/>
              <a:gd name="T6" fmla="*/ 102 w 772"/>
              <a:gd name="T7" fmla="*/ 639 h 643"/>
              <a:gd name="T8" fmla="*/ 0 w 772"/>
              <a:gd name="T9" fmla="*/ 638 h 643"/>
              <a:gd name="T10" fmla="*/ 1 w 772"/>
              <a:gd name="T11" fmla="*/ 642 h 643"/>
              <a:gd name="T12" fmla="*/ 104 w 772"/>
              <a:gd name="T13" fmla="*/ 643 h 643"/>
              <a:gd name="T14" fmla="*/ 188 w 772"/>
              <a:gd name="T15" fmla="*/ 559 h 643"/>
              <a:gd name="T16" fmla="*/ 214 w 772"/>
              <a:gd name="T17" fmla="*/ 562 h 643"/>
              <a:gd name="T18" fmla="*/ 772 w 772"/>
              <a:gd name="T19" fmla="*/ 3 h 643"/>
              <a:gd name="T20" fmla="*/ 770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770" y="0"/>
                </a:moveTo>
                <a:cubicBezTo>
                  <a:pt x="212" y="557"/>
                  <a:pt x="212" y="557"/>
                  <a:pt x="212" y="557"/>
                </a:cubicBezTo>
                <a:cubicBezTo>
                  <a:pt x="187" y="555"/>
                  <a:pt x="187" y="555"/>
                  <a:pt x="187" y="555"/>
                </a:cubicBezTo>
                <a:cubicBezTo>
                  <a:pt x="102" y="639"/>
                  <a:pt x="102" y="639"/>
                  <a:pt x="102" y="639"/>
                </a:cubicBezTo>
                <a:cubicBezTo>
                  <a:pt x="0" y="638"/>
                  <a:pt x="0" y="638"/>
                  <a:pt x="0" y="638"/>
                </a:cubicBezTo>
                <a:cubicBezTo>
                  <a:pt x="1" y="640"/>
                  <a:pt x="1" y="641"/>
                  <a:pt x="1" y="642"/>
                </a:cubicBezTo>
                <a:cubicBezTo>
                  <a:pt x="104" y="643"/>
                  <a:pt x="104" y="643"/>
                  <a:pt x="104" y="643"/>
                </a:cubicBezTo>
                <a:cubicBezTo>
                  <a:pt x="188" y="559"/>
                  <a:pt x="188" y="559"/>
                  <a:pt x="188" y="559"/>
                </a:cubicBezTo>
                <a:cubicBezTo>
                  <a:pt x="214" y="562"/>
                  <a:pt x="214" y="562"/>
                  <a:pt x="214" y="562"/>
                </a:cubicBezTo>
                <a:cubicBezTo>
                  <a:pt x="772" y="3"/>
                  <a:pt x="772" y="3"/>
                  <a:pt x="772" y="3"/>
                </a:cubicBezTo>
                <a:cubicBezTo>
                  <a:pt x="770" y="0"/>
                  <a:pt x="770" y="0"/>
                  <a:pt x="77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6" name="Freeform 713"/>
          <p:cNvSpPr>
            <a:spLocks/>
          </p:cNvSpPr>
          <p:nvPr/>
        </p:nvSpPr>
        <p:spPr bwMode="auto">
          <a:xfrm>
            <a:off x="12283306" y="476251"/>
            <a:ext cx="5964239" cy="4211645"/>
          </a:xfrm>
          <a:custGeom>
            <a:avLst/>
            <a:gdLst>
              <a:gd name="T0" fmla="*/ 1436 w 1439"/>
              <a:gd name="T1" fmla="*/ 0 h 1016"/>
              <a:gd name="T2" fmla="*/ 1436 w 1439"/>
              <a:gd name="T3" fmla="*/ 0 h 1016"/>
              <a:gd name="T4" fmla="*/ 857 w 1439"/>
              <a:gd name="T5" fmla="*/ 580 h 1016"/>
              <a:gd name="T6" fmla="*/ 821 w 1439"/>
              <a:gd name="T7" fmla="*/ 581 h 1016"/>
              <a:gd name="T8" fmla="*/ 735 w 1439"/>
              <a:gd name="T9" fmla="*/ 667 h 1016"/>
              <a:gd name="T10" fmla="*/ 666 w 1439"/>
              <a:gd name="T11" fmla="*/ 669 h 1016"/>
              <a:gd name="T12" fmla="*/ 610 w 1439"/>
              <a:gd name="T13" fmla="*/ 724 h 1016"/>
              <a:gd name="T14" fmla="*/ 558 w 1439"/>
              <a:gd name="T15" fmla="*/ 725 h 1016"/>
              <a:gd name="T16" fmla="*/ 472 w 1439"/>
              <a:gd name="T17" fmla="*/ 812 h 1016"/>
              <a:gd name="T18" fmla="*/ 360 w 1439"/>
              <a:gd name="T19" fmla="*/ 811 h 1016"/>
              <a:gd name="T20" fmla="*/ 228 w 1439"/>
              <a:gd name="T21" fmla="*/ 942 h 1016"/>
              <a:gd name="T22" fmla="*/ 165 w 1439"/>
              <a:gd name="T23" fmla="*/ 944 h 1016"/>
              <a:gd name="T24" fmla="*/ 140 w 1439"/>
              <a:gd name="T25" fmla="*/ 968 h 1016"/>
              <a:gd name="T26" fmla="*/ 46 w 1439"/>
              <a:gd name="T27" fmla="*/ 967 h 1016"/>
              <a:gd name="T28" fmla="*/ 0 w 1439"/>
              <a:gd name="T29" fmla="*/ 1012 h 1016"/>
              <a:gd name="T30" fmla="*/ 2 w 1439"/>
              <a:gd name="T31" fmla="*/ 1016 h 1016"/>
              <a:gd name="T32" fmla="*/ 47 w 1439"/>
              <a:gd name="T33" fmla="*/ 971 h 1016"/>
              <a:gd name="T34" fmla="*/ 142 w 1439"/>
              <a:gd name="T35" fmla="*/ 972 h 1016"/>
              <a:gd name="T36" fmla="*/ 166 w 1439"/>
              <a:gd name="T37" fmla="*/ 948 h 1016"/>
              <a:gd name="T38" fmla="*/ 230 w 1439"/>
              <a:gd name="T39" fmla="*/ 946 h 1016"/>
              <a:gd name="T40" fmla="*/ 361 w 1439"/>
              <a:gd name="T41" fmla="*/ 815 h 1016"/>
              <a:gd name="T42" fmla="*/ 473 w 1439"/>
              <a:gd name="T43" fmla="*/ 816 h 1016"/>
              <a:gd name="T44" fmla="*/ 560 w 1439"/>
              <a:gd name="T45" fmla="*/ 729 h 1016"/>
              <a:gd name="T46" fmla="*/ 612 w 1439"/>
              <a:gd name="T47" fmla="*/ 728 h 1016"/>
              <a:gd name="T48" fmla="*/ 667 w 1439"/>
              <a:gd name="T49" fmla="*/ 673 h 1016"/>
              <a:gd name="T50" fmla="*/ 737 w 1439"/>
              <a:gd name="T51" fmla="*/ 671 h 1016"/>
              <a:gd name="T52" fmla="*/ 823 w 1439"/>
              <a:gd name="T53" fmla="*/ 585 h 1016"/>
              <a:gd name="T54" fmla="*/ 858 w 1439"/>
              <a:gd name="T55" fmla="*/ 584 h 1016"/>
              <a:gd name="T56" fmla="*/ 1439 w 1439"/>
              <a:gd name="T57" fmla="*/ 3 h 1016"/>
              <a:gd name="T58" fmla="*/ 1436 w 1439"/>
              <a:gd name="T59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39" h="1016">
                <a:moveTo>
                  <a:pt x="1436" y="0"/>
                </a:moveTo>
                <a:cubicBezTo>
                  <a:pt x="1436" y="0"/>
                  <a:pt x="1436" y="0"/>
                  <a:pt x="1436" y="0"/>
                </a:cubicBezTo>
                <a:cubicBezTo>
                  <a:pt x="857" y="580"/>
                  <a:pt x="857" y="580"/>
                  <a:pt x="857" y="580"/>
                </a:cubicBezTo>
                <a:cubicBezTo>
                  <a:pt x="821" y="581"/>
                  <a:pt x="821" y="581"/>
                  <a:pt x="821" y="581"/>
                </a:cubicBezTo>
                <a:cubicBezTo>
                  <a:pt x="735" y="667"/>
                  <a:pt x="735" y="667"/>
                  <a:pt x="735" y="667"/>
                </a:cubicBezTo>
                <a:cubicBezTo>
                  <a:pt x="666" y="669"/>
                  <a:pt x="666" y="669"/>
                  <a:pt x="666" y="669"/>
                </a:cubicBezTo>
                <a:cubicBezTo>
                  <a:pt x="610" y="724"/>
                  <a:pt x="610" y="724"/>
                  <a:pt x="610" y="724"/>
                </a:cubicBezTo>
                <a:cubicBezTo>
                  <a:pt x="558" y="725"/>
                  <a:pt x="558" y="725"/>
                  <a:pt x="558" y="725"/>
                </a:cubicBezTo>
                <a:cubicBezTo>
                  <a:pt x="472" y="812"/>
                  <a:pt x="472" y="812"/>
                  <a:pt x="472" y="812"/>
                </a:cubicBezTo>
                <a:cubicBezTo>
                  <a:pt x="360" y="811"/>
                  <a:pt x="360" y="811"/>
                  <a:pt x="360" y="811"/>
                </a:cubicBezTo>
                <a:cubicBezTo>
                  <a:pt x="228" y="942"/>
                  <a:pt x="228" y="942"/>
                  <a:pt x="228" y="942"/>
                </a:cubicBezTo>
                <a:cubicBezTo>
                  <a:pt x="165" y="944"/>
                  <a:pt x="165" y="944"/>
                  <a:pt x="165" y="944"/>
                </a:cubicBezTo>
                <a:cubicBezTo>
                  <a:pt x="140" y="968"/>
                  <a:pt x="140" y="968"/>
                  <a:pt x="140" y="968"/>
                </a:cubicBezTo>
                <a:cubicBezTo>
                  <a:pt x="46" y="967"/>
                  <a:pt x="46" y="967"/>
                  <a:pt x="46" y="967"/>
                </a:cubicBezTo>
                <a:cubicBezTo>
                  <a:pt x="0" y="1012"/>
                  <a:pt x="0" y="1012"/>
                  <a:pt x="0" y="1012"/>
                </a:cubicBezTo>
                <a:cubicBezTo>
                  <a:pt x="1" y="1013"/>
                  <a:pt x="1" y="1015"/>
                  <a:pt x="2" y="1016"/>
                </a:cubicBezTo>
                <a:cubicBezTo>
                  <a:pt x="47" y="971"/>
                  <a:pt x="47" y="971"/>
                  <a:pt x="47" y="971"/>
                </a:cubicBezTo>
                <a:cubicBezTo>
                  <a:pt x="142" y="972"/>
                  <a:pt x="142" y="972"/>
                  <a:pt x="142" y="972"/>
                </a:cubicBezTo>
                <a:cubicBezTo>
                  <a:pt x="166" y="948"/>
                  <a:pt x="166" y="948"/>
                  <a:pt x="166" y="948"/>
                </a:cubicBezTo>
                <a:cubicBezTo>
                  <a:pt x="230" y="946"/>
                  <a:pt x="230" y="946"/>
                  <a:pt x="230" y="946"/>
                </a:cubicBezTo>
                <a:cubicBezTo>
                  <a:pt x="361" y="815"/>
                  <a:pt x="361" y="815"/>
                  <a:pt x="361" y="815"/>
                </a:cubicBezTo>
                <a:cubicBezTo>
                  <a:pt x="473" y="816"/>
                  <a:pt x="473" y="816"/>
                  <a:pt x="473" y="816"/>
                </a:cubicBezTo>
                <a:cubicBezTo>
                  <a:pt x="560" y="729"/>
                  <a:pt x="560" y="729"/>
                  <a:pt x="560" y="729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67" y="673"/>
                  <a:pt x="667" y="673"/>
                  <a:pt x="667" y="673"/>
                </a:cubicBezTo>
                <a:cubicBezTo>
                  <a:pt x="737" y="671"/>
                  <a:pt x="737" y="671"/>
                  <a:pt x="737" y="671"/>
                </a:cubicBezTo>
                <a:cubicBezTo>
                  <a:pt x="823" y="585"/>
                  <a:pt x="823" y="585"/>
                  <a:pt x="823" y="585"/>
                </a:cubicBezTo>
                <a:cubicBezTo>
                  <a:pt x="858" y="584"/>
                  <a:pt x="858" y="584"/>
                  <a:pt x="858" y="584"/>
                </a:cubicBezTo>
                <a:cubicBezTo>
                  <a:pt x="1439" y="3"/>
                  <a:pt x="1439" y="3"/>
                  <a:pt x="1439" y="3"/>
                </a:cubicBezTo>
                <a:cubicBezTo>
                  <a:pt x="1436" y="0"/>
                  <a:pt x="1436" y="0"/>
                  <a:pt x="14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7" name="Freeform 714"/>
          <p:cNvSpPr>
            <a:spLocks/>
          </p:cNvSpPr>
          <p:nvPr/>
        </p:nvSpPr>
        <p:spPr bwMode="auto">
          <a:xfrm>
            <a:off x="12221393" y="430214"/>
            <a:ext cx="5976939" cy="4191008"/>
          </a:xfrm>
          <a:custGeom>
            <a:avLst/>
            <a:gdLst>
              <a:gd name="T0" fmla="*/ 1440 w 1442"/>
              <a:gd name="T1" fmla="*/ 0 h 1011"/>
              <a:gd name="T2" fmla="*/ 865 w 1442"/>
              <a:gd name="T3" fmla="*/ 575 h 1011"/>
              <a:gd name="T4" fmla="*/ 829 w 1442"/>
              <a:gd name="T5" fmla="*/ 576 h 1011"/>
              <a:gd name="T6" fmla="*/ 743 w 1442"/>
              <a:gd name="T7" fmla="*/ 662 h 1011"/>
              <a:gd name="T8" fmla="*/ 671 w 1442"/>
              <a:gd name="T9" fmla="*/ 661 h 1011"/>
              <a:gd name="T10" fmla="*/ 615 w 1442"/>
              <a:gd name="T11" fmla="*/ 717 h 1011"/>
              <a:gd name="T12" fmla="*/ 563 w 1442"/>
              <a:gd name="T13" fmla="*/ 718 h 1011"/>
              <a:gd name="T14" fmla="*/ 477 w 1442"/>
              <a:gd name="T15" fmla="*/ 805 h 1011"/>
              <a:gd name="T16" fmla="*/ 365 w 1442"/>
              <a:gd name="T17" fmla="*/ 803 h 1011"/>
              <a:gd name="T18" fmla="*/ 233 w 1442"/>
              <a:gd name="T19" fmla="*/ 935 h 1011"/>
              <a:gd name="T20" fmla="*/ 170 w 1442"/>
              <a:gd name="T21" fmla="*/ 936 h 1011"/>
              <a:gd name="T22" fmla="*/ 146 w 1442"/>
              <a:gd name="T23" fmla="*/ 960 h 1011"/>
              <a:gd name="T24" fmla="*/ 51 w 1442"/>
              <a:gd name="T25" fmla="*/ 959 h 1011"/>
              <a:gd name="T26" fmla="*/ 0 w 1442"/>
              <a:gd name="T27" fmla="*/ 1009 h 1011"/>
              <a:gd name="T28" fmla="*/ 4 w 1442"/>
              <a:gd name="T29" fmla="*/ 1011 h 1011"/>
              <a:gd name="T30" fmla="*/ 52 w 1442"/>
              <a:gd name="T31" fmla="*/ 963 h 1011"/>
              <a:gd name="T32" fmla="*/ 147 w 1442"/>
              <a:gd name="T33" fmla="*/ 964 h 1011"/>
              <a:gd name="T34" fmla="*/ 172 w 1442"/>
              <a:gd name="T35" fmla="*/ 940 h 1011"/>
              <a:gd name="T36" fmla="*/ 235 w 1442"/>
              <a:gd name="T37" fmla="*/ 939 h 1011"/>
              <a:gd name="T38" fmla="*/ 366 w 1442"/>
              <a:gd name="T39" fmla="*/ 807 h 1011"/>
              <a:gd name="T40" fmla="*/ 478 w 1442"/>
              <a:gd name="T41" fmla="*/ 809 h 1011"/>
              <a:gd name="T42" fmla="*/ 565 w 1442"/>
              <a:gd name="T43" fmla="*/ 722 h 1011"/>
              <a:gd name="T44" fmla="*/ 617 w 1442"/>
              <a:gd name="T45" fmla="*/ 721 h 1011"/>
              <a:gd name="T46" fmla="*/ 672 w 1442"/>
              <a:gd name="T47" fmla="*/ 665 h 1011"/>
              <a:gd name="T48" fmla="*/ 745 w 1442"/>
              <a:gd name="T49" fmla="*/ 666 h 1011"/>
              <a:gd name="T50" fmla="*/ 831 w 1442"/>
              <a:gd name="T51" fmla="*/ 580 h 1011"/>
              <a:gd name="T52" fmla="*/ 867 w 1442"/>
              <a:gd name="T53" fmla="*/ 579 h 1011"/>
              <a:gd name="T54" fmla="*/ 1442 w 1442"/>
              <a:gd name="T55" fmla="*/ 3 h 1011"/>
              <a:gd name="T56" fmla="*/ 1440 w 1442"/>
              <a:gd name="T57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42" h="1011">
                <a:moveTo>
                  <a:pt x="1440" y="0"/>
                </a:moveTo>
                <a:cubicBezTo>
                  <a:pt x="865" y="575"/>
                  <a:pt x="865" y="575"/>
                  <a:pt x="865" y="575"/>
                </a:cubicBezTo>
                <a:cubicBezTo>
                  <a:pt x="829" y="576"/>
                  <a:pt x="829" y="576"/>
                  <a:pt x="829" y="576"/>
                </a:cubicBezTo>
                <a:cubicBezTo>
                  <a:pt x="743" y="662"/>
                  <a:pt x="743" y="662"/>
                  <a:pt x="743" y="662"/>
                </a:cubicBezTo>
                <a:cubicBezTo>
                  <a:pt x="671" y="661"/>
                  <a:pt x="671" y="661"/>
                  <a:pt x="671" y="661"/>
                </a:cubicBezTo>
                <a:cubicBezTo>
                  <a:pt x="615" y="717"/>
                  <a:pt x="615" y="717"/>
                  <a:pt x="615" y="717"/>
                </a:cubicBezTo>
                <a:cubicBezTo>
                  <a:pt x="563" y="718"/>
                  <a:pt x="563" y="718"/>
                  <a:pt x="563" y="718"/>
                </a:cubicBezTo>
                <a:cubicBezTo>
                  <a:pt x="477" y="805"/>
                  <a:pt x="477" y="805"/>
                  <a:pt x="477" y="805"/>
                </a:cubicBezTo>
                <a:cubicBezTo>
                  <a:pt x="365" y="803"/>
                  <a:pt x="365" y="803"/>
                  <a:pt x="365" y="803"/>
                </a:cubicBezTo>
                <a:cubicBezTo>
                  <a:pt x="233" y="935"/>
                  <a:pt x="233" y="935"/>
                  <a:pt x="233" y="935"/>
                </a:cubicBezTo>
                <a:cubicBezTo>
                  <a:pt x="170" y="936"/>
                  <a:pt x="170" y="936"/>
                  <a:pt x="170" y="936"/>
                </a:cubicBezTo>
                <a:cubicBezTo>
                  <a:pt x="146" y="960"/>
                  <a:pt x="146" y="960"/>
                  <a:pt x="146" y="960"/>
                </a:cubicBezTo>
                <a:cubicBezTo>
                  <a:pt x="51" y="959"/>
                  <a:pt x="51" y="959"/>
                  <a:pt x="51" y="959"/>
                </a:cubicBezTo>
                <a:cubicBezTo>
                  <a:pt x="0" y="1009"/>
                  <a:pt x="0" y="1009"/>
                  <a:pt x="0" y="1009"/>
                </a:cubicBezTo>
                <a:cubicBezTo>
                  <a:pt x="2" y="1010"/>
                  <a:pt x="3" y="1011"/>
                  <a:pt x="4" y="1011"/>
                </a:cubicBezTo>
                <a:cubicBezTo>
                  <a:pt x="52" y="963"/>
                  <a:pt x="52" y="963"/>
                  <a:pt x="52" y="963"/>
                </a:cubicBezTo>
                <a:cubicBezTo>
                  <a:pt x="147" y="964"/>
                  <a:pt x="147" y="964"/>
                  <a:pt x="147" y="964"/>
                </a:cubicBezTo>
                <a:cubicBezTo>
                  <a:pt x="172" y="940"/>
                  <a:pt x="172" y="940"/>
                  <a:pt x="172" y="940"/>
                </a:cubicBezTo>
                <a:cubicBezTo>
                  <a:pt x="235" y="939"/>
                  <a:pt x="235" y="939"/>
                  <a:pt x="235" y="939"/>
                </a:cubicBezTo>
                <a:cubicBezTo>
                  <a:pt x="366" y="807"/>
                  <a:pt x="366" y="807"/>
                  <a:pt x="366" y="807"/>
                </a:cubicBezTo>
                <a:cubicBezTo>
                  <a:pt x="478" y="809"/>
                  <a:pt x="478" y="809"/>
                  <a:pt x="478" y="809"/>
                </a:cubicBezTo>
                <a:cubicBezTo>
                  <a:pt x="565" y="722"/>
                  <a:pt x="565" y="722"/>
                  <a:pt x="565" y="722"/>
                </a:cubicBezTo>
                <a:cubicBezTo>
                  <a:pt x="617" y="721"/>
                  <a:pt x="617" y="721"/>
                  <a:pt x="617" y="721"/>
                </a:cubicBezTo>
                <a:cubicBezTo>
                  <a:pt x="672" y="665"/>
                  <a:pt x="672" y="665"/>
                  <a:pt x="672" y="665"/>
                </a:cubicBezTo>
                <a:cubicBezTo>
                  <a:pt x="745" y="666"/>
                  <a:pt x="745" y="666"/>
                  <a:pt x="745" y="666"/>
                </a:cubicBezTo>
                <a:cubicBezTo>
                  <a:pt x="831" y="580"/>
                  <a:pt x="831" y="580"/>
                  <a:pt x="831" y="580"/>
                </a:cubicBezTo>
                <a:cubicBezTo>
                  <a:pt x="867" y="579"/>
                  <a:pt x="867" y="579"/>
                  <a:pt x="867" y="579"/>
                </a:cubicBezTo>
                <a:cubicBezTo>
                  <a:pt x="1442" y="3"/>
                  <a:pt x="1442" y="3"/>
                  <a:pt x="1442" y="3"/>
                </a:cubicBezTo>
                <a:cubicBezTo>
                  <a:pt x="1440" y="0"/>
                  <a:pt x="1440" y="0"/>
                  <a:pt x="14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8" name="Freeform 715"/>
          <p:cNvSpPr>
            <a:spLocks/>
          </p:cNvSpPr>
          <p:nvPr/>
        </p:nvSpPr>
        <p:spPr bwMode="auto">
          <a:xfrm>
            <a:off x="10932343" y="123826"/>
            <a:ext cx="1312863" cy="1944691"/>
          </a:xfrm>
          <a:custGeom>
            <a:avLst/>
            <a:gdLst>
              <a:gd name="T0" fmla="*/ 314 w 317"/>
              <a:gd name="T1" fmla="*/ 0 h 469"/>
              <a:gd name="T2" fmla="*/ 312 w 317"/>
              <a:gd name="T3" fmla="*/ 3 h 469"/>
              <a:gd name="T4" fmla="*/ 312 w 317"/>
              <a:gd name="T5" fmla="*/ 3 h 469"/>
              <a:gd name="T6" fmla="*/ 313 w 317"/>
              <a:gd name="T7" fmla="*/ 69 h 469"/>
              <a:gd name="T8" fmla="*/ 79 w 317"/>
              <a:gd name="T9" fmla="*/ 303 h 469"/>
              <a:gd name="T10" fmla="*/ 80 w 317"/>
              <a:gd name="T11" fmla="*/ 387 h 469"/>
              <a:gd name="T12" fmla="*/ 0 w 317"/>
              <a:gd name="T13" fmla="*/ 467 h 469"/>
              <a:gd name="T14" fmla="*/ 4 w 317"/>
              <a:gd name="T15" fmla="*/ 469 h 469"/>
              <a:gd name="T16" fmla="*/ 84 w 317"/>
              <a:gd name="T17" fmla="*/ 389 h 469"/>
              <a:gd name="T18" fmla="*/ 83 w 317"/>
              <a:gd name="T19" fmla="*/ 305 h 469"/>
              <a:gd name="T20" fmla="*/ 317 w 317"/>
              <a:gd name="T21" fmla="*/ 71 h 469"/>
              <a:gd name="T22" fmla="*/ 316 w 317"/>
              <a:gd name="T23" fmla="*/ 2 h 469"/>
              <a:gd name="T24" fmla="*/ 314 w 317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7" h="469">
                <a:moveTo>
                  <a:pt x="314" y="0"/>
                </a:moveTo>
                <a:cubicBezTo>
                  <a:pt x="312" y="3"/>
                  <a:pt x="312" y="3"/>
                  <a:pt x="312" y="3"/>
                </a:cubicBezTo>
                <a:cubicBezTo>
                  <a:pt x="312" y="3"/>
                  <a:pt x="312" y="3"/>
                  <a:pt x="312" y="3"/>
                </a:cubicBezTo>
                <a:cubicBezTo>
                  <a:pt x="313" y="69"/>
                  <a:pt x="313" y="69"/>
                  <a:pt x="313" y="69"/>
                </a:cubicBezTo>
                <a:cubicBezTo>
                  <a:pt x="79" y="303"/>
                  <a:pt x="79" y="303"/>
                  <a:pt x="79" y="303"/>
                </a:cubicBezTo>
                <a:cubicBezTo>
                  <a:pt x="80" y="387"/>
                  <a:pt x="80" y="387"/>
                  <a:pt x="80" y="387"/>
                </a:cubicBezTo>
                <a:cubicBezTo>
                  <a:pt x="0" y="467"/>
                  <a:pt x="0" y="467"/>
                  <a:pt x="0" y="467"/>
                </a:cubicBezTo>
                <a:cubicBezTo>
                  <a:pt x="1" y="467"/>
                  <a:pt x="3" y="468"/>
                  <a:pt x="4" y="469"/>
                </a:cubicBezTo>
                <a:cubicBezTo>
                  <a:pt x="84" y="389"/>
                  <a:pt x="84" y="389"/>
                  <a:pt x="84" y="389"/>
                </a:cubicBezTo>
                <a:cubicBezTo>
                  <a:pt x="83" y="305"/>
                  <a:pt x="83" y="305"/>
                  <a:pt x="83" y="305"/>
                </a:cubicBezTo>
                <a:cubicBezTo>
                  <a:pt x="317" y="71"/>
                  <a:pt x="317" y="71"/>
                  <a:pt x="317" y="71"/>
                </a:cubicBezTo>
                <a:cubicBezTo>
                  <a:pt x="316" y="2"/>
                  <a:pt x="316" y="2"/>
                  <a:pt x="316" y="2"/>
                </a:cubicBezTo>
                <a:cubicBezTo>
                  <a:pt x="314" y="0"/>
                  <a:pt x="314" y="0"/>
                  <a:pt x="3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9" name="Freeform 716"/>
          <p:cNvSpPr>
            <a:spLocks noEditPoints="1"/>
          </p:cNvSpPr>
          <p:nvPr/>
        </p:nvSpPr>
        <p:spPr bwMode="auto">
          <a:xfrm>
            <a:off x="9049567" y="-4473583"/>
            <a:ext cx="2022476" cy="4240220"/>
          </a:xfrm>
          <a:custGeom>
            <a:avLst/>
            <a:gdLst>
              <a:gd name="T0" fmla="*/ 7 w 488"/>
              <a:gd name="T1" fmla="*/ 879 h 1023"/>
              <a:gd name="T2" fmla="*/ 4 w 488"/>
              <a:gd name="T3" fmla="*/ 880 h 1023"/>
              <a:gd name="T4" fmla="*/ 4 w 488"/>
              <a:gd name="T5" fmla="*/ 880 h 1023"/>
              <a:gd name="T6" fmla="*/ 3 w 488"/>
              <a:gd name="T7" fmla="*/ 880 h 1023"/>
              <a:gd name="T8" fmla="*/ 4 w 488"/>
              <a:gd name="T9" fmla="*/ 921 h 1023"/>
              <a:gd name="T10" fmla="*/ 84 w 488"/>
              <a:gd name="T11" fmla="*/ 1001 h 1023"/>
              <a:gd name="T12" fmla="*/ 83 w 488"/>
              <a:gd name="T13" fmla="*/ 1017 h 1023"/>
              <a:gd name="T14" fmla="*/ 83 w 488"/>
              <a:gd name="T15" fmla="*/ 1023 h 1023"/>
              <a:gd name="T16" fmla="*/ 87 w 488"/>
              <a:gd name="T17" fmla="*/ 1023 h 1023"/>
              <a:gd name="T18" fmla="*/ 87 w 488"/>
              <a:gd name="T19" fmla="*/ 1019 h 1023"/>
              <a:gd name="T20" fmla="*/ 88 w 488"/>
              <a:gd name="T21" fmla="*/ 1000 h 1023"/>
              <a:gd name="T22" fmla="*/ 8 w 488"/>
              <a:gd name="T23" fmla="*/ 919 h 1023"/>
              <a:gd name="T24" fmla="*/ 7 w 488"/>
              <a:gd name="T25" fmla="*/ 879 h 1023"/>
              <a:gd name="T26" fmla="*/ 486 w 488"/>
              <a:gd name="T27" fmla="*/ 0 h 1023"/>
              <a:gd name="T28" fmla="*/ 486 w 488"/>
              <a:gd name="T29" fmla="*/ 0 h 1023"/>
              <a:gd name="T30" fmla="*/ 0 w 488"/>
              <a:gd name="T31" fmla="*/ 486 h 1023"/>
              <a:gd name="T32" fmla="*/ 3 w 488"/>
              <a:gd name="T33" fmla="*/ 838 h 1023"/>
              <a:gd name="T34" fmla="*/ 4 w 488"/>
              <a:gd name="T35" fmla="*/ 838 h 1023"/>
              <a:gd name="T36" fmla="*/ 4 w 488"/>
              <a:gd name="T37" fmla="*/ 838 h 1023"/>
              <a:gd name="T38" fmla="*/ 7 w 488"/>
              <a:gd name="T39" fmla="*/ 839 h 1023"/>
              <a:gd name="T40" fmla="*/ 4 w 488"/>
              <a:gd name="T41" fmla="*/ 488 h 1023"/>
              <a:gd name="T42" fmla="*/ 488 w 488"/>
              <a:gd name="T43" fmla="*/ 3 h 1023"/>
              <a:gd name="T44" fmla="*/ 486 w 488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8" h="1023">
                <a:moveTo>
                  <a:pt x="7" y="879"/>
                </a:moveTo>
                <a:cubicBezTo>
                  <a:pt x="6" y="880"/>
                  <a:pt x="5" y="880"/>
                  <a:pt x="4" y="880"/>
                </a:cubicBezTo>
                <a:cubicBezTo>
                  <a:pt x="4" y="880"/>
                  <a:pt x="4" y="880"/>
                  <a:pt x="4" y="880"/>
                </a:cubicBezTo>
                <a:cubicBezTo>
                  <a:pt x="4" y="880"/>
                  <a:pt x="3" y="880"/>
                  <a:pt x="3" y="880"/>
                </a:cubicBezTo>
                <a:cubicBezTo>
                  <a:pt x="4" y="921"/>
                  <a:pt x="4" y="921"/>
                  <a:pt x="4" y="921"/>
                </a:cubicBezTo>
                <a:cubicBezTo>
                  <a:pt x="84" y="1001"/>
                  <a:pt x="84" y="1001"/>
                  <a:pt x="84" y="1001"/>
                </a:cubicBezTo>
                <a:cubicBezTo>
                  <a:pt x="83" y="1017"/>
                  <a:pt x="83" y="1017"/>
                  <a:pt x="83" y="1017"/>
                </a:cubicBezTo>
                <a:cubicBezTo>
                  <a:pt x="83" y="1023"/>
                  <a:pt x="83" y="1023"/>
                  <a:pt x="83" y="1023"/>
                </a:cubicBezTo>
                <a:cubicBezTo>
                  <a:pt x="87" y="1023"/>
                  <a:pt x="87" y="1023"/>
                  <a:pt x="87" y="1023"/>
                </a:cubicBezTo>
                <a:cubicBezTo>
                  <a:pt x="87" y="1019"/>
                  <a:pt x="87" y="1019"/>
                  <a:pt x="87" y="1019"/>
                </a:cubicBezTo>
                <a:cubicBezTo>
                  <a:pt x="88" y="1000"/>
                  <a:pt x="88" y="1000"/>
                  <a:pt x="88" y="1000"/>
                </a:cubicBezTo>
                <a:cubicBezTo>
                  <a:pt x="8" y="919"/>
                  <a:pt x="8" y="919"/>
                  <a:pt x="8" y="919"/>
                </a:cubicBezTo>
                <a:cubicBezTo>
                  <a:pt x="7" y="879"/>
                  <a:pt x="7" y="879"/>
                  <a:pt x="7" y="879"/>
                </a:cubicBezTo>
                <a:moveTo>
                  <a:pt x="486" y="0"/>
                </a:moveTo>
                <a:cubicBezTo>
                  <a:pt x="486" y="0"/>
                  <a:pt x="486" y="0"/>
                  <a:pt x="486" y="0"/>
                </a:cubicBezTo>
                <a:cubicBezTo>
                  <a:pt x="0" y="486"/>
                  <a:pt x="0" y="486"/>
                  <a:pt x="0" y="486"/>
                </a:cubicBezTo>
                <a:cubicBezTo>
                  <a:pt x="3" y="838"/>
                  <a:pt x="3" y="838"/>
                  <a:pt x="3" y="838"/>
                </a:cubicBezTo>
                <a:cubicBezTo>
                  <a:pt x="3" y="838"/>
                  <a:pt x="4" y="838"/>
                  <a:pt x="4" y="838"/>
                </a:cubicBezTo>
                <a:cubicBezTo>
                  <a:pt x="4" y="838"/>
                  <a:pt x="4" y="838"/>
                  <a:pt x="4" y="838"/>
                </a:cubicBezTo>
                <a:cubicBezTo>
                  <a:pt x="5" y="838"/>
                  <a:pt x="6" y="838"/>
                  <a:pt x="7" y="839"/>
                </a:cubicBezTo>
                <a:cubicBezTo>
                  <a:pt x="4" y="488"/>
                  <a:pt x="4" y="488"/>
                  <a:pt x="4" y="488"/>
                </a:cubicBezTo>
                <a:cubicBezTo>
                  <a:pt x="488" y="3"/>
                  <a:pt x="488" y="3"/>
                  <a:pt x="488" y="3"/>
                </a:cubicBezTo>
                <a:cubicBezTo>
                  <a:pt x="486" y="0"/>
                  <a:pt x="486" y="0"/>
                  <a:pt x="48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0" name="Freeform 717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1" name="Freeform 718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2" name="Freeform 719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3" name="Freeform 720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4" name="Freeform 721"/>
          <p:cNvSpPr>
            <a:spLocks/>
          </p:cNvSpPr>
          <p:nvPr/>
        </p:nvSpPr>
        <p:spPr bwMode="auto">
          <a:xfrm>
            <a:off x="9460730" y="-4217995"/>
            <a:ext cx="1873251" cy="4457708"/>
          </a:xfrm>
          <a:custGeom>
            <a:avLst/>
            <a:gdLst>
              <a:gd name="T0" fmla="*/ 449 w 452"/>
              <a:gd name="T1" fmla="*/ 0 h 1075"/>
              <a:gd name="T2" fmla="*/ 449 w 452"/>
              <a:gd name="T3" fmla="*/ 0 h 1075"/>
              <a:gd name="T4" fmla="*/ 0 w 452"/>
              <a:gd name="T5" fmla="*/ 449 h 1075"/>
              <a:gd name="T6" fmla="*/ 5 w 452"/>
              <a:gd name="T7" fmla="*/ 847 h 1075"/>
              <a:gd name="T8" fmla="*/ 129 w 452"/>
              <a:gd name="T9" fmla="*/ 971 h 1075"/>
              <a:gd name="T10" fmla="*/ 129 w 452"/>
              <a:gd name="T11" fmla="*/ 999 h 1075"/>
              <a:gd name="T12" fmla="*/ 56 w 452"/>
              <a:gd name="T13" fmla="*/ 1072 h 1075"/>
              <a:gd name="T14" fmla="*/ 58 w 452"/>
              <a:gd name="T15" fmla="*/ 1074 h 1075"/>
              <a:gd name="T16" fmla="*/ 59 w 452"/>
              <a:gd name="T17" fmla="*/ 1075 h 1075"/>
              <a:gd name="T18" fmla="*/ 133 w 452"/>
              <a:gd name="T19" fmla="*/ 1001 h 1075"/>
              <a:gd name="T20" fmla="*/ 133 w 452"/>
              <a:gd name="T21" fmla="*/ 969 h 1075"/>
              <a:gd name="T22" fmla="*/ 9 w 452"/>
              <a:gd name="T23" fmla="*/ 845 h 1075"/>
              <a:gd name="T24" fmla="*/ 4 w 452"/>
              <a:gd name="T25" fmla="*/ 450 h 1075"/>
              <a:gd name="T26" fmla="*/ 452 w 452"/>
              <a:gd name="T27" fmla="*/ 3 h 1075"/>
              <a:gd name="T28" fmla="*/ 449 w 452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2" h="1075">
                <a:moveTo>
                  <a:pt x="449" y="0"/>
                </a:moveTo>
                <a:cubicBezTo>
                  <a:pt x="449" y="0"/>
                  <a:pt x="449" y="0"/>
                  <a:pt x="449" y="0"/>
                </a:cubicBezTo>
                <a:cubicBezTo>
                  <a:pt x="0" y="449"/>
                  <a:pt x="0" y="449"/>
                  <a:pt x="0" y="449"/>
                </a:cubicBezTo>
                <a:cubicBezTo>
                  <a:pt x="5" y="847"/>
                  <a:pt x="5" y="847"/>
                  <a:pt x="5" y="847"/>
                </a:cubicBezTo>
                <a:cubicBezTo>
                  <a:pt x="129" y="971"/>
                  <a:pt x="129" y="971"/>
                  <a:pt x="129" y="971"/>
                </a:cubicBezTo>
                <a:cubicBezTo>
                  <a:pt x="129" y="999"/>
                  <a:pt x="129" y="999"/>
                  <a:pt x="129" y="999"/>
                </a:cubicBezTo>
                <a:cubicBezTo>
                  <a:pt x="56" y="1072"/>
                  <a:pt x="56" y="1072"/>
                  <a:pt x="56" y="1072"/>
                </a:cubicBezTo>
                <a:cubicBezTo>
                  <a:pt x="57" y="1072"/>
                  <a:pt x="57" y="1073"/>
                  <a:pt x="58" y="1074"/>
                </a:cubicBezTo>
                <a:cubicBezTo>
                  <a:pt x="58" y="1074"/>
                  <a:pt x="59" y="1074"/>
                  <a:pt x="59" y="1075"/>
                </a:cubicBezTo>
                <a:cubicBezTo>
                  <a:pt x="133" y="1001"/>
                  <a:pt x="133" y="1001"/>
                  <a:pt x="133" y="1001"/>
                </a:cubicBezTo>
                <a:cubicBezTo>
                  <a:pt x="133" y="969"/>
                  <a:pt x="133" y="969"/>
                  <a:pt x="133" y="969"/>
                </a:cubicBezTo>
                <a:cubicBezTo>
                  <a:pt x="9" y="845"/>
                  <a:pt x="9" y="845"/>
                  <a:pt x="9" y="845"/>
                </a:cubicBezTo>
                <a:cubicBezTo>
                  <a:pt x="4" y="450"/>
                  <a:pt x="4" y="450"/>
                  <a:pt x="4" y="450"/>
                </a:cubicBezTo>
                <a:cubicBezTo>
                  <a:pt x="452" y="3"/>
                  <a:pt x="452" y="3"/>
                  <a:pt x="452" y="3"/>
                </a:cubicBezTo>
                <a:cubicBezTo>
                  <a:pt x="449" y="0"/>
                  <a:pt x="449" y="0"/>
                  <a:pt x="4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5" name="Freeform 722"/>
          <p:cNvSpPr>
            <a:spLocks/>
          </p:cNvSpPr>
          <p:nvPr/>
        </p:nvSpPr>
        <p:spPr bwMode="auto">
          <a:xfrm>
            <a:off x="9548042" y="-4159257"/>
            <a:ext cx="1843088" cy="4702184"/>
          </a:xfrm>
          <a:custGeom>
            <a:avLst/>
            <a:gdLst>
              <a:gd name="T0" fmla="*/ 442 w 445"/>
              <a:gd name="T1" fmla="*/ 0 h 1134"/>
              <a:gd name="T2" fmla="*/ 0 w 445"/>
              <a:gd name="T3" fmla="*/ 442 h 1134"/>
              <a:gd name="T4" fmla="*/ 3 w 445"/>
              <a:gd name="T5" fmla="*/ 828 h 1134"/>
              <a:gd name="T6" fmla="*/ 137 w 445"/>
              <a:gd name="T7" fmla="*/ 963 h 1134"/>
              <a:gd name="T8" fmla="*/ 139 w 445"/>
              <a:gd name="T9" fmla="*/ 999 h 1134"/>
              <a:gd name="T10" fmla="*/ 7 w 445"/>
              <a:gd name="T11" fmla="*/ 1132 h 1134"/>
              <a:gd name="T12" fmla="*/ 9 w 445"/>
              <a:gd name="T13" fmla="*/ 1133 h 1134"/>
              <a:gd name="T14" fmla="*/ 9 w 445"/>
              <a:gd name="T15" fmla="*/ 1134 h 1134"/>
              <a:gd name="T16" fmla="*/ 143 w 445"/>
              <a:gd name="T17" fmla="*/ 1001 h 1134"/>
              <a:gd name="T18" fmla="*/ 141 w 445"/>
              <a:gd name="T19" fmla="*/ 961 h 1134"/>
              <a:gd name="T20" fmla="*/ 7 w 445"/>
              <a:gd name="T21" fmla="*/ 827 h 1134"/>
              <a:gd name="T22" fmla="*/ 4 w 445"/>
              <a:gd name="T23" fmla="*/ 444 h 1134"/>
              <a:gd name="T24" fmla="*/ 445 w 445"/>
              <a:gd name="T25" fmla="*/ 3 h 1134"/>
              <a:gd name="T26" fmla="*/ 442 w 445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5" h="1134">
                <a:moveTo>
                  <a:pt x="442" y="0"/>
                </a:moveTo>
                <a:cubicBezTo>
                  <a:pt x="0" y="442"/>
                  <a:pt x="0" y="442"/>
                  <a:pt x="0" y="442"/>
                </a:cubicBezTo>
                <a:cubicBezTo>
                  <a:pt x="3" y="828"/>
                  <a:pt x="3" y="828"/>
                  <a:pt x="3" y="828"/>
                </a:cubicBezTo>
                <a:cubicBezTo>
                  <a:pt x="137" y="963"/>
                  <a:pt x="137" y="963"/>
                  <a:pt x="137" y="963"/>
                </a:cubicBezTo>
                <a:cubicBezTo>
                  <a:pt x="139" y="999"/>
                  <a:pt x="139" y="999"/>
                  <a:pt x="139" y="999"/>
                </a:cubicBezTo>
                <a:cubicBezTo>
                  <a:pt x="7" y="1132"/>
                  <a:pt x="7" y="1132"/>
                  <a:pt x="7" y="1132"/>
                </a:cubicBezTo>
                <a:cubicBezTo>
                  <a:pt x="7" y="1132"/>
                  <a:pt x="8" y="1133"/>
                  <a:pt x="9" y="1133"/>
                </a:cubicBezTo>
                <a:cubicBezTo>
                  <a:pt x="9" y="1134"/>
                  <a:pt x="9" y="1134"/>
                  <a:pt x="9" y="1134"/>
                </a:cubicBezTo>
                <a:cubicBezTo>
                  <a:pt x="143" y="1001"/>
                  <a:pt x="143" y="1001"/>
                  <a:pt x="143" y="1001"/>
                </a:cubicBezTo>
                <a:cubicBezTo>
                  <a:pt x="141" y="961"/>
                  <a:pt x="141" y="961"/>
                  <a:pt x="141" y="961"/>
                </a:cubicBezTo>
                <a:cubicBezTo>
                  <a:pt x="7" y="827"/>
                  <a:pt x="7" y="827"/>
                  <a:pt x="7" y="827"/>
                </a:cubicBezTo>
                <a:cubicBezTo>
                  <a:pt x="4" y="444"/>
                  <a:pt x="4" y="444"/>
                  <a:pt x="4" y="444"/>
                </a:cubicBezTo>
                <a:cubicBezTo>
                  <a:pt x="445" y="3"/>
                  <a:pt x="445" y="3"/>
                  <a:pt x="445" y="3"/>
                </a:cubicBezTo>
                <a:cubicBezTo>
                  <a:pt x="442" y="0"/>
                  <a:pt x="442" y="0"/>
                  <a:pt x="4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6" name="Freeform 723"/>
          <p:cNvSpPr>
            <a:spLocks/>
          </p:cNvSpPr>
          <p:nvPr/>
        </p:nvSpPr>
        <p:spPr bwMode="auto">
          <a:xfrm>
            <a:off x="9625830" y="-4110045"/>
            <a:ext cx="1811338" cy="4216408"/>
          </a:xfrm>
          <a:custGeom>
            <a:avLst/>
            <a:gdLst>
              <a:gd name="T0" fmla="*/ 434 w 437"/>
              <a:gd name="T1" fmla="*/ 0 h 1017"/>
              <a:gd name="T2" fmla="*/ 434 w 437"/>
              <a:gd name="T3" fmla="*/ 0 h 1017"/>
              <a:gd name="T4" fmla="*/ 0 w 437"/>
              <a:gd name="T5" fmla="*/ 435 h 1017"/>
              <a:gd name="T6" fmla="*/ 5 w 437"/>
              <a:gd name="T7" fmla="*/ 809 h 1017"/>
              <a:gd name="T8" fmla="*/ 150 w 437"/>
              <a:gd name="T9" fmla="*/ 954 h 1017"/>
              <a:gd name="T10" fmla="*/ 149 w 437"/>
              <a:gd name="T11" fmla="*/ 1016 h 1017"/>
              <a:gd name="T12" fmla="*/ 153 w 437"/>
              <a:gd name="T13" fmla="*/ 1017 h 1017"/>
              <a:gd name="T14" fmla="*/ 154 w 437"/>
              <a:gd name="T15" fmla="*/ 952 h 1017"/>
              <a:gd name="T16" fmla="*/ 9 w 437"/>
              <a:gd name="T17" fmla="*/ 808 h 1017"/>
              <a:gd name="T18" fmla="*/ 4 w 437"/>
              <a:gd name="T19" fmla="*/ 436 h 1017"/>
              <a:gd name="T20" fmla="*/ 437 w 437"/>
              <a:gd name="T21" fmla="*/ 3 h 1017"/>
              <a:gd name="T22" fmla="*/ 434 w 437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7" h="1017">
                <a:moveTo>
                  <a:pt x="434" y="0"/>
                </a:moveTo>
                <a:cubicBezTo>
                  <a:pt x="434" y="0"/>
                  <a:pt x="434" y="0"/>
                  <a:pt x="434" y="0"/>
                </a:cubicBezTo>
                <a:cubicBezTo>
                  <a:pt x="0" y="435"/>
                  <a:pt x="0" y="435"/>
                  <a:pt x="0" y="435"/>
                </a:cubicBezTo>
                <a:cubicBezTo>
                  <a:pt x="5" y="809"/>
                  <a:pt x="5" y="809"/>
                  <a:pt x="5" y="809"/>
                </a:cubicBezTo>
                <a:cubicBezTo>
                  <a:pt x="150" y="954"/>
                  <a:pt x="150" y="954"/>
                  <a:pt x="150" y="954"/>
                </a:cubicBezTo>
                <a:cubicBezTo>
                  <a:pt x="149" y="1016"/>
                  <a:pt x="149" y="1016"/>
                  <a:pt x="149" y="1016"/>
                </a:cubicBezTo>
                <a:cubicBezTo>
                  <a:pt x="150" y="1016"/>
                  <a:pt x="152" y="1017"/>
                  <a:pt x="153" y="1017"/>
                </a:cubicBezTo>
                <a:cubicBezTo>
                  <a:pt x="154" y="952"/>
                  <a:pt x="154" y="952"/>
                  <a:pt x="154" y="952"/>
                </a:cubicBezTo>
                <a:cubicBezTo>
                  <a:pt x="9" y="808"/>
                  <a:pt x="9" y="808"/>
                  <a:pt x="9" y="808"/>
                </a:cubicBezTo>
                <a:cubicBezTo>
                  <a:pt x="4" y="436"/>
                  <a:pt x="4" y="436"/>
                  <a:pt x="4" y="436"/>
                </a:cubicBezTo>
                <a:cubicBezTo>
                  <a:pt x="437" y="3"/>
                  <a:pt x="437" y="3"/>
                  <a:pt x="437" y="3"/>
                </a:cubicBezTo>
                <a:cubicBezTo>
                  <a:pt x="434" y="0"/>
                  <a:pt x="434" y="0"/>
                  <a:pt x="43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7" name="Freeform 724"/>
          <p:cNvSpPr>
            <a:spLocks/>
          </p:cNvSpPr>
          <p:nvPr/>
        </p:nvSpPr>
        <p:spPr bwMode="auto">
          <a:xfrm>
            <a:off x="9713142" y="-4051307"/>
            <a:ext cx="1782763" cy="4594234"/>
          </a:xfrm>
          <a:custGeom>
            <a:avLst/>
            <a:gdLst>
              <a:gd name="T0" fmla="*/ 427 w 430"/>
              <a:gd name="T1" fmla="*/ 0 h 1108"/>
              <a:gd name="T2" fmla="*/ 0 w 430"/>
              <a:gd name="T3" fmla="*/ 428 h 1108"/>
              <a:gd name="T4" fmla="*/ 3 w 430"/>
              <a:gd name="T5" fmla="*/ 791 h 1108"/>
              <a:gd name="T6" fmla="*/ 184 w 430"/>
              <a:gd name="T7" fmla="*/ 972 h 1108"/>
              <a:gd name="T8" fmla="*/ 185 w 430"/>
              <a:gd name="T9" fmla="*/ 1063 h 1108"/>
              <a:gd name="T10" fmla="*/ 144 w 430"/>
              <a:gd name="T11" fmla="*/ 1104 h 1108"/>
              <a:gd name="T12" fmla="*/ 60 w 430"/>
              <a:gd name="T13" fmla="*/ 1104 h 1108"/>
              <a:gd name="T14" fmla="*/ 60 w 430"/>
              <a:gd name="T15" fmla="*/ 1105 h 1108"/>
              <a:gd name="T16" fmla="*/ 60 w 430"/>
              <a:gd name="T17" fmla="*/ 1108 h 1108"/>
              <a:gd name="T18" fmla="*/ 145 w 430"/>
              <a:gd name="T19" fmla="*/ 1108 h 1108"/>
              <a:gd name="T20" fmla="*/ 189 w 430"/>
              <a:gd name="T21" fmla="*/ 1065 h 1108"/>
              <a:gd name="T22" fmla="*/ 188 w 430"/>
              <a:gd name="T23" fmla="*/ 971 h 1108"/>
              <a:gd name="T24" fmla="*/ 6 w 430"/>
              <a:gd name="T25" fmla="*/ 790 h 1108"/>
              <a:gd name="T26" fmla="*/ 4 w 430"/>
              <a:gd name="T27" fmla="*/ 429 h 1108"/>
              <a:gd name="T28" fmla="*/ 430 w 430"/>
              <a:gd name="T29" fmla="*/ 3 h 1108"/>
              <a:gd name="T30" fmla="*/ 427 w 430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0" h="1108">
                <a:moveTo>
                  <a:pt x="427" y="0"/>
                </a:moveTo>
                <a:cubicBezTo>
                  <a:pt x="0" y="428"/>
                  <a:pt x="0" y="428"/>
                  <a:pt x="0" y="428"/>
                </a:cubicBezTo>
                <a:cubicBezTo>
                  <a:pt x="3" y="791"/>
                  <a:pt x="3" y="791"/>
                  <a:pt x="3" y="791"/>
                </a:cubicBezTo>
                <a:cubicBezTo>
                  <a:pt x="184" y="972"/>
                  <a:pt x="184" y="972"/>
                  <a:pt x="184" y="972"/>
                </a:cubicBezTo>
                <a:cubicBezTo>
                  <a:pt x="185" y="1063"/>
                  <a:pt x="185" y="1063"/>
                  <a:pt x="185" y="1063"/>
                </a:cubicBezTo>
                <a:cubicBezTo>
                  <a:pt x="144" y="1104"/>
                  <a:pt x="144" y="1104"/>
                  <a:pt x="144" y="1104"/>
                </a:cubicBezTo>
                <a:cubicBezTo>
                  <a:pt x="60" y="1104"/>
                  <a:pt x="60" y="1104"/>
                  <a:pt x="60" y="1104"/>
                </a:cubicBezTo>
                <a:cubicBezTo>
                  <a:pt x="60" y="1104"/>
                  <a:pt x="60" y="1104"/>
                  <a:pt x="60" y="1105"/>
                </a:cubicBezTo>
                <a:cubicBezTo>
                  <a:pt x="60" y="1106"/>
                  <a:pt x="60" y="1107"/>
                  <a:pt x="60" y="1108"/>
                </a:cubicBezTo>
                <a:cubicBezTo>
                  <a:pt x="145" y="1108"/>
                  <a:pt x="145" y="1108"/>
                  <a:pt x="145" y="1108"/>
                </a:cubicBezTo>
                <a:cubicBezTo>
                  <a:pt x="189" y="1065"/>
                  <a:pt x="189" y="1065"/>
                  <a:pt x="189" y="1065"/>
                </a:cubicBezTo>
                <a:cubicBezTo>
                  <a:pt x="188" y="971"/>
                  <a:pt x="188" y="971"/>
                  <a:pt x="188" y="971"/>
                </a:cubicBezTo>
                <a:cubicBezTo>
                  <a:pt x="6" y="790"/>
                  <a:pt x="6" y="790"/>
                  <a:pt x="6" y="790"/>
                </a:cubicBezTo>
                <a:cubicBezTo>
                  <a:pt x="4" y="429"/>
                  <a:pt x="4" y="429"/>
                  <a:pt x="4" y="429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8" name="Freeform 725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9" name="Freeform 726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0" name="Freeform 727"/>
          <p:cNvSpPr>
            <a:spLocks noEditPoints="1"/>
          </p:cNvSpPr>
          <p:nvPr/>
        </p:nvSpPr>
        <p:spPr bwMode="auto">
          <a:xfrm>
            <a:off x="9983017" y="-3897319"/>
            <a:ext cx="1665288" cy="2362204"/>
          </a:xfrm>
          <a:custGeom>
            <a:avLst/>
            <a:gdLst>
              <a:gd name="T0" fmla="*/ 36 w 402"/>
              <a:gd name="T1" fmla="*/ 363 h 570"/>
              <a:gd name="T2" fmla="*/ 0 w 402"/>
              <a:gd name="T3" fmla="*/ 399 h 570"/>
              <a:gd name="T4" fmla="*/ 0 w 402"/>
              <a:gd name="T5" fmla="*/ 569 h 570"/>
              <a:gd name="T6" fmla="*/ 4 w 402"/>
              <a:gd name="T7" fmla="*/ 570 h 570"/>
              <a:gd name="T8" fmla="*/ 4 w 402"/>
              <a:gd name="T9" fmla="*/ 401 h 570"/>
              <a:gd name="T10" fmla="*/ 39 w 402"/>
              <a:gd name="T11" fmla="*/ 366 h 570"/>
              <a:gd name="T12" fmla="*/ 38 w 402"/>
              <a:gd name="T13" fmla="*/ 365 h 570"/>
              <a:gd name="T14" fmla="*/ 36 w 402"/>
              <a:gd name="T15" fmla="*/ 363 h 570"/>
              <a:gd name="T16" fmla="*/ 399 w 402"/>
              <a:gd name="T17" fmla="*/ 0 h 570"/>
              <a:gd name="T18" fmla="*/ 65 w 402"/>
              <a:gd name="T19" fmla="*/ 334 h 570"/>
              <a:gd name="T20" fmla="*/ 67 w 402"/>
              <a:gd name="T21" fmla="*/ 336 h 570"/>
              <a:gd name="T22" fmla="*/ 68 w 402"/>
              <a:gd name="T23" fmla="*/ 337 h 570"/>
              <a:gd name="T24" fmla="*/ 402 w 402"/>
              <a:gd name="T25" fmla="*/ 3 h 570"/>
              <a:gd name="T26" fmla="*/ 399 w 402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2" h="570">
                <a:moveTo>
                  <a:pt x="36" y="363"/>
                </a:moveTo>
                <a:cubicBezTo>
                  <a:pt x="0" y="399"/>
                  <a:pt x="0" y="399"/>
                  <a:pt x="0" y="399"/>
                </a:cubicBezTo>
                <a:cubicBezTo>
                  <a:pt x="0" y="569"/>
                  <a:pt x="0" y="569"/>
                  <a:pt x="0" y="569"/>
                </a:cubicBezTo>
                <a:cubicBezTo>
                  <a:pt x="1" y="569"/>
                  <a:pt x="2" y="569"/>
                  <a:pt x="4" y="570"/>
                </a:cubicBezTo>
                <a:cubicBezTo>
                  <a:pt x="4" y="401"/>
                  <a:pt x="4" y="401"/>
                  <a:pt x="4" y="401"/>
                </a:cubicBezTo>
                <a:cubicBezTo>
                  <a:pt x="39" y="366"/>
                  <a:pt x="39" y="366"/>
                  <a:pt x="39" y="366"/>
                </a:cubicBezTo>
                <a:cubicBezTo>
                  <a:pt x="38" y="366"/>
                  <a:pt x="38" y="365"/>
                  <a:pt x="38" y="365"/>
                </a:cubicBezTo>
                <a:cubicBezTo>
                  <a:pt x="37" y="364"/>
                  <a:pt x="37" y="364"/>
                  <a:pt x="36" y="363"/>
                </a:cubicBezTo>
                <a:moveTo>
                  <a:pt x="399" y="0"/>
                </a:moveTo>
                <a:cubicBezTo>
                  <a:pt x="65" y="334"/>
                  <a:pt x="65" y="334"/>
                  <a:pt x="65" y="334"/>
                </a:cubicBezTo>
                <a:cubicBezTo>
                  <a:pt x="66" y="335"/>
                  <a:pt x="66" y="335"/>
                  <a:pt x="67" y="336"/>
                </a:cubicBezTo>
                <a:cubicBezTo>
                  <a:pt x="67" y="336"/>
                  <a:pt x="68" y="336"/>
                  <a:pt x="68" y="337"/>
                </a:cubicBezTo>
                <a:cubicBezTo>
                  <a:pt x="402" y="3"/>
                  <a:pt x="402" y="3"/>
                  <a:pt x="402" y="3"/>
                </a:cubicBezTo>
                <a:cubicBezTo>
                  <a:pt x="399" y="0"/>
                  <a:pt x="399" y="0"/>
                  <a:pt x="39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1" name="Freeform 728"/>
          <p:cNvSpPr>
            <a:spLocks/>
          </p:cNvSpPr>
          <p:nvPr/>
        </p:nvSpPr>
        <p:spPr bwMode="auto">
          <a:xfrm>
            <a:off x="10081442" y="-3748094"/>
            <a:ext cx="1720851" cy="4162433"/>
          </a:xfrm>
          <a:custGeom>
            <a:avLst/>
            <a:gdLst>
              <a:gd name="T0" fmla="*/ 412 w 415"/>
              <a:gd name="T1" fmla="*/ 0 h 1004"/>
              <a:gd name="T2" fmla="*/ 4 w 415"/>
              <a:gd name="T3" fmla="*/ 408 h 1004"/>
              <a:gd name="T4" fmla="*/ 0 w 415"/>
              <a:gd name="T5" fmla="*/ 709 h 1004"/>
              <a:gd name="T6" fmla="*/ 206 w 415"/>
              <a:gd name="T7" fmla="*/ 915 h 1004"/>
              <a:gd name="T8" fmla="*/ 205 w 415"/>
              <a:gd name="T9" fmla="*/ 982 h 1004"/>
              <a:gd name="T10" fmla="*/ 228 w 415"/>
              <a:gd name="T11" fmla="*/ 1004 h 1004"/>
              <a:gd name="T12" fmla="*/ 230 w 415"/>
              <a:gd name="T13" fmla="*/ 1001 h 1004"/>
              <a:gd name="T14" fmla="*/ 209 w 415"/>
              <a:gd name="T15" fmla="*/ 980 h 1004"/>
              <a:gd name="T16" fmla="*/ 210 w 415"/>
              <a:gd name="T17" fmla="*/ 913 h 1004"/>
              <a:gd name="T18" fmla="*/ 4 w 415"/>
              <a:gd name="T19" fmla="*/ 707 h 1004"/>
              <a:gd name="T20" fmla="*/ 8 w 415"/>
              <a:gd name="T21" fmla="*/ 410 h 1004"/>
              <a:gd name="T22" fmla="*/ 415 w 415"/>
              <a:gd name="T23" fmla="*/ 3 h 1004"/>
              <a:gd name="T24" fmla="*/ 412 w 415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5" h="1004">
                <a:moveTo>
                  <a:pt x="412" y="0"/>
                </a:moveTo>
                <a:cubicBezTo>
                  <a:pt x="4" y="408"/>
                  <a:pt x="4" y="408"/>
                  <a:pt x="4" y="408"/>
                </a:cubicBezTo>
                <a:cubicBezTo>
                  <a:pt x="0" y="709"/>
                  <a:pt x="0" y="709"/>
                  <a:pt x="0" y="709"/>
                </a:cubicBezTo>
                <a:cubicBezTo>
                  <a:pt x="206" y="915"/>
                  <a:pt x="206" y="915"/>
                  <a:pt x="206" y="915"/>
                </a:cubicBezTo>
                <a:cubicBezTo>
                  <a:pt x="205" y="982"/>
                  <a:pt x="205" y="982"/>
                  <a:pt x="205" y="982"/>
                </a:cubicBezTo>
                <a:cubicBezTo>
                  <a:pt x="228" y="1004"/>
                  <a:pt x="228" y="1004"/>
                  <a:pt x="228" y="1004"/>
                </a:cubicBezTo>
                <a:cubicBezTo>
                  <a:pt x="228" y="1003"/>
                  <a:pt x="229" y="1002"/>
                  <a:pt x="230" y="1001"/>
                </a:cubicBezTo>
                <a:cubicBezTo>
                  <a:pt x="209" y="980"/>
                  <a:pt x="209" y="980"/>
                  <a:pt x="209" y="980"/>
                </a:cubicBezTo>
                <a:cubicBezTo>
                  <a:pt x="210" y="913"/>
                  <a:pt x="210" y="913"/>
                  <a:pt x="210" y="913"/>
                </a:cubicBezTo>
                <a:cubicBezTo>
                  <a:pt x="4" y="707"/>
                  <a:pt x="4" y="707"/>
                  <a:pt x="4" y="707"/>
                </a:cubicBezTo>
                <a:cubicBezTo>
                  <a:pt x="8" y="410"/>
                  <a:pt x="8" y="410"/>
                  <a:pt x="8" y="410"/>
                </a:cubicBezTo>
                <a:cubicBezTo>
                  <a:pt x="415" y="3"/>
                  <a:pt x="415" y="3"/>
                  <a:pt x="415" y="3"/>
                </a:cubicBezTo>
                <a:cubicBezTo>
                  <a:pt x="412" y="0"/>
                  <a:pt x="412" y="0"/>
                  <a:pt x="4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2" name="Freeform 729"/>
          <p:cNvSpPr>
            <a:spLocks/>
          </p:cNvSpPr>
          <p:nvPr/>
        </p:nvSpPr>
        <p:spPr bwMode="auto">
          <a:xfrm>
            <a:off x="10181455" y="-3711582"/>
            <a:ext cx="1654176" cy="3698882"/>
          </a:xfrm>
          <a:custGeom>
            <a:avLst/>
            <a:gdLst>
              <a:gd name="T0" fmla="*/ 396 w 399"/>
              <a:gd name="T1" fmla="*/ 0 h 892"/>
              <a:gd name="T2" fmla="*/ 1 w 399"/>
              <a:gd name="T3" fmla="*/ 395 h 892"/>
              <a:gd name="T4" fmla="*/ 0 w 399"/>
              <a:gd name="T5" fmla="*/ 684 h 892"/>
              <a:gd name="T6" fmla="*/ 208 w 399"/>
              <a:gd name="T7" fmla="*/ 892 h 892"/>
              <a:gd name="T8" fmla="*/ 208 w 399"/>
              <a:gd name="T9" fmla="*/ 892 h 892"/>
              <a:gd name="T10" fmla="*/ 208 w 399"/>
              <a:gd name="T11" fmla="*/ 892 h 892"/>
              <a:gd name="T12" fmla="*/ 211 w 399"/>
              <a:gd name="T13" fmla="*/ 890 h 892"/>
              <a:gd name="T14" fmla="*/ 4 w 399"/>
              <a:gd name="T15" fmla="*/ 683 h 892"/>
              <a:gd name="T16" fmla="*/ 5 w 399"/>
              <a:gd name="T17" fmla="*/ 397 h 892"/>
              <a:gd name="T18" fmla="*/ 399 w 399"/>
              <a:gd name="T19" fmla="*/ 3 h 892"/>
              <a:gd name="T20" fmla="*/ 396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96" y="0"/>
                </a:moveTo>
                <a:cubicBezTo>
                  <a:pt x="1" y="395"/>
                  <a:pt x="1" y="395"/>
                  <a:pt x="1" y="395"/>
                </a:cubicBezTo>
                <a:cubicBezTo>
                  <a:pt x="0" y="684"/>
                  <a:pt x="0" y="684"/>
                  <a:pt x="0" y="684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9" y="891"/>
                  <a:pt x="210" y="890"/>
                  <a:pt x="211" y="890"/>
                </a:cubicBezTo>
                <a:cubicBezTo>
                  <a:pt x="4" y="683"/>
                  <a:pt x="4" y="683"/>
                  <a:pt x="4" y="683"/>
                </a:cubicBezTo>
                <a:cubicBezTo>
                  <a:pt x="5" y="397"/>
                  <a:pt x="5" y="397"/>
                  <a:pt x="5" y="397"/>
                </a:cubicBezTo>
                <a:cubicBezTo>
                  <a:pt x="399" y="3"/>
                  <a:pt x="399" y="3"/>
                  <a:pt x="399" y="3"/>
                </a:cubicBezTo>
                <a:cubicBezTo>
                  <a:pt x="396" y="0"/>
                  <a:pt x="396" y="0"/>
                  <a:pt x="3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3" name="Freeform 730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4" name="Freeform 731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5" name="Freeform 732"/>
          <p:cNvSpPr>
            <a:spLocks/>
          </p:cNvSpPr>
          <p:nvPr/>
        </p:nvSpPr>
        <p:spPr bwMode="auto">
          <a:xfrm>
            <a:off x="10495780" y="-3524256"/>
            <a:ext cx="1530350" cy="4675196"/>
          </a:xfrm>
          <a:custGeom>
            <a:avLst/>
            <a:gdLst>
              <a:gd name="T0" fmla="*/ 366 w 369"/>
              <a:gd name="T1" fmla="*/ 0 h 1128"/>
              <a:gd name="T2" fmla="*/ 366 w 369"/>
              <a:gd name="T3" fmla="*/ 0 h 1128"/>
              <a:gd name="T4" fmla="*/ 2 w 369"/>
              <a:gd name="T5" fmla="*/ 364 h 1128"/>
              <a:gd name="T6" fmla="*/ 0 w 369"/>
              <a:gd name="T7" fmla="*/ 618 h 1128"/>
              <a:gd name="T8" fmla="*/ 242 w 369"/>
              <a:gd name="T9" fmla="*/ 861 h 1128"/>
              <a:gd name="T10" fmla="*/ 244 w 369"/>
              <a:gd name="T11" fmla="*/ 948 h 1128"/>
              <a:gd name="T12" fmla="*/ 66 w 369"/>
              <a:gd name="T13" fmla="*/ 1126 h 1128"/>
              <a:gd name="T14" fmla="*/ 68 w 369"/>
              <a:gd name="T15" fmla="*/ 1127 h 1128"/>
              <a:gd name="T16" fmla="*/ 69 w 369"/>
              <a:gd name="T17" fmla="*/ 1128 h 1128"/>
              <a:gd name="T18" fmla="*/ 248 w 369"/>
              <a:gd name="T19" fmla="*/ 950 h 1128"/>
              <a:gd name="T20" fmla="*/ 246 w 369"/>
              <a:gd name="T21" fmla="*/ 859 h 1128"/>
              <a:gd name="T22" fmla="*/ 4 w 369"/>
              <a:gd name="T23" fmla="*/ 617 h 1128"/>
              <a:gd name="T24" fmla="*/ 6 w 369"/>
              <a:gd name="T25" fmla="*/ 365 h 1128"/>
              <a:gd name="T26" fmla="*/ 369 w 369"/>
              <a:gd name="T27" fmla="*/ 3 h 1128"/>
              <a:gd name="T28" fmla="*/ 366 w 369"/>
              <a:gd name="T29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9" h="1128">
                <a:moveTo>
                  <a:pt x="366" y="0"/>
                </a:moveTo>
                <a:cubicBezTo>
                  <a:pt x="366" y="0"/>
                  <a:pt x="366" y="0"/>
                  <a:pt x="366" y="0"/>
                </a:cubicBezTo>
                <a:cubicBezTo>
                  <a:pt x="2" y="364"/>
                  <a:pt x="2" y="364"/>
                  <a:pt x="2" y="364"/>
                </a:cubicBezTo>
                <a:cubicBezTo>
                  <a:pt x="0" y="618"/>
                  <a:pt x="0" y="618"/>
                  <a:pt x="0" y="618"/>
                </a:cubicBezTo>
                <a:cubicBezTo>
                  <a:pt x="242" y="861"/>
                  <a:pt x="242" y="861"/>
                  <a:pt x="242" y="861"/>
                </a:cubicBezTo>
                <a:cubicBezTo>
                  <a:pt x="244" y="948"/>
                  <a:pt x="244" y="948"/>
                  <a:pt x="244" y="948"/>
                </a:cubicBezTo>
                <a:cubicBezTo>
                  <a:pt x="66" y="1126"/>
                  <a:pt x="66" y="1126"/>
                  <a:pt x="66" y="1126"/>
                </a:cubicBezTo>
                <a:cubicBezTo>
                  <a:pt x="67" y="1126"/>
                  <a:pt x="68" y="1127"/>
                  <a:pt x="68" y="1127"/>
                </a:cubicBezTo>
                <a:cubicBezTo>
                  <a:pt x="69" y="1128"/>
                  <a:pt x="69" y="1128"/>
                  <a:pt x="69" y="1128"/>
                </a:cubicBezTo>
                <a:cubicBezTo>
                  <a:pt x="248" y="950"/>
                  <a:pt x="248" y="950"/>
                  <a:pt x="248" y="950"/>
                </a:cubicBezTo>
                <a:cubicBezTo>
                  <a:pt x="246" y="859"/>
                  <a:pt x="246" y="859"/>
                  <a:pt x="246" y="859"/>
                </a:cubicBezTo>
                <a:cubicBezTo>
                  <a:pt x="4" y="617"/>
                  <a:pt x="4" y="617"/>
                  <a:pt x="4" y="617"/>
                </a:cubicBezTo>
                <a:cubicBezTo>
                  <a:pt x="6" y="365"/>
                  <a:pt x="6" y="365"/>
                  <a:pt x="6" y="365"/>
                </a:cubicBezTo>
                <a:cubicBezTo>
                  <a:pt x="369" y="3"/>
                  <a:pt x="369" y="3"/>
                  <a:pt x="369" y="3"/>
                </a:cubicBezTo>
                <a:cubicBezTo>
                  <a:pt x="366" y="0"/>
                  <a:pt x="366" y="0"/>
                  <a:pt x="36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6" name="Freeform 733"/>
          <p:cNvSpPr>
            <a:spLocks/>
          </p:cNvSpPr>
          <p:nvPr/>
        </p:nvSpPr>
        <p:spPr bwMode="auto">
          <a:xfrm>
            <a:off x="10546580" y="-3487744"/>
            <a:ext cx="1512888" cy="5245110"/>
          </a:xfrm>
          <a:custGeom>
            <a:avLst/>
            <a:gdLst>
              <a:gd name="T0" fmla="*/ 362 w 365"/>
              <a:gd name="T1" fmla="*/ 0 h 1265"/>
              <a:gd name="T2" fmla="*/ 3 w 365"/>
              <a:gd name="T3" fmla="*/ 359 h 1265"/>
              <a:gd name="T4" fmla="*/ 0 w 365"/>
              <a:gd name="T5" fmla="*/ 600 h 1265"/>
              <a:gd name="T6" fmla="*/ 253 w 365"/>
              <a:gd name="T7" fmla="*/ 853 h 1265"/>
              <a:gd name="T8" fmla="*/ 253 w 365"/>
              <a:gd name="T9" fmla="*/ 940 h 1265"/>
              <a:gd name="T10" fmla="*/ 79 w 365"/>
              <a:gd name="T11" fmla="*/ 1115 h 1265"/>
              <a:gd name="T12" fmla="*/ 81 w 365"/>
              <a:gd name="T13" fmla="*/ 1186 h 1265"/>
              <a:gd name="T14" fmla="*/ 15 w 365"/>
              <a:gd name="T15" fmla="*/ 1252 h 1265"/>
              <a:gd name="T16" fmla="*/ 15 w 365"/>
              <a:gd name="T17" fmla="*/ 1265 h 1265"/>
              <a:gd name="T18" fmla="*/ 19 w 365"/>
              <a:gd name="T19" fmla="*/ 1265 h 1265"/>
              <a:gd name="T20" fmla="*/ 19 w 365"/>
              <a:gd name="T21" fmla="*/ 1253 h 1265"/>
              <a:gd name="T22" fmla="*/ 85 w 365"/>
              <a:gd name="T23" fmla="*/ 1187 h 1265"/>
              <a:gd name="T24" fmla="*/ 83 w 365"/>
              <a:gd name="T25" fmla="*/ 1117 h 1265"/>
              <a:gd name="T26" fmla="*/ 257 w 365"/>
              <a:gd name="T27" fmla="*/ 942 h 1265"/>
              <a:gd name="T28" fmla="*/ 257 w 365"/>
              <a:gd name="T29" fmla="*/ 851 h 1265"/>
              <a:gd name="T30" fmla="*/ 4 w 365"/>
              <a:gd name="T31" fmla="*/ 598 h 1265"/>
              <a:gd name="T32" fmla="*/ 7 w 365"/>
              <a:gd name="T33" fmla="*/ 361 h 1265"/>
              <a:gd name="T34" fmla="*/ 365 w 365"/>
              <a:gd name="T35" fmla="*/ 3 h 1265"/>
              <a:gd name="T36" fmla="*/ 362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62" y="0"/>
                </a:moveTo>
                <a:cubicBezTo>
                  <a:pt x="3" y="359"/>
                  <a:pt x="3" y="359"/>
                  <a:pt x="3" y="359"/>
                </a:cubicBezTo>
                <a:cubicBezTo>
                  <a:pt x="0" y="600"/>
                  <a:pt x="0" y="600"/>
                  <a:pt x="0" y="600"/>
                </a:cubicBezTo>
                <a:cubicBezTo>
                  <a:pt x="253" y="853"/>
                  <a:pt x="253" y="853"/>
                  <a:pt x="253" y="853"/>
                </a:cubicBezTo>
                <a:cubicBezTo>
                  <a:pt x="253" y="940"/>
                  <a:pt x="253" y="940"/>
                  <a:pt x="253" y="940"/>
                </a:cubicBezTo>
                <a:cubicBezTo>
                  <a:pt x="79" y="1115"/>
                  <a:pt x="79" y="1115"/>
                  <a:pt x="79" y="1115"/>
                </a:cubicBezTo>
                <a:cubicBezTo>
                  <a:pt x="81" y="1186"/>
                  <a:pt x="81" y="1186"/>
                  <a:pt x="81" y="1186"/>
                </a:cubicBezTo>
                <a:cubicBezTo>
                  <a:pt x="15" y="1252"/>
                  <a:pt x="15" y="1252"/>
                  <a:pt x="15" y="1252"/>
                </a:cubicBezTo>
                <a:cubicBezTo>
                  <a:pt x="15" y="1265"/>
                  <a:pt x="15" y="1265"/>
                  <a:pt x="15" y="1265"/>
                </a:cubicBezTo>
                <a:cubicBezTo>
                  <a:pt x="17" y="1265"/>
                  <a:pt x="18" y="1265"/>
                  <a:pt x="19" y="1265"/>
                </a:cubicBezTo>
                <a:cubicBezTo>
                  <a:pt x="19" y="1253"/>
                  <a:pt x="19" y="1253"/>
                  <a:pt x="19" y="1253"/>
                </a:cubicBezTo>
                <a:cubicBezTo>
                  <a:pt x="85" y="1187"/>
                  <a:pt x="85" y="1187"/>
                  <a:pt x="85" y="1187"/>
                </a:cubicBezTo>
                <a:cubicBezTo>
                  <a:pt x="83" y="1117"/>
                  <a:pt x="83" y="1117"/>
                  <a:pt x="83" y="1117"/>
                </a:cubicBezTo>
                <a:cubicBezTo>
                  <a:pt x="257" y="942"/>
                  <a:pt x="257" y="942"/>
                  <a:pt x="257" y="942"/>
                </a:cubicBezTo>
                <a:cubicBezTo>
                  <a:pt x="257" y="851"/>
                  <a:pt x="257" y="851"/>
                  <a:pt x="257" y="851"/>
                </a:cubicBezTo>
                <a:cubicBezTo>
                  <a:pt x="4" y="598"/>
                  <a:pt x="4" y="598"/>
                  <a:pt x="4" y="598"/>
                </a:cubicBezTo>
                <a:cubicBezTo>
                  <a:pt x="7" y="361"/>
                  <a:pt x="7" y="361"/>
                  <a:pt x="7" y="361"/>
                </a:cubicBezTo>
                <a:cubicBezTo>
                  <a:pt x="365" y="3"/>
                  <a:pt x="365" y="3"/>
                  <a:pt x="365" y="3"/>
                </a:cubicBezTo>
                <a:cubicBezTo>
                  <a:pt x="362" y="0"/>
                  <a:pt x="362" y="0"/>
                  <a:pt x="3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7" name="Freeform 734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8" name="Freeform 735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9" name="Freeform 736"/>
          <p:cNvSpPr>
            <a:spLocks noEditPoints="1"/>
          </p:cNvSpPr>
          <p:nvPr/>
        </p:nvSpPr>
        <p:spPr bwMode="auto">
          <a:xfrm>
            <a:off x="10546580" y="-3384556"/>
            <a:ext cx="1616076" cy="5581660"/>
          </a:xfrm>
          <a:custGeom>
            <a:avLst/>
            <a:gdLst>
              <a:gd name="T0" fmla="*/ 314 w 390"/>
              <a:gd name="T1" fmla="*/ 905 h 1346"/>
              <a:gd name="T2" fmla="*/ 314 w 390"/>
              <a:gd name="T3" fmla="*/ 934 h 1346"/>
              <a:gd name="T4" fmla="*/ 127 w 390"/>
              <a:gd name="T5" fmla="*/ 1121 h 1346"/>
              <a:gd name="T6" fmla="*/ 128 w 390"/>
              <a:gd name="T7" fmla="*/ 1216 h 1346"/>
              <a:gd name="T8" fmla="*/ 8 w 390"/>
              <a:gd name="T9" fmla="*/ 1336 h 1346"/>
              <a:gd name="T10" fmla="*/ 0 w 390"/>
              <a:gd name="T11" fmla="*/ 1344 h 1346"/>
              <a:gd name="T12" fmla="*/ 3 w 390"/>
              <a:gd name="T13" fmla="*/ 1346 h 1346"/>
              <a:gd name="T14" fmla="*/ 11 w 390"/>
              <a:gd name="T15" fmla="*/ 1339 h 1346"/>
              <a:gd name="T16" fmla="*/ 132 w 390"/>
              <a:gd name="T17" fmla="*/ 1218 h 1346"/>
              <a:gd name="T18" fmla="*/ 131 w 390"/>
              <a:gd name="T19" fmla="*/ 1122 h 1346"/>
              <a:gd name="T20" fmla="*/ 318 w 390"/>
              <a:gd name="T21" fmla="*/ 936 h 1346"/>
              <a:gd name="T22" fmla="*/ 318 w 390"/>
              <a:gd name="T23" fmla="*/ 905 h 1346"/>
              <a:gd name="T24" fmla="*/ 316 w 390"/>
              <a:gd name="T25" fmla="*/ 905 h 1346"/>
              <a:gd name="T26" fmla="*/ 316 w 390"/>
              <a:gd name="T27" fmla="*/ 905 h 1346"/>
              <a:gd name="T28" fmla="*/ 314 w 390"/>
              <a:gd name="T29" fmla="*/ 905 h 1346"/>
              <a:gd name="T30" fmla="*/ 388 w 390"/>
              <a:gd name="T31" fmla="*/ 0 h 1346"/>
              <a:gd name="T32" fmla="*/ 42 w 390"/>
              <a:gd name="T33" fmla="*/ 346 h 1346"/>
              <a:gd name="T34" fmla="*/ 40 w 390"/>
              <a:gd name="T35" fmla="*/ 563 h 1346"/>
              <a:gd name="T36" fmla="*/ 314 w 390"/>
              <a:gd name="T37" fmla="*/ 837 h 1346"/>
              <a:gd name="T38" fmla="*/ 314 w 390"/>
              <a:gd name="T39" fmla="*/ 864 h 1346"/>
              <a:gd name="T40" fmla="*/ 316 w 390"/>
              <a:gd name="T41" fmla="*/ 864 h 1346"/>
              <a:gd name="T42" fmla="*/ 316 w 390"/>
              <a:gd name="T43" fmla="*/ 864 h 1346"/>
              <a:gd name="T44" fmla="*/ 318 w 390"/>
              <a:gd name="T45" fmla="*/ 864 h 1346"/>
              <a:gd name="T46" fmla="*/ 318 w 390"/>
              <a:gd name="T47" fmla="*/ 835 h 1346"/>
              <a:gd name="T48" fmla="*/ 44 w 390"/>
              <a:gd name="T49" fmla="*/ 562 h 1346"/>
              <a:gd name="T50" fmla="*/ 46 w 390"/>
              <a:gd name="T51" fmla="*/ 348 h 1346"/>
              <a:gd name="T52" fmla="*/ 390 w 390"/>
              <a:gd name="T53" fmla="*/ 3 h 1346"/>
              <a:gd name="T54" fmla="*/ 388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314" y="905"/>
                </a:moveTo>
                <a:cubicBezTo>
                  <a:pt x="314" y="934"/>
                  <a:pt x="314" y="934"/>
                  <a:pt x="314" y="934"/>
                </a:cubicBezTo>
                <a:cubicBezTo>
                  <a:pt x="127" y="1121"/>
                  <a:pt x="127" y="1121"/>
                  <a:pt x="127" y="1121"/>
                </a:cubicBezTo>
                <a:cubicBezTo>
                  <a:pt x="128" y="1216"/>
                  <a:pt x="128" y="1216"/>
                  <a:pt x="128" y="1216"/>
                </a:cubicBezTo>
                <a:cubicBezTo>
                  <a:pt x="8" y="1336"/>
                  <a:pt x="8" y="1336"/>
                  <a:pt x="8" y="1336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3" y="1346"/>
                  <a:pt x="3" y="1346"/>
                  <a:pt x="3" y="1346"/>
                </a:cubicBezTo>
                <a:cubicBezTo>
                  <a:pt x="11" y="1339"/>
                  <a:pt x="11" y="1339"/>
                  <a:pt x="11" y="1339"/>
                </a:cubicBezTo>
                <a:cubicBezTo>
                  <a:pt x="132" y="1218"/>
                  <a:pt x="132" y="1218"/>
                  <a:pt x="132" y="1218"/>
                </a:cubicBezTo>
                <a:cubicBezTo>
                  <a:pt x="131" y="1122"/>
                  <a:pt x="131" y="1122"/>
                  <a:pt x="131" y="1122"/>
                </a:cubicBezTo>
                <a:cubicBezTo>
                  <a:pt x="318" y="936"/>
                  <a:pt x="318" y="936"/>
                  <a:pt x="318" y="936"/>
                </a:cubicBezTo>
                <a:cubicBezTo>
                  <a:pt x="318" y="905"/>
                  <a:pt x="318" y="905"/>
                  <a:pt x="318" y="905"/>
                </a:cubicBezTo>
                <a:cubicBezTo>
                  <a:pt x="317" y="905"/>
                  <a:pt x="317" y="905"/>
                  <a:pt x="316" y="905"/>
                </a:cubicBezTo>
                <a:cubicBezTo>
                  <a:pt x="316" y="905"/>
                  <a:pt x="316" y="905"/>
                  <a:pt x="316" y="905"/>
                </a:cubicBezTo>
                <a:cubicBezTo>
                  <a:pt x="315" y="905"/>
                  <a:pt x="314" y="905"/>
                  <a:pt x="314" y="905"/>
                </a:cubicBezTo>
                <a:moveTo>
                  <a:pt x="388" y="0"/>
                </a:moveTo>
                <a:cubicBezTo>
                  <a:pt x="42" y="346"/>
                  <a:pt x="42" y="346"/>
                  <a:pt x="42" y="346"/>
                </a:cubicBezTo>
                <a:cubicBezTo>
                  <a:pt x="40" y="563"/>
                  <a:pt x="40" y="563"/>
                  <a:pt x="40" y="563"/>
                </a:cubicBezTo>
                <a:cubicBezTo>
                  <a:pt x="314" y="837"/>
                  <a:pt x="314" y="837"/>
                  <a:pt x="314" y="837"/>
                </a:cubicBezTo>
                <a:cubicBezTo>
                  <a:pt x="314" y="864"/>
                  <a:pt x="314" y="864"/>
                  <a:pt x="314" y="864"/>
                </a:cubicBezTo>
                <a:cubicBezTo>
                  <a:pt x="314" y="864"/>
                  <a:pt x="315" y="864"/>
                  <a:pt x="316" y="864"/>
                </a:cubicBezTo>
                <a:cubicBezTo>
                  <a:pt x="316" y="864"/>
                  <a:pt x="316" y="864"/>
                  <a:pt x="316" y="864"/>
                </a:cubicBezTo>
                <a:cubicBezTo>
                  <a:pt x="317" y="864"/>
                  <a:pt x="317" y="864"/>
                  <a:pt x="318" y="864"/>
                </a:cubicBezTo>
                <a:cubicBezTo>
                  <a:pt x="318" y="835"/>
                  <a:pt x="318" y="835"/>
                  <a:pt x="318" y="835"/>
                </a:cubicBezTo>
                <a:cubicBezTo>
                  <a:pt x="44" y="562"/>
                  <a:pt x="44" y="562"/>
                  <a:pt x="44" y="562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390" y="3"/>
                  <a:pt x="390" y="3"/>
                  <a:pt x="390" y="3"/>
                </a:cubicBezTo>
                <a:cubicBezTo>
                  <a:pt x="388" y="0"/>
                  <a:pt x="388" y="0"/>
                  <a:pt x="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0" name="Freeform 737"/>
          <p:cNvSpPr>
            <a:spLocks/>
          </p:cNvSpPr>
          <p:nvPr/>
        </p:nvSpPr>
        <p:spPr bwMode="auto">
          <a:xfrm>
            <a:off x="10752955" y="-3276606"/>
            <a:ext cx="1517650" cy="5527685"/>
          </a:xfrm>
          <a:custGeom>
            <a:avLst/>
            <a:gdLst>
              <a:gd name="T0" fmla="*/ 363 w 366"/>
              <a:gd name="T1" fmla="*/ 0 h 1333"/>
              <a:gd name="T2" fmla="*/ 31 w 366"/>
              <a:gd name="T3" fmla="*/ 332 h 1333"/>
              <a:gd name="T4" fmla="*/ 33 w 366"/>
              <a:gd name="T5" fmla="*/ 523 h 1333"/>
              <a:gd name="T6" fmla="*/ 327 w 366"/>
              <a:gd name="T7" fmla="*/ 817 h 1333"/>
              <a:gd name="T8" fmla="*/ 326 w 366"/>
              <a:gd name="T9" fmla="*/ 879 h 1333"/>
              <a:gd name="T10" fmla="*/ 98 w 366"/>
              <a:gd name="T11" fmla="*/ 1107 h 1333"/>
              <a:gd name="T12" fmla="*/ 100 w 366"/>
              <a:gd name="T13" fmla="*/ 1197 h 1333"/>
              <a:gd name="T14" fmla="*/ 0 w 366"/>
              <a:gd name="T15" fmla="*/ 1296 h 1333"/>
              <a:gd name="T16" fmla="*/ 0 w 366"/>
              <a:gd name="T17" fmla="*/ 1333 h 1333"/>
              <a:gd name="T18" fmla="*/ 3 w 366"/>
              <a:gd name="T19" fmla="*/ 1333 h 1333"/>
              <a:gd name="T20" fmla="*/ 3 w 366"/>
              <a:gd name="T21" fmla="*/ 1333 h 1333"/>
              <a:gd name="T22" fmla="*/ 4 w 366"/>
              <a:gd name="T23" fmla="*/ 1333 h 1333"/>
              <a:gd name="T24" fmla="*/ 4 w 366"/>
              <a:gd name="T25" fmla="*/ 1298 h 1333"/>
              <a:gd name="T26" fmla="*/ 104 w 366"/>
              <a:gd name="T27" fmla="*/ 1198 h 1333"/>
              <a:gd name="T28" fmla="*/ 102 w 366"/>
              <a:gd name="T29" fmla="*/ 1109 h 1333"/>
              <a:gd name="T30" fmla="*/ 330 w 366"/>
              <a:gd name="T31" fmla="*/ 881 h 1333"/>
              <a:gd name="T32" fmla="*/ 331 w 366"/>
              <a:gd name="T33" fmla="*/ 816 h 1333"/>
              <a:gd name="T34" fmla="*/ 37 w 366"/>
              <a:gd name="T35" fmla="*/ 522 h 1333"/>
              <a:gd name="T36" fmla="*/ 35 w 366"/>
              <a:gd name="T37" fmla="*/ 333 h 1333"/>
              <a:gd name="T38" fmla="*/ 366 w 366"/>
              <a:gd name="T39" fmla="*/ 2 h 1333"/>
              <a:gd name="T40" fmla="*/ 36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63" y="0"/>
                </a:moveTo>
                <a:cubicBezTo>
                  <a:pt x="31" y="332"/>
                  <a:pt x="31" y="332"/>
                  <a:pt x="31" y="332"/>
                </a:cubicBezTo>
                <a:cubicBezTo>
                  <a:pt x="33" y="523"/>
                  <a:pt x="33" y="523"/>
                  <a:pt x="33" y="523"/>
                </a:cubicBezTo>
                <a:cubicBezTo>
                  <a:pt x="327" y="817"/>
                  <a:pt x="327" y="817"/>
                  <a:pt x="327" y="817"/>
                </a:cubicBezTo>
                <a:cubicBezTo>
                  <a:pt x="326" y="879"/>
                  <a:pt x="326" y="879"/>
                  <a:pt x="326" y="879"/>
                </a:cubicBezTo>
                <a:cubicBezTo>
                  <a:pt x="98" y="1107"/>
                  <a:pt x="98" y="1107"/>
                  <a:pt x="98" y="1107"/>
                </a:cubicBezTo>
                <a:cubicBezTo>
                  <a:pt x="100" y="1197"/>
                  <a:pt x="100" y="1197"/>
                  <a:pt x="100" y="1197"/>
                </a:cubicBezTo>
                <a:cubicBezTo>
                  <a:pt x="0" y="1296"/>
                  <a:pt x="0" y="1296"/>
                  <a:pt x="0" y="1296"/>
                </a:cubicBezTo>
                <a:cubicBezTo>
                  <a:pt x="0" y="1333"/>
                  <a:pt x="0" y="1333"/>
                  <a:pt x="0" y="1333"/>
                </a:cubicBezTo>
                <a:cubicBezTo>
                  <a:pt x="1" y="1333"/>
                  <a:pt x="2" y="1333"/>
                  <a:pt x="3" y="1333"/>
                </a:cubicBezTo>
                <a:cubicBezTo>
                  <a:pt x="3" y="1333"/>
                  <a:pt x="3" y="1333"/>
                  <a:pt x="3" y="1333"/>
                </a:cubicBezTo>
                <a:cubicBezTo>
                  <a:pt x="3" y="1333"/>
                  <a:pt x="4" y="1333"/>
                  <a:pt x="4" y="1333"/>
                </a:cubicBezTo>
                <a:cubicBezTo>
                  <a:pt x="4" y="1298"/>
                  <a:pt x="4" y="1298"/>
                  <a:pt x="4" y="1298"/>
                </a:cubicBezTo>
                <a:cubicBezTo>
                  <a:pt x="104" y="1198"/>
                  <a:pt x="104" y="1198"/>
                  <a:pt x="104" y="1198"/>
                </a:cubicBezTo>
                <a:cubicBezTo>
                  <a:pt x="102" y="1109"/>
                  <a:pt x="102" y="1109"/>
                  <a:pt x="102" y="1109"/>
                </a:cubicBezTo>
                <a:cubicBezTo>
                  <a:pt x="330" y="881"/>
                  <a:pt x="330" y="881"/>
                  <a:pt x="330" y="881"/>
                </a:cubicBezTo>
                <a:cubicBezTo>
                  <a:pt x="331" y="816"/>
                  <a:pt x="331" y="816"/>
                  <a:pt x="331" y="816"/>
                </a:cubicBezTo>
                <a:cubicBezTo>
                  <a:pt x="37" y="522"/>
                  <a:pt x="37" y="522"/>
                  <a:pt x="37" y="522"/>
                </a:cubicBezTo>
                <a:cubicBezTo>
                  <a:pt x="35" y="333"/>
                  <a:pt x="35" y="333"/>
                  <a:pt x="35" y="333"/>
                </a:cubicBezTo>
                <a:cubicBezTo>
                  <a:pt x="366" y="2"/>
                  <a:pt x="366" y="2"/>
                  <a:pt x="366" y="2"/>
                </a:cubicBezTo>
                <a:cubicBezTo>
                  <a:pt x="363" y="0"/>
                  <a:pt x="363" y="0"/>
                  <a:pt x="36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1" name="Freeform 738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2" name="Freeform 739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3" name="Freeform 740"/>
          <p:cNvSpPr>
            <a:spLocks/>
          </p:cNvSpPr>
          <p:nvPr/>
        </p:nvSpPr>
        <p:spPr bwMode="auto">
          <a:xfrm>
            <a:off x="13778731" y="1343028"/>
            <a:ext cx="1227138" cy="977902"/>
          </a:xfrm>
          <a:custGeom>
            <a:avLst/>
            <a:gdLst>
              <a:gd name="T0" fmla="*/ 296 w 296"/>
              <a:gd name="T1" fmla="*/ 0 h 236"/>
              <a:gd name="T2" fmla="*/ 277 w 296"/>
              <a:gd name="T3" fmla="*/ 1 h 236"/>
              <a:gd name="T4" fmla="*/ 102 w 296"/>
              <a:gd name="T5" fmla="*/ 176 h 236"/>
              <a:gd name="T6" fmla="*/ 56 w 296"/>
              <a:gd name="T7" fmla="*/ 177 h 236"/>
              <a:gd name="T8" fmla="*/ 0 w 296"/>
              <a:gd name="T9" fmla="*/ 233 h 236"/>
              <a:gd name="T10" fmla="*/ 2 w 296"/>
              <a:gd name="T11" fmla="*/ 235 h 236"/>
              <a:gd name="T12" fmla="*/ 3 w 296"/>
              <a:gd name="T13" fmla="*/ 236 h 236"/>
              <a:gd name="T14" fmla="*/ 58 w 296"/>
              <a:gd name="T15" fmla="*/ 181 h 236"/>
              <a:gd name="T16" fmla="*/ 103 w 296"/>
              <a:gd name="T17" fmla="*/ 180 h 236"/>
              <a:gd name="T18" fmla="*/ 279 w 296"/>
              <a:gd name="T19" fmla="*/ 5 h 236"/>
              <a:gd name="T20" fmla="*/ 296 w 296"/>
              <a:gd name="T21" fmla="*/ 4 h 236"/>
              <a:gd name="T22" fmla="*/ 296 w 296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6" h="236">
                <a:moveTo>
                  <a:pt x="296" y="0"/>
                </a:moveTo>
                <a:cubicBezTo>
                  <a:pt x="277" y="1"/>
                  <a:pt x="277" y="1"/>
                  <a:pt x="277" y="1"/>
                </a:cubicBezTo>
                <a:cubicBezTo>
                  <a:pt x="102" y="176"/>
                  <a:pt x="102" y="176"/>
                  <a:pt x="102" y="176"/>
                </a:cubicBezTo>
                <a:cubicBezTo>
                  <a:pt x="56" y="177"/>
                  <a:pt x="56" y="177"/>
                  <a:pt x="56" y="177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4"/>
                  <a:pt x="1" y="234"/>
                  <a:pt x="2" y="235"/>
                </a:cubicBezTo>
                <a:cubicBezTo>
                  <a:pt x="2" y="235"/>
                  <a:pt x="2" y="235"/>
                  <a:pt x="3" y="236"/>
                </a:cubicBezTo>
                <a:cubicBezTo>
                  <a:pt x="58" y="181"/>
                  <a:pt x="58" y="181"/>
                  <a:pt x="58" y="181"/>
                </a:cubicBezTo>
                <a:cubicBezTo>
                  <a:pt x="103" y="180"/>
                  <a:pt x="103" y="180"/>
                  <a:pt x="103" y="180"/>
                </a:cubicBezTo>
                <a:cubicBezTo>
                  <a:pt x="279" y="5"/>
                  <a:pt x="279" y="5"/>
                  <a:pt x="279" y="5"/>
                </a:cubicBezTo>
                <a:cubicBezTo>
                  <a:pt x="296" y="4"/>
                  <a:pt x="296" y="4"/>
                  <a:pt x="296" y="4"/>
                </a:cubicBezTo>
                <a:cubicBezTo>
                  <a:pt x="296" y="3"/>
                  <a:pt x="296" y="2"/>
                  <a:pt x="2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4" name="Freeform 741"/>
          <p:cNvSpPr>
            <a:spLocks noEditPoints="1"/>
          </p:cNvSpPr>
          <p:nvPr/>
        </p:nvSpPr>
        <p:spPr bwMode="auto">
          <a:xfrm>
            <a:off x="12842106" y="-1709740"/>
            <a:ext cx="5011739" cy="4532321"/>
          </a:xfrm>
          <a:custGeom>
            <a:avLst/>
            <a:gdLst>
              <a:gd name="T0" fmla="*/ 2 w 1209"/>
              <a:gd name="T1" fmla="*/ 982 h 1093"/>
              <a:gd name="T2" fmla="*/ 0 w 1209"/>
              <a:gd name="T3" fmla="*/ 1030 h 1093"/>
              <a:gd name="T4" fmla="*/ 22 w 1209"/>
              <a:gd name="T5" fmla="*/ 1052 h 1093"/>
              <a:gd name="T6" fmla="*/ 25 w 1209"/>
              <a:gd name="T7" fmla="*/ 1049 h 1093"/>
              <a:gd name="T8" fmla="*/ 4 w 1209"/>
              <a:gd name="T9" fmla="*/ 1028 h 1093"/>
              <a:gd name="T10" fmla="*/ 6 w 1209"/>
              <a:gd name="T11" fmla="*/ 983 h 1093"/>
              <a:gd name="T12" fmla="*/ 2 w 1209"/>
              <a:gd name="T13" fmla="*/ 982 h 1093"/>
              <a:gd name="T14" fmla="*/ 543 w 1209"/>
              <a:gd name="T15" fmla="*/ 663 h 1093"/>
              <a:gd name="T16" fmla="*/ 315 w 1209"/>
              <a:gd name="T17" fmla="*/ 891 h 1093"/>
              <a:gd name="T18" fmla="*/ 260 w 1209"/>
              <a:gd name="T19" fmla="*/ 890 h 1093"/>
              <a:gd name="T20" fmla="*/ 181 w 1209"/>
              <a:gd name="T21" fmla="*/ 968 h 1093"/>
              <a:gd name="T22" fmla="*/ 183 w 1209"/>
              <a:gd name="T23" fmla="*/ 1045 h 1093"/>
              <a:gd name="T24" fmla="*/ 139 w 1209"/>
              <a:gd name="T25" fmla="*/ 1089 h 1093"/>
              <a:gd name="T26" fmla="*/ 65 w 1209"/>
              <a:gd name="T27" fmla="*/ 1089 h 1093"/>
              <a:gd name="T28" fmla="*/ 54 w 1209"/>
              <a:gd name="T29" fmla="*/ 1078 h 1093"/>
              <a:gd name="T30" fmla="*/ 51 w 1209"/>
              <a:gd name="T31" fmla="*/ 1080 h 1093"/>
              <a:gd name="T32" fmla="*/ 63 w 1209"/>
              <a:gd name="T33" fmla="*/ 1093 h 1093"/>
              <a:gd name="T34" fmla="*/ 141 w 1209"/>
              <a:gd name="T35" fmla="*/ 1093 h 1093"/>
              <a:gd name="T36" fmla="*/ 187 w 1209"/>
              <a:gd name="T37" fmla="*/ 1047 h 1093"/>
              <a:gd name="T38" fmla="*/ 185 w 1209"/>
              <a:gd name="T39" fmla="*/ 970 h 1093"/>
              <a:gd name="T40" fmla="*/ 261 w 1209"/>
              <a:gd name="T41" fmla="*/ 894 h 1093"/>
              <a:gd name="T42" fmla="*/ 317 w 1209"/>
              <a:gd name="T43" fmla="*/ 895 h 1093"/>
              <a:gd name="T44" fmla="*/ 546 w 1209"/>
              <a:gd name="T45" fmla="*/ 666 h 1093"/>
              <a:gd name="T46" fmla="*/ 545 w 1209"/>
              <a:gd name="T47" fmla="*/ 665 h 1093"/>
              <a:gd name="T48" fmla="*/ 543 w 1209"/>
              <a:gd name="T49" fmla="*/ 663 h 1093"/>
              <a:gd name="T50" fmla="*/ 1206 w 1209"/>
              <a:gd name="T51" fmla="*/ 0 h 1093"/>
              <a:gd name="T52" fmla="*/ 572 w 1209"/>
              <a:gd name="T53" fmla="*/ 634 h 1093"/>
              <a:gd name="T54" fmla="*/ 574 w 1209"/>
              <a:gd name="T55" fmla="*/ 636 h 1093"/>
              <a:gd name="T56" fmla="*/ 575 w 1209"/>
              <a:gd name="T57" fmla="*/ 637 h 1093"/>
              <a:gd name="T58" fmla="*/ 1209 w 1209"/>
              <a:gd name="T59" fmla="*/ 3 h 1093"/>
              <a:gd name="T60" fmla="*/ 1206 w 1209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9" h="1093">
                <a:moveTo>
                  <a:pt x="2" y="982"/>
                </a:moveTo>
                <a:cubicBezTo>
                  <a:pt x="0" y="1030"/>
                  <a:pt x="0" y="1030"/>
                  <a:pt x="0" y="1030"/>
                </a:cubicBezTo>
                <a:cubicBezTo>
                  <a:pt x="22" y="1052"/>
                  <a:pt x="22" y="1052"/>
                  <a:pt x="22" y="1052"/>
                </a:cubicBezTo>
                <a:cubicBezTo>
                  <a:pt x="23" y="1051"/>
                  <a:pt x="24" y="1050"/>
                  <a:pt x="25" y="1049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6" y="983"/>
                  <a:pt x="6" y="983"/>
                  <a:pt x="6" y="983"/>
                </a:cubicBezTo>
                <a:cubicBezTo>
                  <a:pt x="5" y="983"/>
                  <a:pt x="4" y="982"/>
                  <a:pt x="2" y="982"/>
                </a:cubicBezTo>
                <a:moveTo>
                  <a:pt x="543" y="663"/>
                </a:moveTo>
                <a:cubicBezTo>
                  <a:pt x="315" y="891"/>
                  <a:pt x="315" y="891"/>
                  <a:pt x="315" y="891"/>
                </a:cubicBezTo>
                <a:cubicBezTo>
                  <a:pt x="260" y="890"/>
                  <a:pt x="260" y="890"/>
                  <a:pt x="260" y="890"/>
                </a:cubicBezTo>
                <a:cubicBezTo>
                  <a:pt x="181" y="968"/>
                  <a:pt x="181" y="968"/>
                  <a:pt x="181" y="968"/>
                </a:cubicBezTo>
                <a:cubicBezTo>
                  <a:pt x="183" y="1045"/>
                  <a:pt x="183" y="1045"/>
                  <a:pt x="183" y="1045"/>
                </a:cubicBezTo>
                <a:cubicBezTo>
                  <a:pt x="139" y="1089"/>
                  <a:pt x="139" y="1089"/>
                  <a:pt x="139" y="1089"/>
                </a:cubicBezTo>
                <a:cubicBezTo>
                  <a:pt x="65" y="1089"/>
                  <a:pt x="65" y="1089"/>
                  <a:pt x="65" y="1089"/>
                </a:cubicBezTo>
                <a:cubicBezTo>
                  <a:pt x="54" y="1078"/>
                  <a:pt x="54" y="1078"/>
                  <a:pt x="54" y="1078"/>
                </a:cubicBezTo>
                <a:cubicBezTo>
                  <a:pt x="53" y="1079"/>
                  <a:pt x="52" y="1080"/>
                  <a:pt x="51" y="1080"/>
                </a:cubicBezTo>
                <a:cubicBezTo>
                  <a:pt x="63" y="1093"/>
                  <a:pt x="63" y="1093"/>
                  <a:pt x="63" y="1093"/>
                </a:cubicBezTo>
                <a:cubicBezTo>
                  <a:pt x="141" y="1093"/>
                  <a:pt x="141" y="1093"/>
                  <a:pt x="141" y="1093"/>
                </a:cubicBezTo>
                <a:cubicBezTo>
                  <a:pt x="187" y="1047"/>
                  <a:pt x="187" y="1047"/>
                  <a:pt x="187" y="1047"/>
                </a:cubicBezTo>
                <a:cubicBezTo>
                  <a:pt x="185" y="970"/>
                  <a:pt x="185" y="970"/>
                  <a:pt x="185" y="970"/>
                </a:cubicBezTo>
                <a:cubicBezTo>
                  <a:pt x="261" y="894"/>
                  <a:pt x="261" y="894"/>
                  <a:pt x="261" y="894"/>
                </a:cubicBezTo>
                <a:cubicBezTo>
                  <a:pt x="317" y="895"/>
                  <a:pt x="317" y="895"/>
                  <a:pt x="317" y="895"/>
                </a:cubicBezTo>
                <a:cubicBezTo>
                  <a:pt x="546" y="666"/>
                  <a:pt x="546" y="666"/>
                  <a:pt x="546" y="666"/>
                </a:cubicBezTo>
                <a:cubicBezTo>
                  <a:pt x="546" y="665"/>
                  <a:pt x="545" y="665"/>
                  <a:pt x="545" y="665"/>
                </a:cubicBezTo>
                <a:cubicBezTo>
                  <a:pt x="544" y="664"/>
                  <a:pt x="544" y="663"/>
                  <a:pt x="543" y="663"/>
                </a:cubicBezTo>
                <a:moveTo>
                  <a:pt x="1206" y="0"/>
                </a:moveTo>
                <a:cubicBezTo>
                  <a:pt x="572" y="634"/>
                  <a:pt x="572" y="634"/>
                  <a:pt x="572" y="634"/>
                </a:cubicBezTo>
                <a:cubicBezTo>
                  <a:pt x="573" y="634"/>
                  <a:pt x="574" y="635"/>
                  <a:pt x="574" y="636"/>
                </a:cubicBezTo>
                <a:cubicBezTo>
                  <a:pt x="575" y="636"/>
                  <a:pt x="575" y="636"/>
                  <a:pt x="575" y="637"/>
                </a:cubicBezTo>
                <a:cubicBezTo>
                  <a:pt x="1209" y="3"/>
                  <a:pt x="1209" y="3"/>
                  <a:pt x="1209" y="3"/>
                </a:cubicBezTo>
                <a:cubicBezTo>
                  <a:pt x="1206" y="0"/>
                  <a:pt x="1206" y="0"/>
                  <a:pt x="120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5" name="Freeform 742"/>
          <p:cNvSpPr>
            <a:spLocks/>
          </p:cNvSpPr>
          <p:nvPr/>
        </p:nvSpPr>
        <p:spPr bwMode="auto">
          <a:xfrm>
            <a:off x="13104043" y="-2222504"/>
            <a:ext cx="4724402" cy="4675196"/>
          </a:xfrm>
          <a:custGeom>
            <a:avLst/>
            <a:gdLst>
              <a:gd name="T0" fmla="*/ 1137 w 1140"/>
              <a:gd name="T1" fmla="*/ 0 h 1128"/>
              <a:gd name="T2" fmla="*/ 255 w 1140"/>
              <a:gd name="T3" fmla="*/ 882 h 1128"/>
              <a:gd name="T4" fmla="*/ 257 w 1140"/>
              <a:gd name="T5" fmla="*/ 931 h 1128"/>
              <a:gd name="T6" fmla="*/ 64 w 1140"/>
              <a:gd name="T7" fmla="*/ 1123 h 1128"/>
              <a:gd name="T8" fmla="*/ 0 w 1140"/>
              <a:gd name="T9" fmla="*/ 1124 h 1128"/>
              <a:gd name="T10" fmla="*/ 0 w 1140"/>
              <a:gd name="T11" fmla="*/ 1128 h 1128"/>
              <a:gd name="T12" fmla="*/ 66 w 1140"/>
              <a:gd name="T13" fmla="*/ 1127 h 1128"/>
              <a:gd name="T14" fmla="*/ 261 w 1140"/>
              <a:gd name="T15" fmla="*/ 933 h 1128"/>
              <a:gd name="T16" fmla="*/ 259 w 1140"/>
              <a:gd name="T17" fmla="*/ 883 h 1128"/>
              <a:gd name="T18" fmla="*/ 1140 w 1140"/>
              <a:gd name="T19" fmla="*/ 3 h 1128"/>
              <a:gd name="T20" fmla="*/ 1137 w 1140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40" h="1128">
                <a:moveTo>
                  <a:pt x="1137" y="0"/>
                </a:moveTo>
                <a:cubicBezTo>
                  <a:pt x="255" y="882"/>
                  <a:pt x="255" y="882"/>
                  <a:pt x="255" y="882"/>
                </a:cubicBezTo>
                <a:cubicBezTo>
                  <a:pt x="257" y="931"/>
                  <a:pt x="257" y="931"/>
                  <a:pt x="257" y="931"/>
                </a:cubicBezTo>
                <a:cubicBezTo>
                  <a:pt x="64" y="1123"/>
                  <a:pt x="64" y="1123"/>
                  <a:pt x="64" y="1123"/>
                </a:cubicBezTo>
                <a:cubicBezTo>
                  <a:pt x="0" y="1124"/>
                  <a:pt x="0" y="1124"/>
                  <a:pt x="0" y="1124"/>
                </a:cubicBezTo>
                <a:cubicBezTo>
                  <a:pt x="1" y="1125"/>
                  <a:pt x="1" y="1126"/>
                  <a:pt x="0" y="1128"/>
                </a:cubicBezTo>
                <a:cubicBezTo>
                  <a:pt x="66" y="1127"/>
                  <a:pt x="66" y="1127"/>
                  <a:pt x="66" y="1127"/>
                </a:cubicBezTo>
                <a:cubicBezTo>
                  <a:pt x="261" y="933"/>
                  <a:pt x="261" y="933"/>
                  <a:pt x="261" y="933"/>
                </a:cubicBezTo>
                <a:cubicBezTo>
                  <a:pt x="259" y="883"/>
                  <a:pt x="259" y="883"/>
                  <a:pt x="259" y="883"/>
                </a:cubicBezTo>
                <a:cubicBezTo>
                  <a:pt x="1140" y="3"/>
                  <a:pt x="1140" y="3"/>
                  <a:pt x="1140" y="3"/>
                </a:cubicBezTo>
                <a:cubicBezTo>
                  <a:pt x="1137" y="0"/>
                  <a:pt x="1137" y="0"/>
                  <a:pt x="113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6" name="Freeform 743"/>
          <p:cNvSpPr>
            <a:spLocks/>
          </p:cNvSpPr>
          <p:nvPr/>
        </p:nvSpPr>
        <p:spPr bwMode="auto">
          <a:xfrm>
            <a:off x="11138718" y="-2381254"/>
            <a:ext cx="6707190" cy="6029336"/>
          </a:xfrm>
          <a:custGeom>
            <a:avLst/>
            <a:gdLst>
              <a:gd name="T0" fmla="*/ 1615 w 1618"/>
              <a:gd name="T1" fmla="*/ 0 h 1454"/>
              <a:gd name="T2" fmla="*/ 1615 w 1618"/>
              <a:gd name="T3" fmla="*/ 0 h 1454"/>
              <a:gd name="T4" fmla="*/ 712 w 1618"/>
              <a:gd name="T5" fmla="*/ 903 h 1454"/>
              <a:gd name="T6" fmla="*/ 714 w 1618"/>
              <a:gd name="T7" fmla="*/ 963 h 1454"/>
              <a:gd name="T8" fmla="*/ 536 w 1618"/>
              <a:gd name="T9" fmla="*/ 1141 h 1454"/>
              <a:gd name="T10" fmla="*/ 499 w 1618"/>
              <a:gd name="T11" fmla="*/ 1144 h 1454"/>
              <a:gd name="T12" fmla="*/ 433 w 1618"/>
              <a:gd name="T13" fmla="*/ 1078 h 1454"/>
              <a:gd name="T14" fmla="*/ 407 w 1618"/>
              <a:gd name="T15" fmla="*/ 1078 h 1454"/>
              <a:gd name="T16" fmla="*/ 369 w 1618"/>
              <a:gd name="T17" fmla="*/ 1116 h 1454"/>
              <a:gd name="T18" fmla="*/ 371 w 1618"/>
              <a:gd name="T19" fmla="*/ 1160 h 1454"/>
              <a:gd name="T20" fmla="*/ 210 w 1618"/>
              <a:gd name="T21" fmla="*/ 1320 h 1454"/>
              <a:gd name="T22" fmla="*/ 160 w 1618"/>
              <a:gd name="T23" fmla="*/ 1320 h 1454"/>
              <a:gd name="T24" fmla="*/ 124 w 1618"/>
              <a:gd name="T25" fmla="*/ 1356 h 1454"/>
              <a:gd name="T26" fmla="*/ 43 w 1618"/>
              <a:gd name="T27" fmla="*/ 1357 h 1454"/>
              <a:gd name="T28" fmla="*/ 0 w 1618"/>
              <a:gd name="T29" fmla="*/ 1400 h 1454"/>
              <a:gd name="T30" fmla="*/ 0 w 1618"/>
              <a:gd name="T31" fmla="*/ 1453 h 1454"/>
              <a:gd name="T32" fmla="*/ 4 w 1618"/>
              <a:gd name="T33" fmla="*/ 1454 h 1454"/>
              <a:gd name="T34" fmla="*/ 4 w 1618"/>
              <a:gd name="T35" fmla="*/ 1401 h 1454"/>
              <a:gd name="T36" fmla="*/ 44 w 1618"/>
              <a:gd name="T37" fmla="*/ 1361 h 1454"/>
              <a:gd name="T38" fmla="*/ 125 w 1618"/>
              <a:gd name="T39" fmla="*/ 1360 h 1454"/>
              <a:gd name="T40" fmla="*/ 161 w 1618"/>
              <a:gd name="T41" fmla="*/ 1324 h 1454"/>
              <a:gd name="T42" fmla="*/ 212 w 1618"/>
              <a:gd name="T43" fmla="*/ 1324 h 1454"/>
              <a:gd name="T44" fmla="*/ 375 w 1618"/>
              <a:gd name="T45" fmla="*/ 1161 h 1454"/>
              <a:gd name="T46" fmla="*/ 373 w 1618"/>
              <a:gd name="T47" fmla="*/ 1118 h 1454"/>
              <a:gd name="T48" fmla="*/ 409 w 1618"/>
              <a:gd name="T49" fmla="*/ 1082 h 1454"/>
              <a:gd name="T50" fmla="*/ 431 w 1618"/>
              <a:gd name="T51" fmla="*/ 1082 h 1454"/>
              <a:gd name="T52" fmla="*/ 498 w 1618"/>
              <a:gd name="T53" fmla="*/ 1148 h 1454"/>
              <a:gd name="T54" fmla="*/ 538 w 1618"/>
              <a:gd name="T55" fmla="*/ 1145 h 1454"/>
              <a:gd name="T56" fmla="*/ 718 w 1618"/>
              <a:gd name="T57" fmla="*/ 965 h 1454"/>
              <a:gd name="T58" fmla="*/ 716 w 1618"/>
              <a:gd name="T59" fmla="*/ 904 h 1454"/>
              <a:gd name="T60" fmla="*/ 1618 w 1618"/>
              <a:gd name="T61" fmla="*/ 3 h 1454"/>
              <a:gd name="T62" fmla="*/ 1615 w 1618"/>
              <a:gd name="T63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8" h="1454">
                <a:moveTo>
                  <a:pt x="1615" y="0"/>
                </a:moveTo>
                <a:cubicBezTo>
                  <a:pt x="1615" y="0"/>
                  <a:pt x="1615" y="0"/>
                  <a:pt x="1615" y="0"/>
                </a:cubicBezTo>
                <a:cubicBezTo>
                  <a:pt x="712" y="903"/>
                  <a:pt x="712" y="903"/>
                  <a:pt x="712" y="903"/>
                </a:cubicBezTo>
                <a:cubicBezTo>
                  <a:pt x="714" y="963"/>
                  <a:pt x="714" y="963"/>
                  <a:pt x="714" y="963"/>
                </a:cubicBezTo>
                <a:cubicBezTo>
                  <a:pt x="536" y="1141"/>
                  <a:pt x="536" y="1141"/>
                  <a:pt x="536" y="1141"/>
                </a:cubicBezTo>
                <a:cubicBezTo>
                  <a:pt x="499" y="1144"/>
                  <a:pt x="499" y="1144"/>
                  <a:pt x="499" y="1144"/>
                </a:cubicBezTo>
                <a:cubicBezTo>
                  <a:pt x="433" y="1078"/>
                  <a:pt x="433" y="1078"/>
                  <a:pt x="433" y="1078"/>
                </a:cubicBezTo>
                <a:cubicBezTo>
                  <a:pt x="407" y="1078"/>
                  <a:pt x="407" y="1078"/>
                  <a:pt x="407" y="1078"/>
                </a:cubicBezTo>
                <a:cubicBezTo>
                  <a:pt x="369" y="1116"/>
                  <a:pt x="369" y="1116"/>
                  <a:pt x="369" y="1116"/>
                </a:cubicBezTo>
                <a:cubicBezTo>
                  <a:pt x="371" y="1160"/>
                  <a:pt x="371" y="1160"/>
                  <a:pt x="371" y="1160"/>
                </a:cubicBezTo>
                <a:cubicBezTo>
                  <a:pt x="210" y="1320"/>
                  <a:pt x="210" y="1320"/>
                  <a:pt x="210" y="1320"/>
                </a:cubicBezTo>
                <a:cubicBezTo>
                  <a:pt x="160" y="1320"/>
                  <a:pt x="160" y="1320"/>
                  <a:pt x="160" y="1320"/>
                </a:cubicBezTo>
                <a:cubicBezTo>
                  <a:pt x="124" y="1356"/>
                  <a:pt x="124" y="1356"/>
                  <a:pt x="124" y="1356"/>
                </a:cubicBezTo>
                <a:cubicBezTo>
                  <a:pt x="43" y="1357"/>
                  <a:pt x="43" y="1357"/>
                  <a:pt x="43" y="1357"/>
                </a:cubicBezTo>
                <a:cubicBezTo>
                  <a:pt x="0" y="1400"/>
                  <a:pt x="0" y="1400"/>
                  <a:pt x="0" y="1400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1" y="1453"/>
                  <a:pt x="3" y="1453"/>
                  <a:pt x="4" y="1454"/>
                </a:cubicBezTo>
                <a:cubicBezTo>
                  <a:pt x="4" y="1401"/>
                  <a:pt x="4" y="1401"/>
                  <a:pt x="4" y="1401"/>
                </a:cubicBezTo>
                <a:cubicBezTo>
                  <a:pt x="44" y="1361"/>
                  <a:pt x="44" y="1361"/>
                  <a:pt x="44" y="1361"/>
                </a:cubicBezTo>
                <a:cubicBezTo>
                  <a:pt x="125" y="1360"/>
                  <a:pt x="125" y="1360"/>
                  <a:pt x="125" y="1360"/>
                </a:cubicBezTo>
                <a:cubicBezTo>
                  <a:pt x="161" y="1324"/>
                  <a:pt x="161" y="1324"/>
                  <a:pt x="161" y="1324"/>
                </a:cubicBezTo>
                <a:cubicBezTo>
                  <a:pt x="212" y="1324"/>
                  <a:pt x="212" y="1324"/>
                  <a:pt x="212" y="1324"/>
                </a:cubicBezTo>
                <a:cubicBezTo>
                  <a:pt x="375" y="1161"/>
                  <a:pt x="375" y="1161"/>
                  <a:pt x="375" y="1161"/>
                </a:cubicBezTo>
                <a:cubicBezTo>
                  <a:pt x="373" y="1118"/>
                  <a:pt x="373" y="1118"/>
                  <a:pt x="373" y="1118"/>
                </a:cubicBezTo>
                <a:cubicBezTo>
                  <a:pt x="409" y="1082"/>
                  <a:pt x="409" y="1082"/>
                  <a:pt x="409" y="1082"/>
                </a:cubicBezTo>
                <a:cubicBezTo>
                  <a:pt x="431" y="1082"/>
                  <a:pt x="431" y="1082"/>
                  <a:pt x="431" y="1082"/>
                </a:cubicBezTo>
                <a:cubicBezTo>
                  <a:pt x="498" y="1148"/>
                  <a:pt x="498" y="1148"/>
                  <a:pt x="498" y="1148"/>
                </a:cubicBezTo>
                <a:cubicBezTo>
                  <a:pt x="538" y="1145"/>
                  <a:pt x="538" y="1145"/>
                  <a:pt x="538" y="1145"/>
                </a:cubicBezTo>
                <a:cubicBezTo>
                  <a:pt x="718" y="965"/>
                  <a:pt x="718" y="965"/>
                  <a:pt x="718" y="965"/>
                </a:cubicBezTo>
                <a:cubicBezTo>
                  <a:pt x="716" y="904"/>
                  <a:pt x="716" y="904"/>
                  <a:pt x="716" y="904"/>
                </a:cubicBezTo>
                <a:cubicBezTo>
                  <a:pt x="1618" y="3"/>
                  <a:pt x="1618" y="3"/>
                  <a:pt x="1618" y="3"/>
                </a:cubicBezTo>
                <a:cubicBezTo>
                  <a:pt x="1615" y="0"/>
                  <a:pt x="1615" y="0"/>
                  <a:pt x="161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7" name="Freeform 744"/>
          <p:cNvSpPr>
            <a:spLocks noEditPoints="1"/>
          </p:cNvSpPr>
          <p:nvPr/>
        </p:nvSpPr>
        <p:spPr bwMode="auto">
          <a:xfrm>
            <a:off x="13315181" y="-2679705"/>
            <a:ext cx="4662489" cy="4879984"/>
          </a:xfrm>
          <a:custGeom>
            <a:avLst/>
            <a:gdLst>
              <a:gd name="T0" fmla="*/ 432 w 1125"/>
              <a:gd name="T1" fmla="*/ 690 h 1177"/>
              <a:gd name="T2" fmla="*/ 168 w 1125"/>
              <a:gd name="T3" fmla="*/ 955 h 1177"/>
              <a:gd name="T4" fmla="*/ 170 w 1125"/>
              <a:gd name="T5" fmla="*/ 1026 h 1177"/>
              <a:gd name="T6" fmla="*/ 23 w 1125"/>
              <a:gd name="T7" fmla="*/ 1173 h 1177"/>
              <a:gd name="T8" fmla="*/ 0 w 1125"/>
              <a:gd name="T9" fmla="*/ 1173 h 1177"/>
              <a:gd name="T10" fmla="*/ 0 w 1125"/>
              <a:gd name="T11" fmla="*/ 1177 h 1177"/>
              <a:gd name="T12" fmla="*/ 25 w 1125"/>
              <a:gd name="T13" fmla="*/ 1177 h 1177"/>
              <a:gd name="T14" fmla="*/ 174 w 1125"/>
              <a:gd name="T15" fmla="*/ 1027 h 1177"/>
              <a:gd name="T16" fmla="*/ 172 w 1125"/>
              <a:gd name="T17" fmla="*/ 956 h 1177"/>
              <a:gd name="T18" fmla="*/ 435 w 1125"/>
              <a:gd name="T19" fmla="*/ 693 h 1177"/>
              <a:gd name="T20" fmla="*/ 434 w 1125"/>
              <a:gd name="T21" fmla="*/ 692 h 1177"/>
              <a:gd name="T22" fmla="*/ 432 w 1125"/>
              <a:gd name="T23" fmla="*/ 690 h 1177"/>
              <a:gd name="T24" fmla="*/ 1122 w 1125"/>
              <a:gd name="T25" fmla="*/ 0 h 1177"/>
              <a:gd name="T26" fmla="*/ 461 w 1125"/>
              <a:gd name="T27" fmla="*/ 661 h 1177"/>
              <a:gd name="T28" fmla="*/ 463 w 1125"/>
              <a:gd name="T29" fmla="*/ 663 h 1177"/>
              <a:gd name="T30" fmla="*/ 464 w 1125"/>
              <a:gd name="T31" fmla="*/ 664 h 1177"/>
              <a:gd name="T32" fmla="*/ 1125 w 1125"/>
              <a:gd name="T33" fmla="*/ 3 h 1177"/>
              <a:gd name="T34" fmla="*/ 1122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432" y="690"/>
                </a:moveTo>
                <a:cubicBezTo>
                  <a:pt x="168" y="955"/>
                  <a:pt x="168" y="955"/>
                  <a:pt x="168" y="955"/>
                </a:cubicBezTo>
                <a:cubicBezTo>
                  <a:pt x="170" y="1026"/>
                  <a:pt x="170" y="1026"/>
                  <a:pt x="170" y="1026"/>
                </a:cubicBezTo>
                <a:cubicBezTo>
                  <a:pt x="23" y="1173"/>
                  <a:pt x="23" y="1173"/>
                  <a:pt x="23" y="1173"/>
                </a:cubicBezTo>
                <a:cubicBezTo>
                  <a:pt x="0" y="1173"/>
                  <a:pt x="0" y="1173"/>
                  <a:pt x="0" y="1173"/>
                </a:cubicBezTo>
                <a:cubicBezTo>
                  <a:pt x="0" y="1174"/>
                  <a:pt x="0" y="1176"/>
                  <a:pt x="0" y="1177"/>
                </a:cubicBezTo>
                <a:cubicBezTo>
                  <a:pt x="25" y="1177"/>
                  <a:pt x="25" y="1177"/>
                  <a:pt x="25" y="1177"/>
                </a:cubicBezTo>
                <a:cubicBezTo>
                  <a:pt x="174" y="1027"/>
                  <a:pt x="174" y="1027"/>
                  <a:pt x="174" y="1027"/>
                </a:cubicBezTo>
                <a:cubicBezTo>
                  <a:pt x="172" y="956"/>
                  <a:pt x="172" y="956"/>
                  <a:pt x="172" y="956"/>
                </a:cubicBezTo>
                <a:cubicBezTo>
                  <a:pt x="435" y="693"/>
                  <a:pt x="435" y="693"/>
                  <a:pt x="435" y="693"/>
                </a:cubicBezTo>
                <a:cubicBezTo>
                  <a:pt x="435" y="693"/>
                  <a:pt x="434" y="693"/>
                  <a:pt x="434" y="692"/>
                </a:cubicBezTo>
                <a:cubicBezTo>
                  <a:pt x="433" y="692"/>
                  <a:pt x="433" y="691"/>
                  <a:pt x="432" y="690"/>
                </a:cubicBezTo>
                <a:moveTo>
                  <a:pt x="1122" y="0"/>
                </a:moveTo>
                <a:cubicBezTo>
                  <a:pt x="461" y="661"/>
                  <a:pt x="461" y="661"/>
                  <a:pt x="461" y="661"/>
                </a:cubicBezTo>
                <a:cubicBezTo>
                  <a:pt x="462" y="662"/>
                  <a:pt x="462" y="662"/>
                  <a:pt x="463" y="663"/>
                </a:cubicBezTo>
                <a:cubicBezTo>
                  <a:pt x="463" y="663"/>
                  <a:pt x="464" y="664"/>
                  <a:pt x="464" y="664"/>
                </a:cubicBezTo>
                <a:cubicBezTo>
                  <a:pt x="1125" y="3"/>
                  <a:pt x="1125" y="3"/>
                  <a:pt x="1125" y="3"/>
                </a:cubicBezTo>
                <a:cubicBezTo>
                  <a:pt x="1122" y="0"/>
                  <a:pt x="1122" y="0"/>
                  <a:pt x="11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8" name="Freeform 745"/>
          <p:cNvSpPr>
            <a:spLocks/>
          </p:cNvSpPr>
          <p:nvPr/>
        </p:nvSpPr>
        <p:spPr bwMode="auto">
          <a:xfrm>
            <a:off x="9227367" y="4124333"/>
            <a:ext cx="2930526" cy="4991109"/>
          </a:xfrm>
          <a:custGeom>
            <a:avLst/>
            <a:gdLst>
              <a:gd name="T0" fmla="*/ 654 w 707"/>
              <a:gd name="T1" fmla="*/ 0 h 1204"/>
              <a:gd name="T2" fmla="*/ 635 w 707"/>
              <a:gd name="T3" fmla="*/ 19 h 1204"/>
              <a:gd name="T4" fmla="*/ 512 w 707"/>
              <a:gd name="T5" fmla="*/ 18 h 1204"/>
              <a:gd name="T6" fmla="*/ 463 w 707"/>
              <a:gd name="T7" fmla="*/ 67 h 1204"/>
              <a:gd name="T8" fmla="*/ 463 w 707"/>
              <a:gd name="T9" fmla="*/ 197 h 1204"/>
              <a:gd name="T10" fmla="*/ 328 w 707"/>
              <a:gd name="T11" fmla="*/ 332 h 1204"/>
              <a:gd name="T12" fmla="*/ 330 w 707"/>
              <a:gd name="T13" fmla="*/ 375 h 1204"/>
              <a:gd name="T14" fmla="*/ 225 w 707"/>
              <a:gd name="T15" fmla="*/ 480 h 1204"/>
              <a:gd name="T16" fmla="*/ 24 w 707"/>
              <a:gd name="T17" fmla="*/ 480 h 1204"/>
              <a:gd name="T18" fmla="*/ 0 w 707"/>
              <a:gd name="T19" fmla="*/ 505 h 1204"/>
              <a:gd name="T20" fmla="*/ 0 w 707"/>
              <a:gd name="T21" fmla="*/ 1204 h 1204"/>
              <a:gd name="T22" fmla="*/ 4 w 707"/>
              <a:gd name="T23" fmla="*/ 1204 h 1204"/>
              <a:gd name="T24" fmla="*/ 4 w 707"/>
              <a:gd name="T25" fmla="*/ 506 h 1204"/>
              <a:gd name="T26" fmla="*/ 26 w 707"/>
              <a:gd name="T27" fmla="*/ 484 h 1204"/>
              <a:gd name="T28" fmla="*/ 227 w 707"/>
              <a:gd name="T29" fmla="*/ 484 h 1204"/>
              <a:gd name="T30" fmla="*/ 334 w 707"/>
              <a:gd name="T31" fmla="*/ 376 h 1204"/>
              <a:gd name="T32" fmla="*/ 332 w 707"/>
              <a:gd name="T33" fmla="*/ 334 h 1204"/>
              <a:gd name="T34" fmla="*/ 467 w 707"/>
              <a:gd name="T35" fmla="*/ 198 h 1204"/>
              <a:gd name="T36" fmla="*/ 467 w 707"/>
              <a:gd name="T37" fmla="*/ 69 h 1204"/>
              <a:gd name="T38" fmla="*/ 513 w 707"/>
              <a:gd name="T39" fmla="*/ 22 h 1204"/>
              <a:gd name="T40" fmla="*/ 636 w 707"/>
              <a:gd name="T41" fmla="*/ 23 h 1204"/>
              <a:gd name="T42" fmla="*/ 656 w 707"/>
              <a:gd name="T43" fmla="*/ 4 h 1204"/>
              <a:gd name="T44" fmla="*/ 707 w 707"/>
              <a:gd name="T45" fmla="*/ 4 h 1204"/>
              <a:gd name="T46" fmla="*/ 707 w 707"/>
              <a:gd name="T47" fmla="*/ 4 h 1204"/>
              <a:gd name="T48" fmla="*/ 707 w 707"/>
              <a:gd name="T49" fmla="*/ 0 h 1204"/>
              <a:gd name="T50" fmla="*/ 654 w 707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7" h="1204">
                <a:moveTo>
                  <a:pt x="654" y="0"/>
                </a:moveTo>
                <a:cubicBezTo>
                  <a:pt x="635" y="19"/>
                  <a:pt x="635" y="19"/>
                  <a:pt x="635" y="19"/>
                </a:cubicBezTo>
                <a:cubicBezTo>
                  <a:pt x="512" y="18"/>
                  <a:pt x="512" y="18"/>
                  <a:pt x="512" y="18"/>
                </a:cubicBezTo>
                <a:cubicBezTo>
                  <a:pt x="463" y="67"/>
                  <a:pt x="463" y="67"/>
                  <a:pt x="463" y="67"/>
                </a:cubicBezTo>
                <a:cubicBezTo>
                  <a:pt x="463" y="197"/>
                  <a:pt x="463" y="197"/>
                  <a:pt x="463" y="197"/>
                </a:cubicBezTo>
                <a:cubicBezTo>
                  <a:pt x="328" y="332"/>
                  <a:pt x="328" y="332"/>
                  <a:pt x="328" y="332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225" y="480"/>
                  <a:pt x="225" y="480"/>
                  <a:pt x="225" y="480"/>
                </a:cubicBezTo>
                <a:cubicBezTo>
                  <a:pt x="24" y="480"/>
                  <a:pt x="24" y="480"/>
                  <a:pt x="24" y="480"/>
                </a:cubicBezTo>
                <a:cubicBezTo>
                  <a:pt x="0" y="505"/>
                  <a:pt x="0" y="505"/>
                  <a:pt x="0" y="505"/>
                </a:cubicBezTo>
                <a:cubicBezTo>
                  <a:pt x="0" y="1204"/>
                  <a:pt x="0" y="1204"/>
                  <a:pt x="0" y="1204"/>
                </a:cubicBezTo>
                <a:cubicBezTo>
                  <a:pt x="4" y="1204"/>
                  <a:pt x="4" y="1204"/>
                  <a:pt x="4" y="1204"/>
                </a:cubicBezTo>
                <a:cubicBezTo>
                  <a:pt x="4" y="506"/>
                  <a:pt x="4" y="506"/>
                  <a:pt x="4" y="506"/>
                </a:cubicBezTo>
                <a:cubicBezTo>
                  <a:pt x="26" y="484"/>
                  <a:pt x="26" y="484"/>
                  <a:pt x="26" y="484"/>
                </a:cubicBezTo>
                <a:cubicBezTo>
                  <a:pt x="227" y="484"/>
                  <a:pt x="227" y="484"/>
                  <a:pt x="227" y="484"/>
                </a:cubicBezTo>
                <a:cubicBezTo>
                  <a:pt x="334" y="376"/>
                  <a:pt x="334" y="376"/>
                  <a:pt x="334" y="376"/>
                </a:cubicBezTo>
                <a:cubicBezTo>
                  <a:pt x="332" y="334"/>
                  <a:pt x="332" y="334"/>
                  <a:pt x="332" y="334"/>
                </a:cubicBezTo>
                <a:cubicBezTo>
                  <a:pt x="467" y="198"/>
                  <a:pt x="467" y="198"/>
                  <a:pt x="467" y="198"/>
                </a:cubicBezTo>
                <a:cubicBezTo>
                  <a:pt x="467" y="69"/>
                  <a:pt x="467" y="69"/>
                  <a:pt x="467" y="69"/>
                </a:cubicBezTo>
                <a:cubicBezTo>
                  <a:pt x="513" y="22"/>
                  <a:pt x="513" y="22"/>
                  <a:pt x="513" y="22"/>
                </a:cubicBezTo>
                <a:cubicBezTo>
                  <a:pt x="636" y="23"/>
                  <a:pt x="636" y="23"/>
                  <a:pt x="636" y="23"/>
                </a:cubicBezTo>
                <a:cubicBezTo>
                  <a:pt x="656" y="4"/>
                  <a:pt x="656" y="4"/>
                  <a:pt x="656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3"/>
                  <a:pt x="707" y="1"/>
                  <a:pt x="707" y="0"/>
                </a:cubicBezTo>
                <a:cubicBezTo>
                  <a:pt x="654" y="0"/>
                  <a:pt x="654" y="0"/>
                  <a:pt x="65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9" name="Freeform 746"/>
          <p:cNvSpPr>
            <a:spLocks/>
          </p:cNvSpPr>
          <p:nvPr/>
        </p:nvSpPr>
        <p:spPr bwMode="auto">
          <a:xfrm>
            <a:off x="9394055" y="4268796"/>
            <a:ext cx="2490788" cy="5178435"/>
          </a:xfrm>
          <a:custGeom>
            <a:avLst/>
            <a:gdLst>
              <a:gd name="T0" fmla="*/ 488 w 601"/>
              <a:gd name="T1" fmla="*/ 0 h 1249"/>
              <a:gd name="T2" fmla="*/ 439 w 601"/>
              <a:gd name="T3" fmla="*/ 49 h 1249"/>
              <a:gd name="T4" fmla="*/ 440 w 601"/>
              <a:gd name="T5" fmla="*/ 179 h 1249"/>
              <a:gd name="T6" fmla="*/ 304 w 601"/>
              <a:gd name="T7" fmla="*/ 314 h 1249"/>
              <a:gd name="T8" fmla="*/ 307 w 601"/>
              <a:gd name="T9" fmla="*/ 356 h 1249"/>
              <a:gd name="T10" fmla="*/ 202 w 601"/>
              <a:gd name="T11" fmla="*/ 461 h 1249"/>
              <a:gd name="T12" fmla="*/ 27 w 601"/>
              <a:gd name="T13" fmla="*/ 461 h 1249"/>
              <a:gd name="T14" fmla="*/ 0 w 601"/>
              <a:gd name="T15" fmla="*/ 487 h 1249"/>
              <a:gd name="T16" fmla="*/ 0 w 601"/>
              <a:gd name="T17" fmla="*/ 1249 h 1249"/>
              <a:gd name="T18" fmla="*/ 4 w 601"/>
              <a:gd name="T19" fmla="*/ 1249 h 1249"/>
              <a:gd name="T20" fmla="*/ 4 w 601"/>
              <a:gd name="T21" fmla="*/ 489 h 1249"/>
              <a:gd name="T22" fmla="*/ 29 w 601"/>
              <a:gd name="T23" fmla="*/ 465 h 1249"/>
              <a:gd name="T24" fmla="*/ 204 w 601"/>
              <a:gd name="T25" fmla="*/ 465 h 1249"/>
              <a:gd name="T26" fmla="*/ 311 w 601"/>
              <a:gd name="T27" fmla="*/ 358 h 1249"/>
              <a:gd name="T28" fmla="*/ 309 w 601"/>
              <a:gd name="T29" fmla="*/ 316 h 1249"/>
              <a:gd name="T30" fmla="*/ 444 w 601"/>
              <a:gd name="T31" fmla="*/ 180 h 1249"/>
              <a:gd name="T32" fmla="*/ 443 w 601"/>
              <a:gd name="T33" fmla="*/ 51 h 1249"/>
              <a:gd name="T34" fmla="*/ 490 w 601"/>
              <a:gd name="T35" fmla="*/ 4 h 1249"/>
              <a:gd name="T36" fmla="*/ 601 w 601"/>
              <a:gd name="T37" fmla="*/ 5 h 1249"/>
              <a:gd name="T38" fmla="*/ 601 w 601"/>
              <a:gd name="T39" fmla="*/ 1 h 1249"/>
              <a:gd name="T40" fmla="*/ 488 w 601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1" h="1249">
                <a:moveTo>
                  <a:pt x="488" y="0"/>
                </a:moveTo>
                <a:cubicBezTo>
                  <a:pt x="439" y="49"/>
                  <a:pt x="439" y="49"/>
                  <a:pt x="439" y="49"/>
                </a:cubicBezTo>
                <a:cubicBezTo>
                  <a:pt x="440" y="179"/>
                  <a:pt x="440" y="179"/>
                  <a:pt x="440" y="179"/>
                </a:cubicBezTo>
                <a:cubicBezTo>
                  <a:pt x="304" y="314"/>
                  <a:pt x="304" y="314"/>
                  <a:pt x="304" y="314"/>
                </a:cubicBezTo>
                <a:cubicBezTo>
                  <a:pt x="307" y="356"/>
                  <a:pt x="307" y="356"/>
                  <a:pt x="307" y="356"/>
                </a:cubicBezTo>
                <a:cubicBezTo>
                  <a:pt x="202" y="461"/>
                  <a:pt x="202" y="461"/>
                  <a:pt x="202" y="461"/>
                </a:cubicBezTo>
                <a:cubicBezTo>
                  <a:pt x="27" y="461"/>
                  <a:pt x="27" y="461"/>
                  <a:pt x="27" y="46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1249"/>
                  <a:pt x="0" y="1249"/>
                  <a:pt x="0" y="1249"/>
                </a:cubicBezTo>
                <a:cubicBezTo>
                  <a:pt x="4" y="1249"/>
                  <a:pt x="4" y="1249"/>
                  <a:pt x="4" y="1249"/>
                </a:cubicBezTo>
                <a:cubicBezTo>
                  <a:pt x="4" y="489"/>
                  <a:pt x="4" y="489"/>
                  <a:pt x="4" y="489"/>
                </a:cubicBezTo>
                <a:cubicBezTo>
                  <a:pt x="29" y="465"/>
                  <a:pt x="29" y="465"/>
                  <a:pt x="29" y="465"/>
                </a:cubicBezTo>
                <a:cubicBezTo>
                  <a:pt x="204" y="465"/>
                  <a:pt x="204" y="465"/>
                  <a:pt x="204" y="465"/>
                </a:cubicBezTo>
                <a:cubicBezTo>
                  <a:pt x="311" y="358"/>
                  <a:pt x="311" y="358"/>
                  <a:pt x="311" y="358"/>
                </a:cubicBezTo>
                <a:cubicBezTo>
                  <a:pt x="309" y="316"/>
                  <a:pt x="309" y="316"/>
                  <a:pt x="309" y="316"/>
                </a:cubicBezTo>
                <a:cubicBezTo>
                  <a:pt x="444" y="180"/>
                  <a:pt x="444" y="180"/>
                  <a:pt x="444" y="180"/>
                </a:cubicBezTo>
                <a:cubicBezTo>
                  <a:pt x="443" y="51"/>
                  <a:pt x="443" y="51"/>
                  <a:pt x="443" y="51"/>
                </a:cubicBezTo>
                <a:cubicBezTo>
                  <a:pt x="490" y="4"/>
                  <a:pt x="490" y="4"/>
                  <a:pt x="490" y="4"/>
                </a:cubicBezTo>
                <a:cubicBezTo>
                  <a:pt x="601" y="5"/>
                  <a:pt x="601" y="5"/>
                  <a:pt x="601" y="5"/>
                </a:cubicBezTo>
                <a:cubicBezTo>
                  <a:pt x="601" y="4"/>
                  <a:pt x="601" y="3"/>
                  <a:pt x="601" y="1"/>
                </a:cubicBezTo>
                <a:cubicBezTo>
                  <a:pt x="488" y="0"/>
                  <a:pt x="488" y="0"/>
                  <a:pt x="4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0" name="Freeform 747"/>
          <p:cNvSpPr>
            <a:spLocks/>
          </p:cNvSpPr>
          <p:nvPr/>
        </p:nvSpPr>
        <p:spPr bwMode="auto">
          <a:xfrm>
            <a:off x="9525817" y="4438659"/>
            <a:ext cx="2184401" cy="4610109"/>
          </a:xfrm>
          <a:custGeom>
            <a:avLst/>
            <a:gdLst>
              <a:gd name="T0" fmla="*/ 527 w 527"/>
              <a:gd name="T1" fmla="*/ 0 h 1112"/>
              <a:gd name="T2" fmla="*/ 489 w 527"/>
              <a:gd name="T3" fmla="*/ 0 h 1112"/>
              <a:gd name="T4" fmla="*/ 448 w 527"/>
              <a:gd name="T5" fmla="*/ 41 h 1112"/>
              <a:gd name="T6" fmla="*/ 447 w 527"/>
              <a:gd name="T7" fmla="*/ 133 h 1112"/>
              <a:gd name="T8" fmla="*/ 289 w 527"/>
              <a:gd name="T9" fmla="*/ 290 h 1112"/>
              <a:gd name="T10" fmla="*/ 292 w 527"/>
              <a:gd name="T11" fmla="*/ 332 h 1112"/>
              <a:gd name="T12" fmla="*/ 187 w 527"/>
              <a:gd name="T13" fmla="*/ 436 h 1112"/>
              <a:gd name="T14" fmla="*/ 39 w 527"/>
              <a:gd name="T15" fmla="*/ 436 h 1112"/>
              <a:gd name="T16" fmla="*/ 0 w 527"/>
              <a:gd name="T17" fmla="*/ 474 h 1112"/>
              <a:gd name="T18" fmla="*/ 0 w 527"/>
              <a:gd name="T19" fmla="*/ 1112 h 1112"/>
              <a:gd name="T20" fmla="*/ 4 w 527"/>
              <a:gd name="T21" fmla="*/ 1112 h 1112"/>
              <a:gd name="T22" fmla="*/ 4 w 527"/>
              <a:gd name="T23" fmla="*/ 476 h 1112"/>
              <a:gd name="T24" fmla="*/ 41 w 527"/>
              <a:gd name="T25" fmla="*/ 440 h 1112"/>
              <a:gd name="T26" fmla="*/ 189 w 527"/>
              <a:gd name="T27" fmla="*/ 440 h 1112"/>
              <a:gd name="T28" fmla="*/ 296 w 527"/>
              <a:gd name="T29" fmla="*/ 333 h 1112"/>
              <a:gd name="T30" fmla="*/ 294 w 527"/>
              <a:gd name="T31" fmla="*/ 292 h 1112"/>
              <a:gd name="T32" fmla="*/ 451 w 527"/>
              <a:gd name="T33" fmla="*/ 134 h 1112"/>
              <a:gd name="T34" fmla="*/ 452 w 527"/>
              <a:gd name="T35" fmla="*/ 42 h 1112"/>
              <a:gd name="T36" fmla="*/ 490 w 527"/>
              <a:gd name="T37" fmla="*/ 4 h 1112"/>
              <a:gd name="T38" fmla="*/ 526 w 527"/>
              <a:gd name="T39" fmla="*/ 4 h 1112"/>
              <a:gd name="T40" fmla="*/ 527 w 527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7" h="1112">
                <a:moveTo>
                  <a:pt x="527" y="0"/>
                </a:moveTo>
                <a:cubicBezTo>
                  <a:pt x="489" y="0"/>
                  <a:pt x="489" y="0"/>
                  <a:pt x="489" y="0"/>
                </a:cubicBezTo>
                <a:cubicBezTo>
                  <a:pt x="448" y="41"/>
                  <a:pt x="448" y="41"/>
                  <a:pt x="448" y="41"/>
                </a:cubicBezTo>
                <a:cubicBezTo>
                  <a:pt x="447" y="133"/>
                  <a:pt x="447" y="133"/>
                  <a:pt x="447" y="133"/>
                </a:cubicBezTo>
                <a:cubicBezTo>
                  <a:pt x="289" y="290"/>
                  <a:pt x="289" y="290"/>
                  <a:pt x="289" y="290"/>
                </a:cubicBezTo>
                <a:cubicBezTo>
                  <a:pt x="292" y="332"/>
                  <a:pt x="292" y="332"/>
                  <a:pt x="292" y="332"/>
                </a:cubicBezTo>
                <a:cubicBezTo>
                  <a:pt x="187" y="436"/>
                  <a:pt x="187" y="436"/>
                  <a:pt x="187" y="436"/>
                </a:cubicBezTo>
                <a:cubicBezTo>
                  <a:pt x="39" y="436"/>
                  <a:pt x="39" y="436"/>
                  <a:pt x="39" y="436"/>
                </a:cubicBezTo>
                <a:cubicBezTo>
                  <a:pt x="0" y="474"/>
                  <a:pt x="0" y="474"/>
                  <a:pt x="0" y="474"/>
                </a:cubicBezTo>
                <a:cubicBezTo>
                  <a:pt x="0" y="1112"/>
                  <a:pt x="0" y="1112"/>
                  <a:pt x="0" y="1112"/>
                </a:cubicBezTo>
                <a:cubicBezTo>
                  <a:pt x="4" y="1112"/>
                  <a:pt x="4" y="1112"/>
                  <a:pt x="4" y="1112"/>
                </a:cubicBezTo>
                <a:cubicBezTo>
                  <a:pt x="4" y="476"/>
                  <a:pt x="4" y="476"/>
                  <a:pt x="4" y="476"/>
                </a:cubicBezTo>
                <a:cubicBezTo>
                  <a:pt x="41" y="440"/>
                  <a:pt x="41" y="440"/>
                  <a:pt x="41" y="440"/>
                </a:cubicBezTo>
                <a:cubicBezTo>
                  <a:pt x="189" y="440"/>
                  <a:pt x="189" y="440"/>
                  <a:pt x="189" y="440"/>
                </a:cubicBezTo>
                <a:cubicBezTo>
                  <a:pt x="296" y="333"/>
                  <a:pt x="296" y="333"/>
                  <a:pt x="296" y="333"/>
                </a:cubicBezTo>
                <a:cubicBezTo>
                  <a:pt x="294" y="292"/>
                  <a:pt x="294" y="292"/>
                  <a:pt x="294" y="292"/>
                </a:cubicBezTo>
                <a:cubicBezTo>
                  <a:pt x="451" y="134"/>
                  <a:pt x="451" y="134"/>
                  <a:pt x="451" y="134"/>
                </a:cubicBezTo>
                <a:cubicBezTo>
                  <a:pt x="452" y="42"/>
                  <a:pt x="452" y="42"/>
                  <a:pt x="452" y="42"/>
                </a:cubicBezTo>
                <a:cubicBezTo>
                  <a:pt x="490" y="4"/>
                  <a:pt x="490" y="4"/>
                  <a:pt x="490" y="4"/>
                </a:cubicBezTo>
                <a:cubicBezTo>
                  <a:pt x="526" y="4"/>
                  <a:pt x="526" y="4"/>
                  <a:pt x="526" y="4"/>
                </a:cubicBezTo>
                <a:cubicBezTo>
                  <a:pt x="526" y="3"/>
                  <a:pt x="527" y="1"/>
                  <a:pt x="5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1" name="Freeform 748"/>
          <p:cNvSpPr>
            <a:spLocks/>
          </p:cNvSpPr>
          <p:nvPr/>
        </p:nvSpPr>
        <p:spPr bwMode="auto">
          <a:xfrm>
            <a:off x="10140180" y="4132271"/>
            <a:ext cx="2325688" cy="2459042"/>
          </a:xfrm>
          <a:custGeom>
            <a:avLst/>
            <a:gdLst>
              <a:gd name="T0" fmla="*/ 561 w 561"/>
              <a:gd name="T1" fmla="*/ 0 h 593"/>
              <a:gd name="T2" fmla="*/ 558 w 561"/>
              <a:gd name="T3" fmla="*/ 0 h 593"/>
              <a:gd name="T4" fmla="*/ 558 w 561"/>
              <a:gd name="T5" fmla="*/ 0 h 593"/>
              <a:gd name="T6" fmla="*/ 557 w 561"/>
              <a:gd name="T7" fmla="*/ 0 h 593"/>
              <a:gd name="T8" fmla="*/ 556 w 561"/>
              <a:gd name="T9" fmla="*/ 29 h 593"/>
              <a:gd name="T10" fmla="*/ 509 w 561"/>
              <a:gd name="T11" fmla="*/ 76 h 593"/>
              <a:gd name="T12" fmla="*/ 440 w 561"/>
              <a:gd name="T13" fmla="*/ 77 h 593"/>
              <a:gd name="T14" fmla="*/ 334 w 561"/>
              <a:gd name="T15" fmla="*/ 183 h 593"/>
              <a:gd name="T16" fmla="*/ 335 w 561"/>
              <a:gd name="T17" fmla="*/ 232 h 593"/>
              <a:gd name="T18" fmla="*/ 260 w 561"/>
              <a:gd name="T19" fmla="*/ 308 h 593"/>
              <a:gd name="T20" fmla="*/ 258 w 561"/>
              <a:gd name="T21" fmla="*/ 333 h 593"/>
              <a:gd name="T22" fmla="*/ 0 w 561"/>
              <a:gd name="T23" fmla="*/ 590 h 593"/>
              <a:gd name="T24" fmla="*/ 3 w 561"/>
              <a:gd name="T25" fmla="*/ 592 h 593"/>
              <a:gd name="T26" fmla="*/ 3 w 561"/>
              <a:gd name="T27" fmla="*/ 593 h 593"/>
              <a:gd name="T28" fmla="*/ 262 w 561"/>
              <a:gd name="T29" fmla="*/ 335 h 593"/>
              <a:gd name="T30" fmla="*/ 264 w 561"/>
              <a:gd name="T31" fmla="*/ 310 h 593"/>
              <a:gd name="T32" fmla="*/ 339 w 561"/>
              <a:gd name="T33" fmla="*/ 234 h 593"/>
              <a:gd name="T34" fmla="*/ 338 w 561"/>
              <a:gd name="T35" fmla="*/ 184 h 593"/>
              <a:gd name="T36" fmla="*/ 441 w 561"/>
              <a:gd name="T37" fmla="*/ 81 h 593"/>
              <a:gd name="T38" fmla="*/ 510 w 561"/>
              <a:gd name="T39" fmla="*/ 80 h 593"/>
              <a:gd name="T40" fmla="*/ 560 w 561"/>
              <a:gd name="T41" fmla="*/ 31 h 593"/>
              <a:gd name="T42" fmla="*/ 561 w 561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1" h="593">
                <a:moveTo>
                  <a:pt x="561" y="0"/>
                </a:moveTo>
                <a:cubicBezTo>
                  <a:pt x="560" y="0"/>
                  <a:pt x="559" y="0"/>
                  <a:pt x="55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58" y="0"/>
                  <a:pt x="557" y="0"/>
                  <a:pt x="557" y="0"/>
                </a:cubicBezTo>
                <a:cubicBezTo>
                  <a:pt x="556" y="29"/>
                  <a:pt x="556" y="29"/>
                  <a:pt x="556" y="29"/>
                </a:cubicBezTo>
                <a:cubicBezTo>
                  <a:pt x="509" y="76"/>
                  <a:pt x="509" y="76"/>
                  <a:pt x="509" y="76"/>
                </a:cubicBezTo>
                <a:cubicBezTo>
                  <a:pt x="440" y="77"/>
                  <a:pt x="440" y="77"/>
                  <a:pt x="440" y="77"/>
                </a:cubicBezTo>
                <a:cubicBezTo>
                  <a:pt x="334" y="183"/>
                  <a:pt x="334" y="183"/>
                  <a:pt x="334" y="183"/>
                </a:cubicBezTo>
                <a:cubicBezTo>
                  <a:pt x="335" y="232"/>
                  <a:pt x="335" y="232"/>
                  <a:pt x="335" y="232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58" y="333"/>
                  <a:pt x="258" y="333"/>
                  <a:pt x="258" y="333"/>
                </a:cubicBezTo>
                <a:cubicBezTo>
                  <a:pt x="0" y="590"/>
                  <a:pt x="0" y="590"/>
                  <a:pt x="0" y="590"/>
                </a:cubicBezTo>
                <a:cubicBezTo>
                  <a:pt x="1" y="591"/>
                  <a:pt x="2" y="591"/>
                  <a:pt x="3" y="592"/>
                </a:cubicBezTo>
                <a:cubicBezTo>
                  <a:pt x="3" y="592"/>
                  <a:pt x="3" y="593"/>
                  <a:pt x="3" y="593"/>
                </a:cubicBezTo>
                <a:cubicBezTo>
                  <a:pt x="262" y="335"/>
                  <a:pt x="262" y="335"/>
                  <a:pt x="262" y="335"/>
                </a:cubicBezTo>
                <a:cubicBezTo>
                  <a:pt x="264" y="310"/>
                  <a:pt x="264" y="310"/>
                  <a:pt x="264" y="310"/>
                </a:cubicBezTo>
                <a:cubicBezTo>
                  <a:pt x="339" y="234"/>
                  <a:pt x="339" y="234"/>
                  <a:pt x="339" y="234"/>
                </a:cubicBezTo>
                <a:cubicBezTo>
                  <a:pt x="338" y="184"/>
                  <a:pt x="338" y="184"/>
                  <a:pt x="338" y="184"/>
                </a:cubicBezTo>
                <a:cubicBezTo>
                  <a:pt x="441" y="81"/>
                  <a:pt x="441" y="81"/>
                  <a:pt x="441" y="81"/>
                </a:cubicBezTo>
                <a:cubicBezTo>
                  <a:pt x="510" y="80"/>
                  <a:pt x="510" y="80"/>
                  <a:pt x="510" y="80"/>
                </a:cubicBezTo>
                <a:cubicBezTo>
                  <a:pt x="560" y="31"/>
                  <a:pt x="560" y="31"/>
                  <a:pt x="560" y="31"/>
                </a:cubicBezTo>
                <a:cubicBezTo>
                  <a:pt x="561" y="0"/>
                  <a:pt x="561" y="0"/>
                  <a:pt x="56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2" name="Freeform 749"/>
          <p:cNvSpPr>
            <a:spLocks noEditPoints="1"/>
          </p:cNvSpPr>
          <p:nvPr/>
        </p:nvSpPr>
        <p:spPr bwMode="auto">
          <a:xfrm>
            <a:off x="10819630" y="4754572"/>
            <a:ext cx="1039813" cy="1438278"/>
          </a:xfrm>
          <a:custGeom>
            <a:avLst/>
            <a:gdLst>
              <a:gd name="T0" fmla="*/ 211 w 251"/>
              <a:gd name="T1" fmla="*/ 58 h 347"/>
              <a:gd name="T2" fmla="*/ 210 w 251"/>
              <a:gd name="T3" fmla="*/ 89 h 347"/>
              <a:gd name="T4" fmla="*/ 131 w 251"/>
              <a:gd name="T5" fmla="*/ 168 h 347"/>
              <a:gd name="T6" fmla="*/ 132 w 251"/>
              <a:gd name="T7" fmla="*/ 212 h 347"/>
              <a:gd name="T8" fmla="*/ 0 w 251"/>
              <a:gd name="T9" fmla="*/ 344 h 347"/>
              <a:gd name="T10" fmla="*/ 3 w 251"/>
              <a:gd name="T11" fmla="*/ 346 h 347"/>
              <a:gd name="T12" fmla="*/ 3 w 251"/>
              <a:gd name="T13" fmla="*/ 347 h 347"/>
              <a:gd name="T14" fmla="*/ 136 w 251"/>
              <a:gd name="T15" fmla="*/ 214 h 347"/>
              <a:gd name="T16" fmla="*/ 135 w 251"/>
              <a:gd name="T17" fmla="*/ 170 h 347"/>
              <a:gd name="T18" fmla="*/ 214 w 251"/>
              <a:gd name="T19" fmla="*/ 91 h 347"/>
              <a:gd name="T20" fmla="*/ 215 w 251"/>
              <a:gd name="T21" fmla="*/ 59 h 347"/>
              <a:gd name="T22" fmla="*/ 211 w 251"/>
              <a:gd name="T23" fmla="*/ 58 h 347"/>
              <a:gd name="T24" fmla="*/ 248 w 251"/>
              <a:gd name="T25" fmla="*/ 0 h 347"/>
              <a:gd name="T26" fmla="*/ 228 w 251"/>
              <a:gd name="T27" fmla="*/ 20 h 347"/>
              <a:gd name="T28" fmla="*/ 232 w 251"/>
              <a:gd name="T29" fmla="*/ 22 h 347"/>
              <a:gd name="T30" fmla="*/ 251 w 251"/>
              <a:gd name="T31" fmla="*/ 3 h 347"/>
              <a:gd name="T32" fmla="*/ 250 w 251"/>
              <a:gd name="T33" fmla="*/ 2 h 347"/>
              <a:gd name="T34" fmla="*/ 248 w 251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1" h="347">
                <a:moveTo>
                  <a:pt x="211" y="58"/>
                </a:moveTo>
                <a:cubicBezTo>
                  <a:pt x="210" y="89"/>
                  <a:pt x="210" y="89"/>
                  <a:pt x="210" y="89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2" y="212"/>
                  <a:pt x="132" y="212"/>
                  <a:pt x="132" y="212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5"/>
                  <a:pt x="2" y="345"/>
                  <a:pt x="3" y="346"/>
                </a:cubicBezTo>
                <a:cubicBezTo>
                  <a:pt x="3" y="346"/>
                  <a:pt x="3" y="347"/>
                  <a:pt x="3" y="347"/>
                </a:cubicBezTo>
                <a:cubicBezTo>
                  <a:pt x="136" y="214"/>
                  <a:pt x="136" y="214"/>
                  <a:pt x="136" y="214"/>
                </a:cubicBezTo>
                <a:cubicBezTo>
                  <a:pt x="135" y="170"/>
                  <a:pt x="135" y="170"/>
                  <a:pt x="135" y="170"/>
                </a:cubicBezTo>
                <a:cubicBezTo>
                  <a:pt x="214" y="91"/>
                  <a:pt x="214" y="91"/>
                  <a:pt x="214" y="91"/>
                </a:cubicBezTo>
                <a:cubicBezTo>
                  <a:pt x="215" y="59"/>
                  <a:pt x="215" y="59"/>
                  <a:pt x="215" y="59"/>
                </a:cubicBezTo>
                <a:cubicBezTo>
                  <a:pt x="214" y="59"/>
                  <a:pt x="212" y="58"/>
                  <a:pt x="211" y="58"/>
                </a:cubicBezTo>
                <a:moveTo>
                  <a:pt x="248" y="0"/>
                </a:moveTo>
                <a:cubicBezTo>
                  <a:pt x="228" y="20"/>
                  <a:pt x="228" y="20"/>
                  <a:pt x="228" y="20"/>
                </a:cubicBezTo>
                <a:cubicBezTo>
                  <a:pt x="229" y="21"/>
                  <a:pt x="230" y="21"/>
                  <a:pt x="232" y="22"/>
                </a:cubicBezTo>
                <a:cubicBezTo>
                  <a:pt x="251" y="3"/>
                  <a:pt x="251" y="3"/>
                  <a:pt x="251" y="3"/>
                </a:cubicBezTo>
                <a:cubicBezTo>
                  <a:pt x="250" y="3"/>
                  <a:pt x="250" y="3"/>
                  <a:pt x="250" y="2"/>
                </a:cubicBezTo>
                <a:cubicBezTo>
                  <a:pt x="249" y="2"/>
                  <a:pt x="248" y="1"/>
                  <a:pt x="2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3" name="Freeform 750"/>
          <p:cNvSpPr>
            <a:spLocks/>
          </p:cNvSpPr>
          <p:nvPr/>
        </p:nvSpPr>
        <p:spPr bwMode="auto">
          <a:xfrm>
            <a:off x="11349855" y="177801"/>
            <a:ext cx="3333751" cy="2984506"/>
          </a:xfrm>
          <a:custGeom>
            <a:avLst/>
            <a:gdLst>
              <a:gd name="T0" fmla="*/ 804 w 804"/>
              <a:gd name="T1" fmla="*/ 0 h 720"/>
              <a:gd name="T2" fmla="*/ 791 w 804"/>
              <a:gd name="T3" fmla="*/ 0 h 720"/>
              <a:gd name="T4" fmla="*/ 761 w 804"/>
              <a:gd name="T5" fmla="*/ 31 h 720"/>
              <a:gd name="T6" fmla="*/ 678 w 804"/>
              <a:gd name="T7" fmla="*/ 31 h 720"/>
              <a:gd name="T8" fmla="*/ 612 w 804"/>
              <a:gd name="T9" fmla="*/ 97 h 720"/>
              <a:gd name="T10" fmla="*/ 613 w 804"/>
              <a:gd name="T11" fmla="*/ 125 h 720"/>
              <a:gd name="T12" fmla="*/ 435 w 804"/>
              <a:gd name="T13" fmla="*/ 303 h 720"/>
              <a:gd name="T14" fmla="*/ 436 w 804"/>
              <a:gd name="T15" fmla="*/ 352 h 720"/>
              <a:gd name="T16" fmla="*/ 299 w 804"/>
              <a:gd name="T17" fmla="*/ 489 h 720"/>
              <a:gd name="T18" fmla="*/ 299 w 804"/>
              <a:gd name="T19" fmla="*/ 529 h 720"/>
              <a:gd name="T20" fmla="*/ 151 w 804"/>
              <a:gd name="T21" fmla="*/ 677 h 720"/>
              <a:gd name="T22" fmla="*/ 97 w 804"/>
              <a:gd name="T23" fmla="*/ 680 h 720"/>
              <a:gd name="T24" fmla="*/ 60 w 804"/>
              <a:gd name="T25" fmla="*/ 716 h 720"/>
              <a:gd name="T26" fmla="*/ 1 w 804"/>
              <a:gd name="T27" fmla="*/ 715 h 720"/>
              <a:gd name="T28" fmla="*/ 0 w 804"/>
              <a:gd name="T29" fmla="*/ 719 h 720"/>
              <a:gd name="T30" fmla="*/ 62 w 804"/>
              <a:gd name="T31" fmla="*/ 720 h 720"/>
              <a:gd name="T32" fmla="*/ 99 w 804"/>
              <a:gd name="T33" fmla="*/ 684 h 720"/>
              <a:gd name="T34" fmla="*/ 152 w 804"/>
              <a:gd name="T35" fmla="*/ 681 h 720"/>
              <a:gd name="T36" fmla="*/ 303 w 804"/>
              <a:gd name="T37" fmla="*/ 530 h 720"/>
              <a:gd name="T38" fmla="*/ 303 w 804"/>
              <a:gd name="T39" fmla="*/ 491 h 720"/>
              <a:gd name="T40" fmla="*/ 440 w 804"/>
              <a:gd name="T41" fmla="*/ 354 h 720"/>
              <a:gd name="T42" fmla="*/ 439 w 804"/>
              <a:gd name="T43" fmla="*/ 304 h 720"/>
              <a:gd name="T44" fmla="*/ 617 w 804"/>
              <a:gd name="T45" fmla="*/ 126 h 720"/>
              <a:gd name="T46" fmla="*/ 616 w 804"/>
              <a:gd name="T47" fmla="*/ 99 h 720"/>
              <a:gd name="T48" fmla="*/ 680 w 804"/>
              <a:gd name="T49" fmla="*/ 35 h 720"/>
              <a:gd name="T50" fmla="*/ 763 w 804"/>
              <a:gd name="T51" fmla="*/ 35 h 720"/>
              <a:gd name="T52" fmla="*/ 793 w 804"/>
              <a:gd name="T53" fmla="*/ 4 h 720"/>
              <a:gd name="T54" fmla="*/ 803 w 804"/>
              <a:gd name="T55" fmla="*/ 4 h 720"/>
              <a:gd name="T56" fmla="*/ 804 w 804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4" h="720">
                <a:moveTo>
                  <a:pt x="804" y="0"/>
                </a:moveTo>
                <a:cubicBezTo>
                  <a:pt x="791" y="0"/>
                  <a:pt x="791" y="0"/>
                  <a:pt x="791" y="0"/>
                </a:cubicBezTo>
                <a:cubicBezTo>
                  <a:pt x="761" y="31"/>
                  <a:pt x="761" y="31"/>
                  <a:pt x="761" y="31"/>
                </a:cubicBezTo>
                <a:cubicBezTo>
                  <a:pt x="678" y="31"/>
                  <a:pt x="678" y="31"/>
                  <a:pt x="678" y="31"/>
                </a:cubicBezTo>
                <a:cubicBezTo>
                  <a:pt x="612" y="97"/>
                  <a:pt x="612" y="97"/>
                  <a:pt x="612" y="97"/>
                </a:cubicBezTo>
                <a:cubicBezTo>
                  <a:pt x="613" y="125"/>
                  <a:pt x="613" y="125"/>
                  <a:pt x="613" y="125"/>
                </a:cubicBezTo>
                <a:cubicBezTo>
                  <a:pt x="435" y="303"/>
                  <a:pt x="435" y="303"/>
                  <a:pt x="435" y="303"/>
                </a:cubicBezTo>
                <a:cubicBezTo>
                  <a:pt x="436" y="352"/>
                  <a:pt x="436" y="352"/>
                  <a:pt x="436" y="352"/>
                </a:cubicBezTo>
                <a:cubicBezTo>
                  <a:pt x="299" y="489"/>
                  <a:pt x="299" y="489"/>
                  <a:pt x="299" y="489"/>
                </a:cubicBezTo>
                <a:cubicBezTo>
                  <a:pt x="299" y="529"/>
                  <a:pt x="299" y="529"/>
                  <a:pt x="299" y="529"/>
                </a:cubicBezTo>
                <a:cubicBezTo>
                  <a:pt x="151" y="677"/>
                  <a:pt x="151" y="677"/>
                  <a:pt x="151" y="677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60" y="716"/>
                  <a:pt x="60" y="716"/>
                  <a:pt x="60" y="716"/>
                </a:cubicBezTo>
                <a:cubicBezTo>
                  <a:pt x="1" y="715"/>
                  <a:pt x="1" y="715"/>
                  <a:pt x="1" y="715"/>
                </a:cubicBezTo>
                <a:cubicBezTo>
                  <a:pt x="1" y="717"/>
                  <a:pt x="1" y="718"/>
                  <a:pt x="0" y="719"/>
                </a:cubicBezTo>
                <a:cubicBezTo>
                  <a:pt x="62" y="720"/>
                  <a:pt x="62" y="720"/>
                  <a:pt x="62" y="720"/>
                </a:cubicBezTo>
                <a:cubicBezTo>
                  <a:pt x="99" y="684"/>
                  <a:pt x="99" y="684"/>
                  <a:pt x="99" y="684"/>
                </a:cubicBezTo>
                <a:cubicBezTo>
                  <a:pt x="152" y="681"/>
                  <a:pt x="152" y="681"/>
                  <a:pt x="152" y="681"/>
                </a:cubicBezTo>
                <a:cubicBezTo>
                  <a:pt x="303" y="530"/>
                  <a:pt x="303" y="530"/>
                  <a:pt x="303" y="530"/>
                </a:cubicBezTo>
                <a:cubicBezTo>
                  <a:pt x="303" y="491"/>
                  <a:pt x="303" y="491"/>
                  <a:pt x="303" y="491"/>
                </a:cubicBezTo>
                <a:cubicBezTo>
                  <a:pt x="440" y="354"/>
                  <a:pt x="440" y="354"/>
                  <a:pt x="440" y="354"/>
                </a:cubicBezTo>
                <a:cubicBezTo>
                  <a:pt x="439" y="304"/>
                  <a:pt x="439" y="304"/>
                  <a:pt x="439" y="304"/>
                </a:cubicBezTo>
                <a:cubicBezTo>
                  <a:pt x="617" y="126"/>
                  <a:pt x="617" y="126"/>
                  <a:pt x="617" y="126"/>
                </a:cubicBezTo>
                <a:cubicBezTo>
                  <a:pt x="616" y="99"/>
                  <a:pt x="616" y="99"/>
                  <a:pt x="616" y="99"/>
                </a:cubicBezTo>
                <a:cubicBezTo>
                  <a:pt x="680" y="35"/>
                  <a:pt x="680" y="35"/>
                  <a:pt x="680" y="35"/>
                </a:cubicBezTo>
                <a:cubicBezTo>
                  <a:pt x="763" y="35"/>
                  <a:pt x="763" y="35"/>
                  <a:pt x="763" y="35"/>
                </a:cubicBezTo>
                <a:cubicBezTo>
                  <a:pt x="793" y="4"/>
                  <a:pt x="793" y="4"/>
                  <a:pt x="793" y="4"/>
                </a:cubicBezTo>
                <a:cubicBezTo>
                  <a:pt x="803" y="4"/>
                  <a:pt x="803" y="4"/>
                  <a:pt x="803" y="4"/>
                </a:cubicBezTo>
                <a:cubicBezTo>
                  <a:pt x="803" y="3"/>
                  <a:pt x="803" y="1"/>
                  <a:pt x="80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4" name="Freeform 751"/>
          <p:cNvSpPr>
            <a:spLocks/>
          </p:cNvSpPr>
          <p:nvPr/>
        </p:nvSpPr>
        <p:spPr bwMode="auto">
          <a:xfrm>
            <a:off x="11354618" y="-100012"/>
            <a:ext cx="3457576" cy="3221044"/>
          </a:xfrm>
          <a:custGeom>
            <a:avLst/>
            <a:gdLst>
              <a:gd name="T0" fmla="*/ 832 w 834"/>
              <a:gd name="T1" fmla="*/ 0 h 777"/>
              <a:gd name="T2" fmla="*/ 746 w 834"/>
              <a:gd name="T3" fmla="*/ 86 h 777"/>
              <a:gd name="T4" fmla="*/ 663 w 834"/>
              <a:gd name="T5" fmla="*/ 84 h 777"/>
              <a:gd name="T6" fmla="*/ 597 w 834"/>
              <a:gd name="T7" fmla="*/ 150 h 777"/>
              <a:gd name="T8" fmla="*/ 598 w 834"/>
              <a:gd name="T9" fmla="*/ 178 h 777"/>
              <a:gd name="T10" fmla="*/ 420 w 834"/>
              <a:gd name="T11" fmla="*/ 356 h 777"/>
              <a:gd name="T12" fmla="*/ 421 w 834"/>
              <a:gd name="T13" fmla="*/ 405 h 777"/>
              <a:gd name="T14" fmla="*/ 284 w 834"/>
              <a:gd name="T15" fmla="*/ 542 h 777"/>
              <a:gd name="T16" fmla="*/ 287 w 834"/>
              <a:gd name="T17" fmla="*/ 585 h 777"/>
              <a:gd name="T18" fmla="*/ 138 w 834"/>
              <a:gd name="T19" fmla="*/ 733 h 777"/>
              <a:gd name="T20" fmla="*/ 85 w 834"/>
              <a:gd name="T21" fmla="*/ 736 h 777"/>
              <a:gd name="T22" fmla="*/ 48 w 834"/>
              <a:gd name="T23" fmla="*/ 773 h 777"/>
              <a:gd name="T24" fmla="*/ 0 w 834"/>
              <a:gd name="T25" fmla="*/ 772 h 777"/>
              <a:gd name="T26" fmla="*/ 1 w 834"/>
              <a:gd name="T27" fmla="*/ 776 h 777"/>
              <a:gd name="T28" fmla="*/ 49 w 834"/>
              <a:gd name="T29" fmla="*/ 777 h 777"/>
              <a:gd name="T30" fmla="*/ 86 w 834"/>
              <a:gd name="T31" fmla="*/ 740 h 777"/>
              <a:gd name="T32" fmla="*/ 140 w 834"/>
              <a:gd name="T33" fmla="*/ 737 h 777"/>
              <a:gd name="T34" fmla="*/ 291 w 834"/>
              <a:gd name="T35" fmla="*/ 586 h 777"/>
              <a:gd name="T36" fmla="*/ 288 w 834"/>
              <a:gd name="T37" fmla="*/ 544 h 777"/>
              <a:gd name="T38" fmla="*/ 425 w 834"/>
              <a:gd name="T39" fmla="*/ 407 h 777"/>
              <a:gd name="T40" fmla="*/ 424 w 834"/>
              <a:gd name="T41" fmla="*/ 357 h 777"/>
              <a:gd name="T42" fmla="*/ 602 w 834"/>
              <a:gd name="T43" fmla="*/ 179 h 777"/>
              <a:gd name="T44" fmla="*/ 601 w 834"/>
              <a:gd name="T45" fmla="*/ 152 h 777"/>
              <a:gd name="T46" fmla="*/ 665 w 834"/>
              <a:gd name="T47" fmla="*/ 88 h 777"/>
              <a:gd name="T48" fmla="*/ 748 w 834"/>
              <a:gd name="T49" fmla="*/ 90 h 777"/>
              <a:gd name="T50" fmla="*/ 834 w 834"/>
              <a:gd name="T51" fmla="*/ 3 h 777"/>
              <a:gd name="T52" fmla="*/ 833 w 834"/>
              <a:gd name="T53" fmla="*/ 2 h 777"/>
              <a:gd name="T54" fmla="*/ 832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832" y="0"/>
                </a:moveTo>
                <a:cubicBezTo>
                  <a:pt x="746" y="86"/>
                  <a:pt x="746" y="86"/>
                  <a:pt x="746" y="86"/>
                </a:cubicBezTo>
                <a:cubicBezTo>
                  <a:pt x="663" y="84"/>
                  <a:pt x="663" y="84"/>
                  <a:pt x="663" y="84"/>
                </a:cubicBezTo>
                <a:cubicBezTo>
                  <a:pt x="597" y="150"/>
                  <a:pt x="597" y="150"/>
                  <a:pt x="597" y="150"/>
                </a:cubicBezTo>
                <a:cubicBezTo>
                  <a:pt x="598" y="178"/>
                  <a:pt x="598" y="178"/>
                  <a:pt x="598" y="178"/>
                </a:cubicBezTo>
                <a:cubicBezTo>
                  <a:pt x="420" y="356"/>
                  <a:pt x="420" y="356"/>
                  <a:pt x="420" y="356"/>
                </a:cubicBezTo>
                <a:cubicBezTo>
                  <a:pt x="421" y="405"/>
                  <a:pt x="421" y="405"/>
                  <a:pt x="421" y="405"/>
                </a:cubicBezTo>
                <a:cubicBezTo>
                  <a:pt x="284" y="542"/>
                  <a:pt x="284" y="542"/>
                  <a:pt x="284" y="542"/>
                </a:cubicBezTo>
                <a:cubicBezTo>
                  <a:pt x="287" y="585"/>
                  <a:pt x="287" y="585"/>
                  <a:pt x="287" y="585"/>
                </a:cubicBezTo>
                <a:cubicBezTo>
                  <a:pt x="138" y="733"/>
                  <a:pt x="138" y="733"/>
                  <a:pt x="138" y="733"/>
                </a:cubicBezTo>
                <a:cubicBezTo>
                  <a:pt x="85" y="736"/>
                  <a:pt x="85" y="736"/>
                  <a:pt x="85" y="736"/>
                </a:cubicBezTo>
                <a:cubicBezTo>
                  <a:pt x="48" y="773"/>
                  <a:pt x="48" y="773"/>
                  <a:pt x="48" y="773"/>
                </a:cubicBezTo>
                <a:cubicBezTo>
                  <a:pt x="0" y="772"/>
                  <a:pt x="0" y="772"/>
                  <a:pt x="0" y="772"/>
                </a:cubicBezTo>
                <a:cubicBezTo>
                  <a:pt x="0" y="773"/>
                  <a:pt x="1" y="775"/>
                  <a:pt x="1" y="776"/>
                </a:cubicBezTo>
                <a:cubicBezTo>
                  <a:pt x="49" y="777"/>
                  <a:pt x="49" y="777"/>
                  <a:pt x="49" y="777"/>
                </a:cubicBezTo>
                <a:cubicBezTo>
                  <a:pt x="86" y="740"/>
                  <a:pt x="86" y="740"/>
                  <a:pt x="86" y="740"/>
                </a:cubicBezTo>
                <a:cubicBezTo>
                  <a:pt x="140" y="737"/>
                  <a:pt x="140" y="737"/>
                  <a:pt x="140" y="737"/>
                </a:cubicBezTo>
                <a:cubicBezTo>
                  <a:pt x="291" y="586"/>
                  <a:pt x="291" y="586"/>
                  <a:pt x="291" y="586"/>
                </a:cubicBezTo>
                <a:cubicBezTo>
                  <a:pt x="288" y="544"/>
                  <a:pt x="288" y="544"/>
                  <a:pt x="288" y="544"/>
                </a:cubicBezTo>
                <a:cubicBezTo>
                  <a:pt x="425" y="407"/>
                  <a:pt x="425" y="407"/>
                  <a:pt x="425" y="407"/>
                </a:cubicBezTo>
                <a:cubicBezTo>
                  <a:pt x="424" y="357"/>
                  <a:pt x="424" y="357"/>
                  <a:pt x="424" y="357"/>
                </a:cubicBezTo>
                <a:cubicBezTo>
                  <a:pt x="602" y="179"/>
                  <a:pt x="602" y="179"/>
                  <a:pt x="602" y="179"/>
                </a:cubicBezTo>
                <a:cubicBezTo>
                  <a:pt x="601" y="152"/>
                  <a:pt x="601" y="152"/>
                  <a:pt x="601" y="152"/>
                </a:cubicBezTo>
                <a:cubicBezTo>
                  <a:pt x="665" y="88"/>
                  <a:pt x="665" y="88"/>
                  <a:pt x="665" y="88"/>
                </a:cubicBezTo>
                <a:cubicBezTo>
                  <a:pt x="748" y="90"/>
                  <a:pt x="748" y="90"/>
                  <a:pt x="748" y="90"/>
                </a:cubicBezTo>
                <a:cubicBezTo>
                  <a:pt x="834" y="3"/>
                  <a:pt x="834" y="3"/>
                  <a:pt x="834" y="3"/>
                </a:cubicBezTo>
                <a:cubicBezTo>
                  <a:pt x="834" y="3"/>
                  <a:pt x="834" y="3"/>
                  <a:pt x="833" y="2"/>
                </a:cubicBezTo>
                <a:cubicBezTo>
                  <a:pt x="833" y="2"/>
                  <a:pt x="832" y="1"/>
                  <a:pt x="8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5" name="Freeform 752"/>
          <p:cNvSpPr>
            <a:spLocks noEditPoints="1"/>
          </p:cNvSpPr>
          <p:nvPr/>
        </p:nvSpPr>
        <p:spPr bwMode="auto">
          <a:xfrm>
            <a:off x="11532418" y="-3960820"/>
            <a:ext cx="6296027" cy="6862775"/>
          </a:xfrm>
          <a:custGeom>
            <a:avLst/>
            <a:gdLst>
              <a:gd name="T0" fmla="*/ 132 w 1519"/>
              <a:gd name="T1" fmla="*/ 1582 h 1655"/>
              <a:gd name="T2" fmla="*/ 95 w 1519"/>
              <a:gd name="T3" fmla="*/ 1620 h 1655"/>
              <a:gd name="T4" fmla="*/ 34 w 1519"/>
              <a:gd name="T5" fmla="*/ 1618 h 1655"/>
              <a:gd name="T6" fmla="*/ 0 w 1519"/>
              <a:gd name="T7" fmla="*/ 1652 h 1655"/>
              <a:gd name="T8" fmla="*/ 2 w 1519"/>
              <a:gd name="T9" fmla="*/ 1654 h 1655"/>
              <a:gd name="T10" fmla="*/ 3 w 1519"/>
              <a:gd name="T11" fmla="*/ 1655 h 1655"/>
              <a:gd name="T12" fmla="*/ 36 w 1519"/>
              <a:gd name="T13" fmla="*/ 1622 h 1655"/>
              <a:gd name="T14" fmla="*/ 96 w 1519"/>
              <a:gd name="T15" fmla="*/ 1624 h 1655"/>
              <a:gd name="T16" fmla="*/ 136 w 1519"/>
              <a:gd name="T17" fmla="*/ 1584 h 1655"/>
              <a:gd name="T18" fmla="*/ 132 w 1519"/>
              <a:gd name="T19" fmla="*/ 1582 h 1655"/>
              <a:gd name="T20" fmla="*/ 523 w 1519"/>
              <a:gd name="T21" fmla="*/ 994 h 1655"/>
              <a:gd name="T22" fmla="*/ 482 w 1519"/>
              <a:gd name="T23" fmla="*/ 1035 h 1655"/>
              <a:gd name="T24" fmla="*/ 482 w 1519"/>
              <a:gd name="T25" fmla="*/ 1074 h 1655"/>
              <a:gd name="T26" fmla="*/ 388 w 1519"/>
              <a:gd name="T27" fmla="*/ 1168 h 1655"/>
              <a:gd name="T28" fmla="*/ 390 w 1519"/>
              <a:gd name="T29" fmla="*/ 1228 h 1655"/>
              <a:gd name="T30" fmla="*/ 332 w 1519"/>
              <a:gd name="T31" fmla="*/ 1286 h 1655"/>
              <a:gd name="T32" fmla="*/ 332 w 1519"/>
              <a:gd name="T33" fmla="*/ 1332 h 1655"/>
              <a:gd name="T34" fmla="*/ 194 w 1519"/>
              <a:gd name="T35" fmla="*/ 1469 h 1655"/>
              <a:gd name="T36" fmla="*/ 195 w 1519"/>
              <a:gd name="T37" fmla="*/ 1519 h 1655"/>
              <a:gd name="T38" fmla="*/ 161 w 1519"/>
              <a:gd name="T39" fmla="*/ 1553 h 1655"/>
              <a:gd name="T40" fmla="*/ 164 w 1519"/>
              <a:gd name="T41" fmla="*/ 1556 h 1655"/>
              <a:gd name="T42" fmla="*/ 199 w 1519"/>
              <a:gd name="T43" fmla="*/ 1521 h 1655"/>
              <a:gd name="T44" fmla="*/ 198 w 1519"/>
              <a:gd name="T45" fmla="*/ 1471 h 1655"/>
              <a:gd name="T46" fmla="*/ 336 w 1519"/>
              <a:gd name="T47" fmla="*/ 1333 h 1655"/>
              <a:gd name="T48" fmla="*/ 336 w 1519"/>
              <a:gd name="T49" fmla="*/ 1287 h 1655"/>
              <a:gd name="T50" fmla="*/ 394 w 1519"/>
              <a:gd name="T51" fmla="*/ 1230 h 1655"/>
              <a:gd name="T52" fmla="*/ 392 w 1519"/>
              <a:gd name="T53" fmla="*/ 1169 h 1655"/>
              <a:gd name="T54" fmla="*/ 485 w 1519"/>
              <a:gd name="T55" fmla="*/ 1076 h 1655"/>
              <a:gd name="T56" fmla="*/ 486 w 1519"/>
              <a:gd name="T57" fmla="*/ 1036 h 1655"/>
              <a:gd name="T58" fmla="*/ 525 w 1519"/>
              <a:gd name="T59" fmla="*/ 997 h 1655"/>
              <a:gd name="T60" fmla="*/ 524 w 1519"/>
              <a:gd name="T61" fmla="*/ 996 h 1655"/>
              <a:gd name="T62" fmla="*/ 523 w 1519"/>
              <a:gd name="T63" fmla="*/ 994 h 1655"/>
              <a:gd name="T64" fmla="*/ 790 w 1519"/>
              <a:gd name="T65" fmla="*/ 726 h 1655"/>
              <a:gd name="T66" fmla="*/ 552 w 1519"/>
              <a:gd name="T67" fmla="*/ 965 h 1655"/>
              <a:gd name="T68" fmla="*/ 554 w 1519"/>
              <a:gd name="T69" fmla="*/ 966 h 1655"/>
              <a:gd name="T70" fmla="*/ 555 w 1519"/>
              <a:gd name="T71" fmla="*/ 967 h 1655"/>
              <a:gd name="T72" fmla="*/ 793 w 1519"/>
              <a:gd name="T73" fmla="*/ 729 h 1655"/>
              <a:gd name="T74" fmla="*/ 790 w 1519"/>
              <a:gd name="T75" fmla="*/ 726 h 1655"/>
              <a:gd name="T76" fmla="*/ 1517 w 1519"/>
              <a:gd name="T77" fmla="*/ 0 h 1655"/>
              <a:gd name="T78" fmla="*/ 819 w 1519"/>
              <a:gd name="T79" fmla="*/ 698 h 1655"/>
              <a:gd name="T80" fmla="*/ 822 w 1519"/>
              <a:gd name="T81" fmla="*/ 700 h 1655"/>
              <a:gd name="T82" fmla="*/ 1519 w 1519"/>
              <a:gd name="T83" fmla="*/ 3 h 1655"/>
              <a:gd name="T84" fmla="*/ 1517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2" y="1582"/>
                </a:moveTo>
                <a:cubicBezTo>
                  <a:pt x="95" y="1620"/>
                  <a:pt x="95" y="1620"/>
                  <a:pt x="95" y="1620"/>
                </a:cubicBezTo>
                <a:cubicBezTo>
                  <a:pt x="34" y="1618"/>
                  <a:pt x="34" y="1618"/>
                  <a:pt x="34" y="1618"/>
                </a:cubicBezTo>
                <a:cubicBezTo>
                  <a:pt x="0" y="1652"/>
                  <a:pt x="0" y="1652"/>
                  <a:pt x="0" y="1652"/>
                </a:cubicBezTo>
                <a:cubicBezTo>
                  <a:pt x="1" y="1653"/>
                  <a:pt x="1" y="1653"/>
                  <a:pt x="2" y="1654"/>
                </a:cubicBezTo>
                <a:cubicBezTo>
                  <a:pt x="2" y="1654"/>
                  <a:pt x="3" y="1654"/>
                  <a:pt x="3" y="1655"/>
                </a:cubicBezTo>
                <a:cubicBezTo>
                  <a:pt x="36" y="1622"/>
                  <a:pt x="36" y="1622"/>
                  <a:pt x="36" y="1622"/>
                </a:cubicBezTo>
                <a:cubicBezTo>
                  <a:pt x="96" y="1624"/>
                  <a:pt x="96" y="1624"/>
                  <a:pt x="96" y="1624"/>
                </a:cubicBezTo>
                <a:cubicBezTo>
                  <a:pt x="136" y="1584"/>
                  <a:pt x="136" y="1584"/>
                  <a:pt x="136" y="1584"/>
                </a:cubicBezTo>
                <a:cubicBezTo>
                  <a:pt x="134" y="1584"/>
                  <a:pt x="133" y="1583"/>
                  <a:pt x="132" y="1582"/>
                </a:cubicBezTo>
                <a:moveTo>
                  <a:pt x="523" y="994"/>
                </a:moveTo>
                <a:cubicBezTo>
                  <a:pt x="482" y="1035"/>
                  <a:pt x="482" y="1035"/>
                  <a:pt x="482" y="1035"/>
                </a:cubicBezTo>
                <a:cubicBezTo>
                  <a:pt x="482" y="1074"/>
                  <a:pt x="482" y="1074"/>
                  <a:pt x="482" y="1074"/>
                </a:cubicBezTo>
                <a:cubicBezTo>
                  <a:pt x="388" y="1168"/>
                  <a:pt x="388" y="1168"/>
                  <a:pt x="388" y="1168"/>
                </a:cubicBezTo>
                <a:cubicBezTo>
                  <a:pt x="390" y="1228"/>
                  <a:pt x="390" y="1228"/>
                  <a:pt x="390" y="1228"/>
                </a:cubicBezTo>
                <a:cubicBezTo>
                  <a:pt x="332" y="1286"/>
                  <a:pt x="332" y="1286"/>
                  <a:pt x="332" y="1286"/>
                </a:cubicBezTo>
                <a:cubicBezTo>
                  <a:pt x="332" y="1332"/>
                  <a:pt x="332" y="1332"/>
                  <a:pt x="332" y="1332"/>
                </a:cubicBezTo>
                <a:cubicBezTo>
                  <a:pt x="194" y="1469"/>
                  <a:pt x="194" y="1469"/>
                  <a:pt x="194" y="1469"/>
                </a:cubicBezTo>
                <a:cubicBezTo>
                  <a:pt x="195" y="1519"/>
                  <a:pt x="195" y="1519"/>
                  <a:pt x="195" y="1519"/>
                </a:cubicBezTo>
                <a:cubicBezTo>
                  <a:pt x="161" y="1553"/>
                  <a:pt x="161" y="1553"/>
                  <a:pt x="161" y="1553"/>
                </a:cubicBezTo>
                <a:cubicBezTo>
                  <a:pt x="162" y="1554"/>
                  <a:pt x="163" y="1555"/>
                  <a:pt x="164" y="1556"/>
                </a:cubicBezTo>
                <a:cubicBezTo>
                  <a:pt x="199" y="1521"/>
                  <a:pt x="199" y="1521"/>
                  <a:pt x="199" y="1521"/>
                </a:cubicBezTo>
                <a:cubicBezTo>
                  <a:pt x="198" y="1471"/>
                  <a:pt x="198" y="1471"/>
                  <a:pt x="198" y="1471"/>
                </a:cubicBezTo>
                <a:cubicBezTo>
                  <a:pt x="336" y="1333"/>
                  <a:pt x="336" y="1333"/>
                  <a:pt x="336" y="1333"/>
                </a:cubicBezTo>
                <a:cubicBezTo>
                  <a:pt x="336" y="1287"/>
                  <a:pt x="336" y="1287"/>
                  <a:pt x="336" y="1287"/>
                </a:cubicBezTo>
                <a:cubicBezTo>
                  <a:pt x="394" y="1230"/>
                  <a:pt x="394" y="1230"/>
                  <a:pt x="394" y="1230"/>
                </a:cubicBezTo>
                <a:cubicBezTo>
                  <a:pt x="392" y="1169"/>
                  <a:pt x="392" y="1169"/>
                  <a:pt x="392" y="1169"/>
                </a:cubicBezTo>
                <a:cubicBezTo>
                  <a:pt x="485" y="1076"/>
                  <a:pt x="485" y="1076"/>
                  <a:pt x="485" y="1076"/>
                </a:cubicBezTo>
                <a:cubicBezTo>
                  <a:pt x="486" y="1036"/>
                  <a:pt x="486" y="1036"/>
                  <a:pt x="486" y="1036"/>
                </a:cubicBezTo>
                <a:cubicBezTo>
                  <a:pt x="525" y="997"/>
                  <a:pt x="525" y="997"/>
                  <a:pt x="525" y="997"/>
                </a:cubicBezTo>
                <a:cubicBezTo>
                  <a:pt x="525" y="996"/>
                  <a:pt x="525" y="996"/>
                  <a:pt x="524" y="996"/>
                </a:cubicBezTo>
                <a:cubicBezTo>
                  <a:pt x="524" y="995"/>
                  <a:pt x="523" y="994"/>
                  <a:pt x="523" y="994"/>
                </a:cubicBezTo>
                <a:moveTo>
                  <a:pt x="790" y="726"/>
                </a:moveTo>
                <a:cubicBezTo>
                  <a:pt x="552" y="965"/>
                  <a:pt x="552" y="965"/>
                  <a:pt x="552" y="965"/>
                </a:cubicBezTo>
                <a:cubicBezTo>
                  <a:pt x="552" y="965"/>
                  <a:pt x="553" y="966"/>
                  <a:pt x="554" y="966"/>
                </a:cubicBezTo>
                <a:cubicBezTo>
                  <a:pt x="554" y="967"/>
                  <a:pt x="554" y="967"/>
                  <a:pt x="555" y="967"/>
                </a:cubicBezTo>
                <a:cubicBezTo>
                  <a:pt x="793" y="729"/>
                  <a:pt x="793" y="729"/>
                  <a:pt x="793" y="729"/>
                </a:cubicBezTo>
                <a:cubicBezTo>
                  <a:pt x="792" y="728"/>
                  <a:pt x="791" y="727"/>
                  <a:pt x="790" y="726"/>
                </a:cubicBezTo>
                <a:moveTo>
                  <a:pt x="1517" y="0"/>
                </a:moveTo>
                <a:cubicBezTo>
                  <a:pt x="819" y="698"/>
                  <a:pt x="819" y="698"/>
                  <a:pt x="819" y="698"/>
                </a:cubicBezTo>
                <a:cubicBezTo>
                  <a:pt x="820" y="698"/>
                  <a:pt x="821" y="699"/>
                  <a:pt x="822" y="700"/>
                </a:cubicBezTo>
                <a:cubicBezTo>
                  <a:pt x="1519" y="3"/>
                  <a:pt x="1519" y="3"/>
                  <a:pt x="1519" y="3"/>
                </a:cubicBezTo>
                <a:cubicBezTo>
                  <a:pt x="1517" y="0"/>
                  <a:pt x="1517" y="0"/>
                  <a:pt x="15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6" name="Freeform 753"/>
          <p:cNvSpPr>
            <a:spLocks/>
          </p:cNvSpPr>
          <p:nvPr/>
        </p:nvSpPr>
        <p:spPr bwMode="auto">
          <a:xfrm>
            <a:off x="12249968" y="-3536956"/>
            <a:ext cx="4687889" cy="5199072"/>
          </a:xfrm>
          <a:custGeom>
            <a:avLst/>
            <a:gdLst>
              <a:gd name="T0" fmla="*/ 1128 w 1131"/>
              <a:gd name="T1" fmla="*/ 0 h 1254"/>
              <a:gd name="T2" fmla="*/ 204 w 1131"/>
              <a:gd name="T3" fmla="*/ 924 h 1254"/>
              <a:gd name="T4" fmla="*/ 205 w 1131"/>
              <a:gd name="T5" fmla="*/ 969 h 1254"/>
              <a:gd name="T6" fmla="*/ 170 w 1131"/>
              <a:gd name="T7" fmla="*/ 1003 h 1254"/>
              <a:gd name="T8" fmla="*/ 168 w 1131"/>
              <a:gd name="T9" fmla="*/ 1096 h 1254"/>
              <a:gd name="T10" fmla="*/ 121 w 1131"/>
              <a:gd name="T11" fmla="*/ 1143 h 1254"/>
              <a:gd name="T12" fmla="*/ 81 w 1131"/>
              <a:gd name="T13" fmla="*/ 1144 h 1254"/>
              <a:gd name="T14" fmla="*/ 0 w 1131"/>
              <a:gd name="T15" fmla="*/ 1224 h 1254"/>
              <a:gd name="T16" fmla="*/ 0 w 1131"/>
              <a:gd name="T17" fmla="*/ 1254 h 1254"/>
              <a:gd name="T18" fmla="*/ 4 w 1131"/>
              <a:gd name="T19" fmla="*/ 1252 h 1254"/>
              <a:gd name="T20" fmla="*/ 4 w 1131"/>
              <a:gd name="T21" fmla="*/ 1226 h 1254"/>
              <a:gd name="T22" fmla="*/ 82 w 1131"/>
              <a:gd name="T23" fmla="*/ 1148 h 1254"/>
              <a:gd name="T24" fmla="*/ 123 w 1131"/>
              <a:gd name="T25" fmla="*/ 1147 h 1254"/>
              <a:gd name="T26" fmla="*/ 172 w 1131"/>
              <a:gd name="T27" fmla="*/ 1097 h 1254"/>
              <a:gd name="T28" fmla="*/ 174 w 1131"/>
              <a:gd name="T29" fmla="*/ 1005 h 1254"/>
              <a:gd name="T30" fmla="*/ 209 w 1131"/>
              <a:gd name="T31" fmla="*/ 970 h 1254"/>
              <a:gd name="T32" fmla="*/ 208 w 1131"/>
              <a:gd name="T33" fmla="*/ 926 h 1254"/>
              <a:gd name="T34" fmla="*/ 1131 w 1131"/>
              <a:gd name="T35" fmla="*/ 3 h 1254"/>
              <a:gd name="T36" fmla="*/ 1128 w 1131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1" h="1254">
                <a:moveTo>
                  <a:pt x="1128" y="0"/>
                </a:moveTo>
                <a:cubicBezTo>
                  <a:pt x="204" y="924"/>
                  <a:pt x="204" y="924"/>
                  <a:pt x="204" y="924"/>
                </a:cubicBezTo>
                <a:cubicBezTo>
                  <a:pt x="205" y="969"/>
                  <a:pt x="205" y="969"/>
                  <a:pt x="205" y="969"/>
                </a:cubicBezTo>
                <a:cubicBezTo>
                  <a:pt x="170" y="1003"/>
                  <a:pt x="170" y="1003"/>
                  <a:pt x="170" y="1003"/>
                </a:cubicBezTo>
                <a:cubicBezTo>
                  <a:pt x="168" y="1096"/>
                  <a:pt x="168" y="1096"/>
                  <a:pt x="168" y="1096"/>
                </a:cubicBezTo>
                <a:cubicBezTo>
                  <a:pt x="121" y="1143"/>
                  <a:pt x="121" y="1143"/>
                  <a:pt x="121" y="1143"/>
                </a:cubicBezTo>
                <a:cubicBezTo>
                  <a:pt x="81" y="1144"/>
                  <a:pt x="81" y="1144"/>
                  <a:pt x="81" y="1144"/>
                </a:cubicBezTo>
                <a:cubicBezTo>
                  <a:pt x="0" y="1224"/>
                  <a:pt x="0" y="1224"/>
                  <a:pt x="0" y="1224"/>
                </a:cubicBezTo>
                <a:cubicBezTo>
                  <a:pt x="0" y="1254"/>
                  <a:pt x="0" y="1254"/>
                  <a:pt x="0" y="1254"/>
                </a:cubicBezTo>
                <a:cubicBezTo>
                  <a:pt x="1" y="1253"/>
                  <a:pt x="2" y="1253"/>
                  <a:pt x="4" y="1252"/>
                </a:cubicBezTo>
                <a:cubicBezTo>
                  <a:pt x="4" y="1226"/>
                  <a:pt x="4" y="1226"/>
                  <a:pt x="4" y="1226"/>
                </a:cubicBezTo>
                <a:cubicBezTo>
                  <a:pt x="82" y="1148"/>
                  <a:pt x="82" y="1148"/>
                  <a:pt x="82" y="1148"/>
                </a:cubicBezTo>
                <a:cubicBezTo>
                  <a:pt x="123" y="1147"/>
                  <a:pt x="123" y="1147"/>
                  <a:pt x="123" y="1147"/>
                </a:cubicBezTo>
                <a:cubicBezTo>
                  <a:pt x="172" y="1097"/>
                  <a:pt x="172" y="1097"/>
                  <a:pt x="172" y="1097"/>
                </a:cubicBezTo>
                <a:cubicBezTo>
                  <a:pt x="174" y="1005"/>
                  <a:pt x="174" y="1005"/>
                  <a:pt x="174" y="1005"/>
                </a:cubicBezTo>
                <a:cubicBezTo>
                  <a:pt x="209" y="970"/>
                  <a:pt x="209" y="970"/>
                  <a:pt x="209" y="970"/>
                </a:cubicBezTo>
                <a:cubicBezTo>
                  <a:pt x="208" y="926"/>
                  <a:pt x="208" y="926"/>
                  <a:pt x="208" y="926"/>
                </a:cubicBezTo>
                <a:cubicBezTo>
                  <a:pt x="1131" y="3"/>
                  <a:pt x="1131" y="3"/>
                  <a:pt x="1131" y="3"/>
                </a:cubicBezTo>
                <a:cubicBezTo>
                  <a:pt x="1128" y="0"/>
                  <a:pt x="1128" y="0"/>
                  <a:pt x="112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7" name="Freeform 754"/>
          <p:cNvSpPr>
            <a:spLocks/>
          </p:cNvSpPr>
          <p:nvPr/>
        </p:nvSpPr>
        <p:spPr bwMode="auto">
          <a:xfrm>
            <a:off x="10814868" y="-3544894"/>
            <a:ext cx="6015039" cy="6442087"/>
          </a:xfrm>
          <a:custGeom>
            <a:avLst/>
            <a:gdLst>
              <a:gd name="T0" fmla="*/ 1448 w 1451"/>
              <a:gd name="T1" fmla="*/ 0 h 1554"/>
              <a:gd name="T2" fmla="*/ 536 w 1451"/>
              <a:gd name="T3" fmla="*/ 912 h 1554"/>
              <a:gd name="T4" fmla="*/ 537 w 1451"/>
              <a:gd name="T5" fmla="*/ 957 h 1554"/>
              <a:gd name="T6" fmla="*/ 280 w 1451"/>
              <a:gd name="T7" fmla="*/ 1213 h 1554"/>
              <a:gd name="T8" fmla="*/ 278 w 1451"/>
              <a:gd name="T9" fmla="*/ 1334 h 1554"/>
              <a:gd name="T10" fmla="*/ 62 w 1451"/>
              <a:gd name="T11" fmla="*/ 1550 h 1554"/>
              <a:gd name="T12" fmla="*/ 0 w 1451"/>
              <a:gd name="T13" fmla="*/ 1550 h 1554"/>
              <a:gd name="T14" fmla="*/ 1 w 1451"/>
              <a:gd name="T15" fmla="*/ 1551 h 1554"/>
              <a:gd name="T16" fmla="*/ 0 w 1451"/>
              <a:gd name="T17" fmla="*/ 1554 h 1554"/>
              <a:gd name="T18" fmla="*/ 64 w 1451"/>
              <a:gd name="T19" fmla="*/ 1554 h 1554"/>
              <a:gd name="T20" fmla="*/ 282 w 1451"/>
              <a:gd name="T21" fmla="*/ 1335 h 1554"/>
              <a:gd name="T22" fmla="*/ 284 w 1451"/>
              <a:gd name="T23" fmla="*/ 1215 h 1554"/>
              <a:gd name="T24" fmla="*/ 541 w 1451"/>
              <a:gd name="T25" fmla="*/ 958 h 1554"/>
              <a:gd name="T26" fmla="*/ 540 w 1451"/>
              <a:gd name="T27" fmla="*/ 914 h 1554"/>
              <a:gd name="T28" fmla="*/ 1451 w 1451"/>
              <a:gd name="T29" fmla="*/ 3 h 1554"/>
              <a:gd name="T30" fmla="*/ 1448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1448" y="0"/>
                </a:moveTo>
                <a:cubicBezTo>
                  <a:pt x="536" y="912"/>
                  <a:pt x="536" y="912"/>
                  <a:pt x="536" y="912"/>
                </a:cubicBezTo>
                <a:cubicBezTo>
                  <a:pt x="537" y="957"/>
                  <a:pt x="537" y="957"/>
                  <a:pt x="537" y="957"/>
                </a:cubicBezTo>
                <a:cubicBezTo>
                  <a:pt x="280" y="1213"/>
                  <a:pt x="280" y="1213"/>
                  <a:pt x="280" y="1213"/>
                </a:cubicBezTo>
                <a:cubicBezTo>
                  <a:pt x="278" y="1334"/>
                  <a:pt x="278" y="1334"/>
                  <a:pt x="278" y="1334"/>
                </a:cubicBezTo>
                <a:cubicBezTo>
                  <a:pt x="62" y="1550"/>
                  <a:pt x="62" y="1550"/>
                  <a:pt x="62" y="1550"/>
                </a:cubicBezTo>
                <a:cubicBezTo>
                  <a:pt x="0" y="1550"/>
                  <a:pt x="0" y="1550"/>
                  <a:pt x="0" y="1550"/>
                </a:cubicBezTo>
                <a:cubicBezTo>
                  <a:pt x="1" y="1551"/>
                  <a:pt x="1" y="1551"/>
                  <a:pt x="1" y="1551"/>
                </a:cubicBezTo>
                <a:cubicBezTo>
                  <a:pt x="1" y="1552"/>
                  <a:pt x="0" y="1553"/>
                  <a:pt x="0" y="1554"/>
                </a:cubicBezTo>
                <a:cubicBezTo>
                  <a:pt x="64" y="1554"/>
                  <a:pt x="64" y="1554"/>
                  <a:pt x="64" y="1554"/>
                </a:cubicBezTo>
                <a:cubicBezTo>
                  <a:pt x="282" y="1335"/>
                  <a:pt x="282" y="1335"/>
                  <a:pt x="282" y="1335"/>
                </a:cubicBezTo>
                <a:cubicBezTo>
                  <a:pt x="284" y="1215"/>
                  <a:pt x="284" y="1215"/>
                  <a:pt x="284" y="1215"/>
                </a:cubicBezTo>
                <a:cubicBezTo>
                  <a:pt x="541" y="958"/>
                  <a:pt x="541" y="958"/>
                  <a:pt x="541" y="958"/>
                </a:cubicBezTo>
                <a:cubicBezTo>
                  <a:pt x="540" y="914"/>
                  <a:pt x="540" y="914"/>
                  <a:pt x="540" y="914"/>
                </a:cubicBezTo>
                <a:cubicBezTo>
                  <a:pt x="1451" y="3"/>
                  <a:pt x="1451" y="3"/>
                  <a:pt x="1451" y="3"/>
                </a:cubicBezTo>
                <a:cubicBezTo>
                  <a:pt x="1448" y="0"/>
                  <a:pt x="1448" y="0"/>
                  <a:pt x="14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8" name="Freeform 755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9" name="Freeform 756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0" name="Freeform 757"/>
          <p:cNvSpPr>
            <a:spLocks/>
          </p:cNvSpPr>
          <p:nvPr/>
        </p:nvSpPr>
        <p:spPr bwMode="auto">
          <a:xfrm>
            <a:off x="12296006" y="-3475044"/>
            <a:ext cx="4670427" cy="5124460"/>
          </a:xfrm>
          <a:custGeom>
            <a:avLst/>
            <a:gdLst>
              <a:gd name="T0" fmla="*/ 1125 w 1127"/>
              <a:gd name="T1" fmla="*/ 0 h 1236"/>
              <a:gd name="T2" fmla="*/ 209 w 1127"/>
              <a:gd name="T3" fmla="*/ 916 h 1236"/>
              <a:gd name="T4" fmla="*/ 209 w 1127"/>
              <a:gd name="T5" fmla="*/ 961 h 1236"/>
              <a:gd name="T6" fmla="*/ 175 w 1127"/>
              <a:gd name="T7" fmla="*/ 995 h 1236"/>
              <a:gd name="T8" fmla="*/ 176 w 1127"/>
              <a:gd name="T9" fmla="*/ 1090 h 1236"/>
              <a:gd name="T10" fmla="*/ 124 w 1127"/>
              <a:gd name="T11" fmla="*/ 1142 h 1236"/>
              <a:gd name="T12" fmla="*/ 81 w 1127"/>
              <a:gd name="T13" fmla="*/ 1140 h 1236"/>
              <a:gd name="T14" fmla="*/ 0 w 1127"/>
              <a:gd name="T15" fmla="*/ 1221 h 1236"/>
              <a:gd name="T16" fmla="*/ 0 w 1127"/>
              <a:gd name="T17" fmla="*/ 1236 h 1236"/>
              <a:gd name="T18" fmla="*/ 1 w 1127"/>
              <a:gd name="T19" fmla="*/ 1236 h 1236"/>
              <a:gd name="T20" fmla="*/ 2 w 1127"/>
              <a:gd name="T21" fmla="*/ 1236 h 1236"/>
              <a:gd name="T22" fmla="*/ 4 w 1127"/>
              <a:gd name="T23" fmla="*/ 1236 h 1236"/>
              <a:gd name="T24" fmla="*/ 4 w 1127"/>
              <a:gd name="T25" fmla="*/ 1222 h 1236"/>
              <a:gd name="T26" fmla="*/ 82 w 1127"/>
              <a:gd name="T27" fmla="*/ 1144 h 1236"/>
              <a:gd name="T28" fmla="*/ 126 w 1127"/>
              <a:gd name="T29" fmla="*/ 1146 h 1236"/>
              <a:gd name="T30" fmla="*/ 180 w 1127"/>
              <a:gd name="T31" fmla="*/ 1092 h 1236"/>
              <a:gd name="T32" fmla="*/ 179 w 1127"/>
              <a:gd name="T33" fmla="*/ 997 h 1236"/>
              <a:gd name="T34" fmla="*/ 213 w 1127"/>
              <a:gd name="T35" fmla="*/ 962 h 1236"/>
              <a:gd name="T36" fmla="*/ 213 w 1127"/>
              <a:gd name="T37" fmla="*/ 918 h 1236"/>
              <a:gd name="T38" fmla="*/ 1127 w 1127"/>
              <a:gd name="T39" fmla="*/ 3 h 1236"/>
              <a:gd name="T40" fmla="*/ 1125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1125" y="0"/>
                </a:moveTo>
                <a:cubicBezTo>
                  <a:pt x="209" y="916"/>
                  <a:pt x="209" y="916"/>
                  <a:pt x="209" y="916"/>
                </a:cubicBezTo>
                <a:cubicBezTo>
                  <a:pt x="209" y="961"/>
                  <a:pt x="209" y="961"/>
                  <a:pt x="209" y="961"/>
                </a:cubicBezTo>
                <a:cubicBezTo>
                  <a:pt x="175" y="995"/>
                  <a:pt x="175" y="995"/>
                  <a:pt x="175" y="995"/>
                </a:cubicBezTo>
                <a:cubicBezTo>
                  <a:pt x="176" y="1090"/>
                  <a:pt x="176" y="1090"/>
                  <a:pt x="176" y="1090"/>
                </a:cubicBezTo>
                <a:cubicBezTo>
                  <a:pt x="124" y="1142"/>
                  <a:pt x="124" y="1142"/>
                  <a:pt x="124" y="1142"/>
                </a:cubicBezTo>
                <a:cubicBezTo>
                  <a:pt x="81" y="1140"/>
                  <a:pt x="81" y="1140"/>
                  <a:pt x="81" y="1140"/>
                </a:cubicBezTo>
                <a:cubicBezTo>
                  <a:pt x="0" y="1221"/>
                  <a:pt x="0" y="1221"/>
                  <a:pt x="0" y="1221"/>
                </a:cubicBezTo>
                <a:cubicBezTo>
                  <a:pt x="0" y="1236"/>
                  <a:pt x="0" y="1236"/>
                  <a:pt x="0" y="1236"/>
                </a:cubicBezTo>
                <a:cubicBezTo>
                  <a:pt x="1" y="1236"/>
                  <a:pt x="1" y="1236"/>
                  <a:pt x="1" y="1236"/>
                </a:cubicBezTo>
                <a:cubicBezTo>
                  <a:pt x="2" y="1236"/>
                  <a:pt x="2" y="1236"/>
                  <a:pt x="2" y="1236"/>
                </a:cubicBezTo>
                <a:cubicBezTo>
                  <a:pt x="2" y="1236"/>
                  <a:pt x="3" y="1236"/>
                  <a:pt x="4" y="1236"/>
                </a:cubicBezTo>
                <a:cubicBezTo>
                  <a:pt x="4" y="1222"/>
                  <a:pt x="4" y="1222"/>
                  <a:pt x="4" y="1222"/>
                </a:cubicBezTo>
                <a:cubicBezTo>
                  <a:pt x="82" y="1144"/>
                  <a:pt x="82" y="1144"/>
                  <a:pt x="82" y="1144"/>
                </a:cubicBezTo>
                <a:cubicBezTo>
                  <a:pt x="126" y="1146"/>
                  <a:pt x="126" y="1146"/>
                  <a:pt x="126" y="1146"/>
                </a:cubicBezTo>
                <a:cubicBezTo>
                  <a:pt x="180" y="1092"/>
                  <a:pt x="180" y="1092"/>
                  <a:pt x="180" y="1092"/>
                </a:cubicBezTo>
                <a:cubicBezTo>
                  <a:pt x="179" y="997"/>
                  <a:pt x="179" y="997"/>
                  <a:pt x="179" y="997"/>
                </a:cubicBezTo>
                <a:cubicBezTo>
                  <a:pt x="213" y="962"/>
                  <a:pt x="213" y="962"/>
                  <a:pt x="213" y="962"/>
                </a:cubicBezTo>
                <a:cubicBezTo>
                  <a:pt x="213" y="918"/>
                  <a:pt x="213" y="918"/>
                  <a:pt x="213" y="918"/>
                </a:cubicBezTo>
                <a:cubicBezTo>
                  <a:pt x="1127" y="3"/>
                  <a:pt x="1127" y="3"/>
                  <a:pt x="1127" y="3"/>
                </a:cubicBezTo>
                <a:cubicBezTo>
                  <a:pt x="1125" y="0"/>
                  <a:pt x="1125" y="0"/>
                  <a:pt x="11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1" name="Freeform 758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2" name="Freeform 759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3" name="Freeform 760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4" name="Freeform 761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5" name="Freeform 762"/>
          <p:cNvSpPr>
            <a:spLocks noEditPoints="1"/>
          </p:cNvSpPr>
          <p:nvPr/>
        </p:nvSpPr>
        <p:spPr bwMode="auto">
          <a:xfrm>
            <a:off x="12576993" y="-3106743"/>
            <a:ext cx="3017838" cy="2857505"/>
          </a:xfrm>
          <a:custGeom>
            <a:avLst/>
            <a:gdLst>
              <a:gd name="T0" fmla="*/ 258 w 728"/>
              <a:gd name="T1" fmla="*/ 467 h 689"/>
              <a:gd name="T2" fmla="*/ 181 w 728"/>
              <a:gd name="T3" fmla="*/ 543 h 689"/>
              <a:gd name="T4" fmla="*/ 107 w 728"/>
              <a:gd name="T5" fmla="*/ 544 h 689"/>
              <a:gd name="T6" fmla="*/ 0 w 728"/>
              <a:gd name="T7" fmla="*/ 651 h 689"/>
              <a:gd name="T8" fmla="*/ 0 w 728"/>
              <a:gd name="T9" fmla="*/ 669 h 689"/>
              <a:gd name="T10" fmla="*/ 0 w 728"/>
              <a:gd name="T11" fmla="*/ 689 h 689"/>
              <a:gd name="T12" fmla="*/ 4 w 728"/>
              <a:gd name="T13" fmla="*/ 689 h 689"/>
              <a:gd name="T14" fmla="*/ 4 w 728"/>
              <a:gd name="T15" fmla="*/ 669 h 689"/>
              <a:gd name="T16" fmla="*/ 4 w 728"/>
              <a:gd name="T17" fmla="*/ 653 h 689"/>
              <a:gd name="T18" fmla="*/ 109 w 728"/>
              <a:gd name="T19" fmla="*/ 548 h 689"/>
              <a:gd name="T20" fmla="*/ 183 w 728"/>
              <a:gd name="T21" fmla="*/ 547 h 689"/>
              <a:gd name="T22" fmla="*/ 260 w 728"/>
              <a:gd name="T23" fmla="*/ 470 h 689"/>
              <a:gd name="T24" fmla="*/ 258 w 728"/>
              <a:gd name="T25" fmla="*/ 467 h 689"/>
              <a:gd name="T26" fmla="*/ 725 w 728"/>
              <a:gd name="T27" fmla="*/ 0 h 689"/>
              <a:gd name="T28" fmla="*/ 286 w 728"/>
              <a:gd name="T29" fmla="*/ 439 h 689"/>
              <a:gd name="T30" fmla="*/ 289 w 728"/>
              <a:gd name="T31" fmla="*/ 441 h 689"/>
              <a:gd name="T32" fmla="*/ 728 w 728"/>
              <a:gd name="T33" fmla="*/ 2 h 689"/>
              <a:gd name="T34" fmla="*/ 725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258" y="467"/>
                </a:moveTo>
                <a:cubicBezTo>
                  <a:pt x="181" y="543"/>
                  <a:pt x="181" y="543"/>
                  <a:pt x="181" y="543"/>
                </a:cubicBezTo>
                <a:cubicBezTo>
                  <a:pt x="107" y="544"/>
                  <a:pt x="107" y="544"/>
                  <a:pt x="107" y="544"/>
                </a:cubicBezTo>
                <a:cubicBezTo>
                  <a:pt x="0" y="651"/>
                  <a:pt x="0" y="651"/>
                  <a:pt x="0" y="651"/>
                </a:cubicBezTo>
                <a:cubicBezTo>
                  <a:pt x="0" y="669"/>
                  <a:pt x="0" y="669"/>
                  <a:pt x="0" y="669"/>
                </a:cubicBezTo>
                <a:cubicBezTo>
                  <a:pt x="0" y="689"/>
                  <a:pt x="0" y="689"/>
                  <a:pt x="0" y="689"/>
                </a:cubicBezTo>
                <a:cubicBezTo>
                  <a:pt x="4" y="689"/>
                  <a:pt x="4" y="689"/>
                  <a:pt x="4" y="689"/>
                </a:cubicBezTo>
                <a:cubicBezTo>
                  <a:pt x="4" y="669"/>
                  <a:pt x="4" y="669"/>
                  <a:pt x="4" y="669"/>
                </a:cubicBezTo>
                <a:cubicBezTo>
                  <a:pt x="4" y="653"/>
                  <a:pt x="4" y="653"/>
                  <a:pt x="4" y="653"/>
                </a:cubicBezTo>
                <a:cubicBezTo>
                  <a:pt x="109" y="548"/>
                  <a:pt x="109" y="548"/>
                  <a:pt x="109" y="548"/>
                </a:cubicBezTo>
                <a:cubicBezTo>
                  <a:pt x="183" y="547"/>
                  <a:pt x="183" y="547"/>
                  <a:pt x="183" y="547"/>
                </a:cubicBezTo>
                <a:cubicBezTo>
                  <a:pt x="260" y="470"/>
                  <a:pt x="260" y="470"/>
                  <a:pt x="260" y="470"/>
                </a:cubicBezTo>
                <a:cubicBezTo>
                  <a:pt x="259" y="469"/>
                  <a:pt x="258" y="468"/>
                  <a:pt x="258" y="467"/>
                </a:cubicBezTo>
                <a:moveTo>
                  <a:pt x="725" y="0"/>
                </a:moveTo>
                <a:cubicBezTo>
                  <a:pt x="286" y="439"/>
                  <a:pt x="286" y="439"/>
                  <a:pt x="286" y="439"/>
                </a:cubicBezTo>
                <a:cubicBezTo>
                  <a:pt x="287" y="440"/>
                  <a:pt x="288" y="440"/>
                  <a:pt x="289" y="441"/>
                </a:cubicBezTo>
                <a:cubicBezTo>
                  <a:pt x="728" y="2"/>
                  <a:pt x="728" y="2"/>
                  <a:pt x="728" y="2"/>
                </a:cubicBezTo>
                <a:cubicBezTo>
                  <a:pt x="725" y="0"/>
                  <a:pt x="725" y="0"/>
                  <a:pt x="7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6" name="Freeform 763"/>
          <p:cNvSpPr>
            <a:spLocks noEditPoints="1"/>
          </p:cNvSpPr>
          <p:nvPr/>
        </p:nvSpPr>
        <p:spPr bwMode="auto">
          <a:xfrm>
            <a:off x="12299181" y="-3246443"/>
            <a:ext cx="3221039" cy="2287592"/>
          </a:xfrm>
          <a:custGeom>
            <a:avLst/>
            <a:gdLst>
              <a:gd name="T0" fmla="*/ 0 w 777"/>
              <a:gd name="T1" fmla="*/ 517 h 552"/>
              <a:gd name="T2" fmla="*/ 0 w 777"/>
              <a:gd name="T3" fmla="*/ 521 h 552"/>
              <a:gd name="T4" fmla="*/ 16 w 777"/>
              <a:gd name="T5" fmla="*/ 521 h 552"/>
              <a:gd name="T6" fmla="*/ 45 w 777"/>
              <a:gd name="T7" fmla="*/ 521 h 552"/>
              <a:gd name="T8" fmla="*/ 45 w 777"/>
              <a:gd name="T9" fmla="*/ 521 h 552"/>
              <a:gd name="T10" fmla="*/ 45 w 777"/>
              <a:gd name="T11" fmla="*/ 517 h 552"/>
              <a:gd name="T12" fmla="*/ 16 w 777"/>
              <a:gd name="T13" fmla="*/ 517 h 552"/>
              <a:gd name="T14" fmla="*/ 0 w 777"/>
              <a:gd name="T15" fmla="*/ 517 h 552"/>
              <a:gd name="T16" fmla="*/ 775 w 777"/>
              <a:gd name="T17" fmla="*/ 0 h 552"/>
              <a:gd name="T18" fmla="*/ 226 w 777"/>
              <a:gd name="T19" fmla="*/ 548 h 552"/>
              <a:gd name="T20" fmla="*/ 155 w 777"/>
              <a:gd name="T21" fmla="*/ 548 h 552"/>
              <a:gd name="T22" fmla="*/ 125 w 777"/>
              <a:gd name="T23" fmla="*/ 518 h 552"/>
              <a:gd name="T24" fmla="*/ 86 w 777"/>
              <a:gd name="T25" fmla="*/ 517 h 552"/>
              <a:gd name="T26" fmla="*/ 86 w 777"/>
              <a:gd name="T27" fmla="*/ 521 h 552"/>
              <a:gd name="T28" fmla="*/ 86 w 777"/>
              <a:gd name="T29" fmla="*/ 521 h 552"/>
              <a:gd name="T30" fmla="*/ 123 w 777"/>
              <a:gd name="T31" fmla="*/ 522 h 552"/>
              <a:gd name="T32" fmla="*/ 153 w 777"/>
              <a:gd name="T33" fmla="*/ 552 h 552"/>
              <a:gd name="T34" fmla="*/ 228 w 777"/>
              <a:gd name="T35" fmla="*/ 552 h 552"/>
              <a:gd name="T36" fmla="*/ 777 w 777"/>
              <a:gd name="T37" fmla="*/ 3 h 552"/>
              <a:gd name="T38" fmla="*/ 775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0" y="517"/>
                </a:moveTo>
                <a:cubicBezTo>
                  <a:pt x="0" y="521"/>
                  <a:pt x="0" y="521"/>
                  <a:pt x="0" y="521"/>
                </a:cubicBezTo>
                <a:cubicBezTo>
                  <a:pt x="16" y="521"/>
                  <a:pt x="16" y="521"/>
                  <a:pt x="16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19"/>
                  <a:pt x="45" y="518"/>
                  <a:pt x="45" y="517"/>
                </a:cubicBezTo>
                <a:cubicBezTo>
                  <a:pt x="16" y="517"/>
                  <a:pt x="16" y="517"/>
                  <a:pt x="16" y="517"/>
                </a:cubicBezTo>
                <a:cubicBezTo>
                  <a:pt x="0" y="517"/>
                  <a:pt x="0" y="517"/>
                  <a:pt x="0" y="517"/>
                </a:cubicBezTo>
                <a:moveTo>
                  <a:pt x="775" y="0"/>
                </a:moveTo>
                <a:cubicBezTo>
                  <a:pt x="226" y="548"/>
                  <a:pt x="226" y="548"/>
                  <a:pt x="226" y="548"/>
                </a:cubicBezTo>
                <a:cubicBezTo>
                  <a:pt x="155" y="548"/>
                  <a:pt x="155" y="548"/>
                  <a:pt x="155" y="548"/>
                </a:cubicBezTo>
                <a:cubicBezTo>
                  <a:pt x="125" y="518"/>
                  <a:pt x="125" y="518"/>
                  <a:pt x="125" y="518"/>
                </a:cubicBezTo>
                <a:cubicBezTo>
                  <a:pt x="86" y="517"/>
                  <a:pt x="86" y="517"/>
                  <a:pt x="86" y="517"/>
                </a:cubicBezTo>
                <a:cubicBezTo>
                  <a:pt x="86" y="518"/>
                  <a:pt x="86" y="519"/>
                  <a:pt x="86" y="521"/>
                </a:cubicBezTo>
                <a:cubicBezTo>
                  <a:pt x="86" y="521"/>
                  <a:pt x="86" y="521"/>
                  <a:pt x="86" y="521"/>
                </a:cubicBezTo>
                <a:cubicBezTo>
                  <a:pt x="123" y="522"/>
                  <a:pt x="123" y="522"/>
                  <a:pt x="123" y="522"/>
                </a:cubicBezTo>
                <a:cubicBezTo>
                  <a:pt x="153" y="552"/>
                  <a:pt x="153" y="552"/>
                  <a:pt x="153" y="552"/>
                </a:cubicBezTo>
                <a:cubicBezTo>
                  <a:pt x="228" y="552"/>
                  <a:pt x="228" y="552"/>
                  <a:pt x="228" y="552"/>
                </a:cubicBezTo>
                <a:cubicBezTo>
                  <a:pt x="777" y="3"/>
                  <a:pt x="777" y="3"/>
                  <a:pt x="777" y="3"/>
                </a:cubicBezTo>
                <a:cubicBezTo>
                  <a:pt x="775" y="0"/>
                  <a:pt x="775" y="0"/>
                  <a:pt x="77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7" name="Freeform 764"/>
          <p:cNvSpPr>
            <a:spLocks noEditPoints="1"/>
          </p:cNvSpPr>
          <p:nvPr/>
        </p:nvSpPr>
        <p:spPr bwMode="auto">
          <a:xfrm>
            <a:off x="11519718" y="-3421069"/>
            <a:ext cx="1435100" cy="5446723"/>
          </a:xfrm>
          <a:custGeom>
            <a:avLst/>
            <a:gdLst>
              <a:gd name="T0" fmla="*/ 136 w 346"/>
              <a:gd name="T1" fmla="*/ 701 h 1314"/>
              <a:gd name="T2" fmla="*/ 135 w 346"/>
              <a:gd name="T3" fmla="*/ 727 h 1314"/>
              <a:gd name="T4" fmla="*/ 245 w 346"/>
              <a:gd name="T5" fmla="*/ 836 h 1314"/>
              <a:gd name="T6" fmla="*/ 243 w 346"/>
              <a:gd name="T7" fmla="*/ 943 h 1314"/>
              <a:gd name="T8" fmla="*/ 0 w 346"/>
              <a:gd name="T9" fmla="*/ 1186 h 1314"/>
              <a:gd name="T10" fmla="*/ 0 w 346"/>
              <a:gd name="T11" fmla="*/ 1291 h 1314"/>
              <a:gd name="T12" fmla="*/ 0 w 346"/>
              <a:gd name="T13" fmla="*/ 1314 h 1314"/>
              <a:gd name="T14" fmla="*/ 4 w 346"/>
              <a:gd name="T15" fmla="*/ 1314 h 1314"/>
              <a:gd name="T16" fmla="*/ 4 w 346"/>
              <a:gd name="T17" fmla="*/ 1291 h 1314"/>
              <a:gd name="T18" fmla="*/ 4 w 346"/>
              <a:gd name="T19" fmla="*/ 1187 h 1314"/>
              <a:gd name="T20" fmla="*/ 247 w 346"/>
              <a:gd name="T21" fmla="*/ 945 h 1314"/>
              <a:gd name="T22" fmla="*/ 249 w 346"/>
              <a:gd name="T23" fmla="*/ 835 h 1314"/>
              <a:gd name="T24" fmla="*/ 139 w 346"/>
              <a:gd name="T25" fmla="*/ 726 h 1314"/>
              <a:gd name="T26" fmla="*/ 140 w 346"/>
              <a:gd name="T27" fmla="*/ 702 h 1314"/>
              <a:gd name="T28" fmla="*/ 136 w 346"/>
              <a:gd name="T29" fmla="*/ 701 h 1314"/>
              <a:gd name="T30" fmla="*/ 343 w 346"/>
              <a:gd name="T31" fmla="*/ 0 h 1314"/>
              <a:gd name="T32" fmla="*/ 22 w 346"/>
              <a:gd name="T33" fmla="*/ 321 h 1314"/>
              <a:gd name="T34" fmla="*/ 24 w 346"/>
              <a:gd name="T35" fmla="*/ 356 h 1314"/>
              <a:gd name="T36" fmla="*/ 67 w 346"/>
              <a:gd name="T37" fmla="*/ 399 h 1314"/>
              <a:gd name="T38" fmla="*/ 140 w 346"/>
              <a:gd name="T39" fmla="*/ 398 h 1314"/>
              <a:gd name="T40" fmla="*/ 185 w 346"/>
              <a:gd name="T41" fmla="*/ 443 h 1314"/>
              <a:gd name="T42" fmla="*/ 182 w 346"/>
              <a:gd name="T43" fmla="*/ 484 h 1314"/>
              <a:gd name="T44" fmla="*/ 110 w 346"/>
              <a:gd name="T45" fmla="*/ 556 h 1314"/>
              <a:gd name="T46" fmla="*/ 108 w 346"/>
              <a:gd name="T47" fmla="*/ 604 h 1314"/>
              <a:gd name="T48" fmla="*/ 136 w 346"/>
              <a:gd name="T49" fmla="*/ 632 h 1314"/>
              <a:gd name="T50" fmla="*/ 136 w 346"/>
              <a:gd name="T51" fmla="*/ 661 h 1314"/>
              <a:gd name="T52" fmla="*/ 140 w 346"/>
              <a:gd name="T53" fmla="*/ 661 h 1314"/>
              <a:gd name="T54" fmla="*/ 140 w 346"/>
              <a:gd name="T55" fmla="*/ 630 h 1314"/>
              <a:gd name="T56" fmla="*/ 112 w 346"/>
              <a:gd name="T57" fmla="*/ 602 h 1314"/>
              <a:gd name="T58" fmla="*/ 113 w 346"/>
              <a:gd name="T59" fmla="*/ 557 h 1314"/>
              <a:gd name="T60" fmla="*/ 186 w 346"/>
              <a:gd name="T61" fmla="*/ 485 h 1314"/>
              <a:gd name="T62" fmla="*/ 189 w 346"/>
              <a:gd name="T63" fmla="*/ 442 h 1314"/>
              <a:gd name="T64" fmla="*/ 141 w 346"/>
              <a:gd name="T65" fmla="*/ 394 h 1314"/>
              <a:gd name="T66" fmla="*/ 69 w 346"/>
              <a:gd name="T67" fmla="*/ 395 h 1314"/>
              <a:gd name="T68" fmla="*/ 28 w 346"/>
              <a:gd name="T69" fmla="*/ 354 h 1314"/>
              <a:gd name="T70" fmla="*/ 26 w 346"/>
              <a:gd name="T71" fmla="*/ 322 h 1314"/>
              <a:gd name="T72" fmla="*/ 346 w 346"/>
              <a:gd name="T73" fmla="*/ 3 h 1314"/>
              <a:gd name="T74" fmla="*/ 34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136" y="701"/>
                </a:moveTo>
                <a:cubicBezTo>
                  <a:pt x="135" y="727"/>
                  <a:pt x="135" y="727"/>
                  <a:pt x="135" y="727"/>
                </a:cubicBezTo>
                <a:cubicBezTo>
                  <a:pt x="245" y="836"/>
                  <a:pt x="245" y="836"/>
                  <a:pt x="245" y="836"/>
                </a:cubicBezTo>
                <a:cubicBezTo>
                  <a:pt x="243" y="943"/>
                  <a:pt x="243" y="943"/>
                  <a:pt x="243" y="943"/>
                </a:cubicBezTo>
                <a:cubicBezTo>
                  <a:pt x="0" y="1186"/>
                  <a:pt x="0" y="1186"/>
                  <a:pt x="0" y="1186"/>
                </a:cubicBezTo>
                <a:cubicBezTo>
                  <a:pt x="0" y="1291"/>
                  <a:pt x="0" y="1291"/>
                  <a:pt x="0" y="1291"/>
                </a:cubicBezTo>
                <a:cubicBezTo>
                  <a:pt x="0" y="1314"/>
                  <a:pt x="0" y="1314"/>
                  <a:pt x="0" y="1314"/>
                </a:cubicBezTo>
                <a:cubicBezTo>
                  <a:pt x="4" y="1314"/>
                  <a:pt x="4" y="1314"/>
                  <a:pt x="4" y="1314"/>
                </a:cubicBezTo>
                <a:cubicBezTo>
                  <a:pt x="4" y="1291"/>
                  <a:pt x="4" y="1291"/>
                  <a:pt x="4" y="1291"/>
                </a:cubicBezTo>
                <a:cubicBezTo>
                  <a:pt x="4" y="1187"/>
                  <a:pt x="4" y="1187"/>
                  <a:pt x="4" y="1187"/>
                </a:cubicBezTo>
                <a:cubicBezTo>
                  <a:pt x="247" y="945"/>
                  <a:pt x="247" y="945"/>
                  <a:pt x="247" y="945"/>
                </a:cubicBezTo>
                <a:cubicBezTo>
                  <a:pt x="249" y="835"/>
                  <a:pt x="249" y="835"/>
                  <a:pt x="249" y="835"/>
                </a:cubicBezTo>
                <a:cubicBezTo>
                  <a:pt x="139" y="726"/>
                  <a:pt x="139" y="726"/>
                  <a:pt x="139" y="726"/>
                </a:cubicBezTo>
                <a:cubicBezTo>
                  <a:pt x="140" y="702"/>
                  <a:pt x="140" y="702"/>
                  <a:pt x="140" y="702"/>
                </a:cubicBezTo>
                <a:cubicBezTo>
                  <a:pt x="138" y="702"/>
                  <a:pt x="137" y="702"/>
                  <a:pt x="136" y="701"/>
                </a:cubicBezTo>
                <a:moveTo>
                  <a:pt x="343" y="0"/>
                </a:moveTo>
                <a:cubicBezTo>
                  <a:pt x="22" y="321"/>
                  <a:pt x="22" y="321"/>
                  <a:pt x="22" y="321"/>
                </a:cubicBezTo>
                <a:cubicBezTo>
                  <a:pt x="24" y="356"/>
                  <a:pt x="24" y="356"/>
                  <a:pt x="24" y="356"/>
                </a:cubicBezTo>
                <a:cubicBezTo>
                  <a:pt x="67" y="399"/>
                  <a:pt x="67" y="399"/>
                  <a:pt x="67" y="399"/>
                </a:cubicBezTo>
                <a:cubicBezTo>
                  <a:pt x="140" y="398"/>
                  <a:pt x="140" y="398"/>
                  <a:pt x="140" y="398"/>
                </a:cubicBezTo>
                <a:cubicBezTo>
                  <a:pt x="185" y="443"/>
                  <a:pt x="185" y="443"/>
                  <a:pt x="185" y="443"/>
                </a:cubicBezTo>
                <a:cubicBezTo>
                  <a:pt x="182" y="484"/>
                  <a:pt x="182" y="484"/>
                  <a:pt x="182" y="484"/>
                </a:cubicBezTo>
                <a:cubicBezTo>
                  <a:pt x="110" y="556"/>
                  <a:pt x="110" y="556"/>
                  <a:pt x="110" y="556"/>
                </a:cubicBezTo>
                <a:cubicBezTo>
                  <a:pt x="108" y="604"/>
                  <a:pt x="108" y="604"/>
                  <a:pt x="108" y="604"/>
                </a:cubicBezTo>
                <a:cubicBezTo>
                  <a:pt x="136" y="632"/>
                  <a:pt x="136" y="632"/>
                  <a:pt x="136" y="632"/>
                </a:cubicBezTo>
                <a:cubicBezTo>
                  <a:pt x="136" y="661"/>
                  <a:pt x="136" y="661"/>
                  <a:pt x="136" y="661"/>
                </a:cubicBezTo>
                <a:cubicBezTo>
                  <a:pt x="137" y="661"/>
                  <a:pt x="139" y="661"/>
                  <a:pt x="140" y="661"/>
                </a:cubicBezTo>
                <a:cubicBezTo>
                  <a:pt x="140" y="630"/>
                  <a:pt x="140" y="630"/>
                  <a:pt x="140" y="630"/>
                </a:cubicBezTo>
                <a:cubicBezTo>
                  <a:pt x="112" y="602"/>
                  <a:pt x="112" y="602"/>
                  <a:pt x="112" y="602"/>
                </a:cubicBezTo>
                <a:cubicBezTo>
                  <a:pt x="113" y="557"/>
                  <a:pt x="113" y="557"/>
                  <a:pt x="113" y="557"/>
                </a:cubicBezTo>
                <a:cubicBezTo>
                  <a:pt x="186" y="485"/>
                  <a:pt x="186" y="485"/>
                  <a:pt x="186" y="485"/>
                </a:cubicBezTo>
                <a:cubicBezTo>
                  <a:pt x="189" y="442"/>
                  <a:pt x="189" y="442"/>
                  <a:pt x="189" y="442"/>
                </a:cubicBezTo>
                <a:cubicBezTo>
                  <a:pt x="141" y="394"/>
                  <a:pt x="141" y="394"/>
                  <a:pt x="141" y="394"/>
                </a:cubicBezTo>
                <a:cubicBezTo>
                  <a:pt x="69" y="395"/>
                  <a:pt x="69" y="395"/>
                  <a:pt x="69" y="395"/>
                </a:cubicBezTo>
                <a:cubicBezTo>
                  <a:pt x="28" y="354"/>
                  <a:pt x="28" y="354"/>
                  <a:pt x="28" y="354"/>
                </a:cubicBezTo>
                <a:cubicBezTo>
                  <a:pt x="26" y="322"/>
                  <a:pt x="26" y="322"/>
                  <a:pt x="26" y="322"/>
                </a:cubicBezTo>
                <a:cubicBezTo>
                  <a:pt x="346" y="3"/>
                  <a:pt x="346" y="3"/>
                  <a:pt x="346" y="3"/>
                </a:cubicBezTo>
                <a:cubicBezTo>
                  <a:pt x="343" y="0"/>
                  <a:pt x="343" y="0"/>
                  <a:pt x="34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8" name="Freeform 765"/>
          <p:cNvSpPr>
            <a:spLocks noEditPoints="1"/>
          </p:cNvSpPr>
          <p:nvPr/>
        </p:nvSpPr>
        <p:spPr bwMode="auto">
          <a:xfrm>
            <a:off x="10765655" y="-3470281"/>
            <a:ext cx="2143126" cy="6126174"/>
          </a:xfrm>
          <a:custGeom>
            <a:avLst/>
            <a:gdLst>
              <a:gd name="T0" fmla="*/ 244 w 517"/>
              <a:gd name="T1" fmla="*/ 479 h 1478"/>
              <a:gd name="T2" fmla="*/ 240 w 517"/>
              <a:gd name="T3" fmla="*/ 479 h 1478"/>
              <a:gd name="T4" fmla="*/ 240 w 517"/>
              <a:gd name="T5" fmla="*/ 479 h 1478"/>
              <a:gd name="T6" fmla="*/ 240 w 517"/>
              <a:gd name="T7" fmla="*/ 479 h 1478"/>
              <a:gd name="T8" fmla="*/ 239 w 517"/>
              <a:gd name="T9" fmla="*/ 497 h 1478"/>
              <a:gd name="T10" fmla="*/ 278 w 517"/>
              <a:gd name="T11" fmla="*/ 536 h 1478"/>
              <a:gd name="T12" fmla="*/ 280 w 517"/>
              <a:gd name="T13" fmla="*/ 562 h 1478"/>
              <a:gd name="T14" fmla="*/ 253 w 517"/>
              <a:gd name="T15" fmla="*/ 590 h 1478"/>
              <a:gd name="T16" fmla="*/ 252 w 517"/>
              <a:gd name="T17" fmla="*/ 619 h 1478"/>
              <a:gd name="T18" fmla="*/ 232 w 517"/>
              <a:gd name="T19" fmla="*/ 639 h 1478"/>
              <a:gd name="T20" fmla="*/ 229 w 517"/>
              <a:gd name="T21" fmla="*/ 696 h 1478"/>
              <a:gd name="T22" fmla="*/ 400 w 517"/>
              <a:gd name="T23" fmla="*/ 867 h 1478"/>
              <a:gd name="T24" fmla="*/ 403 w 517"/>
              <a:gd name="T25" fmla="*/ 938 h 1478"/>
              <a:gd name="T26" fmla="*/ 145 w 517"/>
              <a:gd name="T27" fmla="*/ 1195 h 1478"/>
              <a:gd name="T28" fmla="*/ 143 w 517"/>
              <a:gd name="T29" fmla="*/ 1299 h 1478"/>
              <a:gd name="T30" fmla="*/ 0 w 517"/>
              <a:gd name="T31" fmla="*/ 1442 h 1478"/>
              <a:gd name="T32" fmla="*/ 0 w 517"/>
              <a:gd name="T33" fmla="*/ 1456 h 1478"/>
              <a:gd name="T34" fmla="*/ 1 w 517"/>
              <a:gd name="T35" fmla="*/ 1478 h 1478"/>
              <a:gd name="T36" fmla="*/ 5 w 517"/>
              <a:gd name="T37" fmla="*/ 1478 h 1478"/>
              <a:gd name="T38" fmla="*/ 4 w 517"/>
              <a:gd name="T39" fmla="*/ 1455 h 1478"/>
              <a:gd name="T40" fmla="*/ 4 w 517"/>
              <a:gd name="T41" fmla="*/ 1444 h 1478"/>
              <a:gd name="T42" fmla="*/ 147 w 517"/>
              <a:gd name="T43" fmla="*/ 1300 h 1478"/>
              <a:gd name="T44" fmla="*/ 149 w 517"/>
              <a:gd name="T45" fmla="*/ 1197 h 1478"/>
              <a:gd name="T46" fmla="*/ 407 w 517"/>
              <a:gd name="T47" fmla="*/ 939 h 1478"/>
              <a:gd name="T48" fmla="*/ 404 w 517"/>
              <a:gd name="T49" fmla="*/ 865 h 1478"/>
              <a:gd name="T50" fmla="*/ 233 w 517"/>
              <a:gd name="T51" fmla="*/ 694 h 1478"/>
              <a:gd name="T52" fmla="*/ 236 w 517"/>
              <a:gd name="T53" fmla="*/ 640 h 1478"/>
              <a:gd name="T54" fmla="*/ 256 w 517"/>
              <a:gd name="T55" fmla="*/ 620 h 1478"/>
              <a:gd name="T56" fmla="*/ 257 w 517"/>
              <a:gd name="T57" fmla="*/ 591 h 1478"/>
              <a:gd name="T58" fmla="*/ 285 w 517"/>
              <a:gd name="T59" fmla="*/ 563 h 1478"/>
              <a:gd name="T60" fmla="*/ 282 w 517"/>
              <a:gd name="T61" fmla="*/ 534 h 1478"/>
              <a:gd name="T62" fmla="*/ 243 w 517"/>
              <a:gd name="T63" fmla="*/ 495 h 1478"/>
              <a:gd name="T64" fmla="*/ 244 w 517"/>
              <a:gd name="T65" fmla="*/ 479 h 1478"/>
              <a:gd name="T66" fmla="*/ 514 w 517"/>
              <a:gd name="T67" fmla="*/ 0 h 1478"/>
              <a:gd name="T68" fmla="*/ 180 w 517"/>
              <a:gd name="T69" fmla="*/ 334 h 1478"/>
              <a:gd name="T70" fmla="*/ 182 w 517"/>
              <a:gd name="T71" fmla="*/ 366 h 1478"/>
              <a:gd name="T72" fmla="*/ 241 w 517"/>
              <a:gd name="T73" fmla="*/ 425 h 1478"/>
              <a:gd name="T74" fmla="*/ 241 w 517"/>
              <a:gd name="T75" fmla="*/ 438 h 1478"/>
              <a:gd name="T76" fmla="*/ 245 w 517"/>
              <a:gd name="T77" fmla="*/ 438 h 1478"/>
              <a:gd name="T78" fmla="*/ 245 w 517"/>
              <a:gd name="T79" fmla="*/ 424 h 1478"/>
              <a:gd name="T80" fmla="*/ 186 w 517"/>
              <a:gd name="T81" fmla="*/ 364 h 1478"/>
              <a:gd name="T82" fmla="*/ 184 w 517"/>
              <a:gd name="T83" fmla="*/ 336 h 1478"/>
              <a:gd name="T84" fmla="*/ 517 w 517"/>
              <a:gd name="T85" fmla="*/ 3 h 1478"/>
              <a:gd name="T86" fmla="*/ 514 w 517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7" h="1478">
                <a:moveTo>
                  <a:pt x="244" y="479"/>
                </a:moveTo>
                <a:cubicBezTo>
                  <a:pt x="243" y="479"/>
                  <a:pt x="241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39" y="497"/>
                  <a:pt x="239" y="497"/>
                  <a:pt x="239" y="497"/>
                </a:cubicBezTo>
                <a:cubicBezTo>
                  <a:pt x="278" y="536"/>
                  <a:pt x="278" y="536"/>
                  <a:pt x="278" y="536"/>
                </a:cubicBezTo>
                <a:cubicBezTo>
                  <a:pt x="280" y="562"/>
                  <a:pt x="280" y="562"/>
                  <a:pt x="280" y="562"/>
                </a:cubicBezTo>
                <a:cubicBezTo>
                  <a:pt x="253" y="590"/>
                  <a:pt x="253" y="590"/>
                  <a:pt x="253" y="590"/>
                </a:cubicBezTo>
                <a:cubicBezTo>
                  <a:pt x="252" y="619"/>
                  <a:pt x="252" y="619"/>
                  <a:pt x="252" y="619"/>
                </a:cubicBezTo>
                <a:cubicBezTo>
                  <a:pt x="232" y="639"/>
                  <a:pt x="232" y="639"/>
                  <a:pt x="232" y="639"/>
                </a:cubicBezTo>
                <a:cubicBezTo>
                  <a:pt x="229" y="696"/>
                  <a:pt x="229" y="696"/>
                  <a:pt x="229" y="696"/>
                </a:cubicBezTo>
                <a:cubicBezTo>
                  <a:pt x="400" y="867"/>
                  <a:pt x="400" y="867"/>
                  <a:pt x="400" y="867"/>
                </a:cubicBezTo>
                <a:cubicBezTo>
                  <a:pt x="403" y="938"/>
                  <a:pt x="403" y="938"/>
                  <a:pt x="403" y="938"/>
                </a:cubicBezTo>
                <a:cubicBezTo>
                  <a:pt x="145" y="1195"/>
                  <a:pt x="145" y="1195"/>
                  <a:pt x="145" y="1195"/>
                </a:cubicBezTo>
                <a:cubicBezTo>
                  <a:pt x="143" y="1299"/>
                  <a:pt x="143" y="1299"/>
                  <a:pt x="143" y="1299"/>
                </a:cubicBezTo>
                <a:cubicBezTo>
                  <a:pt x="0" y="1442"/>
                  <a:pt x="0" y="1442"/>
                  <a:pt x="0" y="1442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1" y="1478"/>
                  <a:pt x="1" y="1478"/>
                  <a:pt x="1" y="1478"/>
                </a:cubicBezTo>
                <a:cubicBezTo>
                  <a:pt x="5" y="1478"/>
                  <a:pt x="5" y="1478"/>
                  <a:pt x="5" y="1478"/>
                </a:cubicBezTo>
                <a:cubicBezTo>
                  <a:pt x="4" y="1455"/>
                  <a:pt x="4" y="1455"/>
                  <a:pt x="4" y="1455"/>
                </a:cubicBezTo>
                <a:cubicBezTo>
                  <a:pt x="4" y="1444"/>
                  <a:pt x="4" y="1444"/>
                  <a:pt x="4" y="1444"/>
                </a:cubicBezTo>
                <a:cubicBezTo>
                  <a:pt x="147" y="1300"/>
                  <a:pt x="147" y="1300"/>
                  <a:pt x="147" y="1300"/>
                </a:cubicBezTo>
                <a:cubicBezTo>
                  <a:pt x="149" y="1197"/>
                  <a:pt x="149" y="1197"/>
                  <a:pt x="149" y="1197"/>
                </a:cubicBezTo>
                <a:cubicBezTo>
                  <a:pt x="407" y="939"/>
                  <a:pt x="407" y="939"/>
                  <a:pt x="407" y="939"/>
                </a:cubicBezTo>
                <a:cubicBezTo>
                  <a:pt x="404" y="865"/>
                  <a:pt x="404" y="865"/>
                  <a:pt x="404" y="865"/>
                </a:cubicBezTo>
                <a:cubicBezTo>
                  <a:pt x="233" y="694"/>
                  <a:pt x="233" y="694"/>
                  <a:pt x="233" y="694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6" y="620"/>
                  <a:pt x="256" y="620"/>
                  <a:pt x="256" y="620"/>
                </a:cubicBezTo>
                <a:cubicBezTo>
                  <a:pt x="257" y="591"/>
                  <a:pt x="257" y="591"/>
                  <a:pt x="257" y="591"/>
                </a:cubicBezTo>
                <a:cubicBezTo>
                  <a:pt x="285" y="563"/>
                  <a:pt x="285" y="563"/>
                  <a:pt x="285" y="563"/>
                </a:cubicBezTo>
                <a:cubicBezTo>
                  <a:pt x="282" y="534"/>
                  <a:pt x="282" y="534"/>
                  <a:pt x="282" y="534"/>
                </a:cubicBezTo>
                <a:cubicBezTo>
                  <a:pt x="243" y="495"/>
                  <a:pt x="243" y="495"/>
                  <a:pt x="243" y="495"/>
                </a:cubicBezTo>
                <a:cubicBezTo>
                  <a:pt x="244" y="479"/>
                  <a:pt x="244" y="479"/>
                  <a:pt x="244" y="479"/>
                </a:cubicBezTo>
                <a:moveTo>
                  <a:pt x="514" y="0"/>
                </a:moveTo>
                <a:cubicBezTo>
                  <a:pt x="180" y="334"/>
                  <a:pt x="180" y="334"/>
                  <a:pt x="180" y="334"/>
                </a:cubicBezTo>
                <a:cubicBezTo>
                  <a:pt x="182" y="366"/>
                  <a:pt x="182" y="366"/>
                  <a:pt x="182" y="366"/>
                </a:cubicBezTo>
                <a:cubicBezTo>
                  <a:pt x="241" y="425"/>
                  <a:pt x="241" y="425"/>
                  <a:pt x="241" y="425"/>
                </a:cubicBezTo>
                <a:cubicBezTo>
                  <a:pt x="241" y="438"/>
                  <a:pt x="241" y="438"/>
                  <a:pt x="241" y="438"/>
                </a:cubicBezTo>
                <a:cubicBezTo>
                  <a:pt x="242" y="438"/>
                  <a:pt x="243" y="438"/>
                  <a:pt x="245" y="438"/>
                </a:cubicBezTo>
                <a:cubicBezTo>
                  <a:pt x="245" y="424"/>
                  <a:pt x="245" y="424"/>
                  <a:pt x="245" y="424"/>
                </a:cubicBezTo>
                <a:cubicBezTo>
                  <a:pt x="186" y="364"/>
                  <a:pt x="186" y="364"/>
                  <a:pt x="186" y="364"/>
                </a:cubicBezTo>
                <a:cubicBezTo>
                  <a:pt x="184" y="336"/>
                  <a:pt x="184" y="336"/>
                  <a:pt x="184" y="336"/>
                </a:cubicBezTo>
                <a:cubicBezTo>
                  <a:pt x="517" y="3"/>
                  <a:pt x="517" y="3"/>
                  <a:pt x="517" y="3"/>
                </a:cubicBezTo>
                <a:cubicBezTo>
                  <a:pt x="514" y="0"/>
                  <a:pt x="514" y="0"/>
                  <a:pt x="5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9" name="Freeform 766"/>
          <p:cNvSpPr>
            <a:spLocks/>
          </p:cNvSpPr>
          <p:nvPr/>
        </p:nvSpPr>
        <p:spPr bwMode="auto">
          <a:xfrm>
            <a:off x="11272068" y="-3441706"/>
            <a:ext cx="1536700" cy="2433642"/>
          </a:xfrm>
          <a:custGeom>
            <a:avLst/>
            <a:gdLst>
              <a:gd name="T0" fmla="*/ 368 w 371"/>
              <a:gd name="T1" fmla="*/ 0 h 587"/>
              <a:gd name="T2" fmla="*/ 368 w 371"/>
              <a:gd name="T3" fmla="*/ 0 h 587"/>
              <a:gd name="T4" fmla="*/ 2 w 371"/>
              <a:gd name="T5" fmla="*/ 367 h 587"/>
              <a:gd name="T6" fmla="*/ 0 w 371"/>
              <a:gd name="T7" fmla="*/ 424 h 587"/>
              <a:gd name="T8" fmla="*/ 70 w 371"/>
              <a:gd name="T9" fmla="*/ 494 h 587"/>
              <a:gd name="T10" fmla="*/ 72 w 371"/>
              <a:gd name="T11" fmla="*/ 522 h 587"/>
              <a:gd name="T12" fmla="*/ 32 w 371"/>
              <a:gd name="T13" fmla="*/ 563 h 587"/>
              <a:gd name="T14" fmla="*/ 32 w 371"/>
              <a:gd name="T15" fmla="*/ 587 h 587"/>
              <a:gd name="T16" fmla="*/ 36 w 371"/>
              <a:gd name="T17" fmla="*/ 586 h 587"/>
              <a:gd name="T18" fmla="*/ 36 w 371"/>
              <a:gd name="T19" fmla="*/ 586 h 587"/>
              <a:gd name="T20" fmla="*/ 36 w 371"/>
              <a:gd name="T21" fmla="*/ 586 h 587"/>
              <a:gd name="T22" fmla="*/ 36 w 371"/>
              <a:gd name="T23" fmla="*/ 564 h 587"/>
              <a:gd name="T24" fmla="*/ 76 w 371"/>
              <a:gd name="T25" fmla="*/ 524 h 587"/>
              <a:gd name="T26" fmla="*/ 74 w 371"/>
              <a:gd name="T27" fmla="*/ 492 h 587"/>
              <a:gd name="T28" fmla="*/ 4 w 371"/>
              <a:gd name="T29" fmla="*/ 423 h 587"/>
              <a:gd name="T30" fmla="*/ 6 w 371"/>
              <a:gd name="T31" fmla="*/ 368 h 587"/>
              <a:gd name="T32" fmla="*/ 371 w 371"/>
              <a:gd name="T33" fmla="*/ 3 h 587"/>
              <a:gd name="T34" fmla="*/ 368 w 371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1" h="587">
                <a:moveTo>
                  <a:pt x="368" y="0"/>
                </a:moveTo>
                <a:cubicBezTo>
                  <a:pt x="368" y="0"/>
                  <a:pt x="368" y="0"/>
                  <a:pt x="368" y="0"/>
                </a:cubicBezTo>
                <a:cubicBezTo>
                  <a:pt x="2" y="367"/>
                  <a:pt x="2" y="367"/>
                  <a:pt x="2" y="367"/>
                </a:cubicBezTo>
                <a:cubicBezTo>
                  <a:pt x="0" y="424"/>
                  <a:pt x="0" y="424"/>
                  <a:pt x="0" y="424"/>
                </a:cubicBezTo>
                <a:cubicBezTo>
                  <a:pt x="70" y="494"/>
                  <a:pt x="70" y="494"/>
                  <a:pt x="70" y="494"/>
                </a:cubicBezTo>
                <a:cubicBezTo>
                  <a:pt x="72" y="522"/>
                  <a:pt x="72" y="522"/>
                  <a:pt x="72" y="522"/>
                </a:cubicBezTo>
                <a:cubicBezTo>
                  <a:pt x="32" y="563"/>
                  <a:pt x="32" y="563"/>
                  <a:pt x="32" y="563"/>
                </a:cubicBezTo>
                <a:cubicBezTo>
                  <a:pt x="32" y="587"/>
                  <a:pt x="32" y="587"/>
                  <a:pt x="32" y="587"/>
                </a:cubicBezTo>
                <a:cubicBezTo>
                  <a:pt x="34" y="587"/>
                  <a:pt x="35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64"/>
                  <a:pt x="36" y="564"/>
                  <a:pt x="36" y="564"/>
                </a:cubicBezTo>
                <a:cubicBezTo>
                  <a:pt x="76" y="524"/>
                  <a:pt x="76" y="524"/>
                  <a:pt x="76" y="524"/>
                </a:cubicBezTo>
                <a:cubicBezTo>
                  <a:pt x="74" y="492"/>
                  <a:pt x="74" y="492"/>
                  <a:pt x="74" y="492"/>
                </a:cubicBezTo>
                <a:cubicBezTo>
                  <a:pt x="4" y="423"/>
                  <a:pt x="4" y="423"/>
                  <a:pt x="4" y="423"/>
                </a:cubicBezTo>
                <a:cubicBezTo>
                  <a:pt x="6" y="368"/>
                  <a:pt x="6" y="368"/>
                  <a:pt x="6" y="368"/>
                </a:cubicBezTo>
                <a:cubicBezTo>
                  <a:pt x="371" y="3"/>
                  <a:pt x="371" y="3"/>
                  <a:pt x="371" y="3"/>
                </a:cubicBezTo>
                <a:cubicBezTo>
                  <a:pt x="368" y="0"/>
                  <a:pt x="368" y="0"/>
                  <a:pt x="36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0" name="Freeform 767"/>
          <p:cNvSpPr>
            <a:spLocks/>
          </p:cNvSpPr>
          <p:nvPr/>
        </p:nvSpPr>
        <p:spPr bwMode="auto">
          <a:xfrm>
            <a:off x="11176818" y="-3706819"/>
            <a:ext cx="1781176" cy="2251079"/>
          </a:xfrm>
          <a:custGeom>
            <a:avLst/>
            <a:gdLst>
              <a:gd name="T0" fmla="*/ 427 w 430"/>
              <a:gd name="T1" fmla="*/ 0 h 543"/>
              <a:gd name="T2" fmla="*/ 2 w 430"/>
              <a:gd name="T3" fmla="*/ 425 h 543"/>
              <a:gd name="T4" fmla="*/ 0 w 430"/>
              <a:gd name="T5" fmla="*/ 499 h 543"/>
              <a:gd name="T6" fmla="*/ 37 w 430"/>
              <a:gd name="T7" fmla="*/ 535 h 543"/>
              <a:gd name="T8" fmla="*/ 37 w 430"/>
              <a:gd name="T9" fmla="*/ 543 h 543"/>
              <a:gd name="T10" fmla="*/ 41 w 430"/>
              <a:gd name="T11" fmla="*/ 543 h 543"/>
              <a:gd name="T12" fmla="*/ 41 w 430"/>
              <a:gd name="T13" fmla="*/ 534 h 543"/>
              <a:gd name="T14" fmla="*/ 4 w 430"/>
              <a:gd name="T15" fmla="*/ 497 h 543"/>
              <a:gd name="T16" fmla="*/ 6 w 430"/>
              <a:gd name="T17" fmla="*/ 427 h 543"/>
              <a:gd name="T18" fmla="*/ 430 w 430"/>
              <a:gd name="T19" fmla="*/ 3 h 543"/>
              <a:gd name="T20" fmla="*/ 427 w 430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30" h="543">
                <a:moveTo>
                  <a:pt x="427" y="0"/>
                </a:moveTo>
                <a:cubicBezTo>
                  <a:pt x="2" y="425"/>
                  <a:pt x="2" y="425"/>
                  <a:pt x="2" y="425"/>
                </a:cubicBezTo>
                <a:cubicBezTo>
                  <a:pt x="0" y="499"/>
                  <a:pt x="0" y="499"/>
                  <a:pt x="0" y="499"/>
                </a:cubicBezTo>
                <a:cubicBezTo>
                  <a:pt x="37" y="535"/>
                  <a:pt x="37" y="535"/>
                  <a:pt x="37" y="535"/>
                </a:cubicBezTo>
                <a:cubicBezTo>
                  <a:pt x="37" y="543"/>
                  <a:pt x="37" y="543"/>
                  <a:pt x="37" y="543"/>
                </a:cubicBezTo>
                <a:cubicBezTo>
                  <a:pt x="38" y="543"/>
                  <a:pt x="40" y="543"/>
                  <a:pt x="41" y="543"/>
                </a:cubicBezTo>
                <a:cubicBezTo>
                  <a:pt x="41" y="534"/>
                  <a:pt x="41" y="534"/>
                  <a:pt x="41" y="534"/>
                </a:cubicBezTo>
                <a:cubicBezTo>
                  <a:pt x="4" y="497"/>
                  <a:pt x="4" y="497"/>
                  <a:pt x="4" y="497"/>
                </a:cubicBezTo>
                <a:cubicBezTo>
                  <a:pt x="6" y="427"/>
                  <a:pt x="6" y="427"/>
                  <a:pt x="6" y="427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1" name="Freeform 768"/>
          <p:cNvSpPr>
            <a:spLocks/>
          </p:cNvSpPr>
          <p:nvPr/>
        </p:nvSpPr>
        <p:spPr bwMode="auto">
          <a:xfrm>
            <a:off x="12502381" y="-1157289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8 h 33"/>
              <a:gd name="T12" fmla="*/ 17 w 33"/>
              <a:gd name="T13" fmla="*/ 33 h 33"/>
              <a:gd name="T14" fmla="*/ 28 w 33"/>
              <a:gd name="T15" fmla="*/ 28 h 33"/>
              <a:gd name="T16" fmla="*/ 33 w 33"/>
              <a:gd name="T17" fmla="*/ 17 h 33"/>
              <a:gd name="T18" fmla="*/ 28 w 33"/>
              <a:gd name="T19" fmla="*/ 5 h 33"/>
              <a:gd name="T20" fmla="*/ 17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2" name="Freeform 769"/>
          <p:cNvSpPr>
            <a:spLocks noEditPoints="1"/>
          </p:cNvSpPr>
          <p:nvPr/>
        </p:nvSpPr>
        <p:spPr bwMode="auto">
          <a:xfrm>
            <a:off x="12486506" y="-1174752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1 w 41"/>
              <a:gd name="T23" fmla="*/ 0 h 41"/>
              <a:gd name="T24" fmla="*/ 21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17 h 41"/>
              <a:gd name="T32" fmla="*/ 0 w 41"/>
              <a:gd name="T33" fmla="*/ 21 h 41"/>
              <a:gd name="T34" fmla="*/ 0 w 41"/>
              <a:gd name="T35" fmla="*/ 21 h 41"/>
              <a:gd name="T36" fmla="*/ 6 w 41"/>
              <a:gd name="T37" fmla="*/ 35 h 41"/>
              <a:gd name="T38" fmla="*/ 21 w 41"/>
              <a:gd name="T39" fmla="*/ 41 h 41"/>
              <a:gd name="T40" fmla="*/ 21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41 w 41"/>
              <a:gd name="T47" fmla="*/ 21 h 41"/>
              <a:gd name="T48" fmla="*/ 41 w 41"/>
              <a:gd name="T49" fmla="*/ 17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0" y="13"/>
                  <a:pt x="38" y="9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3" name="Freeform 770"/>
          <p:cNvSpPr>
            <a:spLocks/>
          </p:cNvSpPr>
          <p:nvPr/>
        </p:nvSpPr>
        <p:spPr bwMode="auto">
          <a:xfrm>
            <a:off x="11694343" y="-163830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4" name="Freeform 771"/>
          <p:cNvSpPr>
            <a:spLocks noEditPoints="1"/>
          </p:cNvSpPr>
          <p:nvPr/>
        </p:nvSpPr>
        <p:spPr bwMode="auto">
          <a:xfrm>
            <a:off x="11678468" y="-165576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6 w 41"/>
              <a:gd name="T29" fmla="*/ 6 h 41"/>
              <a:gd name="T30" fmla="*/ 6 w 41"/>
              <a:gd name="T31" fmla="*/ 6 h 41"/>
              <a:gd name="T32" fmla="*/ 6 w 41"/>
              <a:gd name="T33" fmla="*/ 6 h 41"/>
              <a:gd name="T34" fmla="*/ 0 w 41"/>
              <a:gd name="T35" fmla="*/ 21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35 w 41"/>
              <a:gd name="T47" fmla="*/ 35 h 41"/>
              <a:gd name="T48" fmla="*/ 41 w 41"/>
              <a:gd name="T49" fmla="*/ 21 h 41"/>
              <a:gd name="T50" fmla="*/ 35 w 41"/>
              <a:gd name="T51" fmla="*/ 6 h 41"/>
              <a:gd name="T52" fmla="*/ 25 w 41"/>
              <a:gd name="T53" fmla="*/ 0 h 41"/>
              <a:gd name="T54" fmla="*/ 21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8" y="40"/>
                  <a:pt x="32" y="38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2" y="3"/>
                  <a:pt x="28" y="1"/>
                  <a:pt x="25" y="0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5" name="Freeform 772"/>
          <p:cNvSpPr>
            <a:spLocks noEditPoints="1"/>
          </p:cNvSpPr>
          <p:nvPr/>
        </p:nvSpPr>
        <p:spPr bwMode="auto">
          <a:xfrm>
            <a:off x="9368655" y="517526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7 w 57"/>
              <a:gd name="T19" fmla="*/ 7 h 57"/>
              <a:gd name="T20" fmla="*/ 9 w 57"/>
              <a:gd name="T21" fmla="*/ 8 h 57"/>
              <a:gd name="T22" fmla="*/ 0 w 57"/>
              <a:gd name="T23" fmla="*/ 28 h 57"/>
              <a:gd name="T24" fmla="*/ 9 w 57"/>
              <a:gd name="T25" fmla="*/ 48 h 57"/>
              <a:gd name="T26" fmla="*/ 29 w 57"/>
              <a:gd name="T27" fmla="*/ 57 h 57"/>
              <a:gd name="T28" fmla="*/ 49 w 57"/>
              <a:gd name="T29" fmla="*/ 48 h 57"/>
              <a:gd name="T30" fmla="*/ 57 w 57"/>
              <a:gd name="T31" fmla="*/ 28 h 57"/>
              <a:gd name="T32" fmla="*/ 49 w 57"/>
              <a:gd name="T33" fmla="*/ 8 h 57"/>
              <a:gd name="T34" fmla="*/ 29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7" y="7"/>
                  <a:pt x="7" y="7"/>
                  <a:pt x="7" y="7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6" name="Freeform 773"/>
          <p:cNvSpPr>
            <a:spLocks noEditPoints="1"/>
          </p:cNvSpPr>
          <p:nvPr/>
        </p:nvSpPr>
        <p:spPr bwMode="auto">
          <a:xfrm>
            <a:off x="9352780" y="500064"/>
            <a:ext cx="269875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1 w 65"/>
              <a:gd name="T19" fmla="*/ 11 h 65"/>
              <a:gd name="T20" fmla="*/ 13 w 65"/>
              <a:gd name="T21" fmla="*/ 12 h 65"/>
              <a:gd name="T22" fmla="*/ 33 w 65"/>
              <a:gd name="T23" fmla="*/ 0 h 65"/>
              <a:gd name="T24" fmla="*/ 33 w 65"/>
              <a:gd name="T25" fmla="*/ 0 h 65"/>
              <a:gd name="T26" fmla="*/ 10 w 65"/>
              <a:gd name="T27" fmla="*/ 9 h 65"/>
              <a:gd name="T28" fmla="*/ 10 w 65"/>
              <a:gd name="T29" fmla="*/ 9 h 65"/>
              <a:gd name="T30" fmla="*/ 0 w 65"/>
              <a:gd name="T31" fmla="*/ 32 h 65"/>
              <a:gd name="T32" fmla="*/ 10 w 65"/>
              <a:gd name="T33" fmla="*/ 55 h 65"/>
              <a:gd name="T34" fmla="*/ 33 w 65"/>
              <a:gd name="T35" fmla="*/ 65 h 65"/>
              <a:gd name="T36" fmla="*/ 33 w 65"/>
              <a:gd name="T37" fmla="*/ 65 h 65"/>
              <a:gd name="T38" fmla="*/ 56 w 65"/>
              <a:gd name="T39" fmla="*/ 55 h 65"/>
              <a:gd name="T40" fmla="*/ 65 w 65"/>
              <a:gd name="T41" fmla="*/ 32 h 65"/>
              <a:gd name="T42" fmla="*/ 56 w 65"/>
              <a:gd name="T43" fmla="*/ 10 h 65"/>
              <a:gd name="T44" fmla="*/ 56 w 65"/>
              <a:gd name="T45" fmla="*/ 9 h 65"/>
              <a:gd name="T46" fmla="*/ 54 w 65"/>
              <a:gd name="T47" fmla="*/ 8 h 65"/>
              <a:gd name="T48" fmla="*/ 33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1" y="11"/>
                  <a:pt x="11" y="11"/>
                  <a:pt x="11" y="11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7"/>
                  <a:pt x="56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3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7" name="Freeform 774"/>
          <p:cNvSpPr>
            <a:spLocks/>
          </p:cNvSpPr>
          <p:nvPr/>
        </p:nvSpPr>
        <p:spPr bwMode="auto">
          <a:xfrm>
            <a:off x="9401992" y="558801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8" name="Freeform 775"/>
          <p:cNvSpPr>
            <a:spLocks noEditPoints="1"/>
          </p:cNvSpPr>
          <p:nvPr/>
        </p:nvSpPr>
        <p:spPr bwMode="auto">
          <a:xfrm>
            <a:off x="10484667" y="1773241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9" name="Freeform 776"/>
          <p:cNvSpPr>
            <a:spLocks noEditPoints="1"/>
          </p:cNvSpPr>
          <p:nvPr/>
        </p:nvSpPr>
        <p:spPr bwMode="auto">
          <a:xfrm>
            <a:off x="10467205" y="1757366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2 w 65"/>
              <a:gd name="T33" fmla="*/ 64 h 64"/>
              <a:gd name="T34" fmla="*/ 32 w 65"/>
              <a:gd name="T35" fmla="*/ 64 h 64"/>
              <a:gd name="T36" fmla="*/ 55 w 65"/>
              <a:gd name="T37" fmla="*/ 55 h 64"/>
              <a:gd name="T38" fmla="*/ 65 w 65"/>
              <a:gd name="T39" fmla="*/ 32 h 64"/>
              <a:gd name="T40" fmla="*/ 55 w 65"/>
              <a:gd name="T41" fmla="*/ 9 h 64"/>
              <a:gd name="T42" fmla="*/ 38 w 65"/>
              <a:gd name="T43" fmla="*/ 0 h 64"/>
              <a:gd name="T44" fmla="*/ 34 w 65"/>
              <a:gd name="T45" fmla="*/ 0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0" y="4"/>
                  <a:pt x="45" y="1"/>
                  <a:pt x="38" y="0"/>
                </a:cubicBezTo>
                <a:cubicBezTo>
                  <a:pt x="37" y="0"/>
                  <a:pt x="36" y="0"/>
                  <a:pt x="34" y="0"/>
                </a:cubicBezTo>
                <a:cubicBezTo>
                  <a:pt x="34" y="0"/>
                  <a:pt x="33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0" name="Freeform 777"/>
          <p:cNvSpPr>
            <a:spLocks/>
          </p:cNvSpPr>
          <p:nvPr/>
        </p:nvSpPr>
        <p:spPr bwMode="auto">
          <a:xfrm>
            <a:off x="10518005" y="1811341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1" name="Freeform 778"/>
          <p:cNvSpPr>
            <a:spLocks noEditPoints="1"/>
          </p:cNvSpPr>
          <p:nvPr/>
        </p:nvSpPr>
        <p:spPr bwMode="auto">
          <a:xfrm>
            <a:off x="11010130" y="365919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8 h 57"/>
              <a:gd name="T24" fmla="*/ 29 w 57"/>
              <a:gd name="T25" fmla="*/ 57 h 57"/>
              <a:gd name="T26" fmla="*/ 49 w 57"/>
              <a:gd name="T27" fmla="*/ 48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2" name="Freeform 779"/>
          <p:cNvSpPr>
            <a:spLocks noEditPoints="1"/>
          </p:cNvSpPr>
          <p:nvPr/>
        </p:nvSpPr>
        <p:spPr bwMode="auto">
          <a:xfrm>
            <a:off x="10994255" y="3643320"/>
            <a:ext cx="268288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9 h 65"/>
              <a:gd name="T26" fmla="*/ 10 w 65"/>
              <a:gd name="T27" fmla="*/ 9 h 65"/>
              <a:gd name="T28" fmla="*/ 0 w 65"/>
              <a:gd name="T29" fmla="*/ 32 h 65"/>
              <a:gd name="T30" fmla="*/ 10 w 65"/>
              <a:gd name="T31" fmla="*/ 55 h 65"/>
              <a:gd name="T32" fmla="*/ 33 w 65"/>
              <a:gd name="T33" fmla="*/ 65 h 65"/>
              <a:gd name="T34" fmla="*/ 33 w 65"/>
              <a:gd name="T35" fmla="*/ 65 h 65"/>
              <a:gd name="T36" fmla="*/ 56 w 65"/>
              <a:gd name="T37" fmla="*/ 55 h 65"/>
              <a:gd name="T38" fmla="*/ 65 w 65"/>
              <a:gd name="T39" fmla="*/ 32 h 65"/>
              <a:gd name="T40" fmla="*/ 56 w 65"/>
              <a:gd name="T41" fmla="*/ 9 h 65"/>
              <a:gd name="T42" fmla="*/ 39 w 65"/>
              <a:gd name="T43" fmla="*/ 1 h 65"/>
              <a:gd name="T44" fmla="*/ 35 w 65"/>
              <a:gd name="T45" fmla="*/ 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1" y="5"/>
                  <a:pt x="45" y="2"/>
                  <a:pt x="39" y="1"/>
                </a:cubicBezTo>
                <a:cubicBezTo>
                  <a:pt x="38" y="0"/>
                  <a:pt x="36" y="0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3" name="Freeform 780"/>
          <p:cNvSpPr>
            <a:spLocks/>
          </p:cNvSpPr>
          <p:nvPr/>
        </p:nvSpPr>
        <p:spPr bwMode="auto">
          <a:xfrm>
            <a:off x="11043468" y="3702057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4" name="Freeform 781"/>
          <p:cNvSpPr>
            <a:spLocks noEditPoints="1"/>
          </p:cNvSpPr>
          <p:nvPr/>
        </p:nvSpPr>
        <p:spPr bwMode="auto">
          <a:xfrm>
            <a:off x="14612169" y="2851156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1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1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8 w 56"/>
              <a:gd name="T19" fmla="*/ 8 h 57"/>
              <a:gd name="T20" fmla="*/ 0 w 56"/>
              <a:gd name="T21" fmla="*/ 28 h 57"/>
              <a:gd name="T22" fmla="*/ 8 w 56"/>
              <a:gd name="T23" fmla="*/ 48 h 57"/>
              <a:gd name="T24" fmla="*/ 28 w 56"/>
              <a:gd name="T25" fmla="*/ 57 h 57"/>
              <a:gd name="T26" fmla="*/ 48 w 56"/>
              <a:gd name="T27" fmla="*/ 48 h 57"/>
              <a:gd name="T28" fmla="*/ 56 w 56"/>
              <a:gd name="T29" fmla="*/ 28 h 57"/>
              <a:gd name="T30" fmla="*/ 48 w 56"/>
              <a:gd name="T31" fmla="*/ 8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10"/>
                  <a:pt x="28" y="10"/>
                </a:cubicBezTo>
                <a:cubicBezTo>
                  <a:pt x="33" y="10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5" name="Freeform 782"/>
          <p:cNvSpPr>
            <a:spLocks noEditPoints="1"/>
          </p:cNvSpPr>
          <p:nvPr/>
        </p:nvSpPr>
        <p:spPr bwMode="auto">
          <a:xfrm>
            <a:off x="14596294" y="2835281"/>
            <a:ext cx="265113" cy="268288"/>
          </a:xfrm>
          <a:custGeom>
            <a:avLst/>
            <a:gdLst>
              <a:gd name="T0" fmla="*/ 12 w 64"/>
              <a:gd name="T1" fmla="*/ 12 h 65"/>
              <a:gd name="T2" fmla="*/ 32 w 64"/>
              <a:gd name="T3" fmla="*/ 4 h 65"/>
              <a:gd name="T4" fmla="*/ 52 w 64"/>
              <a:gd name="T5" fmla="*/ 12 h 65"/>
              <a:gd name="T6" fmla="*/ 60 w 64"/>
              <a:gd name="T7" fmla="*/ 32 h 65"/>
              <a:gd name="T8" fmla="*/ 52 w 64"/>
              <a:gd name="T9" fmla="*/ 52 h 65"/>
              <a:gd name="T10" fmla="*/ 32 w 64"/>
              <a:gd name="T11" fmla="*/ 61 h 65"/>
              <a:gd name="T12" fmla="*/ 12 w 64"/>
              <a:gd name="T13" fmla="*/ 52 h 65"/>
              <a:gd name="T14" fmla="*/ 4 w 64"/>
              <a:gd name="T15" fmla="*/ 32 h 65"/>
              <a:gd name="T16" fmla="*/ 12 w 64"/>
              <a:gd name="T17" fmla="*/ 12 h 65"/>
              <a:gd name="T18" fmla="*/ 12 w 64"/>
              <a:gd name="T19" fmla="*/ 12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9 h 65"/>
              <a:gd name="T26" fmla="*/ 9 w 64"/>
              <a:gd name="T27" fmla="*/ 9 h 65"/>
              <a:gd name="T28" fmla="*/ 0 w 64"/>
              <a:gd name="T29" fmla="*/ 32 h 65"/>
              <a:gd name="T30" fmla="*/ 9 w 64"/>
              <a:gd name="T31" fmla="*/ 55 h 65"/>
              <a:gd name="T32" fmla="*/ 32 w 64"/>
              <a:gd name="T33" fmla="*/ 65 h 65"/>
              <a:gd name="T34" fmla="*/ 32 w 64"/>
              <a:gd name="T35" fmla="*/ 65 h 65"/>
              <a:gd name="T36" fmla="*/ 55 w 64"/>
              <a:gd name="T37" fmla="*/ 55 h 65"/>
              <a:gd name="T38" fmla="*/ 64 w 64"/>
              <a:gd name="T39" fmla="*/ 32 h 65"/>
              <a:gd name="T40" fmla="*/ 64 w 64"/>
              <a:gd name="T41" fmla="*/ 28 h 65"/>
              <a:gd name="T42" fmla="*/ 63 w 64"/>
              <a:gd name="T43" fmla="*/ 24 h 65"/>
              <a:gd name="T44" fmla="*/ 55 w 64"/>
              <a:gd name="T45" fmla="*/ 9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2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2"/>
                </a:cubicBezTo>
                <a:cubicBezTo>
                  <a:pt x="6" y="47"/>
                  <a:pt x="4" y="39"/>
                  <a:pt x="4" y="32"/>
                </a:cubicBezTo>
                <a:cubicBezTo>
                  <a:pt x="4" y="25"/>
                  <a:pt x="6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31"/>
                  <a:pt x="64" y="30"/>
                  <a:pt x="64" y="28"/>
                </a:cubicBezTo>
                <a:cubicBezTo>
                  <a:pt x="64" y="27"/>
                  <a:pt x="64" y="26"/>
                  <a:pt x="63" y="24"/>
                </a:cubicBezTo>
                <a:cubicBezTo>
                  <a:pt x="62" y="19"/>
                  <a:pt x="59" y="14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6" name="Freeform 783"/>
          <p:cNvSpPr>
            <a:spLocks/>
          </p:cNvSpPr>
          <p:nvPr/>
        </p:nvSpPr>
        <p:spPr bwMode="auto">
          <a:xfrm>
            <a:off x="14645506" y="2892431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0 w 40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7" name="Freeform 784"/>
          <p:cNvSpPr>
            <a:spLocks noEditPoints="1"/>
          </p:cNvSpPr>
          <p:nvPr/>
        </p:nvSpPr>
        <p:spPr bwMode="auto">
          <a:xfrm>
            <a:off x="10567218" y="2768605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8 h 57"/>
              <a:gd name="T24" fmla="*/ 28 w 57"/>
              <a:gd name="T25" fmla="*/ 57 h 57"/>
              <a:gd name="T26" fmla="*/ 48 w 57"/>
              <a:gd name="T27" fmla="*/ 48 h 57"/>
              <a:gd name="T28" fmla="*/ 57 w 57"/>
              <a:gd name="T29" fmla="*/ 28 h 57"/>
              <a:gd name="T30" fmla="*/ 48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8" name="Freeform 785"/>
          <p:cNvSpPr>
            <a:spLocks noEditPoints="1"/>
          </p:cNvSpPr>
          <p:nvPr/>
        </p:nvSpPr>
        <p:spPr bwMode="auto">
          <a:xfrm>
            <a:off x="10549755" y="2752730"/>
            <a:ext cx="269875" cy="268288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2 w 65"/>
              <a:gd name="T5" fmla="*/ 12 h 65"/>
              <a:gd name="T6" fmla="*/ 61 w 65"/>
              <a:gd name="T7" fmla="*/ 32 h 65"/>
              <a:gd name="T8" fmla="*/ 52 w 65"/>
              <a:gd name="T9" fmla="*/ 52 h 65"/>
              <a:gd name="T10" fmla="*/ 32 w 65"/>
              <a:gd name="T11" fmla="*/ 61 h 65"/>
              <a:gd name="T12" fmla="*/ 12 w 65"/>
              <a:gd name="T13" fmla="*/ 52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2 w 65"/>
              <a:gd name="T21" fmla="*/ 0 h 65"/>
              <a:gd name="T22" fmla="*/ 32 w 65"/>
              <a:gd name="T23" fmla="*/ 0 h 65"/>
              <a:gd name="T24" fmla="*/ 9 w 65"/>
              <a:gd name="T25" fmla="*/ 10 h 65"/>
              <a:gd name="T26" fmla="*/ 9 w 65"/>
              <a:gd name="T27" fmla="*/ 10 h 65"/>
              <a:gd name="T28" fmla="*/ 9 w 65"/>
              <a:gd name="T29" fmla="*/ 10 h 65"/>
              <a:gd name="T30" fmla="*/ 9 w 65"/>
              <a:gd name="T31" fmla="*/ 10 h 65"/>
              <a:gd name="T32" fmla="*/ 9 w 65"/>
              <a:gd name="T33" fmla="*/ 10 h 65"/>
              <a:gd name="T34" fmla="*/ 0 w 65"/>
              <a:gd name="T35" fmla="*/ 32 h 65"/>
              <a:gd name="T36" fmla="*/ 9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4 w 65"/>
              <a:gd name="T45" fmla="*/ 35 h 65"/>
              <a:gd name="T46" fmla="*/ 65 w 65"/>
              <a:gd name="T47" fmla="*/ 32 h 65"/>
              <a:gd name="T48" fmla="*/ 64 w 65"/>
              <a:gd name="T49" fmla="*/ 31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50"/>
                  <a:pt x="64" y="42"/>
                  <a:pt x="64" y="35"/>
                </a:cubicBezTo>
                <a:cubicBezTo>
                  <a:pt x="64" y="34"/>
                  <a:pt x="65" y="33"/>
                  <a:pt x="65" y="32"/>
                </a:cubicBezTo>
                <a:cubicBezTo>
                  <a:pt x="65" y="32"/>
                  <a:pt x="65" y="32"/>
                  <a:pt x="64" y="31"/>
                </a:cubicBezTo>
                <a:cubicBezTo>
                  <a:pt x="64" y="23"/>
                  <a:pt x="61" y="15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9" name="Freeform 786"/>
          <p:cNvSpPr>
            <a:spLocks/>
          </p:cNvSpPr>
          <p:nvPr/>
        </p:nvSpPr>
        <p:spPr bwMode="auto">
          <a:xfrm>
            <a:off x="10600555" y="2809881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0" name="Freeform 787"/>
          <p:cNvSpPr>
            <a:spLocks noEditPoints="1"/>
          </p:cNvSpPr>
          <p:nvPr/>
        </p:nvSpPr>
        <p:spPr bwMode="auto">
          <a:xfrm>
            <a:off x="12337281" y="3883033"/>
            <a:ext cx="236538" cy="233363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1" name="Freeform 788"/>
          <p:cNvSpPr>
            <a:spLocks noEditPoints="1"/>
          </p:cNvSpPr>
          <p:nvPr/>
        </p:nvSpPr>
        <p:spPr bwMode="auto">
          <a:xfrm>
            <a:off x="12319818" y="3867158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9 w 65"/>
              <a:gd name="T31" fmla="*/ 55 h 64"/>
              <a:gd name="T32" fmla="*/ 31 w 65"/>
              <a:gd name="T33" fmla="*/ 64 h 64"/>
              <a:gd name="T34" fmla="*/ 32 w 65"/>
              <a:gd name="T35" fmla="*/ 64 h 64"/>
              <a:gd name="T36" fmla="*/ 32 w 65"/>
              <a:gd name="T37" fmla="*/ 64 h 64"/>
              <a:gd name="T38" fmla="*/ 35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3" y="64"/>
                  <a:pt x="31" y="64"/>
                </a:cubicBezTo>
                <a:cubicBezTo>
                  <a:pt x="31" y="64"/>
                  <a:pt x="32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4" y="64"/>
                  <a:pt x="35" y="64"/>
                </a:cubicBezTo>
                <a:cubicBezTo>
                  <a:pt x="42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6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2" name="Freeform 789"/>
          <p:cNvSpPr>
            <a:spLocks/>
          </p:cNvSpPr>
          <p:nvPr/>
        </p:nvSpPr>
        <p:spPr bwMode="auto">
          <a:xfrm>
            <a:off x="12370618" y="3921133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3" name="Freeform 790"/>
          <p:cNvSpPr>
            <a:spLocks noEditPoints="1"/>
          </p:cNvSpPr>
          <p:nvPr/>
        </p:nvSpPr>
        <p:spPr bwMode="auto">
          <a:xfrm>
            <a:off x="15023331" y="1243015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8 w 56"/>
              <a:gd name="T19" fmla="*/ 9 h 57"/>
              <a:gd name="T20" fmla="*/ 0 w 56"/>
              <a:gd name="T21" fmla="*/ 29 h 57"/>
              <a:gd name="T22" fmla="*/ 8 w 56"/>
              <a:gd name="T23" fmla="*/ 49 h 57"/>
              <a:gd name="T24" fmla="*/ 28 w 56"/>
              <a:gd name="T25" fmla="*/ 57 h 57"/>
              <a:gd name="T26" fmla="*/ 48 w 56"/>
              <a:gd name="T27" fmla="*/ 49 h 57"/>
              <a:gd name="T28" fmla="*/ 56 w 56"/>
              <a:gd name="T29" fmla="*/ 29 h 57"/>
              <a:gd name="T30" fmla="*/ 48 w 56"/>
              <a:gd name="T31" fmla="*/ 9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6"/>
                  <a:pt x="15" y="42"/>
                </a:cubicBezTo>
                <a:cubicBezTo>
                  <a:pt x="7" y="35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8" y="23"/>
                  <a:pt x="48" y="35"/>
                  <a:pt x="41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4" y="43"/>
                  <a:pt x="56" y="36"/>
                  <a:pt x="56" y="29"/>
                </a:cubicBezTo>
                <a:cubicBezTo>
                  <a:pt x="56" y="21"/>
                  <a:pt x="54" y="14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4" name="Freeform 791"/>
          <p:cNvSpPr>
            <a:spLocks noEditPoints="1"/>
          </p:cNvSpPr>
          <p:nvPr/>
        </p:nvSpPr>
        <p:spPr bwMode="auto">
          <a:xfrm>
            <a:off x="15005869" y="1225553"/>
            <a:ext cx="265113" cy="269876"/>
          </a:xfrm>
          <a:custGeom>
            <a:avLst/>
            <a:gdLst>
              <a:gd name="T0" fmla="*/ 12 w 64"/>
              <a:gd name="T1" fmla="*/ 13 h 65"/>
              <a:gd name="T2" fmla="*/ 32 w 64"/>
              <a:gd name="T3" fmla="*/ 4 h 65"/>
              <a:gd name="T4" fmla="*/ 52 w 64"/>
              <a:gd name="T5" fmla="*/ 13 h 65"/>
              <a:gd name="T6" fmla="*/ 60 w 64"/>
              <a:gd name="T7" fmla="*/ 33 h 65"/>
              <a:gd name="T8" fmla="*/ 52 w 64"/>
              <a:gd name="T9" fmla="*/ 53 h 65"/>
              <a:gd name="T10" fmla="*/ 32 w 64"/>
              <a:gd name="T11" fmla="*/ 61 h 65"/>
              <a:gd name="T12" fmla="*/ 12 w 64"/>
              <a:gd name="T13" fmla="*/ 53 h 65"/>
              <a:gd name="T14" fmla="*/ 4 w 64"/>
              <a:gd name="T15" fmla="*/ 33 h 65"/>
              <a:gd name="T16" fmla="*/ 12 w 64"/>
              <a:gd name="T17" fmla="*/ 13 h 65"/>
              <a:gd name="T18" fmla="*/ 12 w 64"/>
              <a:gd name="T19" fmla="*/ 13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10 h 65"/>
              <a:gd name="T26" fmla="*/ 9 w 64"/>
              <a:gd name="T27" fmla="*/ 10 h 65"/>
              <a:gd name="T28" fmla="*/ 0 w 64"/>
              <a:gd name="T29" fmla="*/ 28 h 65"/>
              <a:gd name="T30" fmla="*/ 0 w 64"/>
              <a:gd name="T31" fmla="*/ 32 h 65"/>
              <a:gd name="T32" fmla="*/ 0 w 64"/>
              <a:gd name="T33" fmla="*/ 33 h 65"/>
              <a:gd name="T34" fmla="*/ 9 w 64"/>
              <a:gd name="T35" fmla="*/ 56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6 h 65"/>
              <a:gd name="T42" fmla="*/ 64 w 64"/>
              <a:gd name="T43" fmla="*/ 33 h 65"/>
              <a:gd name="T44" fmla="*/ 55 w 64"/>
              <a:gd name="T45" fmla="*/ 10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3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8" y="18"/>
                  <a:pt x="60" y="25"/>
                  <a:pt x="60" y="33"/>
                </a:cubicBezTo>
                <a:cubicBezTo>
                  <a:pt x="60" y="40"/>
                  <a:pt x="58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4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4" y="15"/>
                  <a:pt x="1" y="21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32"/>
                  <a:pt x="0" y="33"/>
                  <a:pt x="0" y="33"/>
                </a:cubicBezTo>
                <a:cubicBezTo>
                  <a:pt x="0" y="41"/>
                  <a:pt x="3" y="49"/>
                  <a:pt x="9" y="56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6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4"/>
                  <a:pt x="61" y="16"/>
                  <a:pt x="55" y="10"/>
                </a:cubicBezTo>
                <a:cubicBezTo>
                  <a:pt x="49" y="4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5" name="Freeform 792"/>
          <p:cNvSpPr>
            <a:spLocks/>
          </p:cNvSpPr>
          <p:nvPr/>
        </p:nvSpPr>
        <p:spPr bwMode="auto">
          <a:xfrm>
            <a:off x="15051906" y="1284290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1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6" name="Freeform 793"/>
          <p:cNvSpPr>
            <a:spLocks noEditPoints="1"/>
          </p:cNvSpPr>
          <p:nvPr/>
        </p:nvSpPr>
        <p:spPr bwMode="auto">
          <a:xfrm>
            <a:off x="11210155" y="-1439865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9 w 57"/>
              <a:gd name="T19" fmla="*/ 8 h 56"/>
              <a:gd name="T20" fmla="*/ 0 w 57"/>
              <a:gd name="T21" fmla="*/ 28 h 56"/>
              <a:gd name="T22" fmla="*/ 9 w 57"/>
              <a:gd name="T23" fmla="*/ 48 h 56"/>
              <a:gd name="T24" fmla="*/ 29 w 57"/>
              <a:gd name="T25" fmla="*/ 56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7" name="Freeform 794"/>
          <p:cNvSpPr>
            <a:spLocks noEditPoints="1"/>
          </p:cNvSpPr>
          <p:nvPr/>
        </p:nvSpPr>
        <p:spPr bwMode="auto">
          <a:xfrm>
            <a:off x="11192693" y="-1455740"/>
            <a:ext cx="269875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4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3 w 65"/>
              <a:gd name="T33" fmla="*/ 64 h 64"/>
              <a:gd name="T34" fmla="*/ 33 w 65"/>
              <a:gd name="T35" fmla="*/ 64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9 h 64"/>
              <a:gd name="T42" fmla="*/ 37 w 65"/>
              <a:gd name="T43" fmla="*/ 0 h 64"/>
              <a:gd name="T44" fmla="*/ 33 w 65"/>
              <a:gd name="T45" fmla="*/ 0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5"/>
                  <a:pt x="0" y="24"/>
                  <a:pt x="0" y="32"/>
                </a:cubicBezTo>
                <a:cubicBezTo>
                  <a:pt x="0" y="40"/>
                  <a:pt x="4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50" y="4"/>
                  <a:pt x="44" y="1"/>
                  <a:pt x="37" y="0"/>
                </a:cubicBezTo>
                <a:cubicBezTo>
                  <a:pt x="36" y="0"/>
                  <a:pt x="34" y="0"/>
                  <a:pt x="33" y="0"/>
                </a:cubicBezTo>
                <a:cubicBezTo>
                  <a:pt x="33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8" name="Freeform 795"/>
          <p:cNvSpPr>
            <a:spLocks/>
          </p:cNvSpPr>
          <p:nvPr/>
        </p:nvSpPr>
        <p:spPr bwMode="auto">
          <a:xfrm>
            <a:off x="11241905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9" name="Freeform 796"/>
          <p:cNvSpPr>
            <a:spLocks noEditPoints="1"/>
          </p:cNvSpPr>
          <p:nvPr/>
        </p:nvSpPr>
        <p:spPr bwMode="auto">
          <a:xfrm>
            <a:off x="11022830" y="363539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7 w 57"/>
              <a:gd name="T19" fmla="*/ 7 h 57"/>
              <a:gd name="T20" fmla="*/ 8 w 57"/>
              <a:gd name="T21" fmla="*/ 9 h 57"/>
              <a:gd name="T22" fmla="*/ 0 w 57"/>
              <a:gd name="T23" fmla="*/ 29 h 57"/>
              <a:gd name="T24" fmla="*/ 8 w 57"/>
              <a:gd name="T25" fmla="*/ 49 h 57"/>
              <a:gd name="T26" fmla="*/ 28 w 57"/>
              <a:gd name="T27" fmla="*/ 57 h 57"/>
              <a:gd name="T28" fmla="*/ 49 w 57"/>
              <a:gd name="T29" fmla="*/ 49 h 57"/>
              <a:gd name="T30" fmla="*/ 57 w 57"/>
              <a:gd name="T31" fmla="*/ 29 h 57"/>
              <a:gd name="T32" fmla="*/ 49 w 57"/>
              <a:gd name="T33" fmla="*/ 9 h 57"/>
              <a:gd name="T34" fmla="*/ 28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7" y="7"/>
                  <a:pt x="7" y="7"/>
                  <a:pt x="7" y="7"/>
                </a:cubicBezTo>
                <a:cubicBezTo>
                  <a:pt x="8" y="9"/>
                  <a:pt x="8" y="9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0" name="Freeform 797"/>
          <p:cNvSpPr>
            <a:spLocks noEditPoints="1"/>
          </p:cNvSpPr>
          <p:nvPr/>
        </p:nvSpPr>
        <p:spPr bwMode="auto">
          <a:xfrm>
            <a:off x="11006955" y="347663"/>
            <a:ext cx="268288" cy="269876"/>
          </a:xfrm>
          <a:custGeom>
            <a:avLst/>
            <a:gdLst>
              <a:gd name="T0" fmla="*/ 12 w 65"/>
              <a:gd name="T1" fmla="*/ 13 h 65"/>
              <a:gd name="T2" fmla="*/ 32 w 65"/>
              <a:gd name="T3" fmla="*/ 4 h 65"/>
              <a:gd name="T4" fmla="*/ 53 w 65"/>
              <a:gd name="T5" fmla="*/ 13 h 65"/>
              <a:gd name="T6" fmla="*/ 61 w 65"/>
              <a:gd name="T7" fmla="*/ 33 h 65"/>
              <a:gd name="T8" fmla="*/ 53 w 65"/>
              <a:gd name="T9" fmla="*/ 53 h 65"/>
              <a:gd name="T10" fmla="*/ 32 w 65"/>
              <a:gd name="T11" fmla="*/ 61 h 65"/>
              <a:gd name="T12" fmla="*/ 12 w 65"/>
              <a:gd name="T13" fmla="*/ 53 h 65"/>
              <a:gd name="T14" fmla="*/ 4 w 65"/>
              <a:gd name="T15" fmla="*/ 33 h 65"/>
              <a:gd name="T16" fmla="*/ 12 w 65"/>
              <a:gd name="T17" fmla="*/ 13 h 65"/>
              <a:gd name="T18" fmla="*/ 11 w 65"/>
              <a:gd name="T19" fmla="*/ 11 h 65"/>
              <a:gd name="T20" fmla="*/ 12 w 65"/>
              <a:gd name="T21" fmla="*/ 13 h 65"/>
              <a:gd name="T22" fmla="*/ 32 w 65"/>
              <a:gd name="T23" fmla="*/ 0 h 65"/>
              <a:gd name="T24" fmla="*/ 32 w 65"/>
              <a:gd name="T25" fmla="*/ 0 h 65"/>
              <a:gd name="T26" fmla="*/ 10 w 65"/>
              <a:gd name="T27" fmla="*/ 10 h 65"/>
              <a:gd name="T28" fmla="*/ 10 w 65"/>
              <a:gd name="T29" fmla="*/ 10 h 65"/>
              <a:gd name="T30" fmla="*/ 7 w 65"/>
              <a:gd name="T31" fmla="*/ 13 h 65"/>
              <a:gd name="T32" fmla="*/ 5 w 65"/>
              <a:gd name="T33" fmla="*/ 16 h 65"/>
              <a:gd name="T34" fmla="*/ 0 w 65"/>
              <a:gd name="T35" fmla="*/ 33 h 65"/>
              <a:gd name="T36" fmla="*/ 10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2" y="13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1" y="11"/>
                  <a:pt x="11" y="11"/>
                  <a:pt x="11" y="11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9" y="11"/>
                  <a:pt x="8" y="12"/>
                  <a:pt x="7" y="13"/>
                </a:cubicBezTo>
                <a:cubicBezTo>
                  <a:pt x="6" y="14"/>
                  <a:pt x="5" y="15"/>
                  <a:pt x="5" y="16"/>
                </a:cubicBezTo>
                <a:cubicBezTo>
                  <a:pt x="2" y="21"/>
                  <a:pt x="0" y="27"/>
                  <a:pt x="0" y="33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1" name="Freeform 798"/>
          <p:cNvSpPr>
            <a:spLocks/>
          </p:cNvSpPr>
          <p:nvPr/>
        </p:nvSpPr>
        <p:spPr bwMode="auto">
          <a:xfrm>
            <a:off x="11056168" y="404814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2" name="Freeform 799"/>
          <p:cNvSpPr>
            <a:spLocks/>
          </p:cNvSpPr>
          <p:nvPr/>
        </p:nvSpPr>
        <p:spPr bwMode="auto">
          <a:xfrm>
            <a:off x="9571855" y="2270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3" name="Freeform 800"/>
          <p:cNvSpPr>
            <a:spLocks noEditPoints="1"/>
          </p:cNvSpPr>
          <p:nvPr/>
        </p:nvSpPr>
        <p:spPr bwMode="auto">
          <a:xfrm>
            <a:off x="9555980" y="2111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4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4" name="Freeform 801"/>
          <p:cNvSpPr>
            <a:spLocks/>
          </p:cNvSpPr>
          <p:nvPr/>
        </p:nvSpPr>
        <p:spPr bwMode="auto">
          <a:xfrm>
            <a:off x="9803630" y="458789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5" name="Freeform 802"/>
          <p:cNvSpPr>
            <a:spLocks noEditPoints="1"/>
          </p:cNvSpPr>
          <p:nvPr/>
        </p:nvSpPr>
        <p:spPr bwMode="auto">
          <a:xfrm>
            <a:off x="9787755" y="442914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5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5 h 42"/>
              <a:gd name="T40" fmla="*/ 42 w 42"/>
              <a:gd name="T41" fmla="*/ 24 h 42"/>
              <a:gd name="T42" fmla="*/ 42 w 42"/>
              <a:gd name="T43" fmla="*/ 21 h 42"/>
              <a:gd name="T44" fmla="*/ 42 w 42"/>
              <a:gd name="T45" fmla="*/ 20 h 42"/>
              <a:gd name="T46" fmla="*/ 36 w 42"/>
              <a:gd name="T47" fmla="*/ 6 h 42"/>
              <a:gd name="T48" fmla="*/ 21 w 42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5"/>
                </a:cubicBezTo>
                <a:cubicBezTo>
                  <a:pt x="39" y="32"/>
                  <a:pt x="41" y="28"/>
                  <a:pt x="42" y="24"/>
                </a:cubicBezTo>
                <a:cubicBezTo>
                  <a:pt x="42" y="23"/>
                  <a:pt x="42" y="22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41" y="15"/>
                  <a:pt x="39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6" name="Freeform 803"/>
          <p:cNvSpPr>
            <a:spLocks/>
          </p:cNvSpPr>
          <p:nvPr/>
        </p:nvSpPr>
        <p:spPr bwMode="auto">
          <a:xfrm>
            <a:off x="11035530" y="-222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7" name="Freeform 804"/>
          <p:cNvSpPr>
            <a:spLocks noEditPoints="1"/>
          </p:cNvSpPr>
          <p:nvPr/>
        </p:nvSpPr>
        <p:spPr bwMode="auto">
          <a:xfrm>
            <a:off x="11018068" y="-3810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9 w 42"/>
              <a:gd name="T25" fmla="*/ 4 h 42"/>
              <a:gd name="T26" fmla="*/ 6 w 42"/>
              <a:gd name="T27" fmla="*/ 6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8" name="Freeform 805"/>
          <p:cNvSpPr>
            <a:spLocks/>
          </p:cNvSpPr>
          <p:nvPr/>
        </p:nvSpPr>
        <p:spPr bwMode="auto">
          <a:xfrm>
            <a:off x="10168755" y="119063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9" name="Freeform 806"/>
          <p:cNvSpPr>
            <a:spLocks noEditPoints="1"/>
          </p:cNvSpPr>
          <p:nvPr/>
        </p:nvSpPr>
        <p:spPr bwMode="auto">
          <a:xfrm>
            <a:off x="10152880" y="103188"/>
            <a:ext cx="169863" cy="173038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6 w 41"/>
              <a:gd name="T29" fmla="*/ 6 h 42"/>
              <a:gd name="T30" fmla="*/ 6 w 41"/>
              <a:gd name="T31" fmla="*/ 6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5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5 h 42"/>
              <a:gd name="T44" fmla="*/ 41 w 41"/>
              <a:gd name="T45" fmla="*/ 21 h 42"/>
              <a:gd name="T46" fmla="*/ 35 w 41"/>
              <a:gd name="T47" fmla="*/ 6 h 42"/>
              <a:gd name="T48" fmla="*/ 26 w 41"/>
              <a:gd name="T49" fmla="*/ 1 h 42"/>
              <a:gd name="T50" fmla="*/ 22 w 41"/>
              <a:gd name="T51" fmla="*/ 0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3" y="4"/>
                  <a:pt x="29" y="2"/>
                  <a:pt x="26" y="1"/>
                </a:cubicBezTo>
                <a:cubicBezTo>
                  <a:pt x="25" y="1"/>
                  <a:pt x="23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0" name="Freeform 807"/>
          <p:cNvSpPr>
            <a:spLocks/>
          </p:cNvSpPr>
          <p:nvPr/>
        </p:nvSpPr>
        <p:spPr bwMode="auto">
          <a:xfrm>
            <a:off x="9911580" y="-152241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6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6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1" name="Freeform 808"/>
          <p:cNvSpPr>
            <a:spLocks noEditPoints="1"/>
          </p:cNvSpPr>
          <p:nvPr/>
        </p:nvSpPr>
        <p:spPr bwMode="auto">
          <a:xfrm>
            <a:off x="9895705" y="-1538290"/>
            <a:ext cx="169863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0 w 41"/>
              <a:gd name="T23" fmla="*/ 0 h 42"/>
              <a:gd name="T24" fmla="*/ 20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5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5 h 42"/>
              <a:gd name="T40" fmla="*/ 41 w 41"/>
              <a:gd name="T41" fmla="*/ 21 h 42"/>
              <a:gd name="T42" fmla="*/ 35 w 41"/>
              <a:gd name="T43" fmla="*/ 6 h 42"/>
              <a:gd name="T44" fmla="*/ 25 w 41"/>
              <a:gd name="T45" fmla="*/ 1 h 42"/>
              <a:gd name="T46" fmla="*/ 21 w 41"/>
              <a:gd name="T47" fmla="*/ 0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2" y="3"/>
                  <a:pt x="28" y="1"/>
                  <a:pt x="25" y="1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2" name="Freeform 809"/>
          <p:cNvSpPr>
            <a:spLocks/>
          </p:cNvSpPr>
          <p:nvPr/>
        </p:nvSpPr>
        <p:spPr bwMode="auto">
          <a:xfrm>
            <a:off x="10132242" y="-251301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6 h 33"/>
              <a:gd name="T10" fmla="*/ 5 w 33"/>
              <a:gd name="T11" fmla="*/ 28 h 33"/>
              <a:gd name="T12" fmla="*/ 16 w 33"/>
              <a:gd name="T13" fmla="*/ 33 h 33"/>
              <a:gd name="T14" fmla="*/ 28 w 33"/>
              <a:gd name="T15" fmla="*/ 28 h 33"/>
              <a:gd name="T16" fmla="*/ 33 w 33"/>
              <a:gd name="T17" fmla="*/ 16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3" name="Freeform 810"/>
          <p:cNvSpPr>
            <a:spLocks noEditPoints="1"/>
          </p:cNvSpPr>
          <p:nvPr/>
        </p:nvSpPr>
        <p:spPr bwMode="auto">
          <a:xfrm>
            <a:off x="10114780" y="-2530479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0 h 41"/>
              <a:gd name="T32" fmla="*/ 4 w 41"/>
              <a:gd name="T33" fmla="*/ 33 h 41"/>
              <a:gd name="T34" fmla="*/ 6 w 41"/>
              <a:gd name="T35" fmla="*/ 35 h 41"/>
              <a:gd name="T36" fmla="*/ 7 w 41"/>
              <a:gd name="T37" fmla="*/ 36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6 w 41"/>
              <a:gd name="T47" fmla="*/ 7 h 41"/>
              <a:gd name="T48" fmla="*/ 35 w 41"/>
              <a:gd name="T49" fmla="*/ 6 h 41"/>
              <a:gd name="T50" fmla="*/ 33 w 41"/>
              <a:gd name="T51" fmla="*/ 4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4"/>
                  <a:pt x="5" y="34"/>
                  <a:pt x="6" y="35"/>
                </a:cubicBezTo>
                <a:cubicBezTo>
                  <a:pt x="6" y="35"/>
                  <a:pt x="6" y="36"/>
                  <a:pt x="7" y="36"/>
                </a:cubicBezTo>
                <a:cubicBezTo>
                  <a:pt x="11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4" name="Freeform 813"/>
          <p:cNvSpPr>
            <a:spLocks/>
          </p:cNvSpPr>
          <p:nvPr/>
        </p:nvSpPr>
        <p:spPr bwMode="auto">
          <a:xfrm>
            <a:off x="12942118" y="-3155956"/>
            <a:ext cx="2305051" cy="2001841"/>
          </a:xfrm>
          <a:custGeom>
            <a:avLst/>
            <a:gdLst>
              <a:gd name="T0" fmla="*/ 553 w 556"/>
              <a:gd name="T1" fmla="*/ 0 h 483"/>
              <a:gd name="T2" fmla="*/ 73 w 556"/>
              <a:gd name="T3" fmla="*/ 479 h 483"/>
              <a:gd name="T4" fmla="*/ 26 w 556"/>
              <a:gd name="T5" fmla="*/ 478 h 483"/>
              <a:gd name="T6" fmla="*/ 3 w 556"/>
              <a:gd name="T7" fmla="*/ 455 h 483"/>
              <a:gd name="T8" fmla="*/ 0 w 556"/>
              <a:gd name="T9" fmla="*/ 458 h 483"/>
              <a:gd name="T10" fmla="*/ 24 w 556"/>
              <a:gd name="T11" fmla="*/ 482 h 483"/>
              <a:gd name="T12" fmla="*/ 75 w 556"/>
              <a:gd name="T13" fmla="*/ 483 h 483"/>
              <a:gd name="T14" fmla="*/ 556 w 556"/>
              <a:gd name="T15" fmla="*/ 2 h 483"/>
              <a:gd name="T16" fmla="*/ 553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553" y="0"/>
                </a:moveTo>
                <a:cubicBezTo>
                  <a:pt x="73" y="479"/>
                  <a:pt x="73" y="479"/>
                  <a:pt x="73" y="479"/>
                </a:cubicBezTo>
                <a:cubicBezTo>
                  <a:pt x="26" y="478"/>
                  <a:pt x="26" y="478"/>
                  <a:pt x="26" y="478"/>
                </a:cubicBezTo>
                <a:cubicBezTo>
                  <a:pt x="3" y="455"/>
                  <a:pt x="3" y="455"/>
                  <a:pt x="3" y="455"/>
                </a:cubicBezTo>
                <a:cubicBezTo>
                  <a:pt x="2" y="456"/>
                  <a:pt x="1" y="457"/>
                  <a:pt x="0" y="458"/>
                </a:cubicBezTo>
                <a:cubicBezTo>
                  <a:pt x="24" y="482"/>
                  <a:pt x="24" y="482"/>
                  <a:pt x="24" y="482"/>
                </a:cubicBezTo>
                <a:cubicBezTo>
                  <a:pt x="75" y="483"/>
                  <a:pt x="75" y="483"/>
                  <a:pt x="75" y="483"/>
                </a:cubicBezTo>
                <a:cubicBezTo>
                  <a:pt x="556" y="2"/>
                  <a:pt x="556" y="2"/>
                  <a:pt x="556" y="2"/>
                </a:cubicBezTo>
                <a:cubicBezTo>
                  <a:pt x="553" y="0"/>
                  <a:pt x="553" y="0"/>
                  <a:pt x="5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5" name="Freeform 814"/>
          <p:cNvSpPr>
            <a:spLocks noEditPoints="1"/>
          </p:cNvSpPr>
          <p:nvPr/>
        </p:nvSpPr>
        <p:spPr bwMode="auto">
          <a:xfrm>
            <a:off x="12361093" y="-3387731"/>
            <a:ext cx="1193800" cy="1425578"/>
          </a:xfrm>
          <a:custGeom>
            <a:avLst/>
            <a:gdLst>
              <a:gd name="T0" fmla="*/ 32 w 288"/>
              <a:gd name="T1" fmla="*/ 253 h 344"/>
              <a:gd name="T2" fmla="*/ 0 w 288"/>
              <a:gd name="T3" fmla="*/ 285 h 344"/>
              <a:gd name="T4" fmla="*/ 0 w 288"/>
              <a:gd name="T5" fmla="*/ 344 h 344"/>
              <a:gd name="T6" fmla="*/ 2 w 288"/>
              <a:gd name="T7" fmla="*/ 344 h 344"/>
              <a:gd name="T8" fmla="*/ 2 w 288"/>
              <a:gd name="T9" fmla="*/ 344 h 344"/>
              <a:gd name="T10" fmla="*/ 4 w 288"/>
              <a:gd name="T11" fmla="*/ 344 h 344"/>
              <a:gd name="T12" fmla="*/ 4 w 288"/>
              <a:gd name="T13" fmla="*/ 286 h 344"/>
              <a:gd name="T14" fmla="*/ 34 w 288"/>
              <a:gd name="T15" fmla="*/ 256 h 344"/>
              <a:gd name="T16" fmla="*/ 33 w 288"/>
              <a:gd name="T17" fmla="*/ 255 h 344"/>
              <a:gd name="T18" fmla="*/ 32 w 288"/>
              <a:gd name="T19" fmla="*/ 253 h 344"/>
              <a:gd name="T20" fmla="*/ 285 w 288"/>
              <a:gd name="T21" fmla="*/ 0 h 344"/>
              <a:gd name="T22" fmla="*/ 285 w 288"/>
              <a:gd name="T23" fmla="*/ 0 h 344"/>
              <a:gd name="T24" fmla="*/ 77 w 288"/>
              <a:gd name="T25" fmla="*/ 207 h 344"/>
              <a:gd name="T26" fmla="*/ 79 w 288"/>
              <a:gd name="T27" fmla="*/ 209 h 344"/>
              <a:gd name="T28" fmla="*/ 80 w 288"/>
              <a:gd name="T29" fmla="*/ 210 h 344"/>
              <a:gd name="T30" fmla="*/ 288 w 288"/>
              <a:gd name="T31" fmla="*/ 2 h 344"/>
              <a:gd name="T32" fmla="*/ 285 w 288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8" h="344">
                <a:moveTo>
                  <a:pt x="32" y="253"/>
                </a:moveTo>
                <a:cubicBezTo>
                  <a:pt x="0" y="285"/>
                  <a:pt x="0" y="285"/>
                  <a:pt x="0" y="285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4"/>
                  <a:pt x="2" y="344"/>
                  <a:pt x="2" y="344"/>
                </a:cubicBezTo>
                <a:cubicBezTo>
                  <a:pt x="2" y="344"/>
                  <a:pt x="2" y="344"/>
                  <a:pt x="2" y="344"/>
                </a:cubicBezTo>
                <a:cubicBezTo>
                  <a:pt x="3" y="344"/>
                  <a:pt x="4" y="344"/>
                  <a:pt x="4" y="344"/>
                </a:cubicBezTo>
                <a:cubicBezTo>
                  <a:pt x="4" y="286"/>
                  <a:pt x="4" y="286"/>
                  <a:pt x="4" y="286"/>
                </a:cubicBezTo>
                <a:cubicBezTo>
                  <a:pt x="34" y="256"/>
                  <a:pt x="34" y="256"/>
                  <a:pt x="34" y="256"/>
                </a:cubicBezTo>
                <a:cubicBezTo>
                  <a:pt x="34" y="256"/>
                  <a:pt x="34" y="255"/>
                  <a:pt x="33" y="255"/>
                </a:cubicBezTo>
                <a:cubicBezTo>
                  <a:pt x="33" y="254"/>
                  <a:pt x="32" y="254"/>
                  <a:pt x="32" y="253"/>
                </a:cubicBezTo>
                <a:moveTo>
                  <a:pt x="285" y="0"/>
                </a:moveTo>
                <a:cubicBezTo>
                  <a:pt x="285" y="0"/>
                  <a:pt x="285" y="0"/>
                  <a:pt x="285" y="0"/>
                </a:cubicBezTo>
                <a:cubicBezTo>
                  <a:pt x="77" y="207"/>
                  <a:pt x="77" y="207"/>
                  <a:pt x="77" y="207"/>
                </a:cubicBezTo>
                <a:cubicBezTo>
                  <a:pt x="78" y="208"/>
                  <a:pt x="78" y="209"/>
                  <a:pt x="79" y="209"/>
                </a:cubicBezTo>
                <a:cubicBezTo>
                  <a:pt x="79" y="210"/>
                  <a:pt x="80" y="210"/>
                  <a:pt x="80" y="210"/>
                </a:cubicBezTo>
                <a:cubicBezTo>
                  <a:pt x="288" y="2"/>
                  <a:pt x="288" y="2"/>
                  <a:pt x="288" y="2"/>
                </a:cubicBezTo>
                <a:cubicBezTo>
                  <a:pt x="285" y="0"/>
                  <a:pt x="285" y="0"/>
                  <a:pt x="28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6" name="Freeform 815"/>
          <p:cNvSpPr>
            <a:spLocks/>
          </p:cNvSpPr>
          <p:nvPr/>
        </p:nvSpPr>
        <p:spPr bwMode="auto">
          <a:xfrm>
            <a:off x="13199293" y="-3832232"/>
            <a:ext cx="2570163" cy="2500317"/>
          </a:xfrm>
          <a:custGeom>
            <a:avLst/>
            <a:gdLst>
              <a:gd name="T0" fmla="*/ 617 w 620"/>
              <a:gd name="T1" fmla="*/ 0 h 603"/>
              <a:gd name="T2" fmla="*/ 17 w 620"/>
              <a:gd name="T3" fmla="*/ 599 h 603"/>
              <a:gd name="T4" fmla="*/ 0 w 620"/>
              <a:gd name="T5" fmla="*/ 599 h 603"/>
              <a:gd name="T6" fmla="*/ 2 w 620"/>
              <a:gd name="T7" fmla="*/ 603 h 603"/>
              <a:gd name="T8" fmla="*/ 19 w 620"/>
              <a:gd name="T9" fmla="*/ 603 h 603"/>
              <a:gd name="T10" fmla="*/ 620 w 620"/>
              <a:gd name="T11" fmla="*/ 3 h 603"/>
              <a:gd name="T12" fmla="*/ 617 w 620"/>
              <a:gd name="T13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0" h="603">
                <a:moveTo>
                  <a:pt x="617" y="0"/>
                </a:moveTo>
                <a:cubicBezTo>
                  <a:pt x="17" y="599"/>
                  <a:pt x="17" y="599"/>
                  <a:pt x="17" y="599"/>
                </a:cubicBezTo>
                <a:cubicBezTo>
                  <a:pt x="0" y="599"/>
                  <a:pt x="0" y="599"/>
                  <a:pt x="0" y="599"/>
                </a:cubicBezTo>
                <a:cubicBezTo>
                  <a:pt x="1" y="600"/>
                  <a:pt x="1" y="602"/>
                  <a:pt x="2" y="603"/>
                </a:cubicBezTo>
                <a:cubicBezTo>
                  <a:pt x="19" y="603"/>
                  <a:pt x="19" y="603"/>
                  <a:pt x="19" y="603"/>
                </a:cubicBezTo>
                <a:cubicBezTo>
                  <a:pt x="620" y="3"/>
                  <a:pt x="620" y="3"/>
                  <a:pt x="620" y="3"/>
                </a:cubicBezTo>
                <a:cubicBezTo>
                  <a:pt x="617" y="0"/>
                  <a:pt x="617" y="0"/>
                  <a:pt x="6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7" name="Freeform 816"/>
          <p:cNvSpPr>
            <a:spLocks/>
          </p:cNvSpPr>
          <p:nvPr/>
        </p:nvSpPr>
        <p:spPr bwMode="auto">
          <a:xfrm>
            <a:off x="12303943" y="-1944691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8" name="Freeform 817"/>
          <p:cNvSpPr>
            <a:spLocks noEditPoints="1"/>
          </p:cNvSpPr>
          <p:nvPr/>
        </p:nvSpPr>
        <p:spPr bwMode="auto">
          <a:xfrm>
            <a:off x="12286481" y="-1962153"/>
            <a:ext cx="169863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8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6 h 42"/>
              <a:gd name="T44" fmla="*/ 22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3"/>
                  <a:pt x="27" y="1"/>
                  <a:pt x="22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9" name="Freeform 818"/>
          <p:cNvSpPr>
            <a:spLocks/>
          </p:cNvSpPr>
          <p:nvPr/>
        </p:nvSpPr>
        <p:spPr bwMode="auto">
          <a:xfrm>
            <a:off x="11354618" y="-995364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0" name="Freeform 819"/>
          <p:cNvSpPr>
            <a:spLocks noEditPoints="1"/>
          </p:cNvSpPr>
          <p:nvPr/>
        </p:nvSpPr>
        <p:spPr bwMode="auto">
          <a:xfrm>
            <a:off x="11337155" y="-1012827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6 w 41"/>
              <a:gd name="T25" fmla="*/ 1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7 h 42"/>
              <a:gd name="T44" fmla="*/ 20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1"/>
                  <a:pt x="16" y="1"/>
                </a:cubicBezTo>
                <a:cubicBezTo>
                  <a:pt x="12" y="2"/>
                  <a:pt x="9" y="4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6" y="0"/>
                  <a:pt x="20" y="0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1" name="Freeform 820"/>
          <p:cNvSpPr>
            <a:spLocks/>
          </p:cNvSpPr>
          <p:nvPr/>
        </p:nvSpPr>
        <p:spPr bwMode="auto">
          <a:xfrm>
            <a:off x="12034068" y="-663576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2" name="Freeform 821"/>
          <p:cNvSpPr>
            <a:spLocks noEditPoints="1"/>
          </p:cNvSpPr>
          <p:nvPr/>
        </p:nvSpPr>
        <p:spPr bwMode="auto">
          <a:xfrm>
            <a:off x="12018193" y="-6810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20 w 41"/>
              <a:gd name="T25" fmla="*/ 0 h 41"/>
              <a:gd name="T26" fmla="*/ 16 w 41"/>
              <a:gd name="T27" fmla="*/ 0 h 41"/>
              <a:gd name="T28" fmla="*/ 6 w 41"/>
              <a:gd name="T29" fmla="*/ 6 h 41"/>
              <a:gd name="T30" fmla="*/ 6 w 41"/>
              <a:gd name="T31" fmla="*/ 6 h 41"/>
              <a:gd name="T32" fmla="*/ 0 w 41"/>
              <a:gd name="T33" fmla="*/ 20 h 41"/>
              <a:gd name="T34" fmla="*/ 6 w 41"/>
              <a:gd name="T35" fmla="*/ 35 h 41"/>
              <a:gd name="T36" fmla="*/ 16 w 41"/>
              <a:gd name="T37" fmla="*/ 40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7" y="0"/>
                  <a:pt x="16" y="0"/>
                </a:cubicBezTo>
                <a:cubicBezTo>
                  <a:pt x="12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0"/>
                </a:cubicBezTo>
                <a:cubicBezTo>
                  <a:pt x="17" y="41"/>
                  <a:pt x="18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3" name="Freeform 822"/>
          <p:cNvSpPr>
            <a:spLocks/>
          </p:cNvSpPr>
          <p:nvPr/>
        </p:nvSpPr>
        <p:spPr bwMode="auto">
          <a:xfrm>
            <a:off x="11784830" y="2143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4" name="Freeform 823"/>
          <p:cNvSpPr>
            <a:spLocks noEditPoints="1"/>
          </p:cNvSpPr>
          <p:nvPr/>
        </p:nvSpPr>
        <p:spPr bwMode="auto">
          <a:xfrm>
            <a:off x="11768955" y="19843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9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19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3 w 42"/>
              <a:gd name="T41" fmla="*/ 41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3 w 42"/>
              <a:gd name="T49" fmla="*/ 0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cubicBezTo>
                  <a:pt x="17" y="37"/>
                  <a:pt x="13" y="36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9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2" y="41"/>
                  <a:pt x="23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5" name="Freeform 824"/>
          <p:cNvSpPr>
            <a:spLocks/>
          </p:cNvSpPr>
          <p:nvPr/>
        </p:nvSpPr>
        <p:spPr bwMode="auto">
          <a:xfrm>
            <a:off x="10649768" y="1139827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6" name="Freeform 825"/>
          <p:cNvSpPr>
            <a:spLocks noEditPoints="1"/>
          </p:cNvSpPr>
          <p:nvPr/>
        </p:nvSpPr>
        <p:spPr bwMode="auto">
          <a:xfrm>
            <a:off x="10633893" y="1122365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7" name="Freeform 826"/>
          <p:cNvSpPr>
            <a:spLocks/>
          </p:cNvSpPr>
          <p:nvPr/>
        </p:nvSpPr>
        <p:spPr bwMode="auto">
          <a:xfrm>
            <a:off x="13053243" y="-1381127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8" name="Freeform 827"/>
          <p:cNvSpPr>
            <a:spLocks noEditPoints="1"/>
          </p:cNvSpPr>
          <p:nvPr/>
        </p:nvSpPr>
        <p:spPr bwMode="auto">
          <a:xfrm>
            <a:off x="13037368" y="-139859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41 w 41"/>
              <a:gd name="T41" fmla="*/ 16 h 41"/>
              <a:gd name="T42" fmla="*/ 39 w 41"/>
              <a:gd name="T43" fmla="*/ 12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9"/>
                  <a:pt x="41" y="18"/>
                  <a:pt x="41" y="16"/>
                </a:cubicBezTo>
                <a:cubicBezTo>
                  <a:pt x="40" y="15"/>
                  <a:pt x="40" y="13"/>
                  <a:pt x="39" y="12"/>
                </a:cubicBezTo>
                <a:cubicBezTo>
                  <a:pt x="38" y="10"/>
                  <a:pt x="37" y="8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9" name="Freeform 828"/>
          <p:cNvSpPr>
            <a:spLocks/>
          </p:cNvSpPr>
          <p:nvPr/>
        </p:nvSpPr>
        <p:spPr bwMode="auto">
          <a:xfrm>
            <a:off x="14812194" y="-106680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0" name="Freeform 829"/>
          <p:cNvSpPr>
            <a:spLocks noEditPoints="1"/>
          </p:cNvSpPr>
          <p:nvPr/>
        </p:nvSpPr>
        <p:spPr bwMode="auto">
          <a:xfrm>
            <a:off x="14794731" y="-10826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1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3 w 41"/>
              <a:gd name="T33" fmla="*/ 32 h 41"/>
              <a:gd name="T34" fmla="*/ 6 w 41"/>
              <a:gd name="T35" fmla="*/ 35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35 w 41"/>
              <a:gd name="T47" fmla="*/ 6 h 41"/>
              <a:gd name="T48" fmla="*/ 35 w 41"/>
              <a:gd name="T49" fmla="*/ 6 h 41"/>
              <a:gd name="T50" fmla="*/ 32 w 41"/>
              <a:gd name="T51" fmla="*/ 4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1" name="Freeform 830"/>
          <p:cNvSpPr>
            <a:spLocks/>
          </p:cNvSpPr>
          <p:nvPr/>
        </p:nvSpPr>
        <p:spPr bwMode="auto">
          <a:xfrm>
            <a:off x="13650144" y="-1282702"/>
            <a:ext cx="138113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2" name="Freeform 831"/>
          <p:cNvSpPr>
            <a:spLocks noEditPoints="1"/>
          </p:cNvSpPr>
          <p:nvPr/>
        </p:nvSpPr>
        <p:spPr bwMode="auto">
          <a:xfrm>
            <a:off x="13634269" y="-12985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1 h 41"/>
              <a:gd name="T32" fmla="*/ 5 w 41"/>
              <a:gd name="T33" fmla="*/ 34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4 w 41"/>
              <a:gd name="T47" fmla="*/ 5 h 41"/>
              <a:gd name="T48" fmla="*/ 31 w 41"/>
              <a:gd name="T49" fmla="*/ 3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4"/>
                  <a:pt x="1" y="28"/>
                  <a:pt x="3" y="31"/>
                </a:cubicBezTo>
                <a:cubicBezTo>
                  <a:pt x="3" y="32"/>
                  <a:pt x="4" y="33"/>
                  <a:pt x="5" y="34"/>
                </a:cubicBezTo>
                <a:cubicBezTo>
                  <a:pt x="5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4"/>
                  <a:pt x="32" y="4"/>
                  <a:pt x="31" y="3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3" name="Freeform 832"/>
          <p:cNvSpPr>
            <a:spLocks/>
          </p:cNvSpPr>
          <p:nvPr/>
        </p:nvSpPr>
        <p:spPr bwMode="auto">
          <a:xfrm>
            <a:off x="12291243" y="6777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4" name="Freeform 833"/>
          <p:cNvSpPr>
            <a:spLocks noEditPoints="1"/>
          </p:cNvSpPr>
          <p:nvPr/>
        </p:nvSpPr>
        <p:spPr bwMode="auto">
          <a:xfrm>
            <a:off x="12275368" y="676117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2 h 41"/>
              <a:gd name="T32" fmla="*/ 6 w 41"/>
              <a:gd name="T33" fmla="*/ 35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32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5" name="Freeform 834"/>
          <p:cNvSpPr>
            <a:spLocks/>
          </p:cNvSpPr>
          <p:nvPr/>
        </p:nvSpPr>
        <p:spPr bwMode="auto">
          <a:xfrm>
            <a:off x="12813531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1 w 41"/>
              <a:gd name="T9" fmla="*/ 35 h 38"/>
              <a:gd name="T10" fmla="*/ 34 w 41"/>
              <a:gd name="T11" fmla="*/ 32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4" y="38"/>
                  <a:pt x="28" y="37"/>
                  <a:pt x="31" y="35"/>
                </a:cubicBezTo>
                <a:cubicBezTo>
                  <a:pt x="32" y="34"/>
                  <a:pt x="33" y="33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6" name="Freeform 835"/>
          <p:cNvSpPr>
            <a:spLocks/>
          </p:cNvSpPr>
          <p:nvPr/>
        </p:nvSpPr>
        <p:spPr bwMode="auto">
          <a:xfrm>
            <a:off x="13646969" y="229235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34 w 41"/>
              <a:gd name="T13" fmla="*/ 6 h 38"/>
              <a:gd name="T14" fmla="*/ 32 w 41"/>
              <a:gd name="T15" fmla="*/ 4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34" y="6"/>
                  <a:pt x="34" y="6"/>
                  <a:pt x="34" y="6"/>
                </a:cubicBezTo>
                <a:cubicBezTo>
                  <a:pt x="33" y="5"/>
                  <a:pt x="32" y="5"/>
                  <a:pt x="32" y="4"/>
                </a:cubicBezTo>
                <a:cubicBezTo>
                  <a:pt x="28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7" name="Freeform 836"/>
          <p:cNvSpPr>
            <a:spLocks/>
          </p:cNvSpPr>
          <p:nvPr/>
        </p:nvSpPr>
        <p:spPr bwMode="auto">
          <a:xfrm>
            <a:off x="14069244" y="295116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3 h 37"/>
              <a:gd name="T14" fmla="*/ 28 w 41"/>
              <a:gd name="T15" fmla="*/ 1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4"/>
                  <a:pt x="32" y="3"/>
                </a:cubicBezTo>
                <a:cubicBezTo>
                  <a:pt x="30" y="3"/>
                  <a:pt x="29" y="2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8" name="Freeform 837"/>
          <p:cNvSpPr>
            <a:spLocks/>
          </p:cNvSpPr>
          <p:nvPr/>
        </p:nvSpPr>
        <p:spPr bwMode="auto">
          <a:xfrm>
            <a:off x="12792893" y="2208217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14 w 41"/>
              <a:gd name="T7" fmla="*/ 37 h 38"/>
              <a:gd name="T8" fmla="*/ 18 w 41"/>
              <a:gd name="T9" fmla="*/ 38 h 38"/>
              <a:gd name="T10" fmla="*/ 20 w 41"/>
              <a:gd name="T11" fmla="*/ 38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9" y="34"/>
                  <a:pt x="12" y="36"/>
                  <a:pt x="14" y="37"/>
                </a:cubicBezTo>
                <a:cubicBezTo>
                  <a:pt x="16" y="37"/>
                  <a:pt x="17" y="38"/>
                  <a:pt x="18" y="38"/>
                </a:cubicBezTo>
                <a:cubicBezTo>
                  <a:pt x="19" y="38"/>
                  <a:pt x="19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9" name="Freeform 838"/>
          <p:cNvSpPr>
            <a:spLocks/>
          </p:cNvSpPr>
          <p:nvPr/>
        </p:nvSpPr>
        <p:spPr bwMode="auto">
          <a:xfrm>
            <a:off x="12743681" y="3265494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5 w 41"/>
              <a:gd name="T11" fmla="*/ 6 h 37"/>
              <a:gd name="T12" fmla="*/ 34 w 41"/>
              <a:gd name="T13" fmla="*/ 5 h 37"/>
              <a:gd name="T14" fmla="*/ 32 w 41"/>
              <a:gd name="T15" fmla="*/ 4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4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5"/>
                  <a:pt x="33" y="4"/>
                  <a:pt x="32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0" name="Freeform 839"/>
          <p:cNvSpPr>
            <a:spLocks/>
          </p:cNvSpPr>
          <p:nvPr/>
        </p:nvSpPr>
        <p:spPr bwMode="auto">
          <a:xfrm>
            <a:off x="12051530" y="360522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6 h 37"/>
              <a:gd name="T4" fmla="*/ 8 w 40"/>
              <a:gd name="T5" fmla="*/ 32 h 37"/>
              <a:gd name="T6" fmla="*/ 21 w 40"/>
              <a:gd name="T7" fmla="*/ 37 h 37"/>
              <a:gd name="T8" fmla="*/ 34 w 40"/>
              <a:gd name="T9" fmla="*/ 32 h 37"/>
              <a:gd name="T10" fmla="*/ 39 w 40"/>
              <a:gd name="T11" fmla="*/ 21 h 37"/>
              <a:gd name="T12" fmla="*/ 39 w 40"/>
              <a:gd name="T13" fmla="*/ 17 h 37"/>
              <a:gd name="T14" fmla="*/ 34 w 40"/>
              <a:gd name="T15" fmla="*/ 6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19"/>
                  <a:pt x="40" y="18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1" name="Freeform 840"/>
          <p:cNvSpPr>
            <a:spLocks/>
          </p:cNvSpPr>
          <p:nvPr/>
        </p:nvSpPr>
        <p:spPr bwMode="auto">
          <a:xfrm>
            <a:off x="13883506" y="3957645"/>
            <a:ext cx="161925" cy="153988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16 h 37"/>
              <a:gd name="T12" fmla="*/ 38 w 39"/>
              <a:gd name="T13" fmla="*/ 12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8"/>
                  <a:pt x="39" y="22"/>
                  <a:pt x="39" y="16"/>
                </a:cubicBezTo>
                <a:cubicBezTo>
                  <a:pt x="39" y="15"/>
                  <a:pt x="38" y="14"/>
                  <a:pt x="38" y="12"/>
                </a:cubicBezTo>
                <a:cubicBezTo>
                  <a:pt x="37" y="10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2" name="Freeform 841"/>
          <p:cNvSpPr>
            <a:spLocks/>
          </p:cNvSpPr>
          <p:nvPr/>
        </p:nvSpPr>
        <p:spPr bwMode="auto">
          <a:xfrm>
            <a:off x="14185131" y="4306896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7 h 37"/>
              <a:gd name="T6" fmla="*/ 1 w 40"/>
              <a:gd name="T7" fmla="*/ 21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9"/>
                  <a:pt x="1" y="13"/>
                  <a:pt x="1" y="17"/>
                </a:cubicBezTo>
                <a:cubicBezTo>
                  <a:pt x="0" y="19"/>
                  <a:pt x="0" y="20"/>
                  <a:pt x="1" y="21"/>
                </a:cubicBezTo>
                <a:cubicBezTo>
                  <a:pt x="1" y="25"/>
                  <a:pt x="3" y="29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3" name="Freeform 842"/>
          <p:cNvSpPr>
            <a:spLocks/>
          </p:cNvSpPr>
          <p:nvPr/>
        </p:nvSpPr>
        <p:spPr bwMode="auto">
          <a:xfrm>
            <a:off x="14545494" y="4024320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2 h 37"/>
              <a:gd name="T6" fmla="*/ 20 w 40"/>
              <a:gd name="T7" fmla="*/ 37 h 37"/>
              <a:gd name="T8" fmla="*/ 33 w 40"/>
              <a:gd name="T9" fmla="*/ 32 h 37"/>
              <a:gd name="T10" fmla="*/ 38 w 40"/>
              <a:gd name="T11" fmla="*/ 13 h 37"/>
              <a:gd name="T12" fmla="*/ 36 w 40"/>
              <a:gd name="T13" fmla="*/ 9 h 37"/>
              <a:gd name="T14" fmla="*/ 33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7"/>
                  <a:pt x="40" y="20"/>
                  <a:pt x="38" y="13"/>
                </a:cubicBezTo>
                <a:cubicBezTo>
                  <a:pt x="38" y="12"/>
                  <a:pt x="37" y="11"/>
                  <a:pt x="36" y="9"/>
                </a:cubicBezTo>
                <a:cubicBezTo>
                  <a:pt x="36" y="8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4" name="Freeform 843"/>
          <p:cNvSpPr>
            <a:spLocks/>
          </p:cNvSpPr>
          <p:nvPr/>
        </p:nvSpPr>
        <p:spPr bwMode="auto">
          <a:xfrm>
            <a:off x="12494443" y="5143510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5 h 37"/>
              <a:gd name="T6" fmla="*/ 0 w 39"/>
              <a:gd name="T7" fmla="*/ 19 h 37"/>
              <a:gd name="T8" fmla="*/ 5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5"/>
                </a:cubicBezTo>
                <a:cubicBezTo>
                  <a:pt x="0" y="16"/>
                  <a:pt x="0" y="18"/>
                  <a:pt x="0" y="19"/>
                </a:cubicBezTo>
                <a:cubicBezTo>
                  <a:pt x="0" y="23"/>
                  <a:pt x="2" y="28"/>
                  <a:pt x="5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5" name="Freeform 844"/>
          <p:cNvSpPr>
            <a:spLocks/>
          </p:cNvSpPr>
          <p:nvPr/>
        </p:nvSpPr>
        <p:spPr bwMode="auto">
          <a:xfrm>
            <a:off x="12018193" y="5073660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4 w 40"/>
              <a:gd name="T9" fmla="*/ 31 h 37"/>
              <a:gd name="T10" fmla="*/ 39 w 40"/>
              <a:gd name="T11" fmla="*/ 15 h 37"/>
              <a:gd name="T12" fmla="*/ 38 w 40"/>
              <a:gd name="T13" fmla="*/ 11 h 37"/>
              <a:gd name="T14" fmla="*/ 34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38" y="27"/>
                  <a:pt x="40" y="21"/>
                  <a:pt x="39" y="15"/>
                </a:cubicBezTo>
                <a:cubicBezTo>
                  <a:pt x="39" y="14"/>
                  <a:pt x="38" y="13"/>
                  <a:pt x="38" y="11"/>
                </a:cubicBezTo>
                <a:cubicBezTo>
                  <a:pt x="37" y="9"/>
                  <a:pt x="35" y="7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6" name="Freeform 845"/>
          <p:cNvSpPr>
            <a:spLocks/>
          </p:cNvSpPr>
          <p:nvPr/>
        </p:nvSpPr>
        <p:spPr bwMode="auto">
          <a:xfrm>
            <a:off x="11884843" y="4203708"/>
            <a:ext cx="161925" cy="157163"/>
          </a:xfrm>
          <a:custGeom>
            <a:avLst/>
            <a:gdLst>
              <a:gd name="T0" fmla="*/ 18 w 39"/>
              <a:gd name="T1" fmla="*/ 0 h 38"/>
              <a:gd name="T2" fmla="*/ 5 w 39"/>
              <a:gd name="T3" fmla="*/ 6 h 38"/>
              <a:gd name="T4" fmla="*/ 0 w 39"/>
              <a:gd name="T5" fmla="*/ 17 h 38"/>
              <a:gd name="T6" fmla="*/ 0 w 39"/>
              <a:gd name="T7" fmla="*/ 21 h 38"/>
              <a:gd name="T8" fmla="*/ 5 w 39"/>
              <a:gd name="T9" fmla="*/ 32 h 38"/>
              <a:gd name="T10" fmla="*/ 18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8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9"/>
                  <a:pt x="0" y="20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8"/>
                  <a:pt x="18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7" name="Freeform 846"/>
          <p:cNvSpPr>
            <a:spLocks/>
          </p:cNvSpPr>
          <p:nvPr/>
        </p:nvSpPr>
        <p:spPr bwMode="auto">
          <a:xfrm>
            <a:off x="12942118" y="2362205"/>
            <a:ext cx="165100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2 h 38"/>
              <a:gd name="T12" fmla="*/ 39 w 40"/>
              <a:gd name="T13" fmla="*/ 18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6"/>
                  <a:pt x="39" y="22"/>
                </a:cubicBezTo>
                <a:cubicBezTo>
                  <a:pt x="40" y="20"/>
                  <a:pt x="40" y="19"/>
                  <a:pt x="39" y="18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8" name="Freeform 847"/>
          <p:cNvSpPr>
            <a:spLocks/>
          </p:cNvSpPr>
          <p:nvPr/>
        </p:nvSpPr>
        <p:spPr bwMode="auto">
          <a:xfrm>
            <a:off x="11707043" y="4381509"/>
            <a:ext cx="165100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0 w 40"/>
              <a:gd name="T7" fmla="*/ 18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" y="15"/>
                  <a:pt x="0" y="17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2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9" name="Freeform 848"/>
          <p:cNvSpPr>
            <a:spLocks/>
          </p:cNvSpPr>
          <p:nvPr/>
        </p:nvSpPr>
        <p:spPr bwMode="auto">
          <a:xfrm>
            <a:off x="11761018" y="544672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5 w 41"/>
              <a:gd name="T5" fmla="*/ 30 h 37"/>
              <a:gd name="T6" fmla="*/ 7 w 41"/>
              <a:gd name="T7" fmla="*/ 32 h 37"/>
              <a:gd name="T8" fmla="*/ 8 w 41"/>
              <a:gd name="T9" fmla="*/ 33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2"/>
                  <a:pt x="0" y="23"/>
                  <a:pt x="5" y="30"/>
                </a:cubicBezTo>
                <a:cubicBezTo>
                  <a:pt x="6" y="31"/>
                  <a:pt x="6" y="31"/>
                  <a:pt x="7" y="32"/>
                </a:cubicBezTo>
                <a:cubicBezTo>
                  <a:pt x="7" y="32"/>
                  <a:pt x="8" y="33"/>
                  <a:pt x="8" y="33"/>
                </a:cubicBezTo>
                <a:cubicBezTo>
                  <a:pt x="12" y="36"/>
                  <a:pt x="16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0" name="Freeform 849"/>
          <p:cNvSpPr>
            <a:spLocks/>
          </p:cNvSpPr>
          <p:nvPr/>
        </p:nvSpPr>
        <p:spPr bwMode="auto">
          <a:xfrm>
            <a:off x="13153256" y="2105029"/>
            <a:ext cx="161925" cy="153988"/>
          </a:xfrm>
          <a:custGeom>
            <a:avLst/>
            <a:gdLst>
              <a:gd name="T0" fmla="*/ 21 w 39"/>
              <a:gd name="T1" fmla="*/ 0 h 37"/>
              <a:gd name="T2" fmla="*/ 8 w 39"/>
              <a:gd name="T3" fmla="*/ 5 h 37"/>
              <a:gd name="T4" fmla="*/ 8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23 h 37"/>
              <a:gd name="T12" fmla="*/ 39 w 39"/>
              <a:gd name="T13" fmla="*/ 19 h 37"/>
              <a:gd name="T14" fmla="*/ 34 w 39"/>
              <a:gd name="T15" fmla="*/ 5 h 37"/>
              <a:gd name="T16" fmla="*/ 21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8" y="26"/>
                  <a:pt x="39" y="23"/>
                </a:cubicBezTo>
                <a:cubicBezTo>
                  <a:pt x="39" y="22"/>
                  <a:pt x="39" y="20"/>
                  <a:pt x="39" y="19"/>
                </a:cubicBezTo>
                <a:cubicBezTo>
                  <a:pt x="39" y="14"/>
                  <a:pt x="38" y="9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1" name="Freeform 850"/>
          <p:cNvSpPr>
            <a:spLocks/>
          </p:cNvSpPr>
          <p:nvPr/>
        </p:nvSpPr>
        <p:spPr bwMode="auto">
          <a:xfrm>
            <a:off x="10695805" y="226695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2" name="Freeform 851"/>
          <p:cNvSpPr>
            <a:spLocks noEditPoints="1"/>
          </p:cNvSpPr>
          <p:nvPr/>
        </p:nvSpPr>
        <p:spPr bwMode="auto">
          <a:xfrm>
            <a:off x="10678343" y="225108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8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21 w 42"/>
              <a:gd name="T35" fmla="*/ 41 h 41"/>
              <a:gd name="T36" fmla="*/ 21 w 42"/>
              <a:gd name="T37" fmla="*/ 41 h 41"/>
              <a:gd name="T38" fmla="*/ 36 w 42"/>
              <a:gd name="T39" fmla="*/ 35 h 41"/>
              <a:gd name="T40" fmla="*/ 42 w 42"/>
              <a:gd name="T41" fmla="*/ 20 h 41"/>
              <a:gd name="T42" fmla="*/ 36 w 42"/>
              <a:gd name="T43" fmla="*/ 6 h 41"/>
              <a:gd name="T44" fmla="*/ 22 w 42"/>
              <a:gd name="T45" fmla="*/ 0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3" name="Freeform 853"/>
          <p:cNvSpPr>
            <a:spLocks/>
          </p:cNvSpPr>
          <p:nvPr/>
        </p:nvSpPr>
        <p:spPr bwMode="auto">
          <a:xfrm>
            <a:off x="11411767" y="2889250"/>
            <a:ext cx="138113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1"/>
                  <a:pt x="33" y="16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4" name="Freeform 854"/>
          <p:cNvSpPr>
            <a:spLocks noEditPoints="1"/>
          </p:cNvSpPr>
          <p:nvPr/>
        </p:nvSpPr>
        <p:spPr bwMode="auto">
          <a:xfrm>
            <a:off x="11395892" y="28717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5" name="Freeform 855"/>
          <p:cNvSpPr>
            <a:spLocks/>
          </p:cNvSpPr>
          <p:nvPr/>
        </p:nvSpPr>
        <p:spPr bwMode="auto">
          <a:xfrm>
            <a:off x="11951517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6" name="Freeform 856"/>
          <p:cNvSpPr>
            <a:spLocks noEditPoints="1"/>
          </p:cNvSpPr>
          <p:nvPr/>
        </p:nvSpPr>
        <p:spPr bwMode="auto">
          <a:xfrm>
            <a:off x="11934054" y="3854450"/>
            <a:ext cx="171450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7" name="Freeform 857"/>
          <p:cNvSpPr>
            <a:spLocks/>
          </p:cNvSpPr>
          <p:nvPr/>
        </p:nvSpPr>
        <p:spPr bwMode="auto">
          <a:xfrm>
            <a:off x="12175354" y="4070350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8" name="Freeform 858"/>
          <p:cNvSpPr>
            <a:spLocks noEditPoints="1"/>
          </p:cNvSpPr>
          <p:nvPr/>
        </p:nvSpPr>
        <p:spPr bwMode="auto">
          <a:xfrm>
            <a:off x="12157892" y="4054475"/>
            <a:ext cx="171450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17 h 42"/>
              <a:gd name="T30" fmla="*/ 0 w 41"/>
              <a:gd name="T31" fmla="*/ 21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20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9" name="Freeform 859"/>
          <p:cNvSpPr>
            <a:spLocks/>
          </p:cNvSpPr>
          <p:nvPr/>
        </p:nvSpPr>
        <p:spPr bwMode="auto">
          <a:xfrm>
            <a:off x="11354617" y="3671888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0" name="Freeform 860"/>
          <p:cNvSpPr>
            <a:spLocks noEditPoints="1"/>
          </p:cNvSpPr>
          <p:nvPr/>
        </p:nvSpPr>
        <p:spPr bwMode="auto">
          <a:xfrm>
            <a:off x="11337154" y="3656013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5 h 42"/>
              <a:gd name="T32" fmla="*/ 20 w 41"/>
              <a:gd name="T33" fmla="*/ 42 h 42"/>
              <a:gd name="T34" fmla="*/ 20 w 41"/>
              <a:gd name="T35" fmla="*/ 42 h 42"/>
              <a:gd name="T36" fmla="*/ 35 w 41"/>
              <a:gd name="T37" fmla="*/ 35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4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7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1" name="Freeform 861"/>
          <p:cNvSpPr>
            <a:spLocks/>
          </p:cNvSpPr>
          <p:nvPr/>
        </p:nvSpPr>
        <p:spPr bwMode="auto">
          <a:xfrm>
            <a:off x="11848329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2" name="Freeform 862"/>
          <p:cNvSpPr>
            <a:spLocks noEditPoints="1"/>
          </p:cNvSpPr>
          <p:nvPr/>
        </p:nvSpPr>
        <p:spPr bwMode="auto">
          <a:xfrm>
            <a:off x="11830867" y="461803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8 w 41"/>
              <a:gd name="T13" fmla="*/ 33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4" y="34"/>
                  <a:pt x="5" y="35"/>
                  <a:pt x="6" y="35"/>
                </a:cubicBezTo>
                <a:cubicBezTo>
                  <a:pt x="6" y="36"/>
                  <a:pt x="6" y="36"/>
                  <a:pt x="7" y="36"/>
                </a:cubicBezTo>
                <a:cubicBezTo>
                  <a:pt x="10" y="40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3" name="Freeform 863"/>
          <p:cNvSpPr>
            <a:spLocks/>
          </p:cNvSpPr>
          <p:nvPr/>
        </p:nvSpPr>
        <p:spPr bwMode="auto">
          <a:xfrm>
            <a:off x="11657829" y="484505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4" name="Freeform 864"/>
          <p:cNvSpPr>
            <a:spLocks noEditPoints="1"/>
          </p:cNvSpPr>
          <p:nvPr/>
        </p:nvSpPr>
        <p:spPr bwMode="auto">
          <a:xfrm>
            <a:off x="11640367" y="4829175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4 w 42"/>
              <a:gd name="T47" fmla="*/ 4 h 41"/>
              <a:gd name="T48" fmla="*/ 30 w 42"/>
              <a:gd name="T49" fmla="*/ 2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1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2" y="3"/>
                  <a:pt x="31" y="3"/>
                  <a:pt x="30" y="2"/>
                </a:cubicBezTo>
                <a:cubicBezTo>
                  <a:pt x="27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5" name="Freeform 865"/>
          <p:cNvSpPr>
            <a:spLocks/>
          </p:cNvSpPr>
          <p:nvPr/>
        </p:nvSpPr>
        <p:spPr bwMode="auto">
          <a:xfrm>
            <a:off x="12316642" y="4775200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6" name="Freeform 866"/>
          <p:cNvSpPr>
            <a:spLocks noEditPoints="1"/>
          </p:cNvSpPr>
          <p:nvPr/>
        </p:nvSpPr>
        <p:spPr bwMode="auto">
          <a:xfrm>
            <a:off x="12299179" y="475932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8 w 41"/>
              <a:gd name="T41" fmla="*/ 10 h 41"/>
              <a:gd name="T42" fmla="*/ 36 w 41"/>
              <a:gd name="T43" fmla="*/ 7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7"/>
                  <a:pt x="40" y="14"/>
                  <a:pt x="38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7" name="Freeform 867"/>
          <p:cNvSpPr>
            <a:spLocks/>
          </p:cNvSpPr>
          <p:nvPr/>
        </p:nvSpPr>
        <p:spPr bwMode="auto">
          <a:xfrm>
            <a:off x="12067404" y="24653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8" name="Freeform 868"/>
          <p:cNvSpPr>
            <a:spLocks noEditPoints="1"/>
          </p:cNvSpPr>
          <p:nvPr/>
        </p:nvSpPr>
        <p:spPr bwMode="auto">
          <a:xfrm>
            <a:off x="12051529" y="2449513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6 h 41"/>
              <a:gd name="T36" fmla="*/ 11 w 42"/>
              <a:gd name="T37" fmla="*/ 38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9 w 42"/>
              <a:gd name="T47" fmla="*/ 10 h 41"/>
              <a:gd name="T48" fmla="*/ 36 w 42"/>
              <a:gd name="T49" fmla="*/ 7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5"/>
                  <a:pt x="7" y="36"/>
                  <a:pt x="7" y="36"/>
                </a:cubicBezTo>
                <a:cubicBezTo>
                  <a:pt x="8" y="37"/>
                  <a:pt x="9" y="38"/>
                  <a:pt x="11" y="38"/>
                </a:cubicBezTo>
                <a:cubicBezTo>
                  <a:pt x="14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7"/>
                  <a:pt x="41" y="13"/>
                  <a:pt x="39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9" name="Freeform 869"/>
          <p:cNvSpPr>
            <a:spLocks/>
          </p:cNvSpPr>
          <p:nvPr/>
        </p:nvSpPr>
        <p:spPr bwMode="auto">
          <a:xfrm>
            <a:off x="13696179" y="365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0" name="Freeform 870"/>
          <p:cNvSpPr>
            <a:spLocks noEditPoints="1"/>
          </p:cNvSpPr>
          <p:nvPr/>
        </p:nvSpPr>
        <p:spPr bwMode="auto">
          <a:xfrm>
            <a:off x="13680304" y="19050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7 w 42"/>
              <a:gd name="T45" fmla="*/ 7 h 42"/>
              <a:gd name="T46" fmla="*/ 36 w 42"/>
              <a:gd name="T47" fmla="*/ 6 h 42"/>
              <a:gd name="T48" fmla="*/ 34 w 42"/>
              <a:gd name="T49" fmla="*/ 5 h 42"/>
              <a:gd name="T50" fmla="*/ 21 w 42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7" y="7"/>
                </a:cubicBezTo>
                <a:cubicBezTo>
                  <a:pt x="36" y="7"/>
                  <a:pt x="36" y="7"/>
                  <a:pt x="36" y="6"/>
                </a:cubicBezTo>
                <a:cubicBezTo>
                  <a:pt x="35" y="6"/>
                  <a:pt x="34" y="5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1" name="Freeform 871"/>
          <p:cNvSpPr>
            <a:spLocks/>
          </p:cNvSpPr>
          <p:nvPr/>
        </p:nvSpPr>
        <p:spPr bwMode="auto">
          <a:xfrm>
            <a:off x="14799492" y="-22066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2" name="Freeform 872"/>
          <p:cNvSpPr>
            <a:spLocks noEditPoints="1"/>
          </p:cNvSpPr>
          <p:nvPr/>
        </p:nvSpPr>
        <p:spPr bwMode="auto">
          <a:xfrm>
            <a:off x="14782029" y="-236537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5 w 42"/>
              <a:gd name="T31" fmla="*/ 33 h 41"/>
              <a:gd name="T32" fmla="*/ 6 w 42"/>
              <a:gd name="T33" fmla="*/ 35 h 41"/>
              <a:gd name="T34" fmla="*/ 7 w 42"/>
              <a:gd name="T35" fmla="*/ 36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3"/>
                </a:cubicBezTo>
                <a:cubicBezTo>
                  <a:pt x="5" y="34"/>
                  <a:pt x="6" y="35"/>
                  <a:pt x="6" y="35"/>
                </a:cubicBezTo>
                <a:cubicBezTo>
                  <a:pt x="7" y="36"/>
                  <a:pt x="7" y="36"/>
                  <a:pt x="7" y="36"/>
                </a:cubicBezTo>
                <a:cubicBezTo>
                  <a:pt x="11" y="40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3" name="Freeform 873"/>
          <p:cNvSpPr>
            <a:spLocks/>
          </p:cNvSpPr>
          <p:nvPr/>
        </p:nvSpPr>
        <p:spPr bwMode="auto">
          <a:xfrm>
            <a:off x="13639029" y="61309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4" name="Freeform 874"/>
          <p:cNvSpPr>
            <a:spLocks noEditPoints="1"/>
          </p:cNvSpPr>
          <p:nvPr/>
        </p:nvSpPr>
        <p:spPr bwMode="auto">
          <a:xfrm>
            <a:off x="13621567" y="6113463"/>
            <a:ext cx="174625" cy="171450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20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4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5" name="Freeform 875"/>
          <p:cNvSpPr>
            <a:spLocks/>
          </p:cNvSpPr>
          <p:nvPr/>
        </p:nvSpPr>
        <p:spPr bwMode="auto">
          <a:xfrm>
            <a:off x="14616929" y="55006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6" name="Freeform 876"/>
          <p:cNvSpPr>
            <a:spLocks noEditPoints="1"/>
          </p:cNvSpPr>
          <p:nvPr/>
        </p:nvSpPr>
        <p:spPr bwMode="auto">
          <a:xfrm>
            <a:off x="14599467" y="5484813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7 h 41"/>
              <a:gd name="T36" fmla="*/ 11 w 42"/>
              <a:gd name="T37" fmla="*/ 39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6"/>
                  <a:pt x="7" y="36"/>
                  <a:pt x="7" y="37"/>
                </a:cubicBezTo>
                <a:cubicBezTo>
                  <a:pt x="9" y="37"/>
                  <a:pt x="10" y="38"/>
                  <a:pt x="11" y="39"/>
                </a:cubicBezTo>
                <a:cubicBezTo>
                  <a:pt x="14" y="41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7" name="Freeform 877"/>
          <p:cNvSpPr>
            <a:spLocks/>
          </p:cNvSpPr>
          <p:nvPr/>
        </p:nvSpPr>
        <p:spPr bwMode="auto">
          <a:xfrm>
            <a:off x="14882042" y="531812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8" name="Freeform 878"/>
          <p:cNvSpPr>
            <a:spLocks noEditPoints="1"/>
          </p:cNvSpPr>
          <p:nvPr/>
        </p:nvSpPr>
        <p:spPr bwMode="auto">
          <a:xfrm>
            <a:off x="14866167" y="5302250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0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9" name="Freeform 879"/>
          <p:cNvSpPr>
            <a:spLocks/>
          </p:cNvSpPr>
          <p:nvPr/>
        </p:nvSpPr>
        <p:spPr bwMode="auto">
          <a:xfrm>
            <a:off x="13207229" y="6437313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0" name="Freeform 880"/>
          <p:cNvSpPr>
            <a:spLocks/>
          </p:cNvSpPr>
          <p:nvPr/>
        </p:nvSpPr>
        <p:spPr bwMode="auto">
          <a:xfrm>
            <a:off x="14185129" y="6072188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1" name="Freeform 881"/>
          <p:cNvSpPr>
            <a:spLocks/>
          </p:cNvSpPr>
          <p:nvPr/>
        </p:nvSpPr>
        <p:spPr bwMode="auto">
          <a:xfrm>
            <a:off x="13140554" y="6619875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7 w 41"/>
              <a:gd name="T5" fmla="*/ 31 h 37"/>
              <a:gd name="T6" fmla="*/ 8 w 41"/>
              <a:gd name="T7" fmla="*/ 32 h 37"/>
              <a:gd name="T8" fmla="*/ 10 w 41"/>
              <a:gd name="T9" fmla="*/ 34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3"/>
                  <a:pt x="0" y="24"/>
                  <a:pt x="7" y="31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3"/>
                  <a:pt x="9" y="33"/>
                  <a:pt x="10" y="34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2" name="Freeform 882"/>
          <p:cNvSpPr>
            <a:spLocks/>
          </p:cNvSpPr>
          <p:nvPr/>
        </p:nvSpPr>
        <p:spPr bwMode="auto">
          <a:xfrm>
            <a:off x="15093179" y="9191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5 w 33"/>
              <a:gd name="T5" fmla="*/ 4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3" name="Freeform 883"/>
          <p:cNvSpPr>
            <a:spLocks noEditPoints="1"/>
          </p:cNvSpPr>
          <p:nvPr/>
        </p:nvSpPr>
        <p:spPr bwMode="auto">
          <a:xfrm>
            <a:off x="15077304" y="903288"/>
            <a:ext cx="169863" cy="169863"/>
          </a:xfrm>
          <a:custGeom>
            <a:avLst/>
            <a:gdLst>
              <a:gd name="T0" fmla="*/ 9 w 41"/>
              <a:gd name="T1" fmla="*/ 8 h 41"/>
              <a:gd name="T2" fmla="*/ 21 w 41"/>
              <a:gd name="T3" fmla="*/ 4 h 41"/>
              <a:gd name="T4" fmla="*/ 32 w 41"/>
              <a:gd name="T5" fmla="*/ 8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8 h 41"/>
              <a:gd name="T18" fmla="*/ 9 w 41"/>
              <a:gd name="T19" fmla="*/ 8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1 w 41"/>
              <a:gd name="T37" fmla="*/ 41 h 41"/>
              <a:gd name="T38" fmla="*/ 21 w 41"/>
              <a:gd name="T39" fmla="*/ 41 h 41"/>
              <a:gd name="T40" fmla="*/ 35 w 41"/>
              <a:gd name="T41" fmla="*/ 35 h 41"/>
              <a:gd name="T42" fmla="*/ 41 w 41"/>
              <a:gd name="T43" fmla="*/ 20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8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9" y="8"/>
                  <a:pt x="9" y="8"/>
                  <a:pt x="9" y="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3"/>
                  <a:pt x="5" y="34"/>
                  <a:pt x="6" y="35"/>
                </a:cubicBezTo>
                <a:cubicBezTo>
                  <a:pt x="6" y="35"/>
                  <a:pt x="7" y="35"/>
                  <a:pt x="7" y="36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40" y="10"/>
                  <a:pt x="36" y="7"/>
                </a:cubicBezTo>
                <a:cubicBezTo>
                  <a:pt x="36" y="6"/>
                  <a:pt x="36" y="6"/>
                  <a:pt x="35" y="6"/>
                </a:cubicBezTo>
                <a:cubicBezTo>
                  <a:pt x="35" y="5"/>
                  <a:pt x="34" y="4"/>
                  <a:pt x="33" y="4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4" name="Freeform 884"/>
          <p:cNvSpPr>
            <a:spLocks/>
          </p:cNvSpPr>
          <p:nvPr/>
        </p:nvSpPr>
        <p:spPr bwMode="auto">
          <a:xfrm>
            <a:off x="12937354" y="2627313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4 w 33"/>
              <a:gd name="T5" fmla="*/ 5 h 34"/>
              <a:gd name="T6" fmla="*/ 0 w 33"/>
              <a:gd name="T7" fmla="*/ 17 h 34"/>
              <a:gd name="T8" fmla="*/ 4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5" name="Freeform 885"/>
          <p:cNvSpPr>
            <a:spLocks noEditPoints="1"/>
          </p:cNvSpPr>
          <p:nvPr/>
        </p:nvSpPr>
        <p:spPr bwMode="auto">
          <a:xfrm>
            <a:off x="12921479" y="2611438"/>
            <a:ext cx="169863" cy="173038"/>
          </a:xfrm>
          <a:custGeom>
            <a:avLst/>
            <a:gdLst>
              <a:gd name="T0" fmla="*/ 8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8 w 41"/>
              <a:gd name="T13" fmla="*/ 33 h 42"/>
              <a:gd name="T14" fmla="*/ 4 w 41"/>
              <a:gd name="T15" fmla="*/ 21 h 42"/>
              <a:gd name="T16" fmla="*/ 8 w 41"/>
              <a:gd name="T17" fmla="*/ 9 h 42"/>
              <a:gd name="T18" fmla="*/ 8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7 h 42"/>
              <a:gd name="T26" fmla="*/ 6 w 41"/>
              <a:gd name="T27" fmla="*/ 7 h 42"/>
              <a:gd name="T28" fmla="*/ 6 w 41"/>
              <a:gd name="T29" fmla="*/ 7 h 42"/>
              <a:gd name="T30" fmla="*/ 3 w 41"/>
              <a:gd name="T31" fmla="*/ 10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2 w 41"/>
              <a:gd name="T41" fmla="*/ 38 h 42"/>
              <a:gd name="T42" fmla="*/ 35 w 41"/>
              <a:gd name="T43" fmla="*/ 36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7 h 42"/>
              <a:gd name="T50" fmla="*/ 20 w 41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2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4" y="42"/>
                  <a:pt x="28" y="41"/>
                  <a:pt x="32" y="38"/>
                </a:cubicBezTo>
                <a:cubicBezTo>
                  <a:pt x="33" y="38"/>
                  <a:pt x="34" y="37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6" name="Freeform 886"/>
          <p:cNvSpPr>
            <a:spLocks/>
          </p:cNvSpPr>
          <p:nvPr/>
        </p:nvSpPr>
        <p:spPr bwMode="auto">
          <a:xfrm>
            <a:off x="12502379" y="27352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7" name="Freeform 887"/>
          <p:cNvSpPr>
            <a:spLocks noEditPoints="1"/>
          </p:cNvSpPr>
          <p:nvPr/>
        </p:nvSpPr>
        <p:spPr bwMode="auto">
          <a:xfrm>
            <a:off x="12486504" y="27193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2 w 41"/>
              <a:gd name="T37" fmla="*/ 38 h 41"/>
              <a:gd name="T38" fmla="*/ 35 w 41"/>
              <a:gd name="T39" fmla="*/ 35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5" y="41"/>
                  <a:pt x="29" y="40"/>
                  <a:pt x="32" y="38"/>
                </a:cubicBezTo>
                <a:cubicBezTo>
                  <a:pt x="33" y="37"/>
                  <a:pt x="34" y="36"/>
                  <a:pt x="35" y="35"/>
                </a:cubicBezTo>
                <a:cubicBezTo>
                  <a:pt x="35" y="35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8" name="Freeform 888"/>
          <p:cNvSpPr>
            <a:spLocks/>
          </p:cNvSpPr>
          <p:nvPr/>
        </p:nvSpPr>
        <p:spPr bwMode="auto">
          <a:xfrm>
            <a:off x="12245204" y="3062288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9" name="Freeform 889"/>
          <p:cNvSpPr>
            <a:spLocks noEditPoints="1"/>
          </p:cNvSpPr>
          <p:nvPr/>
        </p:nvSpPr>
        <p:spPr bwMode="auto">
          <a:xfrm>
            <a:off x="12229329" y="3046413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6 w 41"/>
              <a:gd name="T33" fmla="*/ 35 h 41"/>
              <a:gd name="T34" fmla="*/ 20 w 41"/>
              <a:gd name="T35" fmla="*/ 41 h 41"/>
              <a:gd name="T36" fmla="*/ 20 w 41"/>
              <a:gd name="T37" fmla="*/ 41 h 41"/>
              <a:gd name="T38" fmla="*/ 35 w 41"/>
              <a:gd name="T39" fmla="*/ 35 h 41"/>
              <a:gd name="T40" fmla="*/ 41 w 41"/>
              <a:gd name="T41" fmla="*/ 21 h 41"/>
              <a:gd name="T42" fmla="*/ 36 w 41"/>
              <a:gd name="T43" fmla="*/ 7 h 41"/>
              <a:gd name="T44" fmla="*/ 35 w 41"/>
              <a:gd name="T45" fmla="*/ 6 h 41"/>
              <a:gd name="T46" fmla="*/ 33 w 41"/>
              <a:gd name="T47" fmla="*/ 4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0" name="Freeform 890"/>
          <p:cNvSpPr>
            <a:spLocks/>
          </p:cNvSpPr>
          <p:nvPr/>
        </p:nvSpPr>
        <p:spPr bwMode="auto">
          <a:xfrm>
            <a:off x="14120042" y="33448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1" name="Freeform 891"/>
          <p:cNvSpPr>
            <a:spLocks noEditPoints="1"/>
          </p:cNvSpPr>
          <p:nvPr/>
        </p:nvSpPr>
        <p:spPr bwMode="auto">
          <a:xfrm>
            <a:off x="14102579" y="33289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0 w 42"/>
              <a:gd name="T33" fmla="*/ 21 h 41"/>
              <a:gd name="T34" fmla="*/ 0 w 42"/>
              <a:gd name="T35" fmla="*/ 24 h 41"/>
              <a:gd name="T36" fmla="*/ 6 w 42"/>
              <a:gd name="T37" fmla="*/ 35 h 41"/>
              <a:gd name="T38" fmla="*/ 21 w 42"/>
              <a:gd name="T39" fmla="*/ 41 h 41"/>
              <a:gd name="T40" fmla="*/ 21 w 42"/>
              <a:gd name="T41" fmla="*/ 41 h 41"/>
              <a:gd name="T42" fmla="*/ 35 w 42"/>
              <a:gd name="T43" fmla="*/ 35 h 41"/>
              <a:gd name="T44" fmla="*/ 42 w 42"/>
              <a:gd name="T45" fmla="*/ 21 h 41"/>
              <a:gd name="T46" fmla="*/ 35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1" y="28"/>
                  <a:pt x="3" y="32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2" name="Freeform 892"/>
          <p:cNvSpPr>
            <a:spLocks/>
          </p:cNvSpPr>
          <p:nvPr/>
        </p:nvSpPr>
        <p:spPr bwMode="auto">
          <a:xfrm>
            <a:off x="14385154" y="43227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3" name="Freeform 893"/>
          <p:cNvSpPr>
            <a:spLocks noEditPoints="1"/>
          </p:cNvSpPr>
          <p:nvPr/>
        </p:nvSpPr>
        <p:spPr bwMode="auto">
          <a:xfrm>
            <a:off x="14367692" y="43068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5 w 42"/>
              <a:gd name="T37" fmla="*/ 35 h 41"/>
              <a:gd name="T38" fmla="*/ 42 w 42"/>
              <a:gd name="T39" fmla="*/ 21 h 41"/>
              <a:gd name="T40" fmla="*/ 40 w 42"/>
              <a:gd name="T41" fmla="*/ 14 h 41"/>
              <a:gd name="T42" fmla="*/ 39 w 42"/>
              <a:gd name="T43" fmla="*/ 10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8"/>
                  <a:pt x="41" y="16"/>
                  <a:pt x="40" y="14"/>
                </a:cubicBezTo>
                <a:cubicBezTo>
                  <a:pt x="40" y="13"/>
                  <a:pt x="39" y="11"/>
                  <a:pt x="39" y="10"/>
                </a:cubicBezTo>
                <a:cubicBezTo>
                  <a:pt x="38" y="9"/>
                  <a:pt x="37" y="7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4" name="Freeform 894"/>
          <p:cNvSpPr>
            <a:spLocks/>
          </p:cNvSpPr>
          <p:nvPr/>
        </p:nvSpPr>
        <p:spPr bwMode="auto">
          <a:xfrm>
            <a:off x="16325079" y="2581275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5" name="Freeform 895"/>
          <p:cNvSpPr>
            <a:spLocks noEditPoints="1"/>
          </p:cNvSpPr>
          <p:nvPr/>
        </p:nvSpPr>
        <p:spPr bwMode="auto">
          <a:xfrm>
            <a:off x="16307617" y="256540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5 w 42"/>
              <a:gd name="T41" fmla="*/ 35 h 41"/>
              <a:gd name="T42" fmla="*/ 42 w 42"/>
              <a:gd name="T43" fmla="*/ 21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0"/>
                  <a:pt x="32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6" name="Freeform 896"/>
          <p:cNvSpPr>
            <a:spLocks/>
          </p:cNvSpPr>
          <p:nvPr/>
        </p:nvSpPr>
        <p:spPr bwMode="auto">
          <a:xfrm>
            <a:off x="15105879" y="619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7" name="Freeform 897"/>
          <p:cNvSpPr>
            <a:spLocks noEditPoints="1"/>
          </p:cNvSpPr>
          <p:nvPr/>
        </p:nvSpPr>
        <p:spPr bwMode="auto">
          <a:xfrm>
            <a:off x="15090004" y="4445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5" y="34"/>
                  <a:pt x="5" y="35"/>
                  <a:pt x="6" y="35"/>
                </a:cubicBezTo>
                <a:cubicBezTo>
                  <a:pt x="6" y="36"/>
                  <a:pt x="7" y="36"/>
                  <a:pt x="7" y="36"/>
                </a:cubicBezTo>
                <a:cubicBezTo>
                  <a:pt x="11" y="40"/>
                  <a:pt x="16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8" name="Freeform 898"/>
          <p:cNvSpPr>
            <a:spLocks/>
          </p:cNvSpPr>
          <p:nvPr/>
        </p:nvSpPr>
        <p:spPr bwMode="auto">
          <a:xfrm>
            <a:off x="10824392" y="2068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9" name="Freeform 899"/>
          <p:cNvSpPr>
            <a:spLocks noEditPoints="1"/>
          </p:cNvSpPr>
          <p:nvPr/>
        </p:nvSpPr>
        <p:spPr bwMode="auto">
          <a:xfrm>
            <a:off x="10806929" y="205105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0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6 w 42"/>
              <a:gd name="T37" fmla="*/ 35 h 41"/>
              <a:gd name="T38" fmla="*/ 42 w 42"/>
              <a:gd name="T39" fmla="*/ 20 h 41"/>
              <a:gd name="T40" fmla="*/ 36 w 42"/>
              <a:gd name="T41" fmla="*/ 6 h 41"/>
              <a:gd name="T42" fmla="*/ 34 w 42"/>
              <a:gd name="T43" fmla="*/ 4 h 41"/>
              <a:gd name="T44" fmla="*/ 30 w 42"/>
              <a:gd name="T45" fmla="*/ 2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1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3" y="3"/>
                  <a:pt x="31" y="2"/>
                  <a:pt x="30" y="2"/>
                </a:cubicBezTo>
                <a:cubicBezTo>
                  <a:pt x="27" y="0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0" name="Freeform 900"/>
          <p:cNvSpPr>
            <a:spLocks noEditPoints="1"/>
          </p:cNvSpPr>
          <p:nvPr/>
        </p:nvSpPr>
        <p:spPr bwMode="auto">
          <a:xfrm>
            <a:off x="12478567" y="-2541587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1" name="Freeform 901"/>
          <p:cNvSpPr>
            <a:spLocks noEditPoints="1"/>
          </p:cNvSpPr>
          <p:nvPr/>
        </p:nvSpPr>
        <p:spPr bwMode="auto">
          <a:xfrm>
            <a:off x="12461104" y="-2559050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8 w 65"/>
              <a:gd name="T31" fmla="*/ 53 h 64"/>
              <a:gd name="T32" fmla="*/ 9 w 65"/>
              <a:gd name="T33" fmla="*/ 55 h 64"/>
              <a:gd name="T34" fmla="*/ 10 w 65"/>
              <a:gd name="T35" fmla="*/ 56 h 64"/>
              <a:gd name="T36" fmla="*/ 32 w 65"/>
              <a:gd name="T37" fmla="*/ 64 h 64"/>
              <a:gd name="T38" fmla="*/ 32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2" y="47"/>
                  <a:pt x="8" y="53"/>
                </a:cubicBezTo>
                <a:cubicBezTo>
                  <a:pt x="8" y="54"/>
                  <a:pt x="9" y="54"/>
                  <a:pt x="9" y="55"/>
                </a:cubicBezTo>
                <a:cubicBezTo>
                  <a:pt x="10" y="55"/>
                  <a:pt x="10" y="56"/>
                  <a:pt x="10" y="56"/>
                </a:cubicBezTo>
                <a:cubicBezTo>
                  <a:pt x="17" y="62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5" y="10"/>
                  <a:pt x="55" y="9"/>
                </a:cubicBezTo>
                <a:cubicBezTo>
                  <a:pt x="54" y="9"/>
                  <a:pt x="54" y="8"/>
                  <a:pt x="53" y="7"/>
                </a:cubicBezTo>
                <a:cubicBezTo>
                  <a:pt x="47" y="2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2" name="Freeform 902"/>
          <p:cNvSpPr>
            <a:spLocks/>
          </p:cNvSpPr>
          <p:nvPr/>
        </p:nvSpPr>
        <p:spPr bwMode="auto">
          <a:xfrm>
            <a:off x="12510317" y="-250507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3" name="Freeform 903"/>
          <p:cNvSpPr>
            <a:spLocks noEditPoints="1"/>
          </p:cNvSpPr>
          <p:nvPr/>
        </p:nvSpPr>
        <p:spPr bwMode="auto">
          <a:xfrm>
            <a:off x="13277079" y="1181100"/>
            <a:ext cx="444500" cy="684213"/>
          </a:xfrm>
          <a:custGeom>
            <a:avLst/>
            <a:gdLst>
              <a:gd name="T0" fmla="*/ 31 w 107"/>
              <a:gd name="T1" fmla="*/ 73 h 165"/>
              <a:gd name="T2" fmla="*/ 0 w 107"/>
              <a:gd name="T3" fmla="*/ 105 h 165"/>
              <a:gd name="T4" fmla="*/ 0 w 107"/>
              <a:gd name="T5" fmla="*/ 165 h 165"/>
              <a:gd name="T6" fmla="*/ 2 w 107"/>
              <a:gd name="T7" fmla="*/ 164 h 165"/>
              <a:gd name="T8" fmla="*/ 2 w 107"/>
              <a:gd name="T9" fmla="*/ 164 h 165"/>
              <a:gd name="T10" fmla="*/ 4 w 107"/>
              <a:gd name="T11" fmla="*/ 165 h 165"/>
              <a:gd name="T12" fmla="*/ 4 w 107"/>
              <a:gd name="T13" fmla="*/ 106 h 165"/>
              <a:gd name="T14" fmla="*/ 34 w 107"/>
              <a:gd name="T15" fmla="*/ 76 h 165"/>
              <a:gd name="T16" fmla="*/ 33 w 107"/>
              <a:gd name="T17" fmla="*/ 75 h 165"/>
              <a:gd name="T18" fmla="*/ 31 w 107"/>
              <a:gd name="T19" fmla="*/ 73 h 165"/>
              <a:gd name="T20" fmla="*/ 105 w 107"/>
              <a:gd name="T21" fmla="*/ 0 h 165"/>
              <a:gd name="T22" fmla="*/ 77 w 107"/>
              <a:gd name="T23" fmla="*/ 28 h 165"/>
              <a:gd name="T24" fmla="*/ 79 w 107"/>
              <a:gd name="T25" fmla="*/ 29 h 165"/>
              <a:gd name="T26" fmla="*/ 80 w 107"/>
              <a:gd name="T27" fmla="*/ 30 h 165"/>
              <a:gd name="T28" fmla="*/ 107 w 107"/>
              <a:gd name="T29" fmla="*/ 3 h 165"/>
              <a:gd name="T30" fmla="*/ 106 w 107"/>
              <a:gd name="T31" fmla="*/ 2 h 165"/>
              <a:gd name="T32" fmla="*/ 105 w 107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7" h="165">
                <a:moveTo>
                  <a:pt x="31" y="73"/>
                </a:moveTo>
                <a:cubicBezTo>
                  <a:pt x="0" y="105"/>
                  <a:pt x="0" y="105"/>
                  <a:pt x="0" y="105"/>
                </a:cubicBezTo>
                <a:cubicBezTo>
                  <a:pt x="0" y="165"/>
                  <a:pt x="0" y="165"/>
                  <a:pt x="0" y="165"/>
                </a:cubicBezTo>
                <a:cubicBezTo>
                  <a:pt x="1" y="164"/>
                  <a:pt x="1" y="164"/>
                  <a:pt x="2" y="164"/>
                </a:cubicBezTo>
                <a:cubicBezTo>
                  <a:pt x="2" y="164"/>
                  <a:pt x="2" y="164"/>
                  <a:pt x="2" y="164"/>
                </a:cubicBezTo>
                <a:cubicBezTo>
                  <a:pt x="3" y="164"/>
                  <a:pt x="3" y="164"/>
                  <a:pt x="4" y="165"/>
                </a:cubicBezTo>
                <a:cubicBezTo>
                  <a:pt x="4" y="106"/>
                  <a:pt x="4" y="106"/>
                  <a:pt x="4" y="10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5"/>
                  <a:pt x="33" y="75"/>
                </a:cubicBezTo>
                <a:cubicBezTo>
                  <a:pt x="32" y="74"/>
                  <a:pt x="32" y="74"/>
                  <a:pt x="31" y="73"/>
                </a:cubicBezTo>
                <a:moveTo>
                  <a:pt x="105" y="0"/>
                </a:moveTo>
                <a:cubicBezTo>
                  <a:pt x="77" y="28"/>
                  <a:pt x="77" y="28"/>
                  <a:pt x="77" y="28"/>
                </a:cubicBezTo>
                <a:cubicBezTo>
                  <a:pt x="77" y="28"/>
                  <a:pt x="78" y="29"/>
                  <a:pt x="79" y="29"/>
                </a:cubicBezTo>
                <a:cubicBezTo>
                  <a:pt x="79" y="30"/>
                  <a:pt x="79" y="30"/>
                  <a:pt x="80" y="30"/>
                </a:cubicBezTo>
                <a:cubicBezTo>
                  <a:pt x="107" y="3"/>
                  <a:pt x="107" y="3"/>
                  <a:pt x="107" y="3"/>
                </a:cubicBezTo>
                <a:cubicBezTo>
                  <a:pt x="107" y="2"/>
                  <a:pt x="107" y="2"/>
                  <a:pt x="106" y="2"/>
                </a:cubicBezTo>
                <a:cubicBezTo>
                  <a:pt x="106" y="1"/>
                  <a:pt x="105" y="0"/>
                  <a:pt x="10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4" name="Freeform 904"/>
          <p:cNvSpPr>
            <a:spLocks/>
          </p:cNvSpPr>
          <p:nvPr/>
        </p:nvSpPr>
        <p:spPr bwMode="auto">
          <a:xfrm>
            <a:off x="13215167" y="18764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5" name="Freeform 905"/>
          <p:cNvSpPr>
            <a:spLocks noEditPoints="1"/>
          </p:cNvSpPr>
          <p:nvPr/>
        </p:nvSpPr>
        <p:spPr bwMode="auto">
          <a:xfrm>
            <a:off x="13199292" y="186055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19 w 42"/>
              <a:gd name="T25" fmla="*/ 1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6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42 w 42"/>
              <a:gd name="T41" fmla="*/ 21 h 42"/>
              <a:gd name="T42" fmla="*/ 36 w 42"/>
              <a:gd name="T43" fmla="*/ 6 h 42"/>
              <a:gd name="T44" fmla="*/ 23 w 42"/>
              <a:gd name="T45" fmla="*/ 1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6"/>
                </a:cubicBezTo>
                <a:cubicBezTo>
                  <a:pt x="32" y="3"/>
                  <a:pt x="27" y="1"/>
                  <a:pt x="23" y="1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6" name="Freeform 906"/>
          <p:cNvSpPr>
            <a:spLocks/>
          </p:cNvSpPr>
          <p:nvPr/>
        </p:nvSpPr>
        <p:spPr bwMode="auto">
          <a:xfrm>
            <a:off x="13708879" y="10556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7" name="Freeform 907"/>
          <p:cNvSpPr>
            <a:spLocks noEditPoints="1"/>
          </p:cNvSpPr>
          <p:nvPr/>
        </p:nvSpPr>
        <p:spPr bwMode="auto">
          <a:xfrm>
            <a:off x="13693004" y="1039813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5 w 42"/>
              <a:gd name="T41" fmla="*/ 36 h 42"/>
              <a:gd name="T42" fmla="*/ 42 w 42"/>
              <a:gd name="T43" fmla="*/ 21 h 42"/>
              <a:gd name="T44" fmla="*/ 35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8" name="Freeform 908"/>
          <p:cNvSpPr>
            <a:spLocks noEditPoints="1"/>
          </p:cNvSpPr>
          <p:nvPr/>
        </p:nvSpPr>
        <p:spPr bwMode="auto">
          <a:xfrm>
            <a:off x="13394554" y="1279525"/>
            <a:ext cx="231775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8 w 56"/>
              <a:gd name="T19" fmla="*/ 8 h 56"/>
              <a:gd name="T20" fmla="*/ 0 w 56"/>
              <a:gd name="T21" fmla="*/ 28 h 56"/>
              <a:gd name="T22" fmla="*/ 8 w 56"/>
              <a:gd name="T23" fmla="*/ 48 h 56"/>
              <a:gd name="T24" fmla="*/ 28 w 56"/>
              <a:gd name="T25" fmla="*/ 56 h 56"/>
              <a:gd name="T26" fmla="*/ 48 w 56"/>
              <a:gd name="T27" fmla="*/ 48 h 56"/>
              <a:gd name="T28" fmla="*/ 56 w 56"/>
              <a:gd name="T29" fmla="*/ 28 h 56"/>
              <a:gd name="T30" fmla="*/ 48 w 56"/>
              <a:gd name="T31" fmla="*/ 8 h 56"/>
              <a:gd name="T32" fmla="*/ 28 w 56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7" y="34"/>
                  <a:pt x="7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7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3" y="43"/>
                  <a:pt x="56" y="35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9" name="Freeform 909"/>
          <p:cNvSpPr>
            <a:spLocks noEditPoints="1"/>
          </p:cNvSpPr>
          <p:nvPr/>
        </p:nvSpPr>
        <p:spPr bwMode="auto">
          <a:xfrm>
            <a:off x="13373917" y="1263650"/>
            <a:ext cx="268288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5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1 w 65"/>
              <a:gd name="T29" fmla="*/ 32 h 64"/>
              <a:gd name="T30" fmla="*/ 8 w 65"/>
              <a:gd name="T31" fmla="*/ 53 h 64"/>
              <a:gd name="T32" fmla="*/ 10 w 65"/>
              <a:gd name="T33" fmla="*/ 55 h 64"/>
              <a:gd name="T34" fmla="*/ 11 w 65"/>
              <a:gd name="T35" fmla="*/ 56 h 64"/>
              <a:gd name="T36" fmla="*/ 33 w 65"/>
              <a:gd name="T37" fmla="*/ 64 h 64"/>
              <a:gd name="T38" fmla="*/ 33 w 65"/>
              <a:gd name="T39" fmla="*/ 64 h 64"/>
              <a:gd name="T40" fmla="*/ 56 w 65"/>
              <a:gd name="T41" fmla="*/ 55 h 64"/>
              <a:gd name="T42" fmla="*/ 65 w 65"/>
              <a:gd name="T43" fmla="*/ 32 h 64"/>
              <a:gd name="T44" fmla="*/ 57 w 65"/>
              <a:gd name="T45" fmla="*/ 10 h 64"/>
              <a:gd name="T46" fmla="*/ 56 w 65"/>
              <a:gd name="T47" fmla="*/ 9 h 64"/>
              <a:gd name="T48" fmla="*/ 54 w 65"/>
              <a:gd name="T49" fmla="*/ 8 h 64"/>
              <a:gd name="T50" fmla="*/ 33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6" y="60"/>
                  <a:pt x="18" y="58"/>
                  <a:pt x="13" y="52"/>
                </a:cubicBezTo>
                <a:cubicBezTo>
                  <a:pt x="7" y="47"/>
                  <a:pt x="5" y="39"/>
                  <a:pt x="5" y="32"/>
                </a:cubicBezTo>
                <a:cubicBezTo>
                  <a:pt x="5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1" y="32"/>
                </a:cubicBezTo>
                <a:cubicBezTo>
                  <a:pt x="0" y="40"/>
                  <a:pt x="3" y="47"/>
                  <a:pt x="8" y="53"/>
                </a:cubicBezTo>
                <a:cubicBezTo>
                  <a:pt x="9" y="54"/>
                  <a:pt x="9" y="54"/>
                  <a:pt x="10" y="55"/>
                </a:cubicBezTo>
                <a:cubicBezTo>
                  <a:pt x="10" y="55"/>
                  <a:pt x="11" y="56"/>
                  <a:pt x="11" y="56"/>
                </a:cubicBezTo>
                <a:cubicBezTo>
                  <a:pt x="17" y="62"/>
                  <a:pt x="25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7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0" name="Freeform 910"/>
          <p:cNvSpPr>
            <a:spLocks/>
          </p:cNvSpPr>
          <p:nvPr/>
        </p:nvSpPr>
        <p:spPr bwMode="auto">
          <a:xfrm>
            <a:off x="13423129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1" name="Freeform 918"/>
          <p:cNvSpPr>
            <a:spLocks/>
          </p:cNvSpPr>
          <p:nvPr/>
        </p:nvSpPr>
        <p:spPr bwMode="auto">
          <a:xfrm>
            <a:off x="9144817" y="5397500"/>
            <a:ext cx="1376363" cy="3702050"/>
          </a:xfrm>
          <a:custGeom>
            <a:avLst/>
            <a:gdLst>
              <a:gd name="T0" fmla="*/ 327 w 332"/>
              <a:gd name="T1" fmla="*/ 0 h 893"/>
              <a:gd name="T2" fmla="*/ 328 w 332"/>
              <a:gd name="T3" fmla="*/ 56 h 893"/>
              <a:gd name="T4" fmla="*/ 228 w 332"/>
              <a:gd name="T5" fmla="*/ 153 h 893"/>
              <a:gd name="T6" fmla="*/ 31 w 332"/>
              <a:gd name="T7" fmla="*/ 153 h 893"/>
              <a:gd name="T8" fmla="*/ 0 w 332"/>
              <a:gd name="T9" fmla="*/ 185 h 893"/>
              <a:gd name="T10" fmla="*/ 0 w 332"/>
              <a:gd name="T11" fmla="*/ 893 h 893"/>
              <a:gd name="T12" fmla="*/ 4 w 332"/>
              <a:gd name="T13" fmla="*/ 893 h 893"/>
              <a:gd name="T14" fmla="*/ 4 w 332"/>
              <a:gd name="T15" fmla="*/ 187 h 893"/>
              <a:gd name="T16" fmla="*/ 33 w 332"/>
              <a:gd name="T17" fmla="*/ 157 h 893"/>
              <a:gd name="T18" fmla="*/ 230 w 332"/>
              <a:gd name="T19" fmla="*/ 157 h 893"/>
              <a:gd name="T20" fmla="*/ 332 w 332"/>
              <a:gd name="T21" fmla="*/ 57 h 893"/>
              <a:gd name="T22" fmla="*/ 331 w 332"/>
              <a:gd name="T23" fmla="*/ 0 h 893"/>
              <a:gd name="T24" fmla="*/ 330 w 332"/>
              <a:gd name="T25" fmla="*/ 0 h 893"/>
              <a:gd name="T26" fmla="*/ 330 w 332"/>
              <a:gd name="T27" fmla="*/ 0 h 893"/>
              <a:gd name="T28" fmla="*/ 327 w 332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2" h="893">
                <a:moveTo>
                  <a:pt x="327" y="0"/>
                </a:moveTo>
                <a:cubicBezTo>
                  <a:pt x="328" y="56"/>
                  <a:pt x="328" y="56"/>
                  <a:pt x="328" y="56"/>
                </a:cubicBezTo>
                <a:cubicBezTo>
                  <a:pt x="228" y="153"/>
                  <a:pt x="228" y="153"/>
                  <a:pt x="228" y="153"/>
                </a:cubicBezTo>
                <a:cubicBezTo>
                  <a:pt x="31" y="153"/>
                  <a:pt x="31" y="153"/>
                  <a:pt x="31" y="153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893"/>
                  <a:pt x="0" y="893"/>
                  <a:pt x="0" y="893"/>
                </a:cubicBezTo>
                <a:cubicBezTo>
                  <a:pt x="4" y="893"/>
                  <a:pt x="4" y="893"/>
                  <a:pt x="4" y="893"/>
                </a:cubicBezTo>
                <a:cubicBezTo>
                  <a:pt x="4" y="187"/>
                  <a:pt x="4" y="187"/>
                  <a:pt x="4" y="187"/>
                </a:cubicBezTo>
                <a:cubicBezTo>
                  <a:pt x="33" y="157"/>
                  <a:pt x="33" y="157"/>
                  <a:pt x="33" y="157"/>
                </a:cubicBezTo>
                <a:cubicBezTo>
                  <a:pt x="230" y="157"/>
                  <a:pt x="230" y="157"/>
                  <a:pt x="230" y="157"/>
                </a:cubicBezTo>
                <a:cubicBezTo>
                  <a:pt x="332" y="57"/>
                  <a:pt x="332" y="57"/>
                  <a:pt x="332" y="57"/>
                </a:cubicBezTo>
                <a:cubicBezTo>
                  <a:pt x="331" y="0"/>
                  <a:pt x="331" y="0"/>
                  <a:pt x="331" y="0"/>
                </a:cubicBezTo>
                <a:cubicBezTo>
                  <a:pt x="331" y="0"/>
                  <a:pt x="330" y="0"/>
                  <a:pt x="330" y="0"/>
                </a:cubicBezTo>
                <a:cubicBezTo>
                  <a:pt x="330" y="0"/>
                  <a:pt x="330" y="0"/>
                  <a:pt x="330" y="0"/>
                </a:cubicBezTo>
                <a:cubicBezTo>
                  <a:pt x="329" y="0"/>
                  <a:pt x="328" y="0"/>
                  <a:pt x="3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2" name="Freeform 919"/>
          <p:cNvSpPr>
            <a:spLocks/>
          </p:cNvSpPr>
          <p:nvPr/>
        </p:nvSpPr>
        <p:spPr bwMode="auto">
          <a:xfrm>
            <a:off x="10443392" y="5243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4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4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32" y="25"/>
                  <a:pt x="34" y="20"/>
                  <a:pt x="34" y="16"/>
                </a:cubicBezTo>
                <a:cubicBezTo>
                  <a:pt x="34" y="12"/>
                  <a:pt x="32" y="8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3" name="Freeform 920"/>
          <p:cNvSpPr>
            <a:spLocks noEditPoints="1"/>
          </p:cNvSpPr>
          <p:nvPr/>
        </p:nvSpPr>
        <p:spPr bwMode="auto">
          <a:xfrm>
            <a:off x="10425929" y="522763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8 h 41"/>
              <a:gd name="T8" fmla="*/ 21 w 42"/>
              <a:gd name="T9" fmla="*/ 4 h 41"/>
              <a:gd name="T10" fmla="*/ 33 w 42"/>
              <a:gd name="T11" fmla="*/ 8 h 41"/>
              <a:gd name="T12" fmla="*/ 38 w 42"/>
              <a:gd name="T13" fmla="*/ 20 h 41"/>
              <a:gd name="T14" fmla="*/ 33 w 42"/>
              <a:gd name="T15" fmla="*/ 32 h 41"/>
              <a:gd name="T16" fmla="*/ 33 w 42"/>
              <a:gd name="T17" fmla="*/ 32 h 41"/>
              <a:gd name="T18" fmla="*/ 21 w 42"/>
              <a:gd name="T19" fmla="*/ 37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0 w 42"/>
              <a:gd name="T27" fmla="*/ 20 h 41"/>
              <a:gd name="T28" fmla="*/ 6 w 42"/>
              <a:gd name="T29" fmla="*/ 35 h 41"/>
              <a:gd name="T30" fmla="*/ 18 w 42"/>
              <a:gd name="T31" fmla="*/ 41 h 41"/>
              <a:gd name="T32" fmla="*/ 21 w 42"/>
              <a:gd name="T33" fmla="*/ 41 h 41"/>
              <a:gd name="T34" fmla="*/ 21 w 42"/>
              <a:gd name="T35" fmla="*/ 41 h 41"/>
              <a:gd name="T36" fmla="*/ 22 w 42"/>
              <a:gd name="T37" fmla="*/ 41 h 41"/>
              <a:gd name="T38" fmla="*/ 36 w 42"/>
              <a:gd name="T39" fmla="*/ 35 h 41"/>
              <a:gd name="T40" fmla="*/ 34 w 42"/>
              <a:gd name="T41" fmla="*/ 33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4"/>
                  <a:pt x="36" y="29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2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34" y="33"/>
                  <a:pt x="34" y="33"/>
                  <a:pt x="34" y="33"/>
                </a:cubicBezTo>
                <a:cubicBezTo>
                  <a:pt x="36" y="35"/>
                  <a:pt x="36" y="35"/>
                  <a:pt x="36" y="35"/>
                </a:cubicBezTo>
                <a:cubicBezTo>
                  <a:pt x="40" y="31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4" name="Freeform 921"/>
          <p:cNvSpPr>
            <a:spLocks noEditPoints="1"/>
          </p:cNvSpPr>
          <p:nvPr/>
        </p:nvSpPr>
        <p:spPr bwMode="auto">
          <a:xfrm>
            <a:off x="9013054" y="4584700"/>
            <a:ext cx="1631950" cy="4597400"/>
          </a:xfrm>
          <a:custGeom>
            <a:avLst/>
            <a:gdLst>
              <a:gd name="T0" fmla="*/ 314 w 394"/>
              <a:gd name="T1" fmla="*/ 133 h 1109"/>
              <a:gd name="T2" fmla="*/ 273 w 394"/>
              <a:gd name="T3" fmla="*/ 175 h 1109"/>
              <a:gd name="T4" fmla="*/ 275 w 394"/>
              <a:gd name="T5" fmla="*/ 234 h 1109"/>
              <a:gd name="T6" fmla="*/ 190 w 394"/>
              <a:gd name="T7" fmla="*/ 317 h 1109"/>
              <a:gd name="T8" fmla="*/ 35 w 394"/>
              <a:gd name="T9" fmla="*/ 317 h 1109"/>
              <a:gd name="T10" fmla="*/ 0 w 394"/>
              <a:gd name="T11" fmla="*/ 353 h 1109"/>
              <a:gd name="T12" fmla="*/ 0 w 394"/>
              <a:gd name="T13" fmla="*/ 1109 h 1109"/>
              <a:gd name="T14" fmla="*/ 4 w 394"/>
              <a:gd name="T15" fmla="*/ 1109 h 1109"/>
              <a:gd name="T16" fmla="*/ 4 w 394"/>
              <a:gd name="T17" fmla="*/ 355 h 1109"/>
              <a:gd name="T18" fmla="*/ 37 w 394"/>
              <a:gd name="T19" fmla="*/ 321 h 1109"/>
              <a:gd name="T20" fmla="*/ 191 w 394"/>
              <a:gd name="T21" fmla="*/ 321 h 1109"/>
              <a:gd name="T22" fmla="*/ 279 w 394"/>
              <a:gd name="T23" fmla="*/ 235 h 1109"/>
              <a:gd name="T24" fmla="*/ 277 w 394"/>
              <a:gd name="T25" fmla="*/ 176 h 1109"/>
              <a:gd name="T26" fmla="*/ 317 w 394"/>
              <a:gd name="T27" fmla="*/ 136 h 1109"/>
              <a:gd name="T28" fmla="*/ 316 w 394"/>
              <a:gd name="T29" fmla="*/ 136 h 1109"/>
              <a:gd name="T30" fmla="*/ 314 w 394"/>
              <a:gd name="T31" fmla="*/ 133 h 1109"/>
              <a:gd name="T32" fmla="*/ 389 w 394"/>
              <a:gd name="T33" fmla="*/ 0 h 1109"/>
              <a:gd name="T34" fmla="*/ 390 w 394"/>
              <a:gd name="T35" fmla="*/ 57 h 1109"/>
              <a:gd name="T36" fmla="*/ 360 w 394"/>
              <a:gd name="T37" fmla="*/ 88 h 1109"/>
              <a:gd name="T38" fmla="*/ 362 w 394"/>
              <a:gd name="T39" fmla="*/ 90 h 1109"/>
              <a:gd name="T40" fmla="*/ 363 w 394"/>
              <a:gd name="T41" fmla="*/ 91 h 1109"/>
              <a:gd name="T42" fmla="*/ 394 w 394"/>
              <a:gd name="T43" fmla="*/ 59 h 1109"/>
              <a:gd name="T44" fmla="*/ 393 w 394"/>
              <a:gd name="T45" fmla="*/ 1 h 1109"/>
              <a:gd name="T46" fmla="*/ 393 w 394"/>
              <a:gd name="T47" fmla="*/ 1 h 1109"/>
              <a:gd name="T48" fmla="*/ 393 w 394"/>
              <a:gd name="T49" fmla="*/ 1 h 1109"/>
              <a:gd name="T50" fmla="*/ 389 w 394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4" h="1109">
                <a:moveTo>
                  <a:pt x="314" y="133"/>
                </a:moveTo>
                <a:cubicBezTo>
                  <a:pt x="273" y="175"/>
                  <a:pt x="273" y="175"/>
                  <a:pt x="273" y="175"/>
                </a:cubicBezTo>
                <a:cubicBezTo>
                  <a:pt x="275" y="234"/>
                  <a:pt x="275" y="234"/>
                  <a:pt x="275" y="234"/>
                </a:cubicBezTo>
                <a:cubicBezTo>
                  <a:pt x="190" y="317"/>
                  <a:pt x="190" y="317"/>
                  <a:pt x="190" y="317"/>
                </a:cubicBezTo>
                <a:cubicBezTo>
                  <a:pt x="35" y="317"/>
                  <a:pt x="35" y="317"/>
                  <a:pt x="35" y="317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1109"/>
                  <a:pt x="0" y="1109"/>
                  <a:pt x="0" y="1109"/>
                </a:cubicBezTo>
                <a:cubicBezTo>
                  <a:pt x="4" y="1109"/>
                  <a:pt x="4" y="1109"/>
                  <a:pt x="4" y="1109"/>
                </a:cubicBezTo>
                <a:cubicBezTo>
                  <a:pt x="4" y="355"/>
                  <a:pt x="4" y="355"/>
                  <a:pt x="4" y="355"/>
                </a:cubicBezTo>
                <a:cubicBezTo>
                  <a:pt x="37" y="321"/>
                  <a:pt x="37" y="321"/>
                  <a:pt x="37" y="321"/>
                </a:cubicBezTo>
                <a:cubicBezTo>
                  <a:pt x="191" y="321"/>
                  <a:pt x="191" y="321"/>
                  <a:pt x="191" y="321"/>
                </a:cubicBezTo>
                <a:cubicBezTo>
                  <a:pt x="279" y="235"/>
                  <a:pt x="279" y="235"/>
                  <a:pt x="279" y="235"/>
                </a:cubicBezTo>
                <a:cubicBezTo>
                  <a:pt x="277" y="176"/>
                  <a:pt x="277" y="176"/>
                  <a:pt x="277" y="176"/>
                </a:cubicBezTo>
                <a:cubicBezTo>
                  <a:pt x="317" y="136"/>
                  <a:pt x="317" y="136"/>
                  <a:pt x="317" y="136"/>
                </a:cubicBezTo>
                <a:cubicBezTo>
                  <a:pt x="317" y="136"/>
                  <a:pt x="317" y="136"/>
                  <a:pt x="316" y="136"/>
                </a:cubicBezTo>
                <a:cubicBezTo>
                  <a:pt x="316" y="135"/>
                  <a:pt x="315" y="134"/>
                  <a:pt x="314" y="133"/>
                </a:cubicBezTo>
                <a:moveTo>
                  <a:pt x="389" y="0"/>
                </a:moveTo>
                <a:cubicBezTo>
                  <a:pt x="390" y="57"/>
                  <a:pt x="390" y="57"/>
                  <a:pt x="390" y="57"/>
                </a:cubicBezTo>
                <a:cubicBezTo>
                  <a:pt x="360" y="88"/>
                  <a:pt x="360" y="88"/>
                  <a:pt x="360" y="88"/>
                </a:cubicBezTo>
                <a:cubicBezTo>
                  <a:pt x="361" y="89"/>
                  <a:pt x="361" y="89"/>
                  <a:pt x="362" y="90"/>
                </a:cubicBezTo>
                <a:cubicBezTo>
                  <a:pt x="362" y="90"/>
                  <a:pt x="362" y="90"/>
                  <a:pt x="363" y="91"/>
                </a:cubicBezTo>
                <a:cubicBezTo>
                  <a:pt x="394" y="59"/>
                  <a:pt x="394" y="59"/>
                  <a:pt x="394" y="59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2" y="1"/>
                  <a:pt x="390" y="1"/>
                  <a:pt x="38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5" name="Freeform 922"/>
          <p:cNvSpPr>
            <a:spLocks/>
          </p:cNvSpPr>
          <p:nvPr/>
        </p:nvSpPr>
        <p:spPr bwMode="auto">
          <a:xfrm>
            <a:off x="10570392" y="44307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6" name="Freeform 923"/>
          <p:cNvSpPr>
            <a:spLocks noEditPoints="1"/>
          </p:cNvSpPr>
          <p:nvPr/>
        </p:nvSpPr>
        <p:spPr bwMode="auto">
          <a:xfrm>
            <a:off x="10554517" y="441483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8 w 42"/>
              <a:gd name="T13" fmla="*/ 21 h 42"/>
              <a:gd name="T14" fmla="*/ 33 w 42"/>
              <a:gd name="T15" fmla="*/ 33 h 42"/>
              <a:gd name="T16" fmla="*/ 33 w 42"/>
              <a:gd name="T17" fmla="*/ 33 h 42"/>
              <a:gd name="T18" fmla="*/ 21 w 42"/>
              <a:gd name="T19" fmla="*/ 38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0 w 42"/>
              <a:gd name="T27" fmla="*/ 21 h 42"/>
              <a:gd name="T28" fmla="*/ 6 w 42"/>
              <a:gd name="T29" fmla="*/ 36 h 42"/>
              <a:gd name="T30" fmla="*/ 17 w 42"/>
              <a:gd name="T31" fmla="*/ 41 h 42"/>
              <a:gd name="T32" fmla="*/ 21 w 42"/>
              <a:gd name="T33" fmla="*/ 42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7" name="Freeform 924"/>
          <p:cNvSpPr>
            <a:spLocks noEditPoints="1"/>
          </p:cNvSpPr>
          <p:nvPr/>
        </p:nvSpPr>
        <p:spPr bwMode="auto">
          <a:xfrm>
            <a:off x="10302104" y="4937125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8" name="Freeform 925"/>
          <p:cNvSpPr>
            <a:spLocks noEditPoints="1"/>
          </p:cNvSpPr>
          <p:nvPr/>
        </p:nvSpPr>
        <p:spPr bwMode="auto">
          <a:xfrm>
            <a:off x="10284642" y="4919663"/>
            <a:ext cx="269875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0 w 65"/>
              <a:gd name="T27" fmla="*/ 32 h 64"/>
              <a:gd name="T28" fmla="*/ 7 w 65"/>
              <a:gd name="T29" fmla="*/ 52 h 64"/>
              <a:gd name="T30" fmla="*/ 9 w 65"/>
              <a:gd name="T31" fmla="*/ 55 h 64"/>
              <a:gd name="T32" fmla="*/ 10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39"/>
                  <a:pt x="2" y="46"/>
                  <a:pt x="7" y="52"/>
                </a:cubicBezTo>
                <a:cubicBezTo>
                  <a:pt x="8" y="53"/>
                  <a:pt x="9" y="54"/>
                  <a:pt x="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8"/>
                  <a:pt x="54" y="8"/>
                  <a:pt x="53" y="7"/>
                </a:cubicBezTo>
                <a:cubicBezTo>
                  <a:pt x="47" y="2"/>
                  <a:pt x="39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9" name="Freeform 926"/>
          <p:cNvSpPr>
            <a:spLocks/>
          </p:cNvSpPr>
          <p:nvPr/>
        </p:nvSpPr>
        <p:spPr bwMode="auto">
          <a:xfrm>
            <a:off x="1033544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0" name="Freeform 927"/>
          <p:cNvSpPr>
            <a:spLocks noEditPoints="1"/>
          </p:cNvSpPr>
          <p:nvPr/>
        </p:nvSpPr>
        <p:spPr bwMode="auto">
          <a:xfrm>
            <a:off x="13369154" y="6164263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1" name="Freeform 928"/>
          <p:cNvSpPr>
            <a:spLocks noEditPoints="1"/>
          </p:cNvSpPr>
          <p:nvPr/>
        </p:nvSpPr>
        <p:spPr bwMode="auto">
          <a:xfrm>
            <a:off x="13351692" y="6146800"/>
            <a:ext cx="269875" cy="266700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4 w 65"/>
              <a:gd name="T41" fmla="*/ 53 h 64"/>
              <a:gd name="T42" fmla="*/ 55 w 65"/>
              <a:gd name="T43" fmla="*/ 55 h 64"/>
              <a:gd name="T44" fmla="*/ 65 w 65"/>
              <a:gd name="T45" fmla="*/ 32 h 64"/>
              <a:gd name="T46" fmla="*/ 55 w 65"/>
              <a:gd name="T47" fmla="*/ 9 h 64"/>
              <a:gd name="T48" fmla="*/ 32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4" y="53"/>
                  <a:pt x="54" y="53"/>
                  <a:pt x="54" y="53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2" name="Freeform 929"/>
          <p:cNvSpPr>
            <a:spLocks/>
          </p:cNvSpPr>
          <p:nvPr/>
        </p:nvSpPr>
        <p:spPr bwMode="auto">
          <a:xfrm>
            <a:off x="13402492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3" name="Freeform 930"/>
          <p:cNvSpPr>
            <a:spLocks/>
          </p:cNvSpPr>
          <p:nvPr/>
        </p:nvSpPr>
        <p:spPr bwMode="auto">
          <a:xfrm>
            <a:off x="12677004" y="6308725"/>
            <a:ext cx="2035175" cy="3271838"/>
          </a:xfrm>
          <a:custGeom>
            <a:avLst/>
            <a:gdLst>
              <a:gd name="T0" fmla="*/ 479 w 491"/>
              <a:gd name="T1" fmla="*/ 0 h 789"/>
              <a:gd name="T2" fmla="*/ 448 w 491"/>
              <a:gd name="T3" fmla="*/ 0 h 789"/>
              <a:gd name="T4" fmla="*/ 405 w 491"/>
              <a:gd name="T5" fmla="*/ 43 h 789"/>
              <a:gd name="T6" fmla="*/ 361 w 491"/>
              <a:gd name="T7" fmla="*/ 43 h 789"/>
              <a:gd name="T8" fmla="*/ 166 w 491"/>
              <a:gd name="T9" fmla="*/ 237 h 789"/>
              <a:gd name="T10" fmla="*/ 166 w 491"/>
              <a:gd name="T11" fmla="*/ 321 h 789"/>
              <a:gd name="T12" fmla="*/ 0 w 491"/>
              <a:gd name="T13" fmla="*/ 487 h 789"/>
              <a:gd name="T14" fmla="*/ 0 w 491"/>
              <a:gd name="T15" fmla="*/ 789 h 789"/>
              <a:gd name="T16" fmla="*/ 4 w 491"/>
              <a:gd name="T17" fmla="*/ 789 h 789"/>
              <a:gd name="T18" fmla="*/ 4 w 491"/>
              <a:gd name="T19" fmla="*/ 488 h 789"/>
              <a:gd name="T20" fmla="*/ 170 w 491"/>
              <a:gd name="T21" fmla="*/ 323 h 789"/>
              <a:gd name="T22" fmla="*/ 170 w 491"/>
              <a:gd name="T23" fmla="*/ 239 h 789"/>
              <a:gd name="T24" fmla="*/ 362 w 491"/>
              <a:gd name="T25" fmla="*/ 47 h 789"/>
              <a:gd name="T26" fmla="*/ 407 w 491"/>
              <a:gd name="T27" fmla="*/ 47 h 789"/>
              <a:gd name="T28" fmla="*/ 450 w 491"/>
              <a:gd name="T29" fmla="*/ 4 h 789"/>
              <a:gd name="T30" fmla="*/ 478 w 491"/>
              <a:gd name="T31" fmla="*/ 4 h 789"/>
              <a:gd name="T32" fmla="*/ 487 w 491"/>
              <a:gd name="T33" fmla="*/ 13 h 789"/>
              <a:gd name="T34" fmla="*/ 491 w 491"/>
              <a:gd name="T35" fmla="*/ 11 h 789"/>
              <a:gd name="T36" fmla="*/ 479 w 491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1" h="789">
                <a:moveTo>
                  <a:pt x="479" y="0"/>
                </a:moveTo>
                <a:cubicBezTo>
                  <a:pt x="448" y="0"/>
                  <a:pt x="448" y="0"/>
                  <a:pt x="448" y="0"/>
                </a:cubicBezTo>
                <a:cubicBezTo>
                  <a:pt x="405" y="43"/>
                  <a:pt x="405" y="43"/>
                  <a:pt x="405" y="43"/>
                </a:cubicBezTo>
                <a:cubicBezTo>
                  <a:pt x="361" y="43"/>
                  <a:pt x="361" y="43"/>
                  <a:pt x="361" y="43"/>
                </a:cubicBezTo>
                <a:cubicBezTo>
                  <a:pt x="166" y="237"/>
                  <a:pt x="166" y="237"/>
                  <a:pt x="166" y="237"/>
                </a:cubicBezTo>
                <a:cubicBezTo>
                  <a:pt x="166" y="321"/>
                  <a:pt x="166" y="321"/>
                  <a:pt x="166" y="32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789"/>
                  <a:pt x="0" y="789"/>
                  <a:pt x="0" y="789"/>
                </a:cubicBezTo>
                <a:cubicBezTo>
                  <a:pt x="4" y="789"/>
                  <a:pt x="4" y="789"/>
                  <a:pt x="4" y="789"/>
                </a:cubicBezTo>
                <a:cubicBezTo>
                  <a:pt x="4" y="488"/>
                  <a:pt x="4" y="488"/>
                  <a:pt x="4" y="488"/>
                </a:cubicBezTo>
                <a:cubicBezTo>
                  <a:pt x="170" y="323"/>
                  <a:pt x="170" y="323"/>
                  <a:pt x="170" y="323"/>
                </a:cubicBezTo>
                <a:cubicBezTo>
                  <a:pt x="170" y="239"/>
                  <a:pt x="170" y="239"/>
                  <a:pt x="170" y="239"/>
                </a:cubicBezTo>
                <a:cubicBezTo>
                  <a:pt x="362" y="47"/>
                  <a:pt x="362" y="47"/>
                  <a:pt x="362" y="47"/>
                </a:cubicBezTo>
                <a:cubicBezTo>
                  <a:pt x="407" y="47"/>
                  <a:pt x="407" y="47"/>
                  <a:pt x="407" y="47"/>
                </a:cubicBezTo>
                <a:cubicBezTo>
                  <a:pt x="450" y="4"/>
                  <a:pt x="450" y="4"/>
                  <a:pt x="450" y="4"/>
                </a:cubicBezTo>
                <a:cubicBezTo>
                  <a:pt x="478" y="4"/>
                  <a:pt x="478" y="4"/>
                  <a:pt x="478" y="4"/>
                </a:cubicBezTo>
                <a:cubicBezTo>
                  <a:pt x="487" y="13"/>
                  <a:pt x="487" y="13"/>
                  <a:pt x="487" y="13"/>
                </a:cubicBezTo>
                <a:cubicBezTo>
                  <a:pt x="488" y="12"/>
                  <a:pt x="489" y="12"/>
                  <a:pt x="491" y="11"/>
                </a:cubicBezTo>
                <a:cubicBezTo>
                  <a:pt x="479" y="0"/>
                  <a:pt x="479" y="0"/>
                  <a:pt x="47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4" name="Freeform 931"/>
          <p:cNvSpPr>
            <a:spLocks/>
          </p:cNvSpPr>
          <p:nvPr/>
        </p:nvSpPr>
        <p:spPr bwMode="auto">
          <a:xfrm>
            <a:off x="12743679" y="6624638"/>
            <a:ext cx="1778000" cy="3022600"/>
          </a:xfrm>
          <a:custGeom>
            <a:avLst/>
            <a:gdLst>
              <a:gd name="T0" fmla="*/ 422 w 429"/>
              <a:gd name="T1" fmla="*/ 0 h 729"/>
              <a:gd name="T2" fmla="*/ 343 w 429"/>
              <a:gd name="T3" fmla="*/ 2 h 729"/>
              <a:gd name="T4" fmla="*/ 252 w 429"/>
              <a:gd name="T5" fmla="*/ 94 h 729"/>
              <a:gd name="T6" fmla="*/ 255 w 429"/>
              <a:gd name="T7" fmla="*/ 198 h 729"/>
              <a:gd name="T8" fmla="*/ 237 w 429"/>
              <a:gd name="T9" fmla="*/ 216 h 729"/>
              <a:gd name="T10" fmla="*/ 209 w 429"/>
              <a:gd name="T11" fmla="*/ 216 h 729"/>
              <a:gd name="T12" fmla="*/ 0 w 429"/>
              <a:gd name="T13" fmla="*/ 425 h 729"/>
              <a:gd name="T14" fmla="*/ 0 w 429"/>
              <a:gd name="T15" fmla="*/ 729 h 729"/>
              <a:gd name="T16" fmla="*/ 4 w 429"/>
              <a:gd name="T17" fmla="*/ 729 h 729"/>
              <a:gd name="T18" fmla="*/ 4 w 429"/>
              <a:gd name="T19" fmla="*/ 426 h 729"/>
              <a:gd name="T20" fmla="*/ 211 w 429"/>
              <a:gd name="T21" fmla="*/ 220 h 729"/>
              <a:gd name="T22" fmla="*/ 239 w 429"/>
              <a:gd name="T23" fmla="*/ 220 h 729"/>
              <a:gd name="T24" fmla="*/ 259 w 429"/>
              <a:gd name="T25" fmla="*/ 199 h 729"/>
              <a:gd name="T26" fmla="*/ 256 w 429"/>
              <a:gd name="T27" fmla="*/ 95 h 729"/>
              <a:gd name="T28" fmla="*/ 345 w 429"/>
              <a:gd name="T29" fmla="*/ 6 h 729"/>
              <a:gd name="T30" fmla="*/ 420 w 429"/>
              <a:gd name="T31" fmla="*/ 4 h 729"/>
              <a:gd name="T32" fmla="*/ 426 w 429"/>
              <a:gd name="T33" fmla="*/ 10 h 729"/>
              <a:gd name="T34" fmla="*/ 428 w 429"/>
              <a:gd name="T35" fmla="*/ 9 h 729"/>
              <a:gd name="T36" fmla="*/ 429 w 429"/>
              <a:gd name="T37" fmla="*/ 7 h 729"/>
              <a:gd name="T38" fmla="*/ 422 w 429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9" h="729">
                <a:moveTo>
                  <a:pt x="422" y="0"/>
                </a:moveTo>
                <a:cubicBezTo>
                  <a:pt x="343" y="2"/>
                  <a:pt x="343" y="2"/>
                  <a:pt x="343" y="2"/>
                </a:cubicBezTo>
                <a:cubicBezTo>
                  <a:pt x="252" y="94"/>
                  <a:pt x="252" y="94"/>
                  <a:pt x="252" y="94"/>
                </a:cubicBezTo>
                <a:cubicBezTo>
                  <a:pt x="255" y="198"/>
                  <a:pt x="255" y="198"/>
                  <a:pt x="255" y="198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209" y="216"/>
                  <a:pt x="209" y="216"/>
                  <a:pt x="209" y="216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729"/>
                  <a:pt x="0" y="729"/>
                  <a:pt x="0" y="729"/>
                </a:cubicBezTo>
                <a:cubicBezTo>
                  <a:pt x="4" y="729"/>
                  <a:pt x="4" y="729"/>
                  <a:pt x="4" y="729"/>
                </a:cubicBezTo>
                <a:cubicBezTo>
                  <a:pt x="4" y="426"/>
                  <a:pt x="4" y="426"/>
                  <a:pt x="4" y="426"/>
                </a:cubicBezTo>
                <a:cubicBezTo>
                  <a:pt x="211" y="220"/>
                  <a:pt x="211" y="220"/>
                  <a:pt x="211" y="220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59" y="199"/>
                  <a:pt x="259" y="199"/>
                  <a:pt x="259" y="199"/>
                </a:cubicBezTo>
                <a:cubicBezTo>
                  <a:pt x="256" y="95"/>
                  <a:pt x="256" y="95"/>
                  <a:pt x="256" y="95"/>
                </a:cubicBezTo>
                <a:cubicBezTo>
                  <a:pt x="345" y="6"/>
                  <a:pt x="345" y="6"/>
                  <a:pt x="345" y="6"/>
                </a:cubicBezTo>
                <a:cubicBezTo>
                  <a:pt x="420" y="4"/>
                  <a:pt x="420" y="4"/>
                  <a:pt x="420" y="4"/>
                </a:cubicBezTo>
                <a:cubicBezTo>
                  <a:pt x="426" y="10"/>
                  <a:pt x="426" y="10"/>
                  <a:pt x="426" y="10"/>
                </a:cubicBezTo>
                <a:cubicBezTo>
                  <a:pt x="427" y="10"/>
                  <a:pt x="427" y="9"/>
                  <a:pt x="428" y="9"/>
                </a:cubicBezTo>
                <a:cubicBezTo>
                  <a:pt x="428" y="8"/>
                  <a:pt x="429" y="8"/>
                  <a:pt x="429" y="7"/>
                </a:cubicBezTo>
                <a:cubicBezTo>
                  <a:pt x="422" y="0"/>
                  <a:pt x="422" y="0"/>
                  <a:pt x="4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5" name="Freeform 932"/>
          <p:cNvSpPr>
            <a:spLocks/>
          </p:cNvSpPr>
          <p:nvPr/>
        </p:nvSpPr>
        <p:spPr bwMode="auto">
          <a:xfrm>
            <a:off x="12808767" y="6943725"/>
            <a:ext cx="1646238" cy="2586038"/>
          </a:xfrm>
          <a:custGeom>
            <a:avLst/>
            <a:gdLst>
              <a:gd name="T0" fmla="*/ 394 w 397"/>
              <a:gd name="T1" fmla="*/ 0 h 624"/>
              <a:gd name="T2" fmla="*/ 239 w 397"/>
              <a:gd name="T3" fmla="*/ 156 h 624"/>
              <a:gd name="T4" fmla="*/ 207 w 397"/>
              <a:gd name="T5" fmla="*/ 154 h 624"/>
              <a:gd name="T6" fmla="*/ 0 w 397"/>
              <a:gd name="T7" fmla="*/ 362 h 624"/>
              <a:gd name="T8" fmla="*/ 0 w 397"/>
              <a:gd name="T9" fmla="*/ 624 h 624"/>
              <a:gd name="T10" fmla="*/ 4 w 397"/>
              <a:gd name="T11" fmla="*/ 624 h 624"/>
              <a:gd name="T12" fmla="*/ 4 w 397"/>
              <a:gd name="T13" fmla="*/ 363 h 624"/>
              <a:gd name="T14" fmla="*/ 208 w 397"/>
              <a:gd name="T15" fmla="*/ 158 h 624"/>
              <a:gd name="T16" fmla="*/ 240 w 397"/>
              <a:gd name="T17" fmla="*/ 160 h 624"/>
              <a:gd name="T18" fmla="*/ 397 w 397"/>
              <a:gd name="T19" fmla="*/ 3 h 624"/>
              <a:gd name="T20" fmla="*/ 396 w 397"/>
              <a:gd name="T21" fmla="*/ 2 h 624"/>
              <a:gd name="T22" fmla="*/ 394 w 397"/>
              <a:gd name="T23" fmla="*/ 0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7" h="624">
                <a:moveTo>
                  <a:pt x="394" y="0"/>
                </a:moveTo>
                <a:cubicBezTo>
                  <a:pt x="239" y="156"/>
                  <a:pt x="239" y="156"/>
                  <a:pt x="239" y="156"/>
                </a:cubicBezTo>
                <a:cubicBezTo>
                  <a:pt x="207" y="154"/>
                  <a:pt x="207" y="154"/>
                  <a:pt x="207" y="154"/>
                </a:cubicBezTo>
                <a:cubicBezTo>
                  <a:pt x="0" y="362"/>
                  <a:pt x="0" y="362"/>
                  <a:pt x="0" y="362"/>
                </a:cubicBezTo>
                <a:cubicBezTo>
                  <a:pt x="0" y="624"/>
                  <a:pt x="0" y="624"/>
                  <a:pt x="0" y="624"/>
                </a:cubicBezTo>
                <a:cubicBezTo>
                  <a:pt x="4" y="624"/>
                  <a:pt x="4" y="624"/>
                  <a:pt x="4" y="624"/>
                </a:cubicBezTo>
                <a:cubicBezTo>
                  <a:pt x="4" y="363"/>
                  <a:pt x="4" y="363"/>
                  <a:pt x="4" y="363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40" y="160"/>
                  <a:pt x="240" y="160"/>
                  <a:pt x="240" y="160"/>
                </a:cubicBezTo>
                <a:cubicBezTo>
                  <a:pt x="397" y="3"/>
                  <a:pt x="397" y="3"/>
                  <a:pt x="397" y="3"/>
                </a:cubicBezTo>
                <a:cubicBezTo>
                  <a:pt x="397" y="3"/>
                  <a:pt x="396" y="2"/>
                  <a:pt x="396" y="2"/>
                </a:cubicBezTo>
                <a:cubicBezTo>
                  <a:pt x="395" y="2"/>
                  <a:pt x="395" y="1"/>
                  <a:pt x="39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6" name="Freeform 933"/>
          <p:cNvSpPr>
            <a:spLocks/>
          </p:cNvSpPr>
          <p:nvPr/>
        </p:nvSpPr>
        <p:spPr bwMode="auto">
          <a:xfrm>
            <a:off x="12842104" y="6483350"/>
            <a:ext cx="2155825" cy="3328988"/>
          </a:xfrm>
          <a:custGeom>
            <a:avLst/>
            <a:gdLst>
              <a:gd name="T0" fmla="*/ 520 w 520"/>
              <a:gd name="T1" fmla="*/ 0 h 803"/>
              <a:gd name="T2" fmla="*/ 517 w 520"/>
              <a:gd name="T3" fmla="*/ 0 h 803"/>
              <a:gd name="T4" fmla="*/ 517 w 520"/>
              <a:gd name="T5" fmla="*/ 0 h 803"/>
              <a:gd name="T6" fmla="*/ 516 w 520"/>
              <a:gd name="T7" fmla="*/ 0 h 803"/>
              <a:gd name="T8" fmla="*/ 516 w 520"/>
              <a:gd name="T9" fmla="*/ 33 h 803"/>
              <a:gd name="T10" fmla="*/ 256 w 520"/>
              <a:gd name="T11" fmla="*/ 292 h 803"/>
              <a:gd name="T12" fmla="*/ 190 w 520"/>
              <a:gd name="T13" fmla="*/ 291 h 803"/>
              <a:gd name="T14" fmla="*/ 0 w 520"/>
              <a:gd name="T15" fmla="*/ 481 h 803"/>
              <a:gd name="T16" fmla="*/ 0 w 520"/>
              <a:gd name="T17" fmla="*/ 803 h 803"/>
              <a:gd name="T18" fmla="*/ 4 w 520"/>
              <a:gd name="T19" fmla="*/ 803 h 803"/>
              <a:gd name="T20" fmla="*/ 4 w 520"/>
              <a:gd name="T21" fmla="*/ 483 h 803"/>
              <a:gd name="T22" fmla="*/ 191 w 520"/>
              <a:gd name="T23" fmla="*/ 295 h 803"/>
              <a:gd name="T24" fmla="*/ 257 w 520"/>
              <a:gd name="T25" fmla="*/ 296 h 803"/>
              <a:gd name="T26" fmla="*/ 520 w 520"/>
              <a:gd name="T27" fmla="*/ 34 h 803"/>
              <a:gd name="T28" fmla="*/ 520 w 520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20" h="803">
                <a:moveTo>
                  <a:pt x="520" y="0"/>
                </a:moveTo>
                <a:cubicBezTo>
                  <a:pt x="519" y="0"/>
                  <a:pt x="518" y="0"/>
                  <a:pt x="517" y="0"/>
                </a:cubicBezTo>
                <a:cubicBezTo>
                  <a:pt x="517" y="0"/>
                  <a:pt x="517" y="0"/>
                  <a:pt x="517" y="0"/>
                </a:cubicBezTo>
                <a:cubicBezTo>
                  <a:pt x="517" y="0"/>
                  <a:pt x="517" y="0"/>
                  <a:pt x="516" y="0"/>
                </a:cubicBezTo>
                <a:cubicBezTo>
                  <a:pt x="516" y="33"/>
                  <a:pt x="516" y="33"/>
                  <a:pt x="516" y="33"/>
                </a:cubicBezTo>
                <a:cubicBezTo>
                  <a:pt x="256" y="292"/>
                  <a:pt x="256" y="292"/>
                  <a:pt x="256" y="292"/>
                </a:cubicBezTo>
                <a:cubicBezTo>
                  <a:pt x="190" y="291"/>
                  <a:pt x="190" y="291"/>
                  <a:pt x="190" y="291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803"/>
                  <a:pt x="0" y="803"/>
                  <a:pt x="0" y="803"/>
                </a:cubicBezTo>
                <a:cubicBezTo>
                  <a:pt x="4" y="803"/>
                  <a:pt x="4" y="803"/>
                  <a:pt x="4" y="803"/>
                </a:cubicBezTo>
                <a:cubicBezTo>
                  <a:pt x="4" y="483"/>
                  <a:pt x="4" y="483"/>
                  <a:pt x="4" y="483"/>
                </a:cubicBezTo>
                <a:cubicBezTo>
                  <a:pt x="191" y="295"/>
                  <a:pt x="191" y="295"/>
                  <a:pt x="191" y="295"/>
                </a:cubicBezTo>
                <a:cubicBezTo>
                  <a:pt x="257" y="296"/>
                  <a:pt x="257" y="296"/>
                  <a:pt x="257" y="296"/>
                </a:cubicBezTo>
                <a:cubicBezTo>
                  <a:pt x="520" y="34"/>
                  <a:pt x="520" y="34"/>
                  <a:pt x="520" y="34"/>
                </a:cubicBezTo>
                <a:cubicBezTo>
                  <a:pt x="520" y="0"/>
                  <a:pt x="520" y="0"/>
                  <a:pt x="5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7" name="Freeform 934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8" name="Freeform 935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9" name="Freeform 936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0" name="Freeform 937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1" name="Freeform 938"/>
          <p:cNvSpPr>
            <a:spLocks/>
          </p:cNvSpPr>
          <p:nvPr/>
        </p:nvSpPr>
        <p:spPr bwMode="auto">
          <a:xfrm>
            <a:off x="13042129" y="6424613"/>
            <a:ext cx="2511425" cy="3155950"/>
          </a:xfrm>
          <a:custGeom>
            <a:avLst/>
            <a:gdLst>
              <a:gd name="T0" fmla="*/ 602 w 606"/>
              <a:gd name="T1" fmla="*/ 0 h 761"/>
              <a:gd name="T2" fmla="*/ 601 w 606"/>
              <a:gd name="T3" fmla="*/ 15 h 761"/>
              <a:gd name="T4" fmla="*/ 254 w 606"/>
              <a:gd name="T5" fmla="*/ 361 h 761"/>
              <a:gd name="T6" fmla="*/ 180 w 606"/>
              <a:gd name="T7" fmla="*/ 363 h 761"/>
              <a:gd name="T8" fmla="*/ 0 w 606"/>
              <a:gd name="T9" fmla="*/ 543 h 761"/>
              <a:gd name="T10" fmla="*/ 0 w 606"/>
              <a:gd name="T11" fmla="*/ 761 h 761"/>
              <a:gd name="T12" fmla="*/ 4 w 606"/>
              <a:gd name="T13" fmla="*/ 761 h 761"/>
              <a:gd name="T14" fmla="*/ 4 w 606"/>
              <a:gd name="T15" fmla="*/ 545 h 761"/>
              <a:gd name="T16" fmla="*/ 182 w 606"/>
              <a:gd name="T17" fmla="*/ 367 h 761"/>
              <a:gd name="T18" fmla="*/ 256 w 606"/>
              <a:gd name="T19" fmla="*/ 365 h 761"/>
              <a:gd name="T20" fmla="*/ 605 w 606"/>
              <a:gd name="T21" fmla="*/ 16 h 761"/>
              <a:gd name="T22" fmla="*/ 606 w 606"/>
              <a:gd name="T23" fmla="*/ 0 h 761"/>
              <a:gd name="T24" fmla="*/ 605 w 606"/>
              <a:gd name="T25" fmla="*/ 0 h 761"/>
              <a:gd name="T26" fmla="*/ 602 w 606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6" h="761">
                <a:moveTo>
                  <a:pt x="602" y="0"/>
                </a:moveTo>
                <a:cubicBezTo>
                  <a:pt x="601" y="15"/>
                  <a:pt x="601" y="15"/>
                  <a:pt x="601" y="15"/>
                </a:cubicBezTo>
                <a:cubicBezTo>
                  <a:pt x="254" y="361"/>
                  <a:pt x="254" y="361"/>
                  <a:pt x="254" y="361"/>
                </a:cubicBezTo>
                <a:cubicBezTo>
                  <a:pt x="180" y="363"/>
                  <a:pt x="180" y="363"/>
                  <a:pt x="180" y="363"/>
                </a:cubicBezTo>
                <a:cubicBezTo>
                  <a:pt x="0" y="543"/>
                  <a:pt x="0" y="543"/>
                  <a:pt x="0" y="543"/>
                </a:cubicBezTo>
                <a:cubicBezTo>
                  <a:pt x="0" y="761"/>
                  <a:pt x="0" y="761"/>
                  <a:pt x="0" y="761"/>
                </a:cubicBezTo>
                <a:cubicBezTo>
                  <a:pt x="4" y="761"/>
                  <a:pt x="4" y="761"/>
                  <a:pt x="4" y="761"/>
                </a:cubicBezTo>
                <a:cubicBezTo>
                  <a:pt x="4" y="545"/>
                  <a:pt x="4" y="545"/>
                  <a:pt x="4" y="545"/>
                </a:cubicBezTo>
                <a:cubicBezTo>
                  <a:pt x="182" y="367"/>
                  <a:pt x="182" y="367"/>
                  <a:pt x="182" y="367"/>
                </a:cubicBezTo>
                <a:cubicBezTo>
                  <a:pt x="256" y="365"/>
                  <a:pt x="256" y="365"/>
                  <a:pt x="256" y="365"/>
                </a:cubicBezTo>
                <a:cubicBezTo>
                  <a:pt x="605" y="16"/>
                  <a:pt x="605" y="16"/>
                  <a:pt x="605" y="16"/>
                </a:cubicBezTo>
                <a:cubicBezTo>
                  <a:pt x="606" y="0"/>
                  <a:pt x="606" y="0"/>
                  <a:pt x="606" y="0"/>
                </a:cubicBezTo>
                <a:cubicBezTo>
                  <a:pt x="606" y="0"/>
                  <a:pt x="605" y="0"/>
                  <a:pt x="605" y="0"/>
                </a:cubicBezTo>
                <a:cubicBezTo>
                  <a:pt x="604" y="0"/>
                  <a:pt x="603" y="0"/>
                  <a:pt x="6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2" name="Freeform 939"/>
          <p:cNvSpPr>
            <a:spLocks/>
          </p:cNvSpPr>
          <p:nvPr/>
        </p:nvSpPr>
        <p:spPr bwMode="auto">
          <a:xfrm>
            <a:off x="14915379" y="632936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3" name="Freeform 940"/>
          <p:cNvSpPr>
            <a:spLocks noEditPoints="1"/>
          </p:cNvSpPr>
          <p:nvPr/>
        </p:nvSpPr>
        <p:spPr bwMode="auto">
          <a:xfrm>
            <a:off x="14897917" y="63134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4" name="Freeform 941"/>
          <p:cNvSpPr>
            <a:spLocks/>
          </p:cNvSpPr>
          <p:nvPr/>
        </p:nvSpPr>
        <p:spPr bwMode="auto">
          <a:xfrm>
            <a:off x="14483579" y="6637338"/>
            <a:ext cx="169863" cy="152400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5" name="Freeform 942"/>
          <p:cNvSpPr>
            <a:spLocks/>
          </p:cNvSpPr>
          <p:nvPr/>
        </p:nvSpPr>
        <p:spPr bwMode="auto">
          <a:xfrm>
            <a:off x="15463067" y="62722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6" name="Freeform 943"/>
          <p:cNvSpPr>
            <a:spLocks/>
          </p:cNvSpPr>
          <p:nvPr/>
        </p:nvSpPr>
        <p:spPr bwMode="auto">
          <a:xfrm>
            <a:off x="14418492" y="6818313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6 w 41"/>
              <a:gd name="T5" fmla="*/ 30 h 37"/>
              <a:gd name="T6" fmla="*/ 8 w 41"/>
              <a:gd name="T7" fmla="*/ 32 h 37"/>
              <a:gd name="T8" fmla="*/ 9 w 41"/>
              <a:gd name="T9" fmla="*/ 33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2"/>
                  <a:pt x="0" y="23"/>
                  <a:pt x="6" y="30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2"/>
                  <a:pt x="9" y="33"/>
                  <a:pt x="9" y="33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7" name="Freeform 944"/>
          <p:cNvSpPr>
            <a:spLocks noEditPoints="1"/>
          </p:cNvSpPr>
          <p:nvPr/>
        </p:nvSpPr>
        <p:spPr bwMode="auto">
          <a:xfrm>
            <a:off x="14645504" y="6362700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8" name="Freeform 945"/>
          <p:cNvSpPr>
            <a:spLocks noEditPoints="1"/>
          </p:cNvSpPr>
          <p:nvPr/>
        </p:nvSpPr>
        <p:spPr bwMode="auto">
          <a:xfrm>
            <a:off x="14629629" y="6346825"/>
            <a:ext cx="268288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9" name="Freeform 946"/>
          <p:cNvSpPr>
            <a:spLocks/>
          </p:cNvSpPr>
          <p:nvPr/>
        </p:nvSpPr>
        <p:spPr bwMode="auto">
          <a:xfrm>
            <a:off x="14678842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0" name="Freeform 947"/>
          <p:cNvSpPr>
            <a:spLocks noEditPoints="1"/>
          </p:cNvSpPr>
          <p:nvPr/>
        </p:nvSpPr>
        <p:spPr bwMode="auto">
          <a:xfrm>
            <a:off x="10616429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1" name="Freeform 948"/>
          <p:cNvSpPr>
            <a:spLocks noEditPoints="1"/>
          </p:cNvSpPr>
          <p:nvPr/>
        </p:nvSpPr>
        <p:spPr bwMode="auto">
          <a:xfrm>
            <a:off x="10600554" y="6151563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2" name="Freeform 949"/>
          <p:cNvSpPr>
            <a:spLocks/>
          </p:cNvSpPr>
          <p:nvPr/>
        </p:nvSpPr>
        <p:spPr bwMode="auto">
          <a:xfrm>
            <a:off x="10649767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3" name="Freeform 950"/>
          <p:cNvSpPr>
            <a:spLocks noEditPoints="1"/>
          </p:cNvSpPr>
          <p:nvPr/>
        </p:nvSpPr>
        <p:spPr bwMode="auto">
          <a:xfrm>
            <a:off x="9936979" y="6565900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4" name="Freeform 951"/>
          <p:cNvSpPr>
            <a:spLocks noEditPoints="1"/>
          </p:cNvSpPr>
          <p:nvPr/>
        </p:nvSpPr>
        <p:spPr bwMode="auto">
          <a:xfrm>
            <a:off x="9921104" y="6550025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5" name="Freeform 952"/>
          <p:cNvSpPr>
            <a:spLocks/>
          </p:cNvSpPr>
          <p:nvPr/>
        </p:nvSpPr>
        <p:spPr bwMode="auto">
          <a:xfrm>
            <a:off x="9970317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6" name="Freeform 953"/>
          <p:cNvSpPr>
            <a:spLocks noEditPoints="1"/>
          </p:cNvSpPr>
          <p:nvPr/>
        </p:nvSpPr>
        <p:spPr bwMode="auto">
          <a:xfrm>
            <a:off x="12046767" y="461803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9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5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49" y="49"/>
                  <a:pt x="49" y="49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7" name="Freeform 954"/>
          <p:cNvSpPr>
            <a:spLocks noEditPoints="1"/>
          </p:cNvSpPr>
          <p:nvPr/>
        </p:nvSpPr>
        <p:spPr bwMode="auto">
          <a:xfrm>
            <a:off x="12030892" y="4600575"/>
            <a:ext cx="268288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3 h 65"/>
              <a:gd name="T6" fmla="*/ 13 w 65"/>
              <a:gd name="T7" fmla="*/ 13 h 65"/>
              <a:gd name="T8" fmla="*/ 33 w 65"/>
              <a:gd name="T9" fmla="*/ 4 h 65"/>
              <a:gd name="T10" fmla="*/ 53 w 65"/>
              <a:gd name="T11" fmla="*/ 13 h 65"/>
              <a:gd name="T12" fmla="*/ 61 w 65"/>
              <a:gd name="T13" fmla="*/ 33 h 65"/>
              <a:gd name="T14" fmla="*/ 53 w 65"/>
              <a:gd name="T15" fmla="*/ 53 h 65"/>
              <a:gd name="T16" fmla="*/ 53 w 65"/>
              <a:gd name="T17" fmla="*/ 53 h 65"/>
              <a:gd name="T18" fmla="*/ 33 w 65"/>
              <a:gd name="T19" fmla="*/ 61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0 w 65"/>
              <a:gd name="T27" fmla="*/ 33 h 65"/>
              <a:gd name="T28" fmla="*/ 10 w 65"/>
              <a:gd name="T29" fmla="*/ 55 h 65"/>
              <a:gd name="T30" fmla="*/ 33 w 65"/>
              <a:gd name="T31" fmla="*/ 65 h 65"/>
              <a:gd name="T32" fmla="*/ 33 w 65"/>
              <a:gd name="T33" fmla="*/ 65 h 65"/>
              <a:gd name="T34" fmla="*/ 56 w 65"/>
              <a:gd name="T35" fmla="*/ 55 h 65"/>
              <a:gd name="T36" fmla="*/ 56 w 65"/>
              <a:gd name="T37" fmla="*/ 55 h 65"/>
              <a:gd name="T38" fmla="*/ 65 w 65"/>
              <a:gd name="T39" fmla="*/ 33 h 65"/>
              <a:gd name="T40" fmla="*/ 63 w 65"/>
              <a:gd name="T41" fmla="*/ 21 h 65"/>
              <a:gd name="T42" fmla="*/ 61 w 65"/>
              <a:gd name="T43" fmla="*/ 17 h 65"/>
              <a:gd name="T44" fmla="*/ 56 w 65"/>
              <a:gd name="T45" fmla="*/ 10 h 65"/>
              <a:gd name="T46" fmla="*/ 50 w 65"/>
              <a:gd name="T47" fmla="*/ 5 h 65"/>
              <a:gd name="T48" fmla="*/ 46 w 65"/>
              <a:gd name="T49" fmla="*/ 3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4" y="16"/>
                  <a:pt x="0" y="24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9"/>
                  <a:pt x="64" y="25"/>
                  <a:pt x="63" y="21"/>
                </a:cubicBezTo>
                <a:cubicBezTo>
                  <a:pt x="62" y="20"/>
                  <a:pt x="62" y="18"/>
                  <a:pt x="61" y="17"/>
                </a:cubicBezTo>
                <a:cubicBezTo>
                  <a:pt x="60" y="14"/>
                  <a:pt x="58" y="12"/>
                  <a:pt x="56" y="10"/>
                </a:cubicBezTo>
                <a:cubicBezTo>
                  <a:pt x="54" y="8"/>
                  <a:pt x="52" y="7"/>
                  <a:pt x="50" y="5"/>
                </a:cubicBezTo>
                <a:cubicBezTo>
                  <a:pt x="49" y="5"/>
                  <a:pt x="48" y="4"/>
                  <a:pt x="46" y="3"/>
                </a:cubicBezTo>
                <a:cubicBezTo>
                  <a:pt x="42" y="1"/>
                  <a:pt x="37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8" name="Freeform 955"/>
          <p:cNvSpPr>
            <a:spLocks/>
          </p:cNvSpPr>
          <p:nvPr/>
        </p:nvSpPr>
        <p:spPr bwMode="auto">
          <a:xfrm>
            <a:off x="12080104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9" name="Freeform 956"/>
          <p:cNvSpPr>
            <a:spLocks noEditPoints="1"/>
          </p:cNvSpPr>
          <p:nvPr/>
        </p:nvSpPr>
        <p:spPr bwMode="auto">
          <a:xfrm>
            <a:off x="12183292" y="1665288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10" name="Freeform 957"/>
          <p:cNvSpPr>
            <a:spLocks noEditPoints="1"/>
          </p:cNvSpPr>
          <p:nvPr/>
        </p:nvSpPr>
        <p:spPr bwMode="auto">
          <a:xfrm>
            <a:off x="12167417" y="1649413"/>
            <a:ext cx="268288" cy="269875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3 w 65"/>
              <a:gd name="T5" fmla="*/ 12 h 65"/>
              <a:gd name="T6" fmla="*/ 61 w 65"/>
              <a:gd name="T7" fmla="*/ 33 h 65"/>
              <a:gd name="T8" fmla="*/ 53 w 65"/>
              <a:gd name="T9" fmla="*/ 53 h 65"/>
              <a:gd name="T10" fmla="*/ 33 w 65"/>
              <a:gd name="T11" fmla="*/ 61 h 65"/>
              <a:gd name="T12" fmla="*/ 12 w 65"/>
              <a:gd name="T13" fmla="*/ 53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3 w 65"/>
              <a:gd name="T21" fmla="*/ 0 h 65"/>
              <a:gd name="T22" fmla="*/ 32 w 65"/>
              <a:gd name="T23" fmla="*/ 0 h 65"/>
              <a:gd name="T24" fmla="*/ 31 w 65"/>
              <a:gd name="T25" fmla="*/ 0 h 65"/>
              <a:gd name="T26" fmla="*/ 24 w 65"/>
              <a:gd name="T27" fmla="*/ 1 h 65"/>
              <a:gd name="T28" fmla="*/ 20 w 65"/>
              <a:gd name="T29" fmla="*/ 3 h 65"/>
              <a:gd name="T30" fmla="*/ 10 w 65"/>
              <a:gd name="T31" fmla="*/ 10 h 65"/>
              <a:gd name="T32" fmla="*/ 10 w 65"/>
              <a:gd name="T33" fmla="*/ 10 h 65"/>
              <a:gd name="T34" fmla="*/ 0 w 65"/>
              <a:gd name="T35" fmla="*/ 32 h 65"/>
              <a:gd name="T36" fmla="*/ 10 w 65"/>
              <a:gd name="T37" fmla="*/ 55 h 65"/>
              <a:gd name="T38" fmla="*/ 32 w 65"/>
              <a:gd name="T39" fmla="*/ 65 h 65"/>
              <a:gd name="T40" fmla="*/ 33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5 w 65"/>
              <a:gd name="T49" fmla="*/ 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3" y="0"/>
                </a:moveTo>
                <a:cubicBezTo>
                  <a:pt x="33" y="0"/>
                  <a:pt x="33" y="0"/>
                  <a:pt x="32" y="0"/>
                </a:cubicBezTo>
                <a:cubicBezTo>
                  <a:pt x="32" y="0"/>
                  <a:pt x="32" y="0"/>
                  <a:pt x="31" y="0"/>
                </a:cubicBezTo>
                <a:cubicBezTo>
                  <a:pt x="29" y="0"/>
                  <a:pt x="26" y="1"/>
                  <a:pt x="24" y="1"/>
                </a:cubicBezTo>
                <a:cubicBezTo>
                  <a:pt x="22" y="2"/>
                  <a:pt x="21" y="2"/>
                  <a:pt x="20" y="3"/>
                </a:cubicBezTo>
                <a:cubicBezTo>
                  <a:pt x="16" y="4"/>
                  <a:pt x="13" y="7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50" y="4"/>
                  <a:pt x="43" y="1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11" name="Freeform 958"/>
          <p:cNvSpPr>
            <a:spLocks/>
          </p:cNvSpPr>
          <p:nvPr/>
        </p:nvSpPr>
        <p:spPr bwMode="auto">
          <a:xfrm>
            <a:off x="12216629" y="1706563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12" name="Freeform 959"/>
          <p:cNvSpPr>
            <a:spLocks noEditPoints="1"/>
          </p:cNvSpPr>
          <p:nvPr/>
        </p:nvSpPr>
        <p:spPr bwMode="auto">
          <a:xfrm>
            <a:off x="14691542" y="93663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4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2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13" name="Freeform 960"/>
          <p:cNvSpPr>
            <a:spLocks noEditPoints="1"/>
          </p:cNvSpPr>
          <p:nvPr/>
        </p:nvSpPr>
        <p:spPr bwMode="auto">
          <a:xfrm>
            <a:off x="14674079" y="77788"/>
            <a:ext cx="269875" cy="269875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3 h 65"/>
              <a:gd name="T10" fmla="*/ 33 w 65"/>
              <a:gd name="T11" fmla="*/ 61 h 65"/>
              <a:gd name="T12" fmla="*/ 13 w 65"/>
              <a:gd name="T13" fmla="*/ 53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10 w 65"/>
              <a:gd name="T27" fmla="*/ 10 h 65"/>
              <a:gd name="T28" fmla="*/ 2 w 65"/>
              <a:gd name="T29" fmla="*/ 24 h 65"/>
              <a:gd name="T30" fmla="*/ 1 w 65"/>
              <a:gd name="T31" fmla="*/ 28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6 w 65"/>
              <a:gd name="T41" fmla="*/ 55 h 65"/>
              <a:gd name="T42" fmla="*/ 65 w 65"/>
              <a:gd name="T43" fmla="*/ 32 h 65"/>
              <a:gd name="T44" fmla="*/ 56 w 65"/>
              <a:gd name="T45" fmla="*/ 1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6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3" y="19"/>
                  <a:pt x="2" y="24"/>
                </a:cubicBezTo>
                <a:cubicBezTo>
                  <a:pt x="1" y="25"/>
                  <a:pt x="1" y="27"/>
                  <a:pt x="1" y="28"/>
                </a:cubicBezTo>
                <a:cubicBezTo>
                  <a:pt x="1" y="29"/>
                  <a:pt x="0" y="31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5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14" name="Freeform 961"/>
          <p:cNvSpPr>
            <a:spLocks/>
          </p:cNvSpPr>
          <p:nvPr/>
        </p:nvSpPr>
        <p:spPr bwMode="auto">
          <a:xfrm>
            <a:off x="14724879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15" name="Freeform 962"/>
          <p:cNvSpPr>
            <a:spLocks noEditPoints="1"/>
          </p:cNvSpPr>
          <p:nvPr/>
        </p:nvSpPr>
        <p:spPr bwMode="auto">
          <a:xfrm>
            <a:off x="11105379" y="3005138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16" name="Freeform 963"/>
          <p:cNvSpPr>
            <a:spLocks noEditPoints="1"/>
          </p:cNvSpPr>
          <p:nvPr/>
        </p:nvSpPr>
        <p:spPr bwMode="auto">
          <a:xfrm>
            <a:off x="11089504" y="2987675"/>
            <a:ext cx="269875" cy="266700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9 w 65"/>
              <a:gd name="T29" fmla="*/ 9 h 64"/>
              <a:gd name="T30" fmla="*/ 9 w 65"/>
              <a:gd name="T31" fmla="*/ 9 h 64"/>
              <a:gd name="T32" fmla="*/ 9 w 65"/>
              <a:gd name="T33" fmla="*/ 9 h 64"/>
              <a:gd name="T34" fmla="*/ 0 w 65"/>
              <a:gd name="T35" fmla="*/ 32 h 64"/>
              <a:gd name="T36" fmla="*/ 9 w 65"/>
              <a:gd name="T37" fmla="*/ 55 h 64"/>
              <a:gd name="T38" fmla="*/ 32 w 65"/>
              <a:gd name="T39" fmla="*/ 64 h 64"/>
              <a:gd name="T40" fmla="*/ 32 w 65"/>
              <a:gd name="T41" fmla="*/ 64 h 64"/>
              <a:gd name="T42" fmla="*/ 55 w 65"/>
              <a:gd name="T43" fmla="*/ 55 h 64"/>
              <a:gd name="T44" fmla="*/ 63 w 65"/>
              <a:gd name="T45" fmla="*/ 41 h 64"/>
              <a:gd name="T46" fmla="*/ 64 w 65"/>
              <a:gd name="T47" fmla="*/ 37 h 64"/>
              <a:gd name="T48" fmla="*/ 65 w 65"/>
              <a:gd name="T49" fmla="*/ 32 h 64"/>
              <a:gd name="T50" fmla="*/ 65 w 65"/>
              <a:gd name="T51" fmla="*/ 31 h 64"/>
              <a:gd name="T52" fmla="*/ 64 w 65"/>
              <a:gd name="T53" fmla="*/ 27 h 64"/>
              <a:gd name="T54" fmla="*/ 55 w 65"/>
              <a:gd name="T55" fmla="*/ 9 h 64"/>
              <a:gd name="T56" fmla="*/ 32 w 65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9" y="51"/>
                  <a:pt x="62" y="46"/>
                  <a:pt x="63" y="41"/>
                </a:cubicBezTo>
                <a:cubicBezTo>
                  <a:pt x="64" y="40"/>
                  <a:pt x="64" y="39"/>
                  <a:pt x="64" y="37"/>
                </a:cubicBezTo>
                <a:cubicBezTo>
                  <a:pt x="64" y="36"/>
                  <a:pt x="65" y="34"/>
                  <a:pt x="65" y="32"/>
                </a:cubicBezTo>
                <a:cubicBezTo>
                  <a:pt x="65" y="32"/>
                  <a:pt x="65" y="31"/>
                  <a:pt x="65" y="31"/>
                </a:cubicBezTo>
                <a:cubicBezTo>
                  <a:pt x="65" y="30"/>
                  <a:pt x="64" y="28"/>
                  <a:pt x="64" y="27"/>
                </a:cubicBezTo>
                <a:cubicBezTo>
                  <a:pt x="63" y="20"/>
                  <a:pt x="60" y="14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17" name="Freeform 964"/>
          <p:cNvSpPr>
            <a:spLocks/>
          </p:cNvSpPr>
          <p:nvPr/>
        </p:nvSpPr>
        <p:spPr bwMode="auto">
          <a:xfrm>
            <a:off x="1113871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18" name="椭圆 1338"/>
          <p:cNvSpPr/>
          <p:nvPr/>
        </p:nvSpPr>
        <p:spPr>
          <a:xfrm>
            <a:off x="8999353" y="59374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19" name="椭圆 1339"/>
          <p:cNvSpPr/>
          <p:nvPr/>
        </p:nvSpPr>
        <p:spPr>
          <a:xfrm>
            <a:off x="9656771" y="837444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20" name="椭圆 1340"/>
          <p:cNvSpPr/>
          <p:nvPr/>
        </p:nvSpPr>
        <p:spPr>
          <a:xfrm>
            <a:off x="9031328" y="20638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zh-CN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35491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4"/>
          <p:cNvGrpSpPr/>
          <p:nvPr/>
        </p:nvGrpSpPr>
        <p:grpSpPr>
          <a:xfrm>
            <a:off x="0" y="707226"/>
            <a:ext cx="3395006" cy="431295"/>
            <a:chOff x="-22274" y="526055"/>
            <a:chExt cx="3395006" cy="431295"/>
          </a:xfrm>
        </p:grpSpPr>
        <p:grpSp>
          <p:nvGrpSpPr>
            <p:cNvPr id="3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8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9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1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4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5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3" name="文本框 6"/>
          <p:cNvSpPr txBox="1"/>
          <p:nvPr/>
        </p:nvSpPr>
        <p:spPr>
          <a:xfrm>
            <a:off x="306327" y="113988"/>
            <a:ext cx="8400049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5T- Operational Trans conductance Amplifier SPECs 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graphicFrame>
        <p:nvGraphicFramePr>
          <p:cNvPr id="19" name="Table 18"/>
          <p:cNvGraphicFramePr>
            <a:graphicFrameLocks noGrp="1"/>
          </p:cNvGraphicFramePr>
          <p:nvPr>
            <p:extLst/>
          </p:nvPr>
        </p:nvGraphicFramePr>
        <p:xfrm>
          <a:off x="0" y="1835851"/>
          <a:ext cx="8936438" cy="5022149"/>
        </p:xfrm>
        <a:graphic>
          <a:graphicData uri="http://schemas.openxmlformats.org/drawingml/2006/table">
            <a:tbl>
              <a:tblPr firstRow="1" bandRow="1">
                <a:tableStyleId>{5202B0CA-FC54-4496-8BCA-5EF66A818D29}</a:tableStyleId>
              </a:tblPr>
              <a:tblGrid>
                <a:gridCol w="61276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3932">
                <a:tc>
                  <a:txBody>
                    <a:bodyPr/>
                    <a:lstStyle/>
                    <a:p>
                      <a:r>
                        <a:rPr lang="en-US" dirty="0" smtClean="0"/>
                        <a:t>The design specifications that need to be achieved are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3692"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 smtClean="0"/>
                        <a:t>Technology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 smtClean="0"/>
                        <a:t>45nm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43692"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 smtClean="0"/>
                        <a:t>Supply Voltage 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 smtClean="0"/>
                        <a:t>1.2 V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43692">
                <a:tc>
                  <a:txBody>
                    <a:bodyPr/>
                    <a:lstStyle/>
                    <a:p>
                      <a:r>
                        <a:rPr lang="nl-NL" b="1" dirty="0" smtClean="0"/>
                        <a:t>Open loop DC voltage gain 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&gt;= 30dB 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43692">
                <a:tc>
                  <a:txBody>
                    <a:bodyPr/>
                    <a:lstStyle/>
                    <a:p>
                      <a:r>
                        <a:rPr lang="en-US" b="1" dirty="0" smtClean="0"/>
                        <a:t>CMRR @ DC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&gt;= 74dB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43692">
                <a:tc>
                  <a:txBody>
                    <a:bodyPr/>
                    <a:lstStyle/>
                    <a:p>
                      <a:r>
                        <a:rPr lang="en-US" b="1" dirty="0" smtClean="0"/>
                        <a:t>Phase margin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&gt;= 70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43692">
                <a:tc>
                  <a:txBody>
                    <a:bodyPr/>
                    <a:lstStyle/>
                    <a:p>
                      <a:r>
                        <a:rPr lang="en-US" b="1" dirty="0" smtClean="0"/>
                        <a:t>Load Capacitor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5pF 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70397"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 smtClean="0"/>
                        <a:t>OTA current consumption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 smtClean="0"/>
                        <a:t>&lt;= 20uA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75386"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 smtClean="0"/>
                        <a:t>CM input range – low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 smtClean="0"/>
                        <a:t>&lt;= 0.6V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43692">
                <a:tc>
                  <a:txBody>
                    <a:bodyPr/>
                    <a:lstStyle/>
                    <a:p>
                      <a:r>
                        <a:rPr lang="en-US" b="1" dirty="0" smtClean="0"/>
                        <a:t>CM input range – high 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&gt;= 1V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1659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GBW 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&gt;= 5MHz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5" name="Freeform 652"/>
          <p:cNvSpPr>
            <a:spLocks/>
          </p:cNvSpPr>
          <p:nvPr/>
        </p:nvSpPr>
        <p:spPr bwMode="auto">
          <a:xfrm>
            <a:off x="12499206" y="-331788"/>
            <a:ext cx="169863" cy="152400"/>
          </a:xfrm>
          <a:custGeom>
            <a:avLst/>
            <a:gdLst>
              <a:gd name="T0" fmla="*/ 19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3 w 41"/>
              <a:gd name="T13" fmla="*/ 0 h 37"/>
              <a:gd name="T14" fmla="*/ 23 w 41"/>
              <a:gd name="T15" fmla="*/ 20 h 37"/>
              <a:gd name="T16" fmla="*/ 19 w 41"/>
              <a:gd name="T17" fmla="*/ 20 h 37"/>
              <a:gd name="T18" fmla="*/ 19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19" y="0"/>
                </a:moveTo>
                <a:cubicBezTo>
                  <a:pt x="15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2"/>
                  <a:pt x="27" y="0"/>
                  <a:pt x="23" y="0"/>
                </a:cubicBezTo>
                <a:cubicBezTo>
                  <a:pt x="23" y="20"/>
                  <a:pt x="23" y="20"/>
                  <a:pt x="23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0"/>
                  <a:pt x="19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" name="Freeform 653"/>
          <p:cNvSpPr>
            <a:spLocks/>
          </p:cNvSpPr>
          <p:nvPr/>
        </p:nvSpPr>
        <p:spPr bwMode="auto">
          <a:xfrm>
            <a:off x="12203931" y="-1165227"/>
            <a:ext cx="161925" cy="152400"/>
          </a:xfrm>
          <a:custGeom>
            <a:avLst/>
            <a:gdLst>
              <a:gd name="T0" fmla="*/ 21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19 h 37"/>
              <a:gd name="T12" fmla="*/ 23 w 39"/>
              <a:gd name="T13" fmla="*/ 19 h 37"/>
              <a:gd name="T14" fmla="*/ 23 w 39"/>
              <a:gd name="T15" fmla="*/ 15 h 37"/>
              <a:gd name="T16" fmla="*/ 39 w 39"/>
              <a:gd name="T17" fmla="*/ 15 h 37"/>
              <a:gd name="T18" fmla="*/ 34 w 39"/>
              <a:gd name="T19" fmla="*/ 5 h 37"/>
              <a:gd name="T20" fmla="*/ 21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4"/>
                  <a:pt x="39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5"/>
                  <a:pt x="23" y="15"/>
                  <a:pt x="23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8" y="11"/>
                  <a:pt x="37" y="8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" name="Freeform 654"/>
          <p:cNvSpPr>
            <a:spLocks/>
          </p:cNvSpPr>
          <p:nvPr/>
        </p:nvSpPr>
        <p:spPr bwMode="auto">
          <a:xfrm>
            <a:off x="12638906" y="-4762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26 w 39"/>
              <a:gd name="T13" fmla="*/ 18 h 37"/>
              <a:gd name="T14" fmla="*/ 26 w 39"/>
              <a:gd name="T15" fmla="*/ 14 h 37"/>
              <a:gd name="T16" fmla="*/ 38 w 39"/>
              <a:gd name="T17" fmla="*/ 14 h 37"/>
              <a:gd name="T18" fmla="*/ 34 w 39"/>
              <a:gd name="T19" fmla="*/ 5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4"/>
                  <a:pt x="26" y="14"/>
                  <a:pt x="26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" name="Freeform 655"/>
          <p:cNvSpPr>
            <a:spLocks/>
          </p:cNvSpPr>
          <p:nvPr/>
        </p:nvSpPr>
        <p:spPr bwMode="auto">
          <a:xfrm>
            <a:off x="10446567" y="2138367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27 w 41"/>
              <a:gd name="T13" fmla="*/ 14 h 38"/>
              <a:gd name="T14" fmla="*/ 24 w 41"/>
              <a:gd name="T15" fmla="*/ 12 h 38"/>
              <a:gd name="T16" fmla="*/ 32 w 41"/>
              <a:gd name="T17" fmla="*/ 4 h 38"/>
              <a:gd name="T18" fmla="*/ 20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27" y="14"/>
                  <a:pt x="27" y="14"/>
                  <a:pt x="27" y="14"/>
                </a:cubicBezTo>
                <a:cubicBezTo>
                  <a:pt x="24" y="12"/>
                  <a:pt x="24" y="12"/>
                  <a:pt x="24" y="12"/>
                </a:cubicBezTo>
                <a:cubicBezTo>
                  <a:pt x="32" y="4"/>
                  <a:pt x="32" y="4"/>
                  <a:pt x="32" y="4"/>
                </a:cubicBezTo>
                <a:cubicBezTo>
                  <a:pt x="28" y="2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" name="Freeform 656"/>
          <p:cNvSpPr>
            <a:spLocks/>
          </p:cNvSpPr>
          <p:nvPr/>
        </p:nvSpPr>
        <p:spPr bwMode="auto">
          <a:xfrm>
            <a:off x="11678468" y="3702057"/>
            <a:ext cx="169863" cy="152400"/>
          </a:xfrm>
          <a:custGeom>
            <a:avLst/>
            <a:gdLst>
              <a:gd name="T0" fmla="*/ 20 w 41"/>
              <a:gd name="T1" fmla="*/ 0 h 37"/>
              <a:gd name="T2" fmla="*/ 21 w 41"/>
              <a:gd name="T3" fmla="*/ 15 h 37"/>
              <a:gd name="T4" fmla="*/ 17 w 41"/>
              <a:gd name="T5" fmla="*/ 15 h 37"/>
              <a:gd name="T6" fmla="*/ 16 w 41"/>
              <a:gd name="T7" fmla="*/ 0 h 37"/>
              <a:gd name="T8" fmla="*/ 7 w 41"/>
              <a:gd name="T9" fmla="*/ 5 h 37"/>
              <a:gd name="T10" fmla="*/ 7 w 41"/>
              <a:gd name="T11" fmla="*/ 32 h 37"/>
              <a:gd name="T12" fmla="*/ 20 w 41"/>
              <a:gd name="T13" fmla="*/ 37 h 37"/>
              <a:gd name="T14" fmla="*/ 34 w 41"/>
              <a:gd name="T15" fmla="*/ 32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1" y="15"/>
                  <a:pt x="21" y="15"/>
                  <a:pt x="21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6" y="0"/>
                  <a:pt x="16" y="0"/>
                  <a:pt x="16" y="0"/>
                </a:cubicBezTo>
                <a:cubicBezTo>
                  <a:pt x="13" y="1"/>
                  <a:pt x="10" y="3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" name="Freeform 657"/>
          <p:cNvSpPr>
            <a:spLocks/>
          </p:cNvSpPr>
          <p:nvPr/>
        </p:nvSpPr>
        <p:spPr bwMode="auto">
          <a:xfrm>
            <a:off x="11433993" y="1930404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5 w 40"/>
              <a:gd name="T13" fmla="*/ 0 h 37"/>
              <a:gd name="T14" fmla="*/ 25 w 40"/>
              <a:gd name="T15" fmla="*/ 23 h 37"/>
              <a:gd name="T16" fmla="*/ 21 w 40"/>
              <a:gd name="T17" fmla="*/ 23 h 37"/>
              <a:gd name="T18" fmla="*/ 21 w 40"/>
              <a:gd name="T19" fmla="*/ 0 h 37"/>
              <a:gd name="T20" fmla="*/ 20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1" y="3"/>
                  <a:pt x="28" y="1"/>
                  <a:pt x="25" y="0"/>
                </a:cubicBezTo>
                <a:cubicBezTo>
                  <a:pt x="25" y="23"/>
                  <a:pt x="25" y="23"/>
                  <a:pt x="25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" name="Freeform 658"/>
          <p:cNvSpPr>
            <a:spLocks/>
          </p:cNvSpPr>
          <p:nvPr/>
        </p:nvSpPr>
        <p:spPr bwMode="auto">
          <a:xfrm>
            <a:off x="11081568" y="2374905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6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2 h 37"/>
              <a:gd name="T12" fmla="*/ 18 w 39"/>
              <a:gd name="T13" fmla="*/ 22 h 37"/>
              <a:gd name="T14" fmla="*/ 18 w 39"/>
              <a:gd name="T15" fmla="*/ 18 h 37"/>
              <a:gd name="T16" fmla="*/ 39 w 39"/>
              <a:gd name="T17" fmla="*/ 18 h 37"/>
              <a:gd name="T18" fmla="*/ 33 w 39"/>
              <a:gd name="T19" fmla="*/ 6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36" y="29"/>
                  <a:pt x="38" y="26"/>
                  <a:pt x="39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18"/>
                  <a:pt x="18" y="18"/>
                  <a:pt x="18" y="18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13"/>
                  <a:pt x="37" y="9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" name="Freeform 660"/>
          <p:cNvSpPr>
            <a:spLocks/>
          </p:cNvSpPr>
          <p:nvPr/>
        </p:nvSpPr>
        <p:spPr bwMode="auto">
          <a:xfrm>
            <a:off x="10956155" y="2524130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" name="Freeform 661"/>
          <p:cNvSpPr>
            <a:spLocks noEditPoints="1"/>
          </p:cNvSpPr>
          <p:nvPr/>
        </p:nvSpPr>
        <p:spPr bwMode="auto">
          <a:xfrm>
            <a:off x="10940280" y="250666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8 w 41"/>
              <a:gd name="T13" fmla="*/ 32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5 w 41"/>
              <a:gd name="T41" fmla="*/ 6 h 41"/>
              <a:gd name="T42" fmla="*/ 20 w 41"/>
              <a:gd name="T4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" name="Freeform 664"/>
          <p:cNvSpPr>
            <a:spLocks/>
          </p:cNvSpPr>
          <p:nvPr/>
        </p:nvSpPr>
        <p:spPr bwMode="auto">
          <a:xfrm>
            <a:off x="10703743" y="2560643"/>
            <a:ext cx="169863" cy="158750"/>
          </a:xfrm>
          <a:custGeom>
            <a:avLst/>
            <a:gdLst>
              <a:gd name="T0" fmla="*/ 21 w 41"/>
              <a:gd name="T1" fmla="*/ 0 h 38"/>
              <a:gd name="T2" fmla="*/ 19 w 41"/>
              <a:gd name="T3" fmla="*/ 0 h 38"/>
              <a:gd name="T4" fmla="*/ 20 w 41"/>
              <a:gd name="T5" fmla="*/ 23 h 38"/>
              <a:gd name="T6" fmla="*/ 16 w 41"/>
              <a:gd name="T7" fmla="*/ 23 h 38"/>
              <a:gd name="T8" fmla="*/ 15 w 41"/>
              <a:gd name="T9" fmla="*/ 1 h 38"/>
              <a:gd name="T10" fmla="*/ 7 w 41"/>
              <a:gd name="T11" fmla="*/ 6 h 38"/>
              <a:gd name="T12" fmla="*/ 7 w 41"/>
              <a:gd name="T13" fmla="*/ 32 h 38"/>
              <a:gd name="T14" fmla="*/ 21 w 41"/>
              <a:gd name="T15" fmla="*/ 38 h 38"/>
              <a:gd name="T16" fmla="*/ 34 w 41"/>
              <a:gd name="T17" fmla="*/ 32 h 38"/>
              <a:gd name="T18" fmla="*/ 34 w 41"/>
              <a:gd name="T19" fmla="*/ 6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20" y="0"/>
                  <a:pt x="20" y="0"/>
                  <a:pt x="19" y="0"/>
                </a:cubicBezTo>
                <a:cubicBezTo>
                  <a:pt x="20" y="23"/>
                  <a:pt x="20" y="23"/>
                  <a:pt x="20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1"/>
                  <a:pt x="15" y="1"/>
                  <a:pt x="15" y="1"/>
                </a:cubicBezTo>
                <a:cubicBezTo>
                  <a:pt x="12" y="2"/>
                  <a:pt x="10" y="4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" name="Freeform 666"/>
          <p:cNvSpPr>
            <a:spLocks/>
          </p:cNvSpPr>
          <p:nvPr/>
        </p:nvSpPr>
        <p:spPr bwMode="auto">
          <a:xfrm>
            <a:off x="10716443" y="1636716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4 h 37"/>
              <a:gd name="T14" fmla="*/ 19 w 41"/>
              <a:gd name="T15" fmla="*/ 17 h 37"/>
              <a:gd name="T16" fmla="*/ 16 w 41"/>
              <a:gd name="T17" fmla="*/ 14 h 37"/>
              <a:gd name="T18" fmla="*/ 28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3" y="5"/>
                  <a:pt x="32" y="4"/>
                  <a:pt x="32" y="4"/>
                </a:cubicBezTo>
                <a:cubicBezTo>
                  <a:pt x="19" y="17"/>
                  <a:pt x="19" y="17"/>
                  <a:pt x="19" y="17"/>
                </a:cubicBezTo>
                <a:cubicBezTo>
                  <a:pt x="16" y="14"/>
                  <a:pt x="16" y="14"/>
                  <a:pt x="16" y="14"/>
                </a:cubicBezTo>
                <a:cubicBezTo>
                  <a:pt x="28" y="1"/>
                  <a:pt x="28" y="1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" name="Freeform 667"/>
          <p:cNvSpPr>
            <a:spLocks/>
          </p:cNvSpPr>
          <p:nvPr/>
        </p:nvSpPr>
        <p:spPr bwMode="auto">
          <a:xfrm>
            <a:off x="9286105" y="-26193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0 w 41"/>
              <a:gd name="T13" fmla="*/ 3 h 37"/>
              <a:gd name="T14" fmla="*/ 30 w 41"/>
              <a:gd name="T15" fmla="*/ 7 h 37"/>
              <a:gd name="T16" fmla="*/ 26 w 41"/>
              <a:gd name="T17" fmla="*/ 7 h 37"/>
              <a:gd name="T18" fmla="*/ 26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3"/>
                  <a:pt x="30" y="3"/>
                </a:cubicBezTo>
                <a:cubicBezTo>
                  <a:pt x="30" y="7"/>
                  <a:pt x="30" y="7"/>
                  <a:pt x="30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1"/>
                  <a:pt x="26" y="1"/>
                  <a:pt x="26" y="1"/>
                </a:cubicBezTo>
                <a:cubicBezTo>
                  <a:pt x="24" y="0"/>
                  <a:pt x="22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" name="Freeform 668"/>
          <p:cNvSpPr>
            <a:spLocks/>
          </p:cNvSpPr>
          <p:nvPr/>
        </p:nvSpPr>
        <p:spPr bwMode="auto">
          <a:xfrm>
            <a:off x="11172055" y="123826"/>
            <a:ext cx="169863" cy="152400"/>
          </a:xfrm>
          <a:custGeom>
            <a:avLst/>
            <a:gdLst>
              <a:gd name="T0" fmla="*/ 21 w 41"/>
              <a:gd name="T1" fmla="*/ 0 h 37"/>
              <a:gd name="T2" fmla="*/ 20 w 41"/>
              <a:gd name="T3" fmla="*/ 0 h 37"/>
              <a:gd name="T4" fmla="*/ 20 w 41"/>
              <a:gd name="T5" fmla="*/ 22 h 37"/>
              <a:gd name="T6" fmla="*/ 16 w 41"/>
              <a:gd name="T7" fmla="*/ 22 h 37"/>
              <a:gd name="T8" fmla="*/ 16 w 41"/>
              <a:gd name="T9" fmla="*/ 1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22"/>
                  <a:pt x="20" y="22"/>
                  <a:pt x="20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1"/>
                  <a:pt x="16" y="1"/>
                  <a:pt x="16" y="1"/>
                </a:cubicBezTo>
                <a:cubicBezTo>
                  <a:pt x="13" y="2"/>
                  <a:pt x="10" y="3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" name="Freeform 669"/>
          <p:cNvSpPr>
            <a:spLocks/>
          </p:cNvSpPr>
          <p:nvPr/>
        </p:nvSpPr>
        <p:spPr bwMode="auto">
          <a:xfrm>
            <a:off x="14040669" y="2735268"/>
            <a:ext cx="2366963" cy="1293815"/>
          </a:xfrm>
          <a:custGeom>
            <a:avLst/>
            <a:gdLst>
              <a:gd name="T0" fmla="*/ 571 w 571"/>
              <a:gd name="T1" fmla="*/ 0 h 312"/>
              <a:gd name="T2" fmla="*/ 568 w 571"/>
              <a:gd name="T3" fmla="*/ 0 h 312"/>
              <a:gd name="T4" fmla="*/ 568 w 571"/>
              <a:gd name="T5" fmla="*/ 0 h 312"/>
              <a:gd name="T6" fmla="*/ 567 w 571"/>
              <a:gd name="T7" fmla="*/ 0 h 312"/>
              <a:gd name="T8" fmla="*/ 567 w 571"/>
              <a:gd name="T9" fmla="*/ 15 h 312"/>
              <a:gd name="T10" fmla="*/ 521 w 571"/>
              <a:gd name="T11" fmla="*/ 61 h 312"/>
              <a:gd name="T12" fmla="*/ 415 w 571"/>
              <a:gd name="T13" fmla="*/ 64 h 312"/>
              <a:gd name="T14" fmla="*/ 334 w 571"/>
              <a:gd name="T15" fmla="*/ 145 h 312"/>
              <a:gd name="T16" fmla="*/ 247 w 571"/>
              <a:gd name="T17" fmla="*/ 147 h 312"/>
              <a:gd name="T18" fmla="*/ 196 w 571"/>
              <a:gd name="T19" fmla="*/ 198 h 312"/>
              <a:gd name="T20" fmla="*/ 141 w 571"/>
              <a:gd name="T21" fmla="*/ 196 h 312"/>
              <a:gd name="T22" fmla="*/ 29 w 571"/>
              <a:gd name="T23" fmla="*/ 308 h 312"/>
              <a:gd name="T24" fmla="*/ 0 w 571"/>
              <a:gd name="T25" fmla="*/ 307 h 312"/>
              <a:gd name="T26" fmla="*/ 1 w 571"/>
              <a:gd name="T27" fmla="*/ 311 h 312"/>
              <a:gd name="T28" fmla="*/ 31 w 571"/>
              <a:gd name="T29" fmla="*/ 312 h 312"/>
              <a:gd name="T30" fmla="*/ 142 w 571"/>
              <a:gd name="T31" fmla="*/ 200 h 312"/>
              <a:gd name="T32" fmla="*/ 198 w 571"/>
              <a:gd name="T33" fmla="*/ 202 h 312"/>
              <a:gd name="T34" fmla="*/ 249 w 571"/>
              <a:gd name="T35" fmla="*/ 151 h 312"/>
              <a:gd name="T36" fmla="*/ 336 w 571"/>
              <a:gd name="T37" fmla="*/ 149 h 312"/>
              <a:gd name="T38" fmla="*/ 416 w 571"/>
              <a:gd name="T39" fmla="*/ 68 h 312"/>
              <a:gd name="T40" fmla="*/ 522 w 571"/>
              <a:gd name="T41" fmla="*/ 65 h 312"/>
              <a:gd name="T42" fmla="*/ 571 w 571"/>
              <a:gd name="T43" fmla="*/ 17 h 312"/>
              <a:gd name="T44" fmla="*/ 571 w 571"/>
              <a:gd name="T45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71" h="312">
                <a:moveTo>
                  <a:pt x="571" y="0"/>
                </a:moveTo>
                <a:cubicBezTo>
                  <a:pt x="570" y="0"/>
                  <a:pt x="569" y="0"/>
                  <a:pt x="568" y="0"/>
                </a:cubicBezTo>
                <a:cubicBezTo>
                  <a:pt x="568" y="0"/>
                  <a:pt x="568" y="0"/>
                  <a:pt x="568" y="0"/>
                </a:cubicBezTo>
                <a:cubicBezTo>
                  <a:pt x="568" y="0"/>
                  <a:pt x="567" y="0"/>
                  <a:pt x="567" y="0"/>
                </a:cubicBezTo>
                <a:cubicBezTo>
                  <a:pt x="567" y="15"/>
                  <a:pt x="567" y="15"/>
                  <a:pt x="567" y="15"/>
                </a:cubicBezTo>
                <a:cubicBezTo>
                  <a:pt x="521" y="61"/>
                  <a:pt x="521" y="61"/>
                  <a:pt x="521" y="61"/>
                </a:cubicBezTo>
                <a:cubicBezTo>
                  <a:pt x="415" y="64"/>
                  <a:pt x="415" y="64"/>
                  <a:pt x="415" y="64"/>
                </a:cubicBezTo>
                <a:cubicBezTo>
                  <a:pt x="334" y="145"/>
                  <a:pt x="334" y="145"/>
                  <a:pt x="334" y="145"/>
                </a:cubicBezTo>
                <a:cubicBezTo>
                  <a:pt x="247" y="147"/>
                  <a:pt x="247" y="147"/>
                  <a:pt x="247" y="147"/>
                </a:cubicBezTo>
                <a:cubicBezTo>
                  <a:pt x="196" y="198"/>
                  <a:pt x="196" y="198"/>
                  <a:pt x="196" y="198"/>
                </a:cubicBezTo>
                <a:cubicBezTo>
                  <a:pt x="141" y="196"/>
                  <a:pt x="141" y="196"/>
                  <a:pt x="141" y="196"/>
                </a:cubicBezTo>
                <a:cubicBezTo>
                  <a:pt x="29" y="308"/>
                  <a:pt x="29" y="308"/>
                  <a:pt x="29" y="308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309"/>
                  <a:pt x="1" y="310"/>
                  <a:pt x="1" y="311"/>
                </a:cubicBezTo>
                <a:cubicBezTo>
                  <a:pt x="31" y="312"/>
                  <a:pt x="31" y="312"/>
                  <a:pt x="31" y="312"/>
                </a:cubicBezTo>
                <a:cubicBezTo>
                  <a:pt x="142" y="200"/>
                  <a:pt x="142" y="200"/>
                  <a:pt x="142" y="200"/>
                </a:cubicBezTo>
                <a:cubicBezTo>
                  <a:pt x="198" y="202"/>
                  <a:pt x="198" y="202"/>
                  <a:pt x="198" y="202"/>
                </a:cubicBezTo>
                <a:cubicBezTo>
                  <a:pt x="249" y="151"/>
                  <a:pt x="249" y="151"/>
                  <a:pt x="249" y="151"/>
                </a:cubicBezTo>
                <a:cubicBezTo>
                  <a:pt x="336" y="149"/>
                  <a:pt x="336" y="149"/>
                  <a:pt x="336" y="149"/>
                </a:cubicBezTo>
                <a:cubicBezTo>
                  <a:pt x="416" y="68"/>
                  <a:pt x="416" y="68"/>
                  <a:pt x="416" y="68"/>
                </a:cubicBezTo>
                <a:cubicBezTo>
                  <a:pt x="522" y="65"/>
                  <a:pt x="522" y="65"/>
                  <a:pt x="522" y="65"/>
                </a:cubicBezTo>
                <a:cubicBezTo>
                  <a:pt x="571" y="17"/>
                  <a:pt x="571" y="17"/>
                  <a:pt x="571" y="17"/>
                </a:cubicBezTo>
                <a:cubicBezTo>
                  <a:pt x="571" y="0"/>
                  <a:pt x="571" y="0"/>
                  <a:pt x="57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" name="Freeform 670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1" name="Freeform 671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2" name="Freeform 672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3" name="Freeform 673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4" name="Freeform 674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5" name="Freeform 675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6" name="Freeform 676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7" name="Freeform 677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8" name="Freeform 678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9" name="Freeform 679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0" name="Freeform 680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1" name="Freeform 681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2" name="Freeform 682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3" name="Freeform 683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4" name="Freeform 684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5" name="Freeform 685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6" name="Freeform 686"/>
          <p:cNvSpPr>
            <a:spLocks/>
          </p:cNvSpPr>
          <p:nvPr/>
        </p:nvSpPr>
        <p:spPr bwMode="auto">
          <a:xfrm>
            <a:off x="12448406" y="2420942"/>
            <a:ext cx="4440239" cy="2379667"/>
          </a:xfrm>
          <a:custGeom>
            <a:avLst/>
            <a:gdLst>
              <a:gd name="T0" fmla="*/ 1069 w 1071"/>
              <a:gd name="T1" fmla="*/ 0 h 574"/>
              <a:gd name="T2" fmla="*/ 1069 w 1071"/>
              <a:gd name="T3" fmla="*/ 0 h 574"/>
              <a:gd name="T4" fmla="*/ 914 w 1071"/>
              <a:gd name="T5" fmla="*/ 155 h 574"/>
              <a:gd name="T6" fmla="*/ 799 w 1071"/>
              <a:gd name="T7" fmla="*/ 156 h 574"/>
              <a:gd name="T8" fmla="*/ 661 w 1071"/>
              <a:gd name="T9" fmla="*/ 294 h 574"/>
              <a:gd name="T10" fmla="*/ 533 w 1071"/>
              <a:gd name="T11" fmla="*/ 293 h 574"/>
              <a:gd name="T12" fmla="*/ 447 w 1071"/>
              <a:gd name="T13" fmla="*/ 378 h 574"/>
              <a:gd name="T14" fmla="*/ 447 w 1071"/>
              <a:gd name="T15" fmla="*/ 407 h 574"/>
              <a:gd name="T16" fmla="*/ 415 w 1071"/>
              <a:gd name="T17" fmla="*/ 439 h 574"/>
              <a:gd name="T18" fmla="*/ 377 w 1071"/>
              <a:gd name="T19" fmla="*/ 437 h 574"/>
              <a:gd name="T20" fmla="*/ 308 w 1071"/>
              <a:gd name="T21" fmla="*/ 506 h 574"/>
              <a:gd name="T22" fmla="*/ 143 w 1071"/>
              <a:gd name="T23" fmla="*/ 507 h 574"/>
              <a:gd name="T24" fmla="*/ 117 w 1071"/>
              <a:gd name="T25" fmla="*/ 533 h 574"/>
              <a:gd name="T26" fmla="*/ 37 w 1071"/>
              <a:gd name="T27" fmla="*/ 534 h 574"/>
              <a:gd name="T28" fmla="*/ 0 w 1071"/>
              <a:gd name="T29" fmla="*/ 571 h 574"/>
              <a:gd name="T30" fmla="*/ 2 w 1071"/>
              <a:gd name="T31" fmla="*/ 574 h 574"/>
              <a:gd name="T32" fmla="*/ 39 w 1071"/>
              <a:gd name="T33" fmla="*/ 538 h 574"/>
              <a:gd name="T34" fmla="*/ 119 w 1071"/>
              <a:gd name="T35" fmla="*/ 537 h 574"/>
              <a:gd name="T36" fmla="*/ 144 w 1071"/>
              <a:gd name="T37" fmla="*/ 511 h 574"/>
              <a:gd name="T38" fmla="*/ 310 w 1071"/>
              <a:gd name="T39" fmla="*/ 510 h 574"/>
              <a:gd name="T40" fmla="*/ 379 w 1071"/>
              <a:gd name="T41" fmla="*/ 441 h 574"/>
              <a:gd name="T42" fmla="*/ 416 w 1071"/>
              <a:gd name="T43" fmla="*/ 443 h 574"/>
              <a:gd name="T44" fmla="*/ 450 w 1071"/>
              <a:gd name="T45" fmla="*/ 409 h 574"/>
              <a:gd name="T46" fmla="*/ 451 w 1071"/>
              <a:gd name="T47" fmla="*/ 380 h 574"/>
              <a:gd name="T48" fmla="*/ 534 w 1071"/>
              <a:gd name="T49" fmla="*/ 297 h 574"/>
              <a:gd name="T50" fmla="*/ 663 w 1071"/>
              <a:gd name="T51" fmla="*/ 298 h 574"/>
              <a:gd name="T52" fmla="*/ 801 w 1071"/>
              <a:gd name="T53" fmla="*/ 160 h 574"/>
              <a:gd name="T54" fmla="*/ 915 w 1071"/>
              <a:gd name="T55" fmla="*/ 159 h 574"/>
              <a:gd name="T56" fmla="*/ 1071 w 1071"/>
              <a:gd name="T57" fmla="*/ 3 h 574"/>
              <a:gd name="T58" fmla="*/ 1069 w 1071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1" h="574">
                <a:moveTo>
                  <a:pt x="1069" y="0"/>
                </a:moveTo>
                <a:cubicBezTo>
                  <a:pt x="1069" y="0"/>
                  <a:pt x="1069" y="0"/>
                  <a:pt x="1069" y="0"/>
                </a:cubicBezTo>
                <a:cubicBezTo>
                  <a:pt x="914" y="155"/>
                  <a:pt x="914" y="155"/>
                  <a:pt x="914" y="155"/>
                </a:cubicBezTo>
                <a:cubicBezTo>
                  <a:pt x="799" y="156"/>
                  <a:pt x="799" y="156"/>
                  <a:pt x="799" y="156"/>
                </a:cubicBezTo>
                <a:cubicBezTo>
                  <a:pt x="661" y="294"/>
                  <a:pt x="661" y="294"/>
                  <a:pt x="661" y="294"/>
                </a:cubicBezTo>
                <a:cubicBezTo>
                  <a:pt x="533" y="293"/>
                  <a:pt x="533" y="293"/>
                  <a:pt x="533" y="293"/>
                </a:cubicBezTo>
                <a:cubicBezTo>
                  <a:pt x="447" y="378"/>
                  <a:pt x="447" y="378"/>
                  <a:pt x="447" y="378"/>
                </a:cubicBezTo>
                <a:cubicBezTo>
                  <a:pt x="447" y="407"/>
                  <a:pt x="447" y="407"/>
                  <a:pt x="447" y="407"/>
                </a:cubicBezTo>
                <a:cubicBezTo>
                  <a:pt x="415" y="439"/>
                  <a:pt x="415" y="439"/>
                  <a:pt x="415" y="439"/>
                </a:cubicBezTo>
                <a:cubicBezTo>
                  <a:pt x="377" y="437"/>
                  <a:pt x="377" y="437"/>
                  <a:pt x="377" y="437"/>
                </a:cubicBezTo>
                <a:cubicBezTo>
                  <a:pt x="308" y="506"/>
                  <a:pt x="308" y="506"/>
                  <a:pt x="308" y="506"/>
                </a:cubicBezTo>
                <a:cubicBezTo>
                  <a:pt x="143" y="507"/>
                  <a:pt x="143" y="507"/>
                  <a:pt x="143" y="507"/>
                </a:cubicBezTo>
                <a:cubicBezTo>
                  <a:pt x="117" y="533"/>
                  <a:pt x="117" y="533"/>
                  <a:pt x="117" y="533"/>
                </a:cubicBezTo>
                <a:cubicBezTo>
                  <a:pt x="37" y="534"/>
                  <a:pt x="37" y="534"/>
                  <a:pt x="37" y="534"/>
                </a:cubicBezTo>
                <a:cubicBezTo>
                  <a:pt x="0" y="571"/>
                  <a:pt x="0" y="571"/>
                  <a:pt x="0" y="571"/>
                </a:cubicBezTo>
                <a:cubicBezTo>
                  <a:pt x="1" y="572"/>
                  <a:pt x="2" y="573"/>
                  <a:pt x="2" y="574"/>
                </a:cubicBezTo>
                <a:cubicBezTo>
                  <a:pt x="39" y="538"/>
                  <a:pt x="39" y="538"/>
                  <a:pt x="39" y="538"/>
                </a:cubicBezTo>
                <a:cubicBezTo>
                  <a:pt x="119" y="537"/>
                  <a:pt x="119" y="537"/>
                  <a:pt x="119" y="537"/>
                </a:cubicBezTo>
                <a:cubicBezTo>
                  <a:pt x="144" y="511"/>
                  <a:pt x="144" y="511"/>
                  <a:pt x="144" y="511"/>
                </a:cubicBezTo>
                <a:cubicBezTo>
                  <a:pt x="310" y="510"/>
                  <a:pt x="310" y="510"/>
                  <a:pt x="310" y="510"/>
                </a:cubicBezTo>
                <a:cubicBezTo>
                  <a:pt x="379" y="441"/>
                  <a:pt x="379" y="441"/>
                  <a:pt x="379" y="441"/>
                </a:cubicBezTo>
                <a:cubicBezTo>
                  <a:pt x="416" y="443"/>
                  <a:pt x="416" y="443"/>
                  <a:pt x="416" y="443"/>
                </a:cubicBezTo>
                <a:cubicBezTo>
                  <a:pt x="450" y="409"/>
                  <a:pt x="450" y="409"/>
                  <a:pt x="450" y="409"/>
                </a:cubicBezTo>
                <a:cubicBezTo>
                  <a:pt x="451" y="380"/>
                  <a:pt x="451" y="380"/>
                  <a:pt x="451" y="380"/>
                </a:cubicBezTo>
                <a:cubicBezTo>
                  <a:pt x="534" y="297"/>
                  <a:pt x="534" y="297"/>
                  <a:pt x="534" y="297"/>
                </a:cubicBezTo>
                <a:cubicBezTo>
                  <a:pt x="663" y="298"/>
                  <a:pt x="663" y="298"/>
                  <a:pt x="663" y="298"/>
                </a:cubicBezTo>
                <a:cubicBezTo>
                  <a:pt x="801" y="160"/>
                  <a:pt x="801" y="160"/>
                  <a:pt x="801" y="160"/>
                </a:cubicBezTo>
                <a:cubicBezTo>
                  <a:pt x="915" y="159"/>
                  <a:pt x="915" y="159"/>
                  <a:pt x="915" y="159"/>
                </a:cubicBezTo>
                <a:cubicBezTo>
                  <a:pt x="1071" y="3"/>
                  <a:pt x="1071" y="3"/>
                  <a:pt x="1071" y="3"/>
                </a:cubicBezTo>
                <a:cubicBezTo>
                  <a:pt x="1069" y="0"/>
                  <a:pt x="1069" y="0"/>
                  <a:pt x="106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7" name="Freeform 687"/>
          <p:cNvSpPr>
            <a:spLocks/>
          </p:cNvSpPr>
          <p:nvPr/>
        </p:nvSpPr>
        <p:spPr bwMode="auto">
          <a:xfrm>
            <a:off x="12175356" y="2490792"/>
            <a:ext cx="4762502" cy="2644780"/>
          </a:xfrm>
          <a:custGeom>
            <a:avLst/>
            <a:gdLst>
              <a:gd name="T0" fmla="*/ 1146 w 1149"/>
              <a:gd name="T1" fmla="*/ 0 h 638"/>
              <a:gd name="T2" fmla="*/ 989 w 1149"/>
              <a:gd name="T3" fmla="*/ 157 h 638"/>
              <a:gd name="T4" fmla="*/ 875 w 1149"/>
              <a:gd name="T5" fmla="*/ 158 h 638"/>
              <a:gd name="T6" fmla="*/ 737 w 1149"/>
              <a:gd name="T7" fmla="*/ 296 h 638"/>
              <a:gd name="T8" fmla="*/ 609 w 1149"/>
              <a:gd name="T9" fmla="*/ 294 h 638"/>
              <a:gd name="T10" fmla="*/ 523 w 1149"/>
              <a:gd name="T11" fmla="*/ 380 h 638"/>
              <a:gd name="T12" fmla="*/ 520 w 1149"/>
              <a:gd name="T13" fmla="*/ 406 h 638"/>
              <a:gd name="T14" fmla="*/ 488 w 1149"/>
              <a:gd name="T15" fmla="*/ 438 h 638"/>
              <a:gd name="T16" fmla="*/ 453 w 1149"/>
              <a:gd name="T17" fmla="*/ 439 h 638"/>
              <a:gd name="T18" fmla="*/ 384 w 1149"/>
              <a:gd name="T19" fmla="*/ 508 h 638"/>
              <a:gd name="T20" fmla="*/ 219 w 1149"/>
              <a:gd name="T21" fmla="*/ 509 h 638"/>
              <a:gd name="T22" fmla="*/ 193 w 1149"/>
              <a:gd name="T23" fmla="*/ 535 h 638"/>
              <a:gd name="T24" fmla="*/ 113 w 1149"/>
              <a:gd name="T25" fmla="*/ 535 h 638"/>
              <a:gd name="T26" fmla="*/ 14 w 1149"/>
              <a:gd name="T27" fmla="*/ 634 h 638"/>
              <a:gd name="T28" fmla="*/ 0 w 1149"/>
              <a:gd name="T29" fmla="*/ 634 h 638"/>
              <a:gd name="T30" fmla="*/ 1 w 1149"/>
              <a:gd name="T31" fmla="*/ 638 h 638"/>
              <a:gd name="T32" fmla="*/ 16 w 1149"/>
              <a:gd name="T33" fmla="*/ 638 h 638"/>
              <a:gd name="T34" fmla="*/ 115 w 1149"/>
              <a:gd name="T35" fmla="*/ 539 h 638"/>
              <a:gd name="T36" fmla="*/ 195 w 1149"/>
              <a:gd name="T37" fmla="*/ 539 h 638"/>
              <a:gd name="T38" fmla="*/ 220 w 1149"/>
              <a:gd name="T39" fmla="*/ 513 h 638"/>
              <a:gd name="T40" fmla="*/ 385 w 1149"/>
              <a:gd name="T41" fmla="*/ 512 h 638"/>
              <a:gd name="T42" fmla="*/ 455 w 1149"/>
              <a:gd name="T43" fmla="*/ 443 h 638"/>
              <a:gd name="T44" fmla="*/ 489 w 1149"/>
              <a:gd name="T45" fmla="*/ 442 h 638"/>
              <a:gd name="T46" fmla="*/ 523 w 1149"/>
              <a:gd name="T47" fmla="*/ 408 h 638"/>
              <a:gd name="T48" fmla="*/ 527 w 1149"/>
              <a:gd name="T49" fmla="*/ 382 h 638"/>
              <a:gd name="T50" fmla="*/ 610 w 1149"/>
              <a:gd name="T51" fmla="*/ 298 h 638"/>
              <a:gd name="T52" fmla="*/ 739 w 1149"/>
              <a:gd name="T53" fmla="*/ 300 h 638"/>
              <a:gd name="T54" fmla="*/ 877 w 1149"/>
              <a:gd name="T55" fmla="*/ 162 h 638"/>
              <a:gd name="T56" fmla="*/ 991 w 1149"/>
              <a:gd name="T57" fmla="*/ 161 h 638"/>
              <a:gd name="T58" fmla="*/ 1149 w 1149"/>
              <a:gd name="T59" fmla="*/ 3 h 638"/>
              <a:gd name="T60" fmla="*/ 1146 w 1149"/>
              <a:gd name="T61" fmla="*/ 0 h 638"/>
              <a:gd name="T62" fmla="*/ 1146 w 1149"/>
              <a:gd name="T63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49" h="638">
                <a:moveTo>
                  <a:pt x="1146" y="0"/>
                </a:moveTo>
                <a:cubicBezTo>
                  <a:pt x="989" y="157"/>
                  <a:pt x="989" y="157"/>
                  <a:pt x="989" y="157"/>
                </a:cubicBezTo>
                <a:cubicBezTo>
                  <a:pt x="875" y="158"/>
                  <a:pt x="875" y="158"/>
                  <a:pt x="875" y="158"/>
                </a:cubicBezTo>
                <a:cubicBezTo>
                  <a:pt x="737" y="296"/>
                  <a:pt x="737" y="296"/>
                  <a:pt x="737" y="296"/>
                </a:cubicBezTo>
                <a:cubicBezTo>
                  <a:pt x="609" y="294"/>
                  <a:pt x="609" y="294"/>
                  <a:pt x="609" y="294"/>
                </a:cubicBezTo>
                <a:cubicBezTo>
                  <a:pt x="523" y="380"/>
                  <a:pt x="523" y="380"/>
                  <a:pt x="523" y="380"/>
                </a:cubicBezTo>
                <a:cubicBezTo>
                  <a:pt x="520" y="406"/>
                  <a:pt x="520" y="406"/>
                  <a:pt x="520" y="406"/>
                </a:cubicBezTo>
                <a:cubicBezTo>
                  <a:pt x="488" y="438"/>
                  <a:pt x="488" y="438"/>
                  <a:pt x="488" y="438"/>
                </a:cubicBezTo>
                <a:cubicBezTo>
                  <a:pt x="453" y="439"/>
                  <a:pt x="453" y="439"/>
                  <a:pt x="453" y="439"/>
                </a:cubicBezTo>
                <a:cubicBezTo>
                  <a:pt x="384" y="508"/>
                  <a:pt x="384" y="508"/>
                  <a:pt x="384" y="508"/>
                </a:cubicBezTo>
                <a:cubicBezTo>
                  <a:pt x="219" y="509"/>
                  <a:pt x="219" y="509"/>
                  <a:pt x="219" y="509"/>
                </a:cubicBezTo>
                <a:cubicBezTo>
                  <a:pt x="193" y="535"/>
                  <a:pt x="193" y="535"/>
                  <a:pt x="193" y="535"/>
                </a:cubicBezTo>
                <a:cubicBezTo>
                  <a:pt x="113" y="535"/>
                  <a:pt x="113" y="535"/>
                  <a:pt x="113" y="535"/>
                </a:cubicBezTo>
                <a:cubicBezTo>
                  <a:pt x="14" y="634"/>
                  <a:pt x="14" y="634"/>
                  <a:pt x="14" y="634"/>
                </a:cubicBezTo>
                <a:cubicBezTo>
                  <a:pt x="0" y="634"/>
                  <a:pt x="0" y="634"/>
                  <a:pt x="0" y="634"/>
                </a:cubicBezTo>
                <a:cubicBezTo>
                  <a:pt x="0" y="636"/>
                  <a:pt x="1" y="637"/>
                  <a:pt x="1" y="638"/>
                </a:cubicBezTo>
                <a:cubicBezTo>
                  <a:pt x="16" y="638"/>
                  <a:pt x="16" y="638"/>
                  <a:pt x="16" y="638"/>
                </a:cubicBezTo>
                <a:cubicBezTo>
                  <a:pt x="115" y="539"/>
                  <a:pt x="115" y="539"/>
                  <a:pt x="115" y="539"/>
                </a:cubicBezTo>
                <a:cubicBezTo>
                  <a:pt x="195" y="539"/>
                  <a:pt x="195" y="539"/>
                  <a:pt x="195" y="539"/>
                </a:cubicBezTo>
                <a:cubicBezTo>
                  <a:pt x="220" y="513"/>
                  <a:pt x="220" y="513"/>
                  <a:pt x="220" y="513"/>
                </a:cubicBezTo>
                <a:cubicBezTo>
                  <a:pt x="385" y="512"/>
                  <a:pt x="385" y="512"/>
                  <a:pt x="385" y="512"/>
                </a:cubicBezTo>
                <a:cubicBezTo>
                  <a:pt x="455" y="443"/>
                  <a:pt x="455" y="443"/>
                  <a:pt x="455" y="443"/>
                </a:cubicBezTo>
                <a:cubicBezTo>
                  <a:pt x="489" y="442"/>
                  <a:pt x="489" y="442"/>
                  <a:pt x="489" y="442"/>
                </a:cubicBezTo>
                <a:cubicBezTo>
                  <a:pt x="523" y="408"/>
                  <a:pt x="523" y="408"/>
                  <a:pt x="523" y="408"/>
                </a:cubicBezTo>
                <a:cubicBezTo>
                  <a:pt x="527" y="382"/>
                  <a:pt x="527" y="382"/>
                  <a:pt x="527" y="382"/>
                </a:cubicBezTo>
                <a:cubicBezTo>
                  <a:pt x="610" y="298"/>
                  <a:pt x="610" y="298"/>
                  <a:pt x="610" y="298"/>
                </a:cubicBezTo>
                <a:cubicBezTo>
                  <a:pt x="739" y="300"/>
                  <a:pt x="739" y="300"/>
                  <a:pt x="739" y="300"/>
                </a:cubicBezTo>
                <a:cubicBezTo>
                  <a:pt x="877" y="162"/>
                  <a:pt x="877" y="162"/>
                  <a:pt x="877" y="162"/>
                </a:cubicBezTo>
                <a:cubicBezTo>
                  <a:pt x="991" y="161"/>
                  <a:pt x="991" y="161"/>
                  <a:pt x="991" y="161"/>
                </a:cubicBezTo>
                <a:cubicBezTo>
                  <a:pt x="1149" y="3"/>
                  <a:pt x="1149" y="3"/>
                  <a:pt x="1149" y="3"/>
                </a:cubicBezTo>
                <a:cubicBezTo>
                  <a:pt x="1146" y="0"/>
                  <a:pt x="1146" y="0"/>
                  <a:pt x="1146" y="0"/>
                </a:cubicBezTo>
                <a:cubicBezTo>
                  <a:pt x="1146" y="0"/>
                  <a:pt x="1146" y="0"/>
                  <a:pt x="114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8" name="Freeform 688"/>
          <p:cNvSpPr>
            <a:spLocks noEditPoints="1"/>
          </p:cNvSpPr>
          <p:nvPr/>
        </p:nvSpPr>
        <p:spPr bwMode="auto">
          <a:xfrm>
            <a:off x="11284768" y="6110299"/>
            <a:ext cx="2151063" cy="3586169"/>
          </a:xfrm>
          <a:custGeom>
            <a:avLst/>
            <a:gdLst>
              <a:gd name="T0" fmla="*/ 242 w 519"/>
              <a:gd name="T1" fmla="*/ 189 h 865"/>
              <a:gd name="T2" fmla="*/ 194 w 519"/>
              <a:gd name="T3" fmla="*/ 237 h 865"/>
              <a:gd name="T4" fmla="*/ 194 w 519"/>
              <a:gd name="T5" fmla="*/ 321 h 865"/>
              <a:gd name="T6" fmla="*/ 0 w 519"/>
              <a:gd name="T7" fmla="*/ 515 h 865"/>
              <a:gd name="T8" fmla="*/ 0 w 519"/>
              <a:gd name="T9" fmla="*/ 865 h 865"/>
              <a:gd name="T10" fmla="*/ 4 w 519"/>
              <a:gd name="T11" fmla="*/ 865 h 865"/>
              <a:gd name="T12" fmla="*/ 4 w 519"/>
              <a:gd name="T13" fmla="*/ 516 h 865"/>
              <a:gd name="T14" fmla="*/ 198 w 519"/>
              <a:gd name="T15" fmla="*/ 323 h 865"/>
              <a:gd name="T16" fmla="*/ 198 w 519"/>
              <a:gd name="T17" fmla="*/ 239 h 865"/>
              <a:gd name="T18" fmla="*/ 245 w 519"/>
              <a:gd name="T19" fmla="*/ 192 h 865"/>
              <a:gd name="T20" fmla="*/ 242 w 519"/>
              <a:gd name="T21" fmla="*/ 189 h 865"/>
              <a:gd name="T22" fmla="*/ 507 w 519"/>
              <a:gd name="T23" fmla="*/ 0 h 865"/>
              <a:gd name="T24" fmla="*/ 476 w 519"/>
              <a:gd name="T25" fmla="*/ 0 h 865"/>
              <a:gd name="T26" fmla="*/ 433 w 519"/>
              <a:gd name="T27" fmla="*/ 43 h 865"/>
              <a:gd name="T28" fmla="*/ 389 w 519"/>
              <a:gd name="T29" fmla="*/ 43 h 865"/>
              <a:gd name="T30" fmla="*/ 271 w 519"/>
              <a:gd name="T31" fmla="*/ 161 h 865"/>
              <a:gd name="T32" fmla="*/ 274 w 519"/>
              <a:gd name="T33" fmla="*/ 163 h 865"/>
              <a:gd name="T34" fmla="*/ 390 w 519"/>
              <a:gd name="T35" fmla="*/ 47 h 865"/>
              <a:gd name="T36" fmla="*/ 435 w 519"/>
              <a:gd name="T37" fmla="*/ 47 h 865"/>
              <a:gd name="T38" fmla="*/ 478 w 519"/>
              <a:gd name="T39" fmla="*/ 4 h 865"/>
              <a:gd name="T40" fmla="*/ 506 w 519"/>
              <a:gd name="T41" fmla="*/ 4 h 865"/>
              <a:gd name="T42" fmla="*/ 515 w 519"/>
              <a:gd name="T43" fmla="*/ 13 h 865"/>
              <a:gd name="T44" fmla="*/ 519 w 519"/>
              <a:gd name="T45" fmla="*/ 11 h 865"/>
              <a:gd name="T46" fmla="*/ 507 w 519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9" h="865">
                <a:moveTo>
                  <a:pt x="242" y="189"/>
                </a:moveTo>
                <a:cubicBezTo>
                  <a:pt x="194" y="237"/>
                  <a:pt x="194" y="237"/>
                  <a:pt x="194" y="237"/>
                </a:cubicBezTo>
                <a:cubicBezTo>
                  <a:pt x="194" y="321"/>
                  <a:pt x="194" y="321"/>
                  <a:pt x="194" y="321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865"/>
                  <a:pt x="0" y="865"/>
                  <a:pt x="0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4" y="516"/>
                  <a:pt x="4" y="516"/>
                  <a:pt x="4" y="516"/>
                </a:cubicBezTo>
                <a:cubicBezTo>
                  <a:pt x="198" y="323"/>
                  <a:pt x="198" y="323"/>
                  <a:pt x="198" y="323"/>
                </a:cubicBezTo>
                <a:cubicBezTo>
                  <a:pt x="198" y="239"/>
                  <a:pt x="198" y="239"/>
                  <a:pt x="198" y="239"/>
                </a:cubicBezTo>
                <a:cubicBezTo>
                  <a:pt x="245" y="192"/>
                  <a:pt x="245" y="192"/>
                  <a:pt x="245" y="192"/>
                </a:cubicBezTo>
                <a:cubicBezTo>
                  <a:pt x="244" y="191"/>
                  <a:pt x="243" y="190"/>
                  <a:pt x="242" y="189"/>
                </a:cubicBezTo>
                <a:moveTo>
                  <a:pt x="507" y="0"/>
                </a:moveTo>
                <a:cubicBezTo>
                  <a:pt x="476" y="0"/>
                  <a:pt x="476" y="0"/>
                  <a:pt x="476" y="0"/>
                </a:cubicBezTo>
                <a:cubicBezTo>
                  <a:pt x="433" y="43"/>
                  <a:pt x="433" y="43"/>
                  <a:pt x="433" y="43"/>
                </a:cubicBezTo>
                <a:cubicBezTo>
                  <a:pt x="389" y="43"/>
                  <a:pt x="389" y="43"/>
                  <a:pt x="389" y="43"/>
                </a:cubicBezTo>
                <a:cubicBezTo>
                  <a:pt x="271" y="161"/>
                  <a:pt x="271" y="161"/>
                  <a:pt x="271" y="161"/>
                </a:cubicBezTo>
                <a:cubicBezTo>
                  <a:pt x="272" y="161"/>
                  <a:pt x="273" y="162"/>
                  <a:pt x="274" y="163"/>
                </a:cubicBezTo>
                <a:cubicBezTo>
                  <a:pt x="390" y="47"/>
                  <a:pt x="390" y="47"/>
                  <a:pt x="390" y="47"/>
                </a:cubicBezTo>
                <a:cubicBezTo>
                  <a:pt x="435" y="47"/>
                  <a:pt x="435" y="47"/>
                  <a:pt x="435" y="47"/>
                </a:cubicBezTo>
                <a:cubicBezTo>
                  <a:pt x="478" y="4"/>
                  <a:pt x="478" y="4"/>
                  <a:pt x="478" y="4"/>
                </a:cubicBezTo>
                <a:cubicBezTo>
                  <a:pt x="506" y="4"/>
                  <a:pt x="506" y="4"/>
                  <a:pt x="506" y="4"/>
                </a:cubicBezTo>
                <a:cubicBezTo>
                  <a:pt x="515" y="13"/>
                  <a:pt x="515" y="13"/>
                  <a:pt x="515" y="13"/>
                </a:cubicBezTo>
                <a:cubicBezTo>
                  <a:pt x="516" y="12"/>
                  <a:pt x="517" y="12"/>
                  <a:pt x="519" y="11"/>
                </a:cubicBezTo>
                <a:cubicBezTo>
                  <a:pt x="507" y="0"/>
                  <a:pt x="507" y="0"/>
                  <a:pt x="50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49" name="Freeform 689"/>
          <p:cNvSpPr>
            <a:spLocks/>
          </p:cNvSpPr>
          <p:nvPr/>
        </p:nvSpPr>
        <p:spPr bwMode="auto">
          <a:xfrm>
            <a:off x="11349855" y="6424625"/>
            <a:ext cx="1895476" cy="3089281"/>
          </a:xfrm>
          <a:custGeom>
            <a:avLst/>
            <a:gdLst>
              <a:gd name="T0" fmla="*/ 450 w 457"/>
              <a:gd name="T1" fmla="*/ 0 h 745"/>
              <a:gd name="T2" fmla="*/ 371 w 457"/>
              <a:gd name="T3" fmla="*/ 2 h 745"/>
              <a:gd name="T4" fmla="*/ 280 w 457"/>
              <a:gd name="T5" fmla="*/ 94 h 745"/>
              <a:gd name="T6" fmla="*/ 283 w 457"/>
              <a:gd name="T7" fmla="*/ 198 h 745"/>
              <a:gd name="T8" fmla="*/ 265 w 457"/>
              <a:gd name="T9" fmla="*/ 216 h 745"/>
              <a:gd name="T10" fmla="*/ 237 w 457"/>
              <a:gd name="T11" fmla="*/ 216 h 745"/>
              <a:gd name="T12" fmla="*/ 0 w 457"/>
              <a:gd name="T13" fmla="*/ 453 h 745"/>
              <a:gd name="T14" fmla="*/ 0 w 457"/>
              <a:gd name="T15" fmla="*/ 745 h 745"/>
              <a:gd name="T16" fmla="*/ 4 w 457"/>
              <a:gd name="T17" fmla="*/ 745 h 745"/>
              <a:gd name="T18" fmla="*/ 4 w 457"/>
              <a:gd name="T19" fmla="*/ 454 h 745"/>
              <a:gd name="T20" fmla="*/ 239 w 457"/>
              <a:gd name="T21" fmla="*/ 220 h 745"/>
              <a:gd name="T22" fmla="*/ 267 w 457"/>
              <a:gd name="T23" fmla="*/ 220 h 745"/>
              <a:gd name="T24" fmla="*/ 287 w 457"/>
              <a:gd name="T25" fmla="*/ 199 h 745"/>
              <a:gd name="T26" fmla="*/ 284 w 457"/>
              <a:gd name="T27" fmla="*/ 95 h 745"/>
              <a:gd name="T28" fmla="*/ 373 w 457"/>
              <a:gd name="T29" fmla="*/ 6 h 745"/>
              <a:gd name="T30" fmla="*/ 448 w 457"/>
              <a:gd name="T31" fmla="*/ 4 h 745"/>
              <a:gd name="T32" fmla="*/ 454 w 457"/>
              <a:gd name="T33" fmla="*/ 10 h 745"/>
              <a:gd name="T34" fmla="*/ 456 w 457"/>
              <a:gd name="T35" fmla="*/ 9 h 745"/>
              <a:gd name="T36" fmla="*/ 457 w 457"/>
              <a:gd name="T37" fmla="*/ 7 h 745"/>
              <a:gd name="T38" fmla="*/ 450 w 457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7" h="745">
                <a:moveTo>
                  <a:pt x="450" y="0"/>
                </a:moveTo>
                <a:cubicBezTo>
                  <a:pt x="371" y="2"/>
                  <a:pt x="371" y="2"/>
                  <a:pt x="371" y="2"/>
                </a:cubicBezTo>
                <a:cubicBezTo>
                  <a:pt x="280" y="94"/>
                  <a:pt x="280" y="94"/>
                  <a:pt x="280" y="94"/>
                </a:cubicBezTo>
                <a:cubicBezTo>
                  <a:pt x="283" y="198"/>
                  <a:pt x="283" y="198"/>
                  <a:pt x="283" y="198"/>
                </a:cubicBezTo>
                <a:cubicBezTo>
                  <a:pt x="265" y="216"/>
                  <a:pt x="265" y="216"/>
                  <a:pt x="265" y="216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0" y="453"/>
                  <a:pt x="0" y="453"/>
                  <a:pt x="0" y="453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454"/>
                  <a:pt x="4" y="454"/>
                  <a:pt x="4" y="454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67" y="220"/>
                  <a:pt x="267" y="220"/>
                  <a:pt x="267" y="220"/>
                </a:cubicBezTo>
                <a:cubicBezTo>
                  <a:pt x="287" y="199"/>
                  <a:pt x="287" y="199"/>
                  <a:pt x="287" y="199"/>
                </a:cubicBezTo>
                <a:cubicBezTo>
                  <a:pt x="284" y="95"/>
                  <a:pt x="284" y="95"/>
                  <a:pt x="284" y="95"/>
                </a:cubicBezTo>
                <a:cubicBezTo>
                  <a:pt x="373" y="6"/>
                  <a:pt x="373" y="6"/>
                  <a:pt x="373" y="6"/>
                </a:cubicBezTo>
                <a:cubicBezTo>
                  <a:pt x="448" y="4"/>
                  <a:pt x="448" y="4"/>
                  <a:pt x="448" y="4"/>
                </a:cubicBezTo>
                <a:cubicBezTo>
                  <a:pt x="454" y="10"/>
                  <a:pt x="454" y="10"/>
                  <a:pt x="454" y="10"/>
                </a:cubicBezTo>
                <a:cubicBezTo>
                  <a:pt x="455" y="10"/>
                  <a:pt x="455" y="9"/>
                  <a:pt x="456" y="9"/>
                </a:cubicBezTo>
                <a:cubicBezTo>
                  <a:pt x="456" y="8"/>
                  <a:pt x="457" y="8"/>
                  <a:pt x="457" y="7"/>
                </a:cubicBezTo>
                <a:cubicBezTo>
                  <a:pt x="450" y="0"/>
                  <a:pt x="450" y="0"/>
                  <a:pt x="45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0" name="Freeform 690"/>
          <p:cNvSpPr>
            <a:spLocks/>
          </p:cNvSpPr>
          <p:nvPr/>
        </p:nvSpPr>
        <p:spPr bwMode="auto">
          <a:xfrm>
            <a:off x="11416530" y="6748475"/>
            <a:ext cx="1765301" cy="2814643"/>
          </a:xfrm>
          <a:custGeom>
            <a:avLst/>
            <a:gdLst>
              <a:gd name="T0" fmla="*/ 423 w 426"/>
              <a:gd name="T1" fmla="*/ 0 h 679"/>
              <a:gd name="T2" fmla="*/ 267 w 426"/>
              <a:gd name="T3" fmla="*/ 155 h 679"/>
              <a:gd name="T4" fmla="*/ 235 w 426"/>
              <a:gd name="T5" fmla="*/ 153 h 679"/>
              <a:gd name="T6" fmla="*/ 0 w 426"/>
              <a:gd name="T7" fmla="*/ 389 h 679"/>
              <a:gd name="T8" fmla="*/ 0 w 426"/>
              <a:gd name="T9" fmla="*/ 679 h 679"/>
              <a:gd name="T10" fmla="*/ 4 w 426"/>
              <a:gd name="T11" fmla="*/ 679 h 679"/>
              <a:gd name="T12" fmla="*/ 4 w 426"/>
              <a:gd name="T13" fmla="*/ 390 h 679"/>
              <a:gd name="T14" fmla="*/ 236 w 426"/>
              <a:gd name="T15" fmla="*/ 158 h 679"/>
              <a:gd name="T16" fmla="*/ 268 w 426"/>
              <a:gd name="T17" fmla="*/ 159 h 679"/>
              <a:gd name="T18" fmla="*/ 426 w 426"/>
              <a:gd name="T19" fmla="*/ 3 h 679"/>
              <a:gd name="T20" fmla="*/ 424 w 426"/>
              <a:gd name="T21" fmla="*/ 1 h 679"/>
              <a:gd name="T22" fmla="*/ 423 w 426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6" h="679">
                <a:moveTo>
                  <a:pt x="423" y="0"/>
                </a:moveTo>
                <a:cubicBezTo>
                  <a:pt x="267" y="155"/>
                  <a:pt x="267" y="155"/>
                  <a:pt x="267" y="155"/>
                </a:cubicBezTo>
                <a:cubicBezTo>
                  <a:pt x="235" y="153"/>
                  <a:pt x="235" y="153"/>
                  <a:pt x="235" y="153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679"/>
                  <a:pt x="0" y="679"/>
                  <a:pt x="0" y="679"/>
                </a:cubicBezTo>
                <a:cubicBezTo>
                  <a:pt x="4" y="679"/>
                  <a:pt x="4" y="679"/>
                  <a:pt x="4" y="679"/>
                </a:cubicBezTo>
                <a:cubicBezTo>
                  <a:pt x="4" y="390"/>
                  <a:pt x="4" y="390"/>
                  <a:pt x="4" y="390"/>
                </a:cubicBezTo>
                <a:cubicBezTo>
                  <a:pt x="236" y="158"/>
                  <a:pt x="236" y="158"/>
                  <a:pt x="236" y="158"/>
                </a:cubicBezTo>
                <a:cubicBezTo>
                  <a:pt x="268" y="159"/>
                  <a:pt x="268" y="159"/>
                  <a:pt x="268" y="159"/>
                </a:cubicBezTo>
                <a:cubicBezTo>
                  <a:pt x="426" y="3"/>
                  <a:pt x="426" y="3"/>
                  <a:pt x="426" y="3"/>
                </a:cubicBezTo>
                <a:cubicBezTo>
                  <a:pt x="425" y="2"/>
                  <a:pt x="424" y="2"/>
                  <a:pt x="424" y="1"/>
                </a:cubicBezTo>
                <a:cubicBezTo>
                  <a:pt x="423" y="1"/>
                  <a:pt x="423" y="0"/>
                  <a:pt x="42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1" name="Freeform 691"/>
          <p:cNvSpPr>
            <a:spLocks/>
          </p:cNvSpPr>
          <p:nvPr/>
        </p:nvSpPr>
        <p:spPr bwMode="auto">
          <a:xfrm>
            <a:off x="11449868" y="6284925"/>
            <a:ext cx="2271713" cy="3228981"/>
          </a:xfrm>
          <a:custGeom>
            <a:avLst/>
            <a:gdLst>
              <a:gd name="T0" fmla="*/ 548 w 548"/>
              <a:gd name="T1" fmla="*/ 0 h 779"/>
              <a:gd name="T2" fmla="*/ 545 w 548"/>
              <a:gd name="T3" fmla="*/ 0 h 779"/>
              <a:gd name="T4" fmla="*/ 545 w 548"/>
              <a:gd name="T5" fmla="*/ 0 h 779"/>
              <a:gd name="T6" fmla="*/ 544 w 548"/>
              <a:gd name="T7" fmla="*/ 0 h 779"/>
              <a:gd name="T8" fmla="*/ 544 w 548"/>
              <a:gd name="T9" fmla="*/ 32 h 779"/>
              <a:gd name="T10" fmla="*/ 284 w 548"/>
              <a:gd name="T11" fmla="*/ 292 h 779"/>
              <a:gd name="T12" fmla="*/ 218 w 548"/>
              <a:gd name="T13" fmla="*/ 291 h 779"/>
              <a:gd name="T14" fmla="*/ 0 w 548"/>
              <a:gd name="T15" fmla="*/ 509 h 779"/>
              <a:gd name="T16" fmla="*/ 0 w 548"/>
              <a:gd name="T17" fmla="*/ 779 h 779"/>
              <a:gd name="T18" fmla="*/ 4 w 548"/>
              <a:gd name="T19" fmla="*/ 779 h 779"/>
              <a:gd name="T20" fmla="*/ 4 w 548"/>
              <a:gd name="T21" fmla="*/ 511 h 779"/>
              <a:gd name="T22" fmla="*/ 219 w 548"/>
              <a:gd name="T23" fmla="*/ 295 h 779"/>
              <a:gd name="T24" fmla="*/ 285 w 548"/>
              <a:gd name="T25" fmla="*/ 296 h 779"/>
              <a:gd name="T26" fmla="*/ 548 w 548"/>
              <a:gd name="T27" fmla="*/ 34 h 779"/>
              <a:gd name="T28" fmla="*/ 548 w 548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8" h="779">
                <a:moveTo>
                  <a:pt x="548" y="0"/>
                </a:moveTo>
                <a:cubicBezTo>
                  <a:pt x="547" y="0"/>
                  <a:pt x="546" y="0"/>
                  <a:pt x="545" y="0"/>
                </a:cubicBezTo>
                <a:cubicBezTo>
                  <a:pt x="545" y="0"/>
                  <a:pt x="545" y="0"/>
                  <a:pt x="545" y="0"/>
                </a:cubicBezTo>
                <a:cubicBezTo>
                  <a:pt x="545" y="0"/>
                  <a:pt x="544" y="0"/>
                  <a:pt x="544" y="0"/>
                </a:cubicBezTo>
                <a:cubicBezTo>
                  <a:pt x="544" y="32"/>
                  <a:pt x="544" y="32"/>
                  <a:pt x="544" y="32"/>
                </a:cubicBezTo>
                <a:cubicBezTo>
                  <a:pt x="284" y="292"/>
                  <a:pt x="284" y="292"/>
                  <a:pt x="284" y="292"/>
                </a:cubicBezTo>
                <a:cubicBezTo>
                  <a:pt x="218" y="291"/>
                  <a:pt x="218" y="291"/>
                  <a:pt x="218" y="291"/>
                </a:cubicBezTo>
                <a:cubicBezTo>
                  <a:pt x="0" y="509"/>
                  <a:pt x="0" y="509"/>
                  <a:pt x="0" y="509"/>
                </a:cubicBezTo>
                <a:cubicBezTo>
                  <a:pt x="0" y="779"/>
                  <a:pt x="0" y="779"/>
                  <a:pt x="0" y="779"/>
                </a:cubicBezTo>
                <a:cubicBezTo>
                  <a:pt x="4" y="779"/>
                  <a:pt x="4" y="779"/>
                  <a:pt x="4" y="779"/>
                </a:cubicBezTo>
                <a:cubicBezTo>
                  <a:pt x="4" y="511"/>
                  <a:pt x="4" y="511"/>
                  <a:pt x="4" y="511"/>
                </a:cubicBezTo>
                <a:cubicBezTo>
                  <a:pt x="219" y="295"/>
                  <a:pt x="219" y="295"/>
                  <a:pt x="219" y="295"/>
                </a:cubicBezTo>
                <a:cubicBezTo>
                  <a:pt x="285" y="296"/>
                  <a:pt x="285" y="296"/>
                  <a:pt x="285" y="296"/>
                </a:cubicBezTo>
                <a:cubicBezTo>
                  <a:pt x="548" y="34"/>
                  <a:pt x="548" y="34"/>
                  <a:pt x="548" y="34"/>
                </a:cubicBezTo>
                <a:cubicBezTo>
                  <a:pt x="548" y="0"/>
                  <a:pt x="548" y="0"/>
                  <a:pt x="5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2" name="Freeform 692"/>
          <p:cNvSpPr>
            <a:spLocks/>
          </p:cNvSpPr>
          <p:nvPr/>
        </p:nvSpPr>
        <p:spPr bwMode="auto">
          <a:xfrm>
            <a:off x="11483205" y="5637223"/>
            <a:ext cx="3162301" cy="3810007"/>
          </a:xfrm>
          <a:custGeom>
            <a:avLst/>
            <a:gdLst>
              <a:gd name="T0" fmla="*/ 759 w 763"/>
              <a:gd name="T1" fmla="*/ 0 h 919"/>
              <a:gd name="T2" fmla="*/ 710 w 763"/>
              <a:gd name="T3" fmla="*/ 48 h 919"/>
              <a:gd name="T4" fmla="*/ 630 w 763"/>
              <a:gd name="T5" fmla="*/ 49 h 919"/>
              <a:gd name="T6" fmla="*/ 578 w 763"/>
              <a:gd name="T7" fmla="*/ 101 h 919"/>
              <a:gd name="T8" fmla="*/ 582 w 763"/>
              <a:gd name="T9" fmla="*/ 170 h 919"/>
              <a:gd name="T10" fmla="*/ 285 w 763"/>
              <a:gd name="T11" fmla="*/ 467 h 919"/>
              <a:gd name="T12" fmla="*/ 208 w 763"/>
              <a:gd name="T13" fmla="*/ 465 h 919"/>
              <a:gd name="T14" fmla="*/ 0 w 763"/>
              <a:gd name="T15" fmla="*/ 674 h 919"/>
              <a:gd name="T16" fmla="*/ 0 w 763"/>
              <a:gd name="T17" fmla="*/ 919 h 919"/>
              <a:gd name="T18" fmla="*/ 4 w 763"/>
              <a:gd name="T19" fmla="*/ 919 h 919"/>
              <a:gd name="T20" fmla="*/ 4 w 763"/>
              <a:gd name="T21" fmla="*/ 675 h 919"/>
              <a:gd name="T22" fmla="*/ 210 w 763"/>
              <a:gd name="T23" fmla="*/ 469 h 919"/>
              <a:gd name="T24" fmla="*/ 287 w 763"/>
              <a:gd name="T25" fmla="*/ 471 h 919"/>
              <a:gd name="T26" fmla="*/ 586 w 763"/>
              <a:gd name="T27" fmla="*/ 172 h 919"/>
              <a:gd name="T28" fmla="*/ 582 w 763"/>
              <a:gd name="T29" fmla="*/ 102 h 919"/>
              <a:gd name="T30" fmla="*/ 631 w 763"/>
              <a:gd name="T31" fmla="*/ 53 h 919"/>
              <a:gd name="T32" fmla="*/ 712 w 763"/>
              <a:gd name="T33" fmla="*/ 52 h 919"/>
              <a:gd name="T34" fmla="*/ 763 w 763"/>
              <a:gd name="T35" fmla="*/ 2 h 919"/>
              <a:gd name="T36" fmla="*/ 759 w 763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3" h="919">
                <a:moveTo>
                  <a:pt x="759" y="0"/>
                </a:moveTo>
                <a:cubicBezTo>
                  <a:pt x="710" y="48"/>
                  <a:pt x="710" y="48"/>
                  <a:pt x="710" y="48"/>
                </a:cubicBezTo>
                <a:cubicBezTo>
                  <a:pt x="630" y="49"/>
                  <a:pt x="630" y="49"/>
                  <a:pt x="630" y="49"/>
                </a:cubicBezTo>
                <a:cubicBezTo>
                  <a:pt x="578" y="101"/>
                  <a:pt x="578" y="101"/>
                  <a:pt x="578" y="101"/>
                </a:cubicBezTo>
                <a:cubicBezTo>
                  <a:pt x="582" y="170"/>
                  <a:pt x="582" y="170"/>
                  <a:pt x="582" y="170"/>
                </a:cubicBezTo>
                <a:cubicBezTo>
                  <a:pt x="285" y="467"/>
                  <a:pt x="285" y="467"/>
                  <a:pt x="285" y="467"/>
                </a:cubicBezTo>
                <a:cubicBezTo>
                  <a:pt x="208" y="465"/>
                  <a:pt x="208" y="465"/>
                  <a:pt x="208" y="465"/>
                </a:cubicBezTo>
                <a:cubicBezTo>
                  <a:pt x="0" y="674"/>
                  <a:pt x="0" y="674"/>
                  <a:pt x="0" y="674"/>
                </a:cubicBezTo>
                <a:cubicBezTo>
                  <a:pt x="0" y="919"/>
                  <a:pt x="0" y="919"/>
                  <a:pt x="0" y="919"/>
                </a:cubicBezTo>
                <a:cubicBezTo>
                  <a:pt x="4" y="919"/>
                  <a:pt x="4" y="919"/>
                  <a:pt x="4" y="919"/>
                </a:cubicBezTo>
                <a:cubicBezTo>
                  <a:pt x="4" y="675"/>
                  <a:pt x="4" y="675"/>
                  <a:pt x="4" y="675"/>
                </a:cubicBezTo>
                <a:cubicBezTo>
                  <a:pt x="210" y="469"/>
                  <a:pt x="210" y="469"/>
                  <a:pt x="210" y="469"/>
                </a:cubicBezTo>
                <a:cubicBezTo>
                  <a:pt x="287" y="471"/>
                  <a:pt x="287" y="471"/>
                  <a:pt x="287" y="471"/>
                </a:cubicBezTo>
                <a:cubicBezTo>
                  <a:pt x="586" y="172"/>
                  <a:pt x="586" y="172"/>
                  <a:pt x="586" y="172"/>
                </a:cubicBezTo>
                <a:cubicBezTo>
                  <a:pt x="582" y="102"/>
                  <a:pt x="582" y="102"/>
                  <a:pt x="582" y="102"/>
                </a:cubicBezTo>
                <a:cubicBezTo>
                  <a:pt x="631" y="53"/>
                  <a:pt x="631" y="53"/>
                  <a:pt x="631" y="53"/>
                </a:cubicBezTo>
                <a:cubicBezTo>
                  <a:pt x="712" y="52"/>
                  <a:pt x="712" y="52"/>
                  <a:pt x="712" y="5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2" y="1"/>
                  <a:pt x="761" y="0"/>
                  <a:pt x="75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3" name="Freeform 693"/>
          <p:cNvSpPr>
            <a:spLocks/>
          </p:cNvSpPr>
          <p:nvPr/>
        </p:nvSpPr>
        <p:spPr bwMode="auto">
          <a:xfrm>
            <a:off x="11532418" y="5467361"/>
            <a:ext cx="3403601" cy="3881445"/>
          </a:xfrm>
          <a:custGeom>
            <a:avLst/>
            <a:gdLst>
              <a:gd name="T0" fmla="*/ 817 w 821"/>
              <a:gd name="T1" fmla="*/ 0 h 936"/>
              <a:gd name="T2" fmla="*/ 713 w 821"/>
              <a:gd name="T3" fmla="*/ 103 h 936"/>
              <a:gd name="T4" fmla="*/ 632 w 821"/>
              <a:gd name="T5" fmla="*/ 104 h 936"/>
              <a:gd name="T6" fmla="*/ 580 w 821"/>
              <a:gd name="T7" fmla="*/ 156 h 936"/>
              <a:gd name="T8" fmla="*/ 581 w 821"/>
              <a:gd name="T9" fmla="*/ 223 h 936"/>
              <a:gd name="T10" fmla="*/ 285 w 821"/>
              <a:gd name="T11" fmla="*/ 519 h 936"/>
              <a:gd name="T12" fmla="*/ 208 w 821"/>
              <a:gd name="T13" fmla="*/ 517 h 936"/>
              <a:gd name="T14" fmla="*/ 0 w 821"/>
              <a:gd name="T15" fmla="*/ 726 h 936"/>
              <a:gd name="T16" fmla="*/ 0 w 821"/>
              <a:gd name="T17" fmla="*/ 936 h 936"/>
              <a:gd name="T18" fmla="*/ 4 w 821"/>
              <a:gd name="T19" fmla="*/ 936 h 936"/>
              <a:gd name="T20" fmla="*/ 4 w 821"/>
              <a:gd name="T21" fmla="*/ 728 h 936"/>
              <a:gd name="T22" fmla="*/ 210 w 821"/>
              <a:gd name="T23" fmla="*/ 521 h 936"/>
              <a:gd name="T24" fmla="*/ 286 w 821"/>
              <a:gd name="T25" fmla="*/ 523 h 936"/>
              <a:gd name="T26" fmla="*/ 585 w 821"/>
              <a:gd name="T27" fmla="*/ 224 h 936"/>
              <a:gd name="T28" fmla="*/ 584 w 821"/>
              <a:gd name="T29" fmla="*/ 157 h 936"/>
              <a:gd name="T30" fmla="*/ 634 w 821"/>
              <a:gd name="T31" fmla="*/ 108 h 936"/>
              <a:gd name="T32" fmla="*/ 714 w 821"/>
              <a:gd name="T33" fmla="*/ 107 h 936"/>
              <a:gd name="T34" fmla="*/ 821 w 821"/>
              <a:gd name="T35" fmla="*/ 1 h 936"/>
              <a:gd name="T36" fmla="*/ 817 w 821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1" h="936">
                <a:moveTo>
                  <a:pt x="817" y="0"/>
                </a:moveTo>
                <a:cubicBezTo>
                  <a:pt x="713" y="103"/>
                  <a:pt x="713" y="103"/>
                  <a:pt x="713" y="103"/>
                </a:cubicBezTo>
                <a:cubicBezTo>
                  <a:pt x="632" y="104"/>
                  <a:pt x="632" y="104"/>
                  <a:pt x="632" y="104"/>
                </a:cubicBezTo>
                <a:cubicBezTo>
                  <a:pt x="580" y="156"/>
                  <a:pt x="580" y="156"/>
                  <a:pt x="580" y="156"/>
                </a:cubicBezTo>
                <a:cubicBezTo>
                  <a:pt x="581" y="223"/>
                  <a:pt x="581" y="223"/>
                  <a:pt x="581" y="223"/>
                </a:cubicBezTo>
                <a:cubicBezTo>
                  <a:pt x="285" y="519"/>
                  <a:pt x="285" y="519"/>
                  <a:pt x="285" y="519"/>
                </a:cubicBezTo>
                <a:cubicBezTo>
                  <a:pt x="208" y="517"/>
                  <a:pt x="208" y="517"/>
                  <a:pt x="208" y="517"/>
                </a:cubicBezTo>
                <a:cubicBezTo>
                  <a:pt x="0" y="726"/>
                  <a:pt x="0" y="726"/>
                  <a:pt x="0" y="726"/>
                </a:cubicBezTo>
                <a:cubicBezTo>
                  <a:pt x="0" y="936"/>
                  <a:pt x="0" y="936"/>
                  <a:pt x="0" y="936"/>
                </a:cubicBezTo>
                <a:cubicBezTo>
                  <a:pt x="4" y="936"/>
                  <a:pt x="4" y="936"/>
                  <a:pt x="4" y="936"/>
                </a:cubicBezTo>
                <a:cubicBezTo>
                  <a:pt x="4" y="728"/>
                  <a:pt x="4" y="728"/>
                  <a:pt x="4" y="728"/>
                </a:cubicBezTo>
                <a:cubicBezTo>
                  <a:pt x="210" y="521"/>
                  <a:pt x="210" y="521"/>
                  <a:pt x="210" y="521"/>
                </a:cubicBezTo>
                <a:cubicBezTo>
                  <a:pt x="286" y="523"/>
                  <a:pt x="286" y="523"/>
                  <a:pt x="286" y="523"/>
                </a:cubicBezTo>
                <a:cubicBezTo>
                  <a:pt x="585" y="224"/>
                  <a:pt x="585" y="224"/>
                  <a:pt x="585" y="224"/>
                </a:cubicBezTo>
                <a:cubicBezTo>
                  <a:pt x="584" y="157"/>
                  <a:pt x="584" y="157"/>
                  <a:pt x="584" y="157"/>
                </a:cubicBezTo>
                <a:cubicBezTo>
                  <a:pt x="634" y="108"/>
                  <a:pt x="634" y="108"/>
                  <a:pt x="634" y="108"/>
                </a:cubicBezTo>
                <a:cubicBezTo>
                  <a:pt x="714" y="107"/>
                  <a:pt x="714" y="107"/>
                  <a:pt x="714" y="107"/>
                </a:cubicBezTo>
                <a:cubicBezTo>
                  <a:pt x="821" y="1"/>
                  <a:pt x="821" y="1"/>
                  <a:pt x="821" y="1"/>
                </a:cubicBezTo>
                <a:cubicBezTo>
                  <a:pt x="820" y="1"/>
                  <a:pt x="818" y="0"/>
                  <a:pt x="8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4" name="Freeform 694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5" name="Freeform 695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6" name="Freeform 696"/>
          <p:cNvSpPr>
            <a:spLocks/>
          </p:cNvSpPr>
          <p:nvPr/>
        </p:nvSpPr>
        <p:spPr bwMode="auto">
          <a:xfrm>
            <a:off x="11648305" y="6226187"/>
            <a:ext cx="2628901" cy="3089281"/>
          </a:xfrm>
          <a:custGeom>
            <a:avLst/>
            <a:gdLst>
              <a:gd name="T0" fmla="*/ 630 w 634"/>
              <a:gd name="T1" fmla="*/ 0 h 745"/>
              <a:gd name="T2" fmla="*/ 629 w 634"/>
              <a:gd name="T3" fmla="*/ 15 h 745"/>
              <a:gd name="T4" fmla="*/ 282 w 634"/>
              <a:gd name="T5" fmla="*/ 361 h 745"/>
              <a:gd name="T6" fmla="*/ 208 w 634"/>
              <a:gd name="T7" fmla="*/ 363 h 745"/>
              <a:gd name="T8" fmla="*/ 0 w 634"/>
              <a:gd name="T9" fmla="*/ 571 h 745"/>
              <a:gd name="T10" fmla="*/ 0 w 634"/>
              <a:gd name="T11" fmla="*/ 745 h 745"/>
              <a:gd name="T12" fmla="*/ 4 w 634"/>
              <a:gd name="T13" fmla="*/ 745 h 745"/>
              <a:gd name="T14" fmla="*/ 4 w 634"/>
              <a:gd name="T15" fmla="*/ 573 h 745"/>
              <a:gd name="T16" fmla="*/ 210 w 634"/>
              <a:gd name="T17" fmla="*/ 367 h 745"/>
              <a:gd name="T18" fmla="*/ 284 w 634"/>
              <a:gd name="T19" fmla="*/ 365 h 745"/>
              <a:gd name="T20" fmla="*/ 633 w 634"/>
              <a:gd name="T21" fmla="*/ 16 h 745"/>
              <a:gd name="T22" fmla="*/ 634 w 634"/>
              <a:gd name="T23" fmla="*/ 0 h 745"/>
              <a:gd name="T24" fmla="*/ 633 w 634"/>
              <a:gd name="T25" fmla="*/ 0 h 745"/>
              <a:gd name="T26" fmla="*/ 630 w 634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4" h="745">
                <a:moveTo>
                  <a:pt x="630" y="0"/>
                </a:moveTo>
                <a:cubicBezTo>
                  <a:pt x="629" y="15"/>
                  <a:pt x="629" y="15"/>
                  <a:pt x="629" y="15"/>
                </a:cubicBezTo>
                <a:cubicBezTo>
                  <a:pt x="282" y="361"/>
                  <a:pt x="282" y="361"/>
                  <a:pt x="282" y="361"/>
                </a:cubicBezTo>
                <a:cubicBezTo>
                  <a:pt x="208" y="363"/>
                  <a:pt x="208" y="363"/>
                  <a:pt x="208" y="363"/>
                </a:cubicBezTo>
                <a:cubicBezTo>
                  <a:pt x="0" y="571"/>
                  <a:pt x="0" y="571"/>
                  <a:pt x="0" y="571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573"/>
                  <a:pt x="4" y="573"/>
                  <a:pt x="4" y="573"/>
                </a:cubicBezTo>
                <a:cubicBezTo>
                  <a:pt x="210" y="367"/>
                  <a:pt x="210" y="367"/>
                  <a:pt x="210" y="367"/>
                </a:cubicBezTo>
                <a:cubicBezTo>
                  <a:pt x="284" y="365"/>
                  <a:pt x="284" y="365"/>
                  <a:pt x="284" y="365"/>
                </a:cubicBezTo>
                <a:cubicBezTo>
                  <a:pt x="633" y="16"/>
                  <a:pt x="633" y="16"/>
                  <a:pt x="633" y="16"/>
                </a:cubicBezTo>
                <a:cubicBezTo>
                  <a:pt x="634" y="0"/>
                  <a:pt x="634" y="0"/>
                  <a:pt x="634" y="0"/>
                </a:cubicBezTo>
                <a:cubicBezTo>
                  <a:pt x="634" y="0"/>
                  <a:pt x="633" y="0"/>
                  <a:pt x="633" y="0"/>
                </a:cubicBezTo>
                <a:cubicBezTo>
                  <a:pt x="632" y="0"/>
                  <a:pt x="631" y="0"/>
                  <a:pt x="63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7" name="Freeform 697"/>
          <p:cNvSpPr>
            <a:spLocks/>
          </p:cNvSpPr>
          <p:nvPr/>
        </p:nvSpPr>
        <p:spPr bwMode="auto">
          <a:xfrm>
            <a:off x="10040167" y="5202248"/>
            <a:ext cx="2454276" cy="4046545"/>
          </a:xfrm>
          <a:custGeom>
            <a:avLst/>
            <a:gdLst>
              <a:gd name="T0" fmla="*/ 572 w 592"/>
              <a:gd name="T1" fmla="*/ 0 h 976"/>
              <a:gd name="T2" fmla="*/ 0 w 592"/>
              <a:gd name="T3" fmla="*/ 572 h 976"/>
              <a:gd name="T4" fmla="*/ 0 w 592"/>
              <a:gd name="T5" fmla="*/ 976 h 976"/>
              <a:gd name="T6" fmla="*/ 4 w 592"/>
              <a:gd name="T7" fmla="*/ 976 h 976"/>
              <a:gd name="T8" fmla="*/ 4 w 592"/>
              <a:gd name="T9" fmla="*/ 574 h 976"/>
              <a:gd name="T10" fmla="*/ 573 w 592"/>
              <a:gd name="T11" fmla="*/ 4 h 976"/>
              <a:gd name="T12" fmla="*/ 592 w 592"/>
              <a:gd name="T13" fmla="*/ 5 h 976"/>
              <a:gd name="T14" fmla="*/ 592 w 592"/>
              <a:gd name="T15" fmla="*/ 1 h 976"/>
              <a:gd name="T16" fmla="*/ 572 w 592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2" h="976">
                <a:moveTo>
                  <a:pt x="572" y="0"/>
                </a:moveTo>
                <a:cubicBezTo>
                  <a:pt x="0" y="572"/>
                  <a:pt x="0" y="572"/>
                  <a:pt x="0" y="572"/>
                </a:cubicBezTo>
                <a:cubicBezTo>
                  <a:pt x="0" y="976"/>
                  <a:pt x="0" y="976"/>
                  <a:pt x="0" y="976"/>
                </a:cubicBezTo>
                <a:cubicBezTo>
                  <a:pt x="4" y="976"/>
                  <a:pt x="4" y="976"/>
                  <a:pt x="4" y="976"/>
                </a:cubicBezTo>
                <a:cubicBezTo>
                  <a:pt x="4" y="574"/>
                  <a:pt x="4" y="574"/>
                  <a:pt x="4" y="574"/>
                </a:cubicBezTo>
                <a:cubicBezTo>
                  <a:pt x="573" y="4"/>
                  <a:pt x="573" y="4"/>
                  <a:pt x="573" y="4"/>
                </a:cubicBezTo>
                <a:cubicBezTo>
                  <a:pt x="592" y="5"/>
                  <a:pt x="592" y="5"/>
                  <a:pt x="592" y="5"/>
                </a:cubicBezTo>
                <a:cubicBezTo>
                  <a:pt x="592" y="4"/>
                  <a:pt x="592" y="2"/>
                  <a:pt x="592" y="1"/>
                </a:cubicBezTo>
                <a:cubicBezTo>
                  <a:pt x="572" y="0"/>
                  <a:pt x="572" y="0"/>
                  <a:pt x="57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8" name="Freeform 698"/>
          <p:cNvSpPr>
            <a:spLocks/>
          </p:cNvSpPr>
          <p:nvPr/>
        </p:nvSpPr>
        <p:spPr bwMode="auto">
          <a:xfrm>
            <a:off x="9941742" y="5570548"/>
            <a:ext cx="1852613" cy="4059245"/>
          </a:xfrm>
          <a:custGeom>
            <a:avLst/>
            <a:gdLst>
              <a:gd name="T0" fmla="*/ 444 w 447"/>
              <a:gd name="T1" fmla="*/ 0 h 979"/>
              <a:gd name="T2" fmla="*/ 430 w 447"/>
              <a:gd name="T3" fmla="*/ 14 h 979"/>
              <a:gd name="T4" fmla="*/ 429 w 447"/>
              <a:gd name="T5" fmla="*/ 49 h 979"/>
              <a:gd name="T6" fmla="*/ 0 w 447"/>
              <a:gd name="T7" fmla="*/ 479 h 979"/>
              <a:gd name="T8" fmla="*/ 0 w 447"/>
              <a:gd name="T9" fmla="*/ 979 h 979"/>
              <a:gd name="T10" fmla="*/ 4 w 447"/>
              <a:gd name="T11" fmla="*/ 979 h 979"/>
              <a:gd name="T12" fmla="*/ 4 w 447"/>
              <a:gd name="T13" fmla="*/ 481 h 979"/>
              <a:gd name="T14" fmla="*/ 433 w 447"/>
              <a:gd name="T15" fmla="*/ 51 h 979"/>
              <a:gd name="T16" fmla="*/ 434 w 447"/>
              <a:gd name="T17" fmla="*/ 16 h 979"/>
              <a:gd name="T18" fmla="*/ 447 w 447"/>
              <a:gd name="T19" fmla="*/ 3 h 979"/>
              <a:gd name="T20" fmla="*/ 446 w 447"/>
              <a:gd name="T21" fmla="*/ 2 h 979"/>
              <a:gd name="T22" fmla="*/ 444 w 447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7" h="979">
                <a:moveTo>
                  <a:pt x="444" y="0"/>
                </a:moveTo>
                <a:cubicBezTo>
                  <a:pt x="430" y="14"/>
                  <a:pt x="430" y="14"/>
                  <a:pt x="430" y="14"/>
                </a:cubicBezTo>
                <a:cubicBezTo>
                  <a:pt x="429" y="49"/>
                  <a:pt x="429" y="49"/>
                  <a:pt x="429" y="49"/>
                </a:cubicBezTo>
                <a:cubicBezTo>
                  <a:pt x="0" y="479"/>
                  <a:pt x="0" y="479"/>
                  <a:pt x="0" y="479"/>
                </a:cubicBezTo>
                <a:cubicBezTo>
                  <a:pt x="0" y="979"/>
                  <a:pt x="0" y="979"/>
                  <a:pt x="0" y="979"/>
                </a:cubicBezTo>
                <a:cubicBezTo>
                  <a:pt x="4" y="979"/>
                  <a:pt x="4" y="979"/>
                  <a:pt x="4" y="979"/>
                </a:cubicBezTo>
                <a:cubicBezTo>
                  <a:pt x="4" y="481"/>
                  <a:pt x="4" y="481"/>
                  <a:pt x="4" y="481"/>
                </a:cubicBezTo>
                <a:cubicBezTo>
                  <a:pt x="433" y="51"/>
                  <a:pt x="433" y="51"/>
                  <a:pt x="433" y="51"/>
                </a:cubicBezTo>
                <a:cubicBezTo>
                  <a:pt x="434" y="16"/>
                  <a:pt x="434" y="16"/>
                  <a:pt x="434" y="16"/>
                </a:cubicBezTo>
                <a:cubicBezTo>
                  <a:pt x="447" y="3"/>
                  <a:pt x="447" y="3"/>
                  <a:pt x="447" y="3"/>
                </a:cubicBezTo>
                <a:cubicBezTo>
                  <a:pt x="447" y="3"/>
                  <a:pt x="446" y="2"/>
                  <a:pt x="446" y="2"/>
                </a:cubicBezTo>
                <a:cubicBezTo>
                  <a:pt x="445" y="1"/>
                  <a:pt x="445" y="1"/>
                  <a:pt x="44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9" name="Freeform 699"/>
          <p:cNvSpPr>
            <a:spLocks/>
          </p:cNvSpPr>
          <p:nvPr/>
        </p:nvSpPr>
        <p:spPr bwMode="auto">
          <a:xfrm>
            <a:off x="9841730" y="4376746"/>
            <a:ext cx="4348164" cy="5203835"/>
          </a:xfrm>
          <a:custGeom>
            <a:avLst/>
            <a:gdLst>
              <a:gd name="T0" fmla="*/ 1049 w 1049"/>
              <a:gd name="T1" fmla="*/ 0 h 1255"/>
              <a:gd name="T2" fmla="*/ 1027 w 1049"/>
              <a:gd name="T3" fmla="*/ 1 h 1255"/>
              <a:gd name="T4" fmla="*/ 952 w 1049"/>
              <a:gd name="T5" fmla="*/ 76 h 1255"/>
              <a:gd name="T6" fmla="*/ 784 w 1049"/>
              <a:gd name="T7" fmla="*/ 74 h 1255"/>
              <a:gd name="T8" fmla="*/ 759 w 1049"/>
              <a:gd name="T9" fmla="*/ 100 h 1255"/>
              <a:gd name="T10" fmla="*/ 674 w 1049"/>
              <a:gd name="T11" fmla="*/ 99 h 1255"/>
              <a:gd name="T12" fmla="*/ 593 w 1049"/>
              <a:gd name="T13" fmla="*/ 180 h 1255"/>
              <a:gd name="T14" fmla="*/ 594 w 1049"/>
              <a:gd name="T15" fmla="*/ 208 h 1255"/>
              <a:gd name="T16" fmla="*/ 552 w 1049"/>
              <a:gd name="T17" fmla="*/ 250 h 1255"/>
              <a:gd name="T18" fmla="*/ 522 w 1049"/>
              <a:gd name="T19" fmla="*/ 248 h 1255"/>
              <a:gd name="T20" fmla="*/ 493 w 1049"/>
              <a:gd name="T21" fmla="*/ 218 h 1255"/>
              <a:gd name="T22" fmla="*/ 427 w 1049"/>
              <a:gd name="T23" fmla="*/ 284 h 1255"/>
              <a:gd name="T24" fmla="*/ 428 w 1049"/>
              <a:gd name="T25" fmla="*/ 328 h 1255"/>
              <a:gd name="T26" fmla="*/ 0 w 1049"/>
              <a:gd name="T27" fmla="*/ 756 h 1255"/>
              <a:gd name="T28" fmla="*/ 0 w 1049"/>
              <a:gd name="T29" fmla="*/ 1255 h 1255"/>
              <a:gd name="T30" fmla="*/ 4 w 1049"/>
              <a:gd name="T31" fmla="*/ 1255 h 1255"/>
              <a:gd name="T32" fmla="*/ 4 w 1049"/>
              <a:gd name="T33" fmla="*/ 758 h 1255"/>
              <a:gd name="T34" fmla="*/ 432 w 1049"/>
              <a:gd name="T35" fmla="*/ 329 h 1255"/>
              <a:gd name="T36" fmla="*/ 431 w 1049"/>
              <a:gd name="T37" fmla="*/ 285 h 1255"/>
              <a:gd name="T38" fmla="*/ 493 w 1049"/>
              <a:gd name="T39" fmla="*/ 224 h 1255"/>
              <a:gd name="T40" fmla="*/ 520 w 1049"/>
              <a:gd name="T41" fmla="*/ 252 h 1255"/>
              <a:gd name="T42" fmla="*/ 553 w 1049"/>
              <a:gd name="T43" fmla="*/ 254 h 1255"/>
              <a:gd name="T44" fmla="*/ 598 w 1049"/>
              <a:gd name="T45" fmla="*/ 209 h 1255"/>
              <a:gd name="T46" fmla="*/ 597 w 1049"/>
              <a:gd name="T47" fmla="*/ 182 h 1255"/>
              <a:gd name="T48" fmla="*/ 676 w 1049"/>
              <a:gd name="T49" fmla="*/ 103 h 1255"/>
              <a:gd name="T50" fmla="*/ 760 w 1049"/>
              <a:gd name="T51" fmla="*/ 104 h 1255"/>
              <a:gd name="T52" fmla="*/ 786 w 1049"/>
              <a:gd name="T53" fmla="*/ 78 h 1255"/>
              <a:gd name="T54" fmla="*/ 954 w 1049"/>
              <a:gd name="T55" fmla="*/ 80 h 1255"/>
              <a:gd name="T56" fmla="*/ 1028 w 1049"/>
              <a:gd name="T57" fmla="*/ 5 h 1255"/>
              <a:gd name="T58" fmla="*/ 1049 w 1049"/>
              <a:gd name="T59" fmla="*/ 4 h 1255"/>
              <a:gd name="T60" fmla="*/ 1049 w 1049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9" h="1255">
                <a:moveTo>
                  <a:pt x="1049" y="0"/>
                </a:moveTo>
                <a:cubicBezTo>
                  <a:pt x="1027" y="1"/>
                  <a:pt x="1027" y="1"/>
                  <a:pt x="1027" y="1"/>
                </a:cubicBezTo>
                <a:cubicBezTo>
                  <a:pt x="952" y="76"/>
                  <a:pt x="952" y="76"/>
                  <a:pt x="952" y="76"/>
                </a:cubicBezTo>
                <a:cubicBezTo>
                  <a:pt x="784" y="74"/>
                  <a:pt x="784" y="74"/>
                  <a:pt x="784" y="74"/>
                </a:cubicBezTo>
                <a:cubicBezTo>
                  <a:pt x="759" y="100"/>
                  <a:pt x="759" y="100"/>
                  <a:pt x="759" y="100"/>
                </a:cubicBezTo>
                <a:cubicBezTo>
                  <a:pt x="674" y="99"/>
                  <a:pt x="674" y="99"/>
                  <a:pt x="674" y="99"/>
                </a:cubicBezTo>
                <a:cubicBezTo>
                  <a:pt x="593" y="180"/>
                  <a:pt x="593" y="180"/>
                  <a:pt x="593" y="180"/>
                </a:cubicBezTo>
                <a:cubicBezTo>
                  <a:pt x="594" y="208"/>
                  <a:pt x="594" y="208"/>
                  <a:pt x="594" y="208"/>
                </a:cubicBezTo>
                <a:cubicBezTo>
                  <a:pt x="552" y="250"/>
                  <a:pt x="552" y="250"/>
                  <a:pt x="552" y="250"/>
                </a:cubicBezTo>
                <a:cubicBezTo>
                  <a:pt x="522" y="248"/>
                  <a:pt x="522" y="248"/>
                  <a:pt x="522" y="248"/>
                </a:cubicBezTo>
                <a:cubicBezTo>
                  <a:pt x="493" y="218"/>
                  <a:pt x="493" y="218"/>
                  <a:pt x="493" y="218"/>
                </a:cubicBezTo>
                <a:cubicBezTo>
                  <a:pt x="427" y="284"/>
                  <a:pt x="427" y="284"/>
                  <a:pt x="427" y="284"/>
                </a:cubicBezTo>
                <a:cubicBezTo>
                  <a:pt x="428" y="328"/>
                  <a:pt x="428" y="328"/>
                  <a:pt x="428" y="328"/>
                </a:cubicBezTo>
                <a:cubicBezTo>
                  <a:pt x="0" y="756"/>
                  <a:pt x="0" y="756"/>
                  <a:pt x="0" y="756"/>
                </a:cubicBezTo>
                <a:cubicBezTo>
                  <a:pt x="0" y="1255"/>
                  <a:pt x="0" y="1255"/>
                  <a:pt x="0" y="1255"/>
                </a:cubicBezTo>
                <a:cubicBezTo>
                  <a:pt x="4" y="1255"/>
                  <a:pt x="4" y="1255"/>
                  <a:pt x="4" y="1255"/>
                </a:cubicBezTo>
                <a:cubicBezTo>
                  <a:pt x="4" y="758"/>
                  <a:pt x="4" y="758"/>
                  <a:pt x="4" y="758"/>
                </a:cubicBezTo>
                <a:cubicBezTo>
                  <a:pt x="432" y="329"/>
                  <a:pt x="432" y="329"/>
                  <a:pt x="432" y="329"/>
                </a:cubicBezTo>
                <a:cubicBezTo>
                  <a:pt x="431" y="285"/>
                  <a:pt x="431" y="285"/>
                  <a:pt x="431" y="285"/>
                </a:cubicBezTo>
                <a:cubicBezTo>
                  <a:pt x="493" y="224"/>
                  <a:pt x="493" y="224"/>
                  <a:pt x="493" y="224"/>
                </a:cubicBezTo>
                <a:cubicBezTo>
                  <a:pt x="520" y="252"/>
                  <a:pt x="520" y="252"/>
                  <a:pt x="520" y="252"/>
                </a:cubicBezTo>
                <a:cubicBezTo>
                  <a:pt x="553" y="254"/>
                  <a:pt x="553" y="254"/>
                  <a:pt x="553" y="254"/>
                </a:cubicBezTo>
                <a:cubicBezTo>
                  <a:pt x="598" y="209"/>
                  <a:pt x="598" y="209"/>
                  <a:pt x="598" y="209"/>
                </a:cubicBezTo>
                <a:cubicBezTo>
                  <a:pt x="597" y="182"/>
                  <a:pt x="597" y="182"/>
                  <a:pt x="597" y="182"/>
                </a:cubicBezTo>
                <a:cubicBezTo>
                  <a:pt x="676" y="103"/>
                  <a:pt x="676" y="103"/>
                  <a:pt x="676" y="103"/>
                </a:cubicBezTo>
                <a:cubicBezTo>
                  <a:pt x="760" y="104"/>
                  <a:pt x="760" y="104"/>
                  <a:pt x="760" y="104"/>
                </a:cubicBezTo>
                <a:cubicBezTo>
                  <a:pt x="786" y="78"/>
                  <a:pt x="786" y="78"/>
                  <a:pt x="786" y="78"/>
                </a:cubicBezTo>
                <a:cubicBezTo>
                  <a:pt x="954" y="80"/>
                  <a:pt x="954" y="80"/>
                  <a:pt x="954" y="80"/>
                </a:cubicBezTo>
                <a:cubicBezTo>
                  <a:pt x="1028" y="5"/>
                  <a:pt x="1028" y="5"/>
                  <a:pt x="1028" y="5"/>
                </a:cubicBezTo>
                <a:cubicBezTo>
                  <a:pt x="1049" y="4"/>
                  <a:pt x="1049" y="4"/>
                  <a:pt x="1049" y="4"/>
                </a:cubicBezTo>
                <a:cubicBezTo>
                  <a:pt x="1048" y="3"/>
                  <a:pt x="1048" y="2"/>
                  <a:pt x="10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0" name="Freeform 700"/>
          <p:cNvSpPr>
            <a:spLocks/>
          </p:cNvSpPr>
          <p:nvPr/>
        </p:nvSpPr>
        <p:spPr bwMode="auto">
          <a:xfrm>
            <a:off x="12618268" y="-1389065"/>
            <a:ext cx="5551489" cy="4314833"/>
          </a:xfrm>
          <a:custGeom>
            <a:avLst/>
            <a:gdLst>
              <a:gd name="T0" fmla="*/ 1336 w 1339"/>
              <a:gd name="T1" fmla="*/ 0 h 1041"/>
              <a:gd name="T2" fmla="*/ 476 w 1339"/>
              <a:gd name="T3" fmla="*/ 860 h 1041"/>
              <a:gd name="T4" fmla="*/ 375 w 1339"/>
              <a:gd name="T5" fmla="*/ 859 h 1041"/>
              <a:gd name="T6" fmla="*/ 199 w 1339"/>
              <a:gd name="T7" fmla="*/ 1035 h 1041"/>
              <a:gd name="T8" fmla="*/ 14 w 1339"/>
              <a:gd name="T9" fmla="*/ 1037 h 1041"/>
              <a:gd name="T10" fmla="*/ 3 w 1339"/>
              <a:gd name="T11" fmla="*/ 1026 h 1041"/>
              <a:gd name="T12" fmla="*/ 0 w 1339"/>
              <a:gd name="T13" fmla="*/ 1029 h 1041"/>
              <a:gd name="T14" fmla="*/ 12 w 1339"/>
              <a:gd name="T15" fmla="*/ 1041 h 1041"/>
              <a:gd name="T16" fmla="*/ 200 w 1339"/>
              <a:gd name="T17" fmla="*/ 1039 h 1041"/>
              <a:gd name="T18" fmla="*/ 376 w 1339"/>
              <a:gd name="T19" fmla="*/ 863 h 1041"/>
              <a:gd name="T20" fmla="*/ 477 w 1339"/>
              <a:gd name="T21" fmla="*/ 864 h 1041"/>
              <a:gd name="T22" fmla="*/ 1339 w 1339"/>
              <a:gd name="T23" fmla="*/ 2 h 1041"/>
              <a:gd name="T24" fmla="*/ 1336 w 1339"/>
              <a:gd name="T25" fmla="*/ 0 h 1041"/>
              <a:gd name="T26" fmla="*/ 1336 w 1339"/>
              <a:gd name="T27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39" h="1041">
                <a:moveTo>
                  <a:pt x="1336" y="0"/>
                </a:moveTo>
                <a:cubicBezTo>
                  <a:pt x="476" y="860"/>
                  <a:pt x="476" y="860"/>
                  <a:pt x="476" y="860"/>
                </a:cubicBezTo>
                <a:cubicBezTo>
                  <a:pt x="375" y="859"/>
                  <a:pt x="375" y="859"/>
                  <a:pt x="375" y="859"/>
                </a:cubicBezTo>
                <a:cubicBezTo>
                  <a:pt x="199" y="1035"/>
                  <a:pt x="199" y="1035"/>
                  <a:pt x="199" y="1035"/>
                </a:cubicBezTo>
                <a:cubicBezTo>
                  <a:pt x="14" y="1037"/>
                  <a:pt x="14" y="1037"/>
                  <a:pt x="14" y="1037"/>
                </a:cubicBezTo>
                <a:cubicBezTo>
                  <a:pt x="3" y="1026"/>
                  <a:pt x="3" y="1026"/>
                  <a:pt x="3" y="1026"/>
                </a:cubicBezTo>
                <a:cubicBezTo>
                  <a:pt x="2" y="1027"/>
                  <a:pt x="1" y="1028"/>
                  <a:pt x="0" y="1029"/>
                </a:cubicBezTo>
                <a:cubicBezTo>
                  <a:pt x="12" y="1041"/>
                  <a:pt x="12" y="1041"/>
                  <a:pt x="12" y="1041"/>
                </a:cubicBezTo>
                <a:cubicBezTo>
                  <a:pt x="200" y="1039"/>
                  <a:pt x="200" y="1039"/>
                  <a:pt x="200" y="1039"/>
                </a:cubicBezTo>
                <a:cubicBezTo>
                  <a:pt x="376" y="863"/>
                  <a:pt x="376" y="863"/>
                  <a:pt x="376" y="863"/>
                </a:cubicBezTo>
                <a:cubicBezTo>
                  <a:pt x="477" y="864"/>
                  <a:pt x="477" y="864"/>
                  <a:pt x="477" y="864"/>
                </a:cubicBezTo>
                <a:cubicBezTo>
                  <a:pt x="1339" y="2"/>
                  <a:pt x="1339" y="2"/>
                  <a:pt x="1339" y="2"/>
                </a:cubicBezTo>
                <a:cubicBezTo>
                  <a:pt x="1336" y="0"/>
                  <a:pt x="1336" y="0"/>
                  <a:pt x="1336" y="0"/>
                </a:cubicBezTo>
                <a:cubicBezTo>
                  <a:pt x="1336" y="0"/>
                  <a:pt x="1336" y="0"/>
                  <a:pt x="13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1" name="Freeform 701"/>
          <p:cNvSpPr>
            <a:spLocks/>
          </p:cNvSpPr>
          <p:nvPr/>
        </p:nvSpPr>
        <p:spPr bwMode="auto">
          <a:xfrm>
            <a:off x="12365856" y="-1331915"/>
            <a:ext cx="5861052" cy="4406908"/>
          </a:xfrm>
          <a:custGeom>
            <a:avLst/>
            <a:gdLst>
              <a:gd name="T0" fmla="*/ 1411 w 1414"/>
              <a:gd name="T1" fmla="*/ 0 h 1063"/>
              <a:gd name="T2" fmla="*/ 1411 w 1414"/>
              <a:gd name="T3" fmla="*/ 0 h 1063"/>
              <a:gd name="T4" fmla="*/ 551 w 1414"/>
              <a:gd name="T5" fmla="*/ 860 h 1063"/>
              <a:gd name="T6" fmla="*/ 450 w 1414"/>
              <a:gd name="T7" fmla="*/ 860 h 1063"/>
              <a:gd name="T8" fmla="*/ 274 w 1414"/>
              <a:gd name="T9" fmla="*/ 1035 h 1063"/>
              <a:gd name="T10" fmla="*/ 27 w 1414"/>
              <a:gd name="T11" fmla="*/ 1033 h 1063"/>
              <a:gd name="T12" fmla="*/ 0 w 1414"/>
              <a:gd name="T13" fmla="*/ 1060 h 1063"/>
              <a:gd name="T14" fmla="*/ 2 w 1414"/>
              <a:gd name="T15" fmla="*/ 1062 h 1063"/>
              <a:gd name="T16" fmla="*/ 3 w 1414"/>
              <a:gd name="T17" fmla="*/ 1063 h 1063"/>
              <a:gd name="T18" fmla="*/ 29 w 1414"/>
              <a:gd name="T19" fmla="*/ 1037 h 1063"/>
              <a:gd name="T20" fmla="*/ 275 w 1414"/>
              <a:gd name="T21" fmla="*/ 1039 h 1063"/>
              <a:gd name="T22" fmla="*/ 451 w 1414"/>
              <a:gd name="T23" fmla="*/ 864 h 1063"/>
              <a:gd name="T24" fmla="*/ 553 w 1414"/>
              <a:gd name="T25" fmla="*/ 864 h 1063"/>
              <a:gd name="T26" fmla="*/ 1414 w 1414"/>
              <a:gd name="T27" fmla="*/ 3 h 1063"/>
              <a:gd name="T28" fmla="*/ 1411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1411" y="0"/>
                </a:moveTo>
                <a:cubicBezTo>
                  <a:pt x="1411" y="0"/>
                  <a:pt x="1411" y="0"/>
                  <a:pt x="1411" y="0"/>
                </a:cubicBezTo>
                <a:cubicBezTo>
                  <a:pt x="551" y="860"/>
                  <a:pt x="551" y="860"/>
                  <a:pt x="551" y="860"/>
                </a:cubicBezTo>
                <a:cubicBezTo>
                  <a:pt x="450" y="860"/>
                  <a:pt x="450" y="860"/>
                  <a:pt x="450" y="860"/>
                </a:cubicBezTo>
                <a:cubicBezTo>
                  <a:pt x="274" y="1035"/>
                  <a:pt x="274" y="1035"/>
                  <a:pt x="274" y="1035"/>
                </a:cubicBezTo>
                <a:cubicBezTo>
                  <a:pt x="27" y="1033"/>
                  <a:pt x="27" y="1033"/>
                  <a:pt x="27" y="1033"/>
                </a:cubicBezTo>
                <a:cubicBezTo>
                  <a:pt x="0" y="1060"/>
                  <a:pt x="0" y="1060"/>
                  <a:pt x="0" y="1060"/>
                </a:cubicBezTo>
                <a:cubicBezTo>
                  <a:pt x="1" y="1061"/>
                  <a:pt x="1" y="1062"/>
                  <a:pt x="2" y="1062"/>
                </a:cubicBezTo>
                <a:cubicBezTo>
                  <a:pt x="2" y="1062"/>
                  <a:pt x="3" y="1063"/>
                  <a:pt x="3" y="1063"/>
                </a:cubicBezTo>
                <a:cubicBezTo>
                  <a:pt x="29" y="1037"/>
                  <a:pt x="29" y="1037"/>
                  <a:pt x="29" y="1037"/>
                </a:cubicBezTo>
                <a:cubicBezTo>
                  <a:pt x="275" y="1039"/>
                  <a:pt x="275" y="1039"/>
                  <a:pt x="275" y="1039"/>
                </a:cubicBezTo>
                <a:cubicBezTo>
                  <a:pt x="451" y="864"/>
                  <a:pt x="451" y="864"/>
                  <a:pt x="451" y="864"/>
                </a:cubicBezTo>
                <a:cubicBezTo>
                  <a:pt x="553" y="864"/>
                  <a:pt x="553" y="864"/>
                  <a:pt x="553" y="864"/>
                </a:cubicBezTo>
                <a:cubicBezTo>
                  <a:pt x="1414" y="3"/>
                  <a:pt x="1414" y="3"/>
                  <a:pt x="1414" y="3"/>
                </a:cubicBezTo>
                <a:cubicBezTo>
                  <a:pt x="1411" y="0"/>
                  <a:pt x="1411" y="0"/>
                  <a:pt x="141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2" name="Freeform 702"/>
          <p:cNvSpPr>
            <a:spLocks/>
          </p:cNvSpPr>
          <p:nvPr/>
        </p:nvSpPr>
        <p:spPr bwMode="auto">
          <a:xfrm>
            <a:off x="12875443" y="-1273177"/>
            <a:ext cx="5410202" cy="4564071"/>
          </a:xfrm>
          <a:custGeom>
            <a:avLst/>
            <a:gdLst>
              <a:gd name="T0" fmla="*/ 1302 w 1305"/>
              <a:gd name="T1" fmla="*/ 0 h 1101"/>
              <a:gd name="T2" fmla="*/ 442 w 1305"/>
              <a:gd name="T3" fmla="*/ 860 h 1101"/>
              <a:gd name="T4" fmla="*/ 338 w 1305"/>
              <a:gd name="T5" fmla="*/ 857 h 1101"/>
              <a:gd name="T6" fmla="*/ 123 w 1305"/>
              <a:gd name="T7" fmla="*/ 1072 h 1101"/>
              <a:gd name="T8" fmla="*/ 25 w 1305"/>
              <a:gd name="T9" fmla="*/ 1073 h 1101"/>
              <a:gd name="T10" fmla="*/ 0 w 1305"/>
              <a:gd name="T11" fmla="*/ 1099 h 1101"/>
              <a:gd name="T12" fmla="*/ 2 w 1305"/>
              <a:gd name="T13" fmla="*/ 1100 h 1101"/>
              <a:gd name="T14" fmla="*/ 3 w 1305"/>
              <a:gd name="T15" fmla="*/ 1101 h 1101"/>
              <a:gd name="T16" fmla="*/ 27 w 1305"/>
              <a:gd name="T17" fmla="*/ 1077 h 1101"/>
              <a:gd name="T18" fmla="*/ 125 w 1305"/>
              <a:gd name="T19" fmla="*/ 1076 h 1101"/>
              <a:gd name="T20" fmla="*/ 340 w 1305"/>
              <a:gd name="T21" fmla="*/ 861 h 1101"/>
              <a:gd name="T22" fmla="*/ 444 w 1305"/>
              <a:gd name="T23" fmla="*/ 864 h 1101"/>
              <a:gd name="T24" fmla="*/ 1305 w 1305"/>
              <a:gd name="T25" fmla="*/ 3 h 1101"/>
              <a:gd name="T26" fmla="*/ 1302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1302" y="0"/>
                </a:moveTo>
                <a:cubicBezTo>
                  <a:pt x="442" y="860"/>
                  <a:pt x="442" y="860"/>
                  <a:pt x="442" y="860"/>
                </a:cubicBezTo>
                <a:cubicBezTo>
                  <a:pt x="338" y="857"/>
                  <a:pt x="338" y="857"/>
                  <a:pt x="338" y="857"/>
                </a:cubicBezTo>
                <a:cubicBezTo>
                  <a:pt x="123" y="1072"/>
                  <a:pt x="123" y="1072"/>
                  <a:pt x="123" y="1072"/>
                </a:cubicBezTo>
                <a:cubicBezTo>
                  <a:pt x="25" y="1073"/>
                  <a:pt x="25" y="1073"/>
                  <a:pt x="25" y="1073"/>
                </a:cubicBezTo>
                <a:cubicBezTo>
                  <a:pt x="0" y="1099"/>
                  <a:pt x="0" y="1099"/>
                  <a:pt x="0" y="1099"/>
                </a:cubicBezTo>
                <a:cubicBezTo>
                  <a:pt x="1" y="1099"/>
                  <a:pt x="1" y="1100"/>
                  <a:pt x="2" y="1100"/>
                </a:cubicBezTo>
                <a:cubicBezTo>
                  <a:pt x="2" y="1101"/>
                  <a:pt x="3" y="1101"/>
                  <a:pt x="3" y="1101"/>
                </a:cubicBezTo>
                <a:cubicBezTo>
                  <a:pt x="27" y="1077"/>
                  <a:pt x="27" y="1077"/>
                  <a:pt x="27" y="1077"/>
                </a:cubicBezTo>
                <a:cubicBezTo>
                  <a:pt x="125" y="1076"/>
                  <a:pt x="125" y="1076"/>
                  <a:pt x="125" y="1076"/>
                </a:cubicBezTo>
                <a:cubicBezTo>
                  <a:pt x="340" y="861"/>
                  <a:pt x="340" y="861"/>
                  <a:pt x="340" y="861"/>
                </a:cubicBezTo>
                <a:cubicBezTo>
                  <a:pt x="444" y="864"/>
                  <a:pt x="444" y="864"/>
                  <a:pt x="444" y="864"/>
                </a:cubicBezTo>
                <a:cubicBezTo>
                  <a:pt x="1305" y="3"/>
                  <a:pt x="1305" y="3"/>
                  <a:pt x="1305" y="3"/>
                </a:cubicBezTo>
                <a:cubicBezTo>
                  <a:pt x="1302" y="0"/>
                  <a:pt x="1302" y="0"/>
                  <a:pt x="13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3" name="Freeform 703"/>
          <p:cNvSpPr>
            <a:spLocks/>
          </p:cNvSpPr>
          <p:nvPr/>
        </p:nvSpPr>
        <p:spPr bwMode="auto">
          <a:xfrm>
            <a:off x="11475268" y="-817564"/>
            <a:ext cx="6540502" cy="4502158"/>
          </a:xfrm>
          <a:custGeom>
            <a:avLst/>
            <a:gdLst>
              <a:gd name="T0" fmla="*/ 1576 w 1578"/>
              <a:gd name="T1" fmla="*/ 0 h 1086"/>
              <a:gd name="T2" fmla="*/ 1007 w 1578"/>
              <a:gd name="T3" fmla="*/ 569 h 1086"/>
              <a:gd name="T4" fmla="*/ 1004 w 1578"/>
              <a:gd name="T5" fmla="*/ 662 h 1086"/>
              <a:gd name="T6" fmla="*/ 887 w 1578"/>
              <a:gd name="T7" fmla="*/ 779 h 1086"/>
              <a:gd name="T8" fmla="*/ 678 w 1578"/>
              <a:gd name="T9" fmla="*/ 778 h 1086"/>
              <a:gd name="T10" fmla="*/ 395 w 1578"/>
              <a:gd name="T11" fmla="*/ 1062 h 1086"/>
              <a:gd name="T12" fmla="*/ 317 w 1578"/>
              <a:gd name="T13" fmla="*/ 1062 h 1086"/>
              <a:gd name="T14" fmla="*/ 282 w 1578"/>
              <a:gd name="T15" fmla="*/ 1026 h 1086"/>
              <a:gd name="T16" fmla="*/ 191 w 1578"/>
              <a:gd name="T17" fmla="*/ 1026 h 1086"/>
              <a:gd name="T18" fmla="*/ 162 w 1578"/>
              <a:gd name="T19" fmla="*/ 998 h 1086"/>
              <a:gd name="T20" fmla="*/ 116 w 1578"/>
              <a:gd name="T21" fmla="*/ 996 h 1086"/>
              <a:gd name="T22" fmla="*/ 53 w 1578"/>
              <a:gd name="T23" fmla="*/ 1059 h 1086"/>
              <a:gd name="T24" fmla="*/ 24 w 1578"/>
              <a:gd name="T25" fmla="*/ 1059 h 1086"/>
              <a:gd name="T26" fmla="*/ 0 w 1578"/>
              <a:gd name="T27" fmla="*/ 1083 h 1086"/>
              <a:gd name="T28" fmla="*/ 2 w 1578"/>
              <a:gd name="T29" fmla="*/ 1085 h 1086"/>
              <a:gd name="T30" fmla="*/ 3 w 1578"/>
              <a:gd name="T31" fmla="*/ 1086 h 1086"/>
              <a:gd name="T32" fmla="*/ 26 w 1578"/>
              <a:gd name="T33" fmla="*/ 1063 h 1086"/>
              <a:gd name="T34" fmla="*/ 55 w 1578"/>
              <a:gd name="T35" fmla="*/ 1063 h 1086"/>
              <a:gd name="T36" fmla="*/ 117 w 1578"/>
              <a:gd name="T37" fmla="*/ 1000 h 1086"/>
              <a:gd name="T38" fmla="*/ 161 w 1578"/>
              <a:gd name="T39" fmla="*/ 1002 h 1086"/>
              <a:gd name="T40" fmla="*/ 189 w 1578"/>
              <a:gd name="T41" fmla="*/ 1030 h 1086"/>
              <a:gd name="T42" fmla="*/ 280 w 1578"/>
              <a:gd name="T43" fmla="*/ 1030 h 1086"/>
              <a:gd name="T44" fmla="*/ 316 w 1578"/>
              <a:gd name="T45" fmla="*/ 1066 h 1086"/>
              <a:gd name="T46" fmla="*/ 397 w 1578"/>
              <a:gd name="T47" fmla="*/ 1066 h 1086"/>
              <a:gd name="T48" fmla="*/ 680 w 1578"/>
              <a:gd name="T49" fmla="*/ 782 h 1086"/>
              <a:gd name="T50" fmla="*/ 889 w 1578"/>
              <a:gd name="T51" fmla="*/ 783 h 1086"/>
              <a:gd name="T52" fmla="*/ 1008 w 1578"/>
              <a:gd name="T53" fmla="*/ 664 h 1086"/>
              <a:gd name="T54" fmla="*/ 1011 w 1578"/>
              <a:gd name="T55" fmla="*/ 571 h 1086"/>
              <a:gd name="T56" fmla="*/ 1578 w 1578"/>
              <a:gd name="T57" fmla="*/ 3 h 1086"/>
              <a:gd name="T58" fmla="*/ 1576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1576" y="0"/>
                </a:moveTo>
                <a:cubicBezTo>
                  <a:pt x="1007" y="569"/>
                  <a:pt x="1007" y="569"/>
                  <a:pt x="1007" y="569"/>
                </a:cubicBezTo>
                <a:cubicBezTo>
                  <a:pt x="1004" y="662"/>
                  <a:pt x="1004" y="662"/>
                  <a:pt x="1004" y="662"/>
                </a:cubicBezTo>
                <a:cubicBezTo>
                  <a:pt x="887" y="779"/>
                  <a:pt x="887" y="779"/>
                  <a:pt x="887" y="779"/>
                </a:cubicBezTo>
                <a:cubicBezTo>
                  <a:pt x="678" y="778"/>
                  <a:pt x="678" y="778"/>
                  <a:pt x="678" y="778"/>
                </a:cubicBezTo>
                <a:cubicBezTo>
                  <a:pt x="395" y="1062"/>
                  <a:pt x="395" y="1062"/>
                  <a:pt x="395" y="1062"/>
                </a:cubicBezTo>
                <a:cubicBezTo>
                  <a:pt x="317" y="1062"/>
                  <a:pt x="317" y="1062"/>
                  <a:pt x="317" y="1062"/>
                </a:cubicBezTo>
                <a:cubicBezTo>
                  <a:pt x="282" y="1026"/>
                  <a:pt x="282" y="1026"/>
                  <a:pt x="282" y="1026"/>
                </a:cubicBezTo>
                <a:cubicBezTo>
                  <a:pt x="191" y="1026"/>
                  <a:pt x="191" y="1026"/>
                  <a:pt x="191" y="1026"/>
                </a:cubicBezTo>
                <a:cubicBezTo>
                  <a:pt x="162" y="998"/>
                  <a:pt x="162" y="998"/>
                  <a:pt x="162" y="998"/>
                </a:cubicBezTo>
                <a:cubicBezTo>
                  <a:pt x="116" y="996"/>
                  <a:pt x="116" y="996"/>
                  <a:pt x="116" y="996"/>
                </a:cubicBezTo>
                <a:cubicBezTo>
                  <a:pt x="53" y="1059"/>
                  <a:pt x="53" y="1059"/>
                  <a:pt x="53" y="1059"/>
                </a:cubicBezTo>
                <a:cubicBezTo>
                  <a:pt x="24" y="1059"/>
                  <a:pt x="24" y="1059"/>
                  <a:pt x="24" y="1059"/>
                </a:cubicBezTo>
                <a:cubicBezTo>
                  <a:pt x="0" y="1083"/>
                  <a:pt x="0" y="1083"/>
                  <a:pt x="0" y="1083"/>
                </a:cubicBezTo>
                <a:cubicBezTo>
                  <a:pt x="1" y="1084"/>
                  <a:pt x="1" y="1085"/>
                  <a:pt x="2" y="1085"/>
                </a:cubicBezTo>
                <a:cubicBezTo>
                  <a:pt x="2" y="1086"/>
                  <a:pt x="3" y="1086"/>
                  <a:pt x="3" y="1086"/>
                </a:cubicBezTo>
                <a:cubicBezTo>
                  <a:pt x="26" y="1063"/>
                  <a:pt x="26" y="1063"/>
                  <a:pt x="26" y="1063"/>
                </a:cubicBezTo>
                <a:cubicBezTo>
                  <a:pt x="55" y="1063"/>
                  <a:pt x="55" y="1063"/>
                  <a:pt x="55" y="1063"/>
                </a:cubicBezTo>
                <a:cubicBezTo>
                  <a:pt x="117" y="1000"/>
                  <a:pt x="117" y="1000"/>
                  <a:pt x="117" y="1000"/>
                </a:cubicBezTo>
                <a:cubicBezTo>
                  <a:pt x="161" y="1002"/>
                  <a:pt x="161" y="1002"/>
                  <a:pt x="161" y="1002"/>
                </a:cubicBezTo>
                <a:cubicBezTo>
                  <a:pt x="189" y="1030"/>
                  <a:pt x="189" y="1030"/>
                  <a:pt x="189" y="1030"/>
                </a:cubicBezTo>
                <a:cubicBezTo>
                  <a:pt x="280" y="1030"/>
                  <a:pt x="280" y="1030"/>
                  <a:pt x="280" y="1030"/>
                </a:cubicBezTo>
                <a:cubicBezTo>
                  <a:pt x="316" y="1066"/>
                  <a:pt x="316" y="1066"/>
                  <a:pt x="316" y="1066"/>
                </a:cubicBezTo>
                <a:cubicBezTo>
                  <a:pt x="397" y="1066"/>
                  <a:pt x="397" y="1066"/>
                  <a:pt x="397" y="1066"/>
                </a:cubicBezTo>
                <a:cubicBezTo>
                  <a:pt x="680" y="782"/>
                  <a:pt x="680" y="782"/>
                  <a:pt x="680" y="782"/>
                </a:cubicBezTo>
                <a:cubicBezTo>
                  <a:pt x="889" y="783"/>
                  <a:pt x="889" y="783"/>
                  <a:pt x="889" y="783"/>
                </a:cubicBezTo>
                <a:cubicBezTo>
                  <a:pt x="1008" y="664"/>
                  <a:pt x="1008" y="664"/>
                  <a:pt x="1008" y="664"/>
                </a:cubicBezTo>
                <a:cubicBezTo>
                  <a:pt x="1011" y="571"/>
                  <a:pt x="1011" y="571"/>
                  <a:pt x="1011" y="571"/>
                </a:cubicBezTo>
                <a:cubicBezTo>
                  <a:pt x="1578" y="3"/>
                  <a:pt x="1578" y="3"/>
                  <a:pt x="1578" y="3"/>
                </a:cubicBezTo>
                <a:cubicBezTo>
                  <a:pt x="1576" y="0"/>
                  <a:pt x="1576" y="0"/>
                  <a:pt x="157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4" name="Freeform 704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5" name="Freeform 705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6" name="Freeform 706"/>
          <p:cNvSpPr>
            <a:spLocks/>
          </p:cNvSpPr>
          <p:nvPr/>
        </p:nvSpPr>
        <p:spPr bwMode="auto">
          <a:xfrm>
            <a:off x="12211868" y="7938"/>
            <a:ext cx="5567364" cy="4108458"/>
          </a:xfrm>
          <a:custGeom>
            <a:avLst/>
            <a:gdLst>
              <a:gd name="T0" fmla="*/ 1340 w 1343"/>
              <a:gd name="T1" fmla="*/ 0 h 991"/>
              <a:gd name="T2" fmla="*/ 730 w 1343"/>
              <a:gd name="T3" fmla="*/ 610 h 991"/>
              <a:gd name="T4" fmla="*/ 522 w 1343"/>
              <a:gd name="T5" fmla="*/ 614 h 991"/>
              <a:gd name="T6" fmla="*/ 279 w 1343"/>
              <a:gd name="T7" fmla="*/ 857 h 991"/>
              <a:gd name="T8" fmla="*/ 277 w 1343"/>
              <a:gd name="T9" fmla="*/ 928 h 991"/>
              <a:gd name="T10" fmla="*/ 219 w 1343"/>
              <a:gd name="T11" fmla="*/ 986 h 991"/>
              <a:gd name="T12" fmla="*/ 190 w 1343"/>
              <a:gd name="T13" fmla="*/ 987 h 991"/>
              <a:gd name="T14" fmla="*/ 89 w 1343"/>
              <a:gd name="T15" fmla="*/ 886 h 991"/>
              <a:gd name="T16" fmla="*/ 0 w 1343"/>
              <a:gd name="T17" fmla="*/ 885 h 991"/>
              <a:gd name="T18" fmla="*/ 0 w 1343"/>
              <a:gd name="T19" fmla="*/ 889 h 991"/>
              <a:gd name="T20" fmla="*/ 87 w 1343"/>
              <a:gd name="T21" fmla="*/ 890 h 991"/>
              <a:gd name="T22" fmla="*/ 188 w 1343"/>
              <a:gd name="T23" fmla="*/ 991 h 991"/>
              <a:gd name="T24" fmla="*/ 220 w 1343"/>
              <a:gd name="T25" fmla="*/ 990 h 991"/>
              <a:gd name="T26" fmla="*/ 281 w 1343"/>
              <a:gd name="T27" fmla="*/ 929 h 991"/>
              <a:gd name="T28" fmla="*/ 283 w 1343"/>
              <a:gd name="T29" fmla="*/ 859 h 991"/>
              <a:gd name="T30" fmla="*/ 524 w 1343"/>
              <a:gd name="T31" fmla="*/ 618 h 991"/>
              <a:gd name="T32" fmla="*/ 732 w 1343"/>
              <a:gd name="T33" fmla="*/ 614 h 991"/>
              <a:gd name="T34" fmla="*/ 1343 w 1343"/>
              <a:gd name="T35" fmla="*/ 3 h 991"/>
              <a:gd name="T36" fmla="*/ 1340 w 1343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3" h="991">
                <a:moveTo>
                  <a:pt x="1340" y="0"/>
                </a:moveTo>
                <a:cubicBezTo>
                  <a:pt x="730" y="610"/>
                  <a:pt x="730" y="610"/>
                  <a:pt x="730" y="610"/>
                </a:cubicBezTo>
                <a:cubicBezTo>
                  <a:pt x="522" y="614"/>
                  <a:pt x="522" y="614"/>
                  <a:pt x="522" y="614"/>
                </a:cubicBezTo>
                <a:cubicBezTo>
                  <a:pt x="279" y="857"/>
                  <a:pt x="279" y="857"/>
                  <a:pt x="279" y="857"/>
                </a:cubicBezTo>
                <a:cubicBezTo>
                  <a:pt x="277" y="928"/>
                  <a:pt x="277" y="928"/>
                  <a:pt x="277" y="928"/>
                </a:cubicBezTo>
                <a:cubicBezTo>
                  <a:pt x="219" y="986"/>
                  <a:pt x="219" y="986"/>
                  <a:pt x="219" y="986"/>
                </a:cubicBezTo>
                <a:cubicBezTo>
                  <a:pt x="190" y="987"/>
                  <a:pt x="190" y="987"/>
                  <a:pt x="190" y="987"/>
                </a:cubicBezTo>
                <a:cubicBezTo>
                  <a:pt x="89" y="886"/>
                  <a:pt x="89" y="886"/>
                  <a:pt x="89" y="886"/>
                </a:cubicBezTo>
                <a:cubicBezTo>
                  <a:pt x="0" y="885"/>
                  <a:pt x="0" y="885"/>
                  <a:pt x="0" y="885"/>
                </a:cubicBezTo>
                <a:cubicBezTo>
                  <a:pt x="1" y="886"/>
                  <a:pt x="1" y="887"/>
                  <a:pt x="0" y="889"/>
                </a:cubicBezTo>
                <a:cubicBezTo>
                  <a:pt x="87" y="890"/>
                  <a:pt x="87" y="890"/>
                  <a:pt x="87" y="890"/>
                </a:cubicBezTo>
                <a:cubicBezTo>
                  <a:pt x="188" y="991"/>
                  <a:pt x="188" y="991"/>
                  <a:pt x="188" y="991"/>
                </a:cubicBezTo>
                <a:cubicBezTo>
                  <a:pt x="220" y="990"/>
                  <a:pt x="220" y="990"/>
                  <a:pt x="220" y="990"/>
                </a:cubicBezTo>
                <a:cubicBezTo>
                  <a:pt x="281" y="929"/>
                  <a:pt x="281" y="929"/>
                  <a:pt x="281" y="929"/>
                </a:cubicBezTo>
                <a:cubicBezTo>
                  <a:pt x="283" y="859"/>
                  <a:pt x="283" y="859"/>
                  <a:pt x="283" y="859"/>
                </a:cubicBezTo>
                <a:cubicBezTo>
                  <a:pt x="524" y="618"/>
                  <a:pt x="524" y="618"/>
                  <a:pt x="524" y="618"/>
                </a:cubicBezTo>
                <a:cubicBezTo>
                  <a:pt x="732" y="614"/>
                  <a:pt x="732" y="614"/>
                  <a:pt x="732" y="614"/>
                </a:cubicBezTo>
                <a:cubicBezTo>
                  <a:pt x="1343" y="3"/>
                  <a:pt x="1343" y="3"/>
                  <a:pt x="1343" y="3"/>
                </a:cubicBezTo>
                <a:cubicBezTo>
                  <a:pt x="1340" y="0"/>
                  <a:pt x="1340" y="0"/>
                  <a:pt x="13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7" name="Freeform 707"/>
          <p:cNvSpPr>
            <a:spLocks/>
          </p:cNvSpPr>
          <p:nvPr/>
        </p:nvSpPr>
        <p:spPr bwMode="auto">
          <a:xfrm>
            <a:off x="12072168" y="65088"/>
            <a:ext cx="5765802" cy="4149733"/>
          </a:xfrm>
          <a:custGeom>
            <a:avLst/>
            <a:gdLst>
              <a:gd name="T0" fmla="*/ 1388 w 1391"/>
              <a:gd name="T1" fmla="*/ 0 h 1001"/>
              <a:gd name="T2" fmla="*/ 1388 w 1391"/>
              <a:gd name="T3" fmla="*/ 0 h 1001"/>
              <a:gd name="T4" fmla="*/ 770 w 1391"/>
              <a:gd name="T5" fmla="*/ 619 h 1001"/>
              <a:gd name="T6" fmla="*/ 559 w 1391"/>
              <a:gd name="T7" fmla="*/ 620 h 1001"/>
              <a:gd name="T8" fmla="*/ 333 w 1391"/>
              <a:gd name="T9" fmla="*/ 846 h 1001"/>
              <a:gd name="T10" fmla="*/ 331 w 1391"/>
              <a:gd name="T11" fmla="*/ 916 h 1001"/>
              <a:gd name="T12" fmla="*/ 251 w 1391"/>
              <a:gd name="T13" fmla="*/ 996 h 1001"/>
              <a:gd name="T14" fmla="*/ 225 w 1391"/>
              <a:gd name="T15" fmla="*/ 997 h 1001"/>
              <a:gd name="T16" fmla="*/ 124 w 1391"/>
              <a:gd name="T17" fmla="*/ 896 h 1001"/>
              <a:gd name="T18" fmla="*/ 22 w 1391"/>
              <a:gd name="T19" fmla="*/ 897 h 1001"/>
              <a:gd name="T20" fmla="*/ 0 w 1391"/>
              <a:gd name="T21" fmla="*/ 919 h 1001"/>
              <a:gd name="T22" fmla="*/ 2 w 1391"/>
              <a:gd name="T23" fmla="*/ 920 h 1001"/>
              <a:gd name="T24" fmla="*/ 3 w 1391"/>
              <a:gd name="T25" fmla="*/ 921 h 1001"/>
              <a:gd name="T26" fmla="*/ 24 w 1391"/>
              <a:gd name="T27" fmla="*/ 901 h 1001"/>
              <a:gd name="T28" fmla="*/ 123 w 1391"/>
              <a:gd name="T29" fmla="*/ 900 h 1001"/>
              <a:gd name="T30" fmla="*/ 224 w 1391"/>
              <a:gd name="T31" fmla="*/ 1001 h 1001"/>
              <a:gd name="T32" fmla="*/ 253 w 1391"/>
              <a:gd name="T33" fmla="*/ 1000 h 1001"/>
              <a:gd name="T34" fmla="*/ 335 w 1391"/>
              <a:gd name="T35" fmla="*/ 918 h 1001"/>
              <a:gd name="T36" fmla="*/ 337 w 1391"/>
              <a:gd name="T37" fmla="*/ 847 h 1001"/>
              <a:gd name="T38" fmla="*/ 560 w 1391"/>
              <a:gd name="T39" fmla="*/ 624 h 1001"/>
              <a:gd name="T40" fmla="*/ 771 w 1391"/>
              <a:gd name="T41" fmla="*/ 623 h 1001"/>
              <a:gd name="T42" fmla="*/ 1391 w 1391"/>
              <a:gd name="T43" fmla="*/ 3 h 1001"/>
              <a:gd name="T44" fmla="*/ 1388 w 1391"/>
              <a:gd name="T45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391" h="1001">
                <a:moveTo>
                  <a:pt x="1388" y="0"/>
                </a:moveTo>
                <a:cubicBezTo>
                  <a:pt x="1388" y="0"/>
                  <a:pt x="1388" y="0"/>
                  <a:pt x="1388" y="0"/>
                </a:cubicBezTo>
                <a:cubicBezTo>
                  <a:pt x="770" y="619"/>
                  <a:pt x="770" y="619"/>
                  <a:pt x="770" y="619"/>
                </a:cubicBezTo>
                <a:cubicBezTo>
                  <a:pt x="559" y="620"/>
                  <a:pt x="559" y="620"/>
                  <a:pt x="559" y="620"/>
                </a:cubicBezTo>
                <a:cubicBezTo>
                  <a:pt x="333" y="846"/>
                  <a:pt x="333" y="846"/>
                  <a:pt x="333" y="846"/>
                </a:cubicBezTo>
                <a:cubicBezTo>
                  <a:pt x="331" y="916"/>
                  <a:pt x="331" y="916"/>
                  <a:pt x="331" y="916"/>
                </a:cubicBezTo>
                <a:cubicBezTo>
                  <a:pt x="251" y="996"/>
                  <a:pt x="251" y="996"/>
                  <a:pt x="251" y="996"/>
                </a:cubicBezTo>
                <a:cubicBezTo>
                  <a:pt x="225" y="997"/>
                  <a:pt x="225" y="997"/>
                  <a:pt x="225" y="997"/>
                </a:cubicBezTo>
                <a:cubicBezTo>
                  <a:pt x="124" y="896"/>
                  <a:pt x="124" y="896"/>
                  <a:pt x="124" y="896"/>
                </a:cubicBezTo>
                <a:cubicBezTo>
                  <a:pt x="22" y="897"/>
                  <a:pt x="22" y="897"/>
                  <a:pt x="22" y="897"/>
                </a:cubicBezTo>
                <a:cubicBezTo>
                  <a:pt x="0" y="919"/>
                  <a:pt x="0" y="919"/>
                  <a:pt x="0" y="919"/>
                </a:cubicBezTo>
                <a:cubicBezTo>
                  <a:pt x="1" y="919"/>
                  <a:pt x="2" y="920"/>
                  <a:pt x="2" y="920"/>
                </a:cubicBezTo>
                <a:cubicBezTo>
                  <a:pt x="3" y="921"/>
                  <a:pt x="3" y="921"/>
                  <a:pt x="3" y="921"/>
                </a:cubicBezTo>
                <a:cubicBezTo>
                  <a:pt x="24" y="901"/>
                  <a:pt x="24" y="901"/>
                  <a:pt x="24" y="901"/>
                </a:cubicBezTo>
                <a:cubicBezTo>
                  <a:pt x="123" y="900"/>
                  <a:pt x="123" y="900"/>
                  <a:pt x="123" y="900"/>
                </a:cubicBezTo>
                <a:cubicBezTo>
                  <a:pt x="224" y="1001"/>
                  <a:pt x="224" y="1001"/>
                  <a:pt x="224" y="1001"/>
                </a:cubicBezTo>
                <a:cubicBezTo>
                  <a:pt x="253" y="1000"/>
                  <a:pt x="253" y="1000"/>
                  <a:pt x="253" y="1000"/>
                </a:cubicBezTo>
                <a:cubicBezTo>
                  <a:pt x="335" y="918"/>
                  <a:pt x="335" y="918"/>
                  <a:pt x="335" y="918"/>
                </a:cubicBezTo>
                <a:cubicBezTo>
                  <a:pt x="337" y="847"/>
                  <a:pt x="337" y="847"/>
                  <a:pt x="337" y="847"/>
                </a:cubicBezTo>
                <a:cubicBezTo>
                  <a:pt x="560" y="624"/>
                  <a:pt x="560" y="624"/>
                  <a:pt x="560" y="624"/>
                </a:cubicBezTo>
                <a:cubicBezTo>
                  <a:pt x="771" y="623"/>
                  <a:pt x="771" y="623"/>
                  <a:pt x="771" y="623"/>
                </a:cubicBezTo>
                <a:cubicBezTo>
                  <a:pt x="1391" y="3"/>
                  <a:pt x="1391" y="3"/>
                  <a:pt x="1391" y="3"/>
                </a:cubicBezTo>
                <a:cubicBezTo>
                  <a:pt x="1388" y="0"/>
                  <a:pt x="1388" y="0"/>
                  <a:pt x="1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8" name="Freeform 708"/>
          <p:cNvSpPr>
            <a:spLocks/>
          </p:cNvSpPr>
          <p:nvPr/>
        </p:nvSpPr>
        <p:spPr bwMode="auto">
          <a:xfrm>
            <a:off x="14185131" y="127001"/>
            <a:ext cx="3709989" cy="2836868"/>
          </a:xfrm>
          <a:custGeom>
            <a:avLst/>
            <a:gdLst>
              <a:gd name="T0" fmla="*/ 892 w 895"/>
              <a:gd name="T1" fmla="*/ 0 h 684"/>
              <a:gd name="T2" fmla="*/ 269 w 895"/>
              <a:gd name="T3" fmla="*/ 622 h 684"/>
              <a:gd name="T4" fmla="*/ 62 w 895"/>
              <a:gd name="T5" fmla="*/ 620 h 684"/>
              <a:gd name="T6" fmla="*/ 0 w 895"/>
              <a:gd name="T7" fmla="*/ 682 h 684"/>
              <a:gd name="T8" fmla="*/ 4 w 895"/>
              <a:gd name="T9" fmla="*/ 684 h 684"/>
              <a:gd name="T10" fmla="*/ 64 w 895"/>
              <a:gd name="T11" fmla="*/ 624 h 684"/>
              <a:gd name="T12" fmla="*/ 271 w 895"/>
              <a:gd name="T13" fmla="*/ 626 h 684"/>
              <a:gd name="T14" fmla="*/ 895 w 895"/>
              <a:gd name="T15" fmla="*/ 2 h 684"/>
              <a:gd name="T16" fmla="*/ 892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892" y="0"/>
                </a:moveTo>
                <a:cubicBezTo>
                  <a:pt x="269" y="622"/>
                  <a:pt x="269" y="622"/>
                  <a:pt x="269" y="622"/>
                </a:cubicBezTo>
                <a:cubicBezTo>
                  <a:pt x="62" y="620"/>
                  <a:pt x="62" y="620"/>
                  <a:pt x="62" y="620"/>
                </a:cubicBezTo>
                <a:cubicBezTo>
                  <a:pt x="0" y="682"/>
                  <a:pt x="0" y="682"/>
                  <a:pt x="0" y="682"/>
                </a:cubicBezTo>
                <a:cubicBezTo>
                  <a:pt x="1" y="683"/>
                  <a:pt x="2" y="684"/>
                  <a:pt x="4" y="684"/>
                </a:cubicBezTo>
                <a:cubicBezTo>
                  <a:pt x="64" y="624"/>
                  <a:pt x="64" y="624"/>
                  <a:pt x="64" y="624"/>
                </a:cubicBezTo>
                <a:cubicBezTo>
                  <a:pt x="271" y="626"/>
                  <a:pt x="271" y="626"/>
                  <a:pt x="271" y="626"/>
                </a:cubicBezTo>
                <a:cubicBezTo>
                  <a:pt x="895" y="2"/>
                  <a:pt x="895" y="2"/>
                  <a:pt x="895" y="2"/>
                </a:cubicBezTo>
                <a:cubicBezTo>
                  <a:pt x="892" y="0"/>
                  <a:pt x="892" y="0"/>
                  <a:pt x="89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9" name="Freeform 709"/>
          <p:cNvSpPr>
            <a:spLocks/>
          </p:cNvSpPr>
          <p:nvPr/>
        </p:nvSpPr>
        <p:spPr bwMode="auto">
          <a:xfrm>
            <a:off x="13642206" y="160338"/>
            <a:ext cx="4286251" cy="3619507"/>
          </a:xfrm>
          <a:custGeom>
            <a:avLst/>
            <a:gdLst>
              <a:gd name="T0" fmla="*/ 1032 w 1034"/>
              <a:gd name="T1" fmla="*/ 0 h 873"/>
              <a:gd name="T2" fmla="*/ 400 w 1034"/>
              <a:gd name="T3" fmla="*/ 631 h 873"/>
              <a:gd name="T4" fmla="*/ 235 w 1034"/>
              <a:gd name="T5" fmla="*/ 632 h 873"/>
              <a:gd name="T6" fmla="*/ 194 w 1034"/>
              <a:gd name="T7" fmla="*/ 674 h 873"/>
              <a:gd name="T8" fmla="*/ 182 w 1034"/>
              <a:gd name="T9" fmla="*/ 713 h 873"/>
              <a:gd name="T10" fmla="*/ 163 w 1034"/>
              <a:gd name="T11" fmla="*/ 733 h 873"/>
              <a:gd name="T12" fmla="*/ 100 w 1034"/>
              <a:gd name="T13" fmla="*/ 734 h 873"/>
              <a:gd name="T14" fmla="*/ 0 w 1034"/>
              <a:gd name="T15" fmla="*/ 834 h 873"/>
              <a:gd name="T16" fmla="*/ 0 w 1034"/>
              <a:gd name="T17" fmla="*/ 873 h 873"/>
              <a:gd name="T18" fmla="*/ 85 w 1034"/>
              <a:gd name="T19" fmla="*/ 788 h 873"/>
              <a:gd name="T20" fmla="*/ 111 w 1034"/>
              <a:gd name="T21" fmla="*/ 788 h 873"/>
              <a:gd name="T22" fmla="*/ 111 w 1034"/>
              <a:gd name="T23" fmla="*/ 785 h 873"/>
              <a:gd name="T24" fmla="*/ 111 w 1034"/>
              <a:gd name="T25" fmla="*/ 784 h 873"/>
              <a:gd name="T26" fmla="*/ 83 w 1034"/>
              <a:gd name="T27" fmla="*/ 784 h 873"/>
              <a:gd name="T28" fmla="*/ 4 w 1034"/>
              <a:gd name="T29" fmla="*/ 864 h 873"/>
              <a:gd name="T30" fmla="*/ 4 w 1034"/>
              <a:gd name="T31" fmla="*/ 835 h 873"/>
              <a:gd name="T32" fmla="*/ 102 w 1034"/>
              <a:gd name="T33" fmla="*/ 738 h 873"/>
              <a:gd name="T34" fmla="*/ 164 w 1034"/>
              <a:gd name="T35" fmla="*/ 737 h 873"/>
              <a:gd name="T36" fmla="*/ 186 w 1034"/>
              <a:gd name="T37" fmla="*/ 715 h 873"/>
              <a:gd name="T38" fmla="*/ 197 w 1034"/>
              <a:gd name="T39" fmla="*/ 676 h 873"/>
              <a:gd name="T40" fmla="*/ 237 w 1034"/>
              <a:gd name="T41" fmla="*/ 636 h 873"/>
              <a:gd name="T42" fmla="*/ 402 w 1034"/>
              <a:gd name="T43" fmla="*/ 635 h 873"/>
              <a:gd name="T44" fmla="*/ 1034 w 1034"/>
              <a:gd name="T45" fmla="*/ 3 h 873"/>
              <a:gd name="T46" fmla="*/ 1032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1032" y="0"/>
                </a:moveTo>
                <a:cubicBezTo>
                  <a:pt x="400" y="631"/>
                  <a:pt x="400" y="631"/>
                  <a:pt x="400" y="631"/>
                </a:cubicBezTo>
                <a:cubicBezTo>
                  <a:pt x="235" y="632"/>
                  <a:pt x="235" y="632"/>
                  <a:pt x="235" y="632"/>
                </a:cubicBezTo>
                <a:cubicBezTo>
                  <a:pt x="194" y="674"/>
                  <a:pt x="194" y="674"/>
                  <a:pt x="194" y="674"/>
                </a:cubicBezTo>
                <a:cubicBezTo>
                  <a:pt x="182" y="713"/>
                  <a:pt x="182" y="713"/>
                  <a:pt x="182" y="713"/>
                </a:cubicBezTo>
                <a:cubicBezTo>
                  <a:pt x="163" y="733"/>
                  <a:pt x="163" y="733"/>
                  <a:pt x="163" y="733"/>
                </a:cubicBezTo>
                <a:cubicBezTo>
                  <a:pt x="100" y="734"/>
                  <a:pt x="100" y="734"/>
                  <a:pt x="100" y="734"/>
                </a:cubicBezTo>
                <a:cubicBezTo>
                  <a:pt x="0" y="834"/>
                  <a:pt x="0" y="834"/>
                  <a:pt x="0" y="834"/>
                </a:cubicBezTo>
                <a:cubicBezTo>
                  <a:pt x="0" y="873"/>
                  <a:pt x="0" y="873"/>
                  <a:pt x="0" y="873"/>
                </a:cubicBezTo>
                <a:cubicBezTo>
                  <a:pt x="85" y="788"/>
                  <a:pt x="85" y="788"/>
                  <a:pt x="85" y="788"/>
                </a:cubicBezTo>
                <a:cubicBezTo>
                  <a:pt x="111" y="788"/>
                  <a:pt x="111" y="788"/>
                  <a:pt x="111" y="788"/>
                </a:cubicBezTo>
                <a:cubicBezTo>
                  <a:pt x="111" y="787"/>
                  <a:pt x="111" y="786"/>
                  <a:pt x="111" y="785"/>
                </a:cubicBezTo>
                <a:cubicBezTo>
                  <a:pt x="111" y="784"/>
                  <a:pt x="111" y="784"/>
                  <a:pt x="111" y="784"/>
                </a:cubicBezTo>
                <a:cubicBezTo>
                  <a:pt x="83" y="784"/>
                  <a:pt x="83" y="784"/>
                  <a:pt x="83" y="784"/>
                </a:cubicBezTo>
                <a:cubicBezTo>
                  <a:pt x="4" y="864"/>
                  <a:pt x="4" y="864"/>
                  <a:pt x="4" y="864"/>
                </a:cubicBezTo>
                <a:cubicBezTo>
                  <a:pt x="4" y="835"/>
                  <a:pt x="4" y="835"/>
                  <a:pt x="4" y="835"/>
                </a:cubicBezTo>
                <a:cubicBezTo>
                  <a:pt x="102" y="738"/>
                  <a:pt x="102" y="738"/>
                  <a:pt x="102" y="738"/>
                </a:cubicBezTo>
                <a:cubicBezTo>
                  <a:pt x="164" y="737"/>
                  <a:pt x="164" y="737"/>
                  <a:pt x="164" y="737"/>
                </a:cubicBezTo>
                <a:cubicBezTo>
                  <a:pt x="186" y="715"/>
                  <a:pt x="186" y="715"/>
                  <a:pt x="186" y="715"/>
                </a:cubicBezTo>
                <a:cubicBezTo>
                  <a:pt x="197" y="676"/>
                  <a:pt x="197" y="676"/>
                  <a:pt x="197" y="676"/>
                </a:cubicBezTo>
                <a:cubicBezTo>
                  <a:pt x="237" y="636"/>
                  <a:pt x="237" y="636"/>
                  <a:pt x="237" y="636"/>
                </a:cubicBezTo>
                <a:cubicBezTo>
                  <a:pt x="402" y="635"/>
                  <a:pt x="402" y="635"/>
                  <a:pt x="402" y="635"/>
                </a:cubicBezTo>
                <a:cubicBezTo>
                  <a:pt x="1034" y="3"/>
                  <a:pt x="1034" y="3"/>
                  <a:pt x="1034" y="3"/>
                </a:cubicBezTo>
                <a:cubicBezTo>
                  <a:pt x="1032" y="0"/>
                  <a:pt x="1032" y="0"/>
                  <a:pt x="10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0" name="Freeform 710"/>
          <p:cNvSpPr>
            <a:spLocks/>
          </p:cNvSpPr>
          <p:nvPr/>
        </p:nvSpPr>
        <p:spPr bwMode="auto">
          <a:xfrm>
            <a:off x="14529619" y="2092329"/>
            <a:ext cx="3108326" cy="2271717"/>
          </a:xfrm>
          <a:custGeom>
            <a:avLst/>
            <a:gdLst>
              <a:gd name="T0" fmla="*/ 748 w 750"/>
              <a:gd name="T1" fmla="*/ 0 h 548"/>
              <a:gd name="T2" fmla="*/ 433 w 750"/>
              <a:gd name="T3" fmla="*/ 315 h 548"/>
              <a:gd name="T4" fmla="*/ 319 w 750"/>
              <a:gd name="T5" fmla="*/ 316 h 548"/>
              <a:gd name="T6" fmla="*/ 194 w 750"/>
              <a:gd name="T7" fmla="*/ 441 h 548"/>
              <a:gd name="T8" fmla="*/ 99 w 750"/>
              <a:gd name="T9" fmla="*/ 445 h 548"/>
              <a:gd name="T10" fmla="*/ 0 w 750"/>
              <a:gd name="T11" fmla="*/ 544 h 548"/>
              <a:gd name="T12" fmla="*/ 1 w 750"/>
              <a:gd name="T13" fmla="*/ 548 h 548"/>
              <a:gd name="T14" fmla="*/ 101 w 750"/>
              <a:gd name="T15" fmla="*/ 449 h 548"/>
              <a:gd name="T16" fmla="*/ 195 w 750"/>
              <a:gd name="T17" fmla="*/ 445 h 548"/>
              <a:gd name="T18" fmla="*/ 320 w 750"/>
              <a:gd name="T19" fmla="*/ 320 h 548"/>
              <a:gd name="T20" fmla="*/ 434 w 750"/>
              <a:gd name="T21" fmla="*/ 319 h 548"/>
              <a:gd name="T22" fmla="*/ 750 w 750"/>
              <a:gd name="T23" fmla="*/ 3 h 548"/>
              <a:gd name="T24" fmla="*/ 748 w 750"/>
              <a:gd name="T25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50" h="548">
                <a:moveTo>
                  <a:pt x="748" y="0"/>
                </a:moveTo>
                <a:cubicBezTo>
                  <a:pt x="433" y="315"/>
                  <a:pt x="433" y="315"/>
                  <a:pt x="433" y="315"/>
                </a:cubicBezTo>
                <a:cubicBezTo>
                  <a:pt x="319" y="316"/>
                  <a:pt x="319" y="316"/>
                  <a:pt x="319" y="316"/>
                </a:cubicBezTo>
                <a:cubicBezTo>
                  <a:pt x="194" y="441"/>
                  <a:pt x="194" y="441"/>
                  <a:pt x="194" y="441"/>
                </a:cubicBezTo>
                <a:cubicBezTo>
                  <a:pt x="99" y="445"/>
                  <a:pt x="99" y="445"/>
                  <a:pt x="99" y="445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45"/>
                  <a:pt x="1" y="547"/>
                  <a:pt x="1" y="548"/>
                </a:cubicBezTo>
                <a:cubicBezTo>
                  <a:pt x="101" y="449"/>
                  <a:pt x="101" y="449"/>
                  <a:pt x="101" y="449"/>
                </a:cubicBezTo>
                <a:cubicBezTo>
                  <a:pt x="195" y="445"/>
                  <a:pt x="195" y="445"/>
                  <a:pt x="195" y="445"/>
                </a:cubicBezTo>
                <a:cubicBezTo>
                  <a:pt x="320" y="320"/>
                  <a:pt x="320" y="320"/>
                  <a:pt x="320" y="320"/>
                </a:cubicBezTo>
                <a:cubicBezTo>
                  <a:pt x="434" y="319"/>
                  <a:pt x="434" y="319"/>
                  <a:pt x="434" y="319"/>
                </a:cubicBezTo>
                <a:cubicBezTo>
                  <a:pt x="750" y="3"/>
                  <a:pt x="750" y="3"/>
                  <a:pt x="750" y="3"/>
                </a:cubicBezTo>
                <a:cubicBezTo>
                  <a:pt x="748" y="0"/>
                  <a:pt x="748" y="0"/>
                  <a:pt x="7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1" name="Freeform 711"/>
          <p:cNvSpPr>
            <a:spLocks/>
          </p:cNvSpPr>
          <p:nvPr/>
        </p:nvSpPr>
        <p:spPr bwMode="auto">
          <a:xfrm>
            <a:off x="14694719" y="2047879"/>
            <a:ext cx="2898776" cy="2030416"/>
          </a:xfrm>
          <a:custGeom>
            <a:avLst/>
            <a:gdLst>
              <a:gd name="T0" fmla="*/ 696 w 699"/>
              <a:gd name="T1" fmla="*/ 0 h 490"/>
              <a:gd name="T2" fmla="*/ 390 w 699"/>
              <a:gd name="T3" fmla="*/ 306 h 490"/>
              <a:gd name="T4" fmla="*/ 276 w 699"/>
              <a:gd name="T5" fmla="*/ 307 h 490"/>
              <a:gd name="T6" fmla="*/ 151 w 699"/>
              <a:gd name="T7" fmla="*/ 432 h 490"/>
              <a:gd name="T8" fmla="*/ 54 w 699"/>
              <a:gd name="T9" fmla="*/ 433 h 490"/>
              <a:gd name="T10" fmla="*/ 0 w 699"/>
              <a:gd name="T11" fmla="*/ 486 h 490"/>
              <a:gd name="T12" fmla="*/ 2 w 699"/>
              <a:gd name="T13" fmla="*/ 490 h 490"/>
              <a:gd name="T14" fmla="*/ 56 w 699"/>
              <a:gd name="T15" fmla="*/ 437 h 490"/>
              <a:gd name="T16" fmla="*/ 153 w 699"/>
              <a:gd name="T17" fmla="*/ 436 h 490"/>
              <a:gd name="T18" fmla="*/ 278 w 699"/>
              <a:gd name="T19" fmla="*/ 311 h 490"/>
              <a:gd name="T20" fmla="*/ 392 w 699"/>
              <a:gd name="T21" fmla="*/ 310 h 490"/>
              <a:gd name="T22" fmla="*/ 699 w 699"/>
              <a:gd name="T23" fmla="*/ 3 h 490"/>
              <a:gd name="T24" fmla="*/ 696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696" y="0"/>
                </a:moveTo>
                <a:cubicBezTo>
                  <a:pt x="390" y="306"/>
                  <a:pt x="390" y="306"/>
                  <a:pt x="390" y="306"/>
                </a:cubicBezTo>
                <a:cubicBezTo>
                  <a:pt x="276" y="307"/>
                  <a:pt x="276" y="307"/>
                  <a:pt x="276" y="307"/>
                </a:cubicBezTo>
                <a:cubicBezTo>
                  <a:pt x="151" y="432"/>
                  <a:pt x="151" y="432"/>
                  <a:pt x="151" y="432"/>
                </a:cubicBezTo>
                <a:cubicBezTo>
                  <a:pt x="54" y="433"/>
                  <a:pt x="54" y="433"/>
                  <a:pt x="54" y="433"/>
                </a:cubicBezTo>
                <a:cubicBezTo>
                  <a:pt x="0" y="486"/>
                  <a:pt x="0" y="486"/>
                  <a:pt x="0" y="486"/>
                </a:cubicBezTo>
                <a:cubicBezTo>
                  <a:pt x="1" y="488"/>
                  <a:pt x="2" y="489"/>
                  <a:pt x="2" y="490"/>
                </a:cubicBezTo>
                <a:cubicBezTo>
                  <a:pt x="56" y="437"/>
                  <a:pt x="56" y="437"/>
                  <a:pt x="56" y="437"/>
                </a:cubicBezTo>
                <a:cubicBezTo>
                  <a:pt x="153" y="436"/>
                  <a:pt x="153" y="436"/>
                  <a:pt x="153" y="436"/>
                </a:cubicBezTo>
                <a:cubicBezTo>
                  <a:pt x="278" y="311"/>
                  <a:pt x="278" y="311"/>
                  <a:pt x="278" y="311"/>
                </a:cubicBezTo>
                <a:cubicBezTo>
                  <a:pt x="392" y="310"/>
                  <a:pt x="392" y="310"/>
                  <a:pt x="392" y="310"/>
                </a:cubicBezTo>
                <a:cubicBezTo>
                  <a:pt x="699" y="3"/>
                  <a:pt x="699" y="3"/>
                  <a:pt x="699" y="3"/>
                </a:cubicBezTo>
                <a:cubicBezTo>
                  <a:pt x="696" y="0"/>
                  <a:pt x="696" y="0"/>
                  <a:pt x="6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2" name="Freeform 712"/>
          <p:cNvSpPr>
            <a:spLocks/>
          </p:cNvSpPr>
          <p:nvPr/>
        </p:nvSpPr>
        <p:spPr bwMode="auto">
          <a:xfrm>
            <a:off x="14856644" y="288926"/>
            <a:ext cx="3200401" cy="2665417"/>
          </a:xfrm>
          <a:custGeom>
            <a:avLst/>
            <a:gdLst>
              <a:gd name="T0" fmla="*/ 770 w 772"/>
              <a:gd name="T1" fmla="*/ 0 h 643"/>
              <a:gd name="T2" fmla="*/ 212 w 772"/>
              <a:gd name="T3" fmla="*/ 557 h 643"/>
              <a:gd name="T4" fmla="*/ 187 w 772"/>
              <a:gd name="T5" fmla="*/ 555 h 643"/>
              <a:gd name="T6" fmla="*/ 102 w 772"/>
              <a:gd name="T7" fmla="*/ 639 h 643"/>
              <a:gd name="T8" fmla="*/ 0 w 772"/>
              <a:gd name="T9" fmla="*/ 638 h 643"/>
              <a:gd name="T10" fmla="*/ 1 w 772"/>
              <a:gd name="T11" fmla="*/ 642 h 643"/>
              <a:gd name="T12" fmla="*/ 104 w 772"/>
              <a:gd name="T13" fmla="*/ 643 h 643"/>
              <a:gd name="T14" fmla="*/ 188 w 772"/>
              <a:gd name="T15" fmla="*/ 559 h 643"/>
              <a:gd name="T16" fmla="*/ 214 w 772"/>
              <a:gd name="T17" fmla="*/ 562 h 643"/>
              <a:gd name="T18" fmla="*/ 772 w 772"/>
              <a:gd name="T19" fmla="*/ 3 h 643"/>
              <a:gd name="T20" fmla="*/ 770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770" y="0"/>
                </a:moveTo>
                <a:cubicBezTo>
                  <a:pt x="212" y="557"/>
                  <a:pt x="212" y="557"/>
                  <a:pt x="212" y="557"/>
                </a:cubicBezTo>
                <a:cubicBezTo>
                  <a:pt x="187" y="555"/>
                  <a:pt x="187" y="555"/>
                  <a:pt x="187" y="555"/>
                </a:cubicBezTo>
                <a:cubicBezTo>
                  <a:pt x="102" y="639"/>
                  <a:pt x="102" y="639"/>
                  <a:pt x="102" y="639"/>
                </a:cubicBezTo>
                <a:cubicBezTo>
                  <a:pt x="0" y="638"/>
                  <a:pt x="0" y="638"/>
                  <a:pt x="0" y="638"/>
                </a:cubicBezTo>
                <a:cubicBezTo>
                  <a:pt x="1" y="640"/>
                  <a:pt x="1" y="641"/>
                  <a:pt x="1" y="642"/>
                </a:cubicBezTo>
                <a:cubicBezTo>
                  <a:pt x="104" y="643"/>
                  <a:pt x="104" y="643"/>
                  <a:pt x="104" y="643"/>
                </a:cubicBezTo>
                <a:cubicBezTo>
                  <a:pt x="188" y="559"/>
                  <a:pt x="188" y="559"/>
                  <a:pt x="188" y="559"/>
                </a:cubicBezTo>
                <a:cubicBezTo>
                  <a:pt x="214" y="562"/>
                  <a:pt x="214" y="562"/>
                  <a:pt x="214" y="562"/>
                </a:cubicBezTo>
                <a:cubicBezTo>
                  <a:pt x="772" y="3"/>
                  <a:pt x="772" y="3"/>
                  <a:pt x="772" y="3"/>
                </a:cubicBezTo>
                <a:cubicBezTo>
                  <a:pt x="770" y="0"/>
                  <a:pt x="770" y="0"/>
                  <a:pt x="77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3" name="Freeform 713"/>
          <p:cNvSpPr>
            <a:spLocks/>
          </p:cNvSpPr>
          <p:nvPr/>
        </p:nvSpPr>
        <p:spPr bwMode="auto">
          <a:xfrm>
            <a:off x="12283306" y="476251"/>
            <a:ext cx="5964239" cy="4211645"/>
          </a:xfrm>
          <a:custGeom>
            <a:avLst/>
            <a:gdLst>
              <a:gd name="T0" fmla="*/ 1436 w 1439"/>
              <a:gd name="T1" fmla="*/ 0 h 1016"/>
              <a:gd name="T2" fmla="*/ 1436 w 1439"/>
              <a:gd name="T3" fmla="*/ 0 h 1016"/>
              <a:gd name="T4" fmla="*/ 857 w 1439"/>
              <a:gd name="T5" fmla="*/ 580 h 1016"/>
              <a:gd name="T6" fmla="*/ 821 w 1439"/>
              <a:gd name="T7" fmla="*/ 581 h 1016"/>
              <a:gd name="T8" fmla="*/ 735 w 1439"/>
              <a:gd name="T9" fmla="*/ 667 h 1016"/>
              <a:gd name="T10" fmla="*/ 666 w 1439"/>
              <a:gd name="T11" fmla="*/ 669 h 1016"/>
              <a:gd name="T12" fmla="*/ 610 w 1439"/>
              <a:gd name="T13" fmla="*/ 724 h 1016"/>
              <a:gd name="T14" fmla="*/ 558 w 1439"/>
              <a:gd name="T15" fmla="*/ 725 h 1016"/>
              <a:gd name="T16" fmla="*/ 472 w 1439"/>
              <a:gd name="T17" fmla="*/ 812 h 1016"/>
              <a:gd name="T18" fmla="*/ 360 w 1439"/>
              <a:gd name="T19" fmla="*/ 811 h 1016"/>
              <a:gd name="T20" fmla="*/ 228 w 1439"/>
              <a:gd name="T21" fmla="*/ 942 h 1016"/>
              <a:gd name="T22" fmla="*/ 165 w 1439"/>
              <a:gd name="T23" fmla="*/ 944 h 1016"/>
              <a:gd name="T24" fmla="*/ 140 w 1439"/>
              <a:gd name="T25" fmla="*/ 968 h 1016"/>
              <a:gd name="T26" fmla="*/ 46 w 1439"/>
              <a:gd name="T27" fmla="*/ 967 h 1016"/>
              <a:gd name="T28" fmla="*/ 0 w 1439"/>
              <a:gd name="T29" fmla="*/ 1012 h 1016"/>
              <a:gd name="T30" fmla="*/ 2 w 1439"/>
              <a:gd name="T31" fmla="*/ 1016 h 1016"/>
              <a:gd name="T32" fmla="*/ 47 w 1439"/>
              <a:gd name="T33" fmla="*/ 971 h 1016"/>
              <a:gd name="T34" fmla="*/ 142 w 1439"/>
              <a:gd name="T35" fmla="*/ 972 h 1016"/>
              <a:gd name="T36" fmla="*/ 166 w 1439"/>
              <a:gd name="T37" fmla="*/ 948 h 1016"/>
              <a:gd name="T38" fmla="*/ 230 w 1439"/>
              <a:gd name="T39" fmla="*/ 946 h 1016"/>
              <a:gd name="T40" fmla="*/ 361 w 1439"/>
              <a:gd name="T41" fmla="*/ 815 h 1016"/>
              <a:gd name="T42" fmla="*/ 473 w 1439"/>
              <a:gd name="T43" fmla="*/ 816 h 1016"/>
              <a:gd name="T44" fmla="*/ 560 w 1439"/>
              <a:gd name="T45" fmla="*/ 729 h 1016"/>
              <a:gd name="T46" fmla="*/ 612 w 1439"/>
              <a:gd name="T47" fmla="*/ 728 h 1016"/>
              <a:gd name="T48" fmla="*/ 667 w 1439"/>
              <a:gd name="T49" fmla="*/ 673 h 1016"/>
              <a:gd name="T50" fmla="*/ 737 w 1439"/>
              <a:gd name="T51" fmla="*/ 671 h 1016"/>
              <a:gd name="T52" fmla="*/ 823 w 1439"/>
              <a:gd name="T53" fmla="*/ 585 h 1016"/>
              <a:gd name="T54" fmla="*/ 858 w 1439"/>
              <a:gd name="T55" fmla="*/ 584 h 1016"/>
              <a:gd name="T56" fmla="*/ 1439 w 1439"/>
              <a:gd name="T57" fmla="*/ 3 h 1016"/>
              <a:gd name="T58" fmla="*/ 1436 w 1439"/>
              <a:gd name="T59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39" h="1016">
                <a:moveTo>
                  <a:pt x="1436" y="0"/>
                </a:moveTo>
                <a:cubicBezTo>
                  <a:pt x="1436" y="0"/>
                  <a:pt x="1436" y="0"/>
                  <a:pt x="1436" y="0"/>
                </a:cubicBezTo>
                <a:cubicBezTo>
                  <a:pt x="857" y="580"/>
                  <a:pt x="857" y="580"/>
                  <a:pt x="857" y="580"/>
                </a:cubicBezTo>
                <a:cubicBezTo>
                  <a:pt x="821" y="581"/>
                  <a:pt x="821" y="581"/>
                  <a:pt x="821" y="581"/>
                </a:cubicBezTo>
                <a:cubicBezTo>
                  <a:pt x="735" y="667"/>
                  <a:pt x="735" y="667"/>
                  <a:pt x="735" y="667"/>
                </a:cubicBezTo>
                <a:cubicBezTo>
                  <a:pt x="666" y="669"/>
                  <a:pt x="666" y="669"/>
                  <a:pt x="666" y="669"/>
                </a:cubicBezTo>
                <a:cubicBezTo>
                  <a:pt x="610" y="724"/>
                  <a:pt x="610" y="724"/>
                  <a:pt x="610" y="724"/>
                </a:cubicBezTo>
                <a:cubicBezTo>
                  <a:pt x="558" y="725"/>
                  <a:pt x="558" y="725"/>
                  <a:pt x="558" y="725"/>
                </a:cubicBezTo>
                <a:cubicBezTo>
                  <a:pt x="472" y="812"/>
                  <a:pt x="472" y="812"/>
                  <a:pt x="472" y="812"/>
                </a:cubicBezTo>
                <a:cubicBezTo>
                  <a:pt x="360" y="811"/>
                  <a:pt x="360" y="811"/>
                  <a:pt x="360" y="811"/>
                </a:cubicBezTo>
                <a:cubicBezTo>
                  <a:pt x="228" y="942"/>
                  <a:pt x="228" y="942"/>
                  <a:pt x="228" y="942"/>
                </a:cubicBezTo>
                <a:cubicBezTo>
                  <a:pt x="165" y="944"/>
                  <a:pt x="165" y="944"/>
                  <a:pt x="165" y="944"/>
                </a:cubicBezTo>
                <a:cubicBezTo>
                  <a:pt x="140" y="968"/>
                  <a:pt x="140" y="968"/>
                  <a:pt x="140" y="968"/>
                </a:cubicBezTo>
                <a:cubicBezTo>
                  <a:pt x="46" y="967"/>
                  <a:pt x="46" y="967"/>
                  <a:pt x="46" y="967"/>
                </a:cubicBezTo>
                <a:cubicBezTo>
                  <a:pt x="0" y="1012"/>
                  <a:pt x="0" y="1012"/>
                  <a:pt x="0" y="1012"/>
                </a:cubicBezTo>
                <a:cubicBezTo>
                  <a:pt x="1" y="1013"/>
                  <a:pt x="1" y="1015"/>
                  <a:pt x="2" y="1016"/>
                </a:cubicBezTo>
                <a:cubicBezTo>
                  <a:pt x="47" y="971"/>
                  <a:pt x="47" y="971"/>
                  <a:pt x="47" y="971"/>
                </a:cubicBezTo>
                <a:cubicBezTo>
                  <a:pt x="142" y="972"/>
                  <a:pt x="142" y="972"/>
                  <a:pt x="142" y="972"/>
                </a:cubicBezTo>
                <a:cubicBezTo>
                  <a:pt x="166" y="948"/>
                  <a:pt x="166" y="948"/>
                  <a:pt x="166" y="948"/>
                </a:cubicBezTo>
                <a:cubicBezTo>
                  <a:pt x="230" y="946"/>
                  <a:pt x="230" y="946"/>
                  <a:pt x="230" y="946"/>
                </a:cubicBezTo>
                <a:cubicBezTo>
                  <a:pt x="361" y="815"/>
                  <a:pt x="361" y="815"/>
                  <a:pt x="361" y="815"/>
                </a:cubicBezTo>
                <a:cubicBezTo>
                  <a:pt x="473" y="816"/>
                  <a:pt x="473" y="816"/>
                  <a:pt x="473" y="816"/>
                </a:cubicBezTo>
                <a:cubicBezTo>
                  <a:pt x="560" y="729"/>
                  <a:pt x="560" y="729"/>
                  <a:pt x="560" y="729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67" y="673"/>
                  <a:pt x="667" y="673"/>
                  <a:pt x="667" y="673"/>
                </a:cubicBezTo>
                <a:cubicBezTo>
                  <a:pt x="737" y="671"/>
                  <a:pt x="737" y="671"/>
                  <a:pt x="737" y="671"/>
                </a:cubicBezTo>
                <a:cubicBezTo>
                  <a:pt x="823" y="585"/>
                  <a:pt x="823" y="585"/>
                  <a:pt x="823" y="585"/>
                </a:cubicBezTo>
                <a:cubicBezTo>
                  <a:pt x="858" y="584"/>
                  <a:pt x="858" y="584"/>
                  <a:pt x="858" y="584"/>
                </a:cubicBezTo>
                <a:cubicBezTo>
                  <a:pt x="1439" y="3"/>
                  <a:pt x="1439" y="3"/>
                  <a:pt x="1439" y="3"/>
                </a:cubicBezTo>
                <a:cubicBezTo>
                  <a:pt x="1436" y="0"/>
                  <a:pt x="1436" y="0"/>
                  <a:pt x="14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4" name="Freeform 714"/>
          <p:cNvSpPr>
            <a:spLocks/>
          </p:cNvSpPr>
          <p:nvPr/>
        </p:nvSpPr>
        <p:spPr bwMode="auto">
          <a:xfrm>
            <a:off x="12221393" y="430214"/>
            <a:ext cx="5976939" cy="4191008"/>
          </a:xfrm>
          <a:custGeom>
            <a:avLst/>
            <a:gdLst>
              <a:gd name="T0" fmla="*/ 1440 w 1442"/>
              <a:gd name="T1" fmla="*/ 0 h 1011"/>
              <a:gd name="T2" fmla="*/ 865 w 1442"/>
              <a:gd name="T3" fmla="*/ 575 h 1011"/>
              <a:gd name="T4" fmla="*/ 829 w 1442"/>
              <a:gd name="T5" fmla="*/ 576 h 1011"/>
              <a:gd name="T6" fmla="*/ 743 w 1442"/>
              <a:gd name="T7" fmla="*/ 662 h 1011"/>
              <a:gd name="T8" fmla="*/ 671 w 1442"/>
              <a:gd name="T9" fmla="*/ 661 h 1011"/>
              <a:gd name="T10" fmla="*/ 615 w 1442"/>
              <a:gd name="T11" fmla="*/ 717 h 1011"/>
              <a:gd name="T12" fmla="*/ 563 w 1442"/>
              <a:gd name="T13" fmla="*/ 718 h 1011"/>
              <a:gd name="T14" fmla="*/ 477 w 1442"/>
              <a:gd name="T15" fmla="*/ 805 h 1011"/>
              <a:gd name="T16" fmla="*/ 365 w 1442"/>
              <a:gd name="T17" fmla="*/ 803 h 1011"/>
              <a:gd name="T18" fmla="*/ 233 w 1442"/>
              <a:gd name="T19" fmla="*/ 935 h 1011"/>
              <a:gd name="T20" fmla="*/ 170 w 1442"/>
              <a:gd name="T21" fmla="*/ 936 h 1011"/>
              <a:gd name="T22" fmla="*/ 146 w 1442"/>
              <a:gd name="T23" fmla="*/ 960 h 1011"/>
              <a:gd name="T24" fmla="*/ 51 w 1442"/>
              <a:gd name="T25" fmla="*/ 959 h 1011"/>
              <a:gd name="T26" fmla="*/ 0 w 1442"/>
              <a:gd name="T27" fmla="*/ 1009 h 1011"/>
              <a:gd name="T28" fmla="*/ 4 w 1442"/>
              <a:gd name="T29" fmla="*/ 1011 h 1011"/>
              <a:gd name="T30" fmla="*/ 52 w 1442"/>
              <a:gd name="T31" fmla="*/ 963 h 1011"/>
              <a:gd name="T32" fmla="*/ 147 w 1442"/>
              <a:gd name="T33" fmla="*/ 964 h 1011"/>
              <a:gd name="T34" fmla="*/ 172 w 1442"/>
              <a:gd name="T35" fmla="*/ 940 h 1011"/>
              <a:gd name="T36" fmla="*/ 235 w 1442"/>
              <a:gd name="T37" fmla="*/ 939 h 1011"/>
              <a:gd name="T38" fmla="*/ 366 w 1442"/>
              <a:gd name="T39" fmla="*/ 807 h 1011"/>
              <a:gd name="T40" fmla="*/ 478 w 1442"/>
              <a:gd name="T41" fmla="*/ 809 h 1011"/>
              <a:gd name="T42" fmla="*/ 565 w 1442"/>
              <a:gd name="T43" fmla="*/ 722 h 1011"/>
              <a:gd name="T44" fmla="*/ 617 w 1442"/>
              <a:gd name="T45" fmla="*/ 721 h 1011"/>
              <a:gd name="T46" fmla="*/ 672 w 1442"/>
              <a:gd name="T47" fmla="*/ 665 h 1011"/>
              <a:gd name="T48" fmla="*/ 745 w 1442"/>
              <a:gd name="T49" fmla="*/ 666 h 1011"/>
              <a:gd name="T50" fmla="*/ 831 w 1442"/>
              <a:gd name="T51" fmla="*/ 580 h 1011"/>
              <a:gd name="T52" fmla="*/ 867 w 1442"/>
              <a:gd name="T53" fmla="*/ 579 h 1011"/>
              <a:gd name="T54" fmla="*/ 1442 w 1442"/>
              <a:gd name="T55" fmla="*/ 3 h 1011"/>
              <a:gd name="T56" fmla="*/ 1440 w 1442"/>
              <a:gd name="T57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42" h="1011">
                <a:moveTo>
                  <a:pt x="1440" y="0"/>
                </a:moveTo>
                <a:cubicBezTo>
                  <a:pt x="865" y="575"/>
                  <a:pt x="865" y="575"/>
                  <a:pt x="865" y="575"/>
                </a:cubicBezTo>
                <a:cubicBezTo>
                  <a:pt x="829" y="576"/>
                  <a:pt x="829" y="576"/>
                  <a:pt x="829" y="576"/>
                </a:cubicBezTo>
                <a:cubicBezTo>
                  <a:pt x="743" y="662"/>
                  <a:pt x="743" y="662"/>
                  <a:pt x="743" y="662"/>
                </a:cubicBezTo>
                <a:cubicBezTo>
                  <a:pt x="671" y="661"/>
                  <a:pt x="671" y="661"/>
                  <a:pt x="671" y="661"/>
                </a:cubicBezTo>
                <a:cubicBezTo>
                  <a:pt x="615" y="717"/>
                  <a:pt x="615" y="717"/>
                  <a:pt x="615" y="717"/>
                </a:cubicBezTo>
                <a:cubicBezTo>
                  <a:pt x="563" y="718"/>
                  <a:pt x="563" y="718"/>
                  <a:pt x="563" y="718"/>
                </a:cubicBezTo>
                <a:cubicBezTo>
                  <a:pt x="477" y="805"/>
                  <a:pt x="477" y="805"/>
                  <a:pt x="477" y="805"/>
                </a:cubicBezTo>
                <a:cubicBezTo>
                  <a:pt x="365" y="803"/>
                  <a:pt x="365" y="803"/>
                  <a:pt x="365" y="803"/>
                </a:cubicBezTo>
                <a:cubicBezTo>
                  <a:pt x="233" y="935"/>
                  <a:pt x="233" y="935"/>
                  <a:pt x="233" y="935"/>
                </a:cubicBezTo>
                <a:cubicBezTo>
                  <a:pt x="170" y="936"/>
                  <a:pt x="170" y="936"/>
                  <a:pt x="170" y="936"/>
                </a:cubicBezTo>
                <a:cubicBezTo>
                  <a:pt x="146" y="960"/>
                  <a:pt x="146" y="960"/>
                  <a:pt x="146" y="960"/>
                </a:cubicBezTo>
                <a:cubicBezTo>
                  <a:pt x="51" y="959"/>
                  <a:pt x="51" y="959"/>
                  <a:pt x="51" y="959"/>
                </a:cubicBezTo>
                <a:cubicBezTo>
                  <a:pt x="0" y="1009"/>
                  <a:pt x="0" y="1009"/>
                  <a:pt x="0" y="1009"/>
                </a:cubicBezTo>
                <a:cubicBezTo>
                  <a:pt x="2" y="1010"/>
                  <a:pt x="3" y="1011"/>
                  <a:pt x="4" y="1011"/>
                </a:cubicBezTo>
                <a:cubicBezTo>
                  <a:pt x="52" y="963"/>
                  <a:pt x="52" y="963"/>
                  <a:pt x="52" y="963"/>
                </a:cubicBezTo>
                <a:cubicBezTo>
                  <a:pt x="147" y="964"/>
                  <a:pt x="147" y="964"/>
                  <a:pt x="147" y="964"/>
                </a:cubicBezTo>
                <a:cubicBezTo>
                  <a:pt x="172" y="940"/>
                  <a:pt x="172" y="940"/>
                  <a:pt x="172" y="940"/>
                </a:cubicBezTo>
                <a:cubicBezTo>
                  <a:pt x="235" y="939"/>
                  <a:pt x="235" y="939"/>
                  <a:pt x="235" y="939"/>
                </a:cubicBezTo>
                <a:cubicBezTo>
                  <a:pt x="366" y="807"/>
                  <a:pt x="366" y="807"/>
                  <a:pt x="366" y="807"/>
                </a:cubicBezTo>
                <a:cubicBezTo>
                  <a:pt x="478" y="809"/>
                  <a:pt x="478" y="809"/>
                  <a:pt x="478" y="809"/>
                </a:cubicBezTo>
                <a:cubicBezTo>
                  <a:pt x="565" y="722"/>
                  <a:pt x="565" y="722"/>
                  <a:pt x="565" y="722"/>
                </a:cubicBezTo>
                <a:cubicBezTo>
                  <a:pt x="617" y="721"/>
                  <a:pt x="617" y="721"/>
                  <a:pt x="617" y="721"/>
                </a:cubicBezTo>
                <a:cubicBezTo>
                  <a:pt x="672" y="665"/>
                  <a:pt x="672" y="665"/>
                  <a:pt x="672" y="665"/>
                </a:cubicBezTo>
                <a:cubicBezTo>
                  <a:pt x="745" y="666"/>
                  <a:pt x="745" y="666"/>
                  <a:pt x="745" y="666"/>
                </a:cubicBezTo>
                <a:cubicBezTo>
                  <a:pt x="831" y="580"/>
                  <a:pt x="831" y="580"/>
                  <a:pt x="831" y="580"/>
                </a:cubicBezTo>
                <a:cubicBezTo>
                  <a:pt x="867" y="579"/>
                  <a:pt x="867" y="579"/>
                  <a:pt x="867" y="579"/>
                </a:cubicBezTo>
                <a:cubicBezTo>
                  <a:pt x="1442" y="3"/>
                  <a:pt x="1442" y="3"/>
                  <a:pt x="1442" y="3"/>
                </a:cubicBezTo>
                <a:cubicBezTo>
                  <a:pt x="1440" y="0"/>
                  <a:pt x="1440" y="0"/>
                  <a:pt x="14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5" name="Freeform 715"/>
          <p:cNvSpPr>
            <a:spLocks/>
          </p:cNvSpPr>
          <p:nvPr/>
        </p:nvSpPr>
        <p:spPr bwMode="auto">
          <a:xfrm>
            <a:off x="10932343" y="123826"/>
            <a:ext cx="1312863" cy="1944691"/>
          </a:xfrm>
          <a:custGeom>
            <a:avLst/>
            <a:gdLst>
              <a:gd name="T0" fmla="*/ 314 w 317"/>
              <a:gd name="T1" fmla="*/ 0 h 469"/>
              <a:gd name="T2" fmla="*/ 312 w 317"/>
              <a:gd name="T3" fmla="*/ 3 h 469"/>
              <a:gd name="T4" fmla="*/ 312 w 317"/>
              <a:gd name="T5" fmla="*/ 3 h 469"/>
              <a:gd name="T6" fmla="*/ 313 w 317"/>
              <a:gd name="T7" fmla="*/ 69 h 469"/>
              <a:gd name="T8" fmla="*/ 79 w 317"/>
              <a:gd name="T9" fmla="*/ 303 h 469"/>
              <a:gd name="T10" fmla="*/ 80 w 317"/>
              <a:gd name="T11" fmla="*/ 387 h 469"/>
              <a:gd name="T12" fmla="*/ 0 w 317"/>
              <a:gd name="T13" fmla="*/ 467 h 469"/>
              <a:gd name="T14" fmla="*/ 4 w 317"/>
              <a:gd name="T15" fmla="*/ 469 h 469"/>
              <a:gd name="T16" fmla="*/ 84 w 317"/>
              <a:gd name="T17" fmla="*/ 389 h 469"/>
              <a:gd name="T18" fmla="*/ 83 w 317"/>
              <a:gd name="T19" fmla="*/ 305 h 469"/>
              <a:gd name="T20" fmla="*/ 317 w 317"/>
              <a:gd name="T21" fmla="*/ 71 h 469"/>
              <a:gd name="T22" fmla="*/ 316 w 317"/>
              <a:gd name="T23" fmla="*/ 2 h 469"/>
              <a:gd name="T24" fmla="*/ 314 w 317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7" h="469">
                <a:moveTo>
                  <a:pt x="314" y="0"/>
                </a:moveTo>
                <a:cubicBezTo>
                  <a:pt x="312" y="3"/>
                  <a:pt x="312" y="3"/>
                  <a:pt x="312" y="3"/>
                </a:cubicBezTo>
                <a:cubicBezTo>
                  <a:pt x="312" y="3"/>
                  <a:pt x="312" y="3"/>
                  <a:pt x="312" y="3"/>
                </a:cubicBezTo>
                <a:cubicBezTo>
                  <a:pt x="313" y="69"/>
                  <a:pt x="313" y="69"/>
                  <a:pt x="313" y="69"/>
                </a:cubicBezTo>
                <a:cubicBezTo>
                  <a:pt x="79" y="303"/>
                  <a:pt x="79" y="303"/>
                  <a:pt x="79" y="303"/>
                </a:cubicBezTo>
                <a:cubicBezTo>
                  <a:pt x="80" y="387"/>
                  <a:pt x="80" y="387"/>
                  <a:pt x="80" y="387"/>
                </a:cubicBezTo>
                <a:cubicBezTo>
                  <a:pt x="0" y="467"/>
                  <a:pt x="0" y="467"/>
                  <a:pt x="0" y="467"/>
                </a:cubicBezTo>
                <a:cubicBezTo>
                  <a:pt x="1" y="467"/>
                  <a:pt x="3" y="468"/>
                  <a:pt x="4" y="469"/>
                </a:cubicBezTo>
                <a:cubicBezTo>
                  <a:pt x="84" y="389"/>
                  <a:pt x="84" y="389"/>
                  <a:pt x="84" y="389"/>
                </a:cubicBezTo>
                <a:cubicBezTo>
                  <a:pt x="83" y="305"/>
                  <a:pt x="83" y="305"/>
                  <a:pt x="83" y="305"/>
                </a:cubicBezTo>
                <a:cubicBezTo>
                  <a:pt x="317" y="71"/>
                  <a:pt x="317" y="71"/>
                  <a:pt x="317" y="71"/>
                </a:cubicBezTo>
                <a:cubicBezTo>
                  <a:pt x="316" y="2"/>
                  <a:pt x="316" y="2"/>
                  <a:pt x="316" y="2"/>
                </a:cubicBezTo>
                <a:cubicBezTo>
                  <a:pt x="314" y="0"/>
                  <a:pt x="314" y="0"/>
                  <a:pt x="3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6" name="Freeform 716"/>
          <p:cNvSpPr>
            <a:spLocks noEditPoints="1"/>
          </p:cNvSpPr>
          <p:nvPr/>
        </p:nvSpPr>
        <p:spPr bwMode="auto">
          <a:xfrm>
            <a:off x="9049567" y="-4473583"/>
            <a:ext cx="2022476" cy="4240220"/>
          </a:xfrm>
          <a:custGeom>
            <a:avLst/>
            <a:gdLst>
              <a:gd name="T0" fmla="*/ 7 w 488"/>
              <a:gd name="T1" fmla="*/ 879 h 1023"/>
              <a:gd name="T2" fmla="*/ 4 w 488"/>
              <a:gd name="T3" fmla="*/ 880 h 1023"/>
              <a:gd name="T4" fmla="*/ 4 w 488"/>
              <a:gd name="T5" fmla="*/ 880 h 1023"/>
              <a:gd name="T6" fmla="*/ 3 w 488"/>
              <a:gd name="T7" fmla="*/ 880 h 1023"/>
              <a:gd name="T8" fmla="*/ 4 w 488"/>
              <a:gd name="T9" fmla="*/ 921 h 1023"/>
              <a:gd name="T10" fmla="*/ 84 w 488"/>
              <a:gd name="T11" fmla="*/ 1001 h 1023"/>
              <a:gd name="T12" fmla="*/ 83 w 488"/>
              <a:gd name="T13" fmla="*/ 1017 h 1023"/>
              <a:gd name="T14" fmla="*/ 83 w 488"/>
              <a:gd name="T15" fmla="*/ 1023 h 1023"/>
              <a:gd name="T16" fmla="*/ 87 w 488"/>
              <a:gd name="T17" fmla="*/ 1023 h 1023"/>
              <a:gd name="T18" fmla="*/ 87 w 488"/>
              <a:gd name="T19" fmla="*/ 1019 h 1023"/>
              <a:gd name="T20" fmla="*/ 88 w 488"/>
              <a:gd name="T21" fmla="*/ 1000 h 1023"/>
              <a:gd name="T22" fmla="*/ 8 w 488"/>
              <a:gd name="T23" fmla="*/ 919 h 1023"/>
              <a:gd name="T24" fmla="*/ 7 w 488"/>
              <a:gd name="T25" fmla="*/ 879 h 1023"/>
              <a:gd name="T26" fmla="*/ 486 w 488"/>
              <a:gd name="T27" fmla="*/ 0 h 1023"/>
              <a:gd name="T28" fmla="*/ 486 w 488"/>
              <a:gd name="T29" fmla="*/ 0 h 1023"/>
              <a:gd name="T30" fmla="*/ 0 w 488"/>
              <a:gd name="T31" fmla="*/ 486 h 1023"/>
              <a:gd name="T32" fmla="*/ 3 w 488"/>
              <a:gd name="T33" fmla="*/ 838 h 1023"/>
              <a:gd name="T34" fmla="*/ 4 w 488"/>
              <a:gd name="T35" fmla="*/ 838 h 1023"/>
              <a:gd name="T36" fmla="*/ 4 w 488"/>
              <a:gd name="T37" fmla="*/ 838 h 1023"/>
              <a:gd name="T38" fmla="*/ 7 w 488"/>
              <a:gd name="T39" fmla="*/ 839 h 1023"/>
              <a:gd name="T40" fmla="*/ 4 w 488"/>
              <a:gd name="T41" fmla="*/ 488 h 1023"/>
              <a:gd name="T42" fmla="*/ 488 w 488"/>
              <a:gd name="T43" fmla="*/ 3 h 1023"/>
              <a:gd name="T44" fmla="*/ 486 w 488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8" h="1023">
                <a:moveTo>
                  <a:pt x="7" y="879"/>
                </a:moveTo>
                <a:cubicBezTo>
                  <a:pt x="6" y="880"/>
                  <a:pt x="5" y="880"/>
                  <a:pt x="4" y="880"/>
                </a:cubicBezTo>
                <a:cubicBezTo>
                  <a:pt x="4" y="880"/>
                  <a:pt x="4" y="880"/>
                  <a:pt x="4" y="880"/>
                </a:cubicBezTo>
                <a:cubicBezTo>
                  <a:pt x="4" y="880"/>
                  <a:pt x="3" y="880"/>
                  <a:pt x="3" y="880"/>
                </a:cubicBezTo>
                <a:cubicBezTo>
                  <a:pt x="4" y="921"/>
                  <a:pt x="4" y="921"/>
                  <a:pt x="4" y="921"/>
                </a:cubicBezTo>
                <a:cubicBezTo>
                  <a:pt x="84" y="1001"/>
                  <a:pt x="84" y="1001"/>
                  <a:pt x="84" y="1001"/>
                </a:cubicBezTo>
                <a:cubicBezTo>
                  <a:pt x="83" y="1017"/>
                  <a:pt x="83" y="1017"/>
                  <a:pt x="83" y="1017"/>
                </a:cubicBezTo>
                <a:cubicBezTo>
                  <a:pt x="83" y="1023"/>
                  <a:pt x="83" y="1023"/>
                  <a:pt x="83" y="1023"/>
                </a:cubicBezTo>
                <a:cubicBezTo>
                  <a:pt x="87" y="1023"/>
                  <a:pt x="87" y="1023"/>
                  <a:pt x="87" y="1023"/>
                </a:cubicBezTo>
                <a:cubicBezTo>
                  <a:pt x="87" y="1019"/>
                  <a:pt x="87" y="1019"/>
                  <a:pt x="87" y="1019"/>
                </a:cubicBezTo>
                <a:cubicBezTo>
                  <a:pt x="88" y="1000"/>
                  <a:pt x="88" y="1000"/>
                  <a:pt x="88" y="1000"/>
                </a:cubicBezTo>
                <a:cubicBezTo>
                  <a:pt x="8" y="919"/>
                  <a:pt x="8" y="919"/>
                  <a:pt x="8" y="919"/>
                </a:cubicBezTo>
                <a:cubicBezTo>
                  <a:pt x="7" y="879"/>
                  <a:pt x="7" y="879"/>
                  <a:pt x="7" y="879"/>
                </a:cubicBezTo>
                <a:moveTo>
                  <a:pt x="486" y="0"/>
                </a:moveTo>
                <a:cubicBezTo>
                  <a:pt x="486" y="0"/>
                  <a:pt x="486" y="0"/>
                  <a:pt x="486" y="0"/>
                </a:cubicBezTo>
                <a:cubicBezTo>
                  <a:pt x="0" y="486"/>
                  <a:pt x="0" y="486"/>
                  <a:pt x="0" y="486"/>
                </a:cubicBezTo>
                <a:cubicBezTo>
                  <a:pt x="3" y="838"/>
                  <a:pt x="3" y="838"/>
                  <a:pt x="3" y="838"/>
                </a:cubicBezTo>
                <a:cubicBezTo>
                  <a:pt x="3" y="838"/>
                  <a:pt x="4" y="838"/>
                  <a:pt x="4" y="838"/>
                </a:cubicBezTo>
                <a:cubicBezTo>
                  <a:pt x="4" y="838"/>
                  <a:pt x="4" y="838"/>
                  <a:pt x="4" y="838"/>
                </a:cubicBezTo>
                <a:cubicBezTo>
                  <a:pt x="5" y="838"/>
                  <a:pt x="6" y="838"/>
                  <a:pt x="7" y="839"/>
                </a:cubicBezTo>
                <a:cubicBezTo>
                  <a:pt x="4" y="488"/>
                  <a:pt x="4" y="488"/>
                  <a:pt x="4" y="488"/>
                </a:cubicBezTo>
                <a:cubicBezTo>
                  <a:pt x="488" y="3"/>
                  <a:pt x="488" y="3"/>
                  <a:pt x="488" y="3"/>
                </a:cubicBezTo>
                <a:cubicBezTo>
                  <a:pt x="486" y="0"/>
                  <a:pt x="486" y="0"/>
                  <a:pt x="48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7" name="Freeform 717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8" name="Freeform 718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9" name="Freeform 719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0" name="Freeform 720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1" name="Freeform 721"/>
          <p:cNvSpPr>
            <a:spLocks/>
          </p:cNvSpPr>
          <p:nvPr/>
        </p:nvSpPr>
        <p:spPr bwMode="auto">
          <a:xfrm>
            <a:off x="9460730" y="-4217995"/>
            <a:ext cx="1873251" cy="4457708"/>
          </a:xfrm>
          <a:custGeom>
            <a:avLst/>
            <a:gdLst>
              <a:gd name="T0" fmla="*/ 449 w 452"/>
              <a:gd name="T1" fmla="*/ 0 h 1075"/>
              <a:gd name="T2" fmla="*/ 449 w 452"/>
              <a:gd name="T3" fmla="*/ 0 h 1075"/>
              <a:gd name="T4" fmla="*/ 0 w 452"/>
              <a:gd name="T5" fmla="*/ 449 h 1075"/>
              <a:gd name="T6" fmla="*/ 5 w 452"/>
              <a:gd name="T7" fmla="*/ 847 h 1075"/>
              <a:gd name="T8" fmla="*/ 129 w 452"/>
              <a:gd name="T9" fmla="*/ 971 h 1075"/>
              <a:gd name="T10" fmla="*/ 129 w 452"/>
              <a:gd name="T11" fmla="*/ 999 h 1075"/>
              <a:gd name="T12" fmla="*/ 56 w 452"/>
              <a:gd name="T13" fmla="*/ 1072 h 1075"/>
              <a:gd name="T14" fmla="*/ 58 w 452"/>
              <a:gd name="T15" fmla="*/ 1074 h 1075"/>
              <a:gd name="T16" fmla="*/ 59 w 452"/>
              <a:gd name="T17" fmla="*/ 1075 h 1075"/>
              <a:gd name="T18" fmla="*/ 133 w 452"/>
              <a:gd name="T19" fmla="*/ 1001 h 1075"/>
              <a:gd name="T20" fmla="*/ 133 w 452"/>
              <a:gd name="T21" fmla="*/ 969 h 1075"/>
              <a:gd name="T22" fmla="*/ 9 w 452"/>
              <a:gd name="T23" fmla="*/ 845 h 1075"/>
              <a:gd name="T24" fmla="*/ 4 w 452"/>
              <a:gd name="T25" fmla="*/ 450 h 1075"/>
              <a:gd name="T26" fmla="*/ 452 w 452"/>
              <a:gd name="T27" fmla="*/ 3 h 1075"/>
              <a:gd name="T28" fmla="*/ 449 w 452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2" h="1075">
                <a:moveTo>
                  <a:pt x="449" y="0"/>
                </a:moveTo>
                <a:cubicBezTo>
                  <a:pt x="449" y="0"/>
                  <a:pt x="449" y="0"/>
                  <a:pt x="449" y="0"/>
                </a:cubicBezTo>
                <a:cubicBezTo>
                  <a:pt x="0" y="449"/>
                  <a:pt x="0" y="449"/>
                  <a:pt x="0" y="449"/>
                </a:cubicBezTo>
                <a:cubicBezTo>
                  <a:pt x="5" y="847"/>
                  <a:pt x="5" y="847"/>
                  <a:pt x="5" y="847"/>
                </a:cubicBezTo>
                <a:cubicBezTo>
                  <a:pt x="129" y="971"/>
                  <a:pt x="129" y="971"/>
                  <a:pt x="129" y="971"/>
                </a:cubicBezTo>
                <a:cubicBezTo>
                  <a:pt x="129" y="999"/>
                  <a:pt x="129" y="999"/>
                  <a:pt x="129" y="999"/>
                </a:cubicBezTo>
                <a:cubicBezTo>
                  <a:pt x="56" y="1072"/>
                  <a:pt x="56" y="1072"/>
                  <a:pt x="56" y="1072"/>
                </a:cubicBezTo>
                <a:cubicBezTo>
                  <a:pt x="57" y="1072"/>
                  <a:pt x="57" y="1073"/>
                  <a:pt x="58" y="1074"/>
                </a:cubicBezTo>
                <a:cubicBezTo>
                  <a:pt x="58" y="1074"/>
                  <a:pt x="59" y="1074"/>
                  <a:pt x="59" y="1075"/>
                </a:cubicBezTo>
                <a:cubicBezTo>
                  <a:pt x="133" y="1001"/>
                  <a:pt x="133" y="1001"/>
                  <a:pt x="133" y="1001"/>
                </a:cubicBezTo>
                <a:cubicBezTo>
                  <a:pt x="133" y="969"/>
                  <a:pt x="133" y="969"/>
                  <a:pt x="133" y="969"/>
                </a:cubicBezTo>
                <a:cubicBezTo>
                  <a:pt x="9" y="845"/>
                  <a:pt x="9" y="845"/>
                  <a:pt x="9" y="845"/>
                </a:cubicBezTo>
                <a:cubicBezTo>
                  <a:pt x="4" y="450"/>
                  <a:pt x="4" y="450"/>
                  <a:pt x="4" y="450"/>
                </a:cubicBezTo>
                <a:cubicBezTo>
                  <a:pt x="452" y="3"/>
                  <a:pt x="452" y="3"/>
                  <a:pt x="452" y="3"/>
                </a:cubicBezTo>
                <a:cubicBezTo>
                  <a:pt x="449" y="0"/>
                  <a:pt x="449" y="0"/>
                  <a:pt x="4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2" name="Freeform 722"/>
          <p:cNvSpPr>
            <a:spLocks/>
          </p:cNvSpPr>
          <p:nvPr/>
        </p:nvSpPr>
        <p:spPr bwMode="auto">
          <a:xfrm>
            <a:off x="9548042" y="-4159257"/>
            <a:ext cx="1843088" cy="4702184"/>
          </a:xfrm>
          <a:custGeom>
            <a:avLst/>
            <a:gdLst>
              <a:gd name="T0" fmla="*/ 442 w 445"/>
              <a:gd name="T1" fmla="*/ 0 h 1134"/>
              <a:gd name="T2" fmla="*/ 0 w 445"/>
              <a:gd name="T3" fmla="*/ 442 h 1134"/>
              <a:gd name="T4" fmla="*/ 3 w 445"/>
              <a:gd name="T5" fmla="*/ 828 h 1134"/>
              <a:gd name="T6" fmla="*/ 137 w 445"/>
              <a:gd name="T7" fmla="*/ 963 h 1134"/>
              <a:gd name="T8" fmla="*/ 139 w 445"/>
              <a:gd name="T9" fmla="*/ 999 h 1134"/>
              <a:gd name="T10" fmla="*/ 7 w 445"/>
              <a:gd name="T11" fmla="*/ 1132 h 1134"/>
              <a:gd name="T12" fmla="*/ 9 w 445"/>
              <a:gd name="T13" fmla="*/ 1133 h 1134"/>
              <a:gd name="T14" fmla="*/ 9 w 445"/>
              <a:gd name="T15" fmla="*/ 1134 h 1134"/>
              <a:gd name="T16" fmla="*/ 143 w 445"/>
              <a:gd name="T17" fmla="*/ 1001 h 1134"/>
              <a:gd name="T18" fmla="*/ 141 w 445"/>
              <a:gd name="T19" fmla="*/ 961 h 1134"/>
              <a:gd name="T20" fmla="*/ 7 w 445"/>
              <a:gd name="T21" fmla="*/ 827 h 1134"/>
              <a:gd name="T22" fmla="*/ 4 w 445"/>
              <a:gd name="T23" fmla="*/ 444 h 1134"/>
              <a:gd name="T24" fmla="*/ 445 w 445"/>
              <a:gd name="T25" fmla="*/ 3 h 1134"/>
              <a:gd name="T26" fmla="*/ 442 w 445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5" h="1134">
                <a:moveTo>
                  <a:pt x="442" y="0"/>
                </a:moveTo>
                <a:cubicBezTo>
                  <a:pt x="0" y="442"/>
                  <a:pt x="0" y="442"/>
                  <a:pt x="0" y="442"/>
                </a:cubicBezTo>
                <a:cubicBezTo>
                  <a:pt x="3" y="828"/>
                  <a:pt x="3" y="828"/>
                  <a:pt x="3" y="828"/>
                </a:cubicBezTo>
                <a:cubicBezTo>
                  <a:pt x="137" y="963"/>
                  <a:pt x="137" y="963"/>
                  <a:pt x="137" y="963"/>
                </a:cubicBezTo>
                <a:cubicBezTo>
                  <a:pt x="139" y="999"/>
                  <a:pt x="139" y="999"/>
                  <a:pt x="139" y="999"/>
                </a:cubicBezTo>
                <a:cubicBezTo>
                  <a:pt x="7" y="1132"/>
                  <a:pt x="7" y="1132"/>
                  <a:pt x="7" y="1132"/>
                </a:cubicBezTo>
                <a:cubicBezTo>
                  <a:pt x="7" y="1132"/>
                  <a:pt x="8" y="1133"/>
                  <a:pt x="9" y="1133"/>
                </a:cubicBezTo>
                <a:cubicBezTo>
                  <a:pt x="9" y="1134"/>
                  <a:pt x="9" y="1134"/>
                  <a:pt x="9" y="1134"/>
                </a:cubicBezTo>
                <a:cubicBezTo>
                  <a:pt x="143" y="1001"/>
                  <a:pt x="143" y="1001"/>
                  <a:pt x="143" y="1001"/>
                </a:cubicBezTo>
                <a:cubicBezTo>
                  <a:pt x="141" y="961"/>
                  <a:pt x="141" y="961"/>
                  <a:pt x="141" y="961"/>
                </a:cubicBezTo>
                <a:cubicBezTo>
                  <a:pt x="7" y="827"/>
                  <a:pt x="7" y="827"/>
                  <a:pt x="7" y="827"/>
                </a:cubicBezTo>
                <a:cubicBezTo>
                  <a:pt x="4" y="444"/>
                  <a:pt x="4" y="444"/>
                  <a:pt x="4" y="444"/>
                </a:cubicBezTo>
                <a:cubicBezTo>
                  <a:pt x="445" y="3"/>
                  <a:pt x="445" y="3"/>
                  <a:pt x="445" y="3"/>
                </a:cubicBezTo>
                <a:cubicBezTo>
                  <a:pt x="442" y="0"/>
                  <a:pt x="442" y="0"/>
                  <a:pt x="4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3" name="Freeform 723"/>
          <p:cNvSpPr>
            <a:spLocks/>
          </p:cNvSpPr>
          <p:nvPr/>
        </p:nvSpPr>
        <p:spPr bwMode="auto">
          <a:xfrm>
            <a:off x="9625830" y="-4110045"/>
            <a:ext cx="1811338" cy="4216408"/>
          </a:xfrm>
          <a:custGeom>
            <a:avLst/>
            <a:gdLst>
              <a:gd name="T0" fmla="*/ 434 w 437"/>
              <a:gd name="T1" fmla="*/ 0 h 1017"/>
              <a:gd name="T2" fmla="*/ 434 w 437"/>
              <a:gd name="T3" fmla="*/ 0 h 1017"/>
              <a:gd name="T4" fmla="*/ 0 w 437"/>
              <a:gd name="T5" fmla="*/ 435 h 1017"/>
              <a:gd name="T6" fmla="*/ 5 w 437"/>
              <a:gd name="T7" fmla="*/ 809 h 1017"/>
              <a:gd name="T8" fmla="*/ 150 w 437"/>
              <a:gd name="T9" fmla="*/ 954 h 1017"/>
              <a:gd name="T10" fmla="*/ 149 w 437"/>
              <a:gd name="T11" fmla="*/ 1016 h 1017"/>
              <a:gd name="T12" fmla="*/ 153 w 437"/>
              <a:gd name="T13" fmla="*/ 1017 h 1017"/>
              <a:gd name="T14" fmla="*/ 154 w 437"/>
              <a:gd name="T15" fmla="*/ 952 h 1017"/>
              <a:gd name="T16" fmla="*/ 9 w 437"/>
              <a:gd name="T17" fmla="*/ 808 h 1017"/>
              <a:gd name="T18" fmla="*/ 4 w 437"/>
              <a:gd name="T19" fmla="*/ 436 h 1017"/>
              <a:gd name="T20" fmla="*/ 437 w 437"/>
              <a:gd name="T21" fmla="*/ 3 h 1017"/>
              <a:gd name="T22" fmla="*/ 434 w 437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7" h="1017">
                <a:moveTo>
                  <a:pt x="434" y="0"/>
                </a:moveTo>
                <a:cubicBezTo>
                  <a:pt x="434" y="0"/>
                  <a:pt x="434" y="0"/>
                  <a:pt x="434" y="0"/>
                </a:cubicBezTo>
                <a:cubicBezTo>
                  <a:pt x="0" y="435"/>
                  <a:pt x="0" y="435"/>
                  <a:pt x="0" y="435"/>
                </a:cubicBezTo>
                <a:cubicBezTo>
                  <a:pt x="5" y="809"/>
                  <a:pt x="5" y="809"/>
                  <a:pt x="5" y="809"/>
                </a:cubicBezTo>
                <a:cubicBezTo>
                  <a:pt x="150" y="954"/>
                  <a:pt x="150" y="954"/>
                  <a:pt x="150" y="954"/>
                </a:cubicBezTo>
                <a:cubicBezTo>
                  <a:pt x="149" y="1016"/>
                  <a:pt x="149" y="1016"/>
                  <a:pt x="149" y="1016"/>
                </a:cubicBezTo>
                <a:cubicBezTo>
                  <a:pt x="150" y="1016"/>
                  <a:pt x="152" y="1017"/>
                  <a:pt x="153" y="1017"/>
                </a:cubicBezTo>
                <a:cubicBezTo>
                  <a:pt x="154" y="952"/>
                  <a:pt x="154" y="952"/>
                  <a:pt x="154" y="952"/>
                </a:cubicBezTo>
                <a:cubicBezTo>
                  <a:pt x="9" y="808"/>
                  <a:pt x="9" y="808"/>
                  <a:pt x="9" y="808"/>
                </a:cubicBezTo>
                <a:cubicBezTo>
                  <a:pt x="4" y="436"/>
                  <a:pt x="4" y="436"/>
                  <a:pt x="4" y="436"/>
                </a:cubicBezTo>
                <a:cubicBezTo>
                  <a:pt x="437" y="3"/>
                  <a:pt x="437" y="3"/>
                  <a:pt x="437" y="3"/>
                </a:cubicBezTo>
                <a:cubicBezTo>
                  <a:pt x="434" y="0"/>
                  <a:pt x="434" y="0"/>
                  <a:pt x="43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4" name="Freeform 724"/>
          <p:cNvSpPr>
            <a:spLocks/>
          </p:cNvSpPr>
          <p:nvPr/>
        </p:nvSpPr>
        <p:spPr bwMode="auto">
          <a:xfrm>
            <a:off x="9713142" y="-4051307"/>
            <a:ext cx="1782763" cy="4594234"/>
          </a:xfrm>
          <a:custGeom>
            <a:avLst/>
            <a:gdLst>
              <a:gd name="T0" fmla="*/ 427 w 430"/>
              <a:gd name="T1" fmla="*/ 0 h 1108"/>
              <a:gd name="T2" fmla="*/ 0 w 430"/>
              <a:gd name="T3" fmla="*/ 428 h 1108"/>
              <a:gd name="T4" fmla="*/ 3 w 430"/>
              <a:gd name="T5" fmla="*/ 791 h 1108"/>
              <a:gd name="T6" fmla="*/ 184 w 430"/>
              <a:gd name="T7" fmla="*/ 972 h 1108"/>
              <a:gd name="T8" fmla="*/ 185 w 430"/>
              <a:gd name="T9" fmla="*/ 1063 h 1108"/>
              <a:gd name="T10" fmla="*/ 144 w 430"/>
              <a:gd name="T11" fmla="*/ 1104 h 1108"/>
              <a:gd name="T12" fmla="*/ 60 w 430"/>
              <a:gd name="T13" fmla="*/ 1104 h 1108"/>
              <a:gd name="T14" fmla="*/ 60 w 430"/>
              <a:gd name="T15" fmla="*/ 1105 h 1108"/>
              <a:gd name="T16" fmla="*/ 60 w 430"/>
              <a:gd name="T17" fmla="*/ 1108 h 1108"/>
              <a:gd name="T18" fmla="*/ 145 w 430"/>
              <a:gd name="T19" fmla="*/ 1108 h 1108"/>
              <a:gd name="T20" fmla="*/ 189 w 430"/>
              <a:gd name="T21" fmla="*/ 1065 h 1108"/>
              <a:gd name="T22" fmla="*/ 188 w 430"/>
              <a:gd name="T23" fmla="*/ 971 h 1108"/>
              <a:gd name="T24" fmla="*/ 6 w 430"/>
              <a:gd name="T25" fmla="*/ 790 h 1108"/>
              <a:gd name="T26" fmla="*/ 4 w 430"/>
              <a:gd name="T27" fmla="*/ 429 h 1108"/>
              <a:gd name="T28" fmla="*/ 430 w 430"/>
              <a:gd name="T29" fmla="*/ 3 h 1108"/>
              <a:gd name="T30" fmla="*/ 427 w 430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0" h="1108">
                <a:moveTo>
                  <a:pt x="427" y="0"/>
                </a:moveTo>
                <a:cubicBezTo>
                  <a:pt x="0" y="428"/>
                  <a:pt x="0" y="428"/>
                  <a:pt x="0" y="428"/>
                </a:cubicBezTo>
                <a:cubicBezTo>
                  <a:pt x="3" y="791"/>
                  <a:pt x="3" y="791"/>
                  <a:pt x="3" y="791"/>
                </a:cubicBezTo>
                <a:cubicBezTo>
                  <a:pt x="184" y="972"/>
                  <a:pt x="184" y="972"/>
                  <a:pt x="184" y="972"/>
                </a:cubicBezTo>
                <a:cubicBezTo>
                  <a:pt x="185" y="1063"/>
                  <a:pt x="185" y="1063"/>
                  <a:pt x="185" y="1063"/>
                </a:cubicBezTo>
                <a:cubicBezTo>
                  <a:pt x="144" y="1104"/>
                  <a:pt x="144" y="1104"/>
                  <a:pt x="144" y="1104"/>
                </a:cubicBezTo>
                <a:cubicBezTo>
                  <a:pt x="60" y="1104"/>
                  <a:pt x="60" y="1104"/>
                  <a:pt x="60" y="1104"/>
                </a:cubicBezTo>
                <a:cubicBezTo>
                  <a:pt x="60" y="1104"/>
                  <a:pt x="60" y="1104"/>
                  <a:pt x="60" y="1105"/>
                </a:cubicBezTo>
                <a:cubicBezTo>
                  <a:pt x="60" y="1106"/>
                  <a:pt x="60" y="1107"/>
                  <a:pt x="60" y="1108"/>
                </a:cubicBezTo>
                <a:cubicBezTo>
                  <a:pt x="145" y="1108"/>
                  <a:pt x="145" y="1108"/>
                  <a:pt x="145" y="1108"/>
                </a:cubicBezTo>
                <a:cubicBezTo>
                  <a:pt x="189" y="1065"/>
                  <a:pt x="189" y="1065"/>
                  <a:pt x="189" y="1065"/>
                </a:cubicBezTo>
                <a:cubicBezTo>
                  <a:pt x="188" y="971"/>
                  <a:pt x="188" y="971"/>
                  <a:pt x="188" y="971"/>
                </a:cubicBezTo>
                <a:cubicBezTo>
                  <a:pt x="6" y="790"/>
                  <a:pt x="6" y="790"/>
                  <a:pt x="6" y="790"/>
                </a:cubicBezTo>
                <a:cubicBezTo>
                  <a:pt x="4" y="429"/>
                  <a:pt x="4" y="429"/>
                  <a:pt x="4" y="429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5" name="Freeform 725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6" name="Freeform 726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7" name="Freeform 727"/>
          <p:cNvSpPr>
            <a:spLocks noEditPoints="1"/>
          </p:cNvSpPr>
          <p:nvPr/>
        </p:nvSpPr>
        <p:spPr bwMode="auto">
          <a:xfrm>
            <a:off x="9983017" y="-3897319"/>
            <a:ext cx="1665288" cy="2362204"/>
          </a:xfrm>
          <a:custGeom>
            <a:avLst/>
            <a:gdLst>
              <a:gd name="T0" fmla="*/ 36 w 402"/>
              <a:gd name="T1" fmla="*/ 363 h 570"/>
              <a:gd name="T2" fmla="*/ 0 w 402"/>
              <a:gd name="T3" fmla="*/ 399 h 570"/>
              <a:gd name="T4" fmla="*/ 0 w 402"/>
              <a:gd name="T5" fmla="*/ 569 h 570"/>
              <a:gd name="T6" fmla="*/ 4 w 402"/>
              <a:gd name="T7" fmla="*/ 570 h 570"/>
              <a:gd name="T8" fmla="*/ 4 w 402"/>
              <a:gd name="T9" fmla="*/ 401 h 570"/>
              <a:gd name="T10" fmla="*/ 39 w 402"/>
              <a:gd name="T11" fmla="*/ 366 h 570"/>
              <a:gd name="T12" fmla="*/ 38 w 402"/>
              <a:gd name="T13" fmla="*/ 365 h 570"/>
              <a:gd name="T14" fmla="*/ 36 w 402"/>
              <a:gd name="T15" fmla="*/ 363 h 570"/>
              <a:gd name="T16" fmla="*/ 399 w 402"/>
              <a:gd name="T17" fmla="*/ 0 h 570"/>
              <a:gd name="T18" fmla="*/ 65 w 402"/>
              <a:gd name="T19" fmla="*/ 334 h 570"/>
              <a:gd name="T20" fmla="*/ 67 w 402"/>
              <a:gd name="T21" fmla="*/ 336 h 570"/>
              <a:gd name="T22" fmla="*/ 68 w 402"/>
              <a:gd name="T23" fmla="*/ 337 h 570"/>
              <a:gd name="T24" fmla="*/ 402 w 402"/>
              <a:gd name="T25" fmla="*/ 3 h 570"/>
              <a:gd name="T26" fmla="*/ 399 w 402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2" h="570">
                <a:moveTo>
                  <a:pt x="36" y="363"/>
                </a:moveTo>
                <a:cubicBezTo>
                  <a:pt x="0" y="399"/>
                  <a:pt x="0" y="399"/>
                  <a:pt x="0" y="399"/>
                </a:cubicBezTo>
                <a:cubicBezTo>
                  <a:pt x="0" y="569"/>
                  <a:pt x="0" y="569"/>
                  <a:pt x="0" y="569"/>
                </a:cubicBezTo>
                <a:cubicBezTo>
                  <a:pt x="1" y="569"/>
                  <a:pt x="2" y="569"/>
                  <a:pt x="4" y="570"/>
                </a:cubicBezTo>
                <a:cubicBezTo>
                  <a:pt x="4" y="401"/>
                  <a:pt x="4" y="401"/>
                  <a:pt x="4" y="401"/>
                </a:cubicBezTo>
                <a:cubicBezTo>
                  <a:pt x="39" y="366"/>
                  <a:pt x="39" y="366"/>
                  <a:pt x="39" y="366"/>
                </a:cubicBezTo>
                <a:cubicBezTo>
                  <a:pt x="38" y="366"/>
                  <a:pt x="38" y="365"/>
                  <a:pt x="38" y="365"/>
                </a:cubicBezTo>
                <a:cubicBezTo>
                  <a:pt x="37" y="364"/>
                  <a:pt x="37" y="364"/>
                  <a:pt x="36" y="363"/>
                </a:cubicBezTo>
                <a:moveTo>
                  <a:pt x="399" y="0"/>
                </a:moveTo>
                <a:cubicBezTo>
                  <a:pt x="65" y="334"/>
                  <a:pt x="65" y="334"/>
                  <a:pt x="65" y="334"/>
                </a:cubicBezTo>
                <a:cubicBezTo>
                  <a:pt x="66" y="335"/>
                  <a:pt x="66" y="335"/>
                  <a:pt x="67" y="336"/>
                </a:cubicBezTo>
                <a:cubicBezTo>
                  <a:pt x="67" y="336"/>
                  <a:pt x="68" y="336"/>
                  <a:pt x="68" y="337"/>
                </a:cubicBezTo>
                <a:cubicBezTo>
                  <a:pt x="402" y="3"/>
                  <a:pt x="402" y="3"/>
                  <a:pt x="402" y="3"/>
                </a:cubicBezTo>
                <a:cubicBezTo>
                  <a:pt x="399" y="0"/>
                  <a:pt x="399" y="0"/>
                  <a:pt x="39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8" name="Freeform 728"/>
          <p:cNvSpPr>
            <a:spLocks/>
          </p:cNvSpPr>
          <p:nvPr/>
        </p:nvSpPr>
        <p:spPr bwMode="auto">
          <a:xfrm>
            <a:off x="10081442" y="-3748094"/>
            <a:ext cx="1720851" cy="4162433"/>
          </a:xfrm>
          <a:custGeom>
            <a:avLst/>
            <a:gdLst>
              <a:gd name="T0" fmla="*/ 412 w 415"/>
              <a:gd name="T1" fmla="*/ 0 h 1004"/>
              <a:gd name="T2" fmla="*/ 4 w 415"/>
              <a:gd name="T3" fmla="*/ 408 h 1004"/>
              <a:gd name="T4" fmla="*/ 0 w 415"/>
              <a:gd name="T5" fmla="*/ 709 h 1004"/>
              <a:gd name="T6" fmla="*/ 206 w 415"/>
              <a:gd name="T7" fmla="*/ 915 h 1004"/>
              <a:gd name="T8" fmla="*/ 205 w 415"/>
              <a:gd name="T9" fmla="*/ 982 h 1004"/>
              <a:gd name="T10" fmla="*/ 228 w 415"/>
              <a:gd name="T11" fmla="*/ 1004 h 1004"/>
              <a:gd name="T12" fmla="*/ 230 w 415"/>
              <a:gd name="T13" fmla="*/ 1001 h 1004"/>
              <a:gd name="T14" fmla="*/ 209 w 415"/>
              <a:gd name="T15" fmla="*/ 980 h 1004"/>
              <a:gd name="T16" fmla="*/ 210 w 415"/>
              <a:gd name="T17" fmla="*/ 913 h 1004"/>
              <a:gd name="T18" fmla="*/ 4 w 415"/>
              <a:gd name="T19" fmla="*/ 707 h 1004"/>
              <a:gd name="T20" fmla="*/ 8 w 415"/>
              <a:gd name="T21" fmla="*/ 410 h 1004"/>
              <a:gd name="T22" fmla="*/ 415 w 415"/>
              <a:gd name="T23" fmla="*/ 3 h 1004"/>
              <a:gd name="T24" fmla="*/ 412 w 415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5" h="1004">
                <a:moveTo>
                  <a:pt x="412" y="0"/>
                </a:moveTo>
                <a:cubicBezTo>
                  <a:pt x="4" y="408"/>
                  <a:pt x="4" y="408"/>
                  <a:pt x="4" y="408"/>
                </a:cubicBezTo>
                <a:cubicBezTo>
                  <a:pt x="0" y="709"/>
                  <a:pt x="0" y="709"/>
                  <a:pt x="0" y="709"/>
                </a:cubicBezTo>
                <a:cubicBezTo>
                  <a:pt x="206" y="915"/>
                  <a:pt x="206" y="915"/>
                  <a:pt x="206" y="915"/>
                </a:cubicBezTo>
                <a:cubicBezTo>
                  <a:pt x="205" y="982"/>
                  <a:pt x="205" y="982"/>
                  <a:pt x="205" y="982"/>
                </a:cubicBezTo>
                <a:cubicBezTo>
                  <a:pt x="228" y="1004"/>
                  <a:pt x="228" y="1004"/>
                  <a:pt x="228" y="1004"/>
                </a:cubicBezTo>
                <a:cubicBezTo>
                  <a:pt x="228" y="1003"/>
                  <a:pt x="229" y="1002"/>
                  <a:pt x="230" y="1001"/>
                </a:cubicBezTo>
                <a:cubicBezTo>
                  <a:pt x="209" y="980"/>
                  <a:pt x="209" y="980"/>
                  <a:pt x="209" y="980"/>
                </a:cubicBezTo>
                <a:cubicBezTo>
                  <a:pt x="210" y="913"/>
                  <a:pt x="210" y="913"/>
                  <a:pt x="210" y="913"/>
                </a:cubicBezTo>
                <a:cubicBezTo>
                  <a:pt x="4" y="707"/>
                  <a:pt x="4" y="707"/>
                  <a:pt x="4" y="707"/>
                </a:cubicBezTo>
                <a:cubicBezTo>
                  <a:pt x="8" y="410"/>
                  <a:pt x="8" y="410"/>
                  <a:pt x="8" y="410"/>
                </a:cubicBezTo>
                <a:cubicBezTo>
                  <a:pt x="415" y="3"/>
                  <a:pt x="415" y="3"/>
                  <a:pt x="415" y="3"/>
                </a:cubicBezTo>
                <a:cubicBezTo>
                  <a:pt x="412" y="0"/>
                  <a:pt x="412" y="0"/>
                  <a:pt x="4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9" name="Freeform 729"/>
          <p:cNvSpPr>
            <a:spLocks/>
          </p:cNvSpPr>
          <p:nvPr/>
        </p:nvSpPr>
        <p:spPr bwMode="auto">
          <a:xfrm>
            <a:off x="10181455" y="-3711582"/>
            <a:ext cx="1654176" cy="3698882"/>
          </a:xfrm>
          <a:custGeom>
            <a:avLst/>
            <a:gdLst>
              <a:gd name="T0" fmla="*/ 396 w 399"/>
              <a:gd name="T1" fmla="*/ 0 h 892"/>
              <a:gd name="T2" fmla="*/ 1 w 399"/>
              <a:gd name="T3" fmla="*/ 395 h 892"/>
              <a:gd name="T4" fmla="*/ 0 w 399"/>
              <a:gd name="T5" fmla="*/ 684 h 892"/>
              <a:gd name="T6" fmla="*/ 208 w 399"/>
              <a:gd name="T7" fmla="*/ 892 h 892"/>
              <a:gd name="T8" fmla="*/ 208 w 399"/>
              <a:gd name="T9" fmla="*/ 892 h 892"/>
              <a:gd name="T10" fmla="*/ 208 w 399"/>
              <a:gd name="T11" fmla="*/ 892 h 892"/>
              <a:gd name="T12" fmla="*/ 211 w 399"/>
              <a:gd name="T13" fmla="*/ 890 h 892"/>
              <a:gd name="T14" fmla="*/ 4 w 399"/>
              <a:gd name="T15" fmla="*/ 683 h 892"/>
              <a:gd name="T16" fmla="*/ 5 w 399"/>
              <a:gd name="T17" fmla="*/ 397 h 892"/>
              <a:gd name="T18" fmla="*/ 399 w 399"/>
              <a:gd name="T19" fmla="*/ 3 h 892"/>
              <a:gd name="T20" fmla="*/ 396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96" y="0"/>
                </a:moveTo>
                <a:cubicBezTo>
                  <a:pt x="1" y="395"/>
                  <a:pt x="1" y="395"/>
                  <a:pt x="1" y="395"/>
                </a:cubicBezTo>
                <a:cubicBezTo>
                  <a:pt x="0" y="684"/>
                  <a:pt x="0" y="684"/>
                  <a:pt x="0" y="684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9" y="891"/>
                  <a:pt x="210" y="890"/>
                  <a:pt x="211" y="890"/>
                </a:cubicBezTo>
                <a:cubicBezTo>
                  <a:pt x="4" y="683"/>
                  <a:pt x="4" y="683"/>
                  <a:pt x="4" y="683"/>
                </a:cubicBezTo>
                <a:cubicBezTo>
                  <a:pt x="5" y="397"/>
                  <a:pt x="5" y="397"/>
                  <a:pt x="5" y="397"/>
                </a:cubicBezTo>
                <a:cubicBezTo>
                  <a:pt x="399" y="3"/>
                  <a:pt x="399" y="3"/>
                  <a:pt x="399" y="3"/>
                </a:cubicBezTo>
                <a:cubicBezTo>
                  <a:pt x="396" y="0"/>
                  <a:pt x="396" y="0"/>
                  <a:pt x="3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0" name="Freeform 730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1" name="Freeform 731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2" name="Freeform 732"/>
          <p:cNvSpPr>
            <a:spLocks/>
          </p:cNvSpPr>
          <p:nvPr/>
        </p:nvSpPr>
        <p:spPr bwMode="auto">
          <a:xfrm>
            <a:off x="10495780" y="-3524256"/>
            <a:ext cx="1530350" cy="4675196"/>
          </a:xfrm>
          <a:custGeom>
            <a:avLst/>
            <a:gdLst>
              <a:gd name="T0" fmla="*/ 366 w 369"/>
              <a:gd name="T1" fmla="*/ 0 h 1128"/>
              <a:gd name="T2" fmla="*/ 366 w 369"/>
              <a:gd name="T3" fmla="*/ 0 h 1128"/>
              <a:gd name="T4" fmla="*/ 2 w 369"/>
              <a:gd name="T5" fmla="*/ 364 h 1128"/>
              <a:gd name="T6" fmla="*/ 0 w 369"/>
              <a:gd name="T7" fmla="*/ 618 h 1128"/>
              <a:gd name="T8" fmla="*/ 242 w 369"/>
              <a:gd name="T9" fmla="*/ 861 h 1128"/>
              <a:gd name="T10" fmla="*/ 244 w 369"/>
              <a:gd name="T11" fmla="*/ 948 h 1128"/>
              <a:gd name="T12" fmla="*/ 66 w 369"/>
              <a:gd name="T13" fmla="*/ 1126 h 1128"/>
              <a:gd name="T14" fmla="*/ 68 w 369"/>
              <a:gd name="T15" fmla="*/ 1127 h 1128"/>
              <a:gd name="T16" fmla="*/ 69 w 369"/>
              <a:gd name="T17" fmla="*/ 1128 h 1128"/>
              <a:gd name="T18" fmla="*/ 248 w 369"/>
              <a:gd name="T19" fmla="*/ 950 h 1128"/>
              <a:gd name="T20" fmla="*/ 246 w 369"/>
              <a:gd name="T21" fmla="*/ 859 h 1128"/>
              <a:gd name="T22" fmla="*/ 4 w 369"/>
              <a:gd name="T23" fmla="*/ 617 h 1128"/>
              <a:gd name="T24" fmla="*/ 6 w 369"/>
              <a:gd name="T25" fmla="*/ 365 h 1128"/>
              <a:gd name="T26" fmla="*/ 369 w 369"/>
              <a:gd name="T27" fmla="*/ 3 h 1128"/>
              <a:gd name="T28" fmla="*/ 366 w 369"/>
              <a:gd name="T29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9" h="1128">
                <a:moveTo>
                  <a:pt x="366" y="0"/>
                </a:moveTo>
                <a:cubicBezTo>
                  <a:pt x="366" y="0"/>
                  <a:pt x="366" y="0"/>
                  <a:pt x="366" y="0"/>
                </a:cubicBezTo>
                <a:cubicBezTo>
                  <a:pt x="2" y="364"/>
                  <a:pt x="2" y="364"/>
                  <a:pt x="2" y="364"/>
                </a:cubicBezTo>
                <a:cubicBezTo>
                  <a:pt x="0" y="618"/>
                  <a:pt x="0" y="618"/>
                  <a:pt x="0" y="618"/>
                </a:cubicBezTo>
                <a:cubicBezTo>
                  <a:pt x="242" y="861"/>
                  <a:pt x="242" y="861"/>
                  <a:pt x="242" y="861"/>
                </a:cubicBezTo>
                <a:cubicBezTo>
                  <a:pt x="244" y="948"/>
                  <a:pt x="244" y="948"/>
                  <a:pt x="244" y="948"/>
                </a:cubicBezTo>
                <a:cubicBezTo>
                  <a:pt x="66" y="1126"/>
                  <a:pt x="66" y="1126"/>
                  <a:pt x="66" y="1126"/>
                </a:cubicBezTo>
                <a:cubicBezTo>
                  <a:pt x="67" y="1126"/>
                  <a:pt x="68" y="1127"/>
                  <a:pt x="68" y="1127"/>
                </a:cubicBezTo>
                <a:cubicBezTo>
                  <a:pt x="69" y="1128"/>
                  <a:pt x="69" y="1128"/>
                  <a:pt x="69" y="1128"/>
                </a:cubicBezTo>
                <a:cubicBezTo>
                  <a:pt x="248" y="950"/>
                  <a:pt x="248" y="950"/>
                  <a:pt x="248" y="950"/>
                </a:cubicBezTo>
                <a:cubicBezTo>
                  <a:pt x="246" y="859"/>
                  <a:pt x="246" y="859"/>
                  <a:pt x="246" y="859"/>
                </a:cubicBezTo>
                <a:cubicBezTo>
                  <a:pt x="4" y="617"/>
                  <a:pt x="4" y="617"/>
                  <a:pt x="4" y="617"/>
                </a:cubicBezTo>
                <a:cubicBezTo>
                  <a:pt x="6" y="365"/>
                  <a:pt x="6" y="365"/>
                  <a:pt x="6" y="365"/>
                </a:cubicBezTo>
                <a:cubicBezTo>
                  <a:pt x="369" y="3"/>
                  <a:pt x="369" y="3"/>
                  <a:pt x="369" y="3"/>
                </a:cubicBezTo>
                <a:cubicBezTo>
                  <a:pt x="366" y="0"/>
                  <a:pt x="366" y="0"/>
                  <a:pt x="36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3" name="Freeform 733"/>
          <p:cNvSpPr>
            <a:spLocks/>
          </p:cNvSpPr>
          <p:nvPr/>
        </p:nvSpPr>
        <p:spPr bwMode="auto">
          <a:xfrm>
            <a:off x="10546580" y="-3487744"/>
            <a:ext cx="1512888" cy="5245110"/>
          </a:xfrm>
          <a:custGeom>
            <a:avLst/>
            <a:gdLst>
              <a:gd name="T0" fmla="*/ 362 w 365"/>
              <a:gd name="T1" fmla="*/ 0 h 1265"/>
              <a:gd name="T2" fmla="*/ 3 w 365"/>
              <a:gd name="T3" fmla="*/ 359 h 1265"/>
              <a:gd name="T4" fmla="*/ 0 w 365"/>
              <a:gd name="T5" fmla="*/ 600 h 1265"/>
              <a:gd name="T6" fmla="*/ 253 w 365"/>
              <a:gd name="T7" fmla="*/ 853 h 1265"/>
              <a:gd name="T8" fmla="*/ 253 w 365"/>
              <a:gd name="T9" fmla="*/ 940 h 1265"/>
              <a:gd name="T10" fmla="*/ 79 w 365"/>
              <a:gd name="T11" fmla="*/ 1115 h 1265"/>
              <a:gd name="T12" fmla="*/ 81 w 365"/>
              <a:gd name="T13" fmla="*/ 1186 h 1265"/>
              <a:gd name="T14" fmla="*/ 15 w 365"/>
              <a:gd name="T15" fmla="*/ 1252 h 1265"/>
              <a:gd name="T16" fmla="*/ 15 w 365"/>
              <a:gd name="T17" fmla="*/ 1265 h 1265"/>
              <a:gd name="T18" fmla="*/ 19 w 365"/>
              <a:gd name="T19" fmla="*/ 1265 h 1265"/>
              <a:gd name="T20" fmla="*/ 19 w 365"/>
              <a:gd name="T21" fmla="*/ 1253 h 1265"/>
              <a:gd name="T22" fmla="*/ 85 w 365"/>
              <a:gd name="T23" fmla="*/ 1187 h 1265"/>
              <a:gd name="T24" fmla="*/ 83 w 365"/>
              <a:gd name="T25" fmla="*/ 1117 h 1265"/>
              <a:gd name="T26" fmla="*/ 257 w 365"/>
              <a:gd name="T27" fmla="*/ 942 h 1265"/>
              <a:gd name="T28" fmla="*/ 257 w 365"/>
              <a:gd name="T29" fmla="*/ 851 h 1265"/>
              <a:gd name="T30" fmla="*/ 4 w 365"/>
              <a:gd name="T31" fmla="*/ 598 h 1265"/>
              <a:gd name="T32" fmla="*/ 7 w 365"/>
              <a:gd name="T33" fmla="*/ 361 h 1265"/>
              <a:gd name="T34" fmla="*/ 365 w 365"/>
              <a:gd name="T35" fmla="*/ 3 h 1265"/>
              <a:gd name="T36" fmla="*/ 362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62" y="0"/>
                </a:moveTo>
                <a:cubicBezTo>
                  <a:pt x="3" y="359"/>
                  <a:pt x="3" y="359"/>
                  <a:pt x="3" y="359"/>
                </a:cubicBezTo>
                <a:cubicBezTo>
                  <a:pt x="0" y="600"/>
                  <a:pt x="0" y="600"/>
                  <a:pt x="0" y="600"/>
                </a:cubicBezTo>
                <a:cubicBezTo>
                  <a:pt x="253" y="853"/>
                  <a:pt x="253" y="853"/>
                  <a:pt x="253" y="853"/>
                </a:cubicBezTo>
                <a:cubicBezTo>
                  <a:pt x="253" y="940"/>
                  <a:pt x="253" y="940"/>
                  <a:pt x="253" y="940"/>
                </a:cubicBezTo>
                <a:cubicBezTo>
                  <a:pt x="79" y="1115"/>
                  <a:pt x="79" y="1115"/>
                  <a:pt x="79" y="1115"/>
                </a:cubicBezTo>
                <a:cubicBezTo>
                  <a:pt x="81" y="1186"/>
                  <a:pt x="81" y="1186"/>
                  <a:pt x="81" y="1186"/>
                </a:cubicBezTo>
                <a:cubicBezTo>
                  <a:pt x="15" y="1252"/>
                  <a:pt x="15" y="1252"/>
                  <a:pt x="15" y="1252"/>
                </a:cubicBezTo>
                <a:cubicBezTo>
                  <a:pt x="15" y="1265"/>
                  <a:pt x="15" y="1265"/>
                  <a:pt x="15" y="1265"/>
                </a:cubicBezTo>
                <a:cubicBezTo>
                  <a:pt x="17" y="1265"/>
                  <a:pt x="18" y="1265"/>
                  <a:pt x="19" y="1265"/>
                </a:cubicBezTo>
                <a:cubicBezTo>
                  <a:pt x="19" y="1253"/>
                  <a:pt x="19" y="1253"/>
                  <a:pt x="19" y="1253"/>
                </a:cubicBezTo>
                <a:cubicBezTo>
                  <a:pt x="85" y="1187"/>
                  <a:pt x="85" y="1187"/>
                  <a:pt x="85" y="1187"/>
                </a:cubicBezTo>
                <a:cubicBezTo>
                  <a:pt x="83" y="1117"/>
                  <a:pt x="83" y="1117"/>
                  <a:pt x="83" y="1117"/>
                </a:cubicBezTo>
                <a:cubicBezTo>
                  <a:pt x="257" y="942"/>
                  <a:pt x="257" y="942"/>
                  <a:pt x="257" y="942"/>
                </a:cubicBezTo>
                <a:cubicBezTo>
                  <a:pt x="257" y="851"/>
                  <a:pt x="257" y="851"/>
                  <a:pt x="257" y="851"/>
                </a:cubicBezTo>
                <a:cubicBezTo>
                  <a:pt x="4" y="598"/>
                  <a:pt x="4" y="598"/>
                  <a:pt x="4" y="598"/>
                </a:cubicBezTo>
                <a:cubicBezTo>
                  <a:pt x="7" y="361"/>
                  <a:pt x="7" y="361"/>
                  <a:pt x="7" y="361"/>
                </a:cubicBezTo>
                <a:cubicBezTo>
                  <a:pt x="365" y="3"/>
                  <a:pt x="365" y="3"/>
                  <a:pt x="365" y="3"/>
                </a:cubicBezTo>
                <a:cubicBezTo>
                  <a:pt x="362" y="0"/>
                  <a:pt x="362" y="0"/>
                  <a:pt x="3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4" name="Freeform 734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5" name="Freeform 735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6" name="Freeform 736"/>
          <p:cNvSpPr>
            <a:spLocks noEditPoints="1"/>
          </p:cNvSpPr>
          <p:nvPr/>
        </p:nvSpPr>
        <p:spPr bwMode="auto">
          <a:xfrm>
            <a:off x="10546580" y="-3384556"/>
            <a:ext cx="1616076" cy="5581660"/>
          </a:xfrm>
          <a:custGeom>
            <a:avLst/>
            <a:gdLst>
              <a:gd name="T0" fmla="*/ 314 w 390"/>
              <a:gd name="T1" fmla="*/ 905 h 1346"/>
              <a:gd name="T2" fmla="*/ 314 w 390"/>
              <a:gd name="T3" fmla="*/ 934 h 1346"/>
              <a:gd name="T4" fmla="*/ 127 w 390"/>
              <a:gd name="T5" fmla="*/ 1121 h 1346"/>
              <a:gd name="T6" fmla="*/ 128 w 390"/>
              <a:gd name="T7" fmla="*/ 1216 h 1346"/>
              <a:gd name="T8" fmla="*/ 8 w 390"/>
              <a:gd name="T9" fmla="*/ 1336 h 1346"/>
              <a:gd name="T10" fmla="*/ 0 w 390"/>
              <a:gd name="T11" fmla="*/ 1344 h 1346"/>
              <a:gd name="T12" fmla="*/ 3 w 390"/>
              <a:gd name="T13" fmla="*/ 1346 h 1346"/>
              <a:gd name="T14" fmla="*/ 11 w 390"/>
              <a:gd name="T15" fmla="*/ 1339 h 1346"/>
              <a:gd name="T16" fmla="*/ 132 w 390"/>
              <a:gd name="T17" fmla="*/ 1218 h 1346"/>
              <a:gd name="T18" fmla="*/ 131 w 390"/>
              <a:gd name="T19" fmla="*/ 1122 h 1346"/>
              <a:gd name="T20" fmla="*/ 318 w 390"/>
              <a:gd name="T21" fmla="*/ 936 h 1346"/>
              <a:gd name="T22" fmla="*/ 318 w 390"/>
              <a:gd name="T23" fmla="*/ 905 h 1346"/>
              <a:gd name="T24" fmla="*/ 316 w 390"/>
              <a:gd name="T25" fmla="*/ 905 h 1346"/>
              <a:gd name="T26" fmla="*/ 316 w 390"/>
              <a:gd name="T27" fmla="*/ 905 h 1346"/>
              <a:gd name="T28" fmla="*/ 314 w 390"/>
              <a:gd name="T29" fmla="*/ 905 h 1346"/>
              <a:gd name="T30" fmla="*/ 388 w 390"/>
              <a:gd name="T31" fmla="*/ 0 h 1346"/>
              <a:gd name="T32" fmla="*/ 42 w 390"/>
              <a:gd name="T33" fmla="*/ 346 h 1346"/>
              <a:gd name="T34" fmla="*/ 40 w 390"/>
              <a:gd name="T35" fmla="*/ 563 h 1346"/>
              <a:gd name="T36" fmla="*/ 314 w 390"/>
              <a:gd name="T37" fmla="*/ 837 h 1346"/>
              <a:gd name="T38" fmla="*/ 314 w 390"/>
              <a:gd name="T39" fmla="*/ 864 h 1346"/>
              <a:gd name="T40" fmla="*/ 316 w 390"/>
              <a:gd name="T41" fmla="*/ 864 h 1346"/>
              <a:gd name="T42" fmla="*/ 316 w 390"/>
              <a:gd name="T43" fmla="*/ 864 h 1346"/>
              <a:gd name="T44" fmla="*/ 318 w 390"/>
              <a:gd name="T45" fmla="*/ 864 h 1346"/>
              <a:gd name="T46" fmla="*/ 318 w 390"/>
              <a:gd name="T47" fmla="*/ 835 h 1346"/>
              <a:gd name="T48" fmla="*/ 44 w 390"/>
              <a:gd name="T49" fmla="*/ 562 h 1346"/>
              <a:gd name="T50" fmla="*/ 46 w 390"/>
              <a:gd name="T51" fmla="*/ 348 h 1346"/>
              <a:gd name="T52" fmla="*/ 390 w 390"/>
              <a:gd name="T53" fmla="*/ 3 h 1346"/>
              <a:gd name="T54" fmla="*/ 388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314" y="905"/>
                </a:moveTo>
                <a:cubicBezTo>
                  <a:pt x="314" y="934"/>
                  <a:pt x="314" y="934"/>
                  <a:pt x="314" y="934"/>
                </a:cubicBezTo>
                <a:cubicBezTo>
                  <a:pt x="127" y="1121"/>
                  <a:pt x="127" y="1121"/>
                  <a:pt x="127" y="1121"/>
                </a:cubicBezTo>
                <a:cubicBezTo>
                  <a:pt x="128" y="1216"/>
                  <a:pt x="128" y="1216"/>
                  <a:pt x="128" y="1216"/>
                </a:cubicBezTo>
                <a:cubicBezTo>
                  <a:pt x="8" y="1336"/>
                  <a:pt x="8" y="1336"/>
                  <a:pt x="8" y="1336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3" y="1346"/>
                  <a:pt x="3" y="1346"/>
                  <a:pt x="3" y="1346"/>
                </a:cubicBezTo>
                <a:cubicBezTo>
                  <a:pt x="11" y="1339"/>
                  <a:pt x="11" y="1339"/>
                  <a:pt x="11" y="1339"/>
                </a:cubicBezTo>
                <a:cubicBezTo>
                  <a:pt x="132" y="1218"/>
                  <a:pt x="132" y="1218"/>
                  <a:pt x="132" y="1218"/>
                </a:cubicBezTo>
                <a:cubicBezTo>
                  <a:pt x="131" y="1122"/>
                  <a:pt x="131" y="1122"/>
                  <a:pt x="131" y="1122"/>
                </a:cubicBezTo>
                <a:cubicBezTo>
                  <a:pt x="318" y="936"/>
                  <a:pt x="318" y="936"/>
                  <a:pt x="318" y="936"/>
                </a:cubicBezTo>
                <a:cubicBezTo>
                  <a:pt x="318" y="905"/>
                  <a:pt x="318" y="905"/>
                  <a:pt x="318" y="905"/>
                </a:cubicBezTo>
                <a:cubicBezTo>
                  <a:pt x="317" y="905"/>
                  <a:pt x="317" y="905"/>
                  <a:pt x="316" y="905"/>
                </a:cubicBezTo>
                <a:cubicBezTo>
                  <a:pt x="316" y="905"/>
                  <a:pt x="316" y="905"/>
                  <a:pt x="316" y="905"/>
                </a:cubicBezTo>
                <a:cubicBezTo>
                  <a:pt x="315" y="905"/>
                  <a:pt x="314" y="905"/>
                  <a:pt x="314" y="905"/>
                </a:cubicBezTo>
                <a:moveTo>
                  <a:pt x="388" y="0"/>
                </a:moveTo>
                <a:cubicBezTo>
                  <a:pt x="42" y="346"/>
                  <a:pt x="42" y="346"/>
                  <a:pt x="42" y="346"/>
                </a:cubicBezTo>
                <a:cubicBezTo>
                  <a:pt x="40" y="563"/>
                  <a:pt x="40" y="563"/>
                  <a:pt x="40" y="563"/>
                </a:cubicBezTo>
                <a:cubicBezTo>
                  <a:pt x="314" y="837"/>
                  <a:pt x="314" y="837"/>
                  <a:pt x="314" y="837"/>
                </a:cubicBezTo>
                <a:cubicBezTo>
                  <a:pt x="314" y="864"/>
                  <a:pt x="314" y="864"/>
                  <a:pt x="314" y="864"/>
                </a:cubicBezTo>
                <a:cubicBezTo>
                  <a:pt x="314" y="864"/>
                  <a:pt x="315" y="864"/>
                  <a:pt x="316" y="864"/>
                </a:cubicBezTo>
                <a:cubicBezTo>
                  <a:pt x="316" y="864"/>
                  <a:pt x="316" y="864"/>
                  <a:pt x="316" y="864"/>
                </a:cubicBezTo>
                <a:cubicBezTo>
                  <a:pt x="317" y="864"/>
                  <a:pt x="317" y="864"/>
                  <a:pt x="318" y="864"/>
                </a:cubicBezTo>
                <a:cubicBezTo>
                  <a:pt x="318" y="835"/>
                  <a:pt x="318" y="835"/>
                  <a:pt x="318" y="835"/>
                </a:cubicBezTo>
                <a:cubicBezTo>
                  <a:pt x="44" y="562"/>
                  <a:pt x="44" y="562"/>
                  <a:pt x="44" y="562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390" y="3"/>
                  <a:pt x="390" y="3"/>
                  <a:pt x="390" y="3"/>
                </a:cubicBezTo>
                <a:cubicBezTo>
                  <a:pt x="388" y="0"/>
                  <a:pt x="388" y="0"/>
                  <a:pt x="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7" name="Freeform 737"/>
          <p:cNvSpPr>
            <a:spLocks/>
          </p:cNvSpPr>
          <p:nvPr/>
        </p:nvSpPr>
        <p:spPr bwMode="auto">
          <a:xfrm>
            <a:off x="10752955" y="-3276606"/>
            <a:ext cx="1517650" cy="5527685"/>
          </a:xfrm>
          <a:custGeom>
            <a:avLst/>
            <a:gdLst>
              <a:gd name="T0" fmla="*/ 363 w 366"/>
              <a:gd name="T1" fmla="*/ 0 h 1333"/>
              <a:gd name="T2" fmla="*/ 31 w 366"/>
              <a:gd name="T3" fmla="*/ 332 h 1333"/>
              <a:gd name="T4" fmla="*/ 33 w 366"/>
              <a:gd name="T5" fmla="*/ 523 h 1333"/>
              <a:gd name="T6" fmla="*/ 327 w 366"/>
              <a:gd name="T7" fmla="*/ 817 h 1333"/>
              <a:gd name="T8" fmla="*/ 326 w 366"/>
              <a:gd name="T9" fmla="*/ 879 h 1333"/>
              <a:gd name="T10" fmla="*/ 98 w 366"/>
              <a:gd name="T11" fmla="*/ 1107 h 1333"/>
              <a:gd name="T12" fmla="*/ 100 w 366"/>
              <a:gd name="T13" fmla="*/ 1197 h 1333"/>
              <a:gd name="T14" fmla="*/ 0 w 366"/>
              <a:gd name="T15" fmla="*/ 1296 h 1333"/>
              <a:gd name="T16" fmla="*/ 0 w 366"/>
              <a:gd name="T17" fmla="*/ 1333 h 1333"/>
              <a:gd name="T18" fmla="*/ 3 w 366"/>
              <a:gd name="T19" fmla="*/ 1333 h 1333"/>
              <a:gd name="T20" fmla="*/ 3 w 366"/>
              <a:gd name="T21" fmla="*/ 1333 h 1333"/>
              <a:gd name="T22" fmla="*/ 4 w 366"/>
              <a:gd name="T23" fmla="*/ 1333 h 1333"/>
              <a:gd name="T24" fmla="*/ 4 w 366"/>
              <a:gd name="T25" fmla="*/ 1298 h 1333"/>
              <a:gd name="T26" fmla="*/ 104 w 366"/>
              <a:gd name="T27" fmla="*/ 1198 h 1333"/>
              <a:gd name="T28" fmla="*/ 102 w 366"/>
              <a:gd name="T29" fmla="*/ 1109 h 1333"/>
              <a:gd name="T30" fmla="*/ 330 w 366"/>
              <a:gd name="T31" fmla="*/ 881 h 1333"/>
              <a:gd name="T32" fmla="*/ 331 w 366"/>
              <a:gd name="T33" fmla="*/ 816 h 1333"/>
              <a:gd name="T34" fmla="*/ 37 w 366"/>
              <a:gd name="T35" fmla="*/ 522 h 1333"/>
              <a:gd name="T36" fmla="*/ 35 w 366"/>
              <a:gd name="T37" fmla="*/ 333 h 1333"/>
              <a:gd name="T38" fmla="*/ 366 w 366"/>
              <a:gd name="T39" fmla="*/ 2 h 1333"/>
              <a:gd name="T40" fmla="*/ 36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63" y="0"/>
                </a:moveTo>
                <a:cubicBezTo>
                  <a:pt x="31" y="332"/>
                  <a:pt x="31" y="332"/>
                  <a:pt x="31" y="332"/>
                </a:cubicBezTo>
                <a:cubicBezTo>
                  <a:pt x="33" y="523"/>
                  <a:pt x="33" y="523"/>
                  <a:pt x="33" y="523"/>
                </a:cubicBezTo>
                <a:cubicBezTo>
                  <a:pt x="327" y="817"/>
                  <a:pt x="327" y="817"/>
                  <a:pt x="327" y="817"/>
                </a:cubicBezTo>
                <a:cubicBezTo>
                  <a:pt x="326" y="879"/>
                  <a:pt x="326" y="879"/>
                  <a:pt x="326" y="879"/>
                </a:cubicBezTo>
                <a:cubicBezTo>
                  <a:pt x="98" y="1107"/>
                  <a:pt x="98" y="1107"/>
                  <a:pt x="98" y="1107"/>
                </a:cubicBezTo>
                <a:cubicBezTo>
                  <a:pt x="100" y="1197"/>
                  <a:pt x="100" y="1197"/>
                  <a:pt x="100" y="1197"/>
                </a:cubicBezTo>
                <a:cubicBezTo>
                  <a:pt x="0" y="1296"/>
                  <a:pt x="0" y="1296"/>
                  <a:pt x="0" y="1296"/>
                </a:cubicBezTo>
                <a:cubicBezTo>
                  <a:pt x="0" y="1333"/>
                  <a:pt x="0" y="1333"/>
                  <a:pt x="0" y="1333"/>
                </a:cubicBezTo>
                <a:cubicBezTo>
                  <a:pt x="1" y="1333"/>
                  <a:pt x="2" y="1333"/>
                  <a:pt x="3" y="1333"/>
                </a:cubicBezTo>
                <a:cubicBezTo>
                  <a:pt x="3" y="1333"/>
                  <a:pt x="3" y="1333"/>
                  <a:pt x="3" y="1333"/>
                </a:cubicBezTo>
                <a:cubicBezTo>
                  <a:pt x="3" y="1333"/>
                  <a:pt x="4" y="1333"/>
                  <a:pt x="4" y="1333"/>
                </a:cubicBezTo>
                <a:cubicBezTo>
                  <a:pt x="4" y="1298"/>
                  <a:pt x="4" y="1298"/>
                  <a:pt x="4" y="1298"/>
                </a:cubicBezTo>
                <a:cubicBezTo>
                  <a:pt x="104" y="1198"/>
                  <a:pt x="104" y="1198"/>
                  <a:pt x="104" y="1198"/>
                </a:cubicBezTo>
                <a:cubicBezTo>
                  <a:pt x="102" y="1109"/>
                  <a:pt x="102" y="1109"/>
                  <a:pt x="102" y="1109"/>
                </a:cubicBezTo>
                <a:cubicBezTo>
                  <a:pt x="330" y="881"/>
                  <a:pt x="330" y="881"/>
                  <a:pt x="330" y="881"/>
                </a:cubicBezTo>
                <a:cubicBezTo>
                  <a:pt x="331" y="816"/>
                  <a:pt x="331" y="816"/>
                  <a:pt x="331" y="816"/>
                </a:cubicBezTo>
                <a:cubicBezTo>
                  <a:pt x="37" y="522"/>
                  <a:pt x="37" y="522"/>
                  <a:pt x="37" y="522"/>
                </a:cubicBezTo>
                <a:cubicBezTo>
                  <a:pt x="35" y="333"/>
                  <a:pt x="35" y="333"/>
                  <a:pt x="35" y="333"/>
                </a:cubicBezTo>
                <a:cubicBezTo>
                  <a:pt x="366" y="2"/>
                  <a:pt x="366" y="2"/>
                  <a:pt x="366" y="2"/>
                </a:cubicBezTo>
                <a:cubicBezTo>
                  <a:pt x="363" y="0"/>
                  <a:pt x="363" y="0"/>
                  <a:pt x="36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8" name="Freeform 738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9" name="Freeform 739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0" name="Freeform 740"/>
          <p:cNvSpPr>
            <a:spLocks/>
          </p:cNvSpPr>
          <p:nvPr/>
        </p:nvSpPr>
        <p:spPr bwMode="auto">
          <a:xfrm>
            <a:off x="13778731" y="1343028"/>
            <a:ext cx="1227138" cy="977902"/>
          </a:xfrm>
          <a:custGeom>
            <a:avLst/>
            <a:gdLst>
              <a:gd name="T0" fmla="*/ 296 w 296"/>
              <a:gd name="T1" fmla="*/ 0 h 236"/>
              <a:gd name="T2" fmla="*/ 277 w 296"/>
              <a:gd name="T3" fmla="*/ 1 h 236"/>
              <a:gd name="T4" fmla="*/ 102 w 296"/>
              <a:gd name="T5" fmla="*/ 176 h 236"/>
              <a:gd name="T6" fmla="*/ 56 w 296"/>
              <a:gd name="T7" fmla="*/ 177 h 236"/>
              <a:gd name="T8" fmla="*/ 0 w 296"/>
              <a:gd name="T9" fmla="*/ 233 h 236"/>
              <a:gd name="T10" fmla="*/ 2 w 296"/>
              <a:gd name="T11" fmla="*/ 235 h 236"/>
              <a:gd name="T12" fmla="*/ 3 w 296"/>
              <a:gd name="T13" fmla="*/ 236 h 236"/>
              <a:gd name="T14" fmla="*/ 58 w 296"/>
              <a:gd name="T15" fmla="*/ 181 h 236"/>
              <a:gd name="T16" fmla="*/ 103 w 296"/>
              <a:gd name="T17" fmla="*/ 180 h 236"/>
              <a:gd name="T18" fmla="*/ 279 w 296"/>
              <a:gd name="T19" fmla="*/ 5 h 236"/>
              <a:gd name="T20" fmla="*/ 296 w 296"/>
              <a:gd name="T21" fmla="*/ 4 h 236"/>
              <a:gd name="T22" fmla="*/ 296 w 296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6" h="236">
                <a:moveTo>
                  <a:pt x="296" y="0"/>
                </a:moveTo>
                <a:cubicBezTo>
                  <a:pt x="277" y="1"/>
                  <a:pt x="277" y="1"/>
                  <a:pt x="277" y="1"/>
                </a:cubicBezTo>
                <a:cubicBezTo>
                  <a:pt x="102" y="176"/>
                  <a:pt x="102" y="176"/>
                  <a:pt x="102" y="176"/>
                </a:cubicBezTo>
                <a:cubicBezTo>
                  <a:pt x="56" y="177"/>
                  <a:pt x="56" y="177"/>
                  <a:pt x="56" y="177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4"/>
                  <a:pt x="1" y="234"/>
                  <a:pt x="2" y="235"/>
                </a:cubicBezTo>
                <a:cubicBezTo>
                  <a:pt x="2" y="235"/>
                  <a:pt x="2" y="235"/>
                  <a:pt x="3" y="236"/>
                </a:cubicBezTo>
                <a:cubicBezTo>
                  <a:pt x="58" y="181"/>
                  <a:pt x="58" y="181"/>
                  <a:pt x="58" y="181"/>
                </a:cubicBezTo>
                <a:cubicBezTo>
                  <a:pt x="103" y="180"/>
                  <a:pt x="103" y="180"/>
                  <a:pt x="103" y="180"/>
                </a:cubicBezTo>
                <a:cubicBezTo>
                  <a:pt x="279" y="5"/>
                  <a:pt x="279" y="5"/>
                  <a:pt x="279" y="5"/>
                </a:cubicBezTo>
                <a:cubicBezTo>
                  <a:pt x="296" y="4"/>
                  <a:pt x="296" y="4"/>
                  <a:pt x="296" y="4"/>
                </a:cubicBezTo>
                <a:cubicBezTo>
                  <a:pt x="296" y="3"/>
                  <a:pt x="296" y="2"/>
                  <a:pt x="2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1" name="Freeform 741"/>
          <p:cNvSpPr>
            <a:spLocks noEditPoints="1"/>
          </p:cNvSpPr>
          <p:nvPr/>
        </p:nvSpPr>
        <p:spPr bwMode="auto">
          <a:xfrm>
            <a:off x="12842106" y="-1709740"/>
            <a:ext cx="5011739" cy="4532321"/>
          </a:xfrm>
          <a:custGeom>
            <a:avLst/>
            <a:gdLst>
              <a:gd name="T0" fmla="*/ 2 w 1209"/>
              <a:gd name="T1" fmla="*/ 982 h 1093"/>
              <a:gd name="T2" fmla="*/ 0 w 1209"/>
              <a:gd name="T3" fmla="*/ 1030 h 1093"/>
              <a:gd name="T4" fmla="*/ 22 w 1209"/>
              <a:gd name="T5" fmla="*/ 1052 h 1093"/>
              <a:gd name="T6" fmla="*/ 25 w 1209"/>
              <a:gd name="T7" fmla="*/ 1049 h 1093"/>
              <a:gd name="T8" fmla="*/ 4 w 1209"/>
              <a:gd name="T9" fmla="*/ 1028 h 1093"/>
              <a:gd name="T10" fmla="*/ 6 w 1209"/>
              <a:gd name="T11" fmla="*/ 983 h 1093"/>
              <a:gd name="T12" fmla="*/ 2 w 1209"/>
              <a:gd name="T13" fmla="*/ 982 h 1093"/>
              <a:gd name="T14" fmla="*/ 543 w 1209"/>
              <a:gd name="T15" fmla="*/ 663 h 1093"/>
              <a:gd name="T16" fmla="*/ 315 w 1209"/>
              <a:gd name="T17" fmla="*/ 891 h 1093"/>
              <a:gd name="T18" fmla="*/ 260 w 1209"/>
              <a:gd name="T19" fmla="*/ 890 h 1093"/>
              <a:gd name="T20" fmla="*/ 181 w 1209"/>
              <a:gd name="T21" fmla="*/ 968 h 1093"/>
              <a:gd name="T22" fmla="*/ 183 w 1209"/>
              <a:gd name="T23" fmla="*/ 1045 h 1093"/>
              <a:gd name="T24" fmla="*/ 139 w 1209"/>
              <a:gd name="T25" fmla="*/ 1089 h 1093"/>
              <a:gd name="T26" fmla="*/ 65 w 1209"/>
              <a:gd name="T27" fmla="*/ 1089 h 1093"/>
              <a:gd name="T28" fmla="*/ 54 w 1209"/>
              <a:gd name="T29" fmla="*/ 1078 h 1093"/>
              <a:gd name="T30" fmla="*/ 51 w 1209"/>
              <a:gd name="T31" fmla="*/ 1080 h 1093"/>
              <a:gd name="T32" fmla="*/ 63 w 1209"/>
              <a:gd name="T33" fmla="*/ 1093 h 1093"/>
              <a:gd name="T34" fmla="*/ 141 w 1209"/>
              <a:gd name="T35" fmla="*/ 1093 h 1093"/>
              <a:gd name="T36" fmla="*/ 187 w 1209"/>
              <a:gd name="T37" fmla="*/ 1047 h 1093"/>
              <a:gd name="T38" fmla="*/ 185 w 1209"/>
              <a:gd name="T39" fmla="*/ 970 h 1093"/>
              <a:gd name="T40" fmla="*/ 261 w 1209"/>
              <a:gd name="T41" fmla="*/ 894 h 1093"/>
              <a:gd name="T42" fmla="*/ 317 w 1209"/>
              <a:gd name="T43" fmla="*/ 895 h 1093"/>
              <a:gd name="T44" fmla="*/ 546 w 1209"/>
              <a:gd name="T45" fmla="*/ 666 h 1093"/>
              <a:gd name="T46" fmla="*/ 545 w 1209"/>
              <a:gd name="T47" fmla="*/ 665 h 1093"/>
              <a:gd name="T48" fmla="*/ 543 w 1209"/>
              <a:gd name="T49" fmla="*/ 663 h 1093"/>
              <a:gd name="T50" fmla="*/ 1206 w 1209"/>
              <a:gd name="T51" fmla="*/ 0 h 1093"/>
              <a:gd name="T52" fmla="*/ 572 w 1209"/>
              <a:gd name="T53" fmla="*/ 634 h 1093"/>
              <a:gd name="T54" fmla="*/ 574 w 1209"/>
              <a:gd name="T55" fmla="*/ 636 h 1093"/>
              <a:gd name="T56" fmla="*/ 575 w 1209"/>
              <a:gd name="T57" fmla="*/ 637 h 1093"/>
              <a:gd name="T58" fmla="*/ 1209 w 1209"/>
              <a:gd name="T59" fmla="*/ 3 h 1093"/>
              <a:gd name="T60" fmla="*/ 1206 w 1209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9" h="1093">
                <a:moveTo>
                  <a:pt x="2" y="982"/>
                </a:moveTo>
                <a:cubicBezTo>
                  <a:pt x="0" y="1030"/>
                  <a:pt x="0" y="1030"/>
                  <a:pt x="0" y="1030"/>
                </a:cubicBezTo>
                <a:cubicBezTo>
                  <a:pt x="22" y="1052"/>
                  <a:pt x="22" y="1052"/>
                  <a:pt x="22" y="1052"/>
                </a:cubicBezTo>
                <a:cubicBezTo>
                  <a:pt x="23" y="1051"/>
                  <a:pt x="24" y="1050"/>
                  <a:pt x="25" y="1049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6" y="983"/>
                  <a:pt x="6" y="983"/>
                  <a:pt x="6" y="983"/>
                </a:cubicBezTo>
                <a:cubicBezTo>
                  <a:pt x="5" y="983"/>
                  <a:pt x="4" y="982"/>
                  <a:pt x="2" y="982"/>
                </a:cubicBezTo>
                <a:moveTo>
                  <a:pt x="543" y="663"/>
                </a:moveTo>
                <a:cubicBezTo>
                  <a:pt x="315" y="891"/>
                  <a:pt x="315" y="891"/>
                  <a:pt x="315" y="891"/>
                </a:cubicBezTo>
                <a:cubicBezTo>
                  <a:pt x="260" y="890"/>
                  <a:pt x="260" y="890"/>
                  <a:pt x="260" y="890"/>
                </a:cubicBezTo>
                <a:cubicBezTo>
                  <a:pt x="181" y="968"/>
                  <a:pt x="181" y="968"/>
                  <a:pt x="181" y="968"/>
                </a:cubicBezTo>
                <a:cubicBezTo>
                  <a:pt x="183" y="1045"/>
                  <a:pt x="183" y="1045"/>
                  <a:pt x="183" y="1045"/>
                </a:cubicBezTo>
                <a:cubicBezTo>
                  <a:pt x="139" y="1089"/>
                  <a:pt x="139" y="1089"/>
                  <a:pt x="139" y="1089"/>
                </a:cubicBezTo>
                <a:cubicBezTo>
                  <a:pt x="65" y="1089"/>
                  <a:pt x="65" y="1089"/>
                  <a:pt x="65" y="1089"/>
                </a:cubicBezTo>
                <a:cubicBezTo>
                  <a:pt x="54" y="1078"/>
                  <a:pt x="54" y="1078"/>
                  <a:pt x="54" y="1078"/>
                </a:cubicBezTo>
                <a:cubicBezTo>
                  <a:pt x="53" y="1079"/>
                  <a:pt x="52" y="1080"/>
                  <a:pt x="51" y="1080"/>
                </a:cubicBezTo>
                <a:cubicBezTo>
                  <a:pt x="63" y="1093"/>
                  <a:pt x="63" y="1093"/>
                  <a:pt x="63" y="1093"/>
                </a:cubicBezTo>
                <a:cubicBezTo>
                  <a:pt x="141" y="1093"/>
                  <a:pt x="141" y="1093"/>
                  <a:pt x="141" y="1093"/>
                </a:cubicBezTo>
                <a:cubicBezTo>
                  <a:pt x="187" y="1047"/>
                  <a:pt x="187" y="1047"/>
                  <a:pt x="187" y="1047"/>
                </a:cubicBezTo>
                <a:cubicBezTo>
                  <a:pt x="185" y="970"/>
                  <a:pt x="185" y="970"/>
                  <a:pt x="185" y="970"/>
                </a:cubicBezTo>
                <a:cubicBezTo>
                  <a:pt x="261" y="894"/>
                  <a:pt x="261" y="894"/>
                  <a:pt x="261" y="894"/>
                </a:cubicBezTo>
                <a:cubicBezTo>
                  <a:pt x="317" y="895"/>
                  <a:pt x="317" y="895"/>
                  <a:pt x="317" y="895"/>
                </a:cubicBezTo>
                <a:cubicBezTo>
                  <a:pt x="546" y="666"/>
                  <a:pt x="546" y="666"/>
                  <a:pt x="546" y="666"/>
                </a:cubicBezTo>
                <a:cubicBezTo>
                  <a:pt x="546" y="665"/>
                  <a:pt x="545" y="665"/>
                  <a:pt x="545" y="665"/>
                </a:cubicBezTo>
                <a:cubicBezTo>
                  <a:pt x="544" y="664"/>
                  <a:pt x="544" y="663"/>
                  <a:pt x="543" y="663"/>
                </a:cubicBezTo>
                <a:moveTo>
                  <a:pt x="1206" y="0"/>
                </a:moveTo>
                <a:cubicBezTo>
                  <a:pt x="572" y="634"/>
                  <a:pt x="572" y="634"/>
                  <a:pt x="572" y="634"/>
                </a:cubicBezTo>
                <a:cubicBezTo>
                  <a:pt x="573" y="634"/>
                  <a:pt x="574" y="635"/>
                  <a:pt x="574" y="636"/>
                </a:cubicBezTo>
                <a:cubicBezTo>
                  <a:pt x="575" y="636"/>
                  <a:pt x="575" y="636"/>
                  <a:pt x="575" y="637"/>
                </a:cubicBezTo>
                <a:cubicBezTo>
                  <a:pt x="1209" y="3"/>
                  <a:pt x="1209" y="3"/>
                  <a:pt x="1209" y="3"/>
                </a:cubicBezTo>
                <a:cubicBezTo>
                  <a:pt x="1206" y="0"/>
                  <a:pt x="1206" y="0"/>
                  <a:pt x="120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2" name="Freeform 742"/>
          <p:cNvSpPr>
            <a:spLocks/>
          </p:cNvSpPr>
          <p:nvPr/>
        </p:nvSpPr>
        <p:spPr bwMode="auto">
          <a:xfrm>
            <a:off x="13104043" y="-2222504"/>
            <a:ext cx="4724402" cy="4675196"/>
          </a:xfrm>
          <a:custGeom>
            <a:avLst/>
            <a:gdLst>
              <a:gd name="T0" fmla="*/ 1137 w 1140"/>
              <a:gd name="T1" fmla="*/ 0 h 1128"/>
              <a:gd name="T2" fmla="*/ 255 w 1140"/>
              <a:gd name="T3" fmla="*/ 882 h 1128"/>
              <a:gd name="T4" fmla="*/ 257 w 1140"/>
              <a:gd name="T5" fmla="*/ 931 h 1128"/>
              <a:gd name="T6" fmla="*/ 64 w 1140"/>
              <a:gd name="T7" fmla="*/ 1123 h 1128"/>
              <a:gd name="T8" fmla="*/ 0 w 1140"/>
              <a:gd name="T9" fmla="*/ 1124 h 1128"/>
              <a:gd name="T10" fmla="*/ 0 w 1140"/>
              <a:gd name="T11" fmla="*/ 1128 h 1128"/>
              <a:gd name="T12" fmla="*/ 66 w 1140"/>
              <a:gd name="T13" fmla="*/ 1127 h 1128"/>
              <a:gd name="T14" fmla="*/ 261 w 1140"/>
              <a:gd name="T15" fmla="*/ 933 h 1128"/>
              <a:gd name="T16" fmla="*/ 259 w 1140"/>
              <a:gd name="T17" fmla="*/ 883 h 1128"/>
              <a:gd name="T18" fmla="*/ 1140 w 1140"/>
              <a:gd name="T19" fmla="*/ 3 h 1128"/>
              <a:gd name="T20" fmla="*/ 1137 w 1140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40" h="1128">
                <a:moveTo>
                  <a:pt x="1137" y="0"/>
                </a:moveTo>
                <a:cubicBezTo>
                  <a:pt x="255" y="882"/>
                  <a:pt x="255" y="882"/>
                  <a:pt x="255" y="882"/>
                </a:cubicBezTo>
                <a:cubicBezTo>
                  <a:pt x="257" y="931"/>
                  <a:pt x="257" y="931"/>
                  <a:pt x="257" y="931"/>
                </a:cubicBezTo>
                <a:cubicBezTo>
                  <a:pt x="64" y="1123"/>
                  <a:pt x="64" y="1123"/>
                  <a:pt x="64" y="1123"/>
                </a:cubicBezTo>
                <a:cubicBezTo>
                  <a:pt x="0" y="1124"/>
                  <a:pt x="0" y="1124"/>
                  <a:pt x="0" y="1124"/>
                </a:cubicBezTo>
                <a:cubicBezTo>
                  <a:pt x="1" y="1125"/>
                  <a:pt x="1" y="1126"/>
                  <a:pt x="0" y="1128"/>
                </a:cubicBezTo>
                <a:cubicBezTo>
                  <a:pt x="66" y="1127"/>
                  <a:pt x="66" y="1127"/>
                  <a:pt x="66" y="1127"/>
                </a:cubicBezTo>
                <a:cubicBezTo>
                  <a:pt x="261" y="933"/>
                  <a:pt x="261" y="933"/>
                  <a:pt x="261" y="933"/>
                </a:cubicBezTo>
                <a:cubicBezTo>
                  <a:pt x="259" y="883"/>
                  <a:pt x="259" y="883"/>
                  <a:pt x="259" y="883"/>
                </a:cubicBezTo>
                <a:cubicBezTo>
                  <a:pt x="1140" y="3"/>
                  <a:pt x="1140" y="3"/>
                  <a:pt x="1140" y="3"/>
                </a:cubicBezTo>
                <a:cubicBezTo>
                  <a:pt x="1137" y="0"/>
                  <a:pt x="1137" y="0"/>
                  <a:pt x="113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3" name="Freeform 743"/>
          <p:cNvSpPr>
            <a:spLocks/>
          </p:cNvSpPr>
          <p:nvPr/>
        </p:nvSpPr>
        <p:spPr bwMode="auto">
          <a:xfrm>
            <a:off x="11138718" y="-2381254"/>
            <a:ext cx="6707190" cy="6029336"/>
          </a:xfrm>
          <a:custGeom>
            <a:avLst/>
            <a:gdLst>
              <a:gd name="T0" fmla="*/ 1615 w 1618"/>
              <a:gd name="T1" fmla="*/ 0 h 1454"/>
              <a:gd name="T2" fmla="*/ 1615 w 1618"/>
              <a:gd name="T3" fmla="*/ 0 h 1454"/>
              <a:gd name="T4" fmla="*/ 712 w 1618"/>
              <a:gd name="T5" fmla="*/ 903 h 1454"/>
              <a:gd name="T6" fmla="*/ 714 w 1618"/>
              <a:gd name="T7" fmla="*/ 963 h 1454"/>
              <a:gd name="T8" fmla="*/ 536 w 1618"/>
              <a:gd name="T9" fmla="*/ 1141 h 1454"/>
              <a:gd name="T10" fmla="*/ 499 w 1618"/>
              <a:gd name="T11" fmla="*/ 1144 h 1454"/>
              <a:gd name="T12" fmla="*/ 433 w 1618"/>
              <a:gd name="T13" fmla="*/ 1078 h 1454"/>
              <a:gd name="T14" fmla="*/ 407 w 1618"/>
              <a:gd name="T15" fmla="*/ 1078 h 1454"/>
              <a:gd name="T16" fmla="*/ 369 w 1618"/>
              <a:gd name="T17" fmla="*/ 1116 h 1454"/>
              <a:gd name="T18" fmla="*/ 371 w 1618"/>
              <a:gd name="T19" fmla="*/ 1160 h 1454"/>
              <a:gd name="T20" fmla="*/ 210 w 1618"/>
              <a:gd name="T21" fmla="*/ 1320 h 1454"/>
              <a:gd name="T22" fmla="*/ 160 w 1618"/>
              <a:gd name="T23" fmla="*/ 1320 h 1454"/>
              <a:gd name="T24" fmla="*/ 124 w 1618"/>
              <a:gd name="T25" fmla="*/ 1356 h 1454"/>
              <a:gd name="T26" fmla="*/ 43 w 1618"/>
              <a:gd name="T27" fmla="*/ 1357 h 1454"/>
              <a:gd name="T28" fmla="*/ 0 w 1618"/>
              <a:gd name="T29" fmla="*/ 1400 h 1454"/>
              <a:gd name="T30" fmla="*/ 0 w 1618"/>
              <a:gd name="T31" fmla="*/ 1453 h 1454"/>
              <a:gd name="T32" fmla="*/ 4 w 1618"/>
              <a:gd name="T33" fmla="*/ 1454 h 1454"/>
              <a:gd name="T34" fmla="*/ 4 w 1618"/>
              <a:gd name="T35" fmla="*/ 1401 h 1454"/>
              <a:gd name="T36" fmla="*/ 44 w 1618"/>
              <a:gd name="T37" fmla="*/ 1361 h 1454"/>
              <a:gd name="T38" fmla="*/ 125 w 1618"/>
              <a:gd name="T39" fmla="*/ 1360 h 1454"/>
              <a:gd name="T40" fmla="*/ 161 w 1618"/>
              <a:gd name="T41" fmla="*/ 1324 h 1454"/>
              <a:gd name="T42" fmla="*/ 212 w 1618"/>
              <a:gd name="T43" fmla="*/ 1324 h 1454"/>
              <a:gd name="T44" fmla="*/ 375 w 1618"/>
              <a:gd name="T45" fmla="*/ 1161 h 1454"/>
              <a:gd name="T46" fmla="*/ 373 w 1618"/>
              <a:gd name="T47" fmla="*/ 1118 h 1454"/>
              <a:gd name="T48" fmla="*/ 409 w 1618"/>
              <a:gd name="T49" fmla="*/ 1082 h 1454"/>
              <a:gd name="T50" fmla="*/ 431 w 1618"/>
              <a:gd name="T51" fmla="*/ 1082 h 1454"/>
              <a:gd name="T52" fmla="*/ 498 w 1618"/>
              <a:gd name="T53" fmla="*/ 1148 h 1454"/>
              <a:gd name="T54" fmla="*/ 538 w 1618"/>
              <a:gd name="T55" fmla="*/ 1145 h 1454"/>
              <a:gd name="T56" fmla="*/ 718 w 1618"/>
              <a:gd name="T57" fmla="*/ 965 h 1454"/>
              <a:gd name="T58" fmla="*/ 716 w 1618"/>
              <a:gd name="T59" fmla="*/ 904 h 1454"/>
              <a:gd name="T60" fmla="*/ 1618 w 1618"/>
              <a:gd name="T61" fmla="*/ 3 h 1454"/>
              <a:gd name="T62" fmla="*/ 1615 w 1618"/>
              <a:gd name="T63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8" h="1454">
                <a:moveTo>
                  <a:pt x="1615" y="0"/>
                </a:moveTo>
                <a:cubicBezTo>
                  <a:pt x="1615" y="0"/>
                  <a:pt x="1615" y="0"/>
                  <a:pt x="1615" y="0"/>
                </a:cubicBezTo>
                <a:cubicBezTo>
                  <a:pt x="712" y="903"/>
                  <a:pt x="712" y="903"/>
                  <a:pt x="712" y="903"/>
                </a:cubicBezTo>
                <a:cubicBezTo>
                  <a:pt x="714" y="963"/>
                  <a:pt x="714" y="963"/>
                  <a:pt x="714" y="963"/>
                </a:cubicBezTo>
                <a:cubicBezTo>
                  <a:pt x="536" y="1141"/>
                  <a:pt x="536" y="1141"/>
                  <a:pt x="536" y="1141"/>
                </a:cubicBezTo>
                <a:cubicBezTo>
                  <a:pt x="499" y="1144"/>
                  <a:pt x="499" y="1144"/>
                  <a:pt x="499" y="1144"/>
                </a:cubicBezTo>
                <a:cubicBezTo>
                  <a:pt x="433" y="1078"/>
                  <a:pt x="433" y="1078"/>
                  <a:pt x="433" y="1078"/>
                </a:cubicBezTo>
                <a:cubicBezTo>
                  <a:pt x="407" y="1078"/>
                  <a:pt x="407" y="1078"/>
                  <a:pt x="407" y="1078"/>
                </a:cubicBezTo>
                <a:cubicBezTo>
                  <a:pt x="369" y="1116"/>
                  <a:pt x="369" y="1116"/>
                  <a:pt x="369" y="1116"/>
                </a:cubicBezTo>
                <a:cubicBezTo>
                  <a:pt x="371" y="1160"/>
                  <a:pt x="371" y="1160"/>
                  <a:pt x="371" y="1160"/>
                </a:cubicBezTo>
                <a:cubicBezTo>
                  <a:pt x="210" y="1320"/>
                  <a:pt x="210" y="1320"/>
                  <a:pt x="210" y="1320"/>
                </a:cubicBezTo>
                <a:cubicBezTo>
                  <a:pt x="160" y="1320"/>
                  <a:pt x="160" y="1320"/>
                  <a:pt x="160" y="1320"/>
                </a:cubicBezTo>
                <a:cubicBezTo>
                  <a:pt x="124" y="1356"/>
                  <a:pt x="124" y="1356"/>
                  <a:pt x="124" y="1356"/>
                </a:cubicBezTo>
                <a:cubicBezTo>
                  <a:pt x="43" y="1357"/>
                  <a:pt x="43" y="1357"/>
                  <a:pt x="43" y="1357"/>
                </a:cubicBezTo>
                <a:cubicBezTo>
                  <a:pt x="0" y="1400"/>
                  <a:pt x="0" y="1400"/>
                  <a:pt x="0" y="1400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1" y="1453"/>
                  <a:pt x="3" y="1453"/>
                  <a:pt x="4" y="1454"/>
                </a:cubicBezTo>
                <a:cubicBezTo>
                  <a:pt x="4" y="1401"/>
                  <a:pt x="4" y="1401"/>
                  <a:pt x="4" y="1401"/>
                </a:cubicBezTo>
                <a:cubicBezTo>
                  <a:pt x="44" y="1361"/>
                  <a:pt x="44" y="1361"/>
                  <a:pt x="44" y="1361"/>
                </a:cubicBezTo>
                <a:cubicBezTo>
                  <a:pt x="125" y="1360"/>
                  <a:pt x="125" y="1360"/>
                  <a:pt x="125" y="1360"/>
                </a:cubicBezTo>
                <a:cubicBezTo>
                  <a:pt x="161" y="1324"/>
                  <a:pt x="161" y="1324"/>
                  <a:pt x="161" y="1324"/>
                </a:cubicBezTo>
                <a:cubicBezTo>
                  <a:pt x="212" y="1324"/>
                  <a:pt x="212" y="1324"/>
                  <a:pt x="212" y="1324"/>
                </a:cubicBezTo>
                <a:cubicBezTo>
                  <a:pt x="375" y="1161"/>
                  <a:pt x="375" y="1161"/>
                  <a:pt x="375" y="1161"/>
                </a:cubicBezTo>
                <a:cubicBezTo>
                  <a:pt x="373" y="1118"/>
                  <a:pt x="373" y="1118"/>
                  <a:pt x="373" y="1118"/>
                </a:cubicBezTo>
                <a:cubicBezTo>
                  <a:pt x="409" y="1082"/>
                  <a:pt x="409" y="1082"/>
                  <a:pt x="409" y="1082"/>
                </a:cubicBezTo>
                <a:cubicBezTo>
                  <a:pt x="431" y="1082"/>
                  <a:pt x="431" y="1082"/>
                  <a:pt x="431" y="1082"/>
                </a:cubicBezTo>
                <a:cubicBezTo>
                  <a:pt x="498" y="1148"/>
                  <a:pt x="498" y="1148"/>
                  <a:pt x="498" y="1148"/>
                </a:cubicBezTo>
                <a:cubicBezTo>
                  <a:pt x="538" y="1145"/>
                  <a:pt x="538" y="1145"/>
                  <a:pt x="538" y="1145"/>
                </a:cubicBezTo>
                <a:cubicBezTo>
                  <a:pt x="718" y="965"/>
                  <a:pt x="718" y="965"/>
                  <a:pt x="718" y="965"/>
                </a:cubicBezTo>
                <a:cubicBezTo>
                  <a:pt x="716" y="904"/>
                  <a:pt x="716" y="904"/>
                  <a:pt x="716" y="904"/>
                </a:cubicBezTo>
                <a:cubicBezTo>
                  <a:pt x="1618" y="3"/>
                  <a:pt x="1618" y="3"/>
                  <a:pt x="1618" y="3"/>
                </a:cubicBezTo>
                <a:cubicBezTo>
                  <a:pt x="1615" y="0"/>
                  <a:pt x="1615" y="0"/>
                  <a:pt x="161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4" name="Freeform 744"/>
          <p:cNvSpPr>
            <a:spLocks noEditPoints="1"/>
          </p:cNvSpPr>
          <p:nvPr/>
        </p:nvSpPr>
        <p:spPr bwMode="auto">
          <a:xfrm>
            <a:off x="13315181" y="-2679705"/>
            <a:ext cx="4662489" cy="4879984"/>
          </a:xfrm>
          <a:custGeom>
            <a:avLst/>
            <a:gdLst>
              <a:gd name="T0" fmla="*/ 432 w 1125"/>
              <a:gd name="T1" fmla="*/ 690 h 1177"/>
              <a:gd name="T2" fmla="*/ 168 w 1125"/>
              <a:gd name="T3" fmla="*/ 955 h 1177"/>
              <a:gd name="T4" fmla="*/ 170 w 1125"/>
              <a:gd name="T5" fmla="*/ 1026 h 1177"/>
              <a:gd name="T6" fmla="*/ 23 w 1125"/>
              <a:gd name="T7" fmla="*/ 1173 h 1177"/>
              <a:gd name="T8" fmla="*/ 0 w 1125"/>
              <a:gd name="T9" fmla="*/ 1173 h 1177"/>
              <a:gd name="T10" fmla="*/ 0 w 1125"/>
              <a:gd name="T11" fmla="*/ 1177 h 1177"/>
              <a:gd name="T12" fmla="*/ 25 w 1125"/>
              <a:gd name="T13" fmla="*/ 1177 h 1177"/>
              <a:gd name="T14" fmla="*/ 174 w 1125"/>
              <a:gd name="T15" fmla="*/ 1027 h 1177"/>
              <a:gd name="T16" fmla="*/ 172 w 1125"/>
              <a:gd name="T17" fmla="*/ 956 h 1177"/>
              <a:gd name="T18" fmla="*/ 435 w 1125"/>
              <a:gd name="T19" fmla="*/ 693 h 1177"/>
              <a:gd name="T20" fmla="*/ 434 w 1125"/>
              <a:gd name="T21" fmla="*/ 692 h 1177"/>
              <a:gd name="T22" fmla="*/ 432 w 1125"/>
              <a:gd name="T23" fmla="*/ 690 h 1177"/>
              <a:gd name="T24" fmla="*/ 1122 w 1125"/>
              <a:gd name="T25" fmla="*/ 0 h 1177"/>
              <a:gd name="T26" fmla="*/ 461 w 1125"/>
              <a:gd name="T27" fmla="*/ 661 h 1177"/>
              <a:gd name="T28" fmla="*/ 463 w 1125"/>
              <a:gd name="T29" fmla="*/ 663 h 1177"/>
              <a:gd name="T30" fmla="*/ 464 w 1125"/>
              <a:gd name="T31" fmla="*/ 664 h 1177"/>
              <a:gd name="T32" fmla="*/ 1125 w 1125"/>
              <a:gd name="T33" fmla="*/ 3 h 1177"/>
              <a:gd name="T34" fmla="*/ 1122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432" y="690"/>
                </a:moveTo>
                <a:cubicBezTo>
                  <a:pt x="168" y="955"/>
                  <a:pt x="168" y="955"/>
                  <a:pt x="168" y="955"/>
                </a:cubicBezTo>
                <a:cubicBezTo>
                  <a:pt x="170" y="1026"/>
                  <a:pt x="170" y="1026"/>
                  <a:pt x="170" y="1026"/>
                </a:cubicBezTo>
                <a:cubicBezTo>
                  <a:pt x="23" y="1173"/>
                  <a:pt x="23" y="1173"/>
                  <a:pt x="23" y="1173"/>
                </a:cubicBezTo>
                <a:cubicBezTo>
                  <a:pt x="0" y="1173"/>
                  <a:pt x="0" y="1173"/>
                  <a:pt x="0" y="1173"/>
                </a:cubicBezTo>
                <a:cubicBezTo>
                  <a:pt x="0" y="1174"/>
                  <a:pt x="0" y="1176"/>
                  <a:pt x="0" y="1177"/>
                </a:cubicBezTo>
                <a:cubicBezTo>
                  <a:pt x="25" y="1177"/>
                  <a:pt x="25" y="1177"/>
                  <a:pt x="25" y="1177"/>
                </a:cubicBezTo>
                <a:cubicBezTo>
                  <a:pt x="174" y="1027"/>
                  <a:pt x="174" y="1027"/>
                  <a:pt x="174" y="1027"/>
                </a:cubicBezTo>
                <a:cubicBezTo>
                  <a:pt x="172" y="956"/>
                  <a:pt x="172" y="956"/>
                  <a:pt x="172" y="956"/>
                </a:cubicBezTo>
                <a:cubicBezTo>
                  <a:pt x="435" y="693"/>
                  <a:pt x="435" y="693"/>
                  <a:pt x="435" y="693"/>
                </a:cubicBezTo>
                <a:cubicBezTo>
                  <a:pt x="435" y="693"/>
                  <a:pt x="434" y="693"/>
                  <a:pt x="434" y="692"/>
                </a:cubicBezTo>
                <a:cubicBezTo>
                  <a:pt x="433" y="692"/>
                  <a:pt x="433" y="691"/>
                  <a:pt x="432" y="690"/>
                </a:cubicBezTo>
                <a:moveTo>
                  <a:pt x="1122" y="0"/>
                </a:moveTo>
                <a:cubicBezTo>
                  <a:pt x="461" y="661"/>
                  <a:pt x="461" y="661"/>
                  <a:pt x="461" y="661"/>
                </a:cubicBezTo>
                <a:cubicBezTo>
                  <a:pt x="462" y="662"/>
                  <a:pt x="462" y="662"/>
                  <a:pt x="463" y="663"/>
                </a:cubicBezTo>
                <a:cubicBezTo>
                  <a:pt x="463" y="663"/>
                  <a:pt x="464" y="664"/>
                  <a:pt x="464" y="664"/>
                </a:cubicBezTo>
                <a:cubicBezTo>
                  <a:pt x="1125" y="3"/>
                  <a:pt x="1125" y="3"/>
                  <a:pt x="1125" y="3"/>
                </a:cubicBezTo>
                <a:cubicBezTo>
                  <a:pt x="1122" y="0"/>
                  <a:pt x="1122" y="0"/>
                  <a:pt x="11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5" name="Freeform 745"/>
          <p:cNvSpPr>
            <a:spLocks/>
          </p:cNvSpPr>
          <p:nvPr/>
        </p:nvSpPr>
        <p:spPr bwMode="auto">
          <a:xfrm>
            <a:off x="9227367" y="4124333"/>
            <a:ext cx="2930526" cy="4991109"/>
          </a:xfrm>
          <a:custGeom>
            <a:avLst/>
            <a:gdLst>
              <a:gd name="T0" fmla="*/ 654 w 707"/>
              <a:gd name="T1" fmla="*/ 0 h 1204"/>
              <a:gd name="T2" fmla="*/ 635 w 707"/>
              <a:gd name="T3" fmla="*/ 19 h 1204"/>
              <a:gd name="T4" fmla="*/ 512 w 707"/>
              <a:gd name="T5" fmla="*/ 18 h 1204"/>
              <a:gd name="T6" fmla="*/ 463 w 707"/>
              <a:gd name="T7" fmla="*/ 67 h 1204"/>
              <a:gd name="T8" fmla="*/ 463 w 707"/>
              <a:gd name="T9" fmla="*/ 197 h 1204"/>
              <a:gd name="T10" fmla="*/ 328 w 707"/>
              <a:gd name="T11" fmla="*/ 332 h 1204"/>
              <a:gd name="T12" fmla="*/ 330 w 707"/>
              <a:gd name="T13" fmla="*/ 375 h 1204"/>
              <a:gd name="T14" fmla="*/ 225 w 707"/>
              <a:gd name="T15" fmla="*/ 480 h 1204"/>
              <a:gd name="T16" fmla="*/ 24 w 707"/>
              <a:gd name="T17" fmla="*/ 480 h 1204"/>
              <a:gd name="T18" fmla="*/ 0 w 707"/>
              <a:gd name="T19" fmla="*/ 505 h 1204"/>
              <a:gd name="T20" fmla="*/ 0 w 707"/>
              <a:gd name="T21" fmla="*/ 1204 h 1204"/>
              <a:gd name="T22" fmla="*/ 4 w 707"/>
              <a:gd name="T23" fmla="*/ 1204 h 1204"/>
              <a:gd name="T24" fmla="*/ 4 w 707"/>
              <a:gd name="T25" fmla="*/ 506 h 1204"/>
              <a:gd name="T26" fmla="*/ 26 w 707"/>
              <a:gd name="T27" fmla="*/ 484 h 1204"/>
              <a:gd name="T28" fmla="*/ 227 w 707"/>
              <a:gd name="T29" fmla="*/ 484 h 1204"/>
              <a:gd name="T30" fmla="*/ 334 w 707"/>
              <a:gd name="T31" fmla="*/ 376 h 1204"/>
              <a:gd name="T32" fmla="*/ 332 w 707"/>
              <a:gd name="T33" fmla="*/ 334 h 1204"/>
              <a:gd name="T34" fmla="*/ 467 w 707"/>
              <a:gd name="T35" fmla="*/ 198 h 1204"/>
              <a:gd name="T36" fmla="*/ 467 w 707"/>
              <a:gd name="T37" fmla="*/ 69 h 1204"/>
              <a:gd name="T38" fmla="*/ 513 w 707"/>
              <a:gd name="T39" fmla="*/ 22 h 1204"/>
              <a:gd name="T40" fmla="*/ 636 w 707"/>
              <a:gd name="T41" fmla="*/ 23 h 1204"/>
              <a:gd name="T42" fmla="*/ 656 w 707"/>
              <a:gd name="T43" fmla="*/ 4 h 1204"/>
              <a:gd name="T44" fmla="*/ 707 w 707"/>
              <a:gd name="T45" fmla="*/ 4 h 1204"/>
              <a:gd name="T46" fmla="*/ 707 w 707"/>
              <a:gd name="T47" fmla="*/ 4 h 1204"/>
              <a:gd name="T48" fmla="*/ 707 w 707"/>
              <a:gd name="T49" fmla="*/ 0 h 1204"/>
              <a:gd name="T50" fmla="*/ 654 w 707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7" h="1204">
                <a:moveTo>
                  <a:pt x="654" y="0"/>
                </a:moveTo>
                <a:cubicBezTo>
                  <a:pt x="635" y="19"/>
                  <a:pt x="635" y="19"/>
                  <a:pt x="635" y="19"/>
                </a:cubicBezTo>
                <a:cubicBezTo>
                  <a:pt x="512" y="18"/>
                  <a:pt x="512" y="18"/>
                  <a:pt x="512" y="18"/>
                </a:cubicBezTo>
                <a:cubicBezTo>
                  <a:pt x="463" y="67"/>
                  <a:pt x="463" y="67"/>
                  <a:pt x="463" y="67"/>
                </a:cubicBezTo>
                <a:cubicBezTo>
                  <a:pt x="463" y="197"/>
                  <a:pt x="463" y="197"/>
                  <a:pt x="463" y="197"/>
                </a:cubicBezTo>
                <a:cubicBezTo>
                  <a:pt x="328" y="332"/>
                  <a:pt x="328" y="332"/>
                  <a:pt x="328" y="332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225" y="480"/>
                  <a:pt x="225" y="480"/>
                  <a:pt x="225" y="480"/>
                </a:cubicBezTo>
                <a:cubicBezTo>
                  <a:pt x="24" y="480"/>
                  <a:pt x="24" y="480"/>
                  <a:pt x="24" y="480"/>
                </a:cubicBezTo>
                <a:cubicBezTo>
                  <a:pt x="0" y="505"/>
                  <a:pt x="0" y="505"/>
                  <a:pt x="0" y="505"/>
                </a:cubicBezTo>
                <a:cubicBezTo>
                  <a:pt x="0" y="1204"/>
                  <a:pt x="0" y="1204"/>
                  <a:pt x="0" y="1204"/>
                </a:cubicBezTo>
                <a:cubicBezTo>
                  <a:pt x="4" y="1204"/>
                  <a:pt x="4" y="1204"/>
                  <a:pt x="4" y="1204"/>
                </a:cubicBezTo>
                <a:cubicBezTo>
                  <a:pt x="4" y="506"/>
                  <a:pt x="4" y="506"/>
                  <a:pt x="4" y="506"/>
                </a:cubicBezTo>
                <a:cubicBezTo>
                  <a:pt x="26" y="484"/>
                  <a:pt x="26" y="484"/>
                  <a:pt x="26" y="484"/>
                </a:cubicBezTo>
                <a:cubicBezTo>
                  <a:pt x="227" y="484"/>
                  <a:pt x="227" y="484"/>
                  <a:pt x="227" y="484"/>
                </a:cubicBezTo>
                <a:cubicBezTo>
                  <a:pt x="334" y="376"/>
                  <a:pt x="334" y="376"/>
                  <a:pt x="334" y="376"/>
                </a:cubicBezTo>
                <a:cubicBezTo>
                  <a:pt x="332" y="334"/>
                  <a:pt x="332" y="334"/>
                  <a:pt x="332" y="334"/>
                </a:cubicBezTo>
                <a:cubicBezTo>
                  <a:pt x="467" y="198"/>
                  <a:pt x="467" y="198"/>
                  <a:pt x="467" y="198"/>
                </a:cubicBezTo>
                <a:cubicBezTo>
                  <a:pt x="467" y="69"/>
                  <a:pt x="467" y="69"/>
                  <a:pt x="467" y="69"/>
                </a:cubicBezTo>
                <a:cubicBezTo>
                  <a:pt x="513" y="22"/>
                  <a:pt x="513" y="22"/>
                  <a:pt x="513" y="22"/>
                </a:cubicBezTo>
                <a:cubicBezTo>
                  <a:pt x="636" y="23"/>
                  <a:pt x="636" y="23"/>
                  <a:pt x="636" y="23"/>
                </a:cubicBezTo>
                <a:cubicBezTo>
                  <a:pt x="656" y="4"/>
                  <a:pt x="656" y="4"/>
                  <a:pt x="656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3"/>
                  <a:pt x="707" y="1"/>
                  <a:pt x="707" y="0"/>
                </a:cubicBezTo>
                <a:cubicBezTo>
                  <a:pt x="654" y="0"/>
                  <a:pt x="654" y="0"/>
                  <a:pt x="65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6" name="Freeform 746"/>
          <p:cNvSpPr>
            <a:spLocks/>
          </p:cNvSpPr>
          <p:nvPr/>
        </p:nvSpPr>
        <p:spPr bwMode="auto">
          <a:xfrm>
            <a:off x="9394055" y="4268796"/>
            <a:ext cx="2490788" cy="5178435"/>
          </a:xfrm>
          <a:custGeom>
            <a:avLst/>
            <a:gdLst>
              <a:gd name="T0" fmla="*/ 488 w 601"/>
              <a:gd name="T1" fmla="*/ 0 h 1249"/>
              <a:gd name="T2" fmla="*/ 439 w 601"/>
              <a:gd name="T3" fmla="*/ 49 h 1249"/>
              <a:gd name="T4" fmla="*/ 440 w 601"/>
              <a:gd name="T5" fmla="*/ 179 h 1249"/>
              <a:gd name="T6" fmla="*/ 304 w 601"/>
              <a:gd name="T7" fmla="*/ 314 h 1249"/>
              <a:gd name="T8" fmla="*/ 307 w 601"/>
              <a:gd name="T9" fmla="*/ 356 h 1249"/>
              <a:gd name="T10" fmla="*/ 202 w 601"/>
              <a:gd name="T11" fmla="*/ 461 h 1249"/>
              <a:gd name="T12" fmla="*/ 27 w 601"/>
              <a:gd name="T13" fmla="*/ 461 h 1249"/>
              <a:gd name="T14" fmla="*/ 0 w 601"/>
              <a:gd name="T15" fmla="*/ 487 h 1249"/>
              <a:gd name="T16" fmla="*/ 0 w 601"/>
              <a:gd name="T17" fmla="*/ 1249 h 1249"/>
              <a:gd name="T18" fmla="*/ 4 w 601"/>
              <a:gd name="T19" fmla="*/ 1249 h 1249"/>
              <a:gd name="T20" fmla="*/ 4 w 601"/>
              <a:gd name="T21" fmla="*/ 489 h 1249"/>
              <a:gd name="T22" fmla="*/ 29 w 601"/>
              <a:gd name="T23" fmla="*/ 465 h 1249"/>
              <a:gd name="T24" fmla="*/ 204 w 601"/>
              <a:gd name="T25" fmla="*/ 465 h 1249"/>
              <a:gd name="T26" fmla="*/ 311 w 601"/>
              <a:gd name="T27" fmla="*/ 358 h 1249"/>
              <a:gd name="T28" fmla="*/ 309 w 601"/>
              <a:gd name="T29" fmla="*/ 316 h 1249"/>
              <a:gd name="T30" fmla="*/ 444 w 601"/>
              <a:gd name="T31" fmla="*/ 180 h 1249"/>
              <a:gd name="T32" fmla="*/ 443 w 601"/>
              <a:gd name="T33" fmla="*/ 51 h 1249"/>
              <a:gd name="T34" fmla="*/ 490 w 601"/>
              <a:gd name="T35" fmla="*/ 4 h 1249"/>
              <a:gd name="T36" fmla="*/ 601 w 601"/>
              <a:gd name="T37" fmla="*/ 5 h 1249"/>
              <a:gd name="T38" fmla="*/ 601 w 601"/>
              <a:gd name="T39" fmla="*/ 1 h 1249"/>
              <a:gd name="T40" fmla="*/ 488 w 601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1" h="1249">
                <a:moveTo>
                  <a:pt x="488" y="0"/>
                </a:moveTo>
                <a:cubicBezTo>
                  <a:pt x="439" y="49"/>
                  <a:pt x="439" y="49"/>
                  <a:pt x="439" y="49"/>
                </a:cubicBezTo>
                <a:cubicBezTo>
                  <a:pt x="440" y="179"/>
                  <a:pt x="440" y="179"/>
                  <a:pt x="440" y="179"/>
                </a:cubicBezTo>
                <a:cubicBezTo>
                  <a:pt x="304" y="314"/>
                  <a:pt x="304" y="314"/>
                  <a:pt x="304" y="314"/>
                </a:cubicBezTo>
                <a:cubicBezTo>
                  <a:pt x="307" y="356"/>
                  <a:pt x="307" y="356"/>
                  <a:pt x="307" y="356"/>
                </a:cubicBezTo>
                <a:cubicBezTo>
                  <a:pt x="202" y="461"/>
                  <a:pt x="202" y="461"/>
                  <a:pt x="202" y="461"/>
                </a:cubicBezTo>
                <a:cubicBezTo>
                  <a:pt x="27" y="461"/>
                  <a:pt x="27" y="461"/>
                  <a:pt x="27" y="46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1249"/>
                  <a:pt x="0" y="1249"/>
                  <a:pt x="0" y="1249"/>
                </a:cubicBezTo>
                <a:cubicBezTo>
                  <a:pt x="4" y="1249"/>
                  <a:pt x="4" y="1249"/>
                  <a:pt x="4" y="1249"/>
                </a:cubicBezTo>
                <a:cubicBezTo>
                  <a:pt x="4" y="489"/>
                  <a:pt x="4" y="489"/>
                  <a:pt x="4" y="489"/>
                </a:cubicBezTo>
                <a:cubicBezTo>
                  <a:pt x="29" y="465"/>
                  <a:pt x="29" y="465"/>
                  <a:pt x="29" y="465"/>
                </a:cubicBezTo>
                <a:cubicBezTo>
                  <a:pt x="204" y="465"/>
                  <a:pt x="204" y="465"/>
                  <a:pt x="204" y="465"/>
                </a:cubicBezTo>
                <a:cubicBezTo>
                  <a:pt x="311" y="358"/>
                  <a:pt x="311" y="358"/>
                  <a:pt x="311" y="358"/>
                </a:cubicBezTo>
                <a:cubicBezTo>
                  <a:pt x="309" y="316"/>
                  <a:pt x="309" y="316"/>
                  <a:pt x="309" y="316"/>
                </a:cubicBezTo>
                <a:cubicBezTo>
                  <a:pt x="444" y="180"/>
                  <a:pt x="444" y="180"/>
                  <a:pt x="444" y="180"/>
                </a:cubicBezTo>
                <a:cubicBezTo>
                  <a:pt x="443" y="51"/>
                  <a:pt x="443" y="51"/>
                  <a:pt x="443" y="51"/>
                </a:cubicBezTo>
                <a:cubicBezTo>
                  <a:pt x="490" y="4"/>
                  <a:pt x="490" y="4"/>
                  <a:pt x="490" y="4"/>
                </a:cubicBezTo>
                <a:cubicBezTo>
                  <a:pt x="601" y="5"/>
                  <a:pt x="601" y="5"/>
                  <a:pt x="601" y="5"/>
                </a:cubicBezTo>
                <a:cubicBezTo>
                  <a:pt x="601" y="4"/>
                  <a:pt x="601" y="3"/>
                  <a:pt x="601" y="1"/>
                </a:cubicBezTo>
                <a:cubicBezTo>
                  <a:pt x="488" y="0"/>
                  <a:pt x="488" y="0"/>
                  <a:pt x="4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7" name="Freeform 747"/>
          <p:cNvSpPr>
            <a:spLocks/>
          </p:cNvSpPr>
          <p:nvPr/>
        </p:nvSpPr>
        <p:spPr bwMode="auto">
          <a:xfrm>
            <a:off x="9525817" y="4438659"/>
            <a:ext cx="2184401" cy="4610109"/>
          </a:xfrm>
          <a:custGeom>
            <a:avLst/>
            <a:gdLst>
              <a:gd name="T0" fmla="*/ 527 w 527"/>
              <a:gd name="T1" fmla="*/ 0 h 1112"/>
              <a:gd name="T2" fmla="*/ 489 w 527"/>
              <a:gd name="T3" fmla="*/ 0 h 1112"/>
              <a:gd name="T4" fmla="*/ 448 w 527"/>
              <a:gd name="T5" fmla="*/ 41 h 1112"/>
              <a:gd name="T6" fmla="*/ 447 w 527"/>
              <a:gd name="T7" fmla="*/ 133 h 1112"/>
              <a:gd name="T8" fmla="*/ 289 w 527"/>
              <a:gd name="T9" fmla="*/ 290 h 1112"/>
              <a:gd name="T10" fmla="*/ 292 w 527"/>
              <a:gd name="T11" fmla="*/ 332 h 1112"/>
              <a:gd name="T12" fmla="*/ 187 w 527"/>
              <a:gd name="T13" fmla="*/ 436 h 1112"/>
              <a:gd name="T14" fmla="*/ 39 w 527"/>
              <a:gd name="T15" fmla="*/ 436 h 1112"/>
              <a:gd name="T16" fmla="*/ 0 w 527"/>
              <a:gd name="T17" fmla="*/ 474 h 1112"/>
              <a:gd name="T18" fmla="*/ 0 w 527"/>
              <a:gd name="T19" fmla="*/ 1112 h 1112"/>
              <a:gd name="T20" fmla="*/ 4 w 527"/>
              <a:gd name="T21" fmla="*/ 1112 h 1112"/>
              <a:gd name="T22" fmla="*/ 4 w 527"/>
              <a:gd name="T23" fmla="*/ 476 h 1112"/>
              <a:gd name="T24" fmla="*/ 41 w 527"/>
              <a:gd name="T25" fmla="*/ 440 h 1112"/>
              <a:gd name="T26" fmla="*/ 189 w 527"/>
              <a:gd name="T27" fmla="*/ 440 h 1112"/>
              <a:gd name="T28" fmla="*/ 296 w 527"/>
              <a:gd name="T29" fmla="*/ 333 h 1112"/>
              <a:gd name="T30" fmla="*/ 294 w 527"/>
              <a:gd name="T31" fmla="*/ 292 h 1112"/>
              <a:gd name="T32" fmla="*/ 451 w 527"/>
              <a:gd name="T33" fmla="*/ 134 h 1112"/>
              <a:gd name="T34" fmla="*/ 452 w 527"/>
              <a:gd name="T35" fmla="*/ 42 h 1112"/>
              <a:gd name="T36" fmla="*/ 490 w 527"/>
              <a:gd name="T37" fmla="*/ 4 h 1112"/>
              <a:gd name="T38" fmla="*/ 526 w 527"/>
              <a:gd name="T39" fmla="*/ 4 h 1112"/>
              <a:gd name="T40" fmla="*/ 527 w 527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7" h="1112">
                <a:moveTo>
                  <a:pt x="527" y="0"/>
                </a:moveTo>
                <a:cubicBezTo>
                  <a:pt x="489" y="0"/>
                  <a:pt x="489" y="0"/>
                  <a:pt x="489" y="0"/>
                </a:cubicBezTo>
                <a:cubicBezTo>
                  <a:pt x="448" y="41"/>
                  <a:pt x="448" y="41"/>
                  <a:pt x="448" y="41"/>
                </a:cubicBezTo>
                <a:cubicBezTo>
                  <a:pt x="447" y="133"/>
                  <a:pt x="447" y="133"/>
                  <a:pt x="447" y="133"/>
                </a:cubicBezTo>
                <a:cubicBezTo>
                  <a:pt x="289" y="290"/>
                  <a:pt x="289" y="290"/>
                  <a:pt x="289" y="290"/>
                </a:cubicBezTo>
                <a:cubicBezTo>
                  <a:pt x="292" y="332"/>
                  <a:pt x="292" y="332"/>
                  <a:pt x="292" y="332"/>
                </a:cubicBezTo>
                <a:cubicBezTo>
                  <a:pt x="187" y="436"/>
                  <a:pt x="187" y="436"/>
                  <a:pt x="187" y="436"/>
                </a:cubicBezTo>
                <a:cubicBezTo>
                  <a:pt x="39" y="436"/>
                  <a:pt x="39" y="436"/>
                  <a:pt x="39" y="436"/>
                </a:cubicBezTo>
                <a:cubicBezTo>
                  <a:pt x="0" y="474"/>
                  <a:pt x="0" y="474"/>
                  <a:pt x="0" y="474"/>
                </a:cubicBezTo>
                <a:cubicBezTo>
                  <a:pt x="0" y="1112"/>
                  <a:pt x="0" y="1112"/>
                  <a:pt x="0" y="1112"/>
                </a:cubicBezTo>
                <a:cubicBezTo>
                  <a:pt x="4" y="1112"/>
                  <a:pt x="4" y="1112"/>
                  <a:pt x="4" y="1112"/>
                </a:cubicBezTo>
                <a:cubicBezTo>
                  <a:pt x="4" y="476"/>
                  <a:pt x="4" y="476"/>
                  <a:pt x="4" y="476"/>
                </a:cubicBezTo>
                <a:cubicBezTo>
                  <a:pt x="41" y="440"/>
                  <a:pt x="41" y="440"/>
                  <a:pt x="41" y="440"/>
                </a:cubicBezTo>
                <a:cubicBezTo>
                  <a:pt x="189" y="440"/>
                  <a:pt x="189" y="440"/>
                  <a:pt x="189" y="440"/>
                </a:cubicBezTo>
                <a:cubicBezTo>
                  <a:pt x="296" y="333"/>
                  <a:pt x="296" y="333"/>
                  <a:pt x="296" y="333"/>
                </a:cubicBezTo>
                <a:cubicBezTo>
                  <a:pt x="294" y="292"/>
                  <a:pt x="294" y="292"/>
                  <a:pt x="294" y="292"/>
                </a:cubicBezTo>
                <a:cubicBezTo>
                  <a:pt x="451" y="134"/>
                  <a:pt x="451" y="134"/>
                  <a:pt x="451" y="134"/>
                </a:cubicBezTo>
                <a:cubicBezTo>
                  <a:pt x="452" y="42"/>
                  <a:pt x="452" y="42"/>
                  <a:pt x="452" y="42"/>
                </a:cubicBezTo>
                <a:cubicBezTo>
                  <a:pt x="490" y="4"/>
                  <a:pt x="490" y="4"/>
                  <a:pt x="490" y="4"/>
                </a:cubicBezTo>
                <a:cubicBezTo>
                  <a:pt x="526" y="4"/>
                  <a:pt x="526" y="4"/>
                  <a:pt x="526" y="4"/>
                </a:cubicBezTo>
                <a:cubicBezTo>
                  <a:pt x="526" y="3"/>
                  <a:pt x="527" y="1"/>
                  <a:pt x="5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8" name="Freeform 748"/>
          <p:cNvSpPr>
            <a:spLocks/>
          </p:cNvSpPr>
          <p:nvPr/>
        </p:nvSpPr>
        <p:spPr bwMode="auto">
          <a:xfrm>
            <a:off x="10140180" y="4132271"/>
            <a:ext cx="2325688" cy="2459042"/>
          </a:xfrm>
          <a:custGeom>
            <a:avLst/>
            <a:gdLst>
              <a:gd name="T0" fmla="*/ 561 w 561"/>
              <a:gd name="T1" fmla="*/ 0 h 593"/>
              <a:gd name="T2" fmla="*/ 558 w 561"/>
              <a:gd name="T3" fmla="*/ 0 h 593"/>
              <a:gd name="T4" fmla="*/ 558 w 561"/>
              <a:gd name="T5" fmla="*/ 0 h 593"/>
              <a:gd name="T6" fmla="*/ 557 w 561"/>
              <a:gd name="T7" fmla="*/ 0 h 593"/>
              <a:gd name="T8" fmla="*/ 556 w 561"/>
              <a:gd name="T9" fmla="*/ 29 h 593"/>
              <a:gd name="T10" fmla="*/ 509 w 561"/>
              <a:gd name="T11" fmla="*/ 76 h 593"/>
              <a:gd name="T12" fmla="*/ 440 w 561"/>
              <a:gd name="T13" fmla="*/ 77 h 593"/>
              <a:gd name="T14" fmla="*/ 334 w 561"/>
              <a:gd name="T15" fmla="*/ 183 h 593"/>
              <a:gd name="T16" fmla="*/ 335 w 561"/>
              <a:gd name="T17" fmla="*/ 232 h 593"/>
              <a:gd name="T18" fmla="*/ 260 w 561"/>
              <a:gd name="T19" fmla="*/ 308 h 593"/>
              <a:gd name="T20" fmla="*/ 258 w 561"/>
              <a:gd name="T21" fmla="*/ 333 h 593"/>
              <a:gd name="T22" fmla="*/ 0 w 561"/>
              <a:gd name="T23" fmla="*/ 590 h 593"/>
              <a:gd name="T24" fmla="*/ 3 w 561"/>
              <a:gd name="T25" fmla="*/ 592 h 593"/>
              <a:gd name="T26" fmla="*/ 3 w 561"/>
              <a:gd name="T27" fmla="*/ 593 h 593"/>
              <a:gd name="T28" fmla="*/ 262 w 561"/>
              <a:gd name="T29" fmla="*/ 335 h 593"/>
              <a:gd name="T30" fmla="*/ 264 w 561"/>
              <a:gd name="T31" fmla="*/ 310 h 593"/>
              <a:gd name="T32" fmla="*/ 339 w 561"/>
              <a:gd name="T33" fmla="*/ 234 h 593"/>
              <a:gd name="T34" fmla="*/ 338 w 561"/>
              <a:gd name="T35" fmla="*/ 184 h 593"/>
              <a:gd name="T36" fmla="*/ 441 w 561"/>
              <a:gd name="T37" fmla="*/ 81 h 593"/>
              <a:gd name="T38" fmla="*/ 510 w 561"/>
              <a:gd name="T39" fmla="*/ 80 h 593"/>
              <a:gd name="T40" fmla="*/ 560 w 561"/>
              <a:gd name="T41" fmla="*/ 31 h 593"/>
              <a:gd name="T42" fmla="*/ 561 w 561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1" h="593">
                <a:moveTo>
                  <a:pt x="561" y="0"/>
                </a:moveTo>
                <a:cubicBezTo>
                  <a:pt x="560" y="0"/>
                  <a:pt x="559" y="0"/>
                  <a:pt x="55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58" y="0"/>
                  <a:pt x="557" y="0"/>
                  <a:pt x="557" y="0"/>
                </a:cubicBezTo>
                <a:cubicBezTo>
                  <a:pt x="556" y="29"/>
                  <a:pt x="556" y="29"/>
                  <a:pt x="556" y="29"/>
                </a:cubicBezTo>
                <a:cubicBezTo>
                  <a:pt x="509" y="76"/>
                  <a:pt x="509" y="76"/>
                  <a:pt x="509" y="76"/>
                </a:cubicBezTo>
                <a:cubicBezTo>
                  <a:pt x="440" y="77"/>
                  <a:pt x="440" y="77"/>
                  <a:pt x="440" y="77"/>
                </a:cubicBezTo>
                <a:cubicBezTo>
                  <a:pt x="334" y="183"/>
                  <a:pt x="334" y="183"/>
                  <a:pt x="334" y="183"/>
                </a:cubicBezTo>
                <a:cubicBezTo>
                  <a:pt x="335" y="232"/>
                  <a:pt x="335" y="232"/>
                  <a:pt x="335" y="232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58" y="333"/>
                  <a:pt x="258" y="333"/>
                  <a:pt x="258" y="333"/>
                </a:cubicBezTo>
                <a:cubicBezTo>
                  <a:pt x="0" y="590"/>
                  <a:pt x="0" y="590"/>
                  <a:pt x="0" y="590"/>
                </a:cubicBezTo>
                <a:cubicBezTo>
                  <a:pt x="1" y="591"/>
                  <a:pt x="2" y="591"/>
                  <a:pt x="3" y="592"/>
                </a:cubicBezTo>
                <a:cubicBezTo>
                  <a:pt x="3" y="592"/>
                  <a:pt x="3" y="593"/>
                  <a:pt x="3" y="593"/>
                </a:cubicBezTo>
                <a:cubicBezTo>
                  <a:pt x="262" y="335"/>
                  <a:pt x="262" y="335"/>
                  <a:pt x="262" y="335"/>
                </a:cubicBezTo>
                <a:cubicBezTo>
                  <a:pt x="264" y="310"/>
                  <a:pt x="264" y="310"/>
                  <a:pt x="264" y="310"/>
                </a:cubicBezTo>
                <a:cubicBezTo>
                  <a:pt x="339" y="234"/>
                  <a:pt x="339" y="234"/>
                  <a:pt x="339" y="234"/>
                </a:cubicBezTo>
                <a:cubicBezTo>
                  <a:pt x="338" y="184"/>
                  <a:pt x="338" y="184"/>
                  <a:pt x="338" y="184"/>
                </a:cubicBezTo>
                <a:cubicBezTo>
                  <a:pt x="441" y="81"/>
                  <a:pt x="441" y="81"/>
                  <a:pt x="441" y="81"/>
                </a:cubicBezTo>
                <a:cubicBezTo>
                  <a:pt x="510" y="80"/>
                  <a:pt x="510" y="80"/>
                  <a:pt x="510" y="80"/>
                </a:cubicBezTo>
                <a:cubicBezTo>
                  <a:pt x="560" y="31"/>
                  <a:pt x="560" y="31"/>
                  <a:pt x="560" y="31"/>
                </a:cubicBezTo>
                <a:cubicBezTo>
                  <a:pt x="561" y="0"/>
                  <a:pt x="561" y="0"/>
                  <a:pt x="56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9" name="Freeform 749"/>
          <p:cNvSpPr>
            <a:spLocks noEditPoints="1"/>
          </p:cNvSpPr>
          <p:nvPr/>
        </p:nvSpPr>
        <p:spPr bwMode="auto">
          <a:xfrm>
            <a:off x="10819630" y="4754572"/>
            <a:ext cx="1039813" cy="1438278"/>
          </a:xfrm>
          <a:custGeom>
            <a:avLst/>
            <a:gdLst>
              <a:gd name="T0" fmla="*/ 211 w 251"/>
              <a:gd name="T1" fmla="*/ 58 h 347"/>
              <a:gd name="T2" fmla="*/ 210 w 251"/>
              <a:gd name="T3" fmla="*/ 89 h 347"/>
              <a:gd name="T4" fmla="*/ 131 w 251"/>
              <a:gd name="T5" fmla="*/ 168 h 347"/>
              <a:gd name="T6" fmla="*/ 132 w 251"/>
              <a:gd name="T7" fmla="*/ 212 h 347"/>
              <a:gd name="T8" fmla="*/ 0 w 251"/>
              <a:gd name="T9" fmla="*/ 344 h 347"/>
              <a:gd name="T10" fmla="*/ 3 w 251"/>
              <a:gd name="T11" fmla="*/ 346 h 347"/>
              <a:gd name="T12" fmla="*/ 3 w 251"/>
              <a:gd name="T13" fmla="*/ 347 h 347"/>
              <a:gd name="T14" fmla="*/ 136 w 251"/>
              <a:gd name="T15" fmla="*/ 214 h 347"/>
              <a:gd name="T16" fmla="*/ 135 w 251"/>
              <a:gd name="T17" fmla="*/ 170 h 347"/>
              <a:gd name="T18" fmla="*/ 214 w 251"/>
              <a:gd name="T19" fmla="*/ 91 h 347"/>
              <a:gd name="T20" fmla="*/ 215 w 251"/>
              <a:gd name="T21" fmla="*/ 59 h 347"/>
              <a:gd name="T22" fmla="*/ 211 w 251"/>
              <a:gd name="T23" fmla="*/ 58 h 347"/>
              <a:gd name="T24" fmla="*/ 248 w 251"/>
              <a:gd name="T25" fmla="*/ 0 h 347"/>
              <a:gd name="T26" fmla="*/ 228 w 251"/>
              <a:gd name="T27" fmla="*/ 20 h 347"/>
              <a:gd name="T28" fmla="*/ 232 w 251"/>
              <a:gd name="T29" fmla="*/ 22 h 347"/>
              <a:gd name="T30" fmla="*/ 251 w 251"/>
              <a:gd name="T31" fmla="*/ 3 h 347"/>
              <a:gd name="T32" fmla="*/ 250 w 251"/>
              <a:gd name="T33" fmla="*/ 2 h 347"/>
              <a:gd name="T34" fmla="*/ 248 w 251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1" h="347">
                <a:moveTo>
                  <a:pt x="211" y="58"/>
                </a:moveTo>
                <a:cubicBezTo>
                  <a:pt x="210" y="89"/>
                  <a:pt x="210" y="89"/>
                  <a:pt x="210" y="89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2" y="212"/>
                  <a:pt x="132" y="212"/>
                  <a:pt x="132" y="212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5"/>
                  <a:pt x="2" y="345"/>
                  <a:pt x="3" y="346"/>
                </a:cubicBezTo>
                <a:cubicBezTo>
                  <a:pt x="3" y="346"/>
                  <a:pt x="3" y="347"/>
                  <a:pt x="3" y="347"/>
                </a:cubicBezTo>
                <a:cubicBezTo>
                  <a:pt x="136" y="214"/>
                  <a:pt x="136" y="214"/>
                  <a:pt x="136" y="214"/>
                </a:cubicBezTo>
                <a:cubicBezTo>
                  <a:pt x="135" y="170"/>
                  <a:pt x="135" y="170"/>
                  <a:pt x="135" y="170"/>
                </a:cubicBezTo>
                <a:cubicBezTo>
                  <a:pt x="214" y="91"/>
                  <a:pt x="214" y="91"/>
                  <a:pt x="214" y="91"/>
                </a:cubicBezTo>
                <a:cubicBezTo>
                  <a:pt x="215" y="59"/>
                  <a:pt x="215" y="59"/>
                  <a:pt x="215" y="59"/>
                </a:cubicBezTo>
                <a:cubicBezTo>
                  <a:pt x="214" y="59"/>
                  <a:pt x="212" y="58"/>
                  <a:pt x="211" y="58"/>
                </a:cubicBezTo>
                <a:moveTo>
                  <a:pt x="248" y="0"/>
                </a:moveTo>
                <a:cubicBezTo>
                  <a:pt x="228" y="20"/>
                  <a:pt x="228" y="20"/>
                  <a:pt x="228" y="20"/>
                </a:cubicBezTo>
                <a:cubicBezTo>
                  <a:pt x="229" y="21"/>
                  <a:pt x="230" y="21"/>
                  <a:pt x="232" y="22"/>
                </a:cubicBezTo>
                <a:cubicBezTo>
                  <a:pt x="251" y="3"/>
                  <a:pt x="251" y="3"/>
                  <a:pt x="251" y="3"/>
                </a:cubicBezTo>
                <a:cubicBezTo>
                  <a:pt x="250" y="3"/>
                  <a:pt x="250" y="3"/>
                  <a:pt x="250" y="2"/>
                </a:cubicBezTo>
                <a:cubicBezTo>
                  <a:pt x="249" y="2"/>
                  <a:pt x="248" y="1"/>
                  <a:pt x="2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0" name="Freeform 750"/>
          <p:cNvSpPr>
            <a:spLocks/>
          </p:cNvSpPr>
          <p:nvPr/>
        </p:nvSpPr>
        <p:spPr bwMode="auto">
          <a:xfrm>
            <a:off x="11349855" y="177801"/>
            <a:ext cx="3333751" cy="2984506"/>
          </a:xfrm>
          <a:custGeom>
            <a:avLst/>
            <a:gdLst>
              <a:gd name="T0" fmla="*/ 804 w 804"/>
              <a:gd name="T1" fmla="*/ 0 h 720"/>
              <a:gd name="T2" fmla="*/ 791 w 804"/>
              <a:gd name="T3" fmla="*/ 0 h 720"/>
              <a:gd name="T4" fmla="*/ 761 w 804"/>
              <a:gd name="T5" fmla="*/ 31 h 720"/>
              <a:gd name="T6" fmla="*/ 678 w 804"/>
              <a:gd name="T7" fmla="*/ 31 h 720"/>
              <a:gd name="T8" fmla="*/ 612 w 804"/>
              <a:gd name="T9" fmla="*/ 97 h 720"/>
              <a:gd name="T10" fmla="*/ 613 w 804"/>
              <a:gd name="T11" fmla="*/ 125 h 720"/>
              <a:gd name="T12" fmla="*/ 435 w 804"/>
              <a:gd name="T13" fmla="*/ 303 h 720"/>
              <a:gd name="T14" fmla="*/ 436 w 804"/>
              <a:gd name="T15" fmla="*/ 352 h 720"/>
              <a:gd name="T16" fmla="*/ 299 w 804"/>
              <a:gd name="T17" fmla="*/ 489 h 720"/>
              <a:gd name="T18" fmla="*/ 299 w 804"/>
              <a:gd name="T19" fmla="*/ 529 h 720"/>
              <a:gd name="T20" fmla="*/ 151 w 804"/>
              <a:gd name="T21" fmla="*/ 677 h 720"/>
              <a:gd name="T22" fmla="*/ 97 w 804"/>
              <a:gd name="T23" fmla="*/ 680 h 720"/>
              <a:gd name="T24" fmla="*/ 60 w 804"/>
              <a:gd name="T25" fmla="*/ 716 h 720"/>
              <a:gd name="T26" fmla="*/ 1 w 804"/>
              <a:gd name="T27" fmla="*/ 715 h 720"/>
              <a:gd name="T28" fmla="*/ 0 w 804"/>
              <a:gd name="T29" fmla="*/ 719 h 720"/>
              <a:gd name="T30" fmla="*/ 62 w 804"/>
              <a:gd name="T31" fmla="*/ 720 h 720"/>
              <a:gd name="T32" fmla="*/ 99 w 804"/>
              <a:gd name="T33" fmla="*/ 684 h 720"/>
              <a:gd name="T34" fmla="*/ 152 w 804"/>
              <a:gd name="T35" fmla="*/ 681 h 720"/>
              <a:gd name="T36" fmla="*/ 303 w 804"/>
              <a:gd name="T37" fmla="*/ 530 h 720"/>
              <a:gd name="T38" fmla="*/ 303 w 804"/>
              <a:gd name="T39" fmla="*/ 491 h 720"/>
              <a:gd name="T40" fmla="*/ 440 w 804"/>
              <a:gd name="T41" fmla="*/ 354 h 720"/>
              <a:gd name="T42" fmla="*/ 439 w 804"/>
              <a:gd name="T43" fmla="*/ 304 h 720"/>
              <a:gd name="T44" fmla="*/ 617 w 804"/>
              <a:gd name="T45" fmla="*/ 126 h 720"/>
              <a:gd name="T46" fmla="*/ 616 w 804"/>
              <a:gd name="T47" fmla="*/ 99 h 720"/>
              <a:gd name="T48" fmla="*/ 680 w 804"/>
              <a:gd name="T49" fmla="*/ 35 h 720"/>
              <a:gd name="T50" fmla="*/ 763 w 804"/>
              <a:gd name="T51" fmla="*/ 35 h 720"/>
              <a:gd name="T52" fmla="*/ 793 w 804"/>
              <a:gd name="T53" fmla="*/ 4 h 720"/>
              <a:gd name="T54" fmla="*/ 803 w 804"/>
              <a:gd name="T55" fmla="*/ 4 h 720"/>
              <a:gd name="T56" fmla="*/ 804 w 804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4" h="720">
                <a:moveTo>
                  <a:pt x="804" y="0"/>
                </a:moveTo>
                <a:cubicBezTo>
                  <a:pt x="791" y="0"/>
                  <a:pt x="791" y="0"/>
                  <a:pt x="791" y="0"/>
                </a:cubicBezTo>
                <a:cubicBezTo>
                  <a:pt x="761" y="31"/>
                  <a:pt x="761" y="31"/>
                  <a:pt x="761" y="31"/>
                </a:cubicBezTo>
                <a:cubicBezTo>
                  <a:pt x="678" y="31"/>
                  <a:pt x="678" y="31"/>
                  <a:pt x="678" y="31"/>
                </a:cubicBezTo>
                <a:cubicBezTo>
                  <a:pt x="612" y="97"/>
                  <a:pt x="612" y="97"/>
                  <a:pt x="612" y="97"/>
                </a:cubicBezTo>
                <a:cubicBezTo>
                  <a:pt x="613" y="125"/>
                  <a:pt x="613" y="125"/>
                  <a:pt x="613" y="125"/>
                </a:cubicBezTo>
                <a:cubicBezTo>
                  <a:pt x="435" y="303"/>
                  <a:pt x="435" y="303"/>
                  <a:pt x="435" y="303"/>
                </a:cubicBezTo>
                <a:cubicBezTo>
                  <a:pt x="436" y="352"/>
                  <a:pt x="436" y="352"/>
                  <a:pt x="436" y="352"/>
                </a:cubicBezTo>
                <a:cubicBezTo>
                  <a:pt x="299" y="489"/>
                  <a:pt x="299" y="489"/>
                  <a:pt x="299" y="489"/>
                </a:cubicBezTo>
                <a:cubicBezTo>
                  <a:pt x="299" y="529"/>
                  <a:pt x="299" y="529"/>
                  <a:pt x="299" y="529"/>
                </a:cubicBezTo>
                <a:cubicBezTo>
                  <a:pt x="151" y="677"/>
                  <a:pt x="151" y="677"/>
                  <a:pt x="151" y="677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60" y="716"/>
                  <a:pt x="60" y="716"/>
                  <a:pt x="60" y="716"/>
                </a:cubicBezTo>
                <a:cubicBezTo>
                  <a:pt x="1" y="715"/>
                  <a:pt x="1" y="715"/>
                  <a:pt x="1" y="715"/>
                </a:cubicBezTo>
                <a:cubicBezTo>
                  <a:pt x="1" y="717"/>
                  <a:pt x="1" y="718"/>
                  <a:pt x="0" y="719"/>
                </a:cubicBezTo>
                <a:cubicBezTo>
                  <a:pt x="62" y="720"/>
                  <a:pt x="62" y="720"/>
                  <a:pt x="62" y="720"/>
                </a:cubicBezTo>
                <a:cubicBezTo>
                  <a:pt x="99" y="684"/>
                  <a:pt x="99" y="684"/>
                  <a:pt x="99" y="684"/>
                </a:cubicBezTo>
                <a:cubicBezTo>
                  <a:pt x="152" y="681"/>
                  <a:pt x="152" y="681"/>
                  <a:pt x="152" y="681"/>
                </a:cubicBezTo>
                <a:cubicBezTo>
                  <a:pt x="303" y="530"/>
                  <a:pt x="303" y="530"/>
                  <a:pt x="303" y="530"/>
                </a:cubicBezTo>
                <a:cubicBezTo>
                  <a:pt x="303" y="491"/>
                  <a:pt x="303" y="491"/>
                  <a:pt x="303" y="491"/>
                </a:cubicBezTo>
                <a:cubicBezTo>
                  <a:pt x="440" y="354"/>
                  <a:pt x="440" y="354"/>
                  <a:pt x="440" y="354"/>
                </a:cubicBezTo>
                <a:cubicBezTo>
                  <a:pt x="439" y="304"/>
                  <a:pt x="439" y="304"/>
                  <a:pt x="439" y="304"/>
                </a:cubicBezTo>
                <a:cubicBezTo>
                  <a:pt x="617" y="126"/>
                  <a:pt x="617" y="126"/>
                  <a:pt x="617" y="126"/>
                </a:cubicBezTo>
                <a:cubicBezTo>
                  <a:pt x="616" y="99"/>
                  <a:pt x="616" y="99"/>
                  <a:pt x="616" y="99"/>
                </a:cubicBezTo>
                <a:cubicBezTo>
                  <a:pt x="680" y="35"/>
                  <a:pt x="680" y="35"/>
                  <a:pt x="680" y="35"/>
                </a:cubicBezTo>
                <a:cubicBezTo>
                  <a:pt x="763" y="35"/>
                  <a:pt x="763" y="35"/>
                  <a:pt x="763" y="35"/>
                </a:cubicBezTo>
                <a:cubicBezTo>
                  <a:pt x="793" y="4"/>
                  <a:pt x="793" y="4"/>
                  <a:pt x="793" y="4"/>
                </a:cubicBezTo>
                <a:cubicBezTo>
                  <a:pt x="803" y="4"/>
                  <a:pt x="803" y="4"/>
                  <a:pt x="803" y="4"/>
                </a:cubicBezTo>
                <a:cubicBezTo>
                  <a:pt x="803" y="3"/>
                  <a:pt x="803" y="1"/>
                  <a:pt x="80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1" name="Freeform 751"/>
          <p:cNvSpPr>
            <a:spLocks/>
          </p:cNvSpPr>
          <p:nvPr/>
        </p:nvSpPr>
        <p:spPr bwMode="auto">
          <a:xfrm>
            <a:off x="11354618" y="-100012"/>
            <a:ext cx="3457576" cy="3221044"/>
          </a:xfrm>
          <a:custGeom>
            <a:avLst/>
            <a:gdLst>
              <a:gd name="T0" fmla="*/ 832 w 834"/>
              <a:gd name="T1" fmla="*/ 0 h 777"/>
              <a:gd name="T2" fmla="*/ 746 w 834"/>
              <a:gd name="T3" fmla="*/ 86 h 777"/>
              <a:gd name="T4" fmla="*/ 663 w 834"/>
              <a:gd name="T5" fmla="*/ 84 h 777"/>
              <a:gd name="T6" fmla="*/ 597 w 834"/>
              <a:gd name="T7" fmla="*/ 150 h 777"/>
              <a:gd name="T8" fmla="*/ 598 w 834"/>
              <a:gd name="T9" fmla="*/ 178 h 777"/>
              <a:gd name="T10" fmla="*/ 420 w 834"/>
              <a:gd name="T11" fmla="*/ 356 h 777"/>
              <a:gd name="T12" fmla="*/ 421 w 834"/>
              <a:gd name="T13" fmla="*/ 405 h 777"/>
              <a:gd name="T14" fmla="*/ 284 w 834"/>
              <a:gd name="T15" fmla="*/ 542 h 777"/>
              <a:gd name="T16" fmla="*/ 287 w 834"/>
              <a:gd name="T17" fmla="*/ 585 h 777"/>
              <a:gd name="T18" fmla="*/ 138 w 834"/>
              <a:gd name="T19" fmla="*/ 733 h 777"/>
              <a:gd name="T20" fmla="*/ 85 w 834"/>
              <a:gd name="T21" fmla="*/ 736 h 777"/>
              <a:gd name="T22" fmla="*/ 48 w 834"/>
              <a:gd name="T23" fmla="*/ 773 h 777"/>
              <a:gd name="T24" fmla="*/ 0 w 834"/>
              <a:gd name="T25" fmla="*/ 772 h 777"/>
              <a:gd name="T26" fmla="*/ 1 w 834"/>
              <a:gd name="T27" fmla="*/ 776 h 777"/>
              <a:gd name="T28" fmla="*/ 49 w 834"/>
              <a:gd name="T29" fmla="*/ 777 h 777"/>
              <a:gd name="T30" fmla="*/ 86 w 834"/>
              <a:gd name="T31" fmla="*/ 740 h 777"/>
              <a:gd name="T32" fmla="*/ 140 w 834"/>
              <a:gd name="T33" fmla="*/ 737 h 777"/>
              <a:gd name="T34" fmla="*/ 291 w 834"/>
              <a:gd name="T35" fmla="*/ 586 h 777"/>
              <a:gd name="T36" fmla="*/ 288 w 834"/>
              <a:gd name="T37" fmla="*/ 544 h 777"/>
              <a:gd name="T38" fmla="*/ 425 w 834"/>
              <a:gd name="T39" fmla="*/ 407 h 777"/>
              <a:gd name="T40" fmla="*/ 424 w 834"/>
              <a:gd name="T41" fmla="*/ 357 h 777"/>
              <a:gd name="T42" fmla="*/ 602 w 834"/>
              <a:gd name="T43" fmla="*/ 179 h 777"/>
              <a:gd name="T44" fmla="*/ 601 w 834"/>
              <a:gd name="T45" fmla="*/ 152 h 777"/>
              <a:gd name="T46" fmla="*/ 665 w 834"/>
              <a:gd name="T47" fmla="*/ 88 h 777"/>
              <a:gd name="T48" fmla="*/ 748 w 834"/>
              <a:gd name="T49" fmla="*/ 90 h 777"/>
              <a:gd name="T50" fmla="*/ 834 w 834"/>
              <a:gd name="T51" fmla="*/ 3 h 777"/>
              <a:gd name="T52" fmla="*/ 833 w 834"/>
              <a:gd name="T53" fmla="*/ 2 h 777"/>
              <a:gd name="T54" fmla="*/ 832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832" y="0"/>
                </a:moveTo>
                <a:cubicBezTo>
                  <a:pt x="746" y="86"/>
                  <a:pt x="746" y="86"/>
                  <a:pt x="746" y="86"/>
                </a:cubicBezTo>
                <a:cubicBezTo>
                  <a:pt x="663" y="84"/>
                  <a:pt x="663" y="84"/>
                  <a:pt x="663" y="84"/>
                </a:cubicBezTo>
                <a:cubicBezTo>
                  <a:pt x="597" y="150"/>
                  <a:pt x="597" y="150"/>
                  <a:pt x="597" y="150"/>
                </a:cubicBezTo>
                <a:cubicBezTo>
                  <a:pt x="598" y="178"/>
                  <a:pt x="598" y="178"/>
                  <a:pt x="598" y="178"/>
                </a:cubicBezTo>
                <a:cubicBezTo>
                  <a:pt x="420" y="356"/>
                  <a:pt x="420" y="356"/>
                  <a:pt x="420" y="356"/>
                </a:cubicBezTo>
                <a:cubicBezTo>
                  <a:pt x="421" y="405"/>
                  <a:pt x="421" y="405"/>
                  <a:pt x="421" y="405"/>
                </a:cubicBezTo>
                <a:cubicBezTo>
                  <a:pt x="284" y="542"/>
                  <a:pt x="284" y="542"/>
                  <a:pt x="284" y="542"/>
                </a:cubicBezTo>
                <a:cubicBezTo>
                  <a:pt x="287" y="585"/>
                  <a:pt x="287" y="585"/>
                  <a:pt x="287" y="585"/>
                </a:cubicBezTo>
                <a:cubicBezTo>
                  <a:pt x="138" y="733"/>
                  <a:pt x="138" y="733"/>
                  <a:pt x="138" y="733"/>
                </a:cubicBezTo>
                <a:cubicBezTo>
                  <a:pt x="85" y="736"/>
                  <a:pt x="85" y="736"/>
                  <a:pt x="85" y="736"/>
                </a:cubicBezTo>
                <a:cubicBezTo>
                  <a:pt x="48" y="773"/>
                  <a:pt x="48" y="773"/>
                  <a:pt x="48" y="773"/>
                </a:cubicBezTo>
                <a:cubicBezTo>
                  <a:pt x="0" y="772"/>
                  <a:pt x="0" y="772"/>
                  <a:pt x="0" y="772"/>
                </a:cubicBezTo>
                <a:cubicBezTo>
                  <a:pt x="0" y="773"/>
                  <a:pt x="1" y="775"/>
                  <a:pt x="1" y="776"/>
                </a:cubicBezTo>
                <a:cubicBezTo>
                  <a:pt x="49" y="777"/>
                  <a:pt x="49" y="777"/>
                  <a:pt x="49" y="777"/>
                </a:cubicBezTo>
                <a:cubicBezTo>
                  <a:pt x="86" y="740"/>
                  <a:pt x="86" y="740"/>
                  <a:pt x="86" y="740"/>
                </a:cubicBezTo>
                <a:cubicBezTo>
                  <a:pt x="140" y="737"/>
                  <a:pt x="140" y="737"/>
                  <a:pt x="140" y="737"/>
                </a:cubicBezTo>
                <a:cubicBezTo>
                  <a:pt x="291" y="586"/>
                  <a:pt x="291" y="586"/>
                  <a:pt x="291" y="586"/>
                </a:cubicBezTo>
                <a:cubicBezTo>
                  <a:pt x="288" y="544"/>
                  <a:pt x="288" y="544"/>
                  <a:pt x="288" y="544"/>
                </a:cubicBezTo>
                <a:cubicBezTo>
                  <a:pt x="425" y="407"/>
                  <a:pt x="425" y="407"/>
                  <a:pt x="425" y="407"/>
                </a:cubicBezTo>
                <a:cubicBezTo>
                  <a:pt x="424" y="357"/>
                  <a:pt x="424" y="357"/>
                  <a:pt x="424" y="357"/>
                </a:cubicBezTo>
                <a:cubicBezTo>
                  <a:pt x="602" y="179"/>
                  <a:pt x="602" y="179"/>
                  <a:pt x="602" y="179"/>
                </a:cubicBezTo>
                <a:cubicBezTo>
                  <a:pt x="601" y="152"/>
                  <a:pt x="601" y="152"/>
                  <a:pt x="601" y="152"/>
                </a:cubicBezTo>
                <a:cubicBezTo>
                  <a:pt x="665" y="88"/>
                  <a:pt x="665" y="88"/>
                  <a:pt x="665" y="88"/>
                </a:cubicBezTo>
                <a:cubicBezTo>
                  <a:pt x="748" y="90"/>
                  <a:pt x="748" y="90"/>
                  <a:pt x="748" y="90"/>
                </a:cubicBezTo>
                <a:cubicBezTo>
                  <a:pt x="834" y="3"/>
                  <a:pt x="834" y="3"/>
                  <a:pt x="834" y="3"/>
                </a:cubicBezTo>
                <a:cubicBezTo>
                  <a:pt x="834" y="3"/>
                  <a:pt x="834" y="3"/>
                  <a:pt x="833" y="2"/>
                </a:cubicBezTo>
                <a:cubicBezTo>
                  <a:pt x="833" y="2"/>
                  <a:pt x="832" y="1"/>
                  <a:pt x="8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2" name="Freeform 752"/>
          <p:cNvSpPr>
            <a:spLocks noEditPoints="1"/>
          </p:cNvSpPr>
          <p:nvPr/>
        </p:nvSpPr>
        <p:spPr bwMode="auto">
          <a:xfrm>
            <a:off x="11532418" y="-3960820"/>
            <a:ext cx="6296027" cy="6862775"/>
          </a:xfrm>
          <a:custGeom>
            <a:avLst/>
            <a:gdLst>
              <a:gd name="T0" fmla="*/ 132 w 1519"/>
              <a:gd name="T1" fmla="*/ 1582 h 1655"/>
              <a:gd name="T2" fmla="*/ 95 w 1519"/>
              <a:gd name="T3" fmla="*/ 1620 h 1655"/>
              <a:gd name="T4" fmla="*/ 34 w 1519"/>
              <a:gd name="T5" fmla="*/ 1618 h 1655"/>
              <a:gd name="T6" fmla="*/ 0 w 1519"/>
              <a:gd name="T7" fmla="*/ 1652 h 1655"/>
              <a:gd name="T8" fmla="*/ 2 w 1519"/>
              <a:gd name="T9" fmla="*/ 1654 h 1655"/>
              <a:gd name="T10" fmla="*/ 3 w 1519"/>
              <a:gd name="T11" fmla="*/ 1655 h 1655"/>
              <a:gd name="T12" fmla="*/ 36 w 1519"/>
              <a:gd name="T13" fmla="*/ 1622 h 1655"/>
              <a:gd name="T14" fmla="*/ 96 w 1519"/>
              <a:gd name="T15" fmla="*/ 1624 h 1655"/>
              <a:gd name="T16" fmla="*/ 136 w 1519"/>
              <a:gd name="T17" fmla="*/ 1584 h 1655"/>
              <a:gd name="T18" fmla="*/ 132 w 1519"/>
              <a:gd name="T19" fmla="*/ 1582 h 1655"/>
              <a:gd name="T20" fmla="*/ 523 w 1519"/>
              <a:gd name="T21" fmla="*/ 994 h 1655"/>
              <a:gd name="T22" fmla="*/ 482 w 1519"/>
              <a:gd name="T23" fmla="*/ 1035 h 1655"/>
              <a:gd name="T24" fmla="*/ 482 w 1519"/>
              <a:gd name="T25" fmla="*/ 1074 h 1655"/>
              <a:gd name="T26" fmla="*/ 388 w 1519"/>
              <a:gd name="T27" fmla="*/ 1168 h 1655"/>
              <a:gd name="T28" fmla="*/ 390 w 1519"/>
              <a:gd name="T29" fmla="*/ 1228 h 1655"/>
              <a:gd name="T30" fmla="*/ 332 w 1519"/>
              <a:gd name="T31" fmla="*/ 1286 h 1655"/>
              <a:gd name="T32" fmla="*/ 332 w 1519"/>
              <a:gd name="T33" fmla="*/ 1332 h 1655"/>
              <a:gd name="T34" fmla="*/ 194 w 1519"/>
              <a:gd name="T35" fmla="*/ 1469 h 1655"/>
              <a:gd name="T36" fmla="*/ 195 w 1519"/>
              <a:gd name="T37" fmla="*/ 1519 h 1655"/>
              <a:gd name="T38" fmla="*/ 161 w 1519"/>
              <a:gd name="T39" fmla="*/ 1553 h 1655"/>
              <a:gd name="T40" fmla="*/ 164 w 1519"/>
              <a:gd name="T41" fmla="*/ 1556 h 1655"/>
              <a:gd name="T42" fmla="*/ 199 w 1519"/>
              <a:gd name="T43" fmla="*/ 1521 h 1655"/>
              <a:gd name="T44" fmla="*/ 198 w 1519"/>
              <a:gd name="T45" fmla="*/ 1471 h 1655"/>
              <a:gd name="T46" fmla="*/ 336 w 1519"/>
              <a:gd name="T47" fmla="*/ 1333 h 1655"/>
              <a:gd name="T48" fmla="*/ 336 w 1519"/>
              <a:gd name="T49" fmla="*/ 1287 h 1655"/>
              <a:gd name="T50" fmla="*/ 394 w 1519"/>
              <a:gd name="T51" fmla="*/ 1230 h 1655"/>
              <a:gd name="T52" fmla="*/ 392 w 1519"/>
              <a:gd name="T53" fmla="*/ 1169 h 1655"/>
              <a:gd name="T54" fmla="*/ 485 w 1519"/>
              <a:gd name="T55" fmla="*/ 1076 h 1655"/>
              <a:gd name="T56" fmla="*/ 486 w 1519"/>
              <a:gd name="T57" fmla="*/ 1036 h 1655"/>
              <a:gd name="T58" fmla="*/ 525 w 1519"/>
              <a:gd name="T59" fmla="*/ 997 h 1655"/>
              <a:gd name="T60" fmla="*/ 524 w 1519"/>
              <a:gd name="T61" fmla="*/ 996 h 1655"/>
              <a:gd name="T62" fmla="*/ 523 w 1519"/>
              <a:gd name="T63" fmla="*/ 994 h 1655"/>
              <a:gd name="T64" fmla="*/ 790 w 1519"/>
              <a:gd name="T65" fmla="*/ 726 h 1655"/>
              <a:gd name="T66" fmla="*/ 552 w 1519"/>
              <a:gd name="T67" fmla="*/ 965 h 1655"/>
              <a:gd name="T68" fmla="*/ 554 w 1519"/>
              <a:gd name="T69" fmla="*/ 966 h 1655"/>
              <a:gd name="T70" fmla="*/ 555 w 1519"/>
              <a:gd name="T71" fmla="*/ 967 h 1655"/>
              <a:gd name="T72" fmla="*/ 793 w 1519"/>
              <a:gd name="T73" fmla="*/ 729 h 1655"/>
              <a:gd name="T74" fmla="*/ 790 w 1519"/>
              <a:gd name="T75" fmla="*/ 726 h 1655"/>
              <a:gd name="T76" fmla="*/ 1517 w 1519"/>
              <a:gd name="T77" fmla="*/ 0 h 1655"/>
              <a:gd name="T78" fmla="*/ 819 w 1519"/>
              <a:gd name="T79" fmla="*/ 698 h 1655"/>
              <a:gd name="T80" fmla="*/ 822 w 1519"/>
              <a:gd name="T81" fmla="*/ 700 h 1655"/>
              <a:gd name="T82" fmla="*/ 1519 w 1519"/>
              <a:gd name="T83" fmla="*/ 3 h 1655"/>
              <a:gd name="T84" fmla="*/ 1517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2" y="1582"/>
                </a:moveTo>
                <a:cubicBezTo>
                  <a:pt x="95" y="1620"/>
                  <a:pt x="95" y="1620"/>
                  <a:pt x="95" y="1620"/>
                </a:cubicBezTo>
                <a:cubicBezTo>
                  <a:pt x="34" y="1618"/>
                  <a:pt x="34" y="1618"/>
                  <a:pt x="34" y="1618"/>
                </a:cubicBezTo>
                <a:cubicBezTo>
                  <a:pt x="0" y="1652"/>
                  <a:pt x="0" y="1652"/>
                  <a:pt x="0" y="1652"/>
                </a:cubicBezTo>
                <a:cubicBezTo>
                  <a:pt x="1" y="1653"/>
                  <a:pt x="1" y="1653"/>
                  <a:pt x="2" y="1654"/>
                </a:cubicBezTo>
                <a:cubicBezTo>
                  <a:pt x="2" y="1654"/>
                  <a:pt x="3" y="1654"/>
                  <a:pt x="3" y="1655"/>
                </a:cubicBezTo>
                <a:cubicBezTo>
                  <a:pt x="36" y="1622"/>
                  <a:pt x="36" y="1622"/>
                  <a:pt x="36" y="1622"/>
                </a:cubicBezTo>
                <a:cubicBezTo>
                  <a:pt x="96" y="1624"/>
                  <a:pt x="96" y="1624"/>
                  <a:pt x="96" y="1624"/>
                </a:cubicBezTo>
                <a:cubicBezTo>
                  <a:pt x="136" y="1584"/>
                  <a:pt x="136" y="1584"/>
                  <a:pt x="136" y="1584"/>
                </a:cubicBezTo>
                <a:cubicBezTo>
                  <a:pt x="134" y="1584"/>
                  <a:pt x="133" y="1583"/>
                  <a:pt x="132" y="1582"/>
                </a:cubicBezTo>
                <a:moveTo>
                  <a:pt x="523" y="994"/>
                </a:moveTo>
                <a:cubicBezTo>
                  <a:pt x="482" y="1035"/>
                  <a:pt x="482" y="1035"/>
                  <a:pt x="482" y="1035"/>
                </a:cubicBezTo>
                <a:cubicBezTo>
                  <a:pt x="482" y="1074"/>
                  <a:pt x="482" y="1074"/>
                  <a:pt x="482" y="1074"/>
                </a:cubicBezTo>
                <a:cubicBezTo>
                  <a:pt x="388" y="1168"/>
                  <a:pt x="388" y="1168"/>
                  <a:pt x="388" y="1168"/>
                </a:cubicBezTo>
                <a:cubicBezTo>
                  <a:pt x="390" y="1228"/>
                  <a:pt x="390" y="1228"/>
                  <a:pt x="390" y="1228"/>
                </a:cubicBezTo>
                <a:cubicBezTo>
                  <a:pt x="332" y="1286"/>
                  <a:pt x="332" y="1286"/>
                  <a:pt x="332" y="1286"/>
                </a:cubicBezTo>
                <a:cubicBezTo>
                  <a:pt x="332" y="1332"/>
                  <a:pt x="332" y="1332"/>
                  <a:pt x="332" y="1332"/>
                </a:cubicBezTo>
                <a:cubicBezTo>
                  <a:pt x="194" y="1469"/>
                  <a:pt x="194" y="1469"/>
                  <a:pt x="194" y="1469"/>
                </a:cubicBezTo>
                <a:cubicBezTo>
                  <a:pt x="195" y="1519"/>
                  <a:pt x="195" y="1519"/>
                  <a:pt x="195" y="1519"/>
                </a:cubicBezTo>
                <a:cubicBezTo>
                  <a:pt x="161" y="1553"/>
                  <a:pt x="161" y="1553"/>
                  <a:pt x="161" y="1553"/>
                </a:cubicBezTo>
                <a:cubicBezTo>
                  <a:pt x="162" y="1554"/>
                  <a:pt x="163" y="1555"/>
                  <a:pt x="164" y="1556"/>
                </a:cubicBezTo>
                <a:cubicBezTo>
                  <a:pt x="199" y="1521"/>
                  <a:pt x="199" y="1521"/>
                  <a:pt x="199" y="1521"/>
                </a:cubicBezTo>
                <a:cubicBezTo>
                  <a:pt x="198" y="1471"/>
                  <a:pt x="198" y="1471"/>
                  <a:pt x="198" y="1471"/>
                </a:cubicBezTo>
                <a:cubicBezTo>
                  <a:pt x="336" y="1333"/>
                  <a:pt x="336" y="1333"/>
                  <a:pt x="336" y="1333"/>
                </a:cubicBezTo>
                <a:cubicBezTo>
                  <a:pt x="336" y="1287"/>
                  <a:pt x="336" y="1287"/>
                  <a:pt x="336" y="1287"/>
                </a:cubicBezTo>
                <a:cubicBezTo>
                  <a:pt x="394" y="1230"/>
                  <a:pt x="394" y="1230"/>
                  <a:pt x="394" y="1230"/>
                </a:cubicBezTo>
                <a:cubicBezTo>
                  <a:pt x="392" y="1169"/>
                  <a:pt x="392" y="1169"/>
                  <a:pt x="392" y="1169"/>
                </a:cubicBezTo>
                <a:cubicBezTo>
                  <a:pt x="485" y="1076"/>
                  <a:pt x="485" y="1076"/>
                  <a:pt x="485" y="1076"/>
                </a:cubicBezTo>
                <a:cubicBezTo>
                  <a:pt x="486" y="1036"/>
                  <a:pt x="486" y="1036"/>
                  <a:pt x="486" y="1036"/>
                </a:cubicBezTo>
                <a:cubicBezTo>
                  <a:pt x="525" y="997"/>
                  <a:pt x="525" y="997"/>
                  <a:pt x="525" y="997"/>
                </a:cubicBezTo>
                <a:cubicBezTo>
                  <a:pt x="525" y="996"/>
                  <a:pt x="525" y="996"/>
                  <a:pt x="524" y="996"/>
                </a:cubicBezTo>
                <a:cubicBezTo>
                  <a:pt x="524" y="995"/>
                  <a:pt x="523" y="994"/>
                  <a:pt x="523" y="994"/>
                </a:cubicBezTo>
                <a:moveTo>
                  <a:pt x="790" y="726"/>
                </a:moveTo>
                <a:cubicBezTo>
                  <a:pt x="552" y="965"/>
                  <a:pt x="552" y="965"/>
                  <a:pt x="552" y="965"/>
                </a:cubicBezTo>
                <a:cubicBezTo>
                  <a:pt x="552" y="965"/>
                  <a:pt x="553" y="966"/>
                  <a:pt x="554" y="966"/>
                </a:cubicBezTo>
                <a:cubicBezTo>
                  <a:pt x="554" y="967"/>
                  <a:pt x="554" y="967"/>
                  <a:pt x="555" y="967"/>
                </a:cubicBezTo>
                <a:cubicBezTo>
                  <a:pt x="793" y="729"/>
                  <a:pt x="793" y="729"/>
                  <a:pt x="793" y="729"/>
                </a:cubicBezTo>
                <a:cubicBezTo>
                  <a:pt x="792" y="728"/>
                  <a:pt x="791" y="727"/>
                  <a:pt x="790" y="726"/>
                </a:cubicBezTo>
                <a:moveTo>
                  <a:pt x="1517" y="0"/>
                </a:moveTo>
                <a:cubicBezTo>
                  <a:pt x="819" y="698"/>
                  <a:pt x="819" y="698"/>
                  <a:pt x="819" y="698"/>
                </a:cubicBezTo>
                <a:cubicBezTo>
                  <a:pt x="820" y="698"/>
                  <a:pt x="821" y="699"/>
                  <a:pt x="822" y="700"/>
                </a:cubicBezTo>
                <a:cubicBezTo>
                  <a:pt x="1519" y="3"/>
                  <a:pt x="1519" y="3"/>
                  <a:pt x="1519" y="3"/>
                </a:cubicBezTo>
                <a:cubicBezTo>
                  <a:pt x="1517" y="0"/>
                  <a:pt x="1517" y="0"/>
                  <a:pt x="15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3" name="Freeform 753"/>
          <p:cNvSpPr>
            <a:spLocks/>
          </p:cNvSpPr>
          <p:nvPr/>
        </p:nvSpPr>
        <p:spPr bwMode="auto">
          <a:xfrm>
            <a:off x="12249968" y="-3536956"/>
            <a:ext cx="4687889" cy="5199072"/>
          </a:xfrm>
          <a:custGeom>
            <a:avLst/>
            <a:gdLst>
              <a:gd name="T0" fmla="*/ 1128 w 1131"/>
              <a:gd name="T1" fmla="*/ 0 h 1254"/>
              <a:gd name="T2" fmla="*/ 204 w 1131"/>
              <a:gd name="T3" fmla="*/ 924 h 1254"/>
              <a:gd name="T4" fmla="*/ 205 w 1131"/>
              <a:gd name="T5" fmla="*/ 969 h 1254"/>
              <a:gd name="T6" fmla="*/ 170 w 1131"/>
              <a:gd name="T7" fmla="*/ 1003 h 1254"/>
              <a:gd name="T8" fmla="*/ 168 w 1131"/>
              <a:gd name="T9" fmla="*/ 1096 h 1254"/>
              <a:gd name="T10" fmla="*/ 121 w 1131"/>
              <a:gd name="T11" fmla="*/ 1143 h 1254"/>
              <a:gd name="T12" fmla="*/ 81 w 1131"/>
              <a:gd name="T13" fmla="*/ 1144 h 1254"/>
              <a:gd name="T14" fmla="*/ 0 w 1131"/>
              <a:gd name="T15" fmla="*/ 1224 h 1254"/>
              <a:gd name="T16" fmla="*/ 0 w 1131"/>
              <a:gd name="T17" fmla="*/ 1254 h 1254"/>
              <a:gd name="T18" fmla="*/ 4 w 1131"/>
              <a:gd name="T19" fmla="*/ 1252 h 1254"/>
              <a:gd name="T20" fmla="*/ 4 w 1131"/>
              <a:gd name="T21" fmla="*/ 1226 h 1254"/>
              <a:gd name="T22" fmla="*/ 82 w 1131"/>
              <a:gd name="T23" fmla="*/ 1148 h 1254"/>
              <a:gd name="T24" fmla="*/ 123 w 1131"/>
              <a:gd name="T25" fmla="*/ 1147 h 1254"/>
              <a:gd name="T26" fmla="*/ 172 w 1131"/>
              <a:gd name="T27" fmla="*/ 1097 h 1254"/>
              <a:gd name="T28" fmla="*/ 174 w 1131"/>
              <a:gd name="T29" fmla="*/ 1005 h 1254"/>
              <a:gd name="T30" fmla="*/ 209 w 1131"/>
              <a:gd name="T31" fmla="*/ 970 h 1254"/>
              <a:gd name="T32" fmla="*/ 208 w 1131"/>
              <a:gd name="T33" fmla="*/ 926 h 1254"/>
              <a:gd name="T34" fmla="*/ 1131 w 1131"/>
              <a:gd name="T35" fmla="*/ 3 h 1254"/>
              <a:gd name="T36" fmla="*/ 1128 w 1131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1" h="1254">
                <a:moveTo>
                  <a:pt x="1128" y="0"/>
                </a:moveTo>
                <a:cubicBezTo>
                  <a:pt x="204" y="924"/>
                  <a:pt x="204" y="924"/>
                  <a:pt x="204" y="924"/>
                </a:cubicBezTo>
                <a:cubicBezTo>
                  <a:pt x="205" y="969"/>
                  <a:pt x="205" y="969"/>
                  <a:pt x="205" y="969"/>
                </a:cubicBezTo>
                <a:cubicBezTo>
                  <a:pt x="170" y="1003"/>
                  <a:pt x="170" y="1003"/>
                  <a:pt x="170" y="1003"/>
                </a:cubicBezTo>
                <a:cubicBezTo>
                  <a:pt x="168" y="1096"/>
                  <a:pt x="168" y="1096"/>
                  <a:pt x="168" y="1096"/>
                </a:cubicBezTo>
                <a:cubicBezTo>
                  <a:pt x="121" y="1143"/>
                  <a:pt x="121" y="1143"/>
                  <a:pt x="121" y="1143"/>
                </a:cubicBezTo>
                <a:cubicBezTo>
                  <a:pt x="81" y="1144"/>
                  <a:pt x="81" y="1144"/>
                  <a:pt x="81" y="1144"/>
                </a:cubicBezTo>
                <a:cubicBezTo>
                  <a:pt x="0" y="1224"/>
                  <a:pt x="0" y="1224"/>
                  <a:pt x="0" y="1224"/>
                </a:cubicBezTo>
                <a:cubicBezTo>
                  <a:pt x="0" y="1254"/>
                  <a:pt x="0" y="1254"/>
                  <a:pt x="0" y="1254"/>
                </a:cubicBezTo>
                <a:cubicBezTo>
                  <a:pt x="1" y="1253"/>
                  <a:pt x="2" y="1253"/>
                  <a:pt x="4" y="1252"/>
                </a:cubicBezTo>
                <a:cubicBezTo>
                  <a:pt x="4" y="1226"/>
                  <a:pt x="4" y="1226"/>
                  <a:pt x="4" y="1226"/>
                </a:cubicBezTo>
                <a:cubicBezTo>
                  <a:pt x="82" y="1148"/>
                  <a:pt x="82" y="1148"/>
                  <a:pt x="82" y="1148"/>
                </a:cubicBezTo>
                <a:cubicBezTo>
                  <a:pt x="123" y="1147"/>
                  <a:pt x="123" y="1147"/>
                  <a:pt x="123" y="1147"/>
                </a:cubicBezTo>
                <a:cubicBezTo>
                  <a:pt x="172" y="1097"/>
                  <a:pt x="172" y="1097"/>
                  <a:pt x="172" y="1097"/>
                </a:cubicBezTo>
                <a:cubicBezTo>
                  <a:pt x="174" y="1005"/>
                  <a:pt x="174" y="1005"/>
                  <a:pt x="174" y="1005"/>
                </a:cubicBezTo>
                <a:cubicBezTo>
                  <a:pt x="209" y="970"/>
                  <a:pt x="209" y="970"/>
                  <a:pt x="209" y="970"/>
                </a:cubicBezTo>
                <a:cubicBezTo>
                  <a:pt x="208" y="926"/>
                  <a:pt x="208" y="926"/>
                  <a:pt x="208" y="926"/>
                </a:cubicBezTo>
                <a:cubicBezTo>
                  <a:pt x="1131" y="3"/>
                  <a:pt x="1131" y="3"/>
                  <a:pt x="1131" y="3"/>
                </a:cubicBezTo>
                <a:cubicBezTo>
                  <a:pt x="1128" y="0"/>
                  <a:pt x="1128" y="0"/>
                  <a:pt x="112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4" name="Freeform 754"/>
          <p:cNvSpPr>
            <a:spLocks/>
          </p:cNvSpPr>
          <p:nvPr/>
        </p:nvSpPr>
        <p:spPr bwMode="auto">
          <a:xfrm>
            <a:off x="10814868" y="-3544894"/>
            <a:ext cx="6015039" cy="6442087"/>
          </a:xfrm>
          <a:custGeom>
            <a:avLst/>
            <a:gdLst>
              <a:gd name="T0" fmla="*/ 1448 w 1451"/>
              <a:gd name="T1" fmla="*/ 0 h 1554"/>
              <a:gd name="T2" fmla="*/ 536 w 1451"/>
              <a:gd name="T3" fmla="*/ 912 h 1554"/>
              <a:gd name="T4" fmla="*/ 537 w 1451"/>
              <a:gd name="T5" fmla="*/ 957 h 1554"/>
              <a:gd name="T6" fmla="*/ 280 w 1451"/>
              <a:gd name="T7" fmla="*/ 1213 h 1554"/>
              <a:gd name="T8" fmla="*/ 278 w 1451"/>
              <a:gd name="T9" fmla="*/ 1334 h 1554"/>
              <a:gd name="T10" fmla="*/ 62 w 1451"/>
              <a:gd name="T11" fmla="*/ 1550 h 1554"/>
              <a:gd name="T12" fmla="*/ 0 w 1451"/>
              <a:gd name="T13" fmla="*/ 1550 h 1554"/>
              <a:gd name="T14" fmla="*/ 1 w 1451"/>
              <a:gd name="T15" fmla="*/ 1551 h 1554"/>
              <a:gd name="T16" fmla="*/ 0 w 1451"/>
              <a:gd name="T17" fmla="*/ 1554 h 1554"/>
              <a:gd name="T18" fmla="*/ 64 w 1451"/>
              <a:gd name="T19" fmla="*/ 1554 h 1554"/>
              <a:gd name="T20" fmla="*/ 282 w 1451"/>
              <a:gd name="T21" fmla="*/ 1335 h 1554"/>
              <a:gd name="T22" fmla="*/ 284 w 1451"/>
              <a:gd name="T23" fmla="*/ 1215 h 1554"/>
              <a:gd name="T24" fmla="*/ 541 w 1451"/>
              <a:gd name="T25" fmla="*/ 958 h 1554"/>
              <a:gd name="T26" fmla="*/ 540 w 1451"/>
              <a:gd name="T27" fmla="*/ 914 h 1554"/>
              <a:gd name="T28" fmla="*/ 1451 w 1451"/>
              <a:gd name="T29" fmla="*/ 3 h 1554"/>
              <a:gd name="T30" fmla="*/ 1448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1448" y="0"/>
                </a:moveTo>
                <a:cubicBezTo>
                  <a:pt x="536" y="912"/>
                  <a:pt x="536" y="912"/>
                  <a:pt x="536" y="912"/>
                </a:cubicBezTo>
                <a:cubicBezTo>
                  <a:pt x="537" y="957"/>
                  <a:pt x="537" y="957"/>
                  <a:pt x="537" y="957"/>
                </a:cubicBezTo>
                <a:cubicBezTo>
                  <a:pt x="280" y="1213"/>
                  <a:pt x="280" y="1213"/>
                  <a:pt x="280" y="1213"/>
                </a:cubicBezTo>
                <a:cubicBezTo>
                  <a:pt x="278" y="1334"/>
                  <a:pt x="278" y="1334"/>
                  <a:pt x="278" y="1334"/>
                </a:cubicBezTo>
                <a:cubicBezTo>
                  <a:pt x="62" y="1550"/>
                  <a:pt x="62" y="1550"/>
                  <a:pt x="62" y="1550"/>
                </a:cubicBezTo>
                <a:cubicBezTo>
                  <a:pt x="0" y="1550"/>
                  <a:pt x="0" y="1550"/>
                  <a:pt x="0" y="1550"/>
                </a:cubicBezTo>
                <a:cubicBezTo>
                  <a:pt x="1" y="1551"/>
                  <a:pt x="1" y="1551"/>
                  <a:pt x="1" y="1551"/>
                </a:cubicBezTo>
                <a:cubicBezTo>
                  <a:pt x="1" y="1552"/>
                  <a:pt x="0" y="1553"/>
                  <a:pt x="0" y="1554"/>
                </a:cubicBezTo>
                <a:cubicBezTo>
                  <a:pt x="64" y="1554"/>
                  <a:pt x="64" y="1554"/>
                  <a:pt x="64" y="1554"/>
                </a:cubicBezTo>
                <a:cubicBezTo>
                  <a:pt x="282" y="1335"/>
                  <a:pt x="282" y="1335"/>
                  <a:pt x="282" y="1335"/>
                </a:cubicBezTo>
                <a:cubicBezTo>
                  <a:pt x="284" y="1215"/>
                  <a:pt x="284" y="1215"/>
                  <a:pt x="284" y="1215"/>
                </a:cubicBezTo>
                <a:cubicBezTo>
                  <a:pt x="541" y="958"/>
                  <a:pt x="541" y="958"/>
                  <a:pt x="541" y="958"/>
                </a:cubicBezTo>
                <a:cubicBezTo>
                  <a:pt x="540" y="914"/>
                  <a:pt x="540" y="914"/>
                  <a:pt x="540" y="914"/>
                </a:cubicBezTo>
                <a:cubicBezTo>
                  <a:pt x="1451" y="3"/>
                  <a:pt x="1451" y="3"/>
                  <a:pt x="1451" y="3"/>
                </a:cubicBezTo>
                <a:cubicBezTo>
                  <a:pt x="1448" y="0"/>
                  <a:pt x="1448" y="0"/>
                  <a:pt x="14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5" name="Freeform 755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6" name="Freeform 756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7" name="Freeform 757"/>
          <p:cNvSpPr>
            <a:spLocks/>
          </p:cNvSpPr>
          <p:nvPr/>
        </p:nvSpPr>
        <p:spPr bwMode="auto">
          <a:xfrm>
            <a:off x="12296006" y="-3475044"/>
            <a:ext cx="4670427" cy="5124460"/>
          </a:xfrm>
          <a:custGeom>
            <a:avLst/>
            <a:gdLst>
              <a:gd name="T0" fmla="*/ 1125 w 1127"/>
              <a:gd name="T1" fmla="*/ 0 h 1236"/>
              <a:gd name="T2" fmla="*/ 209 w 1127"/>
              <a:gd name="T3" fmla="*/ 916 h 1236"/>
              <a:gd name="T4" fmla="*/ 209 w 1127"/>
              <a:gd name="T5" fmla="*/ 961 h 1236"/>
              <a:gd name="T6" fmla="*/ 175 w 1127"/>
              <a:gd name="T7" fmla="*/ 995 h 1236"/>
              <a:gd name="T8" fmla="*/ 176 w 1127"/>
              <a:gd name="T9" fmla="*/ 1090 h 1236"/>
              <a:gd name="T10" fmla="*/ 124 w 1127"/>
              <a:gd name="T11" fmla="*/ 1142 h 1236"/>
              <a:gd name="T12" fmla="*/ 81 w 1127"/>
              <a:gd name="T13" fmla="*/ 1140 h 1236"/>
              <a:gd name="T14" fmla="*/ 0 w 1127"/>
              <a:gd name="T15" fmla="*/ 1221 h 1236"/>
              <a:gd name="T16" fmla="*/ 0 w 1127"/>
              <a:gd name="T17" fmla="*/ 1236 h 1236"/>
              <a:gd name="T18" fmla="*/ 1 w 1127"/>
              <a:gd name="T19" fmla="*/ 1236 h 1236"/>
              <a:gd name="T20" fmla="*/ 2 w 1127"/>
              <a:gd name="T21" fmla="*/ 1236 h 1236"/>
              <a:gd name="T22" fmla="*/ 4 w 1127"/>
              <a:gd name="T23" fmla="*/ 1236 h 1236"/>
              <a:gd name="T24" fmla="*/ 4 w 1127"/>
              <a:gd name="T25" fmla="*/ 1222 h 1236"/>
              <a:gd name="T26" fmla="*/ 82 w 1127"/>
              <a:gd name="T27" fmla="*/ 1144 h 1236"/>
              <a:gd name="T28" fmla="*/ 126 w 1127"/>
              <a:gd name="T29" fmla="*/ 1146 h 1236"/>
              <a:gd name="T30" fmla="*/ 180 w 1127"/>
              <a:gd name="T31" fmla="*/ 1092 h 1236"/>
              <a:gd name="T32" fmla="*/ 179 w 1127"/>
              <a:gd name="T33" fmla="*/ 997 h 1236"/>
              <a:gd name="T34" fmla="*/ 213 w 1127"/>
              <a:gd name="T35" fmla="*/ 962 h 1236"/>
              <a:gd name="T36" fmla="*/ 213 w 1127"/>
              <a:gd name="T37" fmla="*/ 918 h 1236"/>
              <a:gd name="T38" fmla="*/ 1127 w 1127"/>
              <a:gd name="T39" fmla="*/ 3 h 1236"/>
              <a:gd name="T40" fmla="*/ 1125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1125" y="0"/>
                </a:moveTo>
                <a:cubicBezTo>
                  <a:pt x="209" y="916"/>
                  <a:pt x="209" y="916"/>
                  <a:pt x="209" y="916"/>
                </a:cubicBezTo>
                <a:cubicBezTo>
                  <a:pt x="209" y="961"/>
                  <a:pt x="209" y="961"/>
                  <a:pt x="209" y="961"/>
                </a:cubicBezTo>
                <a:cubicBezTo>
                  <a:pt x="175" y="995"/>
                  <a:pt x="175" y="995"/>
                  <a:pt x="175" y="995"/>
                </a:cubicBezTo>
                <a:cubicBezTo>
                  <a:pt x="176" y="1090"/>
                  <a:pt x="176" y="1090"/>
                  <a:pt x="176" y="1090"/>
                </a:cubicBezTo>
                <a:cubicBezTo>
                  <a:pt x="124" y="1142"/>
                  <a:pt x="124" y="1142"/>
                  <a:pt x="124" y="1142"/>
                </a:cubicBezTo>
                <a:cubicBezTo>
                  <a:pt x="81" y="1140"/>
                  <a:pt x="81" y="1140"/>
                  <a:pt x="81" y="1140"/>
                </a:cubicBezTo>
                <a:cubicBezTo>
                  <a:pt x="0" y="1221"/>
                  <a:pt x="0" y="1221"/>
                  <a:pt x="0" y="1221"/>
                </a:cubicBezTo>
                <a:cubicBezTo>
                  <a:pt x="0" y="1236"/>
                  <a:pt x="0" y="1236"/>
                  <a:pt x="0" y="1236"/>
                </a:cubicBezTo>
                <a:cubicBezTo>
                  <a:pt x="1" y="1236"/>
                  <a:pt x="1" y="1236"/>
                  <a:pt x="1" y="1236"/>
                </a:cubicBezTo>
                <a:cubicBezTo>
                  <a:pt x="2" y="1236"/>
                  <a:pt x="2" y="1236"/>
                  <a:pt x="2" y="1236"/>
                </a:cubicBezTo>
                <a:cubicBezTo>
                  <a:pt x="2" y="1236"/>
                  <a:pt x="3" y="1236"/>
                  <a:pt x="4" y="1236"/>
                </a:cubicBezTo>
                <a:cubicBezTo>
                  <a:pt x="4" y="1222"/>
                  <a:pt x="4" y="1222"/>
                  <a:pt x="4" y="1222"/>
                </a:cubicBezTo>
                <a:cubicBezTo>
                  <a:pt x="82" y="1144"/>
                  <a:pt x="82" y="1144"/>
                  <a:pt x="82" y="1144"/>
                </a:cubicBezTo>
                <a:cubicBezTo>
                  <a:pt x="126" y="1146"/>
                  <a:pt x="126" y="1146"/>
                  <a:pt x="126" y="1146"/>
                </a:cubicBezTo>
                <a:cubicBezTo>
                  <a:pt x="180" y="1092"/>
                  <a:pt x="180" y="1092"/>
                  <a:pt x="180" y="1092"/>
                </a:cubicBezTo>
                <a:cubicBezTo>
                  <a:pt x="179" y="997"/>
                  <a:pt x="179" y="997"/>
                  <a:pt x="179" y="997"/>
                </a:cubicBezTo>
                <a:cubicBezTo>
                  <a:pt x="213" y="962"/>
                  <a:pt x="213" y="962"/>
                  <a:pt x="213" y="962"/>
                </a:cubicBezTo>
                <a:cubicBezTo>
                  <a:pt x="213" y="918"/>
                  <a:pt x="213" y="918"/>
                  <a:pt x="213" y="918"/>
                </a:cubicBezTo>
                <a:cubicBezTo>
                  <a:pt x="1127" y="3"/>
                  <a:pt x="1127" y="3"/>
                  <a:pt x="1127" y="3"/>
                </a:cubicBezTo>
                <a:cubicBezTo>
                  <a:pt x="1125" y="0"/>
                  <a:pt x="1125" y="0"/>
                  <a:pt x="11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8" name="Freeform 758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19" name="Freeform 759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0" name="Freeform 760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1" name="Freeform 761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2" name="Freeform 762"/>
          <p:cNvSpPr>
            <a:spLocks noEditPoints="1"/>
          </p:cNvSpPr>
          <p:nvPr/>
        </p:nvSpPr>
        <p:spPr bwMode="auto">
          <a:xfrm>
            <a:off x="12576993" y="-3106743"/>
            <a:ext cx="3017838" cy="2857505"/>
          </a:xfrm>
          <a:custGeom>
            <a:avLst/>
            <a:gdLst>
              <a:gd name="T0" fmla="*/ 258 w 728"/>
              <a:gd name="T1" fmla="*/ 467 h 689"/>
              <a:gd name="T2" fmla="*/ 181 w 728"/>
              <a:gd name="T3" fmla="*/ 543 h 689"/>
              <a:gd name="T4" fmla="*/ 107 w 728"/>
              <a:gd name="T5" fmla="*/ 544 h 689"/>
              <a:gd name="T6" fmla="*/ 0 w 728"/>
              <a:gd name="T7" fmla="*/ 651 h 689"/>
              <a:gd name="T8" fmla="*/ 0 w 728"/>
              <a:gd name="T9" fmla="*/ 669 h 689"/>
              <a:gd name="T10" fmla="*/ 0 w 728"/>
              <a:gd name="T11" fmla="*/ 689 h 689"/>
              <a:gd name="T12" fmla="*/ 4 w 728"/>
              <a:gd name="T13" fmla="*/ 689 h 689"/>
              <a:gd name="T14" fmla="*/ 4 w 728"/>
              <a:gd name="T15" fmla="*/ 669 h 689"/>
              <a:gd name="T16" fmla="*/ 4 w 728"/>
              <a:gd name="T17" fmla="*/ 653 h 689"/>
              <a:gd name="T18" fmla="*/ 109 w 728"/>
              <a:gd name="T19" fmla="*/ 548 h 689"/>
              <a:gd name="T20" fmla="*/ 183 w 728"/>
              <a:gd name="T21" fmla="*/ 547 h 689"/>
              <a:gd name="T22" fmla="*/ 260 w 728"/>
              <a:gd name="T23" fmla="*/ 470 h 689"/>
              <a:gd name="T24" fmla="*/ 258 w 728"/>
              <a:gd name="T25" fmla="*/ 467 h 689"/>
              <a:gd name="T26" fmla="*/ 725 w 728"/>
              <a:gd name="T27" fmla="*/ 0 h 689"/>
              <a:gd name="T28" fmla="*/ 286 w 728"/>
              <a:gd name="T29" fmla="*/ 439 h 689"/>
              <a:gd name="T30" fmla="*/ 289 w 728"/>
              <a:gd name="T31" fmla="*/ 441 h 689"/>
              <a:gd name="T32" fmla="*/ 728 w 728"/>
              <a:gd name="T33" fmla="*/ 2 h 689"/>
              <a:gd name="T34" fmla="*/ 725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258" y="467"/>
                </a:moveTo>
                <a:cubicBezTo>
                  <a:pt x="181" y="543"/>
                  <a:pt x="181" y="543"/>
                  <a:pt x="181" y="543"/>
                </a:cubicBezTo>
                <a:cubicBezTo>
                  <a:pt x="107" y="544"/>
                  <a:pt x="107" y="544"/>
                  <a:pt x="107" y="544"/>
                </a:cubicBezTo>
                <a:cubicBezTo>
                  <a:pt x="0" y="651"/>
                  <a:pt x="0" y="651"/>
                  <a:pt x="0" y="651"/>
                </a:cubicBezTo>
                <a:cubicBezTo>
                  <a:pt x="0" y="669"/>
                  <a:pt x="0" y="669"/>
                  <a:pt x="0" y="669"/>
                </a:cubicBezTo>
                <a:cubicBezTo>
                  <a:pt x="0" y="689"/>
                  <a:pt x="0" y="689"/>
                  <a:pt x="0" y="689"/>
                </a:cubicBezTo>
                <a:cubicBezTo>
                  <a:pt x="4" y="689"/>
                  <a:pt x="4" y="689"/>
                  <a:pt x="4" y="689"/>
                </a:cubicBezTo>
                <a:cubicBezTo>
                  <a:pt x="4" y="669"/>
                  <a:pt x="4" y="669"/>
                  <a:pt x="4" y="669"/>
                </a:cubicBezTo>
                <a:cubicBezTo>
                  <a:pt x="4" y="653"/>
                  <a:pt x="4" y="653"/>
                  <a:pt x="4" y="653"/>
                </a:cubicBezTo>
                <a:cubicBezTo>
                  <a:pt x="109" y="548"/>
                  <a:pt x="109" y="548"/>
                  <a:pt x="109" y="548"/>
                </a:cubicBezTo>
                <a:cubicBezTo>
                  <a:pt x="183" y="547"/>
                  <a:pt x="183" y="547"/>
                  <a:pt x="183" y="547"/>
                </a:cubicBezTo>
                <a:cubicBezTo>
                  <a:pt x="260" y="470"/>
                  <a:pt x="260" y="470"/>
                  <a:pt x="260" y="470"/>
                </a:cubicBezTo>
                <a:cubicBezTo>
                  <a:pt x="259" y="469"/>
                  <a:pt x="258" y="468"/>
                  <a:pt x="258" y="467"/>
                </a:cubicBezTo>
                <a:moveTo>
                  <a:pt x="725" y="0"/>
                </a:moveTo>
                <a:cubicBezTo>
                  <a:pt x="286" y="439"/>
                  <a:pt x="286" y="439"/>
                  <a:pt x="286" y="439"/>
                </a:cubicBezTo>
                <a:cubicBezTo>
                  <a:pt x="287" y="440"/>
                  <a:pt x="288" y="440"/>
                  <a:pt x="289" y="441"/>
                </a:cubicBezTo>
                <a:cubicBezTo>
                  <a:pt x="728" y="2"/>
                  <a:pt x="728" y="2"/>
                  <a:pt x="728" y="2"/>
                </a:cubicBezTo>
                <a:cubicBezTo>
                  <a:pt x="725" y="0"/>
                  <a:pt x="725" y="0"/>
                  <a:pt x="7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3" name="Freeform 763"/>
          <p:cNvSpPr>
            <a:spLocks noEditPoints="1"/>
          </p:cNvSpPr>
          <p:nvPr/>
        </p:nvSpPr>
        <p:spPr bwMode="auto">
          <a:xfrm>
            <a:off x="12299181" y="-3246443"/>
            <a:ext cx="3221039" cy="2287592"/>
          </a:xfrm>
          <a:custGeom>
            <a:avLst/>
            <a:gdLst>
              <a:gd name="T0" fmla="*/ 0 w 777"/>
              <a:gd name="T1" fmla="*/ 517 h 552"/>
              <a:gd name="T2" fmla="*/ 0 w 777"/>
              <a:gd name="T3" fmla="*/ 521 h 552"/>
              <a:gd name="T4" fmla="*/ 16 w 777"/>
              <a:gd name="T5" fmla="*/ 521 h 552"/>
              <a:gd name="T6" fmla="*/ 45 w 777"/>
              <a:gd name="T7" fmla="*/ 521 h 552"/>
              <a:gd name="T8" fmla="*/ 45 w 777"/>
              <a:gd name="T9" fmla="*/ 521 h 552"/>
              <a:gd name="T10" fmla="*/ 45 w 777"/>
              <a:gd name="T11" fmla="*/ 517 h 552"/>
              <a:gd name="T12" fmla="*/ 16 w 777"/>
              <a:gd name="T13" fmla="*/ 517 h 552"/>
              <a:gd name="T14" fmla="*/ 0 w 777"/>
              <a:gd name="T15" fmla="*/ 517 h 552"/>
              <a:gd name="T16" fmla="*/ 775 w 777"/>
              <a:gd name="T17" fmla="*/ 0 h 552"/>
              <a:gd name="T18" fmla="*/ 226 w 777"/>
              <a:gd name="T19" fmla="*/ 548 h 552"/>
              <a:gd name="T20" fmla="*/ 155 w 777"/>
              <a:gd name="T21" fmla="*/ 548 h 552"/>
              <a:gd name="T22" fmla="*/ 125 w 777"/>
              <a:gd name="T23" fmla="*/ 518 h 552"/>
              <a:gd name="T24" fmla="*/ 86 w 777"/>
              <a:gd name="T25" fmla="*/ 517 h 552"/>
              <a:gd name="T26" fmla="*/ 86 w 777"/>
              <a:gd name="T27" fmla="*/ 521 h 552"/>
              <a:gd name="T28" fmla="*/ 86 w 777"/>
              <a:gd name="T29" fmla="*/ 521 h 552"/>
              <a:gd name="T30" fmla="*/ 123 w 777"/>
              <a:gd name="T31" fmla="*/ 522 h 552"/>
              <a:gd name="T32" fmla="*/ 153 w 777"/>
              <a:gd name="T33" fmla="*/ 552 h 552"/>
              <a:gd name="T34" fmla="*/ 228 w 777"/>
              <a:gd name="T35" fmla="*/ 552 h 552"/>
              <a:gd name="T36" fmla="*/ 777 w 777"/>
              <a:gd name="T37" fmla="*/ 3 h 552"/>
              <a:gd name="T38" fmla="*/ 775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0" y="517"/>
                </a:moveTo>
                <a:cubicBezTo>
                  <a:pt x="0" y="521"/>
                  <a:pt x="0" y="521"/>
                  <a:pt x="0" y="521"/>
                </a:cubicBezTo>
                <a:cubicBezTo>
                  <a:pt x="16" y="521"/>
                  <a:pt x="16" y="521"/>
                  <a:pt x="16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19"/>
                  <a:pt x="45" y="518"/>
                  <a:pt x="45" y="517"/>
                </a:cubicBezTo>
                <a:cubicBezTo>
                  <a:pt x="16" y="517"/>
                  <a:pt x="16" y="517"/>
                  <a:pt x="16" y="517"/>
                </a:cubicBezTo>
                <a:cubicBezTo>
                  <a:pt x="0" y="517"/>
                  <a:pt x="0" y="517"/>
                  <a:pt x="0" y="517"/>
                </a:cubicBezTo>
                <a:moveTo>
                  <a:pt x="775" y="0"/>
                </a:moveTo>
                <a:cubicBezTo>
                  <a:pt x="226" y="548"/>
                  <a:pt x="226" y="548"/>
                  <a:pt x="226" y="548"/>
                </a:cubicBezTo>
                <a:cubicBezTo>
                  <a:pt x="155" y="548"/>
                  <a:pt x="155" y="548"/>
                  <a:pt x="155" y="548"/>
                </a:cubicBezTo>
                <a:cubicBezTo>
                  <a:pt x="125" y="518"/>
                  <a:pt x="125" y="518"/>
                  <a:pt x="125" y="518"/>
                </a:cubicBezTo>
                <a:cubicBezTo>
                  <a:pt x="86" y="517"/>
                  <a:pt x="86" y="517"/>
                  <a:pt x="86" y="517"/>
                </a:cubicBezTo>
                <a:cubicBezTo>
                  <a:pt x="86" y="518"/>
                  <a:pt x="86" y="519"/>
                  <a:pt x="86" y="521"/>
                </a:cubicBezTo>
                <a:cubicBezTo>
                  <a:pt x="86" y="521"/>
                  <a:pt x="86" y="521"/>
                  <a:pt x="86" y="521"/>
                </a:cubicBezTo>
                <a:cubicBezTo>
                  <a:pt x="123" y="522"/>
                  <a:pt x="123" y="522"/>
                  <a:pt x="123" y="522"/>
                </a:cubicBezTo>
                <a:cubicBezTo>
                  <a:pt x="153" y="552"/>
                  <a:pt x="153" y="552"/>
                  <a:pt x="153" y="552"/>
                </a:cubicBezTo>
                <a:cubicBezTo>
                  <a:pt x="228" y="552"/>
                  <a:pt x="228" y="552"/>
                  <a:pt x="228" y="552"/>
                </a:cubicBezTo>
                <a:cubicBezTo>
                  <a:pt x="777" y="3"/>
                  <a:pt x="777" y="3"/>
                  <a:pt x="777" y="3"/>
                </a:cubicBezTo>
                <a:cubicBezTo>
                  <a:pt x="775" y="0"/>
                  <a:pt x="775" y="0"/>
                  <a:pt x="77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4" name="Freeform 764"/>
          <p:cNvSpPr>
            <a:spLocks noEditPoints="1"/>
          </p:cNvSpPr>
          <p:nvPr/>
        </p:nvSpPr>
        <p:spPr bwMode="auto">
          <a:xfrm>
            <a:off x="11519718" y="-3421069"/>
            <a:ext cx="1435100" cy="5446723"/>
          </a:xfrm>
          <a:custGeom>
            <a:avLst/>
            <a:gdLst>
              <a:gd name="T0" fmla="*/ 136 w 346"/>
              <a:gd name="T1" fmla="*/ 701 h 1314"/>
              <a:gd name="T2" fmla="*/ 135 w 346"/>
              <a:gd name="T3" fmla="*/ 727 h 1314"/>
              <a:gd name="T4" fmla="*/ 245 w 346"/>
              <a:gd name="T5" fmla="*/ 836 h 1314"/>
              <a:gd name="T6" fmla="*/ 243 w 346"/>
              <a:gd name="T7" fmla="*/ 943 h 1314"/>
              <a:gd name="T8" fmla="*/ 0 w 346"/>
              <a:gd name="T9" fmla="*/ 1186 h 1314"/>
              <a:gd name="T10" fmla="*/ 0 w 346"/>
              <a:gd name="T11" fmla="*/ 1291 h 1314"/>
              <a:gd name="T12" fmla="*/ 0 w 346"/>
              <a:gd name="T13" fmla="*/ 1314 h 1314"/>
              <a:gd name="T14" fmla="*/ 4 w 346"/>
              <a:gd name="T15" fmla="*/ 1314 h 1314"/>
              <a:gd name="T16" fmla="*/ 4 w 346"/>
              <a:gd name="T17" fmla="*/ 1291 h 1314"/>
              <a:gd name="T18" fmla="*/ 4 w 346"/>
              <a:gd name="T19" fmla="*/ 1187 h 1314"/>
              <a:gd name="T20" fmla="*/ 247 w 346"/>
              <a:gd name="T21" fmla="*/ 945 h 1314"/>
              <a:gd name="T22" fmla="*/ 249 w 346"/>
              <a:gd name="T23" fmla="*/ 835 h 1314"/>
              <a:gd name="T24" fmla="*/ 139 w 346"/>
              <a:gd name="T25" fmla="*/ 726 h 1314"/>
              <a:gd name="T26" fmla="*/ 140 w 346"/>
              <a:gd name="T27" fmla="*/ 702 h 1314"/>
              <a:gd name="T28" fmla="*/ 136 w 346"/>
              <a:gd name="T29" fmla="*/ 701 h 1314"/>
              <a:gd name="T30" fmla="*/ 343 w 346"/>
              <a:gd name="T31" fmla="*/ 0 h 1314"/>
              <a:gd name="T32" fmla="*/ 22 w 346"/>
              <a:gd name="T33" fmla="*/ 321 h 1314"/>
              <a:gd name="T34" fmla="*/ 24 w 346"/>
              <a:gd name="T35" fmla="*/ 356 h 1314"/>
              <a:gd name="T36" fmla="*/ 67 w 346"/>
              <a:gd name="T37" fmla="*/ 399 h 1314"/>
              <a:gd name="T38" fmla="*/ 140 w 346"/>
              <a:gd name="T39" fmla="*/ 398 h 1314"/>
              <a:gd name="T40" fmla="*/ 185 w 346"/>
              <a:gd name="T41" fmla="*/ 443 h 1314"/>
              <a:gd name="T42" fmla="*/ 182 w 346"/>
              <a:gd name="T43" fmla="*/ 484 h 1314"/>
              <a:gd name="T44" fmla="*/ 110 w 346"/>
              <a:gd name="T45" fmla="*/ 556 h 1314"/>
              <a:gd name="T46" fmla="*/ 108 w 346"/>
              <a:gd name="T47" fmla="*/ 604 h 1314"/>
              <a:gd name="T48" fmla="*/ 136 w 346"/>
              <a:gd name="T49" fmla="*/ 632 h 1314"/>
              <a:gd name="T50" fmla="*/ 136 w 346"/>
              <a:gd name="T51" fmla="*/ 661 h 1314"/>
              <a:gd name="T52" fmla="*/ 140 w 346"/>
              <a:gd name="T53" fmla="*/ 661 h 1314"/>
              <a:gd name="T54" fmla="*/ 140 w 346"/>
              <a:gd name="T55" fmla="*/ 630 h 1314"/>
              <a:gd name="T56" fmla="*/ 112 w 346"/>
              <a:gd name="T57" fmla="*/ 602 h 1314"/>
              <a:gd name="T58" fmla="*/ 113 w 346"/>
              <a:gd name="T59" fmla="*/ 557 h 1314"/>
              <a:gd name="T60" fmla="*/ 186 w 346"/>
              <a:gd name="T61" fmla="*/ 485 h 1314"/>
              <a:gd name="T62" fmla="*/ 189 w 346"/>
              <a:gd name="T63" fmla="*/ 442 h 1314"/>
              <a:gd name="T64" fmla="*/ 141 w 346"/>
              <a:gd name="T65" fmla="*/ 394 h 1314"/>
              <a:gd name="T66" fmla="*/ 69 w 346"/>
              <a:gd name="T67" fmla="*/ 395 h 1314"/>
              <a:gd name="T68" fmla="*/ 28 w 346"/>
              <a:gd name="T69" fmla="*/ 354 h 1314"/>
              <a:gd name="T70" fmla="*/ 26 w 346"/>
              <a:gd name="T71" fmla="*/ 322 h 1314"/>
              <a:gd name="T72" fmla="*/ 346 w 346"/>
              <a:gd name="T73" fmla="*/ 3 h 1314"/>
              <a:gd name="T74" fmla="*/ 34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136" y="701"/>
                </a:moveTo>
                <a:cubicBezTo>
                  <a:pt x="135" y="727"/>
                  <a:pt x="135" y="727"/>
                  <a:pt x="135" y="727"/>
                </a:cubicBezTo>
                <a:cubicBezTo>
                  <a:pt x="245" y="836"/>
                  <a:pt x="245" y="836"/>
                  <a:pt x="245" y="836"/>
                </a:cubicBezTo>
                <a:cubicBezTo>
                  <a:pt x="243" y="943"/>
                  <a:pt x="243" y="943"/>
                  <a:pt x="243" y="943"/>
                </a:cubicBezTo>
                <a:cubicBezTo>
                  <a:pt x="0" y="1186"/>
                  <a:pt x="0" y="1186"/>
                  <a:pt x="0" y="1186"/>
                </a:cubicBezTo>
                <a:cubicBezTo>
                  <a:pt x="0" y="1291"/>
                  <a:pt x="0" y="1291"/>
                  <a:pt x="0" y="1291"/>
                </a:cubicBezTo>
                <a:cubicBezTo>
                  <a:pt x="0" y="1314"/>
                  <a:pt x="0" y="1314"/>
                  <a:pt x="0" y="1314"/>
                </a:cubicBezTo>
                <a:cubicBezTo>
                  <a:pt x="4" y="1314"/>
                  <a:pt x="4" y="1314"/>
                  <a:pt x="4" y="1314"/>
                </a:cubicBezTo>
                <a:cubicBezTo>
                  <a:pt x="4" y="1291"/>
                  <a:pt x="4" y="1291"/>
                  <a:pt x="4" y="1291"/>
                </a:cubicBezTo>
                <a:cubicBezTo>
                  <a:pt x="4" y="1187"/>
                  <a:pt x="4" y="1187"/>
                  <a:pt x="4" y="1187"/>
                </a:cubicBezTo>
                <a:cubicBezTo>
                  <a:pt x="247" y="945"/>
                  <a:pt x="247" y="945"/>
                  <a:pt x="247" y="945"/>
                </a:cubicBezTo>
                <a:cubicBezTo>
                  <a:pt x="249" y="835"/>
                  <a:pt x="249" y="835"/>
                  <a:pt x="249" y="835"/>
                </a:cubicBezTo>
                <a:cubicBezTo>
                  <a:pt x="139" y="726"/>
                  <a:pt x="139" y="726"/>
                  <a:pt x="139" y="726"/>
                </a:cubicBezTo>
                <a:cubicBezTo>
                  <a:pt x="140" y="702"/>
                  <a:pt x="140" y="702"/>
                  <a:pt x="140" y="702"/>
                </a:cubicBezTo>
                <a:cubicBezTo>
                  <a:pt x="138" y="702"/>
                  <a:pt x="137" y="702"/>
                  <a:pt x="136" y="701"/>
                </a:cubicBezTo>
                <a:moveTo>
                  <a:pt x="343" y="0"/>
                </a:moveTo>
                <a:cubicBezTo>
                  <a:pt x="22" y="321"/>
                  <a:pt x="22" y="321"/>
                  <a:pt x="22" y="321"/>
                </a:cubicBezTo>
                <a:cubicBezTo>
                  <a:pt x="24" y="356"/>
                  <a:pt x="24" y="356"/>
                  <a:pt x="24" y="356"/>
                </a:cubicBezTo>
                <a:cubicBezTo>
                  <a:pt x="67" y="399"/>
                  <a:pt x="67" y="399"/>
                  <a:pt x="67" y="399"/>
                </a:cubicBezTo>
                <a:cubicBezTo>
                  <a:pt x="140" y="398"/>
                  <a:pt x="140" y="398"/>
                  <a:pt x="140" y="398"/>
                </a:cubicBezTo>
                <a:cubicBezTo>
                  <a:pt x="185" y="443"/>
                  <a:pt x="185" y="443"/>
                  <a:pt x="185" y="443"/>
                </a:cubicBezTo>
                <a:cubicBezTo>
                  <a:pt x="182" y="484"/>
                  <a:pt x="182" y="484"/>
                  <a:pt x="182" y="484"/>
                </a:cubicBezTo>
                <a:cubicBezTo>
                  <a:pt x="110" y="556"/>
                  <a:pt x="110" y="556"/>
                  <a:pt x="110" y="556"/>
                </a:cubicBezTo>
                <a:cubicBezTo>
                  <a:pt x="108" y="604"/>
                  <a:pt x="108" y="604"/>
                  <a:pt x="108" y="604"/>
                </a:cubicBezTo>
                <a:cubicBezTo>
                  <a:pt x="136" y="632"/>
                  <a:pt x="136" y="632"/>
                  <a:pt x="136" y="632"/>
                </a:cubicBezTo>
                <a:cubicBezTo>
                  <a:pt x="136" y="661"/>
                  <a:pt x="136" y="661"/>
                  <a:pt x="136" y="661"/>
                </a:cubicBezTo>
                <a:cubicBezTo>
                  <a:pt x="137" y="661"/>
                  <a:pt x="139" y="661"/>
                  <a:pt x="140" y="661"/>
                </a:cubicBezTo>
                <a:cubicBezTo>
                  <a:pt x="140" y="630"/>
                  <a:pt x="140" y="630"/>
                  <a:pt x="140" y="630"/>
                </a:cubicBezTo>
                <a:cubicBezTo>
                  <a:pt x="112" y="602"/>
                  <a:pt x="112" y="602"/>
                  <a:pt x="112" y="602"/>
                </a:cubicBezTo>
                <a:cubicBezTo>
                  <a:pt x="113" y="557"/>
                  <a:pt x="113" y="557"/>
                  <a:pt x="113" y="557"/>
                </a:cubicBezTo>
                <a:cubicBezTo>
                  <a:pt x="186" y="485"/>
                  <a:pt x="186" y="485"/>
                  <a:pt x="186" y="485"/>
                </a:cubicBezTo>
                <a:cubicBezTo>
                  <a:pt x="189" y="442"/>
                  <a:pt x="189" y="442"/>
                  <a:pt x="189" y="442"/>
                </a:cubicBezTo>
                <a:cubicBezTo>
                  <a:pt x="141" y="394"/>
                  <a:pt x="141" y="394"/>
                  <a:pt x="141" y="394"/>
                </a:cubicBezTo>
                <a:cubicBezTo>
                  <a:pt x="69" y="395"/>
                  <a:pt x="69" y="395"/>
                  <a:pt x="69" y="395"/>
                </a:cubicBezTo>
                <a:cubicBezTo>
                  <a:pt x="28" y="354"/>
                  <a:pt x="28" y="354"/>
                  <a:pt x="28" y="354"/>
                </a:cubicBezTo>
                <a:cubicBezTo>
                  <a:pt x="26" y="322"/>
                  <a:pt x="26" y="322"/>
                  <a:pt x="26" y="322"/>
                </a:cubicBezTo>
                <a:cubicBezTo>
                  <a:pt x="346" y="3"/>
                  <a:pt x="346" y="3"/>
                  <a:pt x="346" y="3"/>
                </a:cubicBezTo>
                <a:cubicBezTo>
                  <a:pt x="343" y="0"/>
                  <a:pt x="343" y="0"/>
                  <a:pt x="34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5" name="Freeform 765"/>
          <p:cNvSpPr>
            <a:spLocks noEditPoints="1"/>
          </p:cNvSpPr>
          <p:nvPr/>
        </p:nvSpPr>
        <p:spPr bwMode="auto">
          <a:xfrm>
            <a:off x="10765655" y="-3470281"/>
            <a:ext cx="2143126" cy="6126174"/>
          </a:xfrm>
          <a:custGeom>
            <a:avLst/>
            <a:gdLst>
              <a:gd name="T0" fmla="*/ 244 w 517"/>
              <a:gd name="T1" fmla="*/ 479 h 1478"/>
              <a:gd name="T2" fmla="*/ 240 w 517"/>
              <a:gd name="T3" fmla="*/ 479 h 1478"/>
              <a:gd name="T4" fmla="*/ 240 w 517"/>
              <a:gd name="T5" fmla="*/ 479 h 1478"/>
              <a:gd name="T6" fmla="*/ 240 w 517"/>
              <a:gd name="T7" fmla="*/ 479 h 1478"/>
              <a:gd name="T8" fmla="*/ 239 w 517"/>
              <a:gd name="T9" fmla="*/ 497 h 1478"/>
              <a:gd name="T10" fmla="*/ 278 w 517"/>
              <a:gd name="T11" fmla="*/ 536 h 1478"/>
              <a:gd name="T12" fmla="*/ 280 w 517"/>
              <a:gd name="T13" fmla="*/ 562 h 1478"/>
              <a:gd name="T14" fmla="*/ 253 w 517"/>
              <a:gd name="T15" fmla="*/ 590 h 1478"/>
              <a:gd name="T16" fmla="*/ 252 w 517"/>
              <a:gd name="T17" fmla="*/ 619 h 1478"/>
              <a:gd name="T18" fmla="*/ 232 w 517"/>
              <a:gd name="T19" fmla="*/ 639 h 1478"/>
              <a:gd name="T20" fmla="*/ 229 w 517"/>
              <a:gd name="T21" fmla="*/ 696 h 1478"/>
              <a:gd name="T22" fmla="*/ 400 w 517"/>
              <a:gd name="T23" fmla="*/ 867 h 1478"/>
              <a:gd name="T24" fmla="*/ 403 w 517"/>
              <a:gd name="T25" fmla="*/ 938 h 1478"/>
              <a:gd name="T26" fmla="*/ 145 w 517"/>
              <a:gd name="T27" fmla="*/ 1195 h 1478"/>
              <a:gd name="T28" fmla="*/ 143 w 517"/>
              <a:gd name="T29" fmla="*/ 1299 h 1478"/>
              <a:gd name="T30" fmla="*/ 0 w 517"/>
              <a:gd name="T31" fmla="*/ 1442 h 1478"/>
              <a:gd name="T32" fmla="*/ 0 w 517"/>
              <a:gd name="T33" fmla="*/ 1456 h 1478"/>
              <a:gd name="T34" fmla="*/ 1 w 517"/>
              <a:gd name="T35" fmla="*/ 1478 h 1478"/>
              <a:gd name="T36" fmla="*/ 5 w 517"/>
              <a:gd name="T37" fmla="*/ 1478 h 1478"/>
              <a:gd name="T38" fmla="*/ 4 w 517"/>
              <a:gd name="T39" fmla="*/ 1455 h 1478"/>
              <a:gd name="T40" fmla="*/ 4 w 517"/>
              <a:gd name="T41" fmla="*/ 1444 h 1478"/>
              <a:gd name="T42" fmla="*/ 147 w 517"/>
              <a:gd name="T43" fmla="*/ 1300 h 1478"/>
              <a:gd name="T44" fmla="*/ 149 w 517"/>
              <a:gd name="T45" fmla="*/ 1197 h 1478"/>
              <a:gd name="T46" fmla="*/ 407 w 517"/>
              <a:gd name="T47" fmla="*/ 939 h 1478"/>
              <a:gd name="T48" fmla="*/ 404 w 517"/>
              <a:gd name="T49" fmla="*/ 865 h 1478"/>
              <a:gd name="T50" fmla="*/ 233 w 517"/>
              <a:gd name="T51" fmla="*/ 694 h 1478"/>
              <a:gd name="T52" fmla="*/ 236 w 517"/>
              <a:gd name="T53" fmla="*/ 640 h 1478"/>
              <a:gd name="T54" fmla="*/ 256 w 517"/>
              <a:gd name="T55" fmla="*/ 620 h 1478"/>
              <a:gd name="T56" fmla="*/ 257 w 517"/>
              <a:gd name="T57" fmla="*/ 591 h 1478"/>
              <a:gd name="T58" fmla="*/ 285 w 517"/>
              <a:gd name="T59" fmla="*/ 563 h 1478"/>
              <a:gd name="T60" fmla="*/ 282 w 517"/>
              <a:gd name="T61" fmla="*/ 534 h 1478"/>
              <a:gd name="T62" fmla="*/ 243 w 517"/>
              <a:gd name="T63" fmla="*/ 495 h 1478"/>
              <a:gd name="T64" fmla="*/ 244 w 517"/>
              <a:gd name="T65" fmla="*/ 479 h 1478"/>
              <a:gd name="T66" fmla="*/ 514 w 517"/>
              <a:gd name="T67" fmla="*/ 0 h 1478"/>
              <a:gd name="T68" fmla="*/ 180 w 517"/>
              <a:gd name="T69" fmla="*/ 334 h 1478"/>
              <a:gd name="T70" fmla="*/ 182 w 517"/>
              <a:gd name="T71" fmla="*/ 366 h 1478"/>
              <a:gd name="T72" fmla="*/ 241 w 517"/>
              <a:gd name="T73" fmla="*/ 425 h 1478"/>
              <a:gd name="T74" fmla="*/ 241 w 517"/>
              <a:gd name="T75" fmla="*/ 438 h 1478"/>
              <a:gd name="T76" fmla="*/ 245 w 517"/>
              <a:gd name="T77" fmla="*/ 438 h 1478"/>
              <a:gd name="T78" fmla="*/ 245 w 517"/>
              <a:gd name="T79" fmla="*/ 424 h 1478"/>
              <a:gd name="T80" fmla="*/ 186 w 517"/>
              <a:gd name="T81" fmla="*/ 364 h 1478"/>
              <a:gd name="T82" fmla="*/ 184 w 517"/>
              <a:gd name="T83" fmla="*/ 336 h 1478"/>
              <a:gd name="T84" fmla="*/ 517 w 517"/>
              <a:gd name="T85" fmla="*/ 3 h 1478"/>
              <a:gd name="T86" fmla="*/ 514 w 517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7" h="1478">
                <a:moveTo>
                  <a:pt x="244" y="479"/>
                </a:moveTo>
                <a:cubicBezTo>
                  <a:pt x="243" y="479"/>
                  <a:pt x="241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39" y="497"/>
                  <a:pt x="239" y="497"/>
                  <a:pt x="239" y="497"/>
                </a:cubicBezTo>
                <a:cubicBezTo>
                  <a:pt x="278" y="536"/>
                  <a:pt x="278" y="536"/>
                  <a:pt x="278" y="536"/>
                </a:cubicBezTo>
                <a:cubicBezTo>
                  <a:pt x="280" y="562"/>
                  <a:pt x="280" y="562"/>
                  <a:pt x="280" y="562"/>
                </a:cubicBezTo>
                <a:cubicBezTo>
                  <a:pt x="253" y="590"/>
                  <a:pt x="253" y="590"/>
                  <a:pt x="253" y="590"/>
                </a:cubicBezTo>
                <a:cubicBezTo>
                  <a:pt x="252" y="619"/>
                  <a:pt x="252" y="619"/>
                  <a:pt x="252" y="619"/>
                </a:cubicBezTo>
                <a:cubicBezTo>
                  <a:pt x="232" y="639"/>
                  <a:pt x="232" y="639"/>
                  <a:pt x="232" y="639"/>
                </a:cubicBezTo>
                <a:cubicBezTo>
                  <a:pt x="229" y="696"/>
                  <a:pt x="229" y="696"/>
                  <a:pt x="229" y="696"/>
                </a:cubicBezTo>
                <a:cubicBezTo>
                  <a:pt x="400" y="867"/>
                  <a:pt x="400" y="867"/>
                  <a:pt x="400" y="867"/>
                </a:cubicBezTo>
                <a:cubicBezTo>
                  <a:pt x="403" y="938"/>
                  <a:pt x="403" y="938"/>
                  <a:pt x="403" y="938"/>
                </a:cubicBezTo>
                <a:cubicBezTo>
                  <a:pt x="145" y="1195"/>
                  <a:pt x="145" y="1195"/>
                  <a:pt x="145" y="1195"/>
                </a:cubicBezTo>
                <a:cubicBezTo>
                  <a:pt x="143" y="1299"/>
                  <a:pt x="143" y="1299"/>
                  <a:pt x="143" y="1299"/>
                </a:cubicBezTo>
                <a:cubicBezTo>
                  <a:pt x="0" y="1442"/>
                  <a:pt x="0" y="1442"/>
                  <a:pt x="0" y="1442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1" y="1478"/>
                  <a:pt x="1" y="1478"/>
                  <a:pt x="1" y="1478"/>
                </a:cubicBezTo>
                <a:cubicBezTo>
                  <a:pt x="5" y="1478"/>
                  <a:pt x="5" y="1478"/>
                  <a:pt x="5" y="1478"/>
                </a:cubicBezTo>
                <a:cubicBezTo>
                  <a:pt x="4" y="1455"/>
                  <a:pt x="4" y="1455"/>
                  <a:pt x="4" y="1455"/>
                </a:cubicBezTo>
                <a:cubicBezTo>
                  <a:pt x="4" y="1444"/>
                  <a:pt x="4" y="1444"/>
                  <a:pt x="4" y="1444"/>
                </a:cubicBezTo>
                <a:cubicBezTo>
                  <a:pt x="147" y="1300"/>
                  <a:pt x="147" y="1300"/>
                  <a:pt x="147" y="1300"/>
                </a:cubicBezTo>
                <a:cubicBezTo>
                  <a:pt x="149" y="1197"/>
                  <a:pt x="149" y="1197"/>
                  <a:pt x="149" y="1197"/>
                </a:cubicBezTo>
                <a:cubicBezTo>
                  <a:pt x="407" y="939"/>
                  <a:pt x="407" y="939"/>
                  <a:pt x="407" y="939"/>
                </a:cubicBezTo>
                <a:cubicBezTo>
                  <a:pt x="404" y="865"/>
                  <a:pt x="404" y="865"/>
                  <a:pt x="404" y="865"/>
                </a:cubicBezTo>
                <a:cubicBezTo>
                  <a:pt x="233" y="694"/>
                  <a:pt x="233" y="694"/>
                  <a:pt x="233" y="694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6" y="620"/>
                  <a:pt x="256" y="620"/>
                  <a:pt x="256" y="620"/>
                </a:cubicBezTo>
                <a:cubicBezTo>
                  <a:pt x="257" y="591"/>
                  <a:pt x="257" y="591"/>
                  <a:pt x="257" y="591"/>
                </a:cubicBezTo>
                <a:cubicBezTo>
                  <a:pt x="285" y="563"/>
                  <a:pt x="285" y="563"/>
                  <a:pt x="285" y="563"/>
                </a:cubicBezTo>
                <a:cubicBezTo>
                  <a:pt x="282" y="534"/>
                  <a:pt x="282" y="534"/>
                  <a:pt x="282" y="534"/>
                </a:cubicBezTo>
                <a:cubicBezTo>
                  <a:pt x="243" y="495"/>
                  <a:pt x="243" y="495"/>
                  <a:pt x="243" y="495"/>
                </a:cubicBezTo>
                <a:cubicBezTo>
                  <a:pt x="244" y="479"/>
                  <a:pt x="244" y="479"/>
                  <a:pt x="244" y="479"/>
                </a:cubicBezTo>
                <a:moveTo>
                  <a:pt x="514" y="0"/>
                </a:moveTo>
                <a:cubicBezTo>
                  <a:pt x="180" y="334"/>
                  <a:pt x="180" y="334"/>
                  <a:pt x="180" y="334"/>
                </a:cubicBezTo>
                <a:cubicBezTo>
                  <a:pt x="182" y="366"/>
                  <a:pt x="182" y="366"/>
                  <a:pt x="182" y="366"/>
                </a:cubicBezTo>
                <a:cubicBezTo>
                  <a:pt x="241" y="425"/>
                  <a:pt x="241" y="425"/>
                  <a:pt x="241" y="425"/>
                </a:cubicBezTo>
                <a:cubicBezTo>
                  <a:pt x="241" y="438"/>
                  <a:pt x="241" y="438"/>
                  <a:pt x="241" y="438"/>
                </a:cubicBezTo>
                <a:cubicBezTo>
                  <a:pt x="242" y="438"/>
                  <a:pt x="243" y="438"/>
                  <a:pt x="245" y="438"/>
                </a:cubicBezTo>
                <a:cubicBezTo>
                  <a:pt x="245" y="424"/>
                  <a:pt x="245" y="424"/>
                  <a:pt x="245" y="424"/>
                </a:cubicBezTo>
                <a:cubicBezTo>
                  <a:pt x="186" y="364"/>
                  <a:pt x="186" y="364"/>
                  <a:pt x="186" y="364"/>
                </a:cubicBezTo>
                <a:cubicBezTo>
                  <a:pt x="184" y="336"/>
                  <a:pt x="184" y="336"/>
                  <a:pt x="184" y="336"/>
                </a:cubicBezTo>
                <a:cubicBezTo>
                  <a:pt x="517" y="3"/>
                  <a:pt x="517" y="3"/>
                  <a:pt x="517" y="3"/>
                </a:cubicBezTo>
                <a:cubicBezTo>
                  <a:pt x="514" y="0"/>
                  <a:pt x="514" y="0"/>
                  <a:pt x="5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6" name="Freeform 766"/>
          <p:cNvSpPr>
            <a:spLocks/>
          </p:cNvSpPr>
          <p:nvPr/>
        </p:nvSpPr>
        <p:spPr bwMode="auto">
          <a:xfrm>
            <a:off x="11272068" y="-3441706"/>
            <a:ext cx="1536700" cy="2433642"/>
          </a:xfrm>
          <a:custGeom>
            <a:avLst/>
            <a:gdLst>
              <a:gd name="T0" fmla="*/ 368 w 371"/>
              <a:gd name="T1" fmla="*/ 0 h 587"/>
              <a:gd name="T2" fmla="*/ 368 w 371"/>
              <a:gd name="T3" fmla="*/ 0 h 587"/>
              <a:gd name="T4" fmla="*/ 2 w 371"/>
              <a:gd name="T5" fmla="*/ 367 h 587"/>
              <a:gd name="T6" fmla="*/ 0 w 371"/>
              <a:gd name="T7" fmla="*/ 424 h 587"/>
              <a:gd name="T8" fmla="*/ 70 w 371"/>
              <a:gd name="T9" fmla="*/ 494 h 587"/>
              <a:gd name="T10" fmla="*/ 72 w 371"/>
              <a:gd name="T11" fmla="*/ 522 h 587"/>
              <a:gd name="T12" fmla="*/ 32 w 371"/>
              <a:gd name="T13" fmla="*/ 563 h 587"/>
              <a:gd name="T14" fmla="*/ 32 w 371"/>
              <a:gd name="T15" fmla="*/ 587 h 587"/>
              <a:gd name="T16" fmla="*/ 36 w 371"/>
              <a:gd name="T17" fmla="*/ 586 h 587"/>
              <a:gd name="T18" fmla="*/ 36 w 371"/>
              <a:gd name="T19" fmla="*/ 586 h 587"/>
              <a:gd name="T20" fmla="*/ 36 w 371"/>
              <a:gd name="T21" fmla="*/ 586 h 587"/>
              <a:gd name="T22" fmla="*/ 36 w 371"/>
              <a:gd name="T23" fmla="*/ 564 h 587"/>
              <a:gd name="T24" fmla="*/ 76 w 371"/>
              <a:gd name="T25" fmla="*/ 524 h 587"/>
              <a:gd name="T26" fmla="*/ 74 w 371"/>
              <a:gd name="T27" fmla="*/ 492 h 587"/>
              <a:gd name="T28" fmla="*/ 4 w 371"/>
              <a:gd name="T29" fmla="*/ 423 h 587"/>
              <a:gd name="T30" fmla="*/ 6 w 371"/>
              <a:gd name="T31" fmla="*/ 368 h 587"/>
              <a:gd name="T32" fmla="*/ 371 w 371"/>
              <a:gd name="T33" fmla="*/ 3 h 587"/>
              <a:gd name="T34" fmla="*/ 368 w 371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1" h="587">
                <a:moveTo>
                  <a:pt x="368" y="0"/>
                </a:moveTo>
                <a:cubicBezTo>
                  <a:pt x="368" y="0"/>
                  <a:pt x="368" y="0"/>
                  <a:pt x="368" y="0"/>
                </a:cubicBezTo>
                <a:cubicBezTo>
                  <a:pt x="2" y="367"/>
                  <a:pt x="2" y="367"/>
                  <a:pt x="2" y="367"/>
                </a:cubicBezTo>
                <a:cubicBezTo>
                  <a:pt x="0" y="424"/>
                  <a:pt x="0" y="424"/>
                  <a:pt x="0" y="424"/>
                </a:cubicBezTo>
                <a:cubicBezTo>
                  <a:pt x="70" y="494"/>
                  <a:pt x="70" y="494"/>
                  <a:pt x="70" y="494"/>
                </a:cubicBezTo>
                <a:cubicBezTo>
                  <a:pt x="72" y="522"/>
                  <a:pt x="72" y="522"/>
                  <a:pt x="72" y="522"/>
                </a:cubicBezTo>
                <a:cubicBezTo>
                  <a:pt x="32" y="563"/>
                  <a:pt x="32" y="563"/>
                  <a:pt x="32" y="563"/>
                </a:cubicBezTo>
                <a:cubicBezTo>
                  <a:pt x="32" y="587"/>
                  <a:pt x="32" y="587"/>
                  <a:pt x="32" y="587"/>
                </a:cubicBezTo>
                <a:cubicBezTo>
                  <a:pt x="34" y="587"/>
                  <a:pt x="35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64"/>
                  <a:pt x="36" y="564"/>
                  <a:pt x="36" y="564"/>
                </a:cubicBezTo>
                <a:cubicBezTo>
                  <a:pt x="76" y="524"/>
                  <a:pt x="76" y="524"/>
                  <a:pt x="76" y="524"/>
                </a:cubicBezTo>
                <a:cubicBezTo>
                  <a:pt x="74" y="492"/>
                  <a:pt x="74" y="492"/>
                  <a:pt x="74" y="492"/>
                </a:cubicBezTo>
                <a:cubicBezTo>
                  <a:pt x="4" y="423"/>
                  <a:pt x="4" y="423"/>
                  <a:pt x="4" y="423"/>
                </a:cubicBezTo>
                <a:cubicBezTo>
                  <a:pt x="6" y="368"/>
                  <a:pt x="6" y="368"/>
                  <a:pt x="6" y="368"/>
                </a:cubicBezTo>
                <a:cubicBezTo>
                  <a:pt x="371" y="3"/>
                  <a:pt x="371" y="3"/>
                  <a:pt x="371" y="3"/>
                </a:cubicBezTo>
                <a:cubicBezTo>
                  <a:pt x="368" y="0"/>
                  <a:pt x="368" y="0"/>
                  <a:pt x="36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7" name="Freeform 767"/>
          <p:cNvSpPr>
            <a:spLocks/>
          </p:cNvSpPr>
          <p:nvPr/>
        </p:nvSpPr>
        <p:spPr bwMode="auto">
          <a:xfrm>
            <a:off x="11176818" y="-3706819"/>
            <a:ext cx="1781176" cy="2251079"/>
          </a:xfrm>
          <a:custGeom>
            <a:avLst/>
            <a:gdLst>
              <a:gd name="T0" fmla="*/ 427 w 430"/>
              <a:gd name="T1" fmla="*/ 0 h 543"/>
              <a:gd name="T2" fmla="*/ 2 w 430"/>
              <a:gd name="T3" fmla="*/ 425 h 543"/>
              <a:gd name="T4" fmla="*/ 0 w 430"/>
              <a:gd name="T5" fmla="*/ 499 h 543"/>
              <a:gd name="T6" fmla="*/ 37 w 430"/>
              <a:gd name="T7" fmla="*/ 535 h 543"/>
              <a:gd name="T8" fmla="*/ 37 w 430"/>
              <a:gd name="T9" fmla="*/ 543 h 543"/>
              <a:gd name="T10" fmla="*/ 41 w 430"/>
              <a:gd name="T11" fmla="*/ 543 h 543"/>
              <a:gd name="T12" fmla="*/ 41 w 430"/>
              <a:gd name="T13" fmla="*/ 534 h 543"/>
              <a:gd name="T14" fmla="*/ 4 w 430"/>
              <a:gd name="T15" fmla="*/ 497 h 543"/>
              <a:gd name="T16" fmla="*/ 6 w 430"/>
              <a:gd name="T17" fmla="*/ 427 h 543"/>
              <a:gd name="T18" fmla="*/ 430 w 430"/>
              <a:gd name="T19" fmla="*/ 3 h 543"/>
              <a:gd name="T20" fmla="*/ 427 w 430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30" h="543">
                <a:moveTo>
                  <a:pt x="427" y="0"/>
                </a:moveTo>
                <a:cubicBezTo>
                  <a:pt x="2" y="425"/>
                  <a:pt x="2" y="425"/>
                  <a:pt x="2" y="425"/>
                </a:cubicBezTo>
                <a:cubicBezTo>
                  <a:pt x="0" y="499"/>
                  <a:pt x="0" y="499"/>
                  <a:pt x="0" y="499"/>
                </a:cubicBezTo>
                <a:cubicBezTo>
                  <a:pt x="37" y="535"/>
                  <a:pt x="37" y="535"/>
                  <a:pt x="37" y="535"/>
                </a:cubicBezTo>
                <a:cubicBezTo>
                  <a:pt x="37" y="543"/>
                  <a:pt x="37" y="543"/>
                  <a:pt x="37" y="543"/>
                </a:cubicBezTo>
                <a:cubicBezTo>
                  <a:pt x="38" y="543"/>
                  <a:pt x="40" y="543"/>
                  <a:pt x="41" y="543"/>
                </a:cubicBezTo>
                <a:cubicBezTo>
                  <a:pt x="41" y="534"/>
                  <a:pt x="41" y="534"/>
                  <a:pt x="41" y="534"/>
                </a:cubicBezTo>
                <a:cubicBezTo>
                  <a:pt x="4" y="497"/>
                  <a:pt x="4" y="497"/>
                  <a:pt x="4" y="497"/>
                </a:cubicBezTo>
                <a:cubicBezTo>
                  <a:pt x="6" y="427"/>
                  <a:pt x="6" y="427"/>
                  <a:pt x="6" y="427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8" name="Freeform 768"/>
          <p:cNvSpPr>
            <a:spLocks/>
          </p:cNvSpPr>
          <p:nvPr/>
        </p:nvSpPr>
        <p:spPr bwMode="auto">
          <a:xfrm>
            <a:off x="12502381" y="-1157289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8 h 33"/>
              <a:gd name="T12" fmla="*/ 17 w 33"/>
              <a:gd name="T13" fmla="*/ 33 h 33"/>
              <a:gd name="T14" fmla="*/ 28 w 33"/>
              <a:gd name="T15" fmla="*/ 28 h 33"/>
              <a:gd name="T16" fmla="*/ 33 w 33"/>
              <a:gd name="T17" fmla="*/ 17 h 33"/>
              <a:gd name="T18" fmla="*/ 28 w 33"/>
              <a:gd name="T19" fmla="*/ 5 h 33"/>
              <a:gd name="T20" fmla="*/ 17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29" name="Freeform 769"/>
          <p:cNvSpPr>
            <a:spLocks noEditPoints="1"/>
          </p:cNvSpPr>
          <p:nvPr/>
        </p:nvSpPr>
        <p:spPr bwMode="auto">
          <a:xfrm>
            <a:off x="12486506" y="-1174752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1 w 41"/>
              <a:gd name="T23" fmla="*/ 0 h 41"/>
              <a:gd name="T24" fmla="*/ 21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17 h 41"/>
              <a:gd name="T32" fmla="*/ 0 w 41"/>
              <a:gd name="T33" fmla="*/ 21 h 41"/>
              <a:gd name="T34" fmla="*/ 0 w 41"/>
              <a:gd name="T35" fmla="*/ 21 h 41"/>
              <a:gd name="T36" fmla="*/ 6 w 41"/>
              <a:gd name="T37" fmla="*/ 35 h 41"/>
              <a:gd name="T38" fmla="*/ 21 w 41"/>
              <a:gd name="T39" fmla="*/ 41 h 41"/>
              <a:gd name="T40" fmla="*/ 21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41 w 41"/>
              <a:gd name="T47" fmla="*/ 21 h 41"/>
              <a:gd name="T48" fmla="*/ 41 w 41"/>
              <a:gd name="T49" fmla="*/ 17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0" y="13"/>
                  <a:pt x="38" y="9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0" name="Freeform 770"/>
          <p:cNvSpPr>
            <a:spLocks/>
          </p:cNvSpPr>
          <p:nvPr/>
        </p:nvSpPr>
        <p:spPr bwMode="auto">
          <a:xfrm>
            <a:off x="11694343" y="-163830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1" name="Freeform 771"/>
          <p:cNvSpPr>
            <a:spLocks noEditPoints="1"/>
          </p:cNvSpPr>
          <p:nvPr/>
        </p:nvSpPr>
        <p:spPr bwMode="auto">
          <a:xfrm>
            <a:off x="11678468" y="-165576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6 w 41"/>
              <a:gd name="T29" fmla="*/ 6 h 41"/>
              <a:gd name="T30" fmla="*/ 6 w 41"/>
              <a:gd name="T31" fmla="*/ 6 h 41"/>
              <a:gd name="T32" fmla="*/ 6 w 41"/>
              <a:gd name="T33" fmla="*/ 6 h 41"/>
              <a:gd name="T34" fmla="*/ 0 w 41"/>
              <a:gd name="T35" fmla="*/ 21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35 w 41"/>
              <a:gd name="T47" fmla="*/ 35 h 41"/>
              <a:gd name="T48" fmla="*/ 41 w 41"/>
              <a:gd name="T49" fmla="*/ 21 h 41"/>
              <a:gd name="T50" fmla="*/ 35 w 41"/>
              <a:gd name="T51" fmla="*/ 6 h 41"/>
              <a:gd name="T52" fmla="*/ 25 w 41"/>
              <a:gd name="T53" fmla="*/ 0 h 41"/>
              <a:gd name="T54" fmla="*/ 21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8" y="40"/>
                  <a:pt x="32" y="38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2" y="3"/>
                  <a:pt x="28" y="1"/>
                  <a:pt x="25" y="0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2" name="Freeform 772"/>
          <p:cNvSpPr>
            <a:spLocks noEditPoints="1"/>
          </p:cNvSpPr>
          <p:nvPr/>
        </p:nvSpPr>
        <p:spPr bwMode="auto">
          <a:xfrm>
            <a:off x="9368655" y="517526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7 w 57"/>
              <a:gd name="T19" fmla="*/ 7 h 57"/>
              <a:gd name="T20" fmla="*/ 9 w 57"/>
              <a:gd name="T21" fmla="*/ 8 h 57"/>
              <a:gd name="T22" fmla="*/ 0 w 57"/>
              <a:gd name="T23" fmla="*/ 28 h 57"/>
              <a:gd name="T24" fmla="*/ 9 w 57"/>
              <a:gd name="T25" fmla="*/ 48 h 57"/>
              <a:gd name="T26" fmla="*/ 29 w 57"/>
              <a:gd name="T27" fmla="*/ 57 h 57"/>
              <a:gd name="T28" fmla="*/ 49 w 57"/>
              <a:gd name="T29" fmla="*/ 48 h 57"/>
              <a:gd name="T30" fmla="*/ 57 w 57"/>
              <a:gd name="T31" fmla="*/ 28 h 57"/>
              <a:gd name="T32" fmla="*/ 49 w 57"/>
              <a:gd name="T33" fmla="*/ 8 h 57"/>
              <a:gd name="T34" fmla="*/ 29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7" y="7"/>
                  <a:pt x="7" y="7"/>
                  <a:pt x="7" y="7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3" name="Freeform 773"/>
          <p:cNvSpPr>
            <a:spLocks noEditPoints="1"/>
          </p:cNvSpPr>
          <p:nvPr/>
        </p:nvSpPr>
        <p:spPr bwMode="auto">
          <a:xfrm>
            <a:off x="9352780" y="500064"/>
            <a:ext cx="269875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1 w 65"/>
              <a:gd name="T19" fmla="*/ 11 h 65"/>
              <a:gd name="T20" fmla="*/ 13 w 65"/>
              <a:gd name="T21" fmla="*/ 12 h 65"/>
              <a:gd name="T22" fmla="*/ 33 w 65"/>
              <a:gd name="T23" fmla="*/ 0 h 65"/>
              <a:gd name="T24" fmla="*/ 33 w 65"/>
              <a:gd name="T25" fmla="*/ 0 h 65"/>
              <a:gd name="T26" fmla="*/ 10 w 65"/>
              <a:gd name="T27" fmla="*/ 9 h 65"/>
              <a:gd name="T28" fmla="*/ 10 w 65"/>
              <a:gd name="T29" fmla="*/ 9 h 65"/>
              <a:gd name="T30" fmla="*/ 0 w 65"/>
              <a:gd name="T31" fmla="*/ 32 h 65"/>
              <a:gd name="T32" fmla="*/ 10 w 65"/>
              <a:gd name="T33" fmla="*/ 55 h 65"/>
              <a:gd name="T34" fmla="*/ 33 w 65"/>
              <a:gd name="T35" fmla="*/ 65 h 65"/>
              <a:gd name="T36" fmla="*/ 33 w 65"/>
              <a:gd name="T37" fmla="*/ 65 h 65"/>
              <a:gd name="T38" fmla="*/ 56 w 65"/>
              <a:gd name="T39" fmla="*/ 55 h 65"/>
              <a:gd name="T40" fmla="*/ 65 w 65"/>
              <a:gd name="T41" fmla="*/ 32 h 65"/>
              <a:gd name="T42" fmla="*/ 56 w 65"/>
              <a:gd name="T43" fmla="*/ 10 h 65"/>
              <a:gd name="T44" fmla="*/ 56 w 65"/>
              <a:gd name="T45" fmla="*/ 9 h 65"/>
              <a:gd name="T46" fmla="*/ 54 w 65"/>
              <a:gd name="T47" fmla="*/ 8 h 65"/>
              <a:gd name="T48" fmla="*/ 33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1" y="11"/>
                  <a:pt x="11" y="11"/>
                  <a:pt x="11" y="11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7"/>
                  <a:pt x="56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3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4" name="Freeform 774"/>
          <p:cNvSpPr>
            <a:spLocks/>
          </p:cNvSpPr>
          <p:nvPr/>
        </p:nvSpPr>
        <p:spPr bwMode="auto">
          <a:xfrm>
            <a:off x="9401992" y="558801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5" name="Freeform 775"/>
          <p:cNvSpPr>
            <a:spLocks noEditPoints="1"/>
          </p:cNvSpPr>
          <p:nvPr/>
        </p:nvSpPr>
        <p:spPr bwMode="auto">
          <a:xfrm>
            <a:off x="10484667" y="1773241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6" name="Freeform 776"/>
          <p:cNvSpPr>
            <a:spLocks noEditPoints="1"/>
          </p:cNvSpPr>
          <p:nvPr/>
        </p:nvSpPr>
        <p:spPr bwMode="auto">
          <a:xfrm>
            <a:off x="10467205" y="1757366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2 w 65"/>
              <a:gd name="T33" fmla="*/ 64 h 64"/>
              <a:gd name="T34" fmla="*/ 32 w 65"/>
              <a:gd name="T35" fmla="*/ 64 h 64"/>
              <a:gd name="T36" fmla="*/ 55 w 65"/>
              <a:gd name="T37" fmla="*/ 55 h 64"/>
              <a:gd name="T38" fmla="*/ 65 w 65"/>
              <a:gd name="T39" fmla="*/ 32 h 64"/>
              <a:gd name="T40" fmla="*/ 55 w 65"/>
              <a:gd name="T41" fmla="*/ 9 h 64"/>
              <a:gd name="T42" fmla="*/ 38 w 65"/>
              <a:gd name="T43" fmla="*/ 0 h 64"/>
              <a:gd name="T44" fmla="*/ 34 w 65"/>
              <a:gd name="T45" fmla="*/ 0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0" y="4"/>
                  <a:pt x="45" y="1"/>
                  <a:pt x="38" y="0"/>
                </a:cubicBezTo>
                <a:cubicBezTo>
                  <a:pt x="37" y="0"/>
                  <a:pt x="36" y="0"/>
                  <a:pt x="34" y="0"/>
                </a:cubicBezTo>
                <a:cubicBezTo>
                  <a:pt x="34" y="0"/>
                  <a:pt x="33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7" name="Freeform 777"/>
          <p:cNvSpPr>
            <a:spLocks/>
          </p:cNvSpPr>
          <p:nvPr/>
        </p:nvSpPr>
        <p:spPr bwMode="auto">
          <a:xfrm>
            <a:off x="10518005" y="1811341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8" name="Freeform 778"/>
          <p:cNvSpPr>
            <a:spLocks noEditPoints="1"/>
          </p:cNvSpPr>
          <p:nvPr/>
        </p:nvSpPr>
        <p:spPr bwMode="auto">
          <a:xfrm>
            <a:off x="11010130" y="365919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8 h 57"/>
              <a:gd name="T24" fmla="*/ 29 w 57"/>
              <a:gd name="T25" fmla="*/ 57 h 57"/>
              <a:gd name="T26" fmla="*/ 49 w 57"/>
              <a:gd name="T27" fmla="*/ 48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39" name="Freeform 779"/>
          <p:cNvSpPr>
            <a:spLocks noEditPoints="1"/>
          </p:cNvSpPr>
          <p:nvPr/>
        </p:nvSpPr>
        <p:spPr bwMode="auto">
          <a:xfrm>
            <a:off x="10994255" y="3643320"/>
            <a:ext cx="268288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9 h 65"/>
              <a:gd name="T26" fmla="*/ 10 w 65"/>
              <a:gd name="T27" fmla="*/ 9 h 65"/>
              <a:gd name="T28" fmla="*/ 0 w 65"/>
              <a:gd name="T29" fmla="*/ 32 h 65"/>
              <a:gd name="T30" fmla="*/ 10 w 65"/>
              <a:gd name="T31" fmla="*/ 55 h 65"/>
              <a:gd name="T32" fmla="*/ 33 w 65"/>
              <a:gd name="T33" fmla="*/ 65 h 65"/>
              <a:gd name="T34" fmla="*/ 33 w 65"/>
              <a:gd name="T35" fmla="*/ 65 h 65"/>
              <a:gd name="T36" fmla="*/ 56 w 65"/>
              <a:gd name="T37" fmla="*/ 55 h 65"/>
              <a:gd name="T38" fmla="*/ 65 w 65"/>
              <a:gd name="T39" fmla="*/ 32 h 65"/>
              <a:gd name="T40" fmla="*/ 56 w 65"/>
              <a:gd name="T41" fmla="*/ 9 h 65"/>
              <a:gd name="T42" fmla="*/ 39 w 65"/>
              <a:gd name="T43" fmla="*/ 1 h 65"/>
              <a:gd name="T44" fmla="*/ 35 w 65"/>
              <a:gd name="T45" fmla="*/ 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1" y="5"/>
                  <a:pt x="45" y="2"/>
                  <a:pt x="39" y="1"/>
                </a:cubicBezTo>
                <a:cubicBezTo>
                  <a:pt x="38" y="0"/>
                  <a:pt x="36" y="0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0" name="Freeform 780"/>
          <p:cNvSpPr>
            <a:spLocks/>
          </p:cNvSpPr>
          <p:nvPr/>
        </p:nvSpPr>
        <p:spPr bwMode="auto">
          <a:xfrm>
            <a:off x="11043468" y="3702057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1" name="Freeform 781"/>
          <p:cNvSpPr>
            <a:spLocks noEditPoints="1"/>
          </p:cNvSpPr>
          <p:nvPr/>
        </p:nvSpPr>
        <p:spPr bwMode="auto">
          <a:xfrm>
            <a:off x="14612169" y="2851156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1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1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8 w 56"/>
              <a:gd name="T19" fmla="*/ 8 h 57"/>
              <a:gd name="T20" fmla="*/ 0 w 56"/>
              <a:gd name="T21" fmla="*/ 28 h 57"/>
              <a:gd name="T22" fmla="*/ 8 w 56"/>
              <a:gd name="T23" fmla="*/ 48 h 57"/>
              <a:gd name="T24" fmla="*/ 28 w 56"/>
              <a:gd name="T25" fmla="*/ 57 h 57"/>
              <a:gd name="T26" fmla="*/ 48 w 56"/>
              <a:gd name="T27" fmla="*/ 48 h 57"/>
              <a:gd name="T28" fmla="*/ 56 w 56"/>
              <a:gd name="T29" fmla="*/ 28 h 57"/>
              <a:gd name="T30" fmla="*/ 48 w 56"/>
              <a:gd name="T31" fmla="*/ 8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10"/>
                  <a:pt x="28" y="10"/>
                </a:cubicBezTo>
                <a:cubicBezTo>
                  <a:pt x="33" y="10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2" name="Freeform 782"/>
          <p:cNvSpPr>
            <a:spLocks noEditPoints="1"/>
          </p:cNvSpPr>
          <p:nvPr/>
        </p:nvSpPr>
        <p:spPr bwMode="auto">
          <a:xfrm>
            <a:off x="14596294" y="2835281"/>
            <a:ext cx="265113" cy="268288"/>
          </a:xfrm>
          <a:custGeom>
            <a:avLst/>
            <a:gdLst>
              <a:gd name="T0" fmla="*/ 12 w 64"/>
              <a:gd name="T1" fmla="*/ 12 h 65"/>
              <a:gd name="T2" fmla="*/ 32 w 64"/>
              <a:gd name="T3" fmla="*/ 4 h 65"/>
              <a:gd name="T4" fmla="*/ 52 w 64"/>
              <a:gd name="T5" fmla="*/ 12 h 65"/>
              <a:gd name="T6" fmla="*/ 60 w 64"/>
              <a:gd name="T7" fmla="*/ 32 h 65"/>
              <a:gd name="T8" fmla="*/ 52 w 64"/>
              <a:gd name="T9" fmla="*/ 52 h 65"/>
              <a:gd name="T10" fmla="*/ 32 w 64"/>
              <a:gd name="T11" fmla="*/ 61 h 65"/>
              <a:gd name="T12" fmla="*/ 12 w 64"/>
              <a:gd name="T13" fmla="*/ 52 h 65"/>
              <a:gd name="T14" fmla="*/ 4 w 64"/>
              <a:gd name="T15" fmla="*/ 32 h 65"/>
              <a:gd name="T16" fmla="*/ 12 w 64"/>
              <a:gd name="T17" fmla="*/ 12 h 65"/>
              <a:gd name="T18" fmla="*/ 12 w 64"/>
              <a:gd name="T19" fmla="*/ 12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9 h 65"/>
              <a:gd name="T26" fmla="*/ 9 w 64"/>
              <a:gd name="T27" fmla="*/ 9 h 65"/>
              <a:gd name="T28" fmla="*/ 0 w 64"/>
              <a:gd name="T29" fmla="*/ 32 h 65"/>
              <a:gd name="T30" fmla="*/ 9 w 64"/>
              <a:gd name="T31" fmla="*/ 55 h 65"/>
              <a:gd name="T32" fmla="*/ 32 w 64"/>
              <a:gd name="T33" fmla="*/ 65 h 65"/>
              <a:gd name="T34" fmla="*/ 32 w 64"/>
              <a:gd name="T35" fmla="*/ 65 h 65"/>
              <a:gd name="T36" fmla="*/ 55 w 64"/>
              <a:gd name="T37" fmla="*/ 55 h 65"/>
              <a:gd name="T38" fmla="*/ 64 w 64"/>
              <a:gd name="T39" fmla="*/ 32 h 65"/>
              <a:gd name="T40" fmla="*/ 64 w 64"/>
              <a:gd name="T41" fmla="*/ 28 h 65"/>
              <a:gd name="T42" fmla="*/ 63 w 64"/>
              <a:gd name="T43" fmla="*/ 24 h 65"/>
              <a:gd name="T44" fmla="*/ 55 w 64"/>
              <a:gd name="T45" fmla="*/ 9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2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2"/>
                </a:cubicBezTo>
                <a:cubicBezTo>
                  <a:pt x="6" y="47"/>
                  <a:pt x="4" y="39"/>
                  <a:pt x="4" y="32"/>
                </a:cubicBezTo>
                <a:cubicBezTo>
                  <a:pt x="4" y="25"/>
                  <a:pt x="6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31"/>
                  <a:pt x="64" y="30"/>
                  <a:pt x="64" y="28"/>
                </a:cubicBezTo>
                <a:cubicBezTo>
                  <a:pt x="64" y="27"/>
                  <a:pt x="64" y="26"/>
                  <a:pt x="63" y="24"/>
                </a:cubicBezTo>
                <a:cubicBezTo>
                  <a:pt x="62" y="19"/>
                  <a:pt x="59" y="14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3" name="Freeform 783"/>
          <p:cNvSpPr>
            <a:spLocks/>
          </p:cNvSpPr>
          <p:nvPr/>
        </p:nvSpPr>
        <p:spPr bwMode="auto">
          <a:xfrm>
            <a:off x="14645506" y="2892431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0 w 40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4" name="Freeform 784"/>
          <p:cNvSpPr>
            <a:spLocks noEditPoints="1"/>
          </p:cNvSpPr>
          <p:nvPr/>
        </p:nvSpPr>
        <p:spPr bwMode="auto">
          <a:xfrm>
            <a:off x="10567218" y="2768605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8 h 57"/>
              <a:gd name="T24" fmla="*/ 28 w 57"/>
              <a:gd name="T25" fmla="*/ 57 h 57"/>
              <a:gd name="T26" fmla="*/ 48 w 57"/>
              <a:gd name="T27" fmla="*/ 48 h 57"/>
              <a:gd name="T28" fmla="*/ 57 w 57"/>
              <a:gd name="T29" fmla="*/ 28 h 57"/>
              <a:gd name="T30" fmla="*/ 48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5" name="Freeform 785"/>
          <p:cNvSpPr>
            <a:spLocks noEditPoints="1"/>
          </p:cNvSpPr>
          <p:nvPr/>
        </p:nvSpPr>
        <p:spPr bwMode="auto">
          <a:xfrm>
            <a:off x="10549755" y="2752730"/>
            <a:ext cx="269875" cy="268288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2 w 65"/>
              <a:gd name="T5" fmla="*/ 12 h 65"/>
              <a:gd name="T6" fmla="*/ 61 w 65"/>
              <a:gd name="T7" fmla="*/ 32 h 65"/>
              <a:gd name="T8" fmla="*/ 52 w 65"/>
              <a:gd name="T9" fmla="*/ 52 h 65"/>
              <a:gd name="T10" fmla="*/ 32 w 65"/>
              <a:gd name="T11" fmla="*/ 61 h 65"/>
              <a:gd name="T12" fmla="*/ 12 w 65"/>
              <a:gd name="T13" fmla="*/ 52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2 w 65"/>
              <a:gd name="T21" fmla="*/ 0 h 65"/>
              <a:gd name="T22" fmla="*/ 32 w 65"/>
              <a:gd name="T23" fmla="*/ 0 h 65"/>
              <a:gd name="T24" fmla="*/ 9 w 65"/>
              <a:gd name="T25" fmla="*/ 10 h 65"/>
              <a:gd name="T26" fmla="*/ 9 w 65"/>
              <a:gd name="T27" fmla="*/ 10 h 65"/>
              <a:gd name="T28" fmla="*/ 9 w 65"/>
              <a:gd name="T29" fmla="*/ 10 h 65"/>
              <a:gd name="T30" fmla="*/ 9 w 65"/>
              <a:gd name="T31" fmla="*/ 10 h 65"/>
              <a:gd name="T32" fmla="*/ 9 w 65"/>
              <a:gd name="T33" fmla="*/ 10 h 65"/>
              <a:gd name="T34" fmla="*/ 0 w 65"/>
              <a:gd name="T35" fmla="*/ 32 h 65"/>
              <a:gd name="T36" fmla="*/ 9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4 w 65"/>
              <a:gd name="T45" fmla="*/ 35 h 65"/>
              <a:gd name="T46" fmla="*/ 65 w 65"/>
              <a:gd name="T47" fmla="*/ 32 h 65"/>
              <a:gd name="T48" fmla="*/ 64 w 65"/>
              <a:gd name="T49" fmla="*/ 31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50"/>
                  <a:pt x="64" y="42"/>
                  <a:pt x="64" y="35"/>
                </a:cubicBezTo>
                <a:cubicBezTo>
                  <a:pt x="64" y="34"/>
                  <a:pt x="65" y="33"/>
                  <a:pt x="65" y="32"/>
                </a:cubicBezTo>
                <a:cubicBezTo>
                  <a:pt x="65" y="32"/>
                  <a:pt x="65" y="32"/>
                  <a:pt x="64" y="31"/>
                </a:cubicBezTo>
                <a:cubicBezTo>
                  <a:pt x="64" y="23"/>
                  <a:pt x="61" y="15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6" name="Freeform 786"/>
          <p:cNvSpPr>
            <a:spLocks/>
          </p:cNvSpPr>
          <p:nvPr/>
        </p:nvSpPr>
        <p:spPr bwMode="auto">
          <a:xfrm>
            <a:off x="10600555" y="2809881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7" name="Freeform 787"/>
          <p:cNvSpPr>
            <a:spLocks noEditPoints="1"/>
          </p:cNvSpPr>
          <p:nvPr/>
        </p:nvSpPr>
        <p:spPr bwMode="auto">
          <a:xfrm>
            <a:off x="12337281" y="3883033"/>
            <a:ext cx="236538" cy="233363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8" name="Freeform 788"/>
          <p:cNvSpPr>
            <a:spLocks noEditPoints="1"/>
          </p:cNvSpPr>
          <p:nvPr/>
        </p:nvSpPr>
        <p:spPr bwMode="auto">
          <a:xfrm>
            <a:off x="12319818" y="3867158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9 w 65"/>
              <a:gd name="T31" fmla="*/ 55 h 64"/>
              <a:gd name="T32" fmla="*/ 31 w 65"/>
              <a:gd name="T33" fmla="*/ 64 h 64"/>
              <a:gd name="T34" fmla="*/ 32 w 65"/>
              <a:gd name="T35" fmla="*/ 64 h 64"/>
              <a:gd name="T36" fmla="*/ 32 w 65"/>
              <a:gd name="T37" fmla="*/ 64 h 64"/>
              <a:gd name="T38" fmla="*/ 35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3" y="64"/>
                  <a:pt x="31" y="64"/>
                </a:cubicBezTo>
                <a:cubicBezTo>
                  <a:pt x="31" y="64"/>
                  <a:pt x="32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4" y="64"/>
                  <a:pt x="35" y="64"/>
                </a:cubicBezTo>
                <a:cubicBezTo>
                  <a:pt x="42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6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49" name="Freeform 789"/>
          <p:cNvSpPr>
            <a:spLocks/>
          </p:cNvSpPr>
          <p:nvPr/>
        </p:nvSpPr>
        <p:spPr bwMode="auto">
          <a:xfrm>
            <a:off x="12370618" y="3921133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0" name="Freeform 790"/>
          <p:cNvSpPr>
            <a:spLocks noEditPoints="1"/>
          </p:cNvSpPr>
          <p:nvPr/>
        </p:nvSpPr>
        <p:spPr bwMode="auto">
          <a:xfrm>
            <a:off x="15023331" y="1243015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8 w 56"/>
              <a:gd name="T19" fmla="*/ 9 h 57"/>
              <a:gd name="T20" fmla="*/ 0 w 56"/>
              <a:gd name="T21" fmla="*/ 29 h 57"/>
              <a:gd name="T22" fmla="*/ 8 w 56"/>
              <a:gd name="T23" fmla="*/ 49 h 57"/>
              <a:gd name="T24" fmla="*/ 28 w 56"/>
              <a:gd name="T25" fmla="*/ 57 h 57"/>
              <a:gd name="T26" fmla="*/ 48 w 56"/>
              <a:gd name="T27" fmla="*/ 49 h 57"/>
              <a:gd name="T28" fmla="*/ 56 w 56"/>
              <a:gd name="T29" fmla="*/ 29 h 57"/>
              <a:gd name="T30" fmla="*/ 48 w 56"/>
              <a:gd name="T31" fmla="*/ 9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6"/>
                  <a:pt x="15" y="42"/>
                </a:cubicBezTo>
                <a:cubicBezTo>
                  <a:pt x="7" y="35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8" y="23"/>
                  <a:pt x="48" y="35"/>
                  <a:pt x="41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4" y="43"/>
                  <a:pt x="56" y="36"/>
                  <a:pt x="56" y="29"/>
                </a:cubicBezTo>
                <a:cubicBezTo>
                  <a:pt x="56" y="21"/>
                  <a:pt x="54" y="14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1" name="Freeform 791"/>
          <p:cNvSpPr>
            <a:spLocks noEditPoints="1"/>
          </p:cNvSpPr>
          <p:nvPr/>
        </p:nvSpPr>
        <p:spPr bwMode="auto">
          <a:xfrm>
            <a:off x="15005869" y="1225553"/>
            <a:ext cx="265113" cy="269876"/>
          </a:xfrm>
          <a:custGeom>
            <a:avLst/>
            <a:gdLst>
              <a:gd name="T0" fmla="*/ 12 w 64"/>
              <a:gd name="T1" fmla="*/ 13 h 65"/>
              <a:gd name="T2" fmla="*/ 32 w 64"/>
              <a:gd name="T3" fmla="*/ 4 h 65"/>
              <a:gd name="T4" fmla="*/ 52 w 64"/>
              <a:gd name="T5" fmla="*/ 13 h 65"/>
              <a:gd name="T6" fmla="*/ 60 w 64"/>
              <a:gd name="T7" fmla="*/ 33 h 65"/>
              <a:gd name="T8" fmla="*/ 52 w 64"/>
              <a:gd name="T9" fmla="*/ 53 h 65"/>
              <a:gd name="T10" fmla="*/ 32 w 64"/>
              <a:gd name="T11" fmla="*/ 61 h 65"/>
              <a:gd name="T12" fmla="*/ 12 w 64"/>
              <a:gd name="T13" fmla="*/ 53 h 65"/>
              <a:gd name="T14" fmla="*/ 4 w 64"/>
              <a:gd name="T15" fmla="*/ 33 h 65"/>
              <a:gd name="T16" fmla="*/ 12 w 64"/>
              <a:gd name="T17" fmla="*/ 13 h 65"/>
              <a:gd name="T18" fmla="*/ 12 w 64"/>
              <a:gd name="T19" fmla="*/ 13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10 h 65"/>
              <a:gd name="T26" fmla="*/ 9 w 64"/>
              <a:gd name="T27" fmla="*/ 10 h 65"/>
              <a:gd name="T28" fmla="*/ 0 w 64"/>
              <a:gd name="T29" fmla="*/ 28 h 65"/>
              <a:gd name="T30" fmla="*/ 0 w 64"/>
              <a:gd name="T31" fmla="*/ 32 h 65"/>
              <a:gd name="T32" fmla="*/ 0 w 64"/>
              <a:gd name="T33" fmla="*/ 33 h 65"/>
              <a:gd name="T34" fmla="*/ 9 w 64"/>
              <a:gd name="T35" fmla="*/ 56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6 h 65"/>
              <a:gd name="T42" fmla="*/ 64 w 64"/>
              <a:gd name="T43" fmla="*/ 33 h 65"/>
              <a:gd name="T44" fmla="*/ 55 w 64"/>
              <a:gd name="T45" fmla="*/ 10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3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8" y="18"/>
                  <a:pt x="60" y="25"/>
                  <a:pt x="60" y="33"/>
                </a:cubicBezTo>
                <a:cubicBezTo>
                  <a:pt x="60" y="40"/>
                  <a:pt x="58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4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4" y="15"/>
                  <a:pt x="1" y="21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32"/>
                  <a:pt x="0" y="33"/>
                  <a:pt x="0" y="33"/>
                </a:cubicBezTo>
                <a:cubicBezTo>
                  <a:pt x="0" y="41"/>
                  <a:pt x="3" y="49"/>
                  <a:pt x="9" y="56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6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4"/>
                  <a:pt x="61" y="16"/>
                  <a:pt x="55" y="10"/>
                </a:cubicBezTo>
                <a:cubicBezTo>
                  <a:pt x="49" y="4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2" name="Freeform 792"/>
          <p:cNvSpPr>
            <a:spLocks/>
          </p:cNvSpPr>
          <p:nvPr/>
        </p:nvSpPr>
        <p:spPr bwMode="auto">
          <a:xfrm>
            <a:off x="15051906" y="1284290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1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3" name="Freeform 793"/>
          <p:cNvSpPr>
            <a:spLocks noEditPoints="1"/>
          </p:cNvSpPr>
          <p:nvPr/>
        </p:nvSpPr>
        <p:spPr bwMode="auto">
          <a:xfrm>
            <a:off x="11210155" y="-1439865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9 w 57"/>
              <a:gd name="T19" fmla="*/ 8 h 56"/>
              <a:gd name="T20" fmla="*/ 0 w 57"/>
              <a:gd name="T21" fmla="*/ 28 h 56"/>
              <a:gd name="T22" fmla="*/ 9 w 57"/>
              <a:gd name="T23" fmla="*/ 48 h 56"/>
              <a:gd name="T24" fmla="*/ 29 w 57"/>
              <a:gd name="T25" fmla="*/ 56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4" name="Freeform 794"/>
          <p:cNvSpPr>
            <a:spLocks noEditPoints="1"/>
          </p:cNvSpPr>
          <p:nvPr/>
        </p:nvSpPr>
        <p:spPr bwMode="auto">
          <a:xfrm>
            <a:off x="11192693" y="-1455740"/>
            <a:ext cx="269875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4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3 w 65"/>
              <a:gd name="T33" fmla="*/ 64 h 64"/>
              <a:gd name="T34" fmla="*/ 33 w 65"/>
              <a:gd name="T35" fmla="*/ 64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9 h 64"/>
              <a:gd name="T42" fmla="*/ 37 w 65"/>
              <a:gd name="T43" fmla="*/ 0 h 64"/>
              <a:gd name="T44" fmla="*/ 33 w 65"/>
              <a:gd name="T45" fmla="*/ 0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5"/>
                  <a:pt x="0" y="24"/>
                  <a:pt x="0" y="32"/>
                </a:cubicBezTo>
                <a:cubicBezTo>
                  <a:pt x="0" y="40"/>
                  <a:pt x="4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50" y="4"/>
                  <a:pt x="44" y="1"/>
                  <a:pt x="37" y="0"/>
                </a:cubicBezTo>
                <a:cubicBezTo>
                  <a:pt x="36" y="0"/>
                  <a:pt x="34" y="0"/>
                  <a:pt x="33" y="0"/>
                </a:cubicBezTo>
                <a:cubicBezTo>
                  <a:pt x="33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5" name="Freeform 795"/>
          <p:cNvSpPr>
            <a:spLocks/>
          </p:cNvSpPr>
          <p:nvPr/>
        </p:nvSpPr>
        <p:spPr bwMode="auto">
          <a:xfrm>
            <a:off x="11241905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6" name="Freeform 796"/>
          <p:cNvSpPr>
            <a:spLocks noEditPoints="1"/>
          </p:cNvSpPr>
          <p:nvPr/>
        </p:nvSpPr>
        <p:spPr bwMode="auto">
          <a:xfrm>
            <a:off x="11022830" y="363539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7 w 57"/>
              <a:gd name="T19" fmla="*/ 7 h 57"/>
              <a:gd name="T20" fmla="*/ 8 w 57"/>
              <a:gd name="T21" fmla="*/ 9 h 57"/>
              <a:gd name="T22" fmla="*/ 0 w 57"/>
              <a:gd name="T23" fmla="*/ 29 h 57"/>
              <a:gd name="T24" fmla="*/ 8 w 57"/>
              <a:gd name="T25" fmla="*/ 49 h 57"/>
              <a:gd name="T26" fmla="*/ 28 w 57"/>
              <a:gd name="T27" fmla="*/ 57 h 57"/>
              <a:gd name="T28" fmla="*/ 49 w 57"/>
              <a:gd name="T29" fmla="*/ 49 h 57"/>
              <a:gd name="T30" fmla="*/ 57 w 57"/>
              <a:gd name="T31" fmla="*/ 29 h 57"/>
              <a:gd name="T32" fmla="*/ 49 w 57"/>
              <a:gd name="T33" fmla="*/ 9 h 57"/>
              <a:gd name="T34" fmla="*/ 28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7" y="7"/>
                  <a:pt x="7" y="7"/>
                  <a:pt x="7" y="7"/>
                </a:cubicBezTo>
                <a:cubicBezTo>
                  <a:pt x="8" y="9"/>
                  <a:pt x="8" y="9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7" name="Freeform 797"/>
          <p:cNvSpPr>
            <a:spLocks noEditPoints="1"/>
          </p:cNvSpPr>
          <p:nvPr/>
        </p:nvSpPr>
        <p:spPr bwMode="auto">
          <a:xfrm>
            <a:off x="11006955" y="347663"/>
            <a:ext cx="268288" cy="269876"/>
          </a:xfrm>
          <a:custGeom>
            <a:avLst/>
            <a:gdLst>
              <a:gd name="T0" fmla="*/ 12 w 65"/>
              <a:gd name="T1" fmla="*/ 13 h 65"/>
              <a:gd name="T2" fmla="*/ 32 w 65"/>
              <a:gd name="T3" fmla="*/ 4 h 65"/>
              <a:gd name="T4" fmla="*/ 53 w 65"/>
              <a:gd name="T5" fmla="*/ 13 h 65"/>
              <a:gd name="T6" fmla="*/ 61 w 65"/>
              <a:gd name="T7" fmla="*/ 33 h 65"/>
              <a:gd name="T8" fmla="*/ 53 w 65"/>
              <a:gd name="T9" fmla="*/ 53 h 65"/>
              <a:gd name="T10" fmla="*/ 32 w 65"/>
              <a:gd name="T11" fmla="*/ 61 h 65"/>
              <a:gd name="T12" fmla="*/ 12 w 65"/>
              <a:gd name="T13" fmla="*/ 53 h 65"/>
              <a:gd name="T14" fmla="*/ 4 w 65"/>
              <a:gd name="T15" fmla="*/ 33 h 65"/>
              <a:gd name="T16" fmla="*/ 12 w 65"/>
              <a:gd name="T17" fmla="*/ 13 h 65"/>
              <a:gd name="T18" fmla="*/ 11 w 65"/>
              <a:gd name="T19" fmla="*/ 11 h 65"/>
              <a:gd name="T20" fmla="*/ 12 w 65"/>
              <a:gd name="T21" fmla="*/ 13 h 65"/>
              <a:gd name="T22" fmla="*/ 32 w 65"/>
              <a:gd name="T23" fmla="*/ 0 h 65"/>
              <a:gd name="T24" fmla="*/ 32 w 65"/>
              <a:gd name="T25" fmla="*/ 0 h 65"/>
              <a:gd name="T26" fmla="*/ 10 w 65"/>
              <a:gd name="T27" fmla="*/ 10 h 65"/>
              <a:gd name="T28" fmla="*/ 10 w 65"/>
              <a:gd name="T29" fmla="*/ 10 h 65"/>
              <a:gd name="T30" fmla="*/ 7 w 65"/>
              <a:gd name="T31" fmla="*/ 13 h 65"/>
              <a:gd name="T32" fmla="*/ 5 w 65"/>
              <a:gd name="T33" fmla="*/ 16 h 65"/>
              <a:gd name="T34" fmla="*/ 0 w 65"/>
              <a:gd name="T35" fmla="*/ 33 h 65"/>
              <a:gd name="T36" fmla="*/ 10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2" y="13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1" y="11"/>
                  <a:pt x="11" y="11"/>
                  <a:pt x="11" y="11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9" y="11"/>
                  <a:pt x="8" y="12"/>
                  <a:pt x="7" y="13"/>
                </a:cubicBezTo>
                <a:cubicBezTo>
                  <a:pt x="6" y="14"/>
                  <a:pt x="5" y="15"/>
                  <a:pt x="5" y="16"/>
                </a:cubicBezTo>
                <a:cubicBezTo>
                  <a:pt x="2" y="21"/>
                  <a:pt x="0" y="27"/>
                  <a:pt x="0" y="33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8" name="Freeform 798"/>
          <p:cNvSpPr>
            <a:spLocks/>
          </p:cNvSpPr>
          <p:nvPr/>
        </p:nvSpPr>
        <p:spPr bwMode="auto">
          <a:xfrm>
            <a:off x="11056168" y="404814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59" name="Freeform 799"/>
          <p:cNvSpPr>
            <a:spLocks/>
          </p:cNvSpPr>
          <p:nvPr/>
        </p:nvSpPr>
        <p:spPr bwMode="auto">
          <a:xfrm>
            <a:off x="9571855" y="2270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0" name="Freeform 800"/>
          <p:cNvSpPr>
            <a:spLocks noEditPoints="1"/>
          </p:cNvSpPr>
          <p:nvPr/>
        </p:nvSpPr>
        <p:spPr bwMode="auto">
          <a:xfrm>
            <a:off x="9555980" y="2111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4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1" name="Freeform 801"/>
          <p:cNvSpPr>
            <a:spLocks/>
          </p:cNvSpPr>
          <p:nvPr/>
        </p:nvSpPr>
        <p:spPr bwMode="auto">
          <a:xfrm>
            <a:off x="9803630" y="458789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2" name="Freeform 802"/>
          <p:cNvSpPr>
            <a:spLocks noEditPoints="1"/>
          </p:cNvSpPr>
          <p:nvPr/>
        </p:nvSpPr>
        <p:spPr bwMode="auto">
          <a:xfrm>
            <a:off x="9787755" y="442914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5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5 h 42"/>
              <a:gd name="T40" fmla="*/ 42 w 42"/>
              <a:gd name="T41" fmla="*/ 24 h 42"/>
              <a:gd name="T42" fmla="*/ 42 w 42"/>
              <a:gd name="T43" fmla="*/ 21 h 42"/>
              <a:gd name="T44" fmla="*/ 42 w 42"/>
              <a:gd name="T45" fmla="*/ 20 h 42"/>
              <a:gd name="T46" fmla="*/ 36 w 42"/>
              <a:gd name="T47" fmla="*/ 6 h 42"/>
              <a:gd name="T48" fmla="*/ 21 w 42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5"/>
                </a:cubicBezTo>
                <a:cubicBezTo>
                  <a:pt x="39" y="32"/>
                  <a:pt x="41" y="28"/>
                  <a:pt x="42" y="24"/>
                </a:cubicBezTo>
                <a:cubicBezTo>
                  <a:pt x="42" y="23"/>
                  <a:pt x="42" y="22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41" y="15"/>
                  <a:pt x="39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3" name="Freeform 803"/>
          <p:cNvSpPr>
            <a:spLocks/>
          </p:cNvSpPr>
          <p:nvPr/>
        </p:nvSpPr>
        <p:spPr bwMode="auto">
          <a:xfrm>
            <a:off x="11035530" y="-222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4" name="Freeform 804"/>
          <p:cNvSpPr>
            <a:spLocks noEditPoints="1"/>
          </p:cNvSpPr>
          <p:nvPr/>
        </p:nvSpPr>
        <p:spPr bwMode="auto">
          <a:xfrm>
            <a:off x="11018068" y="-3810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9 w 42"/>
              <a:gd name="T25" fmla="*/ 4 h 42"/>
              <a:gd name="T26" fmla="*/ 6 w 42"/>
              <a:gd name="T27" fmla="*/ 6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5" name="Freeform 805"/>
          <p:cNvSpPr>
            <a:spLocks/>
          </p:cNvSpPr>
          <p:nvPr/>
        </p:nvSpPr>
        <p:spPr bwMode="auto">
          <a:xfrm>
            <a:off x="10168755" y="119063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6" name="Freeform 806"/>
          <p:cNvSpPr>
            <a:spLocks noEditPoints="1"/>
          </p:cNvSpPr>
          <p:nvPr/>
        </p:nvSpPr>
        <p:spPr bwMode="auto">
          <a:xfrm>
            <a:off x="10152880" y="103188"/>
            <a:ext cx="169863" cy="173038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6 w 41"/>
              <a:gd name="T29" fmla="*/ 6 h 42"/>
              <a:gd name="T30" fmla="*/ 6 w 41"/>
              <a:gd name="T31" fmla="*/ 6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5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5 h 42"/>
              <a:gd name="T44" fmla="*/ 41 w 41"/>
              <a:gd name="T45" fmla="*/ 21 h 42"/>
              <a:gd name="T46" fmla="*/ 35 w 41"/>
              <a:gd name="T47" fmla="*/ 6 h 42"/>
              <a:gd name="T48" fmla="*/ 26 w 41"/>
              <a:gd name="T49" fmla="*/ 1 h 42"/>
              <a:gd name="T50" fmla="*/ 22 w 41"/>
              <a:gd name="T51" fmla="*/ 0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3" y="4"/>
                  <a:pt x="29" y="2"/>
                  <a:pt x="26" y="1"/>
                </a:cubicBezTo>
                <a:cubicBezTo>
                  <a:pt x="25" y="1"/>
                  <a:pt x="23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7" name="Freeform 807"/>
          <p:cNvSpPr>
            <a:spLocks/>
          </p:cNvSpPr>
          <p:nvPr/>
        </p:nvSpPr>
        <p:spPr bwMode="auto">
          <a:xfrm>
            <a:off x="9911580" y="-152241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6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6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8" name="Freeform 808"/>
          <p:cNvSpPr>
            <a:spLocks noEditPoints="1"/>
          </p:cNvSpPr>
          <p:nvPr/>
        </p:nvSpPr>
        <p:spPr bwMode="auto">
          <a:xfrm>
            <a:off x="9895705" y="-1538290"/>
            <a:ext cx="169863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0 w 41"/>
              <a:gd name="T23" fmla="*/ 0 h 42"/>
              <a:gd name="T24" fmla="*/ 20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5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5 h 42"/>
              <a:gd name="T40" fmla="*/ 41 w 41"/>
              <a:gd name="T41" fmla="*/ 21 h 42"/>
              <a:gd name="T42" fmla="*/ 35 w 41"/>
              <a:gd name="T43" fmla="*/ 6 h 42"/>
              <a:gd name="T44" fmla="*/ 25 w 41"/>
              <a:gd name="T45" fmla="*/ 1 h 42"/>
              <a:gd name="T46" fmla="*/ 21 w 41"/>
              <a:gd name="T47" fmla="*/ 0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2" y="3"/>
                  <a:pt x="28" y="1"/>
                  <a:pt x="25" y="1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69" name="Freeform 809"/>
          <p:cNvSpPr>
            <a:spLocks/>
          </p:cNvSpPr>
          <p:nvPr/>
        </p:nvSpPr>
        <p:spPr bwMode="auto">
          <a:xfrm>
            <a:off x="10132242" y="-251301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6 h 33"/>
              <a:gd name="T10" fmla="*/ 5 w 33"/>
              <a:gd name="T11" fmla="*/ 28 h 33"/>
              <a:gd name="T12" fmla="*/ 16 w 33"/>
              <a:gd name="T13" fmla="*/ 33 h 33"/>
              <a:gd name="T14" fmla="*/ 28 w 33"/>
              <a:gd name="T15" fmla="*/ 28 h 33"/>
              <a:gd name="T16" fmla="*/ 33 w 33"/>
              <a:gd name="T17" fmla="*/ 16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0" name="Freeform 810"/>
          <p:cNvSpPr>
            <a:spLocks noEditPoints="1"/>
          </p:cNvSpPr>
          <p:nvPr/>
        </p:nvSpPr>
        <p:spPr bwMode="auto">
          <a:xfrm>
            <a:off x="10114780" y="-2530479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0 h 41"/>
              <a:gd name="T32" fmla="*/ 4 w 41"/>
              <a:gd name="T33" fmla="*/ 33 h 41"/>
              <a:gd name="T34" fmla="*/ 6 w 41"/>
              <a:gd name="T35" fmla="*/ 35 h 41"/>
              <a:gd name="T36" fmla="*/ 7 w 41"/>
              <a:gd name="T37" fmla="*/ 36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6 w 41"/>
              <a:gd name="T47" fmla="*/ 7 h 41"/>
              <a:gd name="T48" fmla="*/ 35 w 41"/>
              <a:gd name="T49" fmla="*/ 6 h 41"/>
              <a:gd name="T50" fmla="*/ 33 w 41"/>
              <a:gd name="T51" fmla="*/ 4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4"/>
                  <a:pt x="5" y="34"/>
                  <a:pt x="6" y="35"/>
                </a:cubicBezTo>
                <a:cubicBezTo>
                  <a:pt x="6" y="35"/>
                  <a:pt x="6" y="36"/>
                  <a:pt x="7" y="36"/>
                </a:cubicBezTo>
                <a:cubicBezTo>
                  <a:pt x="11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1" name="Freeform 813"/>
          <p:cNvSpPr>
            <a:spLocks/>
          </p:cNvSpPr>
          <p:nvPr/>
        </p:nvSpPr>
        <p:spPr bwMode="auto">
          <a:xfrm>
            <a:off x="12942118" y="-3155956"/>
            <a:ext cx="2305051" cy="2001841"/>
          </a:xfrm>
          <a:custGeom>
            <a:avLst/>
            <a:gdLst>
              <a:gd name="T0" fmla="*/ 553 w 556"/>
              <a:gd name="T1" fmla="*/ 0 h 483"/>
              <a:gd name="T2" fmla="*/ 73 w 556"/>
              <a:gd name="T3" fmla="*/ 479 h 483"/>
              <a:gd name="T4" fmla="*/ 26 w 556"/>
              <a:gd name="T5" fmla="*/ 478 h 483"/>
              <a:gd name="T6" fmla="*/ 3 w 556"/>
              <a:gd name="T7" fmla="*/ 455 h 483"/>
              <a:gd name="T8" fmla="*/ 0 w 556"/>
              <a:gd name="T9" fmla="*/ 458 h 483"/>
              <a:gd name="T10" fmla="*/ 24 w 556"/>
              <a:gd name="T11" fmla="*/ 482 h 483"/>
              <a:gd name="T12" fmla="*/ 75 w 556"/>
              <a:gd name="T13" fmla="*/ 483 h 483"/>
              <a:gd name="T14" fmla="*/ 556 w 556"/>
              <a:gd name="T15" fmla="*/ 2 h 483"/>
              <a:gd name="T16" fmla="*/ 553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553" y="0"/>
                </a:moveTo>
                <a:cubicBezTo>
                  <a:pt x="73" y="479"/>
                  <a:pt x="73" y="479"/>
                  <a:pt x="73" y="479"/>
                </a:cubicBezTo>
                <a:cubicBezTo>
                  <a:pt x="26" y="478"/>
                  <a:pt x="26" y="478"/>
                  <a:pt x="26" y="478"/>
                </a:cubicBezTo>
                <a:cubicBezTo>
                  <a:pt x="3" y="455"/>
                  <a:pt x="3" y="455"/>
                  <a:pt x="3" y="455"/>
                </a:cubicBezTo>
                <a:cubicBezTo>
                  <a:pt x="2" y="456"/>
                  <a:pt x="1" y="457"/>
                  <a:pt x="0" y="458"/>
                </a:cubicBezTo>
                <a:cubicBezTo>
                  <a:pt x="24" y="482"/>
                  <a:pt x="24" y="482"/>
                  <a:pt x="24" y="482"/>
                </a:cubicBezTo>
                <a:cubicBezTo>
                  <a:pt x="75" y="483"/>
                  <a:pt x="75" y="483"/>
                  <a:pt x="75" y="483"/>
                </a:cubicBezTo>
                <a:cubicBezTo>
                  <a:pt x="556" y="2"/>
                  <a:pt x="556" y="2"/>
                  <a:pt x="556" y="2"/>
                </a:cubicBezTo>
                <a:cubicBezTo>
                  <a:pt x="553" y="0"/>
                  <a:pt x="553" y="0"/>
                  <a:pt x="5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2" name="Freeform 814"/>
          <p:cNvSpPr>
            <a:spLocks noEditPoints="1"/>
          </p:cNvSpPr>
          <p:nvPr/>
        </p:nvSpPr>
        <p:spPr bwMode="auto">
          <a:xfrm>
            <a:off x="12361093" y="-3387731"/>
            <a:ext cx="1193800" cy="1425578"/>
          </a:xfrm>
          <a:custGeom>
            <a:avLst/>
            <a:gdLst>
              <a:gd name="T0" fmla="*/ 32 w 288"/>
              <a:gd name="T1" fmla="*/ 253 h 344"/>
              <a:gd name="T2" fmla="*/ 0 w 288"/>
              <a:gd name="T3" fmla="*/ 285 h 344"/>
              <a:gd name="T4" fmla="*/ 0 w 288"/>
              <a:gd name="T5" fmla="*/ 344 h 344"/>
              <a:gd name="T6" fmla="*/ 2 w 288"/>
              <a:gd name="T7" fmla="*/ 344 h 344"/>
              <a:gd name="T8" fmla="*/ 2 w 288"/>
              <a:gd name="T9" fmla="*/ 344 h 344"/>
              <a:gd name="T10" fmla="*/ 4 w 288"/>
              <a:gd name="T11" fmla="*/ 344 h 344"/>
              <a:gd name="T12" fmla="*/ 4 w 288"/>
              <a:gd name="T13" fmla="*/ 286 h 344"/>
              <a:gd name="T14" fmla="*/ 34 w 288"/>
              <a:gd name="T15" fmla="*/ 256 h 344"/>
              <a:gd name="T16" fmla="*/ 33 w 288"/>
              <a:gd name="T17" fmla="*/ 255 h 344"/>
              <a:gd name="T18" fmla="*/ 32 w 288"/>
              <a:gd name="T19" fmla="*/ 253 h 344"/>
              <a:gd name="T20" fmla="*/ 285 w 288"/>
              <a:gd name="T21" fmla="*/ 0 h 344"/>
              <a:gd name="T22" fmla="*/ 285 w 288"/>
              <a:gd name="T23" fmla="*/ 0 h 344"/>
              <a:gd name="T24" fmla="*/ 77 w 288"/>
              <a:gd name="T25" fmla="*/ 207 h 344"/>
              <a:gd name="T26" fmla="*/ 79 w 288"/>
              <a:gd name="T27" fmla="*/ 209 h 344"/>
              <a:gd name="T28" fmla="*/ 80 w 288"/>
              <a:gd name="T29" fmla="*/ 210 h 344"/>
              <a:gd name="T30" fmla="*/ 288 w 288"/>
              <a:gd name="T31" fmla="*/ 2 h 344"/>
              <a:gd name="T32" fmla="*/ 285 w 288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8" h="344">
                <a:moveTo>
                  <a:pt x="32" y="253"/>
                </a:moveTo>
                <a:cubicBezTo>
                  <a:pt x="0" y="285"/>
                  <a:pt x="0" y="285"/>
                  <a:pt x="0" y="285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4"/>
                  <a:pt x="2" y="344"/>
                  <a:pt x="2" y="344"/>
                </a:cubicBezTo>
                <a:cubicBezTo>
                  <a:pt x="2" y="344"/>
                  <a:pt x="2" y="344"/>
                  <a:pt x="2" y="344"/>
                </a:cubicBezTo>
                <a:cubicBezTo>
                  <a:pt x="3" y="344"/>
                  <a:pt x="4" y="344"/>
                  <a:pt x="4" y="344"/>
                </a:cubicBezTo>
                <a:cubicBezTo>
                  <a:pt x="4" y="286"/>
                  <a:pt x="4" y="286"/>
                  <a:pt x="4" y="286"/>
                </a:cubicBezTo>
                <a:cubicBezTo>
                  <a:pt x="34" y="256"/>
                  <a:pt x="34" y="256"/>
                  <a:pt x="34" y="256"/>
                </a:cubicBezTo>
                <a:cubicBezTo>
                  <a:pt x="34" y="256"/>
                  <a:pt x="34" y="255"/>
                  <a:pt x="33" y="255"/>
                </a:cubicBezTo>
                <a:cubicBezTo>
                  <a:pt x="33" y="254"/>
                  <a:pt x="32" y="254"/>
                  <a:pt x="32" y="253"/>
                </a:cubicBezTo>
                <a:moveTo>
                  <a:pt x="285" y="0"/>
                </a:moveTo>
                <a:cubicBezTo>
                  <a:pt x="285" y="0"/>
                  <a:pt x="285" y="0"/>
                  <a:pt x="285" y="0"/>
                </a:cubicBezTo>
                <a:cubicBezTo>
                  <a:pt x="77" y="207"/>
                  <a:pt x="77" y="207"/>
                  <a:pt x="77" y="207"/>
                </a:cubicBezTo>
                <a:cubicBezTo>
                  <a:pt x="78" y="208"/>
                  <a:pt x="78" y="209"/>
                  <a:pt x="79" y="209"/>
                </a:cubicBezTo>
                <a:cubicBezTo>
                  <a:pt x="79" y="210"/>
                  <a:pt x="80" y="210"/>
                  <a:pt x="80" y="210"/>
                </a:cubicBezTo>
                <a:cubicBezTo>
                  <a:pt x="288" y="2"/>
                  <a:pt x="288" y="2"/>
                  <a:pt x="288" y="2"/>
                </a:cubicBezTo>
                <a:cubicBezTo>
                  <a:pt x="285" y="0"/>
                  <a:pt x="285" y="0"/>
                  <a:pt x="28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3" name="Freeform 815"/>
          <p:cNvSpPr>
            <a:spLocks/>
          </p:cNvSpPr>
          <p:nvPr/>
        </p:nvSpPr>
        <p:spPr bwMode="auto">
          <a:xfrm>
            <a:off x="13199293" y="-3832232"/>
            <a:ext cx="2570163" cy="2500317"/>
          </a:xfrm>
          <a:custGeom>
            <a:avLst/>
            <a:gdLst>
              <a:gd name="T0" fmla="*/ 617 w 620"/>
              <a:gd name="T1" fmla="*/ 0 h 603"/>
              <a:gd name="T2" fmla="*/ 17 w 620"/>
              <a:gd name="T3" fmla="*/ 599 h 603"/>
              <a:gd name="T4" fmla="*/ 0 w 620"/>
              <a:gd name="T5" fmla="*/ 599 h 603"/>
              <a:gd name="T6" fmla="*/ 2 w 620"/>
              <a:gd name="T7" fmla="*/ 603 h 603"/>
              <a:gd name="T8" fmla="*/ 19 w 620"/>
              <a:gd name="T9" fmla="*/ 603 h 603"/>
              <a:gd name="T10" fmla="*/ 620 w 620"/>
              <a:gd name="T11" fmla="*/ 3 h 603"/>
              <a:gd name="T12" fmla="*/ 617 w 620"/>
              <a:gd name="T13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0" h="603">
                <a:moveTo>
                  <a:pt x="617" y="0"/>
                </a:moveTo>
                <a:cubicBezTo>
                  <a:pt x="17" y="599"/>
                  <a:pt x="17" y="599"/>
                  <a:pt x="17" y="599"/>
                </a:cubicBezTo>
                <a:cubicBezTo>
                  <a:pt x="0" y="599"/>
                  <a:pt x="0" y="599"/>
                  <a:pt x="0" y="599"/>
                </a:cubicBezTo>
                <a:cubicBezTo>
                  <a:pt x="1" y="600"/>
                  <a:pt x="1" y="602"/>
                  <a:pt x="2" y="603"/>
                </a:cubicBezTo>
                <a:cubicBezTo>
                  <a:pt x="19" y="603"/>
                  <a:pt x="19" y="603"/>
                  <a:pt x="19" y="603"/>
                </a:cubicBezTo>
                <a:cubicBezTo>
                  <a:pt x="620" y="3"/>
                  <a:pt x="620" y="3"/>
                  <a:pt x="620" y="3"/>
                </a:cubicBezTo>
                <a:cubicBezTo>
                  <a:pt x="617" y="0"/>
                  <a:pt x="617" y="0"/>
                  <a:pt x="6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4" name="Freeform 816"/>
          <p:cNvSpPr>
            <a:spLocks/>
          </p:cNvSpPr>
          <p:nvPr/>
        </p:nvSpPr>
        <p:spPr bwMode="auto">
          <a:xfrm>
            <a:off x="12303943" y="-1944691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5" name="Freeform 817"/>
          <p:cNvSpPr>
            <a:spLocks noEditPoints="1"/>
          </p:cNvSpPr>
          <p:nvPr/>
        </p:nvSpPr>
        <p:spPr bwMode="auto">
          <a:xfrm>
            <a:off x="12286481" y="-1962153"/>
            <a:ext cx="169863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8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6 h 42"/>
              <a:gd name="T44" fmla="*/ 22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3"/>
                  <a:pt x="27" y="1"/>
                  <a:pt x="22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6" name="Freeform 818"/>
          <p:cNvSpPr>
            <a:spLocks/>
          </p:cNvSpPr>
          <p:nvPr/>
        </p:nvSpPr>
        <p:spPr bwMode="auto">
          <a:xfrm>
            <a:off x="11354618" y="-995364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7" name="Freeform 819"/>
          <p:cNvSpPr>
            <a:spLocks noEditPoints="1"/>
          </p:cNvSpPr>
          <p:nvPr/>
        </p:nvSpPr>
        <p:spPr bwMode="auto">
          <a:xfrm>
            <a:off x="11337155" y="-1012827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6 w 41"/>
              <a:gd name="T25" fmla="*/ 1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7 h 42"/>
              <a:gd name="T44" fmla="*/ 20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1"/>
                  <a:pt x="16" y="1"/>
                </a:cubicBezTo>
                <a:cubicBezTo>
                  <a:pt x="12" y="2"/>
                  <a:pt x="9" y="4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6" y="0"/>
                  <a:pt x="20" y="0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8" name="Freeform 820"/>
          <p:cNvSpPr>
            <a:spLocks/>
          </p:cNvSpPr>
          <p:nvPr/>
        </p:nvSpPr>
        <p:spPr bwMode="auto">
          <a:xfrm>
            <a:off x="12034068" y="-663576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79" name="Freeform 821"/>
          <p:cNvSpPr>
            <a:spLocks noEditPoints="1"/>
          </p:cNvSpPr>
          <p:nvPr/>
        </p:nvSpPr>
        <p:spPr bwMode="auto">
          <a:xfrm>
            <a:off x="12018193" y="-6810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20 w 41"/>
              <a:gd name="T25" fmla="*/ 0 h 41"/>
              <a:gd name="T26" fmla="*/ 16 w 41"/>
              <a:gd name="T27" fmla="*/ 0 h 41"/>
              <a:gd name="T28" fmla="*/ 6 w 41"/>
              <a:gd name="T29" fmla="*/ 6 h 41"/>
              <a:gd name="T30" fmla="*/ 6 w 41"/>
              <a:gd name="T31" fmla="*/ 6 h 41"/>
              <a:gd name="T32" fmla="*/ 0 w 41"/>
              <a:gd name="T33" fmla="*/ 20 h 41"/>
              <a:gd name="T34" fmla="*/ 6 w 41"/>
              <a:gd name="T35" fmla="*/ 35 h 41"/>
              <a:gd name="T36" fmla="*/ 16 w 41"/>
              <a:gd name="T37" fmla="*/ 40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7" y="0"/>
                  <a:pt x="16" y="0"/>
                </a:cubicBezTo>
                <a:cubicBezTo>
                  <a:pt x="12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0"/>
                </a:cubicBezTo>
                <a:cubicBezTo>
                  <a:pt x="17" y="41"/>
                  <a:pt x="18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0" name="Freeform 822"/>
          <p:cNvSpPr>
            <a:spLocks/>
          </p:cNvSpPr>
          <p:nvPr/>
        </p:nvSpPr>
        <p:spPr bwMode="auto">
          <a:xfrm>
            <a:off x="11784830" y="2143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1" name="Freeform 823"/>
          <p:cNvSpPr>
            <a:spLocks noEditPoints="1"/>
          </p:cNvSpPr>
          <p:nvPr/>
        </p:nvSpPr>
        <p:spPr bwMode="auto">
          <a:xfrm>
            <a:off x="11768955" y="19843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9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19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3 w 42"/>
              <a:gd name="T41" fmla="*/ 41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3 w 42"/>
              <a:gd name="T49" fmla="*/ 0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cubicBezTo>
                  <a:pt x="17" y="37"/>
                  <a:pt x="13" y="36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9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2" y="41"/>
                  <a:pt x="23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2" name="Freeform 824"/>
          <p:cNvSpPr>
            <a:spLocks/>
          </p:cNvSpPr>
          <p:nvPr/>
        </p:nvSpPr>
        <p:spPr bwMode="auto">
          <a:xfrm>
            <a:off x="10649768" y="1139827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3" name="Freeform 825"/>
          <p:cNvSpPr>
            <a:spLocks noEditPoints="1"/>
          </p:cNvSpPr>
          <p:nvPr/>
        </p:nvSpPr>
        <p:spPr bwMode="auto">
          <a:xfrm>
            <a:off x="10633893" y="1122365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4" name="Freeform 826"/>
          <p:cNvSpPr>
            <a:spLocks/>
          </p:cNvSpPr>
          <p:nvPr/>
        </p:nvSpPr>
        <p:spPr bwMode="auto">
          <a:xfrm>
            <a:off x="13053243" y="-1381127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5" name="Freeform 827"/>
          <p:cNvSpPr>
            <a:spLocks noEditPoints="1"/>
          </p:cNvSpPr>
          <p:nvPr/>
        </p:nvSpPr>
        <p:spPr bwMode="auto">
          <a:xfrm>
            <a:off x="13037368" y="-139859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41 w 41"/>
              <a:gd name="T41" fmla="*/ 16 h 41"/>
              <a:gd name="T42" fmla="*/ 39 w 41"/>
              <a:gd name="T43" fmla="*/ 12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9"/>
                  <a:pt x="41" y="18"/>
                  <a:pt x="41" y="16"/>
                </a:cubicBezTo>
                <a:cubicBezTo>
                  <a:pt x="40" y="15"/>
                  <a:pt x="40" y="13"/>
                  <a:pt x="39" y="12"/>
                </a:cubicBezTo>
                <a:cubicBezTo>
                  <a:pt x="38" y="10"/>
                  <a:pt x="37" y="8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6" name="Freeform 828"/>
          <p:cNvSpPr>
            <a:spLocks/>
          </p:cNvSpPr>
          <p:nvPr/>
        </p:nvSpPr>
        <p:spPr bwMode="auto">
          <a:xfrm>
            <a:off x="14812194" y="-106680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7" name="Freeform 829"/>
          <p:cNvSpPr>
            <a:spLocks noEditPoints="1"/>
          </p:cNvSpPr>
          <p:nvPr/>
        </p:nvSpPr>
        <p:spPr bwMode="auto">
          <a:xfrm>
            <a:off x="14794731" y="-10826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1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3 w 41"/>
              <a:gd name="T33" fmla="*/ 32 h 41"/>
              <a:gd name="T34" fmla="*/ 6 w 41"/>
              <a:gd name="T35" fmla="*/ 35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35 w 41"/>
              <a:gd name="T47" fmla="*/ 6 h 41"/>
              <a:gd name="T48" fmla="*/ 35 w 41"/>
              <a:gd name="T49" fmla="*/ 6 h 41"/>
              <a:gd name="T50" fmla="*/ 32 w 41"/>
              <a:gd name="T51" fmla="*/ 4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8" name="Freeform 830"/>
          <p:cNvSpPr>
            <a:spLocks/>
          </p:cNvSpPr>
          <p:nvPr/>
        </p:nvSpPr>
        <p:spPr bwMode="auto">
          <a:xfrm>
            <a:off x="13650144" y="-1282702"/>
            <a:ext cx="138113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89" name="Freeform 831"/>
          <p:cNvSpPr>
            <a:spLocks noEditPoints="1"/>
          </p:cNvSpPr>
          <p:nvPr/>
        </p:nvSpPr>
        <p:spPr bwMode="auto">
          <a:xfrm>
            <a:off x="13634269" y="-12985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1 h 41"/>
              <a:gd name="T32" fmla="*/ 5 w 41"/>
              <a:gd name="T33" fmla="*/ 34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4 w 41"/>
              <a:gd name="T47" fmla="*/ 5 h 41"/>
              <a:gd name="T48" fmla="*/ 31 w 41"/>
              <a:gd name="T49" fmla="*/ 3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4"/>
                  <a:pt x="1" y="28"/>
                  <a:pt x="3" y="31"/>
                </a:cubicBezTo>
                <a:cubicBezTo>
                  <a:pt x="3" y="32"/>
                  <a:pt x="4" y="33"/>
                  <a:pt x="5" y="34"/>
                </a:cubicBezTo>
                <a:cubicBezTo>
                  <a:pt x="5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4"/>
                  <a:pt x="32" y="4"/>
                  <a:pt x="31" y="3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0" name="Freeform 832"/>
          <p:cNvSpPr>
            <a:spLocks/>
          </p:cNvSpPr>
          <p:nvPr/>
        </p:nvSpPr>
        <p:spPr bwMode="auto">
          <a:xfrm>
            <a:off x="12291243" y="6777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1" name="Freeform 833"/>
          <p:cNvSpPr>
            <a:spLocks noEditPoints="1"/>
          </p:cNvSpPr>
          <p:nvPr/>
        </p:nvSpPr>
        <p:spPr bwMode="auto">
          <a:xfrm>
            <a:off x="12275368" y="676117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2 h 41"/>
              <a:gd name="T32" fmla="*/ 6 w 41"/>
              <a:gd name="T33" fmla="*/ 35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32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2" name="Freeform 834"/>
          <p:cNvSpPr>
            <a:spLocks/>
          </p:cNvSpPr>
          <p:nvPr/>
        </p:nvSpPr>
        <p:spPr bwMode="auto">
          <a:xfrm>
            <a:off x="12813531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1 w 41"/>
              <a:gd name="T9" fmla="*/ 35 h 38"/>
              <a:gd name="T10" fmla="*/ 34 w 41"/>
              <a:gd name="T11" fmla="*/ 32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4" y="38"/>
                  <a:pt x="28" y="37"/>
                  <a:pt x="31" y="35"/>
                </a:cubicBezTo>
                <a:cubicBezTo>
                  <a:pt x="32" y="34"/>
                  <a:pt x="33" y="33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3" name="Freeform 835"/>
          <p:cNvSpPr>
            <a:spLocks/>
          </p:cNvSpPr>
          <p:nvPr/>
        </p:nvSpPr>
        <p:spPr bwMode="auto">
          <a:xfrm>
            <a:off x="13646969" y="229235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34 w 41"/>
              <a:gd name="T13" fmla="*/ 6 h 38"/>
              <a:gd name="T14" fmla="*/ 32 w 41"/>
              <a:gd name="T15" fmla="*/ 4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34" y="6"/>
                  <a:pt x="34" y="6"/>
                  <a:pt x="34" y="6"/>
                </a:cubicBezTo>
                <a:cubicBezTo>
                  <a:pt x="33" y="5"/>
                  <a:pt x="32" y="5"/>
                  <a:pt x="32" y="4"/>
                </a:cubicBezTo>
                <a:cubicBezTo>
                  <a:pt x="28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4" name="Freeform 836"/>
          <p:cNvSpPr>
            <a:spLocks/>
          </p:cNvSpPr>
          <p:nvPr/>
        </p:nvSpPr>
        <p:spPr bwMode="auto">
          <a:xfrm>
            <a:off x="14069244" y="295116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3 h 37"/>
              <a:gd name="T14" fmla="*/ 28 w 41"/>
              <a:gd name="T15" fmla="*/ 1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4"/>
                  <a:pt x="32" y="3"/>
                </a:cubicBezTo>
                <a:cubicBezTo>
                  <a:pt x="30" y="3"/>
                  <a:pt x="29" y="2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5" name="Freeform 837"/>
          <p:cNvSpPr>
            <a:spLocks/>
          </p:cNvSpPr>
          <p:nvPr/>
        </p:nvSpPr>
        <p:spPr bwMode="auto">
          <a:xfrm>
            <a:off x="12792893" y="2208217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14 w 41"/>
              <a:gd name="T7" fmla="*/ 37 h 38"/>
              <a:gd name="T8" fmla="*/ 18 w 41"/>
              <a:gd name="T9" fmla="*/ 38 h 38"/>
              <a:gd name="T10" fmla="*/ 20 w 41"/>
              <a:gd name="T11" fmla="*/ 38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9" y="34"/>
                  <a:pt x="12" y="36"/>
                  <a:pt x="14" y="37"/>
                </a:cubicBezTo>
                <a:cubicBezTo>
                  <a:pt x="16" y="37"/>
                  <a:pt x="17" y="38"/>
                  <a:pt x="18" y="38"/>
                </a:cubicBezTo>
                <a:cubicBezTo>
                  <a:pt x="19" y="38"/>
                  <a:pt x="19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6" name="Freeform 838"/>
          <p:cNvSpPr>
            <a:spLocks/>
          </p:cNvSpPr>
          <p:nvPr/>
        </p:nvSpPr>
        <p:spPr bwMode="auto">
          <a:xfrm>
            <a:off x="12743681" y="3265494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5 w 41"/>
              <a:gd name="T11" fmla="*/ 6 h 37"/>
              <a:gd name="T12" fmla="*/ 34 w 41"/>
              <a:gd name="T13" fmla="*/ 5 h 37"/>
              <a:gd name="T14" fmla="*/ 32 w 41"/>
              <a:gd name="T15" fmla="*/ 4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4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5"/>
                  <a:pt x="33" y="4"/>
                  <a:pt x="32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7" name="Freeform 839"/>
          <p:cNvSpPr>
            <a:spLocks/>
          </p:cNvSpPr>
          <p:nvPr/>
        </p:nvSpPr>
        <p:spPr bwMode="auto">
          <a:xfrm>
            <a:off x="12051530" y="360522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6 h 37"/>
              <a:gd name="T4" fmla="*/ 8 w 40"/>
              <a:gd name="T5" fmla="*/ 32 h 37"/>
              <a:gd name="T6" fmla="*/ 21 w 40"/>
              <a:gd name="T7" fmla="*/ 37 h 37"/>
              <a:gd name="T8" fmla="*/ 34 w 40"/>
              <a:gd name="T9" fmla="*/ 32 h 37"/>
              <a:gd name="T10" fmla="*/ 39 w 40"/>
              <a:gd name="T11" fmla="*/ 21 h 37"/>
              <a:gd name="T12" fmla="*/ 39 w 40"/>
              <a:gd name="T13" fmla="*/ 17 h 37"/>
              <a:gd name="T14" fmla="*/ 34 w 40"/>
              <a:gd name="T15" fmla="*/ 6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19"/>
                  <a:pt x="40" y="18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8" name="Freeform 840"/>
          <p:cNvSpPr>
            <a:spLocks/>
          </p:cNvSpPr>
          <p:nvPr/>
        </p:nvSpPr>
        <p:spPr bwMode="auto">
          <a:xfrm>
            <a:off x="13883506" y="3957645"/>
            <a:ext cx="161925" cy="153988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16 h 37"/>
              <a:gd name="T12" fmla="*/ 38 w 39"/>
              <a:gd name="T13" fmla="*/ 12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8"/>
                  <a:pt x="39" y="22"/>
                  <a:pt x="39" y="16"/>
                </a:cubicBezTo>
                <a:cubicBezTo>
                  <a:pt x="39" y="15"/>
                  <a:pt x="38" y="14"/>
                  <a:pt x="38" y="12"/>
                </a:cubicBezTo>
                <a:cubicBezTo>
                  <a:pt x="37" y="10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99" name="Freeform 841"/>
          <p:cNvSpPr>
            <a:spLocks/>
          </p:cNvSpPr>
          <p:nvPr/>
        </p:nvSpPr>
        <p:spPr bwMode="auto">
          <a:xfrm>
            <a:off x="14185131" y="4306896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7 h 37"/>
              <a:gd name="T6" fmla="*/ 1 w 40"/>
              <a:gd name="T7" fmla="*/ 21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9"/>
                  <a:pt x="1" y="13"/>
                  <a:pt x="1" y="17"/>
                </a:cubicBezTo>
                <a:cubicBezTo>
                  <a:pt x="0" y="19"/>
                  <a:pt x="0" y="20"/>
                  <a:pt x="1" y="21"/>
                </a:cubicBezTo>
                <a:cubicBezTo>
                  <a:pt x="1" y="25"/>
                  <a:pt x="3" y="29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0" name="Freeform 842"/>
          <p:cNvSpPr>
            <a:spLocks/>
          </p:cNvSpPr>
          <p:nvPr/>
        </p:nvSpPr>
        <p:spPr bwMode="auto">
          <a:xfrm>
            <a:off x="14545494" y="4024320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2 h 37"/>
              <a:gd name="T6" fmla="*/ 20 w 40"/>
              <a:gd name="T7" fmla="*/ 37 h 37"/>
              <a:gd name="T8" fmla="*/ 33 w 40"/>
              <a:gd name="T9" fmla="*/ 32 h 37"/>
              <a:gd name="T10" fmla="*/ 38 w 40"/>
              <a:gd name="T11" fmla="*/ 13 h 37"/>
              <a:gd name="T12" fmla="*/ 36 w 40"/>
              <a:gd name="T13" fmla="*/ 9 h 37"/>
              <a:gd name="T14" fmla="*/ 33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7"/>
                  <a:pt x="40" y="20"/>
                  <a:pt x="38" y="13"/>
                </a:cubicBezTo>
                <a:cubicBezTo>
                  <a:pt x="38" y="12"/>
                  <a:pt x="37" y="11"/>
                  <a:pt x="36" y="9"/>
                </a:cubicBezTo>
                <a:cubicBezTo>
                  <a:pt x="36" y="8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1" name="Freeform 843"/>
          <p:cNvSpPr>
            <a:spLocks/>
          </p:cNvSpPr>
          <p:nvPr/>
        </p:nvSpPr>
        <p:spPr bwMode="auto">
          <a:xfrm>
            <a:off x="12494443" y="5143510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5 h 37"/>
              <a:gd name="T6" fmla="*/ 0 w 39"/>
              <a:gd name="T7" fmla="*/ 19 h 37"/>
              <a:gd name="T8" fmla="*/ 5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5"/>
                </a:cubicBezTo>
                <a:cubicBezTo>
                  <a:pt x="0" y="16"/>
                  <a:pt x="0" y="18"/>
                  <a:pt x="0" y="19"/>
                </a:cubicBezTo>
                <a:cubicBezTo>
                  <a:pt x="0" y="23"/>
                  <a:pt x="2" y="28"/>
                  <a:pt x="5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2" name="Freeform 844"/>
          <p:cNvSpPr>
            <a:spLocks/>
          </p:cNvSpPr>
          <p:nvPr/>
        </p:nvSpPr>
        <p:spPr bwMode="auto">
          <a:xfrm>
            <a:off x="12018193" y="5073660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4 w 40"/>
              <a:gd name="T9" fmla="*/ 31 h 37"/>
              <a:gd name="T10" fmla="*/ 39 w 40"/>
              <a:gd name="T11" fmla="*/ 15 h 37"/>
              <a:gd name="T12" fmla="*/ 38 w 40"/>
              <a:gd name="T13" fmla="*/ 11 h 37"/>
              <a:gd name="T14" fmla="*/ 34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38" y="27"/>
                  <a:pt x="40" y="21"/>
                  <a:pt x="39" y="15"/>
                </a:cubicBezTo>
                <a:cubicBezTo>
                  <a:pt x="39" y="14"/>
                  <a:pt x="38" y="13"/>
                  <a:pt x="38" y="11"/>
                </a:cubicBezTo>
                <a:cubicBezTo>
                  <a:pt x="37" y="9"/>
                  <a:pt x="35" y="7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3" name="Freeform 845"/>
          <p:cNvSpPr>
            <a:spLocks/>
          </p:cNvSpPr>
          <p:nvPr/>
        </p:nvSpPr>
        <p:spPr bwMode="auto">
          <a:xfrm>
            <a:off x="11884843" y="4203708"/>
            <a:ext cx="161925" cy="157163"/>
          </a:xfrm>
          <a:custGeom>
            <a:avLst/>
            <a:gdLst>
              <a:gd name="T0" fmla="*/ 18 w 39"/>
              <a:gd name="T1" fmla="*/ 0 h 38"/>
              <a:gd name="T2" fmla="*/ 5 w 39"/>
              <a:gd name="T3" fmla="*/ 6 h 38"/>
              <a:gd name="T4" fmla="*/ 0 w 39"/>
              <a:gd name="T5" fmla="*/ 17 h 38"/>
              <a:gd name="T6" fmla="*/ 0 w 39"/>
              <a:gd name="T7" fmla="*/ 21 h 38"/>
              <a:gd name="T8" fmla="*/ 5 w 39"/>
              <a:gd name="T9" fmla="*/ 32 h 38"/>
              <a:gd name="T10" fmla="*/ 18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8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9"/>
                  <a:pt x="0" y="20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8"/>
                  <a:pt x="18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4" name="Freeform 846"/>
          <p:cNvSpPr>
            <a:spLocks/>
          </p:cNvSpPr>
          <p:nvPr/>
        </p:nvSpPr>
        <p:spPr bwMode="auto">
          <a:xfrm>
            <a:off x="12942118" y="2362205"/>
            <a:ext cx="165100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2 h 38"/>
              <a:gd name="T12" fmla="*/ 39 w 40"/>
              <a:gd name="T13" fmla="*/ 18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6"/>
                  <a:pt x="39" y="22"/>
                </a:cubicBezTo>
                <a:cubicBezTo>
                  <a:pt x="40" y="20"/>
                  <a:pt x="40" y="19"/>
                  <a:pt x="39" y="18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5" name="Freeform 847"/>
          <p:cNvSpPr>
            <a:spLocks/>
          </p:cNvSpPr>
          <p:nvPr/>
        </p:nvSpPr>
        <p:spPr bwMode="auto">
          <a:xfrm>
            <a:off x="11707043" y="4381509"/>
            <a:ext cx="165100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0 w 40"/>
              <a:gd name="T7" fmla="*/ 18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" y="15"/>
                  <a:pt x="0" y="17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2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6" name="Freeform 848"/>
          <p:cNvSpPr>
            <a:spLocks/>
          </p:cNvSpPr>
          <p:nvPr/>
        </p:nvSpPr>
        <p:spPr bwMode="auto">
          <a:xfrm>
            <a:off x="11761018" y="544672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5 w 41"/>
              <a:gd name="T5" fmla="*/ 30 h 37"/>
              <a:gd name="T6" fmla="*/ 7 w 41"/>
              <a:gd name="T7" fmla="*/ 32 h 37"/>
              <a:gd name="T8" fmla="*/ 8 w 41"/>
              <a:gd name="T9" fmla="*/ 33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2"/>
                  <a:pt x="0" y="23"/>
                  <a:pt x="5" y="30"/>
                </a:cubicBezTo>
                <a:cubicBezTo>
                  <a:pt x="6" y="31"/>
                  <a:pt x="6" y="31"/>
                  <a:pt x="7" y="32"/>
                </a:cubicBezTo>
                <a:cubicBezTo>
                  <a:pt x="7" y="32"/>
                  <a:pt x="8" y="33"/>
                  <a:pt x="8" y="33"/>
                </a:cubicBezTo>
                <a:cubicBezTo>
                  <a:pt x="12" y="36"/>
                  <a:pt x="16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7" name="Freeform 849"/>
          <p:cNvSpPr>
            <a:spLocks/>
          </p:cNvSpPr>
          <p:nvPr/>
        </p:nvSpPr>
        <p:spPr bwMode="auto">
          <a:xfrm>
            <a:off x="13153256" y="2105029"/>
            <a:ext cx="161925" cy="153988"/>
          </a:xfrm>
          <a:custGeom>
            <a:avLst/>
            <a:gdLst>
              <a:gd name="T0" fmla="*/ 21 w 39"/>
              <a:gd name="T1" fmla="*/ 0 h 37"/>
              <a:gd name="T2" fmla="*/ 8 w 39"/>
              <a:gd name="T3" fmla="*/ 5 h 37"/>
              <a:gd name="T4" fmla="*/ 8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23 h 37"/>
              <a:gd name="T12" fmla="*/ 39 w 39"/>
              <a:gd name="T13" fmla="*/ 19 h 37"/>
              <a:gd name="T14" fmla="*/ 34 w 39"/>
              <a:gd name="T15" fmla="*/ 5 h 37"/>
              <a:gd name="T16" fmla="*/ 21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8" y="26"/>
                  <a:pt x="39" y="23"/>
                </a:cubicBezTo>
                <a:cubicBezTo>
                  <a:pt x="39" y="22"/>
                  <a:pt x="39" y="20"/>
                  <a:pt x="39" y="19"/>
                </a:cubicBezTo>
                <a:cubicBezTo>
                  <a:pt x="39" y="14"/>
                  <a:pt x="38" y="9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8" name="Freeform 850"/>
          <p:cNvSpPr>
            <a:spLocks/>
          </p:cNvSpPr>
          <p:nvPr/>
        </p:nvSpPr>
        <p:spPr bwMode="auto">
          <a:xfrm>
            <a:off x="10695805" y="226695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09" name="Freeform 851"/>
          <p:cNvSpPr>
            <a:spLocks noEditPoints="1"/>
          </p:cNvSpPr>
          <p:nvPr/>
        </p:nvSpPr>
        <p:spPr bwMode="auto">
          <a:xfrm>
            <a:off x="10678343" y="225108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8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21 w 42"/>
              <a:gd name="T35" fmla="*/ 41 h 41"/>
              <a:gd name="T36" fmla="*/ 21 w 42"/>
              <a:gd name="T37" fmla="*/ 41 h 41"/>
              <a:gd name="T38" fmla="*/ 36 w 42"/>
              <a:gd name="T39" fmla="*/ 35 h 41"/>
              <a:gd name="T40" fmla="*/ 42 w 42"/>
              <a:gd name="T41" fmla="*/ 20 h 41"/>
              <a:gd name="T42" fmla="*/ 36 w 42"/>
              <a:gd name="T43" fmla="*/ 6 h 41"/>
              <a:gd name="T44" fmla="*/ 22 w 42"/>
              <a:gd name="T45" fmla="*/ 0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0" name="Freeform 853"/>
          <p:cNvSpPr>
            <a:spLocks/>
          </p:cNvSpPr>
          <p:nvPr/>
        </p:nvSpPr>
        <p:spPr bwMode="auto">
          <a:xfrm>
            <a:off x="11411767" y="2889250"/>
            <a:ext cx="138113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1"/>
                  <a:pt x="33" y="16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1" name="Freeform 854"/>
          <p:cNvSpPr>
            <a:spLocks noEditPoints="1"/>
          </p:cNvSpPr>
          <p:nvPr/>
        </p:nvSpPr>
        <p:spPr bwMode="auto">
          <a:xfrm>
            <a:off x="11395892" y="28717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2" name="Freeform 855"/>
          <p:cNvSpPr>
            <a:spLocks/>
          </p:cNvSpPr>
          <p:nvPr/>
        </p:nvSpPr>
        <p:spPr bwMode="auto">
          <a:xfrm>
            <a:off x="11951517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3" name="Freeform 856"/>
          <p:cNvSpPr>
            <a:spLocks noEditPoints="1"/>
          </p:cNvSpPr>
          <p:nvPr/>
        </p:nvSpPr>
        <p:spPr bwMode="auto">
          <a:xfrm>
            <a:off x="11934054" y="3854450"/>
            <a:ext cx="171450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4" name="Freeform 857"/>
          <p:cNvSpPr>
            <a:spLocks/>
          </p:cNvSpPr>
          <p:nvPr/>
        </p:nvSpPr>
        <p:spPr bwMode="auto">
          <a:xfrm>
            <a:off x="12175354" y="4070350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5" name="Freeform 858"/>
          <p:cNvSpPr>
            <a:spLocks noEditPoints="1"/>
          </p:cNvSpPr>
          <p:nvPr/>
        </p:nvSpPr>
        <p:spPr bwMode="auto">
          <a:xfrm>
            <a:off x="12157892" y="4054475"/>
            <a:ext cx="171450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17 h 42"/>
              <a:gd name="T30" fmla="*/ 0 w 41"/>
              <a:gd name="T31" fmla="*/ 21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20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6" name="Freeform 859"/>
          <p:cNvSpPr>
            <a:spLocks/>
          </p:cNvSpPr>
          <p:nvPr/>
        </p:nvSpPr>
        <p:spPr bwMode="auto">
          <a:xfrm>
            <a:off x="11354617" y="3671888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7" name="Freeform 860"/>
          <p:cNvSpPr>
            <a:spLocks noEditPoints="1"/>
          </p:cNvSpPr>
          <p:nvPr/>
        </p:nvSpPr>
        <p:spPr bwMode="auto">
          <a:xfrm>
            <a:off x="11337154" y="3656013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5 h 42"/>
              <a:gd name="T32" fmla="*/ 20 w 41"/>
              <a:gd name="T33" fmla="*/ 42 h 42"/>
              <a:gd name="T34" fmla="*/ 20 w 41"/>
              <a:gd name="T35" fmla="*/ 42 h 42"/>
              <a:gd name="T36" fmla="*/ 35 w 41"/>
              <a:gd name="T37" fmla="*/ 35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4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7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8" name="Freeform 861"/>
          <p:cNvSpPr>
            <a:spLocks/>
          </p:cNvSpPr>
          <p:nvPr/>
        </p:nvSpPr>
        <p:spPr bwMode="auto">
          <a:xfrm>
            <a:off x="11848329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19" name="Freeform 862"/>
          <p:cNvSpPr>
            <a:spLocks noEditPoints="1"/>
          </p:cNvSpPr>
          <p:nvPr/>
        </p:nvSpPr>
        <p:spPr bwMode="auto">
          <a:xfrm>
            <a:off x="11830867" y="461803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8 w 41"/>
              <a:gd name="T13" fmla="*/ 33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4" y="34"/>
                  <a:pt x="5" y="35"/>
                  <a:pt x="6" y="35"/>
                </a:cubicBezTo>
                <a:cubicBezTo>
                  <a:pt x="6" y="36"/>
                  <a:pt x="6" y="36"/>
                  <a:pt x="7" y="36"/>
                </a:cubicBezTo>
                <a:cubicBezTo>
                  <a:pt x="10" y="40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0" name="Freeform 863"/>
          <p:cNvSpPr>
            <a:spLocks/>
          </p:cNvSpPr>
          <p:nvPr/>
        </p:nvSpPr>
        <p:spPr bwMode="auto">
          <a:xfrm>
            <a:off x="11657829" y="484505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1" name="Freeform 864"/>
          <p:cNvSpPr>
            <a:spLocks noEditPoints="1"/>
          </p:cNvSpPr>
          <p:nvPr/>
        </p:nvSpPr>
        <p:spPr bwMode="auto">
          <a:xfrm>
            <a:off x="11640367" y="4829175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4 w 42"/>
              <a:gd name="T47" fmla="*/ 4 h 41"/>
              <a:gd name="T48" fmla="*/ 30 w 42"/>
              <a:gd name="T49" fmla="*/ 2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1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2" y="3"/>
                  <a:pt x="31" y="3"/>
                  <a:pt x="30" y="2"/>
                </a:cubicBezTo>
                <a:cubicBezTo>
                  <a:pt x="27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2" name="Freeform 865"/>
          <p:cNvSpPr>
            <a:spLocks/>
          </p:cNvSpPr>
          <p:nvPr/>
        </p:nvSpPr>
        <p:spPr bwMode="auto">
          <a:xfrm>
            <a:off x="12316642" y="4775200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3" name="Freeform 866"/>
          <p:cNvSpPr>
            <a:spLocks noEditPoints="1"/>
          </p:cNvSpPr>
          <p:nvPr/>
        </p:nvSpPr>
        <p:spPr bwMode="auto">
          <a:xfrm>
            <a:off x="12299179" y="475932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8 w 41"/>
              <a:gd name="T41" fmla="*/ 10 h 41"/>
              <a:gd name="T42" fmla="*/ 36 w 41"/>
              <a:gd name="T43" fmla="*/ 7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7"/>
                  <a:pt x="40" y="14"/>
                  <a:pt x="38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4" name="Freeform 867"/>
          <p:cNvSpPr>
            <a:spLocks/>
          </p:cNvSpPr>
          <p:nvPr/>
        </p:nvSpPr>
        <p:spPr bwMode="auto">
          <a:xfrm>
            <a:off x="12067404" y="24653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5" name="Freeform 868"/>
          <p:cNvSpPr>
            <a:spLocks noEditPoints="1"/>
          </p:cNvSpPr>
          <p:nvPr/>
        </p:nvSpPr>
        <p:spPr bwMode="auto">
          <a:xfrm>
            <a:off x="12051529" y="2449513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6 h 41"/>
              <a:gd name="T36" fmla="*/ 11 w 42"/>
              <a:gd name="T37" fmla="*/ 38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9 w 42"/>
              <a:gd name="T47" fmla="*/ 10 h 41"/>
              <a:gd name="T48" fmla="*/ 36 w 42"/>
              <a:gd name="T49" fmla="*/ 7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5"/>
                  <a:pt x="7" y="36"/>
                  <a:pt x="7" y="36"/>
                </a:cubicBezTo>
                <a:cubicBezTo>
                  <a:pt x="8" y="37"/>
                  <a:pt x="9" y="38"/>
                  <a:pt x="11" y="38"/>
                </a:cubicBezTo>
                <a:cubicBezTo>
                  <a:pt x="14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7"/>
                  <a:pt x="41" y="13"/>
                  <a:pt x="39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6" name="Freeform 869"/>
          <p:cNvSpPr>
            <a:spLocks/>
          </p:cNvSpPr>
          <p:nvPr/>
        </p:nvSpPr>
        <p:spPr bwMode="auto">
          <a:xfrm>
            <a:off x="13696179" y="365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7" name="Freeform 870"/>
          <p:cNvSpPr>
            <a:spLocks noEditPoints="1"/>
          </p:cNvSpPr>
          <p:nvPr/>
        </p:nvSpPr>
        <p:spPr bwMode="auto">
          <a:xfrm>
            <a:off x="13680304" y="19050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7 w 42"/>
              <a:gd name="T45" fmla="*/ 7 h 42"/>
              <a:gd name="T46" fmla="*/ 36 w 42"/>
              <a:gd name="T47" fmla="*/ 6 h 42"/>
              <a:gd name="T48" fmla="*/ 34 w 42"/>
              <a:gd name="T49" fmla="*/ 5 h 42"/>
              <a:gd name="T50" fmla="*/ 21 w 42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7" y="7"/>
                </a:cubicBezTo>
                <a:cubicBezTo>
                  <a:pt x="36" y="7"/>
                  <a:pt x="36" y="7"/>
                  <a:pt x="36" y="6"/>
                </a:cubicBezTo>
                <a:cubicBezTo>
                  <a:pt x="35" y="6"/>
                  <a:pt x="34" y="5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8" name="Freeform 871"/>
          <p:cNvSpPr>
            <a:spLocks/>
          </p:cNvSpPr>
          <p:nvPr/>
        </p:nvSpPr>
        <p:spPr bwMode="auto">
          <a:xfrm>
            <a:off x="14799492" y="-22066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29" name="Freeform 872"/>
          <p:cNvSpPr>
            <a:spLocks noEditPoints="1"/>
          </p:cNvSpPr>
          <p:nvPr/>
        </p:nvSpPr>
        <p:spPr bwMode="auto">
          <a:xfrm>
            <a:off x="14782029" y="-236537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5 w 42"/>
              <a:gd name="T31" fmla="*/ 33 h 41"/>
              <a:gd name="T32" fmla="*/ 6 w 42"/>
              <a:gd name="T33" fmla="*/ 35 h 41"/>
              <a:gd name="T34" fmla="*/ 7 w 42"/>
              <a:gd name="T35" fmla="*/ 36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3"/>
                </a:cubicBezTo>
                <a:cubicBezTo>
                  <a:pt x="5" y="34"/>
                  <a:pt x="6" y="35"/>
                  <a:pt x="6" y="35"/>
                </a:cubicBezTo>
                <a:cubicBezTo>
                  <a:pt x="7" y="36"/>
                  <a:pt x="7" y="36"/>
                  <a:pt x="7" y="36"/>
                </a:cubicBezTo>
                <a:cubicBezTo>
                  <a:pt x="11" y="40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0" name="Freeform 873"/>
          <p:cNvSpPr>
            <a:spLocks/>
          </p:cNvSpPr>
          <p:nvPr/>
        </p:nvSpPr>
        <p:spPr bwMode="auto">
          <a:xfrm>
            <a:off x="13639029" y="61309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1" name="Freeform 874"/>
          <p:cNvSpPr>
            <a:spLocks noEditPoints="1"/>
          </p:cNvSpPr>
          <p:nvPr/>
        </p:nvSpPr>
        <p:spPr bwMode="auto">
          <a:xfrm>
            <a:off x="13621567" y="6113463"/>
            <a:ext cx="174625" cy="171450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20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4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2" name="Freeform 875"/>
          <p:cNvSpPr>
            <a:spLocks/>
          </p:cNvSpPr>
          <p:nvPr/>
        </p:nvSpPr>
        <p:spPr bwMode="auto">
          <a:xfrm>
            <a:off x="14616929" y="55006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3" name="Freeform 876"/>
          <p:cNvSpPr>
            <a:spLocks noEditPoints="1"/>
          </p:cNvSpPr>
          <p:nvPr/>
        </p:nvSpPr>
        <p:spPr bwMode="auto">
          <a:xfrm>
            <a:off x="14599467" y="5484813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7 h 41"/>
              <a:gd name="T36" fmla="*/ 11 w 42"/>
              <a:gd name="T37" fmla="*/ 39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6"/>
                  <a:pt x="7" y="36"/>
                  <a:pt x="7" y="37"/>
                </a:cubicBezTo>
                <a:cubicBezTo>
                  <a:pt x="9" y="37"/>
                  <a:pt x="10" y="38"/>
                  <a:pt x="11" y="39"/>
                </a:cubicBezTo>
                <a:cubicBezTo>
                  <a:pt x="14" y="41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4" name="Freeform 877"/>
          <p:cNvSpPr>
            <a:spLocks/>
          </p:cNvSpPr>
          <p:nvPr/>
        </p:nvSpPr>
        <p:spPr bwMode="auto">
          <a:xfrm>
            <a:off x="14882042" y="531812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5" name="Freeform 878"/>
          <p:cNvSpPr>
            <a:spLocks noEditPoints="1"/>
          </p:cNvSpPr>
          <p:nvPr/>
        </p:nvSpPr>
        <p:spPr bwMode="auto">
          <a:xfrm>
            <a:off x="14866167" y="5302250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0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6" name="Freeform 879"/>
          <p:cNvSpPr>
            <a:spLocks/>
          </p:cNvSpPr>
          <p:nvPr/>
        </p:nvSpPr>
        <p:spPr bwMode="auto">
          <a:xfrm>
            <a:off x="13207229" y="6437313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7" name="Freeform 880"/>
          <p:cNvSpPr>
            <a:spLocks/>
          </p:cNvSpPr>
          <p:nvPr/>
        </p:nvSpPr>
        <p:spPr bwMode="auto">
          <a:xfrm>
            <a:off x="14185129" y="6072188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8" name="Freeform 881"/>
          <p:cNvSpPr>
            <a:spLocks/>
          </p:cNvSpPr>
          <p:nvPr/>
        </p:nvSpPr>
        <p:spPr bwMode="auto">
          <a:xfrm>
            <a:off x="13140554" y="6619875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7 w 41"/>
              <a:gd name="T5" fmla="*/ 31 h 37"/>
              <a:gd name="T6" fmla="*/ 8 w 41"/>
              <a:gd name="T7" fmla="*/ 32 h 37"/>
              <a:gd name="T8" fmla="*/ 10 w 41"/>
              <a:gd name="T9" fmla="*/ 34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3"/>
                  <a:pt x="0" y="24"/>
                  <a:pt x="7" y="31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3"/>
                  <a:pt x="9" y="33"/>
                  <a:pt x="10" y="34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39" name="Freeform 882"/>
          <p:cNvSpPr>
            <a:spLocks/>
          </p:cNvSpPr>
          <p:nvPr/>
        </p:nvSpPr>
        <p:spPr bwMode="auto">
          <a:xfrm>
            <a:off x="15093179" y="9191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5 w 33"/>
              <a:gd name="T5" fmla="*/ 4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0" name="Freeform 883"/>
          <p:cNvSpPr>
            <a:spLocks noEditPoints="1"/>
          </p:cNvSpPr>
          <p:nvPr/>
        </p:nvSpPr>
        <p:spPr bwMode="auto">
          <a:xfrm>
            <a:off x="15077304" y="903288"/>
            <a:ext cx="169863" cy="169863"/>
          </a:xfrm>
          <a:custGeom>
            <a:avLst/>
            <a:gdLst>
              <a:gd name="T0" fmla="*/ 9 w 41"/>
              <a:gd name="T1" fmla="*/ 8 h 41"/>
              <a:gd name="T2" fmla="*/ 21 w 41"/>
              <a:gd name="T3" fmla="*/ 4 h 41"/>
              <a:gd name="T4" fmla="*/ 32 w 41"/>
              <a:gd name="T5" fmla="*/ 8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8 h 41"/>
              <a:gd name="T18" fmla="*/ 9 w 41"/>
              <a:gd name="T19" fmla="*/ 8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1 w 41"/>
              <a:gd name="T37" fmla="*/ 41 h 41"/>
              <a:gd name="T38" fmla="*/ 21 w 41"/>
              <a:gd name="T39" fmla="*/ 41 h 41"/>
              <a:gd name="T40" fmla="*/ 35 w 41"/>
              <a:gd name="T41" fmla="*/ 35 h 41"/>
              <a:gd name="T42" fmla="*/ 41 w 41"/>
              <a:gd name="T43" fmla="*/ 20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8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9" y="8"/>
                  <a:pt x="9" y="8"/>
                  <a:pt x="9" y="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3"/>
                  <a:pt x="5" y="34"/>
                  <a:pt x="6" y="35"/>
                </a:cubicBezTo>
                <a:cubicBezTo>
                  <a:pt x="6" y="35"/>
                  <a:pt x="7" y="35"/>
                  <a:pt x="7" y="36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40" y="10"/>
                  <a:pt x="36" y="7"/>
                </a:cubicBezTo>
                <a:cubicBezTo>
                  <a:pt x="36" y="6"/>
                  <a:pt x="36" y="6"/>
                  <a:pt x="35" y="6"/>
                </a:cubicBezTo>
                <a:cubicBezTo>
                  <a:pt x="35" y="5"/>
                  <a:pt x="34" y="4"/>
                  <a:pt x="33" y="4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1" name="Freeform 884"/>
          <p:cNvSpPr>
            <a:spLocks/>
          </p:cNvSpPr>
          <p:nvPr/>
        </p:nvSpPr>
        <p:spPr bwMode="auto">
          <a:xfrm>
            <a:off x="12937354" y="2627313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4 w 33"/>
              <a:gd name="T5" fmla="*/ 5 h 34"/>
              <a:gd name="T6" fmla="*/ 0 w 33"/>
              <a:gd name="T7" fmla="*/ 17 h 34"/>
              <a:gd name="T8" fmla="*/ 4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2" name="Freeform 885"/>
          <p:cNvSpPr>
            <a:spLocks noEditPoints="1"/>
          </p:cNvSpPr>
          <p:nvPr/>
        </p:nvSpPr>
        <p:spPr bwMode="auto">
          <a:xfrm>
            <a:off x="12921479" y="2611438"/>
            <a:ext cx="169863" cy="173038"/>
          </a:xfrm>
          <a:custGeom>
            <a:avLst/>
            <a:gdLst>
              <a:gd name="T0" fmla="*/ 8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8 w 41"/>
              <a:gd name="T13" fmla="*/ 33 h 42"/>
              <a:gd name="T14" fmla="*/ 4 w 41"/>
              <a:gd name="T15" fmla="*/ 21 h 42"/>
              <a:gd name="T16" fmla="*/ 8 w 41"/>
              <a:gd name="T17" fmla="*/ 9 h 42"/>
              <a:gd name="T18" fmla="*/ 8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7 h 42"/>
              <a:gd name="T26" fmla="*/ 6 w 41"/>
              <a:gd name="T27" fmla="*/ 7 h 42"/>
              <a:gd name="T28" fmla="*/ 6 w 41"/>
              <a:gd name="T29" fmla="*/ 7 h 42"/>
              <a:gd name="T30" fmla="*/ 3 w 41"/>
              <a:gd name="T31" fmla="*/ 10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2 w 41"/>
              <a:gd name="T41" fmla="*/ 38 h 42"/>
              <a:gd name="T42" fmla="*/ 35 w 41"/>
              <a:gd name="T43" fmla="*/ 36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7 h 42"/>
              <a:gd name="T50" fmla="*/ 20 w 41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2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4" y="42"/>
                  <a:pt x="28" y="41"/>
                  <a:pt x="32" y="38"/>
                </a:cubicBezTo>
                <a:cubicBezTo>
                  <a:pt x="33" y="38"/>
                  <a:pt x="34" y="37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3" name="Freeform 886"/>
          <p:cNvSpPr>
            <a:spLocks/>
          </p:cNvSpPr>
          <p:nvPr/>
        </p:nvSpPr>
        <p:spPr bwMode="auto">
          <a:xfrm>
            <a:off x="12502379" y="27352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4" name="Freeform 887"/>
          <p:cNvSpPr>
            <a:spLocks noEditPoints="1"/>
          </p:cNvSpPr>
          <p:nvPr/>
        </p:nvSpPr>
        <p:spPr bwMode="auto">
          <a:xfrm>
            <a:off x="12486504" y="27193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2 w 41"/>
              <a:gd name="T37" fmla="*/ 38 h 41"/>
              <a:gd name="T38" fmla="*/ 35 w 41"/>
              <a:gd name="T39" fmla="*/ 35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5" y="41"/>
                  <a:pt x="29" y="40"/>
                  <a:pt x="32" y="38"/>
                </a:cubicBezTo>
                <a:cubicBezTo>
                  <a:pt x="33" y="37"/>
                  <a:pt x="34" y="36"/>
                  <a:pt x="35" y="35"/>
                </a:cubicBezTo>
                <a:cubicBezTo>
                  <a:pt x="35" y="35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5" name="Freeform 888"/>
          <p:cNvSpPr>
            <a:spLocks/>
          </p:cNvSpPr>
          <p:nvPr/>
        </p:nvSpPr>
        <p:spPr bwMode="auto">
          <a:xfrm>
            <a:off x="12245204" y="3062288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6" name="Freeform 889"/>
          <p:cNvSpPr>
            <a:spLocks noEditPoints="1"/>
          </p:cNvSpPr>
          <p:nvPr/>
        </p:nvSpPr>
        <p:spPr bwMode="auto">
          <a:xfrm>
            <a:off x="12229329" y="3046413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6 w 41"/>
              <a:gd name="T33" fmla="*/ 35 h 41"/>
              <a:gd name="T34" fmla="*/ 20 w 41"/>
              <a:gd name="T35" fmla="*/ 41 h 41"/>
              <a:gd name="T36" fmla="*/ 20 w 41"/>
              <a:gd name="T37" fmla="*/ 41 h 41"/>
              <a:gd name="T38" fmla="*/ 35 w 41"/>
              <a:gd name="T39" fmla="*/ 35 h 41"/>
              <a:gd name="T40" fmla="*/ 41 w 41"/>
              <a:gd name="T41" fmla="*/ 21 h 41"/>
              <a:gd name="T42" fmla="*/ 36 w 41"/>
              <a:gd name="T43" fmla="*/ 7 h 41"/>
              <a:gd name="T44" fmla="*/ 35 w 41"/>
              <a:gd name="T45" fmla="*/ 6 h 41"/>
              <a:gd name="T46" fmla="*/ 33 w 41"/>
              <a:gd name="T47" fmla="*/ 4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7" name="Freeform 890"/>
          <p:cNvSpPr>
            <a:spLocks/>
          </p:cNvSpPr>
          <p:nvPr/>
        </p:nvSpPr>
        <p:spPr bwMode="auto">
          <a:xfrm>
            <a:off x="14120042" y="33448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8" name="Freeform 891"/>
          <p:cNvSpPr>
            <a:spLocks noEditPoints="1"/>
          </p:cNvSpPr>
          <p:nvPr/>
        </p:nvSpPr>
        <p:spPr bwMode="auto">
          <a:xfrm>
            <a:off x="14102579" y="33289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0 w 42"/>
              <a:gd name="T33" fmla="*/ 21 h 41"/>
              <a:gd name="T34" fmla="*/ 0 w 42"/>
              <a:gd name="T35" fmla="*/ 24 h 41"/>
              <a:gd name="T36" fmla="*/ 6 w 42"/>
              <a:gd name="T37" fmla="*/ 35 h 41"/>
              <a:gd name="T38" fmla="*/ 21 w 42"/>
              <a:gd name="T39" fmla="*/ 41 h 41"/>
              <a:gd name="T40" fmla="*/ 21 w 42"/>
              <a:gd name="T41" fmla="*/ 41 h 41"/>
              <a:gd name="T42" fmla="*/ 35 w 42"/>
              <a:gd name="T43" fmla="*/ 35 h 41"/>
              <a:gd name="T44" fmla="*/ 42 w 42"/>
              <a:gd name="T45" fmla="*/ 21 h 41"/>
              <a:gd name="T46" fmla="*/ 35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1" y="28"/>
                  <a:pt x="3" y="32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49" name="Freeform 892"/>
          <p:cNvSpPr>
            <a:spLocks/>
          </p:cNvSpPr>
          <p:nvPr/>
        </p:nvSpPr>
        <p:spPr bwMode="auto">
          <a:xfrm>
            <a:off x="14385154" y="43227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0" name="Freeform 893"/>
          <p:cNvSpPr>
            <a:spLocks noEditPoints="1"/>
          </p:cNvSpPr>
          <p:nvPr/>
        </p:nvSpPr>
        <p:spPr bwMode="auto">
          <a:xfrm>
            <a:off x="14367692" y="43068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5 w 42"/>
              <a:gd name="T37" fmla="*/ 35 h 41"/>
              <a:gd name="T38" fmla="*/ 42 w 42"/>
              <a:gd name="T39" fmla="*/ 21 h 41"/>
              <a:gd name="T40" fmla="*/ 40 w 42"/>
              <a:gd name="T41" fmla="*/ 14 h 41"/>
              <a:gd name="T42" fmla="*/ 39 w 42"/>
              <a:gd name="T43" fmla="*/ 10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8"/>
                  <a:pt x="41" y="16"/>
                  <a:pt x="40" y="14"/>
                </a:cubicBezTo>
                <a:cubicBezTo>
                  <a:pt x="40" y="13"/>
                  <a:pt x="39" y="11"/>
                  <a:pt x="39" y="10"/>
                </a:cubicBezTo>
                <a:cubicBezTo>
                  <a:pt x="38" y="9"/>
                  <a:pt x="37" y="7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1" name="Freeform 894"/>
          <p:cNvSpPr>
            <a:spLocks/>
          </p:cNvSpPr>
          <p:nvPr/>
        </p:nvSpPr>
        <p:spPr bwMode="auto">
          <a:xfrm>
            <a:off x="16325079" y="2581275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2" name="Freeform 895"/>
          <p:cNvSpPr>
            <a:spLocks noEditPoints="1"/>
          </p:cNvSpPr>
          <p:nvPr/>
        </p:nvSpPr>
        <p:spPr bwMode="auto">
          <a:xfrm>
            <a:off x="16307617" y="256540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5 w 42"/>
              <a:gd name="T41" fmla="*/ 35 h 41"/>
              <a:gd name="T42" fmla="*/ 42 w 42"/>
              <a:gd name="T43" fmla="*/ 21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0"/>
                  <a:pt x="32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3" name="Freeform 896"/>
          <p:cNvSpPr>
            <a:spLocks/>
          </p:cNvSpPr>
          <p:nvPr/>
        </p:nvSpPr>
        <p:spPr bwMode="auto">
          <a:xfrm>
            <a:off x="15105879" y="619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4" name="Freeform 897"/>
          <p:cNvSpPr>
            <a:spLocks noEditPoints="1"/>
          </p:cNvSpPr>
          <p:nvPr/>
        </p:nvSpPr>
        <p:spPr bwMode="auto">
          <a:xfrm>
            <a:off x="15090004" y="4445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5" y="34"/>
                  <a:pt x="5" y="35"/>
                  <a:pt x="6" y="35"/>
                </a:cubicBezTo>
                <a:cubicBezTo>
                  <a:pt x="6" y="36"/>
                  <a:pt x="7" y="36"/>
                  <a:pt x="7" y="36"/>
                </a:cubicBezTo>
                <a:cubicBezTo>
                  <a:pt x="11" y="40"/>
                  <a:pt x="16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5" name="Freeform 898"/>
          <p:cNvSpPr>
            <a:spLocks/>
          </p:cNvSpPr>
          <p:nvPr/>
        </p:nvSpPr>
        <p:spPr bwMode="auto">
          <a:xfrm>
            <a:off x="10824392" y="2068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6" name="Freeform 899"/>
          <p:cNvSpPr>
            <a:spLocks noEditPoints="1"/>
          </p:cNvSpPr>
          <p:nvPr/>
        </p:nvSpPr>
        <p:spPr bwMode="auto">
          <a:xfrm>
            <a:off x="10806929" y="205105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0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6 w 42"/>
              <a:gd name="T37" fmla="*/ 35 h 41"/>
              <a:gd name="T38" fmla="*/ 42 w 42"/>
              <a:gd name="T39" fmla="*/ 20 h 41"/>
              <a:gd name="T40" fmla="*/ 36 w 42"/>
              <a:gd name="T41" fmla="*/ 6 h 41"/>
              <a:gd name="T42" fmla="*/ 34 w 42"/>
              <a:gd name="T43" fmla="*/ 4 h 41"/>
              <a:gd name="T44" fmla="*/ 30 w 42"/>
              <a:gd name="T45" fmla="*/ 2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1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3" y="3"/>
                  <a:pt x="31" y="2"/>
                  <a:pt x="30" y="2"/>
                </a:cubicBezTo>
                <a:cubicBezTo>
                  <a:pt x="27" y="0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7" name="Freeform 900"/>
          <p:cNvSpPr>
            <a:spLocks noEditPoints="1"/>
          </p:cNvSpPr>
          <p:nvPr/>
        </p:nvSpPr>
        <p:spPr bwMode="auto">
          <a:xfrm>
            <a:off x="12478567" y="-2541587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8" name="Freeform 901"/>
          <p:cNvSpPr>
            <a:spLocks noEditPoints="1"/>
          </p:cNvSpPr>
          <p:nvPr/>
        </p:nvSpPr>
        <p:spPr bwMode="auto">
          <a:xfrm>
            <a:off x="12461104" y="-2559050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8 w 65"/>
              <a:gd name="T31" fmla="*/ 53 h 64"/>
              <a:gd name="T32" fmla="*/ 9 w 65"/>
              <a:gd name="T33" fmla="*/ 55 h 64"/>
              <a:gd name="T34" fmla="*/ 10 w 65"/>
              <a:gd name="T35" fmla="*/ 56 h 64"/>
              <a:gd name="T36" fmla="*/ 32 w 65"/>
              <a:gd name="T37" fmla="*/ 64 h 64"/>
              <a:gd name="T38" fmla="*/ 32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2" y="47"/>
                  <a:pt x="8" y="53"/>
                </a:cubicBezTo>
                <a:cubicBezTo>
                  <a:pt x="8" y="54"/>
                  <a:pt x="9" y="54"/>
                  <a:pt x="9" y="55"/>
                </a:cubicBezTo>
                <a:cubicBezTo>
                  <a:pt x="10" y="55"/>
                  <a:pt x="10" y="56"/>
                  <a:pt x="10" y="56"/>
                </a:cubicBezTo>
                <a:cubicBezTo>
                  <a:pt x="17" y="62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5" y="10"/>
                  <a:pt x="55" y="9"/>
                </a:cubicBezTo>
                <a:cubicBezTo>
                  <a:pt x="54" y="9"/>
                  <a:pt x="54" y="8"/>
                  <a:pt x="53" y="7"/>
                </a:cubicBezTo>
                <a:cubicBezTo>
                  <a:pt x="47" y="2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59" name="Freeform 902"/>
          <p:cNvSpPr>
            <a:spLocks/>
          </p:cNvSpPr>
          <p:nvPr/>
        </p:nvSpPr>
        <p:spPr bwMode="auto">
          <a:xfrm>
            <a:off x="12510317" y="-250507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0" name="Freeform 903"/>
          <p:cNvSpPr>
            <a:spLocks noEditPoints="1"/>
          </p:cNvSpPr>
          <p:nvPr/>
        </p:nvSpPr>
        <p:spPr bwMode="auto">
          <a:xfrm>
            <a:off x="13277079" y="1181100"/>
            <a:ext cx="444500" cy="684213"/>
          </a:xfrm>
          <a:custGeom>
            <a:avLst/>
            <a:gdLst>
              <a:gd name="T0" fmla="*/ 31 w 107"/>
              <a:gd name="T1" fmla="*/ 73 h 165"/>
              <a:gd name="T2" fmla="*/ 0 w 107"/>
              <a:gd name="T3" fmla="*/ 105 h 165"/>
              <a:gd name="T4" fmla="*/ 0 w 107"/>
              <a:gd name="T5" fmla="*/ 165 h 165"/>
              <a:gd name="T6" fmla="*/ 2 w 107"/>
              <a:gd name="T7" fmla="*/ 164 h 165"/>
              <a:gd name="T8" fmla="*/ 2 w 107"/>
              <a:gd name="T9" fmla="*/ 164 h 165"/>
              <a:gd name="T10" fmla="*/ 4 w 107"/>
              <a:gd name="T11" fmla="*/ 165 h 165"/>
              <a:gd name="T12" fmla="*/ 4 w 107"/>
              <a:gd name="T13" fmla="*/ 106 h 165"/>
              <a:gd name="T14" fmla="*/ 34 w 107"/>
              <a:gd name="T15" fmla="*/ 76 h 165"/>
              <a:gd name="T16" fmla="*/ 33 w 107"/>
              <a:gd name="T17" fmla="*/ 75 h 165"/>
              <a:gd name="T18" fmla="*/ 31 w 107"/>
              <a:gd name="T19" fmla="*/ 73 h 165"/>
              <a:gd name="T20" fmla="*/ 105 w 107"/>
              <a:gd name="T21" fmla="*/ 0 h 165"/>
              <a:gd name="T22" fmla="*/ 77 w 107"/>
              <a:gd name="T23" fmla="*/ 28 h 165"/>
              <a:gd name="T24" fmla="*/ 79 w 107"/>
              <a:gd name="T25" fmla="*/ 29 h 165"/>
              <a:gd name="T26" fmla="*/ 80 w 107"/>
              <a:gd name="T27" fmla="*/ 30 h 165"/>
              <a:gd name="T28" fmla="*/ 107 w 107"/>
              <a:gd name="T29" fmla="*/ 3 h 165"/>
              <a:gd name="T30" fmla="*/ 106 w 107"/>
              <a:gd name="T31" fmla="*/ 2 h 165"/>
              <a:gd name="T32" fmla="*/ 105 w 107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7" h="165">
                <a:moveTo>
                  <a:pt x="31" y="73"/>
                </a:moveTo>
                <a:cubicBezTo>
                  <a:pt x="0" y="105"/>
                  <a:pt x="0" y="105"/>
                  <a:pt x="0" y="105"/>
                </a:cubicBezTo>
                <a:cubicBezTo>
                  <a:pt x="0" y="165"/>
                  <a:pt x="0" y="165"/>
                  <a:pt x="0" y="165"/>
                </a:cubicBezTo>
                <a:cubicBezTo>
                  <a:pt x="1" y="164"/>
                  <a:pt x="1" y="164"/>
                  <a:pt x="2" y="164"/>
                </a:cubicBezTo>
                <a:cubicBezTo>
                  <a:pt x="2" y="164"/>
                  <a:pt x="2" y="164"/>
                  <a:pt x="2" y="164"/>
                </a:cubicBezTo>
                <a:cubicBezTo>
                  <a:pt x="3" y="164"/>
                  <a:pt x="3" y="164"/>
                  <a:pt x="4" y="165"/>
                </a:cubicBezTo>
                <a:cubicBezTo>
                  <a:pt x="4" y="106"/>
                  <a:pt x="4" y="106"/>
                  <a:pt x="4" y="10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5"/>
                  <a:pt x="33" y="75"/>
                </a:cubicBezTo>
                <a:cubicBezTo>
                  <a:pt x="32" y="74"/>
                  <a:pt x="32" y="74"/>
                  <a:pt x="31" y="73"/>
                </a:cubicBezTo>
                <a:moveTo>
                  <a:pt x="105" y="0"/>
                </a:moveTo>
                <a:cubicBezTo>
                  <a:pt x="77" y="28"/>
                  <a:pt x="77" y="28"/>
                  <a:pt x="77" y="28"/>
                </a:cubicBezTo>
                <a:cubicBezTo>
                  <a:pt x="77" y="28"/>
                  <a:pt x="78" y="29"/>
                  <a:pt x="79" y="29"/>
                </a:cubicBezTo>
                <a:cubicBezTo>
                  <a:pt x="79" y="30"/>
                  <a:pt x="79" y="30"/>
                  <a:pt x="80" y="30"/>
                </a:cubicBezTo>
                <a:cubicBezTo>
                  <a:pt x="107" y="3"/>
                  <a:pt x="107" y="3"/>
                  <a:pt x="107" y="3"/>
                </a:cubicBezTo>
                <a:cubicBezTo>
                  <a:pt x="107" y="2"/>
                  <a:pt x="107" y="2"/>
                  <a:pt x="106" y="2"/>
                </a:cubicBezTo>
                <a:cubicBezTo>
                  <a:pt x="106" y="1"/>
                  <a:pt x="105" y="0"/>
                  <a:pt x="10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1" name="Freeform 904"/>
          <p:cNvSpPr>
            <a:spLocks/>
          </p:cNvSpPr>
          <p:nvPr/>
        </p:nvSpPr>
        <p:spPr bwMode="auto">
          <a:xfrm>
            <a:off x="13215167" y="18764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2" name="Freeform 905"/>
          <p:cNvSpPr>
            <a:spLocks noEditPoints="1"/>
          </p:cNvSpPr>
          <p:nvPr/>
        </p:nvSpPr>
        <p:spPr bwMode="auto">
          <a:xfrm>
            <a:off x="13199292" y="186055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19 w 42"/>
              <a:gd name="T25" fmla="*/ 1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6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42 w 42"/>
              <a:gd name="T41" fmla="*/ 21 h 42"/>
              <a:gd name="T42" fmla="*/ 36 w 42"/>
              <a:gd name="T43" fmla="*/ 6 h 42"/>
              <a:gd name="T44" fmla="*/ 23 w 42"/>
              <a:gd name="T45" fmla="*/ 1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6"/>
                </a:cubicBezTo>
                <a:cubicBezTo>
                  <a:pt x="32" y="3"/>
                  <a:pt x="27" y="1"/>
                  <a:pt x="23" y="1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3" name="Freeform 906"/>
          <p:cNvSpPr>
            <a:spLocks/>
          </p:cNvSpPr>
          <p:nvPr/>
        </p:nvSpPr>
        <p:spPr bwMode="auto">
          <a:xfrm>
            <a:off x="13708879" y="10556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4" name="Freeform 907"/>
          <p:cNvSpPr>
            <a:spLocks noEditPoints="1"/>
          </p:cNvSpPr>
          <p:nvPr/>
        </p:nvSpPr>
        <p:spPr bwMode="auto">
          <a:xfrm>
            <a:off x="13693004" y="1039813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5 w 42"/>
              <a:gd name="T41" fmla="*/ 36 h 42"/>
              <a:gd name="T42" fmla="*/ 42 w 42"/>
              <a:gd name="T43" fmla="*/ 21 h 42"/>
              <a:gd name="T44" fmla="*/ 35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5" name="Freeform 908"/>
          <p:cNvSpPr>
            <a:spLocks noEditPoints="1"/>
          </p:cNvSpPr>
          <p:nvPr/>
        </p:nvSpPr>
        <p:spPr bwMode="auto">
          <a:xfrm>
            <a:off x="13394554" y="1279525"/>
            <a:ext cx="231775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8 w 56"/>
              <a:gd name="T19" fmla="*/ 8 h 56"/>
              <a:gd name="T20" fmla="*/ 0 w 56"/>
              <a:gd name="T21" fmla="*/ 28 h 56"/>
              <a:gd name="T22" fmla="*/ 8 w 56"/>
              <a:gd name="T23" fmla="*/ 48 h 56"/>
              <a:gd name="T24" fmla="*/ 28 w 56"/>
              <a:gd name="T25" fmla="*/ 56 h 56"/>
              <a:gd name="T26" fmla="*/ 48 w 56"/>
              <a:gd name="T27" fmla="*/ 48 h 56"/>
              <a:gd name="T28" fmla="*/ 56 w 56"/>
              <a:gd name="T29" fmla="*/ 28 h 56"/>
              <a:gd name="T30" fmla="*/ 48 w 56"/>
              <a:gd name="T31" fmla="*/ 8 h 56"/>
              <a:gd name="T32" fmla="*/ 28 w 56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7" y="34"/>
                  <a:pt x="7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7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3" y="43"/>
                  <a:pt x="56" y="35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6" name="Freeform 909"/>
          <p:cNvSpPr>
            <a:spLocks noEditPoints="1"/>
          </p:cNvSpPr>
          <p:nvPr/>
        </p:nvSpPr>
        <p:spPr bwMode="auto">
          <a:xfrm>
            <a:off x="13373917" y="1263650"/>
            <a:ext cx="268288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5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1 w 65"/>
              <a:gd name="T29" fmla="*/ 32 h 64"/>
              <a:gd name="T30" fmla="*/ 8 w 65"/>
              <a:gd name="T31" fmla="*/ 53 h 64"/>
              <a:gd name="T32" fmla="*/ 10 w 65"/>
              <a:gd name="T33" fmla="*/ 55 h 64"/>
              <a:gd name="T34" fmla="*/ 11 w 65"/>
              <a:gd name="T35" fmla="*/ 56 h 64"/>
              <a:gd name="T36" fmla="*/ 33 w 65"/>
              <a:gd name="T37" fmla="*/ 64 h 64"/>
              <a:gd name="T38" fmla="*/ 33 w 65"/>
              <a:gd name="T39" fmla="*/ 64 h 64"/>
              <a:gd name="T40" fmla="*/ 56 w 65"/>
              <a:gd name="T41" fmla="*/ 55 h 64"/>
              <a:gd name="T42" fmla="*/ 65 w 65"/>
              <a:gd name="T43" fmla="*/ 32 h 64"/>
              <a:gd name="T44" fmla="*/ 57 w 65"/>
              <a:gd name="T45" fmla="*/ 10 h 64"/>
              <a:gd name="T46" fmla="*/ 56 w 65"/>
              <a:gd name="T47" fmla="*/ 9 h 64"/>
              <a:gd name="T48" fmla="*/ 54 w 65"/>
              <a:gd name="T49" fmla="*/ 8 h 64"/>
              <a:gd name="T50" fmla="*/ 33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6" y="60"/>
                  <a:pt x="18" y="58"/>
                  <a:pt x="13" y="52"/>
                </a:cubicBezTo>
                <a:cubicBezTo>
                  <a:pt x="7" y="47"/>
                  <a:pt x="5" y="39"/>
                  <a:pt x="5" y="32"/>
                </a:cubicBezTo>
                <a:cubicBezTo>
                  <a:pt x="5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1" y="32"/>
                </a:cubicBezTo>
                <a:cubicBezTo>
                  <a:pt x="0" y="40"/>
                  <a:pt x="3" y="47"/>
                  <a:pt x="8" y="53"/>
                </a:cubicBezTo>
                <a:cubicBezTo>
                  <a:pt x="9" y="54"/>
                  <a:pt x="9" y="54"/>
                  <a:pt x="10" y="55"/>
                </a:cubicBezTo>
                <a:cubicBezTo>
                  <a:pt x="10" y="55"/>
                  <a:pt x="11" y="56"/>
                  <a:pt x="11" y="56"/>
                </a:cubicBezTo>
                <a:cubicBezTo>
                  <a:pt x="17" y="62"/>
                  <a:pt x="25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7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7" name="Freeform 910"/>
          <p:cNvSpPr>
            <a:spLocks/>
          </p:cNvSpPr>
          <p:nvPr/>
        </p:nvSpPr>
        <p:spPr bwMode="auto">
          <a:xfrm>
            <a:off x="13423129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8" name="Freeform 918"/>
          <p:cNvSpPr>
            <a:spLocks/>
          </p:cNvSpPr>
          <p:nvPr/>
        </p:nvSpPr>
        <p:spPr bwMode="auto">
          <a:xfrm>
            <a:off x="9144817" y="5397500"/>
            <a:ext cx="1376363" cy="3702050"/>
          </a:xfrm>
          <a:custGeom>
            <a:avLst/>
            <a:gdLst>
              <a:gd name="T0" fmla="*/ 327 w 332"/>
              <a:gd name="T1" fmla="*/ 0 h 893"/>
              <a:gd name="T2" fmla="*/ 328 w 332"/>
              <a:gd name="T3" fmla="*/ 56 h 893"/>
              <a:gd name="T4" fmla="*/ 228 w 332"/>
              <a:gd name="T5" fmla="*/ 153 h 893"/>
              <a:gd name="T6" fmla="*/ 31 w 332"/>
              <a:gd name="T7" fmla="*/ 153 h 893"/>
              <a:gd name="T8" fmla="*/ 0 w 332"/>
              <a:gd name="T9" fmla="*/ 185 h 893"/>
              <a:gd name="T10" fmla="*/ 0 w 332"/>
              <a:gd name="T11" fmla="*/ 893 h 893"/>
              <a:gd name="T12" fmla="*/ 4 w 332"/>
              <a:gd name="T13" fmla="*/ 893 h 893"/>
              <a:gd name="T14" fmla="*/ 4 w 332"/>
              <a:gd name="T15" fmla="*/ 187 h 893"/>
              <a:gd name="T16" fmla="*/ 33 w 332"/>
              <a:gd name="T17" fmla="*/ 157 h 893"/>
              <a:gd name="T18" fmla="*/ 230 w 332"/>
              <a:gd name="T19" fmla="*/ 157 h 893"/>
              <a:gd name="T20" fmla="*/ 332 w 332"/>
              <a:gd name="T21" fmla="*/ 57 h 893"/>
              <a:gd name="T22" fmla="*/ 331 w 332"/>
              <a:gd name="T23" fmla="*/ 0 h 893"/>
              <a:gd name="T24" fmla="*/ 330 w 332"/>
              <a:gd name="T25" fmla="*/ 0 h 893"/>
              <a:gd name="T26" fmla="*/ 330 w 332"/>
              <a:gd name="T27" fmla="*/ 0 h 893"/>
              <a:gd name="T28" fmla="*/ 327 w 332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2" h="893">
                <a:moveTo>
                  <a:pt x="327" y="0"/>
                </a:moveTo>
                <a:cubicBezTo>
                  <a:pt x="328" y="56"/>
                  <a:pt x="328" y="56"/>
                  <a:pt x="328" y="56"/>
                </a:cubicBezTo>
                <a:cubicBezTo>
                  <a:pt x="228" y="153"/>
                  <a:pt x="228" y="153"/>
                  <a:pt x="228" y="153"/>
                </a:cubicBezTo>
                <a:cubicBezTo>
                  <a:pt x="31" y="153"/>
                  <a:pt x="31" y="153"/>
                  <a:pt x="31" y="153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893"/>
                  <a:pt x="0" y="893"/>
                  <a:pt x="0" y="893"/>
                </a:cubicBezTo>
                <a:cubicBezTo>
                  <a:pt x="4" y="893"/>
                  <a:pt x="4" y="893"/>
                  <a:pt x="4" y="893"/>
                </a:cubicBezTo>
                <a:cubicBezTo>
                  <a:pt x="4" y="187"/>
                  <a:pt x="4" y="187"/>
                  <a:pt x="4" y="187"/>
                </a:cubicBezTo>
                <a:cubicBezTo>
                  <a:pt x="33" y="157"/>
                  <a:pt x="33" y="157"/>
                  <a:pt x="33" y="157"/>
                </a:cubicBezTo>
                <a:cubicBezTo>
                  <a:pt x="230" y="157"/>
                  <a:pt x="230" y="157"/>
                  <a:pt x="230" y="157"/>
                </a:cubicBezTo>
                <a:cubicBezTo>
                  <a:pt x="332" y="57"/>
                  <a:pt x="332" y="57"/>
                  <a:pt x="332" y="57"/>
                </a:cubicBezTo>
                <a:cubicBezTo>
                  <a:pt x="331" y="0"/>
                  <a:pt x="331" y="0"/>
                  <a:pt x="331" y="0"/>
                </a:cubicBezTo>
                <a:cubicBezTo>
                  <a:pt x="331" y="0"/>
                  <a:pt x="330" y="0"/>
                  <a:pt x="330" y="0"/>
                </a:cubicBezTo>
                <a:cubicBezTo>
                  <a:pt x="330" y="0"/>
                  <a:pt x="330" y="0"/>
                  <a:pt x="330" y="0"/>
                </a:cubicBezTo>
                <a:cubicBezTo>
                  <a:pt x="329" y="0"/>
                  <a:pt x="328" y="0"/>
                  <a:pt x="3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69" name="Freeform 919"/>
          <p:cNvSpPr>
            <a:spLocks/>
          </p:cNvSpPr>
          <p:nvPr/>
        </p:nvSpPr>
        <p:spPr bwMode="auto">
          <a:xfrm>
            <a:off x="10443392" y="5243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4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4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32" y="25"/>
                  <a:pt x="34" y="20"/>
                  <a:pt x="34" y="16"/>
                </a:cubicBezTo>
                <a:cubicBezTo>
                  <a:pt x="34" y="12"/>
                  <a:pt x="32" y="8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0" name="Freeform 920"/>
          <p:cNvSpPr>
            <a:spLocks noEditPoints="1"/>
          </p:cNvSpPr>
          <p:nvPr/>
        </p:nvSpPr>
        <p:spPr bwMode="auto">
          <a:xfrm>
            <a:off x="10425929" y="522763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8 h 41"/>
              <a:gd name="T8" fmla="*/ 21 w 42"/>
              <a:gd name="T9" fmla="*/ 4 h 41"/>
              <a:gd name="T10" fmla="*/ 33 w 42"/>
              <a:gd name="T11" fmla="*/ 8 h 41"/>
              <a:gd name="T12" fmla="*/ 38 w 42"/>
              <a:gd name="T13" fmla="*/ 20 h 41"/>
              <a:gd name="T14" fmla="*/ 33 w 42"/>
              <a:gd name="T15" fmla="*/ 32 h 41"/>
              <a:gd name="T16" fmla="*/ 33 w 42"/>
              <a:gd name="T17" fmla="*/ 32 h 41"/>
              <a:gd name="T18" fmla="*/ 21 w 42"/>
              <a:gd name="T19" fmla="*/ 37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0 w 42"/>
              <a:gd name="T27" fmla="*/ 20 h 41"/>
              <a:gd name="T28" fmla="*/ 6 w 42"/>
              <a:gd name="T29" fmla="*/ 35 h 41"/>
              <a:gd name="T30" fmla="*/ 18 w 42"/>
              <a:gd name="T31" fmla="*/ 41 h 41"/>
              <a:gd name="T32" fmla="*/ 21 w 42"/>
              <a:gd name="T33" fmla="*/ 41 h 41"/>
              <a:gd name="T34" fmla="*/ 21 w 42"/>
              <a:gd name="T35" fmla="*/ 41 h 41"/>
              <a:gd name="T36" fmla="*/ 22 w 42"/>
              <a:gd name="T37" fmla="*/ 41 h 41"/>
              <a:gd name="T38" fmla="*/ 36 w 42"/>
              <a:gd name="T39" fmla="*/ 35 h 41"/>
              <a:gd name="T40" fmla="*/ 34 w 42"/>
              <a:gd name="T41" fmla="*/ 33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4"/>
                  <a:pt x="36" y="29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2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34" y="33"/>
                  <a:pt x="34" y="33"/>
                  <a:pt x="34" y="33"/>
                </a:cubicBezTo>
                <a:cubicBezTo>
                  <a:pt x="36" y="35"/>
                  <a:pt x="36" y="35"/>
                  <a:pt x="36" y="35"/>
                </a:cubicBezTo>
                <a:cubicBezTo>
                  <a:pt x="40" y="31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1" name="Freeform 921"/>
          <p:cNvSpPr>
            <a:spLocks noEditPoints="1"/>
          </p:cNvSpPr>
          <p:nvPr/>
        </p:nvSpPr>
        <p:spPr bwMode="auto">
          <a:xfrm>
            <a:off x="9013054" y="4584700"/>
            <a:ext cx="1631950" cy="4597400"/>
          </a:xfrm>
          <a:custGeom>
            <a:avLst/>
            <a:gdLst>
              <a:gd name="T0" fmla="*/ 314 w 394"/>
              <a:gd name="T1" fmla="*/ 133 h 1109"/>
              <a:gd name="T2" fmla="*/ 273 w 394"/>
              <a:gd name="T3" fmla="*/ 175 h 1109"/>
              <a:gd name="T4" fmla="*/ 275 w 394"/>
              <a:gd name="T5" fmla="*/ 234 h 1109"/>
              <a:gd name="T6" fmla="*/ 190 w 394"/>
              <a:gd name="T7" fmla="*/ 317 h 1109"/>
              <a:gd name="T8" fmla="*/ 35 w 394"/>
              <a:gd name="T9" fmla="*/ 317 h 1109"/>
              <a:gd name="T10" fmla="*/ 0 w 394"/>
              <a:gd name="T11" fmla="*/ 353 h 1109"/>
              <a:gd name="T12" fmla="*/ 0 w 394"/>
              <a:gd name="T13" fmla="*/ 1109 h 1109"/>
              <a:gd name="T14" fmla="*/ 4 w 394"/>
              <a:gd name="T15" fmla="*/ 1109 h 1109"/>
              <a:gd name="T16" fmla="*/ 4 w 394"/>
              <a:gd name="T17" fmla="*/ 355 h 1109"/>
              <a:gd name="T18" fmla="*/ 37 w 394"/>
              <a:gd name="T19" fmla="*/ 321 h 1109"/>
              <a:gd name="T20" fmla="*/ 191 w 394"/>
              <a:gd name="T21" fmla="*/ 321 h 1109"/>
              <a:gd name="T22" fmla="*/ 279 w 394"/>
              <a:gd name="T23" fmla="*/ 235 h 1109"/>
              <a:gd name="T24" fmla="*/ 277 w 394"/>
              <a:gd name="T25" fmla="*/ 176 h 1109"/>
              <a:gd name="T26" fmla="*/ 317 w 394"/>
              <a:gd name="T27" fmla="*/ 136 h 1109"/>
              <a:gd name="T28" fmla="*/ 316 w 394"/>
              <a:gd name="T29" fmla="*/ 136 h 1109"/>
              <a:gd name="T30" fmla="*/ 314 w 394"/>
              <a:gd name="T31" fmla="*/ 133 h 1109"/>
              <a:gd name="T32" fmla="*/ 389 w 394"/>
              <a:gd name="T33" fmla="*/ 0 h 1109"/>
              <a:gd name="T34" fmla="*/ 390 w 394"/>
              <a:gd name="T35" fmla="*/ 57 h 1109"/>
              <a:gd name="T36" fmla="*/ 360 w 394"/>
              <a:gd name="T37" fmla="*/ 88 h 1109"/>
              <a:gd name="T38" fmla="*/ 362 w 394"/>
              <a:gd name="T39" fmla="*/ 90 h 1109"/>
              <a:gd name="T40" fmla="*/ 363 w 394"/>
              <a:gd name="T41" fmla="*/ 91 h 1109"/>
              <a:gd name="T42" fmla="*/ 394 w 394"/>
              <a:gd name="T43" fmla="*/ 59 h 1109"/>
              <a:gd name="T44" fmla="*/ 393 w 394"/>
              <a:gd name="T45" fmla="*/ 1 h 1109"/>
              <a:gd name="T46" fmla="*/ 393 w 394"/>
              <a:gd name="T47" fmla="*/ 1 h 1109"/>
              <a:gd name="T48" fmla="*/ 393 w 394"/>
              <a:gd name="T49" fmla="*/ 1 h 1109"/>
              <a:gd name="T50" fmla="*/ 389 w 394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4" h="1109">
                <a:moveTo>
                  <a:pt x="314" y="133"/>
                </a:moveTo>
                <a:cubicBezTo>
                  <a:pt x="273" y="175"/>
                  <a:pt x="273" y="175"/>
                  <a:pt x="273" y="175"/>
                </a:cubicBezTo>
                <a:cubicBezTo>
                  <a:pt x="275" y="234"/>
                  <a:pt x="275" y="234"/>
                  <a:pt x="275" y="234"/>
                </a:cubicBezTo>
                <a:cubicBezTo>
                  <a:pt x="190" y="317"/>
                  <a:pt x="190" y="317"/>
                  <a:pt x="190" y="317"/>
                </a:cubicBezTo>
                <a:cubicBezTo>
                  <a:pt x="35" y="317"/>
                  <a:pt x="35" y="317"/>
                  <a:pt x="35" y="317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1109"/>
                  <a:pt x="0" y="1109"/>
                  <a:pt x="0" y="1109"/>
                </a:cubicBezTo>
                <a:cubicBezTo>
                  <a:pt x="4" y="1109"/>
                  <a:pt x="4" y="1109"/>
                  <a:pt x="4" y="1109"/>
                </a:cubicBezTo>
                <a:cubicBezTo>
                  <a:pt x="4" y="355"/>
                  <a:pt x="4" y="355"/>
                  <a:pt x="4" y="355"/>
                </a:cubicBezTo>
                <a:cubicBezTo>
                  <a:pt x="37" y="321"/>
                  <a:pt x="37" y="321"/>
                  <a:pt x="37" y="321"/>
                </a:cubicBezTo>
                <a:cubicBezTo>
                  <a:pt x="191" y="321"/>
                  <a:pt x="191" y="321"/>
                  <a:pt x="191" y="321"/>
                </a:cubicBezTo>
                <a:cubicBezTo>
                  <a:pt x="279" y="235"/>
                  <a:pt x="279" y="235"/>
                  <a:pt x="279" y="235"/>
                </a:cubicBezTo>
                <a:cubicBezTo>
                  <a:pt x="277" y="176"/>
                  <a:pt x="277" y="176"/>
                  <a:pt x="277" y="176"/>
                </a:cubicBezTo>
                <a:cubicBezTo>
                  <a:pt x="317" y="136"/>
                  <a:pt x="317" y="136"/>
                  <a:pt x="317" y="136"/>
                </a:cubicBezTo>
                <a:cubicBezTo>
                  <a:pt x="317" y="136"/>
                  <a:pt x="317" y="136"/>
                  <a:pt x="316" y="136"/>
                </a:cubicBezTo>
                <a:cubicBezTo>
                  <a:pt x="316" y="135"/>
                  <a:pt x="315" y="134"/>
                  <a:pt x="314" y="133"/>
                </a:cubicBezTo>
                <a:moveTo>
                  <a:pt x="389" y="0"/>
                </a:moveTo>
                <a:cubicBezTo>
                  <a:pt x="390" y="57"/>
                  <a:pt x="390" y="57"/>
                  <a:pt x="390" y="57"/>
                </a:cubicBezTo>
                <a:cubicBezTo>
                  <a:pt x="360" y="88"/>
                  <a:pt x="360" y="88"/>
                  <a:pt x="360" y="88"/>
                </a:cubicBezTo>
                <a:cubicBezTo>
                  <a:pt x="361" y="89"/>
                  <a:pt x="361" y="89"/>
                  <a:pt x="362" y="90"/>
                </a:cubicBezTo>
                <a:cubicBezTo>
                  <a:pt x="362" y="90"/>
                  <a:pt x="362" y="90"/>
                  <a:pt x="363" y="91"/>
                </a:cubicBezTo>
                <a:cubicBezTo>
                  <a:pt x="394" y="59"/>
                  <a:pt x="394" y="59"/>
                  <a:pt x="394" y="59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2" y="1"/>
                  <a:pt x="390" y="1"/>
                  <a:pt x="38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2" name="Freeform 922"/>
          <p:cNvSpPr>
            <a:spLocks/>
          </p:cNvSpPr>
          <p:nvPr/>
        </p:nvSpPr>
        <p:spPr bwMode="auto">
          <a:xfrm>
            <a:off x="10570392" y="44307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3" name="Freeform 923"/>
          <p:cNvSpPr>
            <a:spLocks noEditPoints="1"/>
          </p:cNvSpPr>
          <p:nvPr/>
        </p:nvSpPr>
        <p:spPr bwMode="auto">
          <a:xfrm>
            <a:off x="10554517" y="441483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8 w 42"/>
              <a:gd name="T13" fmla="*/ 21 h 42"/>
              <a:gd name="T14" fmla="*/ 33 w 42"/>
              <a:gd name="T15" fmla="*/ 33 h 42"/>
              <a:gd name="T16" fmla="*/ 33 w 42"/>
              <a:gd name="T17" fmla="*/ 33 h 42"/>
              <a:gd name="T18" fmla="*/ 21 w 42"/>
              <a:gd name="T19" fmla="*/ 38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0 w 42"/>
              <a:gd name="T27" fmla="*/ 21 h 42"/>
              <a:gd name="T28" fmla="*/ 6 w 42"/>
              <a:gd name="T29" fmla="*/ 36 h 42"/>
              <a:gd name="T30" fmla="*/ 17 w 42"/>
              <a:gd name="T31" fmla="*/ 41 h 42"/>
              <a:gd name="T32" fmla="*/ 21 w 42"/>
              <a:gd name="T33" fmla="*/ 42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4" name="Freeform 924"/>
          <p:cNvSpPr>
            <a:spLocks noEditPoints="1"/>
          </p:cNvSpPr>
          <p:nvPr/>
        </p:nvSpPr>
        <p:spPr bwMode="auto">
          <a:xfrm>
            <a:off x="10302104" y="4937125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5" name="Freeform 925"/>
          <p:cNvSpPr>
            <a:spLocks noEditPoints="1"/>
          </p:cNvSpPr>
          <p:nvPr/>
        </p:nvSpPr>
        <p:spPr bwMode="auto">
          <a:xfrm>
            <a:off x="10284642" y="4919663"/>
            <a:ext cx="269875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0 w 65"/>
              <a:gd name="T27" fmla="*/ 32 h 64"/>
              <a:gd name="T28" fmla="*/ 7 w 65"/>
              <a:gd name="T29" fmla="*/ 52 h 64"/>
              <a:gd name="T30" fmla="*/ 9 w 65"/>
              <a:gd name="T31" fmla="*/ 55 h 64"/>
              <a:gd name="T32" fmla="*/ 10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39"/>
                  <a:pt x="2" y="46"/>
                  <a:pt x="7" y="52"/>
                </a:cubicBezTo>
                <a:cubicBezTo>
                  <a:pt x="8" y="53"/>
                  <a:pt x="9" y="54"/>
                  <a:pt x="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8"/>
                  <a:pt x="54" y="8"/>
                  <a:pt x="53" y="7"/>
                </a:cubicBezTo>
                <a:cubicBezTo>
                  <a:pt x="47" y="2"/>
                  <a:pt x="39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6" name="Freeform 926"/>
          <p:cNvSpPr>
            <a:spLocks/>
          </p:cNvSpPr>
          <p:nvPr/>
        </p:nvSpPr>
        <p:spPr bwMode="auto">
          <a:xfrm>
            <a:off x="1033544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7" name="Freeform 927"/>
          <p:cNvSpPr>
            <a:spLocks noEditPoints="1"/>
          </p:cNvSpPr>
          <p:nvPr/>
        </p:nvSpPr>
        <p:spPr bwMode="auto">
          <a:xfrm>
            <a:off x="13369154" y="6164263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8" name="Freeform 928"/>
          <p:cNvSpPr>
            <a:spLocks noEditPoints="1"/>
          </p:cNvSpPr>
          <p:nvPr/>
        </p:nvSpPr>
        <p:spPr bwMode="auto">
          <a:xfrm>
            <a:off x="13351692" y="6146800"/>
            <a:ext cx="269875" cy="266700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4 w 65"/>
              <a:gd name="T41" fmla="*/ 53 h 64"/>
              <a:gd name="T42" fmla="*/ 55 w 65"/>
              <a:gd name="T43" fmla="*/ 55 h 64"/>
              <a:gd name="T44" fmla="*/ 65 w 65"/>
              <a:gd name="T45" fmla="*/ 32 h 64"/>
              <a:gd name="T46" fmla="*/ 55 w 65"/>
              <a:gd name="T47" fmla="*/ 9 h 64"/>
              <a:gd name="T48" fmla="*/ 32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4" y="53"/>
                  <a:pt x="54" y="53"/>
                  <a:pt x="54" y="53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79" name="Freeform 929"/>
          <p:cNvSpPr>
            <a:spLocks/>
          </p:cNvSpPr>
          <p:nvPr/>
        </p:nvSpPr>
        <p:spPr bwMode="auto">
          <a:xfrm>
            <a:off x="13402492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0" name="Freeform 930"/>
          <p:cNvSpPr>
            <a:spLocks/>
          </p:cNvSpPr>
          <p:nvPr/>
        </p:nvSpPr>
        <p:spPr bwMode="auto">
          <a:xfrm>
            <a:off x="12677004" y="6308725"/>
            <a:ext cx="2035175" cy="3271838"/>
          </a:xfrm>
          <a:custGeom>
            <a:avLst/>
            <a:gdLst>
              <a:gd name="T0" fmla="*/ 479 w 491"/>
              <a:gd name="T1" fmla="*/ 0 h 789"/>
              <a:gd name="T2" fmla="*/ 448 w 491"/>
              <a:gd name="T3" fmla="*/ 0 h 789"/>
              <a:gd name="T4" fmla="*/ 405 w 491"/>
              <a:gd name="T5" fmla="*/ 43 h 789"/>
              <a:gd name="T6" fmla="*/ 361 w 491"/>
              <a:gd name="T7" fmla="*/ 43 h 789"/>
              <a:gd name="T8" fmla="*/ 166 w 491"/>
              <a:gd name="T9" fmla="*/ 237 h 789"/>
              <a:gd name="T10" fmla="*/ 166 w 491"/>
              <a:gd name="T11" fmla="*/ 321 h 789"/>
              <a:gd name="T12" fmla="*/ 0 w 491"/>
              <a:gd name="T13" fmla="*/ 487 h 789"/>
              <a:gd name="T14" fmla="*/ 0 w 491"/>
              <a:gd name="T15" fmla="*/ 789 h 789"/>
              <a:gd name="T16" fmla="*/ 4 w 491"/>
              <a:gd name="T17" fmla="*/ 789 h 789"/>
              <a:gd name="T18" fmla="*/ 4 w 491"/>
              <a:gd name="T19" fmla="*/ 488 h 789"/>
              <a:gd name="T20" fmla="*/ 170 w 491"/>
              <a:gd name="T21" fmla="*/ 323 h 789"/>
              <a:gd name="T22" fmla="*/ 170 w 491"/>
              <a:gd name="T23" fmla="*/ 239 h 789"/>
              <a:gd name="T24" fmla="*/ 362 w 491"/>
              <a:gd name="T25" fmla="*/ 47 h 789"/>
              <a:gd name="T26" fmla="*/ 407 w 491"/>
              <a:gd name="T27" fmla="*/ 47 h 789"/>
              <a:gd name="T28" fmla="*/ 450 w 491"/>
              <a:gd name="T29" fmla="*/ 4 h 789"/>
              <a:gd name="T30" fmla="*/ 478 w 491"/>
              <a:gd name="T31" fmla="*/ 4 h 789"/>
              <a:gd name="T32" fmla="*/ 487 w 491"/>
              <a:gd name="T33" fmla="*/ 13 h 789"/>
              <a:gd name="T34" fmla="*/ 491 w 491"/>
              <a:gd name="T35" fmla="*/ 11 h 789"/>
              <a:gd name="T36" fmla="*/ 479 w 491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1" h="789">
                <a:moveTo>
                  <a:pt x="479" y="0"/>
                </a:moveTo>
                <a:cubicBezTo>
                  <a:pt x="448" y="0"/>
                  <a:pt x="448" y="0"/>
                  <a:pt x="448" y="0"/>
                </a:cubicBezTo>
                <a:cubicBezTo>
                  <a:pt x="405" y="43"/>
                  <a:pt x="405" y="43"/>
                  <a:pt x="405" y="43"/>
                </a:cubicBezTo>
                <a:cubicBezTo>
                  <a:pt x="361" y="43"/>
                  <a:pt x="361" y="43"/>
                  <a:pt x="361" y="43"/>
                </a:cubicBezTo>
                <a:cubicBezTo>
                  <a:pt x="166" y="237"/>
                  <a:pt x="166" y="237"/>
                  <a:pt x="166" y="237"/>
                </a:cubicBezTo>
                <a:cubicBezTo>
                  <a:pt x="166" y="321"/>
                  <a:pt x="166" y="321"/>
                  <a:pt x="166" y="32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789"/>
                  <a:pt x="0" y="789"/>
                  <a:pt x="0" y="789"/>
                </a:cubicBezTo>
                <a:cubicBezTo>
                  <a:pt x="4" y="789"/>
                  <a:pt x="4" y="789"/>
                  <a:pt x="4" y="789"/>
                </a:cubicBezTo>
                <a:cubicBezTo>
                  <a:pt x="4" y="488"/>
                  <a:pt x="4" y="488"/>
                  <a:pt x="4" y="488"/>
                </a:cubicBezTo>
                <a:cubicBezTo>
                  <a:pt x="170" y="323"/>
                  <a:pt x="170" y="323"/>
                  <a:pt x="170" y="323"/>
                </a:cubicBezTo>
                <a:cubicBezTo>
                  <a:pt x="170" y="239"/>
                  <a:pt x="170" y="239"/>
                  <a:pt x="170" y="239"/>
                </a:cubicBezTo>
                <a:cubicBezTo>
                  <a:pt x="362" y="47"/>
                  <a:pt x="362" y="47"/>
                  <a:pt x="362" y="47"/>
                </a:cubicBezTo>
                <a:cubicBezTo>
                  <a:pt x="407" y="47"/>
                  <a:pt x="407" y="47"/>
                  <a:pt x="407" y="47"/>
                </a:cubicBezTo>
                <a:cubicBezTo>
                  <a:pt x="450" y="4"/>
                  <a:pt x="450" y="4"/>
                  <a:pt x="450" y="4"/>
                </a:cubicBezTo>
                <a:cubicBezTo>
                  <a:pt x="478" y="4"/>
                  <a:pt x="478" y="4"/>
                  <a:pt x="478" y="4"/>
                </a:cubicBezTo>
                <a:cubicBezTo>
                  <a:pt x="487" y="13"/>
                  <a:pt x="487" y="13"/>
                  <a:pt x="487" y="13"/>
                </a:cubicBezTo>
                <a:cubicBezTo>
                  <a:pt x="488" y="12"/>
                  <a:pt x="489" y="12"/>
                  <a:pt x="491" y="11"/>
                </a:cubicBezTo>
                <a:cubicBezTo>
                  <a:pt x="479" y="0"/>
                  <a:pt x="479" y="0"/>
                  <a:pt x="47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1" name="Freeform 931"/>
          <p:cNvSpPr>
            <a:spLocks/>
          </p:cNvSpPr>
          <p:nvPr/>
        </p:nvSpPr>
        <p:spPr bwMode="auto">
          <a:xfrm>
            <a:off x="12743679" y="6624638"/>
            <a:ext cx="1778000" cy="3022600"/>
          </a:xfrm>
          <a:custGeom>
            <a:avLst/>
            <a:gdLst>
              <a:gd name="T0" fmla="*/ 422 w 429"/>
              <a:gd name="T1" fmla="*/ 0 h 729"/>
              <a:gd name="T2" fmla="*/ 343 w 429"/>
              <a:gd name="T3" fmla="*/ 2 h 729"/>
              <a:gd name="T4" fmla="*/ 252 w 429"/>
              <a:gd name="T5" fmla="*/ 94 h 729"/>
              <a:gd name="T6" fmla="*/ 255 w 429"/>
              <a:gd name="T7" fmla="*/ 198 h 729"/>
              <a:gd name="T8" fmla="*/ 237 w 429"/>
              <a:gd name="T9" fmla="*/ 216 h 729"/>
              <a:gd name="T10" fmla="*/ 209 w 429"/>
              <a:gd name="T11" fmla="*/ 216 h 729"/>
              <a:gd name="T12" fmla="*/ 0 w 429"/>
              <a:gd name="T13" fmla="*/ 425 h 729"/>
              <a:gd name="T14" fmla="*/ 0 w 429"/>
              <a:gd name="T15" fmla="*/ 729 h 729"/>
              <a:gd name="T16" fmla="*/ 4 w 429"/>
              <a:gd name="T17" fmla="*/ 729 h 729"/>
              <a:gd name="T18" fmla="*/ 4 w 429"/>
              <a:gd name="T19" fmla="*/ 426 h 729"/>
              <a:gd name="T20" fmla="*/ 211 w 429"/>
              <a:gd name="T21" fmla="*/ 220 h 729"/>
              <a:gd name="T22" fmla="*/ 239 w 429"/>
              <a:gd name="T23" fmla="*/ 220 h 729"/>
              <a:gd name="T24" fmla="*/ 259 w 429"/>
              <a:gd name="T25" fmla="*/ 199 h 729"/>
              <a:gd name="T26" fmla="*/ 256 w 429"/>
              <a:gd name="T27" fmla="*/ 95 h 729"/>
              <a:gd name="T28" fmla="*/ 345 w 429"/>
              <a:gd name="T29" fmla="*/ 6 h 729"/>
              <a:gd name="T30" fmla="*/ 420 w 429"/>
              <a:gd name="T31" fmla="*/ 4 h 729"/>
              <a:gd name="T32" fmla="*/ 426 w 429"/>
              <a:gd name="T33" fmla="*/ 10 h 729"/>
              <a:gd name="T34" fmla="*/ 428 w 429"/>
              <a:gd name="T35" fmla="*/ 9 h 729"/>
              <a:gd name="T36" fmla="*/ 429 w 429"/>
              <a:gd name="T37" fmla="*/ 7 h 729"/>
              <a:gd name="T38" fmla="*/ 422 w 429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9" h="729">
                <a:moveTo>
                  <a:pt x="422" y="0"/>
                </a:moveTo>
                <a:cubicBezTo>
                  <a:pt x="343" y="2"/>
                  <a:pt x="343" y="2"/>
                  <a:pt x="343" y="2"/>
                </a:cubicBezTo>
                <a:cubicBezTo>
                  <a:pt x="252" y="94"/>
                  <a:pt x="252" y="94"/>
                  <a:pt x="252" y="94"/>
                </a:cubicBezTo>
                <a:cubicBezTo>
                  <a:pt x="255" y="198"/>
                  <a:pt x="255" y="198"/>
                  <a:pt x="255" y="198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209" y="216"/>
                  <a:pt x="209" y="216"/>
                  <a:pt x="209" y="216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729"/>
                  <a:pt x="0" y="729"/>
                  <a:pt x="0" y="729"/>
                </a:cubicBezTo>
                <a:cubicBezTo>
                  <a:pt x="4" y="729"/>
                  <a:pt x="4" y="729"/>
                  <a:pt x="4" y="729"/>
                </a:cubicBezTo>
                <a:cubicBezTo>
                  <a:pt x="4" y="426"/>
                  <a:pt x="4" y="426"/>
                  <a:pt x="4" y="426"/>
                </a:cubicBezTo>
                <a:cubicBezTo>
                  <a:pt x="211" y="220"/>
                  <a:pt x="211" y="220"/>
                  <a:pt x="211" y="220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59" y="199"/>
                  <a:pt x="259" y="199"/>
                  <a:pt x="259" y="199"/>
                </a:cubicBezTo>
                <a:cubicBezTo>
                  <a:pt x="256" y="95"/>
                  <a:pt x="256" y="95"/>
                  <a:pt x="256" y="95"/>
                </a:cubicBezTo>
                <a:cubicBezTo>
                  <a:pt x="345" y="6"/>
                  <a:pt x="345" y="6"/>
                  <a:pt x="345" y="6"/>
                </a:cubicBezTo>
                <a:cubicBezTo>
                  <a:pt x="420" y="4"/>
                  <a:pt x="420" y="4"/>
                  <a:pt x="420" y="4"/>
                </a:cubicBezTo>
                <a:cubicBezTo>
                  <a:pt x="426" y="10"/>
                  <a:pt x="426" y="10"/>
                  <a:pt x="426" y="10"/>
                </a:cubicBezTo>
                <a:cubicBezTo>
                  <a:pt x="427" y="10"/>
                  <a:pt x="427" y="9"/>
                  <a:pt x="428" y="9"/>
                </a:cubicBezTo>
                <a:cubicBezTo>
                  <a:pt x="428" y="8"/>
                  <a:pt x="429" y="8"/>
                  <a:pt x="429" y="7"/>
                </a:cubicBezTo>
                <a:cubicBezTo>
                  <a:pt x="422" y="0"/>
                  <a:pt x="422" y="0"/>
                  <a:pt x="4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2" name="Freeform 932"/>
          <p:cNvSpPr>
            <a:spLocks/>
          </p:cNvSpPr>
          <p:nvPr/>
        </p:nvSpPr>
        <p:spPr bwMode="auto">
          <a:xfrm>
            <a:off x="12808767" y="6943725"/>
            <a:ext cx="1646238" cy="2586038"/>
          </a:xfrm>
          <a:custGeom>
            <a:avLst/>
            <a:gdLst>
              <a:gd name="T0" fmla="*/ 394 w 397"/>
              <a:gd name="T1" fmla="*/ 0 h 624"/>
              <a:gd name="T2" fmla="*/ 239 w 397"/>
              <a:gd name="T3" fmla="*/ 156 h 624"/>
              <a:gd name="T4" fmla="*/ 207 w 397"/>
              <a:gd name="T5" fmla="*/ 154 h 624"/>
              <a:gd name="T6" fmla="*/ 0 w 397"/>
              <a:gd name="T7" fmla="*/ 362 h 624"/>
              <a:gd name="T8" fmla="*/ 0 w 397"/>
              <a:gd name="T9" fmla="*/ 624 h 624"/>
              <a:gd name="T10" fmla="*/ 4 w 397"/>
              <a:gd name="T11" fmla="*/ 624 h 624"/>
              <a:gd name="T12" fmla="*/ 4 w 397"/>
              <a:gd name="T13" fmla="*/ 363 h 624"/>
              <a:gd name="T14" fmla="*/ 208 w 397"/>
              <a:gd name="T15" fmla="*/ 158 h 624"/>
              <a:gd name="T16" fmla="*/ 240 w 397"/>
              <a:gd name="T17" fmla="*/ 160 h 624"/>
              <a:gd name="T18" fmla="*/ 397 w 397"/>
              <a:gd name="T19" fmla="*/ 3 h 624"/>
              <a:gd name="T20" fmla="*/ 396 w 397"/>
              <a:gd name="T21" fmla="*/ 2 h 624"/>
              <a:gd name="T22" fmla="*/ 394 w 397"/>
              <a:gd name="T23" fmla="*/ 0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7" h="624">
                <a:moveTo>
                  <a:pt x="394" y="0"/>
                </a:moveTo>
                <a:cubicBezTo>
                  <a:pt x="239" y="156"/>
                  <a:pt x="239" y="156"/>
                  <a:pt x="239" y="156"/>
                </a:cubicBezTo>
                <a:cubicBezTo>
                  <a:pt x="207" y="154"/>
                  <a:pt x="207" y="154"/>
                  <a:pt x="207" y="154"/>
                </a:cubicBezTo>
                <a:cubicBezTo>
                  <a:pt x="0" y="362"/>
                  <a:pt x="0" y="362"/>
                  <a:pt x="0" y="362"/>
                </a:cubicBezTo>
                <a:cubicBezTo>
                  <a:pt x="0" y="624"/>
                  <a:pt x="0" y="624"/>
                  <a:pt x="0" y="624"/>
                </a:cubicBezTo>
                <a:cubicBezTo>
                  <a:pt x="4" y="624"/>
                  <a:pt x="4" y="624"/>
                  <a:pt x="4" y="624"/>
                </a:cubicBezTo>
                <a:cubicBezTo>
                  <a:pt x="4" y="363"/>
                  <a:pt x="4" y="363"/>
                  <a:pt x="4" y="363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40" y="160"/>
                  <a:pt x="240" y="160"/>
                  <a:pt x="240" y="160"/>
                </a:cubicBezTo>
                <a:cubicBezTo>
                  <a:pt x="397" y="3"/>
                  <a:pt x="397" y="3"/>
                  <a:pt x="397" y="3"/>
                </a:cubicBezTo>
                <a:cubicBezTo>
                  <a:pt x="397" y="3"/>
                  <a:pt x="396" y="2"/>
                  <a:pt x="396" y="2"/>
                </a:cubicBezTo>
                <a:cubicBezTo>
                  <a:pt x="395" y="2"/>
                  <a:pt x="395" y="1"/>
                  <a:pt x="39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3" name="Freeform 933"/>
          <p:cNvSpPr>
            <a:spLocks/>
          </p:cNvSpPr>
          <p:nvPr/>
        </p:nvSpPr>
        <p:spPr bwMode="auto">
          <a:xfrm>
            <a:off x="12842104" y="6483350"/>
            <a:ext cx="2155825" cy="3328988"/>
          </a:xfrm>
          <a:custGeom>
            <a:avLst/>
            <a:gdLst>
              <a:gd name="T0" fmla="*/ 520 w 520"/>
              <a:gd name="T1" fmla="*/ 0 h 803"/>
              <a:gd name="T2" fmla="*/ 517 w 520"/>
              <a:gd name="T3" fmla="*/ 0 h 803"/>
              <a:gd name="T4" fmla="*/ 517 w 520"/>
              <a:gd name="T5" fmla="*/ 0 h 803"/>
              <a:gd name="T6" fmla="*/ 516 w 520"/>
              <a:gd name="T7" fmla="*/ 0 h 803"/>
              <a:gd name="T8" fmla="*/ 516 w 520"/>
              <a:gd name="T9" fmla="*/ 33 h 803"/>
              <a:gd name="T10" fmla="*/ 256 w 520"/>
              <a:gd name="T11" fmla="*/ 292 h 803"/>
              <a:gd name="T12" fmla="*/ 190 w 520"/>
              <a:gd name="T13" fmla="*/ 291 h 803"/>
              <a:gd name="T14" fmla="*/ 0 w 520"/>
              <a:gd name="T15" fmla="*/ 481 h 803"/>
              <a:gd name="T16" fmla="*/ 0 w 520"/>
              <a:gd name="T17" fmla="*/ 803 h 803"/>
              <a:gd name="T18" fmla="*/ 4 w 520"/>
              <a:gd name="T19" fmla="*/ 803 h 803"/>
              <a:gd name="T20" fmla="*/ 4 w 520"/>
              <a:gd name="T21" fmla="*/ 483 h 803"/>
              <a:gd name="T22" fmla="*/ 191 w 520"/>
              <a:gd name="T23" fmla="*/ 295 h 803"/>
              <a:gd name="T24" fmla="*/ 257 w 520"/>
              <a:gd name="T25" fmla="*/ 296 h 803"/>
              <a:gd name="T26" fmla="*/ 520 w 520"/>
              <a:gd name="T27" fmla="*/ 34 h 803"/>
              <a:gd name="T28" fmla="*/ 520 w 520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20" h="803">
                <a:moveTo>
                  <a:pt x="520" y="0"/>
                </a:moveTo>
                <a:cubicBezTo>
                  <a:pt x="519" y="0"/>
                  <a:pt x="518" y="0"/>
                  <a:pt x="517" y="0"/>
                </a:cubicBezTo>
                <a:cubicBezTo>
                  <a:pt x="517" y="0"/>
                  <a:pt x="517" y="0"/>
                  <a:pt x="517" y="0"/>
                </a:cubicBezTo>
                <a:cubicBezTo>
                  <a:pt x="517" y="0"/>
                  <a:pt x="517" y="0"/>
                  <a:pt x="516" y="0"/>
                </a:cubicBezTo>
                <a:cubicBezTo>
                  <a:pt x="516" y="33"/>
                  <a:pt x="516" y="33"/>
                  <a:pt x="516" y="33"/>
                </a:cubicBezTo>
                <a:cubicBezTo>
                  <a:pt x="256" y="292"/>
                  <a:pt x="256" y="292"/>
                  <a:pt x="256" y="292"/>
                </a:cubicBezTo>
                <a:cubicBezTo>
                  <a:pt x="190" y="291"/>
                  <a:pt x="190" y="291"/>
                  <a:pt x="190" y="291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803"/>
                  <a:pt x="0" y="803"/>
                  <a:pt x="0" y="803"/>
                </a:cubicBezTo>
                <a:cubicBezTo>
                  <a:pt x="4" y="803"/>
                  <a:pt x="4" y="803"/>
                  <a:pt x="4" y="803"/>
                </a:cubicBezTo>
                <a:cubicBezTo>
                  <a:pt x="4" y="483"/>
                  <a:pt x="4" y="483"/>
                  <a:pt x="4" y="483"/>
                </a:cubicBezTo>
                <a:cubicBezTo>
                  <a:pt x="191" y="295"/>
                  <a:pt x="191" y="295"/>
                  <a:pt x="191" y="295"/>
                </a:cubicBezTo>
                <a:cubicBezTo>
                  <a:pt x="257" y="296"/>
                  <a:pt x="257" y="296"/>
                  <a:pt x="257" y="296"/>
                </a:cubicBezTo>
                <a:cubicBezTo>
                  <a:pt x="520" y="34"/>
                  <a:pt x="520" y="34"/>
                  <a:pt x="520" y="34"/>
                </a:cubicBezTo>
                <a:cubicBezTo>
                  <a:pt x="520" y="0"/>
                  <a:pt x="520" y="0"/>
                  <a:pt x="5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4" name="Freeform 934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5" name="Freeform 935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6" name="Freeform 936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7" name="Freeform 937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8" name="Freeform 938"/>
          <p:cNvSpPr>
            <a:spLocks/>
          </p:cNvSpPr>
          <p:nvPr/>
        </p:nvSpPr>
        <p:spPr bwMode="auto">
          <a:xfrm>
            <a:off x="13042129" y="6424613"/>
            <a:ext cx="2511425" cy="3155950"/>
          </a:xfrm>
          <a:custGeom>
            <a:avLst/>
            <a:gdLst>
              <a:gd name="T0" fmla="*/ 602 w 606"/>
              <a:gd name="T1" fmla="*/ 0 h 761"/>
              <a:gd name="T2" fmla="*/ 601 w 606"/>
              <a:gd name="T3" fmla="*/ 15 h 761"/>
              <a:gd name="T4" fmla="*/ 254 w 606"/>
              <a:gd name="T5" fmla="*/ 361 h 761"/>
              <a:gd name="T6" fmla="*/ 180 w 606"/>
              <a:gd name="T7" fmla="*/ 363 h 761"/>
              <a:gd name="T8" fmla="*/ 0 w 606"/>
              <a:gd name="T9" fmla="*/ 543 h 761"/>
              <a:gd name="T10" fmla="*/ 0 w 606"/>
              <a:gd name="T11" fmla="*/ 761 h 761"/>
              <a:gd name="T12" fmla="*/ 4 w 606"/>
              <a:gd name="T13" fmla="*/ 761 h 761"/>
              <a:gd name="T14" fmla="*/ 4 w 606"/>
              <a:gd name="T15" fmla="*/ 545 h 761"/>
              <a:gd name="T16" fmla="*/ 182 w 606"/>
              <a:gd name="T17" fmla="*/ 367 h 761"/>
              <a:gd name="T18" fmla="*/ 256 w 606"/>
              <a:gd name="T19" fmla="*/ 365 h 761"/>
              <a:gd name="T20" fmla="*/ 605 w 606"/>
              <a:gd name="T21" fmla="*/ 16 h 761"/>
              <a:gd name="T22" fmla="*/ 606 w 606"/>
              <a:gd name="T23" fmla="*/ 0 h 761"/>
              <a:gd name="T24" fmla="*/ 605 w 606"/>
              <a:gd name="T25" fmla="*/ 0 h 761"/>
              <a:gd name="T26" fmla="*/ 602 w 606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6" h="761">
                <a:moveTo>
                  <a:pt x="602" y="0"/>
                </a:moveTo>
                <a:cubicBezTo>
                  <a:pt x="601" y="15"/>
                  <a:pt x="601" y="15"/>
                  <a:pt x="601" y="15"/>
                </a:cubicBezTo>
                <a:cubicBezTo>
                  <a:pt x="254" y="361"/>
                  <a:pt x="254" y="361"/>
                  <a:pt x="254" y="361"/>
                </a:cubicBezTo>
                <a:cubicBezTo>
                  <a:pt x="180" y="363"/>
                  <a:pt x="180" y="363"/>
                  <a:pt x="180" y="363"/>
                </a:cubicBezTo>
                <a:cubicBezTo>
                  <a:pt x="0" y="543"/>
                  <a:pt x="0" y="543"/>
                  <a:pt x="0" y="543"/>
                </a:cubicBezTo>
                <a:cubicBezTo>
                  <a:pt x="0" y="761"/>
                  <a:pt x="0" y="761"/>
                  <a:pt x="0" y="761"/>
                </a:cubicBezTo>
                <a:cubicBezTo>
                  <a:pt x="4" y="761"/>
                  <a:pt x="4" y="761"/>
                  <a:pt x="4" y="761"/>
                </a:cubicBezTo>
                <a:cubicBezTo>
                  <a:pt x="4" y="545"/>
                  <a:pt x="4" y="545"/>
                  <a:pt x="4" y="545"/>
                </a:cubicBezTo>
                <a:cubicBezTo>
                  <a:pt x="182" y="367"/>
                  <a:pt x="182" y="367"/>
                  <a:pt x="182" y="367"/>
                </a:cubicBezTo>
                <a:cubicBezTo>
                  <a:pt x="256" y="365"/>
                  <a:pt x="256" y="365"/>
                  <a:pt x="256" y="365"/>
                </a:cubicBezTo>
                <a:cubicBezTo>
                  <a:pt x="605" y="16"/>
                  <a:pt x="605" y="16"/>
                  <a:pt x="605" y="16"/>
                </a:cubicBezTo>
                <a:cubicBezTo>
                  <a:pt x="606" y="0"/>
                  <a:pt x="606" y="0"/>
                  <a:pt x="606" y="0"/>
                </a:cubicBezTo>
                <a:cubicBezTo>
                  <a:pt x="606" y="0"/>
                  <a:pt x="605" y="0"/>
                  <a:pt x="605" y="0"/>
                </a:cubicBezTo>
                <a:cubicBezTo>
                  <a:pt x="604" y="0"/>
                  <a:pt x="603" y="0"/>
                  <a:pt x="6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89" name="Freeform 939"/>
          <p:cNvSpPr>
            <a:spLocks/>
          </p:cNvSpPr>
          <p:nvPr/>
        </p:nvSpPr>
        <p:spPr bwMode="auto">
          <a:xfrm>
            <a:off x="14915379" y="632936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0" name="Freeform 940"/>
          <p:cNvSpPr>
            <a:spLocks noEditPoints="1"/>
          </p:cNvSpPr>
          <p:nvPr/>
        </p:nvSpPr>
        <p:spPr bwMode="auto">
          <a:xfrm>
            <a:off x="14897917" y="63134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1" name="Freeform 941"/>
          <p:cNvSpPr>
            <a:spLocks/>
          </p:cNvSpPr>
          <p:nvPr/>
        </p:nvSpPr>
        <p:spPr bwMode="auto">
          <a:xfrm>
            <a:off x="14483579" y="6637338"/>
            <a:ext cx="169863" cy="152400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2" name="Freeform 942"/>
          <p:cNvSpPr>
            <a:spLocks/>
          </p:cNvSpPr>
          <p:nvPr/>
        </p:nvSpPr>
        <p:spPr bwMode="auto">
          <a:xfrm>
            <a:off x="15463067" y="62722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3" name="Freeform 943"/>
          <p:cNvSpPr>
            <a:spLocks/>
          </p:cNvSpPr>
          <p:nvPr/>
        </p:nvSpPr>
        <p:spPr bwMode="auto">
          <a:xfrm>
            <a:off x="14418492" y="6818313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6 w 41"/>
              <a:gd name="T5" fmla="*/ 30 h 37"/>
              <a:gd name="T6" fmla="*/ 8 w 41"/>
              <a:gd name="T7" fmla="*/ 32 h 37"/>
              <a:gd name="T8" fmla="*/ 9 w 41"/>
              <a:gd name="T9" fmla="*/ 33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2"/>
                  <a:pt x="0" y="23"/>
                  <a:pt x="6" y="30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2"/>
                  <a:pt x="9" y="33"/>
                  <a:pt x="9" y="33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4" name="Freeform 944"/>
          <p:cNvSpPr>
            <a:spLocks noEditPoints="1"/>
          </p:cNvSpPr>
          <p:nvPr/>
        </p:nvSpPr>
        <p:spPr bwMode="auto">
          <a:xfrm>
            <a:off x="14645504" y="6362700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5" name="Freeform 945"/>
          <p:cNvSpPr>
            <a:spLocks noEditPoints="1"/>
          </p:cNvSpPr>
          <p:nvPr/>
        </p:nvSpPr>
        <p:spPr bwMode="auto">
          <a:xfrm>
            <a:off x="14629629" y="6346825"/>
            <a:ext cx="268288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6" name="Freeform 946"/>
          <p:cNvSpPr>
            <a:spLocks/>
          </p:cNvSpPr>
          <p:nvPr/>
        </p:nvSpPr>
        <p:spPr bwMode="auto">
          <a:xfrm>
            <a:off x="14678842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7" name="Freeform 947"/>
          <p:cNvSpPr>
            <a:spLocks noEditPoints="1"/>
          </p:cNvSpPr>
          <p:nvPr/>
        </p:nvSpPr>
        <p:spPr bwMode="auto">
          <a:xfrm>
            <a:off x="10616429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8" name="Freeform 948"/>
          <p:cNvSpPr>
            <a:spLocks noEditPoints="1"/>
          </p:cNvSpPr>
          <p:nvPr/>
        </p:nvSpPr>
        <p:spPr bwMode="auto">
          <a:xfrm>
            <a:off x="10600554" y="6151563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299" name="Freeform 949"/>
          <p:cNvSpPr>
            <a:spLocks/>
          </p:cNvSpPr>
          <p:nvPr/>
        </p:nvSpPr>
        <p:spPr bwMode="auto">
          <a:xfrm>
            <a:off x="10649767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0" name="Freeform 950"/>
          <p:cNvSpPr>
            <a:spLocks noEditPoints="1"/>
          </p:cNvSpPr>
          <p:nvPr/>
        </p:nvSpPr>
        <p:spPr bwMode="auto">
          <a:xfrm>
            <a:off x="9936979" y="6565900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1" name="Freeform 951"/>
          <p:cNvSpPr>
            <a:spLocks noEditPoints="1"/>
          </p:cNvSpPr>
          <p:nvPr/>
        </p:nvSpPr>
        <p:spPr bwMode="auto">
          <a:xfrm>
            <a:off x="9921104" y="6550025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2" name="Freeform 952"/>
          <p:cNvSpPr>
            <a:spLocks/>
          </p:cNvSpPr>
          <p:nvPr/>
        </p:nvSpPr>
        <p:spPr bwMode="auto">
          <a:xfrm>
            <a:off x="9970317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3" name="Freeform 953"/>
          <p:cNvSpPr>
            <a:spLocks noEditPoints="1"/>
          </p:cNvSpPr>
          <p:nvPr/>
        </p:nvSpPr>
        <p:spPr bwMode="auto">
          <a:xfrm>
            <a:off x="12046767" y="461803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9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5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49" y="49"/>
                  <a:pt x="49" y="49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4" name="Freeform 954"/>
          <p:cNvSpPr>
            <a:spLocks noEditPoints="1"/>
          </p:cNvSpPr>
          <p:nvPr/>
        </p:nvSpPr>
        <p:spPr bwMode="auto">
          <a:xfrm>
            <a:off x="12030892" y="4600575"/>
            <a:ext cx="268288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3 h 65"/>
              <a:gd name="T6" fmla="*/ 13 w 65"/>
              <a:gd name="T7" fmla="*/ 13 h 65"/>
              <a:gd name="T8" fmla="*/ 33 w 65"/>
              <a:gd name="T9" fmla="*/ 4 h 65"/>
              <a:gd name="T10" fmla="*/ 53 w 65"/>
              <a:gd name="T11" fmla="*/ 13 h 65"/>
              <a:gd name="T12" fmla="*/ 61 w 65"/>
              <a:gd name="T13" fmla="*/ 33 h 65"/>
              <a:gd name="T14" fmla="*/ 53 w 65"/>
              <a:gd name="T15" fmla="*/ 53 h 65"/>
              <a:gd name="T16" fmla="*/ 53 w 65"/>
              <a:gd name="T17" fmla="*/ 53 h 65"/>
              <a:gd name="T18" fmla="*/ 33 w 65"/>
              <a:gd name="T19" fmla="*/ 61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0 w 65"/>
              <a:gd name="T27" fmla="*/ 33 h 65"/>
              <a:gd name="T28" fmla="*/ 10 w 65"/>
              <a:gd name="T29" fmla="*/ 55 h 65"/>
              <a:gd name="T30" fmla="*/ 33 w 65"/>
              <a:gd name="T31" fmla="*/ 65 h 65"/>
              <a:gd name="T32" fmla="*/ 33 w 65"/>
              <a:gd name="T33" fmla="*/ 65 h 65"/>
              <a:gd name="T34" fmla="*/ 56 w 65"/>
              <a:gd name="T35" fmla="*/ 55 h 65"/>
              <a:gd name="T36" fmla="*/ 56 w 65"/>
              <a:gd name="T37" fmla="*/ 55 h 65"/>
              <a:gd name="T38" fmla="*/ 65 w 65"/>
              <a:gd name="T39" fmla="*/ 33 h 65"/>
              <a:gd name="T40" fmla="*/ 63 w 65"/>
              <a:gd name="T41" fmla="*/ 21 h 65"/>
              <a:gd name="T42" fmla="*/ 61 w 65"/>
              <a:gd name="T43" fmla="*/ 17 h 65"/>
              <a:gd name="T44" fmla="*/ 56 w 65"/>
              <a:gd name="T45" fmla="*/ 10 h 65"/>
              <a:gd name="T46" fmla="*/ 50 w 65"/>
              <a:gd name="T47" fmla="*/ 5 h 65"/>
              <a:gd name="T48" fmla="*/ 46 w 65"/>
              <a:gd name="T49" fmla="*/ 3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4" y="16"/>
                  <a:pt x="0" y="24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9"/>
                  <a:pt x="64" y="25"/>
                  <a:pt x="63" y="21"/>
                </a:cubicBezTo>
                <a:cubicBezTo>
                  <a:pt x="62" y="20"/>
                  <a:pt x="62" y="18"/>
                  <a:pt x="61" y="17"/>
                </a:cubicBezTo>
                <a:cubicBezTo>
                  <a:pt x="60" y="14"/>
                  <a:pt x="58" y="12"/>
                  <a:pt x="56" y="10"/>
                </a:cubicBezTo>
                <a:cubicBezTo>
                  <a:pt x="54" y="8"/>
                  <a:pt x="52" y="7"/>
                  <a:pt x="50" y="5"/>
                </a:cubicBezTo>
                <a:cubicBezTo>
                  <a:pt x="49" y="5"/>
                  <a:pt x="48" y="4"/>
                  <a:pt x="46" y="3"/>
                </a:cubicBezTo>
                <a:cubicBezTo>
                  <a:pt x="42" y="1"/>
                  <a:pt x="37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5" name="Freeform 955"/>
          <p:cNvSpPr>
            <a:spLocks/>
          </p:cNvSpPr>
          <p:nvPr/>
        </p:nvSpPr>
        <p:spPr bwMode="auto">
          <a:xfrm>
            <a:off x="12080104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6" name="Freeform 956"/>
          <p:cNvSpPr>
            <a:spLocks noEditPoints="1"/>
          </p:cNvSpPr>
          <p:nvPr/>
        </p:nvSpPr>
        <p:spPr bwMode="auto">
          <a:xfrm>
            <a:off x="12183292" y="1665288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7" name="Freeform 957"/>
          <p:cNvSpPr>
            <a:spLocks noEditPoints="1"/>
          </p:cNvSpPr>
          <p:nvPr/>
        </p:nvSpPr>
        <p:spPr bwMode="auto">
          <a:xfrm>
            <a:off x="12167417" y="1649413"/>
            <a:ext cx="268288" cy="269875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3 w 65"/>
              <a:gd name="T5" fmla="*/ 12 h 65"/>
              <a:gd name="T6" fmla="*/ 61 w 65"/>
              <a:gd name="T7" fmla="*/ 33 h 65"/>
              <a:gd name="T8" fmla="*/ 53 w 65"/>
              <a:gd name="T9" fmla="*/ 53 h 65"/>
              <a:gd name="T10" fmla="*/ 33 w 65"/>
              <a:gd name="T11" fmla="*/ 61 h 65"/>
              <a:gd name="T12" fmla="*/ 12 w 65"/>
              <a:gd name="T13" fmla="*/ 53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3 w 65"/>
              <a:gd name="T21" fmla="*/ 0 h 65"/>
              <a:gd name="T22" fmla="*/ 32 w 65"/>
              <a:gd name="T23" fmla="*/ 0 h 65"/>
              <a:gd name="T24" fmla="*/ 31 w 65"/>
              <a:gd name="T25" fmla="*/ 0 h 65"/>
              <a:gd name="T26" fmla="*/ 24 w 65"/>
              <a:gd name="T27" fmla="*/ 1 h 65"/>
              <a:gd name="T28" fmla="*/ 20 w 65"/>
              <a:gd name="T29" fmla="*/ 3 h 65"/>
              <a:gd name="T30" fmla="*/ 10 w 65"/>
              <a:gd name="T31" fmla="*/ 10 h 65"/>
              <a:gd name="T32" fmla="*/ 10 w 65"/>
              <a:gd name="T33" fmla="*/ 10 h 65"/>
              <a:gd name="T34" fmla="*/ 0 w 65"/>
              <a:gd name="T35" fmla="*/ 32 h 65"/>
              <a:gd name="T36" fmla="*/ 10 w 65"/>
              <a:gd name="T37" fmla="*/ 55 h 65"/>
              <a:gd name="T38" fmla="*/ 32 w 65"/>
              <a:gd name="T39" fmla="*/ 65 h 65"/>
              <a:gd name="T40" fmla="*/ 33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5 w 65"/>
              <a:gd name="T49" fmla="*/ 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3" y="0"/>
                </a:moveTo>
                <a:cubicBezTo>
                  <a:pt x="33" y="0"/>
                  <a:pt x="33" y="0"/>
                  <a:pt x="32" y="0"/>
                </a:cubicBezTo>
                <a:cubicBezTo>
                  <a:pt x="32" y="0"/>
                  <a:pt x="32" y="0"/>
                  <a:pt x="31" y="0"/>
                </a:cubicBezTo>
                <a:cubicBezTo>
                  <a:pt x="29" y="0"/>
                  <a:pt x="26" y="1"/>
                  <a:pt x="24" y="1"/>
                </a:cubicBezTo>
                <a:cubicBezTo>
                  <a:pt x="22" y="2"/>
                  <a:pt x="21" y="2"/>
                  <a:pt x="20" y="3"/>
                </a:cubicBezTo>
                <a:cubicBezTo>
                  <a:pt x="16" y="4"/>
                  <a:pt x="13" y="7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50" y="4"/>
                  <a:pt x="43" y="1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8" name="Freeform 958"/>
          <p:cNvSpPr>
            <a:spLocks/>
          </p:cNvSpPr>
          <p:nvPr/>
        </p:nvSpPr>
        <p:spPr bwMode="auto">
          <a:xfrm>
            <a:off x="12216629" y="1706563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09" name="Freeform 959"/>
          <p:cNvSpPr>
            <a:spLocks noEditPoints="1"/>
          </p:cNvSpPr>
          <p:nvPr/>
        </p:nvSpPr>
        <p:spPr bwMode="auto">
          <a:xfrm>
            <a:off x="14691542" y="93663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4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2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10" name="Freeform 960"/>
          <p:cNvSpPr>
            <a:spLocks noEditPoints="1"/>
          </p:cNvSpPr>
          <p:nvPr/>
        </p:nvSpPr>
        <p:spPr bwMode="auto">
          <a:xfrm>
            <a:off x="14674079" y="77788"/>
            <a:ext cx="269875" cy="269875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3 h 65"/>
              <a:gd name="T10" fmla="*/ 33 w 65"/>
              <a:gd name="T11" fmla="*/ 61 h 65"/>
              <a:gd name="T12" fmla="*/ 13 w 65"/>
              <a:gd name="T13" fmla="*/ 53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10 w 65"/>
              <a:gd name="T27" fmla="*/ 10 h 65"/>
              <a:gd name="T28" fmla="*/ 2 w 65"/>
              <a:gd name="T29" fmla="*/ 24 h 65"/>
              <a:gd name="T30" fmla="*/ 1 w 65"/>
              <a:gd name="T31" fmla="*/ 28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6 w 65"/>
              <a:gd name="T41" fmla="*/ 55 h 65"/>
              <a:gd name="T42" fmla="*/ 65 w 65"/>
              <a:gd name="T43" fmla="*/ 32 h 65"/>
              <a:gd name="T44" fmla="*/ 56 w 65"/>
              <a:gd name="T45" fmla="*/ 1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6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3" y="19"/>
                  <a:pt x="2" y="24"/>
                </a:cubicBezTo>
                <a:cubicBezTo>
                  <a:pt x="1" y="25"/>
                  <a:pt x="1" y="27"/>
                  <a:pt x="1" y="28"/>
                </a:cubicBezTo>
                <a:cubicBezTo>
                  <a:pt x="1" y="29"/>
                  <a:pt x="0" y="31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5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11" name="Freeform 961"/>
          <p:cNvSpPr>
            <a:spLocks/>
          </p:cNvSpPr>
          <p:nvPr/>
        </p:nvSpPr>
        <p:spPr bwMode="auto">
          <a:xfrm>
            <a:off x="14724879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12" name="Freeform 962"/>
          <p:cNvSpPr>
            <a:spLocks noEditPoints="1"/>
          </p:cNvSpPr>
          <p:nvPr/>
        </p:nvSpPr>
        <p:spPr bwMode="auto">
          <a:xfrm>
            <a:off x="11105379" y="3005138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13" name="Freeform 963"/>
          <p:cNvSpPr>
            <a:spLocks noEditPoints="1"/>
          </p:cNvSpPr>
          <p:nvPr/>
        </p:nvSpPr>
        <p:spPr bwMode="auto">
          <a:xfrm>
            <a:off x="11089504" y="2987675"/>
            <a:ext cx="269875" cy="266700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9 w 65"/>
              <a:gd name="T29" fmla="*/ 9 h 64"/>
              <a:gd name="T30" fmla="*/ 9 w 65"/>
              <a:gd name="T31" fmla="*/ 9 h 64"/>
              <a:gd name="T32" fmla="*/ 9 w 65"/>
              <a:gd name="T33" fmla="*/ 9 h 64"/>
              <a:gd name="T34" fmla="*/ 0 w 65"/>
              <a:gd name="T35" fmla="*/ 32 h 64"/>
              <a:gd name="T36" fmla="*/ 9 w 65"/>
              <a:gd name="T37" fmla="*/ 55 h 64"/>
              <a:gd name="T38" fmla="*/ 32 w 65"/>
              <a:gd name="T39" fmla="*/ 64 h 64"/>
              <a:gd name="T40" fmla="*/ 32 w 65"/>
              <a:gd name="T41" fmla="*/ 64 h 64"/>
              <a:gd name="T42" fmla="*/ 55 w 65"/>
              <a:gd name="T43" fmla="*/ 55 h 64"/>
              <a:gd name="T44" fmla="*/ 63 w 65"/>
              <a:gd name="T45" fmla="*/ 41 h 64"/>
              <a:gd name="T46" fmla="*/ 64 w 65"/>
              <a:gd name="T47" fmla="*/ 37 h 64"/>
              <a:gd name="T48" fmla="*/ 65 w 65"/>
              <a:gd name="T49" fmla="*/ 32 h 64"/>
              <a:gd name="T50" fmla="*/ 65 w 65"/>
              <a:gd name="T51" fmla="*/ 31 h 64"/>
              <a:gd name="T52" fmla="*/ 64 w 65"/>
              <a:gd name="T53" fmla="*/ 27 h 64"/>
              <a:gd name="T54" fmla="*/ 55 w 65"/>
              <a:gd name="T55" fmla="*/ 9 h 64"/>
              <a:gd name="T56" fmla="*/ 32 w 65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9" y="51"/>
                  <a:pt x="62" y="46"/>
                  <a:pt x="63" y="41"/>
                </a:cubicBezTo>
                <a:cubicBezTo>
                  <a:pt x="64" y="40"/>
                  <a:pt x="64" y="39"/>
                  <a:pt x="64" y="37"/>
                </a:cubicBezTo>
                <a:cubicBezTo>
                  <a:pt x="64" y="36"/>
                  <a:pt x="65" y="34"/>
                  <a:pt x="65" y="32"/>
                </a:cubicBezTo>
                <a:cubicBezTo>
                  <a:pt x="65" y="32"/>
                  <a:pt x="65" y="31"/>
                  <a:pt x="65" y="31"/>
                </a:cubicBezTo>
                <a:cubicBezTo>
                  <a:pt x="65" y="30"/>
                  <a:pt x="64" y="28"/>
                  <a:pt x="64" y="27"/>
                </a:cubicBezTo>
                <a:cubicBezTo>
                  <a:pt x="63" y="20"/>
                  <a:pt x="60" y="14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14" name="Freeform 964"/>
          <p:cNvSpPr>
            <a:spLocks/>
          </p:cNvSpPr>
          <p:nvPr/>
        </p:nvSpPr>
        <p:spPr bwMode="auto">
          <a:xfrm>
            <a:off x="1113871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15" name="椭圆 1338"/>
          <p:cNvSpPr/>
          <p:nvPr/>
        </p:nvSpPr>
        <p:spPr>
          <a:xfrm>
            <a:off x="8999353" y="59374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16" name="椭圆 1339"/>
          <p:cNvSpPr/>
          <p:nvPr/>
        </p:nvSpPr>
        <p:spPr>
          <a:xfrm>
            <a:off x="9656771" y="837444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317" name="椭圆 1340"/>
          <p:cNvSpPr/>
          <p:nvPr/>
        </p:nvSpPr>
        <p:spPr>
          <a:xfrm>
            <a:off x="9031328" y="20638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zh-CN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47132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17573195-A27E-0EF4-FFC7-956BC6760CEA}"/>
              </a:ext>
            </a:extLst>
          </p:cNvPr>
          <p:cNvGrpSpPr/>
          <p:nvPr/>
        </p:nvGrpSpPr>
        <p:grpSpPr>
          <a:xfrm>
            <a:off x="5974171" y="1746434"/>
            <a:ext cx="3147273" cy="4123823"/>
            <a:chOff x="1637956" y="2031999"/>
            <a:chExt cx="3147273" cy="4123823"/>
          </a:xfrm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FC997AD2-E8FA-0EF2-6995-4BAC4E5C5E4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28889" y="4365560"/>
              <a:ext cx="156340" cy="0"/>
            </a:xfrm>
            <a:prstGeom prst="lin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B7521034-C773-E894-56C9-6F2707016618}"/>
                </a:ext>
              </a:extLst>
            </p:cNvPr>
            <p:cNvGrpSpPr/>
            <p:nvPr/>
          </p:nvGrpSpPr>
          <p:grpSpPr>
            <a:xfrm>
              <a:off x="1743273" y="4310054"/>
              <a:ext cx="194484" cy="152992"/>
              <a:chOff x="6698562" y="3393669"/>
              <a:chExt cx="307294" cy="280878"/>
            </a:xfrm>
          </p:grpSpPr>
          <p:cxnSp>
            <p:nvCxnSpPr>
              <p:cNvPr id="61" name="Straight Connector 60">
                <a:extLst>
                  <a:ext uri="{FF2B5EF4-FFF2-40B4-BE49-F238E27FC236}">
                    <a16:creationId xmlns:a16="http://schemas.microsoft.com/office/drawing/2014/main" id="{EC6BE468-35D2-EC13-F2FE-D6CF8FA3CAE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98562" y="3522147"/>
                <a:ext cx="307294" cy="0"/>
              </a:xfrm>
              <a:prstGeom prst="lin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>
                <a:extLst>
                  <a:ext uri="{FF2B5EF4-FFF2-40B4-BE49-F238E27FC236}">
                    <a16:creationId xmlns:a16="http://schemas.microsoft.com/office/drawing/2014/main" id="{D81051A8-169A-1D63-FBF2-15312B0015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50962" y="3393669"/>
                <a:ext cx="1247" cy="280878"/>
              </a:xfrm>
              <a:prstGeom prst="lin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D37EC87D-44FB-CCA8-CF89-F4AC921533F8}"/>
                </a:ext>
              </a:extLst>
            </p:cNvPr>
            <p:cNvGrpSpPr/>
            <p:nvPr/>
          </p:nvGrpSpPr>
          <p:grpSpPr>
            <a:xfrm>
              <a:off x="3111090" y="5998261"/>
              <a:ext cx="344510" cy="157561"/>
              <a:chOff x="7382434" y="6021460"/>
              <a:chExt cx="368799" cy="172385"/>
            </a:xfrm>
          </p:grpSpPr>
          <p:cxnSp>
            <p:nvCxnSpPr>
              <p:cNvPr id="58" name="Straight Connector 57">
                <a:extLst>
                  <a:ext uri="{FF2B5EF4-FFF2-40B4-BE49-F238E27FC236}">
                    <a16:creationId xmlns:a16="http://schemas.microsoft.com/office/drawing/2014/main" id="{2EA48502-451E-5295-C4E9-DA18FF14CB1C}"/>
                  </a:ext>
                </a:extLst>
              </p:cNvPr>
              <p:cNvCxnSpPr/>
              <p:nvPr/>
            </p:nvCxnSpPr>
            <p:spPr>
              <a:xfrm>
                <a:off x="7455076" y="6107652"/>
                <a:ext cx="234690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Straight Connector 58">
                <a:extLst>
                  <a:ext uri="{FF2B5EF4-FFF2-40B4-BE49-F238E27FC236}">
                    <a16:creationId xmlns:a16="http://schemas.microsoft.com/office/drawing/2014/main" id="{30A1F2DC-259F-71C4-C213-4545C66237EF}"/>
                  </a:ext>
                </a:extLst>
              </p:cNvPr>
              <p:cNvCxnSpPr/>
              <p:nvPr/>
            </p:nvCxnSpPr>
            <p:spPr>
              <a:xfrm>
                <a:off x="7522131" y="6193845"/>
                <a:ext cx="111757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Straight Connector 59">
                <a:extLst>
                  <a:ext uri="{FF2B5EF4-FFF2-40B4-BE49-F238E27FC236}">
                    <a16:creationId xmlns:a16="http://schemas.microsoft.com/office/drawing/2014/main" id="{7D8D053A-03B4-CF48-7429-D2BFD760D927}"/>
                  </a:ext>
                </a:extLst>
              </p:cNvPr>
              <p:cNvCxnSpPr/>
              <p:nvPr/>
            </p:nvCxnSpPr>
            <p:spPr>
              <a:xfrm>
                <a:off x="7382434" y="6021460"/>
                <a:ext cx="368799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3BDD8F72-90D6-7F85-573E-97B71BEB0797}"/>
                </a:ext>
              </a:extLst>
            </p:cNvPr>
            <p:cNvGrpSpPr/>
            <p:nvPr/>
          </p:nvGrpSpPr>
          <p:grpSpPr>
            <a:xfrm flipH="1">
              <a:off x="3178948" y="2031999"/>
              <a:ext cx="229178" cy="272239"/>
              <a:chOff x="6184900" y="454026"/>
              <a:chExt cx="266700" cy="441324"/>
            </a:xfrm>
          </p:grpSpPr>
          <p:cxnSp>
            <p:nvCxnSpPr>
              <p:cNvPr id="56" name="Straight Connector 55">
                <a:extLst>
                  <a:ext uri="{FF2B5EF4-FFF2-40B4-BE49-F238E27FC236}">
                    <a16:creationId xmlns:a16="http://schemas.microsoft.com/office/drawing/2014/main" id="{83E27425-F5E7-8750-FE8F-4386CAE20299}"/>
                  </a:ext>
                </a:extLst>
              </p:cNvPr>
              <p:cNvCxnSpPr/>
              <p:nvPr/>
            </p:nvCxnSpPr>
            <p:spPr>
              <a:xfrm flipV="1">
                <a:off x="6318250" y="685800"/>
                <a:ext cx="0" cy="20955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7" name="Isosceles Triangle 56">
                <a:extLst>
                  <a:ext uri="{FF2B5EF4-FFF2-40B4-BE49-F238E27FC236}">
                    <a16:creationId xmlns:a16="http://schemas.microsoft.com/office/drawing/2014/main" id="{FDE06903-CFBF-DE03-9091-19D3D59AE3AC}"/>
                  </a:ext>
                </a:extLst>
              </p:cNvPr>
              <p:cNvSpPr/>
              <p:nvPr/>
            </p:nvSpPr>
            <p:spPr>
              <a:xfrm>
                <a:off x="6184900" y="454026"/>
                <a:ext cx="266700" cy="234950"/>
              </a:xfrm>
              <a:prstGeom prst="triangl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</p:grp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A9569921-D344-FE04-EAB8-37CFE1DE4AF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83345" y="4874775"/>
              <a:ext cx="0" cy="112348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7D7F6047-1C20-4711-2241-FB4BF0AE7698}"/>
                </a:ext>
              </a:extLst>
            </p:cNvPr>
            <p:cNvGrpSpPr/>
            <p:nvPr/>
          </p:nvGrpSpPr>
          <p:grpSpPr>
            <a:xfrm>
              <a:off x="2186616" y="3914651"/>
              <a:ext cx="343664" cy="642407"/>
              <a:chOff x="7418814" y="5257536"/>
              <a:chExt cx="367893" cy="702846"/>
            </a:xfrm>
          </p:grpSpPr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05CF24AB-BA71-4E26-D80B-665C89FAFD9D}"/>
                  </a:ext>
                </a:extLst>
              </p:cNvPr>
              <p:cNvCxnSpPr/>
              <p:nvPr/>
            </p:nvCxnSpPr>
            <p:spPr>
              <a:xfrm>
                <a:off x="7418814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5AFECD8B-B252-986D-7F6D-B1740C76E9C3}"/>
                  </a:ext>
                </a:extLst>
              </p:cNvPr>
              <p:cNvCxnSpPr/>
              <p:nvPr/>
            </p:nvCxnSpPr>
            <p:spPr>
              <a:xfrm>
                <a:off x="7520302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Straight Connector 51">
                <a:extLst>
                  <a:ext uri="{FF2B5EF4-FFF2-40B4-BE49-F238E27FC236}">
                    <a16:creationId xmlns:a16="http://schemas.microsoft.com/office/drawing/2014/main" id="{447C6ECE-8925-6EF2-64A4-388A3D640DB6}"/>
                  </a:ext>
                </a:extLst>
              </p:cNvPr>
              <p:cNvCxnSpPr/>
              <p:nvPr/>
            </p:nvCxnSpPr>
            <p:spPr>
              <a:xfrm flipH="1">
                <a:off x="7520302" y="5857527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a16:creationId xmlns:a16="http://schemas.microsoft.com/office/drawing/2014/main" id="{78E70EF4-BDDC-F927-4033-7096B13BA069}"/>
                  </a:ext>
                </a:extLst>
              </p:cNvPr>
              <p:cNvCxnSpPr/>
              <p:nvPr/>
            </p:nvCxnSpPr>
            <p:spPr>
              <a:xfrm flipH="1">
                <a:off x="7520302" y="5257536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Straight Connector 53">
                <a:extLst>
                  <a:ext uri="{FF2B5EF4-FFF2-40B4-BE49-F238E27FC236}">
                    <a16:creationId xmlns:a16="http://schemas.microsoft.com/office/drawing/2014/main" id="{CB0F8C41-0880-08BC-A518-34DD5E4CFB88}"/>
                  </a:ext>
                </a:extLst>
              </p:cNvPr>
              <p:cNvCxnSpPr/>
              <p:nvPr/>
            </p:nvCxnSpPr>
            <p:spPr>
              <a:xfrm flipH="1">
                <a:off x="7672533" y="5857527"/>
                <a:ext cx="114174" cy="10285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91AB54B9-DD25-19DE-CDAA-7A1A031A9546}"/>
                  </a:ext>
                </a:extLst>
              </p:cNvPr>
              <p:cNvCxnSpPr/>
              <p:nvPr/>
            </p:nvCxnSpPr>
            <p:spPr>
              <a:xfrm flipH="1" flipV="1">
                <a:off x="7685220" y="5793242"/>
                <a:ext cx="95144" cy="6428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B12E7390-2F87-9458-645D-AE4909B43946}"/>
                </a:ext>
              </a:extLst>
            </p:cNvPr>
            <p:cNvCxnSpPr>
              <a:cxnSpLocks/>
            </p:cNvCxnSpPr>
            <p:nvPr/>
          </p:nvCxnSpPr>
          <p:spPr>
            <a:xfrm>
              <a:off x="2514023" y="3085762"/>
              <a:ext cx="0" cy="82888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8E8A7FE3-B910-CD5A-A645-8CDCFE7AA25A}"/>
                </a:ext>
              </a:extLst>
            </p:cNvPr>
            <p:cNvGrpSpPr/>
            <p:nvPr/>
          </p:nvGrpSpPr>
          <p:grpSpPr>
            <a:xfrm>
              <a:off x="2500638" y="2483505"/>
              <a:ext cx="491097" cy="602256"/>
              <a:chOff x="7780364" y="3601345"/>
              <a:chExt cx="525720" cy="658918"/>
            </a:xfrm>
          </p:grpSpPr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755CEDD4-B975-29DB-4530-CF48A7ED259D}"/>
                  </a:ext>
                </a:extLst>
              </p:cNvPr>
              <p:cNvCxnSpPr/>
              <p:nvPr/>
            </p:nvCxnSpPr>
            <p:spPr>
              <a:xfrm flipH="1">
                <a:off x="8119161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42">
                <a:extLst>
                  <a:ext uri="{FF2B5EF4-FFF2-40B4-BE49-F238E27FC236}">
                    <a16:creationId xmlns:a16="http://schemas.microsoft.com/office/drawing/2014/main" id="{F76EB704-04C4-B095-3340-CC9B7F5FFF85}"/>
                  </a:ext>
                </a:extLst>
              </p:cNvPr>
              <p:cNvCxnSpPr/>
              <p:nvPr/>
            </p:nvCxnSpPr>
            <p:spPr>
              <a:xfrm flipH="1">
                <a:off x="8025700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Straight Connector 43">
                <a:extLst>
                  <a:ext uri="{FF2B5EF4-FFF2-40B4-BE49-F238E27FC236}">
                    <a16:creationId xmlns:a16="http://schemas.microsoft.com/office/drawing/2014/main" id="{C4EBC546-9DD6-5429-6298-AA2E53D8522F}"/>
                  </a:ext>
                </a:extLst>
              </p:cNvPr>
              <p:cNvCxnSpPr/>
              <p:nvPr/>
            </p:nvCxnSpPr>
            <p:spPr>
              <a:xfrm>
                <a:off x="7780364" y="426026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Straight Connector 44">
                <a:extLst>
                  <a:ext uri="{FF2B5EF4-FFF2-40B4-BE49-F238E27FC236}">
                    <a16:creationId xmlns:a16="http://schemas.microsoft.com/office/drawing/2014/main" id="{0E84291A-7202-7627-C3A0-85D975573A9E}"/>
                  </a:ext>
                </a:extLst>
              </p:cNvPr>
              <p:cNvCxnSpPr/>
              <p:nvPr/>
            </p:nvCxnSpPr>
            <p:spPr>
              <a:xfrm>
                <a:off x="7780364" y="366027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id="{A53926D4-0E4A-45EE-F4A2-EF482A813DF0}"/>
                  </a:ext>
                </a:extLst>
              </p:cNvPr>
              <p:cNvSpPr/>
              <p:nvPr/>
            </p:nvSpPr>
            <p:spPr>
              <a:xfrm flipH="1">
                <a:off x="8130844" y="3904555"/>
                <a:ext cx="175240" cy="14571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47" name="Group 46">
                <a:extLst>
                  <a:ext uri="{FF2B5EF4-FFF2-40B4-BE49-F238E27FC236}">
                    <a16:creationId xmlns:a16="http://schemas.microsoft.com/office/drawing/2014/main" id="{5AA33E5B-6FD3-AFF8-2718-6D157411C6F8}"/>
                  </a:ext>
                </a:extLst>
              </p:cNvPr>
              <p:cNvGrpSpPr/>
              <p:nvPr/>
            </p:nvGrpSpPr>
            <p:grpSpPr>
              <a:xfrm>
                <a:off x="7903032" y="3601345"/>
                <a:ext cx="122666" cy="134998"/>
                <a:chOff x="6715124" y="1749425"/>
                <a:chExt cx="114300" cy="247650"/>
              </a:xfrm>
            </p:grpSpPr>
            <p:cxnSp>
              <p:nvCxnSpPr>
                <p:cNvPr id="48" name="Straight Connector 47">
                  <a:extLst>
                    <a:ext uri="{FF2B5EF4-FFF2-40B4-BE49-F238E27FC236}">
                      <a16:creationId xmlns:a16="http://schemas.microsoft.com/office/drawing/2014/main" id="{A2F232A2-A82F-7E55-C7D5-239878DF8B55}"/>
                    </a:ext>
                  </a:extLst>
                </p:cNvPr>
                <p:cNvCxnSpPr/>
                <p:nvPr/>
              </p:nvCxnSpPr>
              <p:spPr>
                <a:xfrm flipH="1">
                  <a:off x="6715124" y="1844675"/>
                  <a:ext cx="114300" cy="15240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" name="Straight Connector 48">
                  <a:extLst>
                    <a:ext uri="{FF2B5EF4-FFF2-40B4-BE49-F238E27FC236}">
                      <a16:creationId xmlns:a16="http://schemas.microsoft.com/office/drawing/2014/main" id="{AFC274D8-D38D-0A92-0407-3178B8B30663}"/>
                    </a:ext>
                  </a:extLst>
                </p:cNvPr>
                <p:cNvCxnSpPr/>
                <p:nvPr/>
              </p:nvCxnSpPr>
              <p:spPr>
                <a:xfrm flipH="1" flipV="1">
                  <a:off x="6727825" y="1749425"/>
                  <a:ext cx="95249" cy="9525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8E254E3-9462-8669-418D-DA4924203D8B}"/>
                </a:ext>
              </a:extLst>
            </p:cNvPr>
            <p:cNvGrpSpPr/>
            <p:nvPr/>
          </p:nvGrpSpPr>
          <p:grpSpPr>
            <a:xfrm flipH="1">
              <a:off x="4028714" y="3933034"/>
              <a:ext cx="334469" cy="642407"/>
              <a:chOff x="7418814" y="5257536"/>
              <a:chExt cx="367893" cy="702846"/>
            </a:xfrm>
          </p:grpSpPr>
          <p:cxnSp>
            <p:nvCxnSpPr>
              <p:cNvPr id="36" name="Straight Connector 35">
                <a:extLst>
                  <a:ext uri="{FF2B5EF4-FFF2-40B4-BE49-F238E27FC236}">
                    <a16:creationId xmlns:a16="http://schemas.microsoft.com/office/drawing/2014/main" id="{A1FF2984-C71C-7794-5E5A-706B59ECC03C}"/>
                  </a:ext>
                </a:extLst>
              </p:cNvPr>
              <p:cNvCxnSpPr/>
              <p:nvPr/>
            </p:nvCxnSpPr>
            <p:spPr>
              <a:xfrm>
                <a:off x="7418814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Straight Connector 36">
                <a:extLst>
                  <a:ext uri="{FF2B5EF4-FFF2-40B4-BE49-F238E27FC236}">
                    <a16:creationId xmlns:a16="http://schemas.microsoft.com/office/drawing/2014/main" id="{64CF6794-E4AB-B788-BCF0-985805CB51F9}"/>
                  </a:ext>
                </a:extLst>
              </p:cNvPr>
              <p:cNvCxnSpPr/>
              <p:nvPr/>
            </p:nvCxnSpPr>
            <p:spPr>
              <a:xfrm>
                <a:off x="7520302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Straight Connector 37">
                <a:extLst>
                  <a:ext uri="{FF2B5EF4-FFF2-40B4-BE49-F238E27FC236}">
                    <a16:creationId xmlns:a16="http://schemas.microsoft.com/office/drawing/2014/main" id="{C945F836-E315-F70E-39EF-4A11AB2C09DB}"/>
                  </a:ext>
                </a:extLst>
              </p:cNvPr>
              <p:cNvCxnSpPr/>
              <p:nvPr/>
            </p:nvCxnSpPr>
            <p:spPr>
              <a:xfrm flipH="1">
                <a:off x="7520302" y="5857527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064C44F1-E44D-FC4A-D645-BE8006A5A208}"/>
                  </a:ext>
                </a:extLst>
              </p:cNvPr>
              <p:cNvCxnSpPr/>
              <p:nvPr/>
            </p:nvCxnSpPr>
            <p:spPr>
              <a:xfrm flipH="1">
                <a:off x="7520302" y="5257536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Straight Connector 39">
                <a:extLst>
                  <a:ext uri="{FF2B5EF4-FFF2-40B4-BE49-F238E27FC236}">
                    <a16:creationId xmlns:a16="http://schemas.microsoft.com/office/drawing/2014/main" id="{D7A8A234-F723-DEF9-3990-A4EA3E53A77D}"/>
                  </a:ext>
                </a:extLst>
              </p:cNvPr>
              <p:cNvCxnSpPr/>
              <p:nvPr/>
            </p:nvCxnSpPr>
            <p:spPr>
              <a:xfrm flipH="1">
                <a:off x="7672533" y="5857527"/>
                <a:ext cx="114174" cy="10285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1A2E2470-4C25-B6A0-2C5D-DC6B7E30B2AB}"/>
                  </a:ext>
                </a:extLst>
              </p:cNvPr>
              <p:cNvCxnSpPr/>
              <p:nvPr/>
            </p:nvCxnSpPr>
            <p:spPr>
              <a:xfrm flipH="1" flipV="1">
                <a:off x="7685220" y="5793242"/>
                <a:ext cx="95144" cy="6428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5FB10A83-F966-4CD3-5F41-B74891D387D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044536" y="3104145"/>
              <a:ext cx="0" cy="82888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E92E5F3B-78C2-6634-35A3-7D686E3A2745}"/>
                </a:ext>
              </a:extLst>
            </p:cNvPr>
            <p:cNvGrpSpPr/>
            <p:nvPr/>
          </p:nvGrpSpPr>
          <p:grpSpPr>
            <a:xfrm flipH="1">
              <a:off x="3579605" y="2501889"/>
              <a:ext cx="477958" cy="602256"/>
              <a:chOff x="7780364" y="3601345"/>
              <a:chExt cx="525720" cy="658918"/>
            </a:xfrm>
          </p:grpSpPr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0BD7AAA0-3087-80B6-2335-A3B0409E0D7D}"/>
                  </a:ext>
                </a:extLst>
              </p:cNvPr>
              <p:cNvCxnSpPr/>
              <p:nvPr/>
            </p:nvCxnSpPr>
            <p:spPr>
              <a:xfrm flipH="1">
                <a:off x="8119161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2DD044AF-55CC-D2A8-1F84-BB5DCBF3EA24}"/>
                  </a:ext>
                </a:extLst>
              </p:cNvPr>
              <p:cNvCxnSpPr/>
              <p:nvPr/>
            </p:nvCxnSpPr>
            <p:spPr>
              <a:xfrm flipH="1">
                <a:off x="8025700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F6DCCAF6-10A8-719D-8F97-A9087E7524B6}"/>
                  </a:ext>
                </a:extLst>
              </p:cNvPr>
              <p:cNvCxnSpPr/>
              <p:nvPr/>
            </p:nvCxnSpPr>
            <p:spPr>
              <a:xfrm>
                <a:off x="7780364" y="426026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7E3FD4E5-D6CD-5413-58A2-A9F5E511648E}"/>
                  </a:ext>
                </a:extLst>
              </p:cNvPr>
              <p:cNvCxnSpPr/>
              <p:nvPr/>
            </p:nvCxnSpPr>
            <p:spPr>
              <a:xfrm>
                <a:off x="7780364" y="366027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A45EDF84-0878-8E20-A38D-7748F3F96F95}"/>
                  </a:ext>
                </a:extLst>
              </p:cNvPr>
              <p:cNvSpPr/>
              <p:nvPr/>
            </p:nvSpPr>
            <p:spPr>
              <a:xfrm flipH="1">
                <a:off x="8130844" y="3904555"/>
                <a:ext cx="175240" cy="14571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33" name="Group 32">
                <a:extLst>
                  <a:ext uri="{FF2B5EF4-FFF2-40B4-BE49-F238E27FC236}">
                    <a16:creationId xmlns:a16="http://schemas.microsoft.com/office/drawing/2014/main" id="{D16AED4A-CC88-0C6E-CAC4-2513D66BEC1C}"/>
                  </a:ext>
                </a:extLst>
              </p:cNvPr>
              <p:cNvGrpSpPr/>
              <p:nvPr/>
            </p:nvGrpSpPr>
            <p:grpSpPr>
              <a:xfrm>
                <a:off x="7903032" y="3601345"/>
                <a:ext cx="122666" cy="134998"/>
                <a:chOff x="6715124" y="1749425"/>
                <a:chExt cx="114300" cy="247650"/>
              </a:xfrm>
            </p:grpSpPr>
            <p:cxnSp>
              <p:nvCxnSpPr>
                <p:cNvPr id="34" name="Straight Connector 33">
                  <a:extLst>
                    <a:ext uri="{FF2B5EF4-FFF2-40B4-BE49-F238E27FC236}">
                      <a16:creationId xmlns:a16="http://schemas.microsoft.com/office/drawing/2014/main" id="{C1A5C213-FF36-C722-960F-F791ABF47955}"/>
                    </a:ext>
                  </a:extLst>
                </p:cNvPr>
                <p:cNvCxnSpPr/>
                <p:nvPr/>
              </p:nvCxnSpPr>
              <p:spPr>
                <a:xfrm flipH="1">
                  <a:off x="6715124" y="1844675"/>
                  <a:ext cx="114300" cy="15240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Straight Connector 34">
                  <a:extLst>
                    <a:ext uri="{FF2B5EF4-FFF2-40B4-BE49-F238E27FC236}">
                      <a16:creationId xmlns:a16="http://schemas.microsoft.com/office/drawing/2014/main" id="{CDBBE450-B93A-7DA1-728D-A2D136C4184B}"/>
                    </a:ext>
                  </a:extLst>
                </p:cNvPr>
                <p:cNvCxnSpPr/>
                <p:nvPr/>
              </p:nvCxnSpPr>
              <p:spPr>
                <a:xfrm flipH="1" flipV="1">
                  <a:off x="6727825" y="1749425"/>
                  <a:ext cx="95249" cy="9525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B5BB8C61-A8A9-3800-7503-F77AEA63692C}"/>
                </a:ext>
              </a:extLst>
            </p:cNvPr>
            <p:cNvCxnSpPr>
              <a:cxnSpLocks/>
            </p:cNvCxnSpPr>
            <p:nvPr/>
          </p:nvCxnSpPr>
          <p:spPr>
            <a:xfrm>
              <a:off x="2514023" y="4463046"/>
              <a:ext cx="0" cy="41172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BAFC503-324D-CF01-3EE3-E89C27FA95B4}"/>
                </a:ext>
              </a:extLst>
            </p:cNvPr>
            <p:cNvCxnSpPr>
              <a:cxnSpLocks/>
            </p:cNvCxnSpPr>
            <p:nvPr/>
          </p:nvCxnSpPr>
          <p:spPr>
            <a:xfrm>
              <a:off x="4044536" y="4466421"/>
              <a:ext cx="0" cy="41172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E524B607-18B6-932B-C122-F7033E216A29}"/>
                </a:ext>
              </a:extLst>
            </p:cNvPr>
            <p:cNvCxnSpPr>
              <a:cxnSpLocks/>
            </p:cNvCxnSpPr>
            <p:nvPr/>
          </p:nvCxnSpPr>
          <p:spPr>
            <a:xfrm>
              <a:off x="2500638" y="4877991"/>
              <a:ext cx="1565416" cy="907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D88C34BE-A964-A2FC-482A-7BDF9E2858AF}"/>
                </a:ext>
              </a:extLst>
            </p:cNvPr>
            <p:cNvSpPr/>
            <p:nvPr/>
          </p:nvSpPr>
          <p:spPr>
            <a:xfrm>
              <a:off x="3063519" y="5169040"/>
              <a:ext cx="439651" cy="510352"/>
            </a:xfrm>
            <a:prstGeom prst="ellipse">
              <a:avLst/>
            </a:prstGeom>
            <a:solidFill>
              <a:schemeClr val="bg1"/>
            </a:solidFill>
            <a:ln w="381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en-US">
                <a:solidFill>
                  <a:prstClr val="white"/>
                </a:solidFill>
              </a:endParaRPr>
            </a:p>
          </p:txBody>
        </p:sp>
        <p:cxnSp>
          <p:nvCxnSpPr>
            <p:cNvPr id="19" name="Straight Arrow Connector 18">
              <a:extLst>
                <a:ext uri="{FF2B5EF4-FFF2-40B4-BE49-F238E27FC236}">
                  <a16:creationId xmlns:a16="http://schemas.microsoft.com/office/drawing/2014/main" id="{666658B9-6D17-635D-C2F2-1BA73EBC2344}"/>
                </a:ext>
              </a:extLst>
            </p:cNvPr>
            <p:cNvCxnSpPr/>
            <p:nvPr/>
          </p:nvCxnSpPr>
          <p:spPr>
            <a:xfrm>
              <a:off x="3283343" y="5279811"/>
              <a:ext cx="0" cy="313413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2762A8F7-1DC2-05BE-54D9-23DC21226EE9}"/>
                </a:ext>
              </a:extLst>
            </p:cNvPr>
            <p:cNvCxnSpPr>
              <a:cxnSpLocks/>
              <a:stCxn id="46" idx="2"/>
              <a:endCxn id="32" idx="2"/>
            </p:cNvCxnSpPr>
            <p:nvPr/>
          </p:nvCxnSpPr>
          <p:spPr>
            <a:xfrm>
              <a:off x="2991735" y="2827233"/>
              <a:ext cx="587871" cy="1838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DEB25BE9-0335-CE11-2768-4456B1F0743D}"/>
                </a:ext>
              </a:extLst>
            </p:cNvPr>
            <p:cNvCxnSpPr>
              <a:cxnSpLocks/>
            </p:cNvCxnSpPr>
            <p:nvPr/>
          </p:nvCxnSpPr>
          <p:spPr>
            <a:xfrm>
              <a:off x="2510330" y="3482322"/>
              <a:ext cx="778275" cy="14687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2634367F-F60A-A251-AFEA-B0D74EBCD91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276506" y="2827233"/>
              <a:ext cx="12812" cy="66148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75DBB987-85BE-4535-DAF5-5825541A0B97}"/>
                </a:ext>
              </a:extLst>
            </p:cNvPr>
            <p:cNvCxnSpPr>
              <a:cxnSpLocks/>
            </p:cNvCxnSpPr>
            <p:nvPr/>
          </p:nvCxnSpPr>
          <p:spPr>
            <a:xfrm>
              <a:off x="2516871" y="2282542"/>
              <a:ext cx="0" cy="27386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E7714948-EE08-2D88-CD4C-01860BF09683}"/>
                </a:ext>
              </a:extLst>
            </p:cNvPr>
            <p:cNvCxnSpPr>
              <a:cxnSpLocks/>
            </p:cNvCxnSpPr>
            <p:nvPr/>
          </p:nvCxnSpPr>
          <p:spPr>
            <a:xfrm>
              <a:off x="4044536" y="2295062"/>
              <a:ext cx="0" cy="27386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579B924-9917-7458-00B3-EBA501BC65B0}"/>
                </a:ext>
              </a:extLst>
            </p:cNvPr>
            <p:cNvCxnSpPr>
              <a:cxnSpLocks/>
            </p:cNvCxnSpPr>
            <p:nvPr/>
          </p:nvCxnSpPr>
          <p:spPr>
            <a:xfrm>
              <a:off x="2504637" y="2296826"/>
              <a:ext cx="1552926" cy="1482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3215CA41-B79B-A197-4D29-D641BD9B8907}"/>
                </a:ext>
              </a:extLst>
            </p:cNvPr>
            <p:cNvCxnSpPr>
              <a:cxnSpLocks/>
            </p:cNvCxnSpPr>
            <p:nvPr/>
          </p:nvCxnSpPr>
          <p:spPr>
            <a:xfrm>
              <a:off x="1637956" y="4188849"/>
              <a:ext cx="548660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3915683C-F69A-78E1-4243-BD4028AA0116}"/>
                </a:ext>
              </a:extLst>
            </p:cNvPr>
            <p:cNvCxnSpPr>
              <a:cxnSpLocks/>
            </p:cNvCxnSpPr>
            <p:nvPr/>
          </p:nvCxnSpPr>
          <p:spPr>
            <a:xfrm>
              <a:off x="4358332" y="4188849"/>
              <a:ext cx="41470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" name="组合 4"/>
          <p:cNvGrpSpPr/>
          <p:nvPr/>
        </p:nvGrpSpPr>
        <p:grpSpPr>
          <a:xfrm>
            <a:off x="0" y="486864"/>
            <a:ext cx="3395006" cy="431295"/>
            <a:chOff x="-22274" y="526055"/>
            <a:chExt cx="3395006" cy="431295"/>
          </a:xfrm>
        </p:grpSpPr>
        <p:grpSp>
          <p:nvGrpSpPr>
            <p:cNvPr id="66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71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72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7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73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67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8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6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7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76" name="文本框 6"/>
          <p:cNvSpPr txBox="1"/>
          <p:nvPr/>
        </p:nvSpPr>
        <p:spPr>
          <a:xfrm>
            <a:off x="934148" y="157495"/>
            <a:ext cx="240156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OTA Design  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sp>
        <p:nvSpPr>
          <p:cNvPr id="77" name="Rectangle 76"/>
          <p:cNvSpPr/>
          <p:nvPr/>
        </p:nvSpPr>
        <p:spPr>
          <a:xfrm>
            <a:off x="171176" y="1875567"/>
            <a:ext cx="241175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332"/>
            <a:r>
              <a:rPr lang="en-US" b="1" u="sng" dirty="0"/>
              <a:t>Topology selection</a:t>
            </a:r>
            <a:r>
              <a:rPr lang="en-US" b="1" dirty="0"/>
              <a:t>: </a:t>
            </a:r>
          </a:p>
        </p:txBody>
      </p:sp>
      <p:sp>
        <p:nvSpPr>
          <p:cNvPr id="78" name="Rectangle 77"/>
          <p:cNvSpPr/>
          <p:nvPr/>
        </p:nvSpPr>
        <p:spPr>
          <a:xfrm>
            <a:off x="107429" y="2527048"/>
            <a:ext cx="5771636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 defTabSz="914332">
              <a:buFont typeface="Wingdings" panose="05000000000000000000" pitchFamily="2" charset="2"/>
              <a:buChar char="§"/>
            </a:pPr>
            <a:r>
              <a:rPr lang="en-US" b="1" dirty="0">
                <a:solidFill>
                  <a:schemeClr val="bg2">
                    <a:lumMod val="10000"/>
                  </a:schemeClr>
                </a:solidFill>
              </a:rPr>
              <a:t>Since that gain isn’t very high (34dB) so we can use single stage OTA </a:t>
            </a:r>
          </a:p>
          <a:p>
            <a:pPr algn="just" defTabSz="914332"/>
            <a:endParaRPr lang="en-US" b="1" dirty="0">
              <a:solidFill>
                <a:schemeClr val="bg2">
                  <a:lumMod val="10000"/>
                </a:schemeClr>
              </a:solidFill>
            </a:endParaRPr>
          </a:p>
          <a:p>
            <a:pPr marL="285750" indent="-285750" algn="just" defTabSz="914332">
              <a:buFont typeface="Wingdings" panose="05000000000000000000" pitchFamily="2" charset="2"/>
              <a:buChar char="§"/>
            </a:pPr>
            <a:r>
              <a:rPr lang="en-US" b="1" dirty="0">
                <a:solidFill>
                  <a:schemeClr val="bg2">
                    <a:lumMod val="10000"/>
                  </a:schemeClr>
                </a:solidFill>
              </a:rPr>
              <a:t>The input range is (0.6v - 1v ) near VDD reals so it’s preferred to use NMOS as input pair </a:t>
            </a:r>
          </a:p>
          <a:p>
            <a:pPr algn="just" defTabSz="914332"/>
            <a:endParaRPr lang="en-US" b="1" dirty="0">
              <a:solidFill>
                <a:schemeClr val="bg2">
                  <a:lumMod val="10000"/>
                </a:schemeClr>
              </a:solidFill>
            </a:endParaRPr>
          </a:p>
          <a:p>
            <a:pPr marL="285750" indent="-285750" algn="just" defTabSz="914332">
              <a:buFont typeface="Wingdings" panose="05000000000000000000" pitchFamily="2" charset="2"/>
              <a:buChar char="§"/>
            </a:pPr>
            <a:r>
              <a:rPr lang="en-US" b="1" dirty="0">
                <a:solidFill>
                  <a:schemeClr val="bg2">
                    <a:lumMod val="10000"/>
                  </a:schemeClr>
                </a:solidFill>
              </a:rPr>
              <a:t>Load would be PMOS – the tail CS is to be NMOS</a:t>
            </a:r>
          </a:p>
        </p:txBody>
      </p:sp>
      <p:grpSp>
        <p:nvGrpSpPr>
          <p:cNvPr id="79" name="组合 3"/>
          <p:cNvGrpSpPr/>
          <p:nvPr/>
        </p:nvGrpSpPr>
        <p:grpSpPr>
          <a:xfrm>
            <a:off x="7110733" y="-3120993"/>
            <a:ext cx="8426450" cy="8008938"/>
            <a:chOff x="6946645" y="-3733801"/>
            <a:chExt cx="8426450" cy="8008938"/>
          </a:xfrm>
        </p:grpSpPr>
        <p:grpSp>
          <p:nvGrpSpPr>
            <p:cNvPr id="80" name="组合 1528"/>
            <p:cNvGrpSpPr/>
            <p:nvPr/>
          </p:nvGrpSpPr>
          <p:grpSpPr>
            <a:xfrm>
              <a:off x="6946645" y="-3733801"/>
              <a:ext cx="8426450" cy="8008938"/>
              <a:chOff x="-13816013" y="-3998913"/>
              <a:chExt cx="8426450" cy="8008938"/>
            </a:xfrm>
          </p:grpSpPr>
          <p:sp>
            <p:nvSpPr>
              <p:cNvPr id="101" name="Freeform 585"/>
              <p:cNvSpPr>
                <a:spLocks noEditPoints="1"/>
              </p:cNvSpPr>
              <p:nvPr/>
            </p:nvSpPr>
            <p:spPr bwMode="auto">
              <a:xfrm flipV="1">
                <a:off x="-12382500" y="80803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4 w 24"/>
                  <a:gd name="T15" fmla="*/ 3 h 24"/>
                  <a:gd name="T16" fmla="*/ 0 w 24"/>
                  <a:gd name="T17" fmla="*/ 12 h 24"/>
                  <a:gd name="T18" fmla="*/ 4 w 24"/>
                  <a:gd name="T19" fmla="*/ 20 h 24"/>
                  <a:gd name="T20" fmla="*/ 12 w 24"/>
                  <a:gd name="T21" fmla="*/ 24 h 24"/>
                  <a:gd name="T22" fmla="*/ 24 w 24"/>
                  <a:gd name="T23" fmla="*/ 12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9" y="18"/>
                      <a:pt x="5" y="15"/>
                      <a:pt x="5" y="12"/>
                    </a:cubicBezTo>
                    <a:cubicBezTo>
                      <a:pt x="5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0" y="8"/>
                      <a:pt x="0" y="12"/>
                    </a:cubicBezTo>
                    <a:cubicBezTo>
                      <a:pt x="0" y="15"/>
                      <a:pt x="2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2" name="Freeform 586"/>
              <p:cNvSpPr>
                <a:spLocks noEditPoints="1"/>
              </p:cNvSpPr>
              <p:nvPr/>
            </p:nvSpPr>
            <p:spPr bwMode="auto">
              <a:xfrm flipV="1">
                <a:off x="-12696825" y="490537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8 w 24"/>
                  <a:gd name="T3" fmla="*/ 12 h 24"/>
                  <a:gd name="T4" fmla="*/ 12 w 24"/>
                  <a:gd name="T5" fmla="*/ 18 h 24"/>
                  <a:gd name="T6" fmla="*/ 12 w 24"/>
                  <a:gd name="T7" fmla="*/ 18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12 w 24"/>
                  <a:gd name="T21" fmla="*/ 0 h 24"/>
                  <a:gd name="T22" fmla="*/ 3 w 24"/>
                  <a:gd name="T23" fmla="*/ 3 h 24"/>
                  <a:gd name="T24" fmla="*/ 0 w 24"/>
                  <a:gd name="T25" fmla="*/ 12 h 24"/>
                  <a:gd name="T26" fmla="*/ 3 w 24"/>
                  <a:gd name="T27" fmla="*/ 20 h 24"/>
                  <a:gd name="T28" fmla="*/ 12 w 24"/>
                  <a:gd name="T29" fmla="*/ 24 h 24"/>
                  <a:gd name="T30" fmla="*/ 24 w 24"/>
                  <a:gd name="T31" fmla="*/ 12 h 24"/>
                  <a:gd name="T32" fmla="*/ 20 w 24"/>
                  <a:gd name="T33" fmla="*/ 3 h 24"/>
                  <a:gd name="T34" fmla="*/ 12 w 24"/>
                  <a:gd name="T3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8" y="8"/>
                      <a:pt x="18" y="12"/>
                    </a:cubicBezTo>
                    <a:cubicBezTo>
                      <a:pt x="18" y="15"/>
                      <a:pt x="15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0"/>
                      <a:pt x="5" y="1"/>
                      <a:pt x="3" y="3"/>
                    </a:cubicBezTo>
                    <a:cubicBezTo>
                      <a:pt x="1" y="5"/>
                      <a:pt x="0" y="8"/>
                      <a:pt x="0" y="12"/>
                    </a:cubicBezTo>
                    <a:cubicBezTo>
                      <a:pt x="0" y="15"/>
                      <a:pt x="1" y="18"/>
                      <a:pt x="3" y="20"/>
                    </a:cubicBezTo>
                    <a:cubicBezTo>
                      <a:pt x="5" y="22"/>
                      <a:pt x="8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8"/>
                      <a:pt x="22" y="5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3" name="Freeform 587"/>
              <p:cNvSpPr>
                <a:spLocks noEditPoints="1"/>
              </p:cNvSpPr>
              <p:nvPr/>
            </p:nvSpPr>
            <p:spPr bwMode="auto">
              <a:xfrm flipV="1">
                <a:off x="-12873038" y="287337"/>
                <a:ext cx="104775" cy="101600"/>
              </a:xfrm>
              <a:custGeom>
                <a:avLst/>
                <a:gdLst>
                  <a:gd name="T0" fmla="*/ 14 w 28"/>
                  <a:gd name="T1" fmla="*/ 7 h 27"/>
                  <a:gd name="T2" fmla="*/ 14 w 28"/>
                  <a:gd name="T3" fmla="*/ 7 h 27"/>
                  <a:gd name="T4" fmla="*/ 14 w 28"/>
                  <a:gd name="T5" fmla="*/ 7 h 27"/>
                  <a:gd name="T6" fmla="*/ 21 w 28"/>
                  <a:gd name="T7" fmla="*/ 13 h 27"/>
                  <a:gd name="T8" fmla="*/ 14 w 28"/>
                  <a:gd name="T9" fmla="*/ 20 h 27"/>
                  <a:gd name="T10" fmla="*/ 7 w 28"/>
                  <a:gd name="T11" fmla="*/ 13 h 27"/>
                  <a:gd name="T12" fmla="*/ 14 w 28"/>
                  <a:gd name="T13" fmla="*/ 7 h 27"/>
                  <a:gd name="T14" fmla="*/ 14 w 28"/>
                  <a:gd name="T15" fmla="*/ 0 h 27"/>
                  <a:gd name="T16" fmla="*/ 14 w 28"/>
                  <a:gd name="T17" fmla="*/ 0 h 27"/>
                  <a:gd name="T18" fmla="*/ 14 w 28"/>
                  <a:gd name="T19" fmla="*/ 0 h 27"/>
                  <a:gd name="T20" fmla="*/ 0 w 28"/>
                  <a:gd name="T21" fmla="*/ 13 h 27"/>
                  <a:gd name="T22" fmla="*/ 14 w 28"/>
                  <a:gd name="T23" fmla="*/ 27 h 27"/>
                  <a:gd name="T24" fmla="*/ 24 w 28"/>
                  <a:gd name="T25" fmla="*/ 23 h 27"/>
                  <a:gd name="T26" fmla="*/ 28 w 28"/>
                  <a:gd name="T27" fmla="*/ 13 h 27"/>
                  <a:gd name="T28" fmla="*/ 24 w 28"/>
                  <a:gd name="T29" fmla="*/ 4 h 27"/>
                  <a:gd name="T30" fmla="*/ 14 w 28"/>
                  <a:gd name="T3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27">
                    <a:moveTo>
                      <a:pt x="14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8" y="7"/>
                      <a:pt x="21" y="10"/>
                      <a:pt x="21" y="13"/>
                    </a:cubicBezTo>
                    <a:cubicBezTo>
                      <a:pt x="21" y="17"/>
                      <a:pt x="18" y="20"/>
                      <a:pt x="14" y="20"/>
                    </a:cubicBezTo>
                    <a:cubicBezTo>
                      <a:pt x="10" y="20"/>
                      <a:pt x="7" y="17"/>
                      <a:pt x="7" y="13"/>
                    </a:cubicBezTo>
                    <a:cubicBezTo>
                      <a:pt x="7" y="10"/>
                      <a:pt x="10" y="7"/>
                      <a:pt x="14" y="7"/>
                    </a:cubicBezTo>
                    <a:close/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7" y="0"/>
                      <a:pt x="0" y="6"/>
                      <a:pt x="0" y="13"/>
                    </a:cubicBezTo>
                    <a:cubicBezTo>
                      <a:pt x="0" y="21"/>
                      <a:pt x="7" y="27"/>
                      <a:pt x="14" y="27"/>
                    </a:cubicBezTo>
                    <a:cubicBezTo>
                      <a:pt x="18" y="27"/>
                      <a:pt x="21" y="26"/>
                      <a:pt x="24" y="23"/>
                    </a:cubicBezTo>
                    <a:cubicBezTo>
                      <a:pt x="27" y="21"/>
                      <a:pt x="28" y="17"/>
                      <a:pt x="28" y="13"/>
                    </a:cubicBezTo>
                    <a:cubicBezTo>
                      <a:pt x="28" y="10"/>
                      <a:pt x="27" y="6"/>
                      <a:pt x="24" y="4"/>
                    </a:cubicBezTo>
                    <a:cubicBezTo>
                      <a:pt x="21" y="1"/>
                      <a:pt x="18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4" name="Freeform 588"/>
              <p:cNvSpPr>
                <a:spLocks noEditPoints="1"/>
              </p:cNvSpPr>
              <p:nvPr/>
            </p:nvSpPr>
            <p:spPr bwMode="auto">
              <a:xfrm flipV="1">
                <a:off x="-12873038" y="-61913"/>
                <a:ext cx="93662" cy="90488"/>
              </a:xfrm>
              <a:custGeom>
                <a:avLst/>
                <a:gdLst>
                  <a:gd name="T0" fmla="*/ 13 w 25"/>
                  <a:gd name="T1" fmla="*/ 5 h 24"/>
                  <a:gd name="T2" fmla="*/ 19 w 25"/>
                  <a:gd name="T3" fmla="*/ 12 h 24"/>
                  <a:gd name="T4" fmla="*/ 13 w 25"/>
                  <a:gd name="T5" fmla="*/ 19 h 24"/>
                  <a:gd name="T6" fmla="*/ 6 w 25"/>
                  <a:gd name="T7" fmla="*/ 12 h 24"/>
                  <a:gd name="T8" fmla="*/ 13 w 25"/>
                  <a:gd name="T9" fmla="*/ 5 h 24"/>
                  <a:gd name="T10" fmla="*/ 13 w 25"/>
                  <a:gd name="T11" fmla="*/ 5 h 24"/>
                  <a:gd name="T12" fmla="*/ 13 w 25"/>
                  <a:gd name="T13" fmla="*/ 0 h 24"/>
                  <a:gd name="T14" fmla="*/ 13 w 25"/>
                  <a:gd name="T15" fmla="*/ 0 h 24"/>
                  <a:gd name="T16" fmla="*/ 0 w 25"/>
                  <a:gd name="T17" fmla="*/ 12 h 24"/>
                  <a:gd name="T18" fmla="*/ 13 w 25"/>
                  <a:gd name="T19" fmla="*/ 24 h 24"/>
                  <a:gd name="T20" fmla="*/ 25 w 25"/>
                  <a:gd name="T21" fmla="*/ 12 h 24"/>
                  <a:gd name="T22" fmla="*/ 21 w 25"/>
                  <a:gd name="T23" fmla="*/ 4 h 24"/>
                  <a:gd name="T24" fmla="*/ 13 w 25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6" y="5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3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9"/>
                      <a:pt x="9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3" y="24"/>
                    </a:cubicBezTo>
                    <a:cubicBezTo>
                      <a:pt x="19" y="24"/>
                      <a:pt x="25" y="19"/>
                      <a:pt x="25" y="12"/>
                    </a:cubicBezTo>
                    <a:cubicBezTo>
                      <a:pt x="25" y="9"/>
                      <a:pt x="23" y="6"/>
                      <a:pt x="21" y="4"/>
                    </a:cubicBezTo>
                    <a:cubicBezTo>
                      <a:pt x="19" y="2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5" name="Freeform 589"/>
              <p:cNvSpPr>
                <a:spLocks noEditPoints="1"/>
              </p:cNvSpPr>
              <p:nvPr/>
            </p:nvSpPr>
            <p:spPr bwMode="auto">
              <a:xfrm flipV="1">
                <a:off x="-13101638" y="-1184276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6" name="Freeform 590"/>
              <p:cNvSpPr>
                <a:spLocks noEditPoints="1"/>
              </p:cNvSpPr>
              <p:nvPr/>
            </p:nvSpPr>
            <p:spPr bwMode="auto">
              <a:xfrm flipV="1">
                <a:off x="-12685713" y="122237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2 w 24"/>
                  <a:gd name="T3" fmla="*/ 6 h 24"/>
                  <a:gd name="T4" fmla="*/ 12 w 24"/>
                  <a:gd name="T5" fmla="*/ 6 h 24"/>
                  <a:gd name="T6" fmla="*/ 19 w 24"/>
                  <a:gd name="T7" fmla="*/ 12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6 h 24"/>
                  <a:gd name="T14" fmla="*/ 12 w 24"/>
                  <a:gd name="T15" fmla="*/ 0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0 w 24"/>
                  <a:gd name="T25" fmla="*/ 21 h 24"/>
                  <a:gd name="T26" fmla="*/ 24 w 24"/>
                  <a:gd name="T27" fmla="*/ 12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5" y="6"/>
                      <a:pt x="19" y="9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2" y="19"/>
                      <a:pt x="24" y="16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7" name="Freeform 591"/>
              <p:cNvSpPr>
                <a:spLocks noEditPoints="1"/>
              </p:cNvSpPr>
              <p:nvPr/>
            </p:nvSpPr>
            <p:spPr bwMode="auto">
              <a:xfrm flipV="1">
                <a:off x="-11533188" y="-1539875"/>
                <a:ext cx="88900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3 w 24"/>
                  <a:gd name="T13" fmla="*/ 4 h 24"/>
                  <a:gd name="T14" fmla="*/ 0 w 24"/>
                  <a:gd name="T15" fmla="*/ 12 h 24"/>
                  <a:gd name="T16" fmla="*/ 3 w 24"/>
                  <a:gd name="T17" fmla="*/ 21 h 24"/>
                  <a:gd name="T18" fmla="*/ 12 w 24"/>
                  <a:gd name="T19" fmla="*/ 24 h 24"/>
                  <a:gd name="T20" fmla="*/ 20 w 24"/>
                  <a:gd name="T21" fmla="*/ 21 h 24"/>
                  <a:gd name="T22" fmla="*/ 24 w 24"/>
                  <a:gd name="T23" fmla="*/ 12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2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3" y="19"/>
                      <a:pt x="24" y="16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8" name="Freeform 592"/>
              <p:cNvSpPr>
                <a:spLocks noEditPoints="1"/>
              </p:cNvSpPr>
              <p:nvPr/>
            </p:nvSpPr>
            <p:spPr bwMode="auto">
              <a:xfrm flipV="1">
                <a:off x="-12520613" y="-58738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9" name="Freeform 593"/>
              <p:cNvSpPr>
                <a:spLocks noEditPoints="1"/>
              </p:cNvSpPr>
              <p:nvPr/>
            </p:nvSpPr>
            <p:spPr bwMode="auto">
              <a:xfrm flipV="1">
                <a:off x="-12520613" y="-422276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0" name="Freeform 594"/>
              <p:cNvSpPr>
                <a:spLocks noEditPoints="1"/>
              </p:cNvSpPr>
              <p:nvPr/>
            </p:nvSpPr>
            <p:spPr bwMode="auto">
              <a:xfrm flipV="1">
                <a:off x="-12399963" y="-1660526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1" name="Freeform 595"/>
              <p:cNvSpPr>
                <a:spLocks noEditPoints="1"/>
              </p:cNvSpPr>
              <p:nvPr/>
            </p:nvSpPr>
            <p:spPr bwMode="auto">
              <a:xfrm flipV="1">
                <a:off x="-12239625" y="-1822451"/>
                <a:ext cx="93662" cy="90488"/>
              </a:xfrm>
              <a:custGeom>
                <a:avLst/>
                <a:gdLst>
                  <a:gd name="T0" fmla="*/ 13 w 25"/>
                  <a:gd name="T1" fmla="*/ 5 h 24"/>
                  <a:gd name="T2" fmla="*/ 19 w 25"/>
                  <a:gd name="T3" fmla="*/ 12 h 24"/>
                  <a:gd name="T4" fmla="*/ 13 w 25"/>
                  <a:gd name="T5" fmla="*/ 19 h 24"/>
                  <a:gd name="T6" fmla="*/ 13 w 25"/>
                  <a:gd name="T7" fmla="*/ 19 h 24"/>
                  <a:gd name="T8" fmla="*/ 6 w 25"/>
                  <a:gd name="T9" fmla="*/ 12 h 24"/>
                  <a:gd name="T10" fmla="*/ 13 w 25"/>
                  <a:gd name="T11" fmla="*/ 5 h 24"/>
                  <a:gd name="T12" fmla="*/ 13 w 25"/>
                  <a:gd name="T13" fmla="*/ 0 h 24"/>
                  <a:gd name="T14" fmla="*/ 0 w 25"/>
                  <a:gd name="T15" fmla="*/ 12 h 24"/>
                  <a:gd name="T16" fmla="*/ 13 w 25"/>
                  <a:gd name="T17" fmla="*/ 24 h 24"/>
                  <a:gd name="T18" fmla="*/ 21 w 25"/>
                  <a:gd name="T19" fmla="*/ 21 h 24"/>
                  <a:gd name="T20" fmla="*/ 25 w 25"/>
                  <a:gd name="T21" fmla="*/ 12 h 24"/>
                  <a:gd name="T22" fmla="*/ 21 w 25"/>
                  <a:gd name="T23" fmla="*/ 4 h 24"/>
                  <a:gd name="T24" fmla="*/ 13 w 25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1" y="19"/>
                      <a:pt x="6" y="24"/>
                      <a:pt x="13" y="24"/>
                    </a:cubicBezTo>
                    <a:cubicBezTo>
                      <a:pt x="16" y="24"/>
                      <a:pt x="19" y="23"/>
                      <a:pt x="21" y="21"/>
                    </a:cubicBezTo>
                    <a:cubicBezTo>
                      <a:pt x="23" y="18"/>
                      <a:pt x="25" y="15"/>
                      <a:pt x="25" y="12"/>
                    </a:cubicBezTo>
                    <a:cubicBezTo>
                      <a:pt x="25" y="9"/>
                      <a:pt x="23" y="6"/>
                      <a:pt x="21" y="4"/>
                    </a:cubicBezTo>
                    <a:cubicBezTo>
                      <a:pt x="19" y="1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2" name="Freeform 596"/>
              <p:cNvSpPr>
                <a:spLocks noEditPoints="1"/>
              </p:cNvSpPr>
              <p:nvPr/>
            </p:nvSpPr>
            <p:spPr bwMode="auto">
              <a:xfrm flipV="1">
                <a:off x="-12873038" y="-422276"/>
                <a:ext cx="93662" cy="90488"/>
              </a:xfrm>
              <a:custGeom>
                <a:avLst/>
                <a:gdLst>
                  <a:gd name="T0" fmla="*/ 13 w 25"/>
                  <a:gd name="T1" fmla="*/ 5 h 24"/>
                  <a:gd name="T2" fmla="*/ 19 w 25"/>
                  <a:gd name="T3" fmla="*/ 12 h 24"/>
                  <a:gd name="T4" fmla="*/ 13 w 25"/>
                  <a:gd name="T5" fmla="*/ 19 h 24"/>
                  <a:gd name="T6" fmla="*/ 6 w 25"/>
                  <a:gd name="T7" fmla="*/ 12 h 24"/>
                  <a:gd name="T8" fmla="*/ 13 w 25"/>
                  <a:gd name="T9" fmla="*/ 5 h 24"/>
                  <a:gd name="T10" fmla="*/ 13 w 25"/>
                  <a:gd name="T11" fmla="*/ 0 h 24"/>
                  <a:gd name="T12" fmla="*/ 4 w 25"/>
                  <a:gd name="T13" fmla="*/ 4 h 24"/>
                  <a:gd name="T14" fmla="*/ 0 w 25"/>
                  <a:gd name="T15" fmla="*/ 12 h 24"/>
                  <a:gd name="T16" fmla="*/ 12 w 25"/>
                  <a:gd name="T17" fmla="*/ 24 h 24"/>
                  <a:gd name="T18" fmla="*/ 25 w 25"/>
                  <a:gd name="T19" fmla="*/ 12 h 24"/>
                  <a:gd name="T20" fmla="*/ 13 w 25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3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9" y="0"/>
                      <a:pt x="6" y="1"/>
                      <a:pt x="4" y="4"/>
                    </a:cubicBezTo>
                    <a:cubicBezTo>
                      <a:pt x="2" y="6"/>
                      <a:pt x="0" y="9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5" y="19"/>
                      <a:pt x="25" y="12"/>
                    </a:cubicBezTo>
                    <a:cubicBezTo>
                      <a:pt x="25" y="6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3" name="Freeform 597"/>
              <p:cNvSpPr>
                <a:spLocks noEditPoints="1"/>
              </p:cNvSpPr>
              <p:nvPr/>
            </p:nvSpPr>
            <p:spPr bwMode="auto">
              <a:xfrm flipV="1">
                <a:off x="-12839700" y="-1503363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4" name="Freeform 598"/>
              <p:cNvSpPr>
                <a:spLocks noEditPoints="1"/>
              </p:cNvSpPr>
              <p:nvPr/>
            </p:nvSpPr>
            <p:spPr bwMode="auto">
              <a:xfrm flipV="1">
                <a:off x="-13038138" y="-238126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8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8" y="8"/>
                      <a:pt x="18" y="12"/>
                    </a:cubicBezTo>
                    <a:cubicBezTo>
                      <a:pt x="18" y="15"/>
                      <a:pt x="15" y="19"/>
                      <a:pt x="12" y="19"/>
                    </a:cubicBezTo>
                    <a:cubicBezTo>
                      <a:pt x="8" y="19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5" name="Oval 599"/>
              <p:cNvSpPr>
                <a:spLocks noChangeArrowheads="1"/>
              </p:cNvSpPr>
              <p:nvPr/>
            </p:nvSpPr>
            <p:spPr bwMode="auto">
              <a:xfrm flipV="1">
                <a:off x="-13079413" y="-73025"/>
                <a:ext cx="104775" cy="10795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6" name="Freeform 600"/>
              <p:cNvSpPr>
                <a:spLocks/>
              </p:cNvSpPr>
              <p:nvPr/>
            </p:nvSpPr>
            <p:spPr bwMode="auto">
              <a:xfrm flipV="1">
                <a:off x="-13455650" y="-2801938"/>
                <a:ext cx="431800" cy="2593975"/>
              </a:xfrm>
              <a:custGeom>
                <a:avLst/>
                <a:gdLst>
                  <a:gd name="T0" fmla="*/ 3 w 115"/>
                  <a:gd name="T1" fmla="*/ 691 h 691"/>
                  <a:gd name="T2" fmla="*/ 0 w 115"/>
                  <a:gd name="T3" fmla="*/ 691 h 691"/>
                  <a:gd name="T4" fmla="*/ 0 w 115"/>
                  <a:gd name="T5" fmla="*/ 73 h 691"/>
                  <a:gd name="T6" fmla="*/ 1 w 115"/>
                  <a:gd name="T7" fmla="*/ 72 h 691"/>
                  <a:gd name="T8" fmla="*/ 55 w 115"/>
                  <a:gd name="T9" fmla="*/ 17 h 691"/>
                  <a:gd name="T10" fmla="*/ 57 w 115"/>
                  <a:gd name="T11" fmla="*/ 17 h 691"/>
                  <a:gd name="T12" fmla="*/ 96 w 115"/>
                  <a:gd name="T13" fmla="*/ 17 h 691"/>
                  <a:gd name="T14" fmla="*/ 113 w 115"/>
                  <a:gd name="T15" fmla="*/ 0 h 691"/>
                  <a:gd name="T16" fmla="*/ 115 w 115"/>
                  <a:gd name="T17" fmla="*/ 2 h 691"/>
                  <a:gd name="T18" fmla="*/ 97 w 115"/>
                  <a:gd name="T19" fmla="*/ 20 h 691"/>
                  <a:gd name="T20" fmla="*/ 96 w 115"/>
                  <a:gd name="T21" fmla="*/ 20 h 691"/>
                  <a:gd name="T22" fmla="*/ 57 w 115"/>
                  <a:gd name="T23" fmla="*/ 20 h 691"/>
                  <a:gd name="T24" fmla="*/ 3 w 115"/>
                  <a:gd name="T25" fmla="*/ 74 h 691"/>
                  <a:gd name="T26" fmla="*/ 3 w 115"/>
                  <a:gd name="T27" fmla="*/ 691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5" h="691">
                    <a:moveTo>
                      <a:pt x="3" y="691"/>
                    </a:moveTo>
                    <a:cubicBezTo>
                      <a:pt x="0" y="691"/>
                      <a:pt x="0" y="691"/>
                      <a:pt x="0" y="691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2"/>
                      <a:pt x="1" y="72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56" y="17"/>
                      <a:pt x="56" y="17"/>
                      <a:pt x="57" y="17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97" y="20"/>
                      <a:pt x="97" y="20"/>
                      <a:pt x="97" y="20"/>
                    </a:cubicBezTo>
                    <a:cubicBezTo>
                      <a:pt x="97" y="20"/>
                      <a:pt x="97" y="20"/>
                      <a:pt x="96" y="20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3" y="74"/>
                      <a:pt x="3" y="74"/>
                      <a:pt x="3" y="74"/>
                    </a:cubicBezTo>
                    <a:lnTo>
                      <a:pt x="3" y="69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7" name="Freeform 601"/>
              <p:cNvSpPr>
                <a:spLocks/>
              </p:cNvSpPr>
              <p:nvPr/>
            </p:nvSpPr>
            <p:spPr bwMode="auto">
              <a:xfrm flipV="1">
                <a:off x="-13192125" y="-1112838"/>
                <a:ext cx="371475" cy="1054100"/>
              </a:xfrm>
              <a:custGeom>
                <a:avLst/>
                <a:gdLst>
                  <a:gd name="T0" fmla="*/ 38 w 99"/>
                  <a:gd name="T1" fmla="*/ 281 h 281"/>
                  <a:gd name="T2" fmla="*/ 34 w 99"/>
                  <a:gd name="T3" fmla="*/ 281 h 281"/>
                  <a:gd name="T4" fmla="*/ 34 w 99"/>
                  <a:gd name="T5" fmla="*/ 190 h 281"/>
                  <a:gd name="T6" fmla="*/ 1 w 99"/>
                  <a:gd name="T7" fmla="*/ 156 h 281"/>
                  <a:gd name="T8" fmla="*/ 0 w 99"/>
                  <a:gd name="T9" fmla="*/ 155 h 281"/>
                  <a:gd name="T10" fmla="*/ 0 w 99"/>
                  <a:gd name="T11" fmla="*/ 127 h 281"/>
                  <a:gd name="T12" fmla="*/ 1 w 99"/>
                  <a:gd name="T13" fmla="*/ 126 h 281"/>
                  <a:gd name="T14" fmla="*/ 96 w 99"/>
                  <a:gd name="T15" fmla="*/ 34 h 281"/>
                  <a:gd name="T16" fmla="*/ 96 w 99"/>
                  <a:gd name="T17" fmla="*/ 0 h 281"/>
                  <a:gd name="T18" fmla="*/ 99 w 99"/>
                  <a:gd name="T19" fmla="*/ 0 h 281"/>
                  <a:gd name="T20" fmla="*/ 99 w 99"/>
                  <a:gd name="T21" fmla="*/ 35 h 281"/>
                  <a:gd name="T22" fmla="*/ 99 w 99"/>
                  <a:gd name="T23" fmla="*/ 36 h 281"/>
                  <a:gd name="T24" fmla="*/ 4 w 99"/>
                  <a:gd name="T25" fmla="*/ 128 h 281"/>
                  <a:gd name="T26" fmla="*/ 4 w 99"/>
                  <a:gd name="T27" fmla="*/ 155 h 281"/>
                  <a:gd name="T28" fmla="*/ 37 w 99"/>
                  <a:gd name="T29" fmla="*/ 188 h 281"/>
                  <a:gd name="T30" fmla="*/ 38 w 99"/>
                  <a:gd name="T31" fmla="*/ 189 h 281"/>
                  <a:gd name="T32" fmla="*/ 38 w 99"/>
                  <a:gd name="T33" fmla="*/ 281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281">
                    <a:moveTo>
                      <a:pt x="38" y="281"/>
                    </a:moveTo>
                    <a:cubicBezTo>
                      <a:pt x="34" y="281"/>
                      <a:pt x="34" y="281"/>
                      <a:pt x="34" y="281"/>
                    </a:cubicBezTo>
                    <a:cubicBezTo>
                      <a:pt x="34" y="190"/>
                      <a:pt x="34" y="190"/>
                      <a:pt x="34" y="190"/>
                    </a:cubicBezTo>
                    <a:cubicBezTo>
                      <a:pt x="1" y="156"/>
                      <a:pt x="1" y="156"/>
                      <a:pt x="1" y="156"/>
                    </a:cubicBezTo>
                    <a:cubicBezTo>
                      <a:pt x="0" y="156"/>
                      <a:pt x="0" y="156"/>
                      <a:pt x="0" y="155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0" y="127"/>
                      <a:pt x="0" y="126"/>
                      <a:pt x="1" y="126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6"/>
                      <a:pt x="99" y="36"/>
                      <a:pt x="99" y="36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4" y="155"/>
                      <a:pt x="4" y="155"/>
                      <a:pt x="4" y="155"/>
                    </a:cubicBezTo>
                    <a:cubicBezTo>
                      <a:pt x="37" y="188"/>
                      <a:pt x="37" y="188"/>
                      <a:pt x="37" y="188"/>
                    </a:cubicBezTo>
                    <a:cubicBezTo>
                      <a:pt x="37" y="188"/>
                      <a:pt x="38" y="189"/>
                      <a:pt x="38" y="189"/>
                    </a:cubicBezTo>
                    <a:lnTo>
                      <a:pt x="38" y="2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8" name="Freeform 602"/>
              <p:cNvSpPr>
                <a:spLocks/>
              </p:cNvSpPr>
              <p:nvPr/>
            </p:nvSpPr>
            <p:spPr bwMode="auto">
              <a:xfrm flipV="1">
                <a:off x="-12914313" y="-1428751"/>
                <a:ext cx="123825" cy="1020763"/>
              </a:xfrm>
              <a:custGeom>
                <a:avLst/>
                <a:gdLst>
                  <a:gd name="T0" fmla="*/ 33 w 33"/>
                  <a:gd name="T1" fmla="*/ 272 h 272"/>
                  <a:gd name="T2" fmla="*/ 30 w 33"/>
                  <a:gd name="T3" fmla="*/ 272 h 272"/>
                  <a:gd name="T4" fmla="*/ 30 w 33"/>
                  <a:gd name="T5" fmla="*/ 179 h 272"/>
                  <a:gd name="T6" fmla="*/ 0 w 33"/>
                  <a:gd name="T7" fmla="*/ 150 h 272"/>
                  <a:gd name="T8" fmla="*/ 0 w 33"/>
                  <a:gd name="T9" fmla="*/ 149 h 272"/>
                  <a:gd name="T10" fmla="*/ 0 w 33"/>
                  <a:gd name="T11" fmla="*/ 16 h 272"/>
                  <a:gd name="T12" fmla="*/ 0 w 33"/>
                  <a:gd name="T13" fmla="*/ 14 h 272"/>
                  <a:gd name="T14" fmla="*/ 15 w 33"/>
                  <a:gd name="T15" fmla="*/ 0 h 272"/>
                  <a:gd name="T16" fmla="*/ 17 w 33"/>
                  <a:gd name="T17" fmla="*/ 2 h 272"/>
                  <a:gd name="T18" fmla="*/ 3 w 33"/>
                  <a:gd name="T19" fmla="*/ 16 h 272"/>
                  <a:gd name="T20" fmla="*/ 3 w 33"/>
                  <a:gd name="T21" fmla="*/ 148 h 272"/>
                  <a:gd name="T22" fmla="*/ 33 w 33"/>
                  <a:gd name="T23" fmla="*/ 177 h 272"/>
                  <a:gd name="T24" fmla="*/ 33 w 33"/>
                  <a:gd name="T25" fmla="*/ 179 h 272"/>
                  <a:gd name="T26" fmla="*/ 33 w 33"/>
                  <a:gd name="T27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272">
                    <a:moveTo>
                      <a:pt x="33" y="272"/>
                    </a:moveTo>
                    <a:cubicBezTo>
                      <a:pt x="30" y="272"/>
                      <a:pt x="30" y="272"/>
                      <a:pt x="30" y="272"/>
                    </a:cubicBezTo>
                    <a:cubicBezTo>
                      <a:pt x="30" y="179"/>
                      <a:pt x="30" y="179"/>
                      <a:pt x="30" y="179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8"/>
                      <a:pt x="3" y="148"/>
                      <a:pt x="3" y="148"/>
                    </a:cubicBezTo>
                    <a:cubicBezTo>
                      <a:pt x="33" y="177"/>
                      <a:pt x="33" y="177"/>
                      <a:pt x="33" y="177"/>
                    </a:cubicBezTo>
                    <a:cubicBezTo>
                      <a:pt x="33" y="178"/>
                      <a:pt x="33" y="178"/>
                      <a:pt x="33" y="179"/>
                    </a:cubicBezTo>
                    <a:lnTo>
                      <a:pt x="33" y="2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9" name="Freeform 603"/>
              <p:cNvSpPr>
                <a:spLocks/>
              </p:cNvSpPr>
              <p:nvPr/>
            </p:nvSpPr>
            <p:spPr bwMode="auto">
              <a:xfrm flipV="1">
                <a:off x="-12836525" y="-1600201"/>
                <a:ext cx="466725" cy="1230313"/>
              </a:xfrm>
              <a:custGeom>
                <a:avLst/>
                <a:gdLst>
                  <a:gd name="T0" fmla="*/ 120 w 124"/>
                  <a:gd name="T1" fmla="*/ 328 h 328"/>
                  <a:gd name="T2" fmla="*/ 35 w 124"/>
                  <a:gd name="T3" fmla="*/ 243 h 328"/>
                  <a:gd name="T4" fmla="*/ 34 w 124"/>
                  <a:gd name="T5" fmla="*/ 241 h 328"/>
                  <a:gd name="T6" fmla="*/ 34 w 124"/>
                  <a:gd name="T7" fmla="*/ 177 h 328"/>
                  <a:gd name="T8" fmla="*/ 1 w 124"/>
                  <a:gd name="T9" fmla="*/ 144 h 328"/>
                  <a:gd name="T10" fmla="*/ 0 w 124"/>
                  <a:gd name="T11" fmla="*/ 142 h 328"/>
                  <a:gd name="T12" fmla="*/ 0 w 124"/>
                  <a:gd name="T13" fmla="*/ 42 h 328"/>
                  <a:gd name="T14" fmla="*/ 1 w 124"/>
                  <a:gd name="T15" fmla="*/ 41 h 328"/>
                  <a:gd name="T16" fmla="*/ 41 w 124"/>
                  <a:gd name="T17" fmla="*/ 0 h 328"/>
                  <a:gd name="T18" fmla="*/ 43 w 124"/>
                  <a:gd name="T19" fmla="*/ 0 h 328"/>
                  <a:gd name="T20" fmla="*/ 85 w 124"/>
                  <a:gd name="T21" fmla="*/ 0 h 328"/>
                  <a:gd name="T22" fmla="*/ 85 w 124"/>
                  <a:gd name="T23" fmla="*/ 5 h 328"/>
                  <a:gd name="T24" fmla="*/ 44 w 124"/>
                  <a:gd name="T25" fmla="*/ 5 h 328"/>
                  <a:gd name="T26" fmla="*/ 5 w 124"/>
                  <a:gd name="T27" fmla="*/ 44 h 328"/>
                  <a:gd name="T28" fmla="*/ 5 w 124"/>
                  <a:gd name="T29" fmla="*/ 141 h 328"/>
                  <a:gd name="T30" fmla="*/ 39 w 124"/>
                  <a:gd name="T31" fmla="*/ 174 h 328"/>
                  <a:gd name="T32" fmla="*/ 39 w 124"/>
                  <a:gd name="T33" fmla="*/ 176 h 328"/>
                  <a:gd name="T34" fmla="*/ 39 w 124"/>
                  <a:gd name="T35" fmla="*/ 240 h 328"/>
                  <a:gd name="T36" fmla="*/ 124 w 124"/>
                  <a:gd name="T37" fmla="*/ 324 h 328"/>
                  <a:gd name="T38" fmla="*/ 120 w 124"/>
                  <a:gd name="T39" fmla="*/ 328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4" h="328">
                    <a:moveTo>
                      <a:pt x="120" y="328"/>
                    </a:moveTo>
                    <a:cubicBezTo>
                      <a:pt x="35" y="243"/>
                      <a:pt x="35" y="243"/>
                      <a:pt x="35" y="243"/>
                    </a:cubicBezTo>
                    <a:cubicBezTo>
                      <a:pt x="34" y="242"/>
                      <a:pt x="34" y="242"/>
                      <a:pt x="34" y="241"/>
                    </a:cubicBezTo>
                    <a:cubicBezTo>
                      <a:pt x="34" y="177"/>
                      <a:pt x="34" y="177"/>
                      <a:pt x="34" y="177"/>
                    </a:cubicBezTo>
                    <a:cubicBezTo>
                      <a:pt x="1" y="144"/>
                      <a:pt x="1" y="144"/>
                      <a:pt x="1" y="144"/>
                    </a:cubicBezTo>
                    <a:cubicBezTo>
                      <a:pt x="1" y="143"/>
                      <a:pt x="0" y="143"/>
                      <a:pt x="0" y="1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1" y="41"/>
                      <a:pt x="1" y="41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2" y="0"/>
                      <a:pt x="42" y="0"/>
                      <a:pt x="43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5"/>
                      <a:pt x="85" y="5"/>
                      <a:pt x="85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141"/>
                      <a:pt x="5" y="141"/>
                      <a:pt x="5" y="141"/>
                    </a:cubicBezTo>
                    <a:cubicBezTo>
                      <a:pt x="39" y="174"/>
                      <a:pt x="39" y="174"/>
                      <a:pt x="39" y="174"/>
                    </a:cubicBezTo>
                    <a:cubicBezTo>
                      <a:pt x="39" y="175"/>
                      <a:pt x="39" y="175"/>
                      <a:pt x="39" y="176"/>
                    </a:cubicBezTo>
                    <a:cubicBezTo>
                      <a:pt x="39" y="240"/>
                      <a:pt x="39" y="240"/>
                      <a:pt x="39" y="240"/>
                    </a:cubicBezTo>
                    <a:cubicBezTo>
                      <a:pt x="124" y="324"/>
                      <a:pt x="124" y="324"/>
                      <a:pt x="124" y="324"/>
                    </a:cubicBezTo>
                    <a:lnTo>
                      <a:pt x="120" y="32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0" name="Freeform 604"/>
              <p:cNvSpPr>
                <a:spLocks/>
              </p:cNvSpPr>
              <p:nvPr/>
            </p:nvSpPr>
            <p:spPr bwMode="auto">
              <a:xfrm flipV="1">
                <a:off x="-12749213" y="-1758950"/>
                <a:ext cx="633412" cy="1704975"/>
              </a:xfrm>
              <a:custGeom>
                <a:avLst/>
                <a:gdLst>
                  <a:gd name="T0" fmla="*/ 157 w 169"/>
                  <a:gd name="T1" fmla="*/ 454 h 454"/>
                  <a:gd name="T2" fmla="*/ 153 w 169"/>
                  <a:gd name="T3" fmla="*/ 451 h 454"/>
                  <a:gd name="T4" fmla="*/ 164 w 169"/>
                  <a:gd name="T5" fmla="*/ 440 h 454"/>
                  <a:gd name="T6" fmla="*/ 164 w 169"/>
                  <a:gd name="T7" fmla="*/ 423 h 454"/>
                  <a:gd name="T8" fmla="*/ 39 w 169"/>
                  <a:gd name="T9" fmla="*/ 297 h 454"/>
                  <a:gd name="T10" fmla="*/ 38 w 169"/>
                  <a:gd name="T11" fmla="*/ 296 h 454"/>
                  <a:gd name="T12" fmla="*/ 38 w 169"/>
                  <a:gd name="T13" fmla="*/ 253 h 454"/>
                  <a:gd name="T14" fmla="*/ 1 w 169"/>
                  <a:gd name="T15" fmla="*/ 216 h 454"/>
                  <a:gd name="T16" fmla="*/ 0 w 169"/>
                  <a:gd name="T17" fmla="*/ 214 h 454"/>
                  <a:gd name="T18" fmla="*/ 0 w 169"/>
                  <a:gd name="T19" fmla="*/ 149 h 454"/>
                  <a:gd name="T20" fmla="*/ 1 w 169"/>
                  <a:gd name="T21" fmla="*/ 147 h 454"/>
                  <a:gd name="T22" fmla="*/ 27 w 169"/>
                  <a:gd name="T23" fmla="*/ 121 h 454"/>
                  <a:gd name="T24" fmla="*/ 29 w 169"/>
                  <a:gd name="T25" fmla="*/ 120 h 454"/>
                  <a:gd name="T26" fmla="*/ 79 w 169"/>
                  <a:gd name="T27" fmla="*/ 120 h 454"/>
                  <a:gd name="T28" fmla="*/ 99 w 169"/>
                  <a:gd name="T29" fmla="*/ 100 h 454"/>
                  <a:gd name="T30" fmla="*/ 99 w 169"/>
                  <a:gd name="T31" fmla="*/ 62 h 454"/>
                  <a:gd name="T32" fmla="*/ 71 w 169"/>
                  <a:gd name="T33" fmla="*/ 34 h 454"/>
                  <a:gd name="T34" fmla="*/ 70 w 169"/>
                  <a:gd name="T35" fmla="*/ 32 h 454"/>
                  <a:gd name="T36" fmla="*/ 70 w 169"/>
                  <a:gd name="T37" fmla="*/ 0 h 454"/>
                  <a:gd name="T38" fmla="*/ 75 w 169"/>
                  <a:gd name="T39" fmla="*/ 0 h 454"/>
                  <a:gd name="T40" fmla="*/ 75 w 169"/>
                  <a:gd name="T41" fmla="*/ 31 h 454"/>
                  <a:gd name="T42" fmla="*/ 104 w 169"/>
                  <a:gd name="T43" fmla="*/ 59 h 454"/>
                  <a:gd name="T44" fmla="*/ 104 w 169"/>
                  <a:gd name="T45" fmla="*/ 61 h 454"/>
                  <a:gd name="T46" fmla="*/ 104 w 169"/>
                  <a:gd name="T47" fmla="*/ 101 h 454"/>
                  <a:gd name="T48" fmla="*/ 104 w 169"/>
                  <a:gd name="T49" fmla="*/ 103 h 454"/>
                  <a:gd name="T50" fmla="*/ 82 w 169"/>
                  <a:gd name="T51" fmla="*/ 124 h 454"/>
                  <a:gd name="T52" fmla="*/ 80 w 169"/>
                  <a:gd name="T53" fmla="*/ 125 h 454"/>
                  <a:gd name="T54" fmla="*/ 30 w 169"/>
                  <a:gd name="T55" fmla="*/ 125 h 454"/>
                  <a:gd name="T56" fmla="*/ 5 w 169"/>
                  <a:gd name="T57" fmla="*/ 150 h 454"/>
                  <a:gd name="T58" fmla="*/ 5 w 169"/>
                  <a:gd name="T59" fmla="*/ 213 h 454"/>
                  <a:gd name="T60" fmla="*/ 42 w 169"/>
                  <a:gd name="T61" fmla="*/ 250 h 454"/>
                  <a:gd name="T62" fmla="*/ 43 w 169"/>
                  <a:gd name="T63" fmla="*/ 252 h 454"/>
                  <a:gd name="T64" fmla="*/ 43 w 169"/>
                  <a:gd name="T65" fmla="*/ 294 h 454"/>
                  <a:gd name="T66" fmla="*/ 169 w 169"/>
                  <a:gd name="T67" fmla="*/ 420 h 454"/>
                  <a:gd name="T68" fmla="*/ 169 w 169"/>
                  <a:gd name="T69" fmla="*/ 422 h 454"/>
                  <a:gd name="T70" fmla="*/ 169 w 169"/>
                  <a:gd name="T71" fmla="*/ 441 h 454"/>
                  <a:gd name="T72" fmla="*/ 169 w 169"/>
                  <a:gd name="T73" fmla="*/ 443 h 454"/>
                  <a:gd name="T74" fmla="*/ 157 w 169"/>
                  <a:gd name="T75" fmla="*/ 454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9" h="454">
                    <a:moveTo>
                      <a:pt x="157" y="454"/>
                    </a:moveTo>
                    <a:cubicBezTo>
                      <a:pt x="153" y="451"/>
                      <a:pt x="153" y="451"/>
                      <a:pt x="153" y="451"/>
                    </a:cubicBezTo>
                    <a:cubicBezTo>
                      <a:pt x="164" y="440"/>
                      <a:pt x="164" y="440"/>
                      <a:pt x="164" y="440"/>
                    </a:cubicBezTo>
                    <a:cubicBezTo>
                      <a:pt x="164" y="423"/>
                      <a:pt x="164" y="423"/>
                      <a:pt x="164" y="423"/>
                    </a:cubicBezTo>
                    <a:cubicBezTo>
                      <a:pt x="39" y="297"/>
                      <a:pt x="39" y="297"/>
                      <a:pt x="39" y="297"/>
                    </a:cubicBezTo>
                    <a:cubicBezTo>
                      <a:pt x="38" y="297"/>
                      <a:pt x="38" y="296"/>
                      <a:pt x="38" y="296"/>
                    </a:cubicBezTo>
                    <a:cubicBezTo>
                      <a:pt x="38" y="253"/>
                      <a:pt x="38" y="253"/>
                      <a:pt x="38" y="253"/>
                    </a:cubicBezTo>
                    <a:cubicBezTo>
                      <a:pt x="1" y="216"/>
                      <a:pt x="1" y="216"/>
                      <a:pt x="1" y="216"/>
                    </a:cubicBezTo>
                    <a:cubicBezTo>
                      <a:pt x="0" y="216"/>
                      <a:pt x="0" y="215"/>
                      <a:pt x="0" y="214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48"/>
                      <a:pt x="0" y="147"/>
                      <a:pt x="1" y="147"/>
                    </a:cubicBezTo>
                    <a:cubicBezTo>
                      <a:pt x="27" y="121"/>
                      <a:pt x="27" y="121"/>
                      <a:pt x="27" y="121"/>
                    </a:cubicBezTo>
                    <a:cubicBezTo>
                      <a:pt x="27" y="120"/>
                      <a:pt x="28" y="120"/>
                      <a:pt x="29" y="120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99" y="100"/>
                      <a:pt x="99" y="100"/>
                      <a:pt x="99" y="100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33"/>
                      <a:pt x="70" y="33"/>
                      <a:pt x="70" y="32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5" y="31"/>
                      <a:pt x="75" y="31"/>
                      <a:pt x="75" y="31"/>
                    </a:cubicBezTo>
                    <a:cubicBezTo>
                      <a:pt x="104" y="59"/>
                      <a:pt x="104" y="59"/>
                      <a:pt x="104" y="59"/>
                    </a:cubicBezTo>
                    <a:cubicBezTo>
                      <a:pt x="104" y="60"/>
                      <a:pt x="104" y="60"/>
                      <a:pt x="104" y="61"/>
                    </a:cubicBezTo>
                    <a:cubicBezTo>
                      <a:pt x="104" y="101"/>
                      <a:pt x="104" y="101"/>
                      <a:pt x="104" y="101"/>
                    </a:cubicBezTo>
                    <a:cubicBezTo>
                      <a:pt x="104" y="101"/>
                      <a:pt x="104" y="102"/>
                      <a:pt x="104" y="103"/>
                    </a:cubicBezTo>
                    <a:cubicBezTo>
                      <a:pt x="82" y="124"/>
                      <a:pt x="82" y="124"/>
                      <a:pt x="82" y="124"/>
                    </a:cubicBezTo>
                    <a:cubicBezTo>
                      <a:pt x="81" y="125"/>
                      <a:pt x="81" y="125"/>
                      <a:pt x="80" y="125"/>
                    </a:cubicBezTo>
                    <a:cubicBezTo>
                      <a:pt x="30" y="125"/>
                      <a:pt x="30" y="125"/>
                      <a:pt x="30" y="125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213"/>
                      <a:pt x="5" y="213"/>
                      <a:pt x="5" y="213"/>
                    </a:cubicBezTo>
                    <a:cubicBezTo>
                      <a:pt x="42" y="250"/>
                      <a:pt x="42" y="250"/>
                      <a:pt x="42" y="250"/>
                    </a:cubicBezTo>
                    <a:cubicBezTo>
                      <a:pt x="43" y="251"/>
                      <a:pt x="43" y="251"/>
                      <a:pt x="43" y="252"/>
                    </a:cubicBezTo>
                    <a:cubicBezTo>
                      <a:pt x="43" y="294"/>
                      <a:pt x="43" y="294"/>
                      <a:pt x="43" y="294"/>
                    </a:cubicBezTo>
                    <a:cubicBezTo>
                      <a:pt x="169" y="420"/>
                      <a:pt x="169" y="420"/>
                      <a:pt x="169" y="420"/>
                    </a:cubicBezTo>
                    <a:cubicBezTo>
                      <a:pt x="169" y="421"/>
                      <a:pt x="169" y="421"/>
                      <a:pt x="169" y="422"/>
                    </a:cubicBezTo>
                    <a:cubicBezTo>
                      <a:pt x="169" y="441"/>
                      <a:pt x="169" y="441"/>
                      <a:pt x="169" y="441"/>
                    </a:cubicBezTo>
                    <a:cubicBezTo>
                      <a:pt x="169" y="441"/>
                      <a:pt x="169" y="442"/>
                      <a:pt x="169" y="443"/>
                    </a:cubicBezTo>
                    <a:lnTo>
                      <a:pt x="157" y="454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1" name="Freeform 605"/>
              <p:cNvSpPr>
                <a:spLocks/>
              </p:cNvSpPr>
              <p:nvPr/>
            </p:nvSpPr>
            <p:spPr bwMode="auto">
              <a:xfrm flipV="1">
                <a:off x="-13703300" y="-2681288"/>
                <a:ext cx="896937" cy="2979738"/>
              </a:xfrm>
              <a:custGeom>
                <a:avLst/>
                <a:gdLst>
                  <a:gd name="T0" fmla="*/ 11 w 239"/>
                  <a:gd name="T1" fmla="*/ 794 h 794"/>
                  <a:gd name="T2" fmla="*/ 0 w 239"/>
                  <a:gd name="T3" fmla="*/ 794 h 794"/>
                  <a:gd name="T4" fmla="*/ 0 w 239"/>
                  <a:gd name="T5" fmla="*/ 216 h 794"/>
                  <a:gd name="T6" fmla="*/ 2 w 239"/>
                  <a:gd name="T7" fmla="*/ 212 h 794"/>
                  <a:gd name="T8" fmla="*/ 91 w 239"/>
                  <a:gd name="T9" fmla="*/ 123 h 794"/>
                  <a:gd name="T10" fmla="*/ 95 w 239"/>
                  <a:gd name="T11" fmla="*/ 121 h 794"/>
                  <a:gd name="T12" fmla="*/ 138 w 239"/>
                  <a:gd name="T13" fmla="*/ 121 h 794"/>
                  <a:gd name="T14" fmla="*/ 229 w 239"/>
                  <a:gd name="T15" fmla="*/ 31 h 794"/>
                  <a:gd name="T16" fmla="*/ 229 w 239"/>
                  <a:gd name="T17" fmla="*/ 0 h 794"/>
                  <a:gd name="T18" fmla="*/ 239 w 239"/>
                  <a:gd name="T19" fmla="*/ 0 h 794"/>
                  <a:gd name="T20" fmla="*/ 239 w 239"/>
                  <a:gd name="T21" fmla="*/ 33 h 794"/>
                  <a:gd name="T22" fmla="*/ 238 w 239"/>
                  <a:gd name="T23" fmla="*/ 36 h 794"/>
                  <a:gd name="T24" fmla="*/ 144 w 239"/>
                  <a:gd name="T25" fmla="*/ 130 h 794"/>
                  <a:gd name="T26" fmla="*/ 140 w 239"/>
                  <a:gd name="T27" fmla="*/ 132 h 794"/>
                  <a:gd name="T28" fmla="*/ 97 w 239"/>
                  <a:gd name="T29" fmla="*/ 132 h 794"/>
                  <a:gd name="T30" fmla="*/ 11 w 239"/>
                  <a:gd name="T31" fmla="*/ 218 h 794"/>
                  <a:gd name="T32" fmla="*/ 11 w 239"/>
                  <a:gd name="T33" fmla="*/ 794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794">
                    <a:moveTo>
                      <a:pt x="11" y="794"/>
                    </a:moveTo>
                    <a:cubicBezTo>
                      <a:pt x="0" y="794"/>
                      <a:pt x="0" y="794"/>
                      <a:pt x="0" y="794"/>
                    </a:cubicBezTo>
                    <a:cubicBezTo>
                      <a:pt x="0" y="216"/>
                      <a:pt x="0" y="216"/>
                      <a:pt x="0" y="216"/>
                    </a:cubicBezTo>
                    <a:cubicBezTo>
                      <a:pt x="0" y="215"/>
                      <a:pt x="1" y="213"/>
                      <a:pt x="2" y="212"/>
                    </a:cubicBezTo>
                    <a:cubicBezTo>
                      <a:pt x="91" y="123"/>
                      <a:pt x="91" y="123"/>
                      <a:pt x="91" y="123"/>
                    </a:cubicBezTo>
                    <a:cubicBezTo>
                      <a:pt x="92" y="122"/>
                      <a:pt x="94" y="121"/>
                      <a:pt x="95" y="121"/>
                    </a:cubicBezTo>
                    <a:cubicBezTo>
                      <a:pt x="138" y="121"/>
                      <a:pt x="138" y="121"/>
                      <a:pt x="138" y="121"/>
                    </a:cubicBezTo>
                    <a:cubicBezTo>
                      <a:pt x="229" y="31"/>
                      <a:pt x="229" y="31"/>
                      <a:pt x="229" y="31"/>
                    </a:cubicBezTo>
                    <a:cubicBezTo>
                      <a:pt x="229" y="0"/>
                      <a:pt x="229" y="0"/>
                      <a:pt x="229" y="0"/>
                    </a:cubicBezTo>
                    <a:cubicBezTo>
                      <a:pt x="239" y="0"/>
                      <a:pt x="239" y="0"/>
                      <a:pt x="239" y="0"/>
                    </a:cubicBezTo>
                    <a:cubicBezTo>
                      <a:pt x="239" y="33"/>
                      <a:pt x="239" y="33"/>
                      <a:pt x="239" y="33"/>
                    </a:cubicBezTo>
                    <a:cubicBezTo>
                      <a:pt x="239" y="34"/>
                      <a:pt x="238" y="35"/>
                      <a:pt x="238" y="36"/>
                    </a:cubicBezTo>
                    <a:cubicBezTo>
                      <a:pt x="144" y="130"/>
                      <a:pt x="144" y="130"/>
                      <a:pt x="144" y="130"/>
                    </a:cubicBezTo>
                    <a:cubicBezTo>
                      <a:pt x="143" y="131"/>
                      <a:pt x="142" y="132"/>
                      <a:pt x="140" y="132"/>
                    </a:cubicBezTo>
                    <a:cubicBezTo>
                      <a:pt x="97" y="132"/>
                      <a:pt x="97" y="132"/>
                      <a:pt x="97" y="132"/>
                    </a:cubicBezTo>
                    <a:cubicBezTo>
                      <a:pt x="11" y="218"/>
                      <a:pt x="11" y="218"/>
                      <a:pt x="11" y="218"/>
                    </a:cubicBezTo>
                    <a:lnTo>
                      <a:pt x="11" y="7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2" name="Freeform 606"/>
              <p:cNvSpPr>
                <a:spLocks noEditPoints="1"/>
              </p:cNvSpPr>
              <p:nvPr/>
            </p:nvSpPr>
            <p:spPr bwMode="auto">
              <a:xfrm flipV="1">
                <a:off x="-8547100" y="391953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6 w 24"/>
                  <a:gd name="T9" fmla="*/ 12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4 w 24"/>
                  <a:gd name="T21" fmla="*/ 4 h 24"/>
                  <a:gd name="T22" fmla="*/ 0 w 24"/>
                  <a:gd name="T23" fmla="*/ 12 h 24"/>
                  <a:gd name="T24" fmla="*/ 4 w 24"/>
                  <a:gd name="T25" fmla="*/ 21 h 24"/>
                  <a:gd name="T26" fmla="*/ 12 w 24"/>
                  <a:gd name="T27" fmla="*/ 24 h 24"/>
                  <a:gd name="T28" fmla="*/ 24 w 24"/>
                  <a:gd name="T29" fmla="*/ 12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4"/>
                    </a:cubicBezTo>
                    <a:cubicBezTo>
                      <a:pt x="2" y="6"/>
                      <a:pt x="0" y="9"/>
                      <a:pt x="0" y="12"/>
                    </a:cubicBezTo>
                    <a:cubicBezTo>
                      <a:pt x="0" y="15"/>
                      <a:pt x="2" y="18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3" name="Freeform 607"/>
              <p:cNvSpPr>
                <a:spLocks noEditPoints="1"/>
              </p:cNvSpPr>
              <p:nvPr/>
            </p:nvSpPr>
            <p:spPr bwMode="auto">
              <a:xfrm flipV="1">
                <a:off x="-8564563" y="3570287"/>
                <a:ext cx="88900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0 h 24"/>
                  <a:gd name="T12" fmla="*/ 4 w 24"/>
                  <a:gd name="T13" fmla="*/ 4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2"/>
                      <a:pt x="4" y="4"/>
                    </a:cubicBezTo>
                    <a:cubicBezTo>
                      <a:pt x="2" y="6"/>
                      <a:pt x="0" y="9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4" name="Freeform 608"/>
              <p:cNvSpPr>
                <a:spLocks noEditPoints="1"/>
              </p:cNvSpPr>
              <p:nvPr/>
            </p:nvSpPr>
            <p:spPr bwMode="auto">
              <a:xfrm flipV="1">
                <a:off x="-8921750" y="3555999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0 w 24"/>
                  <a:gd name="T15" fmla="*/ 12 h 24"/>
                  <a:gd name="T16" fmla="*/ 4 w 24"/>
                  <a:gd name="T17" fmla="*/ 21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5" y="16"/>
                      <a:pt x="5" y="12"/>
                    </a:cubicBezTo>
                    <a:cubicBezTo>
                      <a:pt x="5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5"/>
                      <a:pt x="2" y="18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5" name="Freeform 609"/>
              <p:cNvSpPr>
                <a:spLocks noEditPoints="1"/>
              </p:cNvSpPr>
              <p:nvPr/>
            </p:nvSpPr>
            <p:spPr bwMode="auto">
              <a:xfrm flipV="1">
                <a:off x="-8740775" y="3740149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6 w 24"/>
                  <a:gd name="T9" fmla="*/ 12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4 w 24"/>
                  <a:gd name="T21" fmla="*/ 3 h 24"/>
                  <a:gd name="T22" fmla="*/ 0 w 24"/>
                  <a:gd name="T23" fmla="*/ 12 h 24"/>
                  <a:gd name="T24" fmla="*/ 12 w 24"/>
                  <a:gd name="T25" fmla="*/ 24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0" y="9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9"/>
                      <a:pt x="23" y="5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6" name="Freeform 610"/>
              <p:cNvSpPr>
                <a:spLocks noEditPoints="1"/>
              </p:cNvSpPr>
              <p:nvPr/>
            </p:nvSpPr>
            <p:spPr bwMode="auto">
              <a:xfrm flipV="1">
                <a:off x="-8707438" y="3398837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9"/>
                      <a:pt x="12" y="19"/>
                    </a:cubicBezTo>
                    <a:cubicBezTo>
                      <a:pt x="8" y="19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7" name="Freeform 611"/>
              <p:cNvSpPr>
                <a:spLocks noEditPoints="1"/>
              </p:cNvSpPr>
              <p:nvPr/>
            </p:nvSpPr>
            <p:spPr bwMode="auto">
              <a:xfrm flipV="1">
                <a:off x="-8531225" y="3217862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0 w 24"/>
                  <a:gd name="T19" fmla="*/ 20 h 24"/>
                  <a:gd name="T20" fmla="*/ 24 w 24"/>
                  <a:gd name="T21" fmla="*/ 12 h 24"/>
                  <a:gd name="T22" fmla="*/ 20 w 24"/>
                  <a:gd name="T23" fmla="*/ 3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5" y="24"/>
                      <a:pt x="18" y="22"/>
                      <a:pt x="20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8" name="Freeform 613"/>
              <p:cNvSpPr>
                <a:spLocks noEditPoints="1"/>
              </p:cNvSpPr>
              <p:nvPr/>
            </p:nvSpPr>
            <p:spPr bwMode="auto">
              <a:xfrm flipV="1">
                <a:off x="-8823325" y="2986087"/>
                <a:ext cx="93662" cy="88900"/>
              </a:xfrm>
              <a:custGeom>
                <a:avLst/>
                <a:gdLst>
                  <a:gd name="T0" fmla="*/ 13 w 25"/>
                  <a:gd name="T1" fmla="*/ 5 h 24"/>
                  <a:gd name="T2" fmla="*/ 19 w 25"/>
                  <a:gd name="T3" fmla="*/ 12 h 24"/>
                  <a:gd name="T4" fmla="*/ 13 w 25"/>
                  <a:gd name="T5" fmla="*/ 19 h 24"/>
                  <a:gd name="T6" fmla="*/ 13 w 25"/>
                  <a:gd name="T7" fmla="*/ 19 h 24"/>
                  <a:gd name="T8" fmla="*/ 12 w 25"/>
                  <a:gd name="T9" fmla="*/ 19 h 24"/>
                  <a:gd name="T10" fmla="*/ 6 w 25"/>
                  <a:gd name="T11" fmla="*/ 12 h 24"/>
                  <a:gd name="T12" fmla="*/ 13 w 25"/>
                  <a:gd name="T13" fmla="*/ 5 h 24"/>
                  <a:gd name="T14" fmla="*/ 13 w 25"/>
                  <a:gd name="T15" fmla="*/ 5 h 24"/>
                  <a:gd name="T16" fmla="*/ 13 w 25"/>
                  <a:gd name="T17" fmla="*/ 5 h 24"/>
                  <a:gd name="T18" fmla="*/ 13 w 25"/>
                  <a:gd name="T19" fmla="*/ 0 h 24"/>
                  <a:gd name="T20" fmla="*/ 13 w 25"/>
                  <a:gd name="T21" fmla="*/ 0 h 24"/>
                  <a:gd name="T22" fmla="*/ 0 w 25"/>
                  <a:gd name="T23" fmla="*/ 12 h 24"/>
                  <a:gd name="T24" fmla="*/ 12 w 25"/>
                  <a:gd name="T25" fmla="*/ 24 h 24"/>
                  <a:gd name="T26" fmla="*/ 25 w 25"/>
                  <a:gd name="T27" fmla="*/ 12 h 24"/>
                  <a:gd name="T28" fmla="*/ 13 w 25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5" y="19"/>
                      <a:pt x="25" y="12"/>
                    </a:cubicBezTo>
                    <a:cubicBezTo>
                      <a:pt x="25" y="5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9" name="Freeform 614"/>
              <p:cNvSpPr>
                <a:spLocks noEditPoints="1"/>
              </p:cNvSpPr>
              <p:nvPr/>
            </p:nvSpPr>
            <p:spPr bwMode="auto">
              <a:xfrm flipV="1">
                <a:off x="-9105900" y="2647949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" name="Freeform 615"/>
              <p:cNvSpPr>
                <a:spLocks noEditPoints="1"/>
              </p:cNvSpPr>
              <p:nvPr/>
            </p:nvSpPr>
            <p:spPr bwMode="auto">
              <a:xfrm flipV="1">
                <a:off x="-9293225" y="3187700"/>
                <a:ext cx="104775" cy="101600"/>
              </a:xfrm>
              <a:custGeom>
                <a:avLst/>
                <a:gdLst>
                  <a:gd name="T0" fmla="*/ 14 w 28"/>
                  <a:gd name="T1" fmla="*/ 7 h 27"/>
                  <a:gd name="T2" fmla="*/ 21 w 28"/>
                  <a:gd name="T3" fmla="*/ 14 h 27"/>
                  <a:gd name="T4" fmla="*/ 14 w 28"/>
                  <a:gd name="T5" fmla="*/ 20 h 27"/>
                  <a:gd name="T6" fmla="*/ 7 w 28"/>
                  <a:gd name="T7" fmla="*/ 14 h 27"/>
                  <a:gd name="T8" fmla="*/ 14 w 28"/>
                  <a:gd name="T9" fmla="*/ 7 h 27"/>
                  <a:gd name="T10" fmla="*/ 14 w 28"/>
                  <a:gd name="T11" fmla="*/ 7 h 27"/>
                  <a:gd name="T12" fmla="*/ 14 w 28"/>
                  <a:gd name="T13" fmla="*/ 0 h 27"/>
                  <a:gd name="T14" fmla="*/ 0 w 28"/>
                  <a:gd name="T15" fmla="*/ 14 h 27"/>
                  <a:gd name="T16" fmla="*/ 14 w 28"/>
                  <a:gd name="T17" fmla="*/ 27 h 27"/>
                  <a:gd name="T18" fmla="*/ 28 w 28"/>
                  <a:gd name="T19" fmla="*/ 14 h 27"/>
                  <a:gd name="T20" fmla="*/ 14 w 28"/>
                  <a:gd name="T2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27">
                    <a:moveTo>
                      <a:pt x="14" y="7"/>
                    </a:moveTo>
                    <a:cubicBezTo>
                      <a:pt x="18" y="7"/>
                      <a:pt x="21" y="10"/>
                      <a:pt x="21" y="14"/>
                    </a:cubicBezTo>
                    <a:cubicBezTo>
                      <a:pt x="21" y="17"/>
                      <a:pt x="18" y="20"/>
                      <a:pt x="14" y="20"/>
                    </a:cubicBezTo>
                    <a:cubicBezTo>
                      <a:pt x="10" y="20"/>
                      <a:pt x="7" y="17"/>
                      <a:pt x="7" y="14"/>
                    </a:cubicBezTo>
                    <a:cubicBezTo>
                      <a:pt x="7" y="10"/>
                      <a:pt x="10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22" y="27"/>
                      <a:pt x="28" y="21"/>
                      <a:pt x="28" y="14"/>
                    </a:cubicBezTo>
                    <a:cubicBezTo>
                      <a:pt x="28" y="6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1" name="Freeform 616"/>
              <p:cNvSpPr>
                <a:spLocks noEditPoints="1"/>
              </p:cNvSpPr>
              <p:nvPr/>
            </p:nvSpPr>
            <p:spPr bwMode="auto">
              <a:xfrm flipV="1">
                <a:off x="-9458325" y="3376612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8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8" y="8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2" name="Freeform 617"/>
              <p:cNvSpPr>
                <a:spLocks noEditPoints="1"/>
              </p:cNvSpPr>
              <p:nvPr/>
            </p:nvSpPr>
            <p:spPr bwMode="auto">
              <a:xfrm flipV="1">
                <a:off x="-9075738" y="337978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3" name="Freeform 618"/>
              <p:cNvSpPr>
                <a:spLocks noEditPoints="1"/>
              </p:cNvSpPr>
              <p:nvPr/>
            </p:nvSpPr>
            <p:spPr bwMode="auto">
              <a:xfrm flipV="1">
                <a:off x="-9455150" y="3019424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20 w 24"/>
                  <a:gd name="T21" fmla="*/ 3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9"/>
                      <a:pt x="23" y="6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4" name="Freeform 619"/>
              <p:cNvSpPr>
                <a:spLocks noEditPoints="1"/>
              </p:cNvSpPr>
              <p:nvPr/>
            </p:nvSpPr>
            <p:spPr bwMode="auto">
              <a:xfrm flipV="1">
                <a:off x="-9832975" y="2625725"/>
                <a:ext cx="104775" cy="104775"/>
              </a:xfrm>
              <a:custGeom>
                <a:avLst/>
                <a:gdLst>
                  <a:gd name="T0" fmla="*/ 14 w 28"/>
                  <a:gd name="T1" fmla="*/ 7 h 28"/>
                  <a:gd name="T2" fmla="*/ 21 w 28"/>
                  <a:gd name="T3" fmla="*/ 14 h 28"/>
                  <a:gd name="T4" fmla="*/ 14 w 28"/>
                  <a:gd name="T5" fmla="*/ 21 h 28"/>
                  <a:gd name="T6" fmla="*/ 7 w 28"/>
                  <a:gd name="T7" fmla="*/ 14 h 28"/>
                  <a:gd name="T8" fmla="*/ 14 w 28"/>
                  <a:gd name="T9" fmla="*/ 7 h 28"/>
                  <a:gd name="T10" fmla="*/ 14 w 28"/>
                  <a:gd name="T11" fmla="*/ 7 h 28"/>
                  <a:gd name="T12" fmla="*/ 14 w 28"/>
                  <a:gd name="T13" fmla="*/ 0 h 28"/>
                  <a:gd name="T14" fmla="*/ 0 w 28"/>
                  <a:gd name="T15" fmla="*/ 14 h 28"/>
                  <a:gd name="T16" fmla="*/ 14 w 28"/>
                  <a:gd name="T17" fmla="*/ 28 h 28"/>
                  <a:gd name="T18" fmla="*/ 28 w 28"/>
                  <a:gd name="T19" fmla="*/ 14 h 28"/>
                  <a:gd name="T20" fmla="*/ 14 w 28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28">
                    <a:moveTo>
                      <a:pt x="14" y="7"/>
                    </a:moveTo>
                    <a:cubicBezTo>
                      <a:pt x="18" y="7"/>
                      <a:pt x="21" y="10"/>
                      <a:pt x="21" y="14"/>
                    </a:cubicBezTo>
                    <a:cubicBezTo>
                      <a:pt x="21" y="18"/>
                      <a:pt x="18" y="21"/>
                      <a:pt x="14" y="21"/>
                    </a:cubicBezTo>
                    <a:cubicBezTo>
                      <a:pt x="10" y="21"/>
                      <a:pt x="7" y="18"/>
                      <a:pt x="7" y="14"/>
                    </a:cubicBezTo>
                    <a:cubicBezTo>
                      <a:pt x="7" y="10"/>
                      <a:pt x="10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4" y="0"/>
                    </a:moveTo>
                    <a:cubicBezTo>
                      <a:pt x="6" y="0"/>
                      <a:pt x="0" y="7"/>
                      <a:pt x="0" y="14"/>
                    </a:cubicBezTo>
                    <a:cubicBezTo>
                      <a:pt x="0" y="22"/>
                      <a:pt x="6" y="28"/>
                      <a:pt x="14" y="28"/>
                    </a:cubicBezTo>
                    <a:cubicBezTo>
                      <a:pt x="22" y="28"/>
                      <a:pt x="28" y="22"/>
                      <a:pt x="28" y="14"/>
                    </a:cubicBezTo>
                    <a:cubicBezTo>
                      <a:pt x="28" y="7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5" name="Freeform 620"/>
              <p:cNvSpPr>
                <a:spLocks noEditPoints="1"/>
              </p:cNvSpPr>
              <p:nvPr/>
            </p:nvSpPr>
            <p:spPr bwMode="auto">
              <a:xfrm flipV="1">
                <a:off x="-9802813" y="2268537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0 w 24"/>
                  <a:gd name="T19" fmla="*/ 20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6" name="Freeform 621"/>
              <p:cNvSpPr>
                <a:spLocks noEditPoints="1"/>
              </p:cNvSpPr>
              <p:nvPr/>
            </p:nvSpPr>
            <p:spPr bwMode="auto">
              <a:xfrm flipV="1">
                <a:off x="-9675813" y="2070099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3 w 24"/>
                  <a:gd name="T21" fmla="*/ 4 h 24"/>
                  <a:gd name="T22" fmla="*/ 0 w 24"/>
                  <a:gd name="T23" fmla="*/ 12 h 24"/>
                  <a:gd name="T24" fmla="*/ 3 w 24"/>
                  <a:gd name="T25" fmla="*/ 21 h 24"/>
                  <a:gd name="T26" fmla="*/ 12 w 24"/>
                  <a:gd name="T27" fmla="*/ 24 h 24"/>
                  <a:gd name="T28" fmla="*/ 24 w 24"/>
                  <a:gd name="T29" fmla="*/ 12 h 24"/>
                  <a:gd name="T30" fmla="*/ 20 w 24"/>
                  <a:gd name="T31" fmla="*/ 4 h 24"/>
                  <a:gd name="T32" fmla="*/ 12 w 24"/>
                  <a:gd name="T3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9" y="9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8" y="0"/>
                      <a:pt x="5" y="2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5" y="23"/>
                      <a:pt x="8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9"/>
                      <a:pt x="22" y="6"/>
                      <a:pt x="20" y="4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7" name="Freeform 622"/>
              <p:cNvSpPr>
                <a:spLocks noEditPoints="1"/>
              </p:cNvSpPr>
              <p:nvPr/>
            </p:nvSpPr>
            <p:spPr bwMode="auto">
              <a:xfrm flipV="1">
                <a:off x="-10039350" y="2084387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8" name="Freeform 623"/>
              <p:cNvSpPr>
                <a:spLocks noEditPoints="1"/>
              </p:cNvSpPr>
              <p:nvPr/>
            </p:nvSpPr>
            <p:spPr bwMode="auto">
              <a:xfrm flipV="1">
                <a:off x="-10217150" y="226853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4 w 24"/>
                  <a:gd name="T25" fmla="*/ 12 h 24"/>
                  <a:gd name="T26" fmla="*/ 21 w 24"/>
                  <a:gd name="T27" fmla="*/ 3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1" y="5"/>
                      <a:pt x="0" y="8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8"/>
                      <a:pt x="23" y="5"/>
                      <a:pt x="21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9" name="Freeform 624"/>
              <p:cNvSpPr>
                <a:spLocks noEditPoints="1"/>
              </p:cNvSpPr>
              <p:nvPr/>
            </p:nvSpPr>
            <p:spPr bwMode="auto">
              <a:xfrm flipV="1">
                <a:off x="-9986963" y="1724024"/>
                <a:ext cx="88900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0" name="Freeform 625"/>
              <p:cNvSpPr>
                <a:spLocks noEditPoints="1"/>
              </p:cNvSpPr>
              <p:nvPr/>
            </p:nvSpPr>
            <p:spPr bwMode="auto">
              <a:xfrm flipV="1">
                <a:off x="-9901238" y="1465262"/>
                <a:ext cx="90487" cy="93663"/>
              </a:xfrm>
              <a:custGeom>
                <a:avLst/>
                <a:gdLst>
                  <a:gd name="T0" fmla="*/ 12 w 24"/>
                  <a:gd name="T1" fmla="*/ 6 h 25"/>
                  <a:gd name="T2" fmla="*/ 18 w 24"/>
                  <a:gd name="T3" fmla="*/ 13 h 25"/>
                  <a:gd name="T4" fmla="*/ 12 w 24"/>
                  <a:gd name="T5" fmla="*/ 19 h 25"/>
                  <a:gd name="T6" fmla="*/ 5 w 24"/>
                  <a:gd name="T7" fmla="*/ 13 h 25"/>
                  <a:gd name="T8" fmla="*/ 12 w 24"/>
                  <a:gd name="T9" fmla="*/ 6 h 25"/>
                  <a:gd name="T10" fmla="*/ 12 w 24"/>
                  <a:gd name="T11" fmla="*/ 0 h 25"/>
                  <a:gd name="T12" fmla="*/ 12 w 24"/>
                  <a:gd name="T13" fmla="*/ 0 h 25"/>
                  <a:gd name="T14" fmla="*/ 0 w 24"/>
                  <a:gd name="T15" fmla="*/ 13 h 25"/>
                  <a:gd name="T16" fmla="*/ 12 w 24"/>
                  <a:gd name="T17" fmla="*/ 25 h 25"/>
                  <a:gd name="T18" fmla="*/ 24 w 24"/>
                  <a:gd name="T19" fmla="*/ 13 h 25"/>
                  <a:gd name="T20" fmla="*/ 12 w 24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5">
                    <a:moveTo>
                      <a:pt x="12" y="6"/>
                    </a:moveTo>
                    <a:cubicBezTo>
                      <a:pt x="15" y="6"/>
                      <a:pt x="18" y="9"/>
                      <a:pt x="18" y="13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3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3"/>
                    </a:cubicBezTo>
                    <a:cubicBezTo>
                      <a:pt x="0" y="19"/>
                      <a:pt x="5" y="25"/>
                      <a:pt x="12" y="25"/>
                    </a:cubicBezTo>
                    <a:cubicBezTo>
                      <a:pt x="18" y="25"/>
                      <a:pt x="24" y="19"/>
                      <a:pt x="24" y="13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1" name="Freeform 626"/>
              <p:cNvSpPr>
                <a:spLocks noEditPoints="1"/>
              </p:cNvSpPr>
              <p:nvPr/>
            </p:nvSpPr>
            <p:spPr bwMode="auto">
              <a:xfrm flipV="1">
                <a:off x="-9567863" y="72548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6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1 w 24"/>
                  <a:gd name="T17" fmla="*/ 20 h 24"/>
                  <a:gd name="T18" fmla="*/ 24 w 24"/>
                  <a:gd name="T19" fmla="*/ 12 h 24"/>
                  <a:gd name="T20" fmla="*/ 21 w 24"/>
                  <a:gd name="T21" fmla="*/ 3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6" y="24"/>
                      <a:pt x="19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2" name="Freeform 627"/>
              <p:cNvSpPr>
                <a:spLocks noEditPoints="1"/>
              </p:cNvSpPr>
              <p:nvPr/>
            </p:nvSpPr>
            <p:spPr bwMode="auto">
              <a:xfrm flipV="1">
                <a:off x="-10641013" y="183673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3" name="Freeform 628"/>
              <p:cNvSpPr>
                <a:spLocks noEditPoints="1"/>
              </p:cNvSpPr>
              <p:nvPr/>
            </p:nvSpPr>
            <p:spPr bwMode="auto">
              <a:xfrm flipV="1">
                <a:off x="-10429875" y="2051049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6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5"/>
                      <a:pt x="2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6" y="24"/>
                      <a:pt x="19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4" name="Freeform 629"/>
              <p:cNvSpPr>
                <a:spLocks noEditPoints="1"/>
              </p:cNvSpPr>
              <p:nvPr/>
            </p:nvSpPr>
            <p:spPr bwMode="auto">
              <a:xfrm flipV="1">
                <a:off x="-10448925" y="1657350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8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5" name="Freeform 630"/>
              <p:cNvSpPr>
                <a:spLocks noEditPoints="1"/>
              </p:cNvSpPr>
              <p:nvPr/>
            </p:nvSpPr>
            <p:spPr bwMode="auto">
              <a:xfrm flipV="1">
                <a:off x="-9686925" y="132238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6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21 w 24"/>
                  <a:gd name="T19" fmla="*/ 3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6" name="Freeform 631"/>
              <p:cNvSpPr>
                <a:spLocks noEditPoints="1"/>
              </p:cNvSpPr>
              <p:nvPr/>
            </p:nvSpPr>
            <p:spPr bwMode="auto">
              <a:xfrm flipV="1">
                <a:off x="-7893050" y="2620962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7" name="Freeform 632"/>
              <p:cNvSpPr>
                <a:spLocks noEditPoints="1"/>
              </p:cNvSpPr>
              <p:nvPr/>
            </p:nvSpPr>
            <p:spPr bwMode="auto">
              <a:xfrm flipV="1">
                <a:off x="-7732713" y="2532062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9" y="9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8" name="Freeform 633"/>
              <p:cNvSpPr>
                <a:spLocks noEditPoints="1"/>
              </p:cNvSpPr>
              <p:nvPr/>
            </p:nvSpPr>
            <p:spPr bwMode="auto">
              <a:xfrm flipV="1">
                <a:off x="-7419975" y="2827337"/>
                <a:ext cx="88900" cy="90488"/>
              </a:xfrm>
              <a:custGeom>
                <a:avLst/>
                <a:gdLst>
                  <a:gd name="T0" fmla="*/ 12 w 24"/>
                  <a:gd name="T1" fmla="*/ 6 h 24"/>
                  <a:gd name="T2" fmla="*/ 18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6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5" y="6"/>
                      <a:pt x="18" y="9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9" name="Freeform 634"/>
              <p:cNvSpPr>
                <a:spLocks noEditPoints="1"/>
              </p:cNvSpPr>
              <p:nvPr/>
            </p:nvSpPr>
            <p:spPr bwMode="auto">
              <a:xfrm flipV="1">
                <a:off x="-7600950" y="3008312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8 w 24"/>
                  <a:gd name="T5" fmla="*/ 12 h 24"/>
                  <a:gd name="T6" fmla="*/ 12 w 24"/>
                  <a:gd name="T7" fmla="*/ 19 h 24"/>
                  <a:gd name="T8" fmla="*/ 12 w 24"/>
                  <a:gd name="T9" fmla="*/ 19 h 24"/>
                  <a:gd name="T10" fmla="*/ 12 w 24"/>
                  <a:gd name="T11" fmla="*/ 19 h 24"/>
                  <a:gd name="T12" fmla="*/ 5 w 24"/>
                  <a:gd name="T13" fmla="*/ 12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0 w 24"/>
                  <a:gd name="T25" fmla="*/ 21 h 24"/>
                  <a:gd name="T26" fmla="*/ 24 w 24"/>
                  <a:gd name="T27" fmla="*/ 12 h 24"/>
                  <a:gd name="T28" fmla="*/ 20 w 24"/>
                  <a:gd name="T29" fmla="*/ 4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5" y="5"/>
                      <a:pt x="18" y="9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2" y="19"/>
                      <a:pt x="24" y="16"/>
                      <a:pt x="24" y="12"/>
                    </a:cubicBezTo>
                    <a:cubicBezTo>
                      <a:pt x="24" y="9"/>
                      <a:pt x="22" y="6"/>
                      <a:pt x="20" y="4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0" name="Freeform 635"/>
              <p:cNvSpPr>
                <a:spLocks noEditPoints="1"/>
              </p:cNvSpPr>
              <p:nvPr/>
            </p:nvSpPr>
            <p:spPr bwMode="auto">
              <a:xfrm flipV="1">
                <a:off x="-7758113" y="1660525"/>
                <a:ext cx="104775" cy="101600"/>
              </a:xfrm>
              <a:custGeom>
                <a:avLst/>
                <a:gdLst>
                  <a:gd name="T0" fmla="*/ 14 w 28"/>
                  <a:gd name="T1" fmla="*/ 6 h 27"/>
                  <a:gd name="T2" fmla="*/ 21 w 28"/>
                  <a:gd name="T3" fmla="*/ 13 h 27"/>
                  <a:gd name="T4" fmla="*/ 14 w 28"/>
                  <a:gd name="T5" fmla="*/ 20 h 27"/>
                  <a:gd name="T6" fmla="*/ 14 w 28"/>
                  <a:gd name="T7" fmla="*/ 20 h 27"/>
                  <a:gd name="T8" fmla="*/ 7 w 28"/>
                  <a:gd name="T9" fmla="*/ 13 h 27"/>
                  <a:gd name="T10" fmla="*/ 14 w 28"/>
                  <a:gd name="T11" fmla="*/ 6 h 27"/>
                  <a:gd name="T12" fmla="*/ 14 w 28"/>
                  <a:gd name="T13" fmla="*/ 0 h 27"/>
                  <a:gd name="T14" fmla="*/ 4 w 28"/>
                  <a:gd name="T15" fmla="*/ 4 h 27"/>
                  <a:gd name="T16" fmla="*/ 0 w 28"/>
                  <a:gd name="T17" fmla="*/ 13 h 27"/>
                  <a:gd name="T18" fmla="*/ 14 w 28"/>
                  <a:gd name="T19" fmla="*/ 27 h 27"/>
                  <a:gd name="T20" fmla="*/ 28 w 28"/>
                  <a:gd name="T21" fmla="*/ 13 h 27"/>
                  <a:gd name="T22" fmla="*/ 14 w 28"/>
                  <a:gd name="T2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27">
                    <a:moveTo>
                      <a:pt x="14" y="6"/>
                    </a:moveTo>
                    <a:cubicBezTo>
                      <a:pt x="18" y="6"/>
                      <a:pt x="21" y="10"/>
                      <a:pt x="21" y="13"/>
                    </a:cubicBezTo>
                    <a:cubicBezTo>
                      <a:pt x="21" y="17"/>
                      <a:pt x="18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0" y="20"/>
                      <a:pt x="7" y="17"/>
                      <a:pt x="7" y="13"/>
                    </a:cubicBezTo>
                    <a:cubicBezTo>
                      <a:pt x="7" y="10"/>
                      <a:pt x="10" y="6"/>
                      <a:pt x="14" y="6"/>
                    </a:cubicBezTo>
                    <a:close/>
                    <a:moveTo>
                      <a:pt x="14" y="0"/>
                    </a:moveTo>
                    <a:cubicBezTo>
                      <a:pt x="10" y="0"/>
                      <a:pt x="7" y="1"/>
                      <a:pt x="4" y="4"/>
                    </a:cubicBezTo>
                    <a:cubicBezTo>
                      <a:pt x="2" y="6"/>
                      <a:pt x="0" y="10"/>
                      <a:pt x="0" y="13"/>
                    </a:cubicBezTo>
                    <a:cubicBezTo>
                      <a:pt x="0" y="21"/>
                      <a:pt x="7" y="27"/>
                      <a:pt x="14" y="27"/>
                    </a:cubicBezTo>
                    <a:cubicBezTo>
                      <a:pt x="22" y="27"/>
                      <a:pt x="28" y="21"/>
                      <a:pt x="28" y="13"/>
                    </a:cubicBezTo>
                    <a:cubicBezTo>
                      <a:pt x="28" y="6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Freeform 636"/>
              <p:cNvSpPr>
                <a:spLocks/>
              </p:cNvSpPr>
              <p:nvPr/>
            </p:nvSpPr>
            <p:spPr bwMode="auto">
              <a:xfrm flipV="1">
                <a:off x="-7950200" y="1668462"/>
                <a:ext cx="117475" cy="115888"/>
              </a:xfrm>
              <a:custGeom>
                <a:avLst/>
                <a:gdLst>
                  <a:gd name="T0" fmla="*/ 31 w 31"/>
                  <a:gd name="T1" fmla="*/ 16 h 31"/>
                  <a:gd name="T2" fmla="*/ 15 w 31"/>
                  <a:gd name="T3" fmla="*/ 31 h 31"/>
                  <a:gd name="T4" fmla="*/ 0 w 31"/>
                  <a:gd name="T5" fmla="*/ 16 h 31"/>
                  <a:gd name="T6" fmla="*/ 15 w 31"/>
                  <a:gd name="T7" fmla="*/ 0 h 31"/>
                  <a:gd name="T8" fmla="*/ 31 w 31"/>
                  <a:gd name="T9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cubicBezTo>
                      <a:pt x="31" y="24"/>
                      <a:pt x="24" y="31"/>
                      <a:pt x="15" y="31"/>
                    </a:cubicBezTo>
                    <a:cubicBezTo>
                      <a:pt x="7" y="31"/>
                      <a:pt x="0" y="24"/>
                      <a:pt x="0" y="16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25" y="0"/>
                      <a:pt x="31" y="8"/>
                      <a:pt x="31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Freeform 637"/>
              <p:cNvSpPr>
                <a:spLocks noEditPoints="1"/>
              </p:cNvSpPr>
              <p:nvPr/>
            </p:nvSpPr>
            <p:spPr bwMode="auto">
              <a:xfrm flipV="1">
                <a:off x="-6992938" y="134143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20 w 24"/>
                  <a:gd name="T19" fmla="*/ 3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8"/>
                      <a:pt x="23" y="5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3" name="Freeform 638"/>
              <p:cNvSpPr>
                <a:spLocks noEditPoints="1"/>
              </p:cNvSpPr>
              <p:nvPr/>
            </p:nvSpPr>
            <p:spPr bwMode="auto">
              <a:xfrm flipV="1">
                <a:off x="-9450388" y="2257424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4" name="Freeform 639"/>
              <p:cNvSpPr>
                <a:spLocks noEditPoints="1"/>
              </p:cNvSpPr>
              <p:nvPr/>
            </p:nvSpPr>
            <p:spPr bwMode="auto">
              <a:xfrm flipV="1">
                <a:off x="-9436100" y="271938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8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8" y="8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5" name="Freeform 640"/>
              <p:cNvSpPr>
                <a:spLocks noEditPoints="1"/>
              </p:cNvSpPr>
              <p:nvPr/>
            </p:nvSpPr>
            <p:spPr bwMode="auto">
              <a:xfrm flipV="1">
                <a:off x="-8891588" y="2441574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8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6 h 24"/>
                  <a:gd name="T14" fmla="*/ 12 w 24"/>
                  <a:gd name="T15" fmla="*/ 6 h 24"/>
                  <a:gd name="T16" fmla="*/ 12 w 24"/>
                  <a:gd name="T17" fmla="*/ 6 h 24"/>
                  <a:gd name="T18" fmla="*/ 12 w 24"/>
                  <a:gd name="T19" fmla="*/ 0 h 24"/>
                  <a:gd name="T20" fmla="*/ 12 w 24"/>
                  <a:gd name="T21" fmla="*/ 0 h 24"/>
                  <a:gd name="T22" fmla="*/ 0 w 24"/>
                  <a:gd name="T23" fmla="*/ 12 h 24"/>
                  <a:gd name="T24" fmla="*/ 3 w 24"/>
                  <a:gd name="T25" fmla="*/ 21 h 24"/>
                  <a:gd name="T26" fmla="*/ 12 w 24"/>
                  <a:gd name="T27" fmla="*/ 24 h 24"/>
                  <a:gd name="T28" fmla="*/ 20 w 24"/>
                  <a:gd name="T29" fmla="*/ 21 h 24"/>
                  <a:gd name="T30" fmla="*/ 24 w 24"/>
                  <a:gd name="T31" fmla="*/ 12 h 24"/>
                  <a:gd name="T32" fmla="*/ 20 w 24"/>
                  <a:gd name="T33" fmla="*/ 4 h 24"/>
                  <a:gd name="T34" fmla="*/ 12 w 24"/>
                  <a:gd name="T3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5" y="6"/>
                      <a:pt x="18" y="9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5" y="23"/>
                      <a:pt x="8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2" y="19"/>
                      <a:pt x="24" y="16"/>
                      <a:pt x="24" y="12"/>
                    </a:cubicBezTo>
                    <a:cubicBezTo>
                      <a:pt x="24" y="9"/>
                      <a:pt x="22" y="6"/>
                      <a:pt x="20" y="4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6" name="Freeform 641"/>
              <p:cNvSpPr>
                <a:spLocks/>
              </p:cNvSpPr>
              <p:nvPr/>
            </p:nvSpPr>
            <p:spPr bwMode="auto">
              <a:xfrm flipV="1">
                <a:off x="-8459788" y="1874837"/>
                <a:ext cx="3070225" cy="2093913"/>
              </a:xfrm>
              <a:custGeom>
                <a:avLst/>
                <a:gdLst>
                  <a:gd name="T0" fmla="*/ 815 w 818"/>
                  <a:gd name="T1" fmla="*/ 558 h 558"/>
                  <a:gd name="T2" fmla="*/ 450 w 818"/>
                  <a:gd name="T3" fmla="*/ 193 h 558"/>
                  <a:gd name="T4" fmla="*/ 296 w 818"/>
                  <a:gd name="T5" fmla="*/ 193 h 558"/>
                  <a:gd name="T6" fmla="*/ 295 w 818"/>
                  <a:gd name="T7" fmla="*/ 192 h 558"/>
                  <a:gd name="T8" fmla="*/ 219 w 818"/>
                  <a:gd name="T9" fmla="*/ 117 h 558"/>
                  <a:gd name="T10" fmla="*/ 167 w 818"/>
                  <a:gd name="T11" fmla="*/ 117 h 558"/>
                  <a:gd name="T12" fmla="*/ 166 w 818"/>
                  <a:gd name="T13" fmla="*/ 116 h 558"/>
                  <a:gd name="T14" fmla="*/ 53 w 818"/>
                  <a:gd name="T15" fmla="*/ 3 h 558"/>
                  <a:gd name="T16" fmla="*/ 0 w 818"/>
                  <a:gd name="T17" fmla="*/ 3 h 558"/>
                  <a:gd name="T18" fmla="*/ 0 w 818"/>
                  <a:gd name="T19" fmla="*/ 0 h 558"/>
                  <a:gd name="T20" fmla="*/ 54 w 818"/>
                  <a:gd name="T21" fmla="*/ 0 h 558"/>
                  <a:gd name="T22" fmla="*/ 55 w 818"/>
                  <a:gd name="T23" fmla="*/ 0 h 558"/>
                  <a:gd name="T24" fmla="*/ 168 w 818"/>
                  <a:gd name="T25" fmla="*/ 113 h 558"/>
                  <a:gd name="T26" fmla="*/ 220 w 818"/>
                  <a:gd name="T27" fmla="*/ 113 h 558"/>
                  <a:gd name="T28" fmla="*/ 221 w 818"/>
                  <a:gd name="T29" fmla="*/ 114 h 558"/>
                  <a:gd name="T30" fmla="*/ 297 w 818"/>
                  <a:gd name="T31" fmla="*/ 190 h 558"/>
                  <a:gd name="T32" fmla="*/ 451 w 818"/>
                  <a:gd name="T33" fmla="*/ 190 h 558"/>
                  <a:gd name="T34" fmla="*/ 452 w 818"/>
                  <a:gd name="T35" fmla="*/ 190 h 558"/>
                  <a:gd name="T36" fmla="*/ 818 w 818"/>
                  <a:gd name="T37" fmla="*/ 555 h 558"/>
                  <a:gd name="T38" fmla="*/ 815 w 818"/>
                  <a:gd name="T39" fmla="*/ 558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18" h="558">
                    <a:moveTo>
                      <a:pt x="815" y="558"/>
                    </a:moveTo>
                    <a:cubicBezTo>
                      <a:pt x="450" y="193"/>
                      <a:pt x="450" y="193"/>
                      <a:pt x="450" y="193"/>
                    </a:cubicBezTo>
                    <a:cubicBezTo>
                      <a:pt x="296" y="193"/>
                      <a:pt x="296" y="193"/>
                      <a:pt x="296" y="193"/>
                    </a:cubicBezTo>
                    <a:cubicBezTo>
                      <a:pt x="295" y="193"/>
                      <a:pt x="295" y="193"/>
                      <a:pt x="295" y="192"/>
                    </a:cubicBezTo>
                    <a:cubicBezTo>
                      <a:pt x="219" y="117"/>
                      <a:pt x="219" y="117"/>
                      <a:pt x="219" y="117"/>
                    </a:cubicBezTo>
                    <a:cubicBezTo>
                      <a:pt x="167" y="117"/>
                      <a:pt x="167" y="117"/>
                      <a:pt x="167" y="117"/>
                    </a:cubicBezTo>
                    <a:cubicBezTo>
                      <a:pt x="167" y="117"/>
                      <a:pt x="167" y="117"/>
                      <a:pt x="166" y="116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5" y="0"/>
                      <a:pt x="55" y="0"/>
                    </a:cubicBezTo>
                    <a:cubicBezTo>
                      <a:pt x="168" y="113"/>
                      <a:pt x="168" y="113"/>
                      <a:pt x="168" y="113"/>
                    </a:cubicBezTo>
                    <a:cubicBezTo>
                      <a:pt x="220" y="113"/>
                      <a:pt x="220" y="113"/>
                      <a:pt x="220" y="113"/>
                    </a:cubicBezTo>
                    <a:cubicBezTo>
                      <a:pt x="220" y="113"/>
                      <a:pt x="221" y="114"/>
                      <a:pt x="221" y="114"/>
                    </a:cubicBezTo>
                    <a:cubicBezTo>
                      <a:pt x="297" y="190"/>
                      <a:pt x="297" y="190"/>
                      <a:pt x="297" y="190"/>
                    </a:cubicBezTo>
                    <a:cubicBezTo>
                      <a:pt x="451" y="190"/>
                      <a:pt x="451" y="190"/>
                      <a:pt x="451" y="190"/>
                    </a:cubicBezTo>
                    <a:cubicBezTo>
                      <a:pt x="452" y="190"/>
                      <a:pt x="452" y="190"/>
                      <a:pt x="452" y="190"/>
                    </a:cubicBezTo>
                    <a:cubicBezTo>
                      <a:pt x="818" y="555"/>
                      <a:pt x="818" y="555"/>
                      <a:pt x="818" y="555"/>
                    </a:cubicBezTo>
                    <a:lnTo>
                      <a:pt x="815" y="55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7" name="Freeform 642"/>
              <p:cNvSpPr>
                <a:spLocks/>
              </p:cNvSpPr>
              <p:nvPr/>
            </p:nvSpPr>
            <p:spPr bwMode="auto">
              <a:xfrm flipV="1">
                <a:off x="-7342188" y="1597025"/>
                <a:ext cx="1670050" cy="1279525"/>
              </a:xfrm>
              <a:custGeom>
                <a:avLst/>
                <a:gdLst>
                  <a:gd name="T0" fmla="*/ 443 w 445"/>
                  <a:gd name="T1" fmla="*/ 341 h 341"/>
                  <a:gd name="T2" fmla="*/ 161 w 445"/>
                  <a:gd name="T3" fmla="*/ 59 h 341"/>
                  <a:gd name="T4" fmla="*/ 129 w 445"/>
                  <a:gd name="T5" fmla="*/ 59 h 341"/>
                  <a:gd name="T6" fmla="*/ 128 w 445"/>
                  <a:gd name="T7" fmla="*/ 59 h 341"/>
                  <a:gd name="T8" fmla="*/ 72 w 445"/>
                  <a:gd name="T9" fmla="*/ 3 h 341"/>
                  <a:gd name="T10" fmla="*/ 0 w 445"/>
                  <a:gd name="T11" fmla="*/ 3 h 341"/>
                  <a:gd name="T12" fmla="*/ 0 w 445"/>
                  <a:gd name="T13" fmla="*/ 0 h 341"/>
                  <a:gd name="T14" fmla="*/ 73 w 445"/>
                  <a:gd name="T15" fmla="*/ 0 h 341"/>
                  <a:gd name="T16" fmla="*/ 74 w 445"/>
                  <a:gd name="T17" fmla="*/ 0 h 341"/>
                  <a:gd name="T18" fmla="*/ 130 w 445"/>
                  <a:gd name="T19" fmla="*/ 56 h 341"/>
                  <a:gd name="T20" fmla="*/ 162 w 445"/>
                  <a:gd name="T21" fmla="*/ 56 h 341"/>
                  <a:gd name="T22" fmla="*/ 163 w 445"/>
                  <a:gd name="T23" fmla="*/ 56 h 341"/>
                  <a:gd name="T24" fmla="*/ 445 w 445"/>
                  <a:gd name="T25" fmla="*/ 339 h 341"/>
                  <a:gd name="T26" fmla="*/ 443 w 445"/>
                  <a:gd name="T27" fmla="*/ 341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5" h="341">
                    <a:moveTo>
                      <a:pt x="443" y="341"/>
                    </a:moveTo>
                    <a:cubicBezTo>
                      <a:pt x="161" y="59"/>
                      <a:pt x="161" y="59"/>
                      <a:pt x="161" y="59"/>
                    </a:cubicBezTo>
                    <a:cubicBezTo>
                      <a:pt x="129" y="59"/>
                      <a:pt x="129" y="59"/>
                      <a:pt x="129" y="59"/>
                    </a:cubicBezTo>
                    <a:cubicBezTo>
                      <a:pt x="128" y="59"/>
                      <a:pt x="128" y="59"/>
                      <a:pt x="128" y="59"/>
                    </a:cubicBezTo>
                    <a:cubicBezTo>
                      <a:pt x="72" y="3"/>
                      <a:pt x="72" y="3"/>
                      <a:pt x="72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130" y="56"/>
                      <a:pt x="130" y="56"/>
                      <a:pt x="130" y="56"/>
                    </a:cubicBezTo>
                    <a:cubicBezTo>
                      <a:pt x="162" y="56"/>
                      <a:pt x="162" y="56"/>
                      <a:pt x="162" y="56"/>
                    </a:cubicBezTo>
                    <a:cubicBezTo>
                      <a:pt x="162" y="56"/>
                      <a:pt x="163" y="56"/>
                      <a:pt x="163" y="56"/>
                    </a:cubicBezTo>
                    <a:cubicBezTo>
                      <a:pt x="445" y="339"/>
                      <a:pt x="445" y="339"/>
                      <a:pt x="445" y="339"/>
                    </a:cubicBezTo>
                    <a:lnTo>
                      <a:pt x="443" y="34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8" name="Freeform 643"/>
              <p:cNvSpPr>
                <a:spLocks/>
              </p:cNvSpPr>
              <p:nvPr/>
            </p:nvSpPr>
            <p:spPr bwMode="auto">
              <a:xfrm flipV="1">
                <a:off x="-7562850" y="1533524"/>
                <a:ext cx="1827212" cy="1477963"/>
              </a:xfrm>
              <a:custGeom>
                <a:avLst/>
                <a:gdLst>
                  <a:gd name="T0" fmla="*/ 485 w 487"/>
                  <a:gd name="T1" fmla="*/ 394 h 394"/>
                  <a:gd name="T2" fmla="*/ 211 w 487"/>
                  <a:gd name="T3" fmla="*/ 121 h 394"/>
                  <a:gd name="T4" fmla="*/ 172 w 487"/>
                  <a:gd name="T5" fmla="*/ 121 h 394"/>
                  <a:gd name="T6" fmla="*/ 170 w 487"/>
                  <a:gd name="T7" fmla="*/ 120 h 394"/>
                  <a:gd name="T8" fmla="*/ 122 w 487"/>
                  <a:gd name="T9" fmla="*/ 72 h 394"/>
                  <a:gd name="T10" fmla="*/ 40 w 487"/>
                  <a:gd name="T11" fmla="*/ 72 h 394"/>
                  <a:gd name="T12" fmla="*/ 39 w 487"/>
                  <a:gd name="T13" fmla="*/ 71 h 394"/>
                  <a:gd name="T14" fmla="*/ 0 w 487"/>
                  <a:gd name="T15" fmla="*/ 33 h 394"/>
                  <a:gd name="T16" fmla="*/ 0 w 487"/>
                  <a:gd name="T17" fmla="*/ 32 h 394"/>
                  <a:gd name="T18" fmla="*/ 0 w 487"/>
                  <a:gd name="T19" fmla="*/ 0 h 394"/>
                  <a:gd name="T20" fmla="*/ 3 w 487"/>
                  <a:gd name="T21" fmla="*/ 0 h 394"/>
                  <a:gd name="T22" fmla="*/ 3 w 487"/>
                  <a:gd name="T23" fmla="*/ 31 h 394"/>
                  <a:gd name="T24" fmla="*/ 41 w 487"/>
                  <a:gd name="T25" fmla="*/ 69 h 394"/>
                  <a:gd name="T26" fmla="*/ 123 w 487"/>
                  <a:gd name="T27" fmla="*/ 69 h 394"/>
                  <a:gd name="T28" fmla="*/ 124 w 487"/>
                  <a:gd name="T29" fmla="*/ 69 h 394"/>
                  <a:gd name="T30" fmla="*/ 172 w 487"/>
                  <a:gd name="T31" fmla="*/ 117 h 394"/>
                  <a:gd name="T32" fmla="*/ 212 w 487"/>
                  <a:gd name="T33" fmla="*/ 117 h 394"/>
                  <a:gd name="T34" fmla="*/ 213 w 487"/>
                  <a:gd name="T35" fmla="*/ 118 h 394"/>
                  <a:gd name="T36" fmla="*/ 487 w 487"/>
                  <a:gd name="T37" fmla="*/ 392 h 394"/>
                  <a:gd name="T38" fmla="*/ 485 w 487"/>
                  <a:gd name="T39" fmla="*/ 394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7" h="394">
                    <a:moveTo>
                      <a:pt x="485" y="394"/>
                    </a:moveTo>
                    <a:cubicBezTo>
                      <a:pt x="211" y="121"/>
                      <a:pt x="211" y="121"/>
                      <a:pt x="211" y="121"/>
                    </a:cubicBezTo>
                    <a:cubicBezTo>
                      <a:pt x="172" y="121"/>
                      <a:pt x="172" y="121"/>
                      <a:pt x="172" y="121"/>
                    </a:cubicBezTo>
                    <a:cubicBezTo>
                      <a:pt x="171" y="121"/>
                      <a:pt x="171" y="120"/>
                      <a:pt x="170" y="120"/>
                    </a:cubicBezTo>
                    <a:cubicBezTo>
                      <a:pt x="122" y="72"/>
                      <a:pt x="122" y="72"/>
                      <a:pt x="122" y="72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40" y="72"/>
                      <a:pt x="39" y="72"/>
                      <a:pt x="39" y="7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2"/>
                      <a:pt x="0" y="3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4" y="69"/>
                      <a:pt x="124" y="69"/>
                      <a:pt x="124" y="69"/>
                    </a:cubicBezTo>
                    <a:cubicBezTo>
                      <a:pt x="172" y="117"/>
                      <a:pt x="172" y="117"/>
                      <a:pt x="172" y="117"/>
                    </a:cubicBezTo>
                    <a:cubicBezTo>
                      <a:pt x="212" y="117"/>
                      <a:pt x="212" y="117"/>
                      <a:pt x="212" y="117"/>
                    </a:cubicBezTo>
                    <a:cubicBezTo>
                      <a:pt x="213" y="117"/>
                      <a:pt x="213" y="117"/>
                      <a:pt x="213" y="118"/>
                    </a:cubicBezTo>
                    <a:cubicBezTo>
                      <a:pt x="487" y="392"/>
                      <a:pt x="487" y="392"/>
                      <a:pt x="487" y="392"/>
                    </a:cubicBezTo>
                    <a:lnTo>
                      <a:pt x="485" y="3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9" name="Freeform 644"/>
              <p:cNvSpPr>
                <a:spLocks/>
              </p:cNvSpPr>
              <p:nvPr/>
            </p:nvSpPr>
            <p:spPr bwMode="auto">
              <a:xfrm flipV="1">
                <a:off x="-8624888" y="1404937"/>
                <a:ext cx="2765425" cy="2046288"/>
              </a:xfrm>
              <a:custGeom>
                <a:avLst/>
                <a:gdLst>
                  <a:gd name="T0" fmla="*/ 734 w 737"/>
                  <a:gd name="T1" fmla="*/ 545 h 545"/>
                  <a:gd name="T2" fmla="*/ 450 w 737"/>
                  <a:gd name="T3" fmla="*/ 260 h 545"/>
                  <a:gd name="T4" fmla="*/ 355 w 737"/>
                  <a:gd name="T5" fmla="*/ 260 h 545"/>
                  <a:gd name="T6" fmla="*/ 353 w 737"/>
                  <a:gd name="T7" fmla="*/ 259 h 545"/>
                  <a:gd name="T8" fmla="*/ 153 w 737"/>
                  <a:gd name="T9" fmla="*/ 59 h 545"/>
                  <a:gd name="T10" fmla="*/ 122 w 737"/>
                  <a:gd name="T11" fmla="*/ 59 h 545"/>
                  <a:gd name="T12" fmla="*/ 121 w 737"/>
                  <a:gd name="T13" fmla="*/ 59 h 545"/>
                  <a:gd name="T14" fmla="*/ 65 w 737"/>
                  <a:gd name="T15" fmla="*/ 3 h 545"/>
                  <a:gd name="T16" fmla="*/ 0 w 737"/>
                  <a:gd name="T17" fmla="*/ 3 h 545"/>
                  <a:gd name="T18" fmla="*/ 0 w 737"/>
                  <a:gd name="T19" fmla="*/ 0 h 545"/>
                  <a:gd name="T20" fmla="*/ 66 w 737"/>
                  <a:gd name="T21" fmla="*/ 0 h 545"/>
                  <a:gd name="T22" fmla="*/ 67 w 737"/>
                  <a:gd name="T23" fmla="*/ 0 h 545"/>
                  <a:gd name="T24" fmla="*/ 123 w 737"/>
                  <a:gd name="T25" fmla="*/ 56 h 545"/>
                  <a:gd name="T26" fmla="*/ 154 w 737"/>
                  <a:gd name="T27" fmla="*/ 56 h 545"/>
                  <a:gd name="T28" fmla="*/ 155 w 737"/>
                  <a:gd name="T29" fmla="*/ 57 h 545"/>
                  <a:gd name="T30" fmla="*/ 355 w 737"/>
                  <a:gd name="T31" fmla="*/ 257 h 545"/>
                  <a:gd name="T32" fmla="*/ 450 w 737"/>
                  <a:gd name="T33" fmla="*/ 257 h 545"/>
                  <a:gd name="T34" fmla="*/ 452 w 737"/>
                  <a:gd name="T35" fmla="*/ 257 h 545"/>
                  <a:gd name="T36" fmla="*/ 737 w 737"/>
                  <a:gd name="T37" fmla="*/ 542 h 545"/>
                  <a:gd name="T38" fmla="*/ 734 w 737"/>
                  <a:gd name="T39" fmla="*/ 545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7" h="545">
                    <a:moveTo>
                      <a:pt x="734" y="545"/>
                    </a:moveTo>
                    <a:cubicBezTo>
                      <a:pt x="450" y="260"/>
                      <a:pt x="450" y="260"/>
                      <a:pt x="450" y="260"/>
                    </a:cubicBezTo>
                    <a:cubicBezTo>
                      <a:pt x="355" y="260"/>
                      <a:pt x="355" y="260"/>
                      <a:pt x="355" y="260"/>
                    </a:cubicBezTo>
                    <a:cubicBezTo>
                      <a:pt x="354" y="260"/>
                      <a:pt x="354" y="260"/>
                      <a:pt x="353" y="2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1" y="59"/>
                      <a:pt x="121" y="59"/>
                    </a:cubicBezTo>
                    <a:cubicBezTo>
                      <a:pt x="65" y="3"/>
                      <a:pt x="65" y="3"/>
                      <a:pt x="65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7" y="0"/>
                      <a:pt x="67" y="0"/>
                    </a:cubicBezTo>
                    <a:cubicBezTo>
                      <a:pt x="123" y="56"/>
                      <a:pt x="123" y="56"/>
                      <a:pt x="123" y="56"/>
                    </a:cubicBezTo>
                    <a:cubicBezTo>
                      <a:pt x="154" y="56"/>
                      <a:pt x="154" y="56"/>
                      <a:pt x="154" y="56"/>
                    </a:cubicBezTo>
                    <a:cubicBezTo>
                      <a:pt x="155" y="56"/>
                      <a:pt x="155" y="56"/>
                      <a:pt x="155" y="57"/>
                    </a:cubicBezTo>
                    <a:cubicBezTo>
                      <a:pt x="355" y="257"/>
                      <a:pt x="355" y="257"/>
                      <a:pt x="355" y="257"/>
                    </a:cubicBezTo>
                    <a:cubicBezTo>
                      <a:pt x="450" y="257"/>
                      <a:pt x="450" y="257"/>
                      <a:pt x="450" y="257"/>
                    </a:cubicBezTo>
                    <a:cubicBezTo>
                      <a:pt x="451" y="257"/>
                      <a:pt x="451" y="257"/>
                      <a:pt x="452" y="257"/>
                    </a:cubicBezTo>
                    <a:cubicBezTo>
                      <a:pt x="737" y="542"/>
                      <a:pt x="737" y="542"/>
                      <a:pt x="737" y="542"/>
                    </a:cubicBezTo>
                    <a:lnTo>
                      <a:pt x="734" y="545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0" name="Freeform 645"/>
              <p:cNvSpPr>
                <a:spLocks/>
              </p:cNvSpPr>
              <p:nvPr/>
            </p:nvSpPr>
            <p:spPr bwMode="auto">
              <a:xfrm flipV="1">
                <a:off x="-8448675" y="1327149"/>
                <a:ext cx="2509837" cy="1947863"/>
              </a:xfrm>
              <a:custGeom>
                <a:avLst/>
                <a:gdLst>
                  <a:gd name="T0" fmla="*/ 666 w 669"/>
                  <a:gd name="T1" fmla="*/ 519 h 519"/>
                  <a:gd name="T2" fmla="*/ 389 w 669"/>
                  <a:gd name="T3" fmla="*/ 243 h 519"/>
                  <a:gd name="T4" fmla="*/ 308 w 669"/>
                  <a:gd name="T5" fmla="*/ 243 h 519"/>
                  <a:gd name="T6" fmla="*/ 306 w 669"/>
                  <a:gd name="T7" fmla="*/ 242 h 519"/>
                  <a:gd name="T8" fmla="*/ 107 w 669"/>
                  <a:gd name="T9" fmla="*/ 42 h 519"/>
                  <a:gd name="T10" fmla="*/ 68 w 669"/>
                  <a:gd name="T11" fmla="*/ 42 h 519"/>
                  <a:gd name="T12" fmla="*/ 66 w 669"/>
                  <a:gd name="T13" fmla="*/ 41 h 519"/>
                  <a:gd name="T14" fmla="*/ 30 w 669"/>
                  <a:gd name="T15" fmla="*/ 5 h 519"/>
                  <a:gd name="T16" fmla="*/ 0 w 669"/>
                  <a:gd name="T17" fmla="*/ 5 h 519"/>
                  <a:gd name="T18" fmla="*/ 0 w 669"/>
                  <a:gd name="T19" fmla="*/ 0 h 519"/>
                  <a:gd name="T20" fmla="*/ 31 w 669"/>
                  <a:gd name="T21" fmla="*/ 0 h 519"/>
                  <a:gd name="T22" fmla="*/ 33 w 669"/>
                  <a:gd name="T23" fmla="*/ 1 h 519"/>
                  <a:gd name="T24" fmla="*/ 69 w 669"/>
                  <a:gd name="T25" fmla="*/ 37 h 519"/>
                  <a:gd name="T26" fmla="*/ 108 w 669"/>
                  <a:gd name="T27" fmla="*/ 37 h 519"/>
                  <a:gd name="T28" fmla="*/ 110 w 669"/>
                  <a:gd name="T29" fmla="*/ 38 h 519"/>
                  <a:gd name="T30" fmla="*/ 309 w 669"/>
                  <a:gd name="T31" fmla="*/ 237 h 519"/>
                  <a:gd name="T32" fmla="*/ 390 w 669"/>
                  <a:gd name="T33" fmla="*/ 237 h 519"/>
                  <a:gd name="T34" fmla="*/ 392 w 669"/>
                  <a:gd name="T35" fmla="*/ 238 h 519"/>
                  <a:gd name="T36" fmla="*/ 669 w 669"/>
                  <a:gd name="T37" fmla="*/ 516 h 519"/>
                  <a:gd name="T38" fmla="*/ 666 w 669"/>
                  <a:gd name="T39" fmla="*/ 519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69" h="519">
                    <a:moveTo>
                      <a:pt x="666" y="519"/>
                    </a:moveTo>
                    <a:cubicBezTo>
                      <a:pt x="389" y="243"/>
                      <a:pt x="389" y="243"/>
                      <a:pt x="389" y="243"/>
                    </a:cubicBezTo>
                    <a:cubicBezTo>
                      <a:pt x="308" y="243"/>
                      <a:pt x="308" y="243"/>
                      <a:pt x="308" y="243"/>
                    </a:cubicBezTo>
                    <a:cubicBezTo>
                      <a:pt x="307" y="243"/>
                      <a:pt x="307" y="242"/>
                      <a:pt x="306" y="24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68" y="42"/>
                      <a:pt x="68" y="42"/>
                      <a:pt x="68" y="42"/>
                    </a:cubicBezTo>
                    <a:cubicBezTo>
                      <a:pt x="67" y="42"/>
                      <a:pt x="67" y="42"/>
                      <a:pt x="66" y="41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2" y="0"/>
                      <a:pt x="33" y="1"/>
                    </a:cubicBezTo>
                    <a:cubicBezTo>
                      <a:pt x="69" y="37"/>
                      <a:pt x="69" y="37"/>
                      <a:pt x="69" y="37"/>
                    </a:cubicBezTo>
                    <a:cubicBezTo>
                      <a:pt x="108" y="37"/>
                      <a:pt x="108" y="37"/>
                      <a:pt x="108" y="37"/>
                    </a:cubicBezTo>
                    <a:cubicBezTo>
                      <a:pt x="108" y="37"/>
                      <a:pt x="109" y="37"/>
                      <a:pt x="110" y="38"/>
                    </a:cubicBezTo>
                    <a:cubicBezTo>
                      <a:pt x="309" y="237"/>
                      <a:pt x="309" y="237"/>
                      <a:pt x="309" y="237"/>
                    </a:cubicBezTo>
                    <a:cubicBezTo>
                      <a:pt x="390" y="237"/>
                      <a:pt x="390" y="237"/>
                      <a:pt x="390" y="237"/>
                    </a:cubicBezTo>
                    <a:cubicBezTo>
                      <a:pt x="391" y="237"/>
                      <a:pt x="392" y="238"/>
                      <a:pt x="392" y="238"/>
                    </a:cubicBezTo>
                    <a:cubicBezTo>
                      <a:pt x="669" y="516"/>
                      <a:pt x="669" y="516"/>
                      <a:pt x="669" y="516"/>
                    </a:cubicBezTo>
                    <a:lnTo>
                      <a:pt x="666" y="5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1" name="Freeform 646"/>
              <p:cNvSpPr>
                <a:spLocks/>
              </p:cNvSpPr>
              <p:nvPr/>
            </p:nvSpPr>
            <p:spPr bwMode="auto">
              <a:xfrm flipV="1">
                <a:off x="-7650163" y="1255712"/>
                <a:ext cx="1641475" cy="1323975"/>
              </a:xfrm>
              <a:custGeom>
                <a:avLst/>
                <a:gdLst>
                  <a:gd name="T0" fmla="*/ 434 w 437"/>
                  <a:gd name="T1" fmla="*/ 353 h 353"/>
                  <a:gd name="T2" fmla="*/ 165 w 437"/>
                  <a:gd name="T3" fmla="*/ 83 h 353"/>
                  <a:gd name="T4" fmla="*/ 96 w 437"/>
                  <a:gd name="T5" fmla="*/ 83 h 353"/>
                  <a:gd name="T6" fmla="*/ 95 w 437"/>
                  <a:gd name="T7" fmla="*/ 83 h 353"/>
                  <a:gd name="T8" fmla="*/ 15 w 437"/>
                  <a:gd name="T9" fmla="*/ 3 h 353"/>
                  <a:gd name="T10" fmla="*/ 0 w 437"/>
                  <a:gd name="T11" fmla="*/ 3 h 353"/>
                  <a:gd name="T12" fmla="*/ 0 w 437"/>
                  <a:gd name="T13" fmla="*/ 0 h 353"/>
                  <a:gd name="T14" fmla="*/ 16 w 437"/>
                  <a:gd name="T15" fmla="*/ 0 h 353"/>
                  <a:gd name="T16" fmla="*/ 17 w 437"/>
                  <a:gd name="T17" fmla="*/ 0 h 353"/>
                  <a:gd name="T18" fmla="*/ 97 w 437"/>
                  <a:gd name="T19" fmla="*/ 80 h 353"/>
                  <a:gd name="T20" fmla="*/ 166 w 437"/>
                  <a:gd name="T21" fmla="*/ 80 h 353"/>
                  <a:gd name="T22" fmla="*/ 167 w 437"/>
                  <a:gd name="T23" fmla="*/ 80 h 353"/>
                  <a:gd name="T24" fmla="*/ 437 w 437"/>
                  <a:gd name="T25" fmla="*/ 350 h 353"/>
                  <a:gd name="T26" fmla="*/ 434 w 437"/>
                  <a:gd name="T27" fmla="*/ 353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37" h="353">
                    <a:moveTo>
                      <a:pt x="434" y="353"/>
                    </a:moveTo>
                    <a:cubicBezTo>
                      <a:pt x="165" y="83"/>
                      <a:pt x="165" y="83"/>
                      <a:pt x="165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5" y="83"/>
                      <a:pt x="95" y="8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7" y="0"/>
                      <a:pt x="17" y="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166" y="80"/>
                      <a:pt x="166" y="80"/>
                      <a:pt x="166" y="80"/>
                    </a:cubicBezTo>
                    <a:cubicBezTo>
                      <a:pt x="166" y="80"/>
                      <a:pt x="167" y="80"/>
                      <a:pt x="167" y="80"/>
                    </a:cubicBezTo>
                    <a:cubicBezTo>
                      <a:pt x="437" y="350"/>
                      <a:pt x="437" y="350"/>
                      <a:pt x="437" y="350"/>
                    </a:cubicBezTo>
                    <a:lnTo>
                      <a:pt x="434" y="353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2" name="Freeform 647"/>
              <p:cNvSpPr>
                <a:spLocks/>
              </p:cNvSpPr>
              <p:nvPr/>
            </p:nvSpPr>
            <p:spPr bwMode="auto">
              <a:xfrm flipV="1">
                <a:off x="-7856538" y="1173162"/>
                <a:ext cx="1760537" cy="1455738"/>
              </a:xfrm>
              <a:custGeom>
                <a:avLst/>
                <a:gdLst>
                  <a:gd name="T0" fmla="*/ 467 w 469"/>
                  <a:gd name="T1" fmla="*/ 388 h 388"/>
                  <a:gd name="T2" fmla="*/ 204 w 469"/>
                  <a:gd name="T3" fmla="*/ 125 h 388"/>
                  <a:gd name="T4" fmla="*/ 149 w 469"/>
                  <a:gd name="T5" fmla="*/ 125 h 388"/>
                  <a:gd name="T6" fmla="*/ 148 w 469"/>
                  <a:gd name="T7" fmla="*/ 125 h 388"/>
                  <a:gd name="T8" fmla="*/ 79 w 469"/>
                  <a:gd name="T9" fmla="*/ 56 h 388"/>
                  <a:gd name="T10" fmla="*/ 39 w 469"/>
                  <a:gd name="T11" fmla="*/ 56 h 388"/>
                  <a:gd name="T12" fmla="*/ 37 w 469"/>
                  <a:gd name="T13" fmla="*/ 55 h 388"/>
                  <a:gd name="T14" fmla="*/ 1 w 469"/>
                  <a:gd name="T15" fmla="*/ 18 h 388"/>
                  <a:gd name="T16" fmla="*/ 0 w 469"/>
                  <a:gd name="T17" fmla="*/ 17 h 388"/>
                  <a:gd name="T18" fmla="*/ 0 w 469"/>
                  <a:gd name="T19" fmla="*/ 0 h 388"/>
                  <a:gd name="T20" fmla="*/ 3 w 469"/>
                  <a:gd name="T21" fmla="*/ 0 h 388"/>
                  <a:gd name="T22" fmla="*/ 3 w 469"/>
                  <a:gd name="T23" fmla="*/ 16 h 388"/>
                  <a:gd name="T24" fmla="*/ 39 w 469"/>
                  <a:gd name="T25" fmla="*/ 52 h 388"/>
                  <a:gd name="T26" fmla="*/ 80 w 469"/>
                  <a:gd name="T27" fmla="*/ 52 h 388"/>
                  <a:gd name="T28" fmla="*/ 81 w 469"/>
                  <a:gd name="T29" fmla="*/ 53 h 388"/>
                  <a:gd name="T30" fmla="*/ 150 w 469"/>
                  <a:gd name="T31" fmla="*/ 122 h 388"/>
                  <a:gd name="T32" fmla="*/ 205 w 469"/>
                  <a:gd name="T33" fmla="*/ 122 h 388"/>
                  <a:gd name="T34" fmla="*/ 206 w 469"/>
                  <a:gd name="T35" fmla="*/ 122 h 388"/>
                  <a:gd name="T36" fmla="*/ 469 w 469"/>
                  <a:gd name="T37" fmla="*/ 386 h 388"/>
                  <a:gd name="T38" fmla="*/ 467 w 469"/>
                  <a:gd name="T39" fmla="*/ 388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69" h="388">
                    <a:moveTo>
                      <a:pt x="467" y="388"/>
                    </a:moveTo>
                    <a:cubicBezTo>
                      <a:pt x="204" y="125"/>
                      <a:pt x="204" y="125"/>
                      <a:pt x="204" y="125"/>
                    </a:cubicBezTo>
                    <a:cubicBezTo>
                      <a:pt x="149" y="125"/>
                      <a:pt x="149" y="125"/>
                      <a:pt x="149" y="125"/>
                    </a:cubicBezTo>
                    <a:cubicBezTo>
                      <a:pt x="149" y="125"/>
                      <a:pt x="148" y="125"/>
                      <a:pt x="148" y="125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8" y="56"/>
                      <a:pt x="38" y="56"/>
                      <a:pt x="37" y="55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8"/>
                      <a:pt x="0" y="1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80" y="52"/>
                      <a:pt x="80" y="52"/>
                      <a:pt x="80" y="52"/>
                    </a:cubicBezTo>
                    <a:cubicBezTo>
                      <a:pt x="80" y="52"/>
                      <a:pt x="80" y="53"/>
                      <a:pt x="81" y="53"/>
                    </a:cubicBezTo>
                    <a:cubicBezTo>
                      <a:pt x="150" y="122"/>
                      <a:pt x="150" y="122"/>
                      <a:pt x="150" y="122"/>
                    </a:cubicBezTo>
                    <a:cubicBezTo>
                      <a:pt x="205" y="122"/>
                      <a:pt x="205" y="122"/>
                      <a:pt x="205" y="122"/>
                    </a:cubicBezTo>
                    <a:cubicBezTo>
                      <a:pt x="205" y="122"/>
                      <a:pt x="206" y="122"/>
                      <a:pt x="206" y="122"/>
                    </a:cubicBezTo>
                    <a:cubicBezTo>
                      <a:pt x="469" y="386"/>
                      <a:pt x="469" y="386"/>
                      <a:pt x="469" y="386"/>
                    </a:cubicBezTo>
                    <a:lnTo>
                      <a:pt x="467" y="38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3" name="Freeform 648"/>
              <p:cNvSpPr>
                <a:spLocks/>
              </p:cNvSpPr>
              <p:nvPr/>
            </p:nvSpPr>
            <p:spPr bwMode="auto">
              <a:xfrm flipV="1">
                <a:off x="-8786813" y="1098549"/>
                <a:ext cx="2616200" cy="2513013"/>
              </a:xfrm>
              <a:custGeom>
                <a:avLst/>
                <a:gdLst>
                  <a:gd name="T0" fmla="*/ 695 w 697"/>
                  <a:gd name="T1" fmla="*/ 670 h 670"/>
                  <a:gd name="T2" fmla="*/ 466 w 697"/>
                  <a:gd name="T3" fmla="*/ 441 h 670"/>
                  <a:gd name="T4" fmla="*/ 370 w 697"/>
                  <a:gd name="T5" fmla="*/ 441 h 670"/>
                  <a:gd name="T6" fmla="*/ 369 w 697"/>
                  <a:gd name="T7" fmla="*/ 440 h 670"/>
                  <a:gd name="T8" fmla="*/ 38 w 697"/>
                  <a:gd name="T9" fmla="*/ 109 h 670"/>
                  <a:gd name="T10" fmla="*/ 37 w 697"/>
                  <a:gd name="T11" fmla="*/ 108 h 670"/>
                  <a:gd name="T12" fmla="*/ 37 w 697"/>
                  <a:gd name="T13" fmla="*/ 96 h 670"/>
                  <a:gd name="T14" fmla="*/ 0 w 697"/>
                  <a:gd name="T15" fmla="*/ 59 h 670"/>
                  <a:gd name="T16" fmla="*/ 0 w 697"/>
                  <a:gd name="T17" fmla="*/ 58 h 670"/>
                  <a:gd name="T18" fmla="*/ 0 w 697"/>
                  <a:gd name="T19" fmla="*/ 29 h 670"/>
                  <a:gd name="T20" fmla="*/ 0 w 697"/>
                  <a:gd name="T21" fmla="*/ 28 h 670"/>
                  <a:gd name="T22" fmla="*/ 28 w 697"/>
                  <a:gd name="T23" fmla="*/ 0 h 670"/>
                  <a:gd name="T24" fmla="*/ 29 w 697"/>
                  <a:gd name="T25" fmla="*/ 0 h 670"/>
                  <a:gd name="T26" fmla="*/ 29 w 697"/>
                  <a:gd name="T27" fmla="*/ 0 h 670"/>
                  <a:gd name="T28" fmla="*/ 61 w 697"/>
                  <a:gd name="T29" fmla="*/ 0 h 670"/>
                  <a:gd name="T30" fmla="*/ 61 w 697"/>
                  <a:gd name="T31" fmla="*/ 3 h 670"/>
                  <a:gd name="T32" fmla="*/ 30 w 697"/>
                  <a:gd name="T33" fmla="*/ 3 h 670"/>
                  <a:gd name="T34" fmla="*/ 3 w 697"/>
                  <a:gd name="T35" fmla="*/ 30 h 670"/>
                  <a:gd name="T36" fmla="*/ 3 w 697"/>
                  <a:gd name="T37" fmla="*/ 57 h 670"/>
                  <a:gd name="T38" fmla="*/ 40 w 697"/>
                  <a:gd name="T39" fmla="*/ 95 h 670"/>
                  <a:gd name="T40" fmla="*/ 41 w 697"/>
                  <a:gd name="T41" fmla="*/ 96 h 670"/>
                  <a:gd name="T42" fmla="*/ 41 w 697"/>
                  <a:gd name="T43" fmla="*/ 107 h 670"/>
                  <a:gd name="T44" fmla="*/ 371 w 697"/>
                  <a:gd name="T45" fmla="*/ 437 h 670"/>
                  <a:gd name="T46" fmla="*/ 467 w 697"/>
                  <a:gd name="T47" fmla="*/ 437 h 670"/>
                  <a:gd name="T48" fmla="*/ 468 w 697"/>
                  <a:gd name="T49" fmla="*/ 438 h 670"/>
                  <a:gd name="T50" fmla="*/ 697 w 697"/>
                  <a:gd name="T51" fmla="*/ 668 h 670"/>
                  <a:gd name="T52" fmla="*/ 695 w 697"/>
                  <a:gd name="T53" fmla="*/ 670 h 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97" h="670">
                    <a:moveTo>
                      <a:pt x="695" y="670"/>
                    </a:moveTo>
                    <a:cubicBezTo>
                      <a:pt x="466" y="441"/>
                      <a:pt x="466" y="441"/>
                      <a:pt x="466" y="441"/>
                    </a:cubicBezTo>
                    <a:cubicBezTo>
                      <a:pt x="370" y="441"/>
                      <a:pt x="370" y="441"/>
                      <a:pt x="370" y="441"/>
                    </a:cubicBezTo>
                    <a:cubicBezTo>
                      <a:pt x="370" y="441"/>
                      <a:pt x="369" y="441"/>
                      <a:pt x="369" y="440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7" y="108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8"/>
                      <a:pt x="0" y="58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40" y="95"/>
                      <a:pt x="40" y="95"/>
                      <a:pt x="40" y="95"/>
                    </a:cubicBezTo>
                    <a:cubicBezTo>
                      <a:pt x="41" y="95"/>
                      <a:pt x="41" y="95"/>
                      <a:pt x="41" y="96"/>
                    </a:cubicBezTo>
                    <a:cubicBezTo>
                      <a:pt x="41" y="107"/>
                      <a:pt x="41" y="107"/>
                      <a:pt x="41" y="107"/>
                    </a:cubicBezTo>
                    <a:cubicBezTo>
                      <a:pt x="371" y="437"/>
                      <a:pt x="371" y="437"/>
                      <a:pt x="371" y="437"/>
                    </a:cubicBezTo>
                    <a:cubicBezTo>
                      <a:pt x="467" y="437"/>
                      <a:pt x="467" y="437"/>
                      <a:pt x="467" y="437"/>
                    </a:cubicBezTo>
                    <a:cubicBezTo>
                      <a:pt x="467" y="437"/>
                      <a:pt x="467" y="438"/>
                      <a:pt x="468" y="438"/>
                    </a:cubicBezTo>
                    <a:cubicBezTo>
                      <a:pt x="697" y="668"/>
                      <a:pt x="697" y="668"/>
                      <a:pt x="697" y="668"/>
                    </a:cubicBezTo>
                    <a:lnTo>
                      <a:pt x="695" y="670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4" name="Freeform 649"/>
              <p:cNvSpPr>
                <a:spLocks/>
              </p:cNvSpPr>
              <p:nvPr/>
            </p:nvSpPr>
            <p:spPr bwMode="auto">
              <a:xfrm flipV="1">
                <a:off x="-8880475" y="1014412"/>
                <a:ext cx="2630487" cy="2544763"/>
              </a:xfrm>
              <a:custGeom>
                <a:avLst/>
                <a:gdLst>
                  <a:gd name="T0" fmla="*/ 698 w 701"/>
                  <a:gd name="T1" fmla="*/ 678 h 678"/>
                  <a:gd name="T2" fmla="*/ 470 w 701"/>
                  <a:gd name="T3" fmla="*/ 450 h 678"/>
                  <a:gd name="T4" fmla="*/ 389 w 701"/>
                  <a:gd name="T5" fmla="*/ 450 h 678"/>
                  <a:gd name="T6" fmla="*/ 388 w 701"/>
                  <a:gd name="T7" fmla="*/ 449 h 678"/>
                  <a:gd name="T8" fmla="*/ 44 w 701"/>
                  <a:gd name="T9" fmla="*/ 106 h 678"/>
                  <a:gd name="T10" fmla="*/ 44 w 701"/>
                  <a:gd name="T11" fmla="*/ 104 h 678"/>
                  <a:gd name="T12" fmla="*/ 44 w 701"/>
                  <a:gd name="T13" fmla="*/ 95 h 678"/>
                  <a:gd name="T14" fmla="*/ 0 w 701"/>
                  <a:gd name="T15" fmla="*/ 51 h 678"/>
                  <a:gd name="T16" fmla="*/ 0 w 701"/>
                  <a:gd name="T17" fmla="*/ 50 h 678"/>
                  <a:gd name="T18" fmla="*/ 0 w 701"/>
                  <a:gd name="T19" fmla="*/ 0 h 678"/>
                  <a:gd name="T20" fmla="*/ 3 w 701"/>
                  <a:gd name="T21" fmla="*/ 0 h 678"/>
                  <a:gd name="T22" fmla="*/ 3 w 701"/>
                  <a:gd name="T23" fmla="*/ 49 h 678"/>
                  <a:gd name="T24" fmla="*/ 47 w 701"/>
                  <a:gd name="T25" fmla="*/ 93 h 678"/>
                  <a:gd name="T26" fmla="*/ 47 w 701"/>
                  <a:gd name="T27" fmla="*/ 94 h 678"/>
                  <a:gd name="T28" fmla="*/ 47 w 701"/>
                  <a:gd name="T29" fmla="*/ 104 h 678"/>
                  <a:gd name="T30" fmla="*/ 390 w 701"/>
                  <a:gd name="T31" fmla="*/ 447 h 678"/>
                  <a:gd name="T32" fmla="*/ 471 w 701"/>
                  <a:gd name="T33" fmla="*/ 447 h 678"/>
                  <a:gd name="T34" fmla="*/ 472 w 701"/>
                  <a:gd name="T35" fmla="*/ 447 h 678"/>
                  <a:gd name="T36" fmla="*/ 701 w 701"/>
                  <a:gd name="T37" fmla="*/ 675 h 678"/>
                  <a:gd name="T38" fmla="*/ 698 w 701"/>
                  <a:gd name="T39" fmla="*/ 678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01" h="678">
                    <a:moveTo>
                      <a:pt x="698" y="678"/>
                    </a:moveTo>
                    <a:cubicBezTo>
                      <a:pt x="470" y="450"/>
                      <a:pt x="470" y="450"/>
                      <a:pt x="470" y="450"/>
                    </a:cubicBezTo>
                    <a:cubicBezTo>
                      <a:pt x="389" y="450"/>
                      <a:pt x="389" y="450"/>
                      <a:pt x="389" y="450"/>
                    </a:cubicBezTo>
                    <a:cubicBezTo>
                      <a:pt x="389" y="450"/>
                      <a:pt x="388" y="450"/>
                      <a:pt x="388" y="449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44" y="105"/>
                      <a:pt x="44" y="105"/>
                      <a:pt x="44" y="104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0" y="51"/>
                      <a:pt x="0" y="5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47" y="93"/>
                      <a:pt x="47" y="93"/>
                      <a:pt x="47" y="93"/>
                    </a:cubicBezTo>
                    <a:cubicBezTo>
                      <a:pt x="47" y="93"/>
                      <a:pt x="47" y="94"/>
                      <a:pt x="47" y="94"/>
                    </a:cubicBezTo>
                    <a:cubicBezTo>
                      <a:pt x="47" y="104"/>
                      <a:pt x="47" y="104"/>
                      <a:pt x="47" y="104"/>
                    </a:cubicBezTo>
                    <a:cubicBezTo>
                      <a:pt x="390" y="447"/>
                      <a:pt x="390" y="447"/>
                      <a:pt x="390" y="447"/>
                    </a:cubicBezTo>
                    <a:cubicBezTo>
                      <a:pt x="471" y="447"/>
                      <a:pt x="471" y="447"/>
                      <a:pt x="471" y="447"/>
                    </a:cubicBezTo>
                    <a:cubicBezTo>
                      <a:pt x="471" y="447"/>
                      <a:pt x="472" y="447"/>
                      <a:pt x="472" y="447"/>
                    </a:cubicBezTo>
                    <a:cubicBezTo>
                      <a:pt x="701" y="675"/>
                      <a:pt x="701" y="675"/>
                      <a:pt x="701" y="675"/>
                    </a:cubicBezTo>
                    <a:lnTo>
                      <a:pt x="698" y="67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5" name="Freeform 650"/>
              <p:cNvSpPr>
                <a:spLocks/>
              </p:cNvSpPr>
              <p:nvPr/>
            </p:nvSpPr>
            <p:spPr bwMode="auto">
              <a:xfrm flipV="1">
                <a:off x="-8740775" y="939800"/>
                <a:ext cx="2413000" cy="2098675"/>
              </a:xfrm>
              <a:custGeom>
                <a:avLst/>
                <a:gdLst>
                  <a:gd name="T0" fmla="*/ 641 w 643"/>
                  <a:gd name="T1" fmla="*/ 559 h 559"/>
                  <a:gd name="T2" fmla="*/ 414 w 643"/>
                  <a:gd name="T3" fmla="*/ 333 h 559"/>
                  <a:gd name="T4" fmla="*/ 347 w 643"/>
                  <a:gd name="T5" fmla="*/ 333 h 559"/>
                  <a:gd name="T6" fmla="*/ 346 w 643"/>
                  <a:gd name="T7" fmla="*/ 333 h 559"/>
                  <a:gd name="T8" fmla="*/ 17 w 643"/>
                  <a:gd name="T9" fmla="*/ 4 h 559"/>
                  <a:gd name="T10" fmla="*/ 0 w 643"/>
                  <a:gd name="T11" fmla="*/ 4 h 559"/>
                  <a:gd name="T12" fmla="*/ 0 w 643"/>
                  <a:gd name="T13" fmla="*/ 0 h 559"/>
                  <a:gd name="T14" fmla="*/ 18 w 643"/>
                  <a:gd name="T15" fmla="*/ 0 h 559"/>
                  <a:gd name="T16" fmla="*/ 19 w 643"/>
                  <a:gd name="T17" fmla="*/ 1 h 559"/>
                  <a:gd name="T18" fmla="*/ 348 w 643"/>
                  <a:gd name="T19" fmla="*/ 330 h 559"/>
                  <a:gd name="T20" fmla="*/ 415 w 643"/>
                  <a:gd name="T21" fmla="*/ 330 h 559"/>
                  <a:gd name="T22" fmla="*/ 416 w 643"/>
                  <a:gd name="T23" fmla="*/ 330 h 559"/>
                  <a:gd name="T24" fmla="*/ 643 w 643"/>
                  <a:gd name="T25" fmla="*/ 557 h 559"/>
                  <a:gd name="T26" fmla="*/ 641 w 643"/>
                  <a:gd name="T27" fmla="*/ 559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3" h="559">
                    <a:moveTo>
                      <a:pt x="641" y="559"/>
                    </a:moveTo>
                    <a:cubicBezTo>
                      <a:pt x="414" y="333"/>
                      <a:pt x="414" y="333"/>
                      <a:pt x="414" y="333"/>
                    </a:cubicBezTo>
                    <a:cubicBezTo>
                      <a:pt x="347" y="333"/>
                      <a:pt x="347" y="333"/>
                      <a:pt x="347" y="333"/>
                    </a:cubicBezTo>
                    <a:cubicBezTo>
                      <a:pt x="347" y="333"/>
                      <a:pt x="346" y="333"/>
                      <a:pt x="346" y="33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1"/>
                      <a:pt x="19" y="1"/>
                    </a:cubicBezTo>
                    <a:cubicBezTo>
                      <a:pt x="348" y="330"/>
                      <a:pt x="348" y="330"/>
                      <a:pt x="348" y="330"/>
                    </a:cubicBezTo>
                    <a:cubicBezTo>
                      <a:pt x="415" y="330"/>
                      <a:pt x="415" y="330"/>
                      <a:pt x="415" y="330"/>
                    </a:cubicBezTo>
                    <a:cubicBezTo>
                      <a:pt x="416" y="330"/>
                      <a:pt x="416" y="330"/>
                      <a:pt x="416" y="330"/>
                    </a:cubicBezTo>
                    <a:cubicBezTo>
                      <a:pt x="643" y="557"/>
                      <a:pt x="643" y="557"/>
                      <a:pt x="643" y="557"/>
                    </a:cubicBezTo>
                    <a:lnTo>
                      <a:pt x="641" y="559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6" name="Freeform 651"/>
              <p:cNvSpPr>
                <a:spLocks/>
              </p:cNvSpPr>
              <p:nvPr/>
            </p:nvSpPr>
            <p:spPr bwMode="auto">
              <a:xfrm flipV="1">
                <a:off x="-8861425" y="752475"/>
                <a:ext cx="2355850" cy="1689100"/>
              </a:xfrm>
              <a:custGeom>
                <a:avLst/>
                <a:gdLst>
                  <a:gd name="T0" fmla="*/ 623 w 628"/>
                  <a:gd name="T1" fmla="*/ 450 h 450"/>
                  <a:gd name="T2" fmla="*/ 437 w 628"/>
                  <a:gd name="T3" fmla="*/ 264 h 450"/>
                  <a:gd name="T4" fmla="*/ 279 w 628"/>
                  <a:gd name="T5" fmla="*/ 264 h 450"/>
                  <a:gd name="T6" fmla="*/ 276 w 628"/>
                  <a:gd name="T7" fmla="*/ 263 h 450"/>
                  <a:gd name="T8" fmla="*/ 82 w 628"/>
                  <a:gd name="T9" fmla="*/ 69 h 450"/>
                  <a:gd name="T10" fmla="*/ 39 w 628"/>
                  <a:gd name="T11" fmla="*/ 69 h 450"/>
                  <a:gd name="T12" fmla="*/ 37 w 628"/>
                  <a:gd name="T13" fmla="*/ 68 h 450"/>
                  <a:gd name="T14" fmla="*/ 1 w 628"/>
                  <a:gd name="T15" fmla="*/ 32 h 450"/>
                  <a:gd name="T16" fmla="*/ 0 w 628"/>
                  <a:gd name="T17" fmla="*/ 30 h 450"/>
                  <a:gd name="T18" fmla="*/ 0 w 628"/>
                  <a:gd name="T19" fmla="*/ 0 h 450"/>
                  <a:gd name="T20" fmla="*/ 7 w 628"/>
                  <a:gd name="T21" fmla="*/ 0 h 450"/>
                  <a:gd name="T22" fmla="*/ 7 w 628"/>
                  <a:gd name="T23" fmla="*/ 28 h 450"/>
                  <a:gd name="T24" fmla="*/ 41 w 628"/>
                  <a:gd name="T25" fmla="*/ 62 h 450"/>
                  <a:gd name="T26" fmla="*/ 83 w 628"/>
                  <a:gd name="T27" fmla="*/ 62 h 450"/>
                  <a:gd name="T28" fmla="*/ 86 w 628"/>
                  <a:gd name="T29" fmla="*/ 63 h 450"/>
                  <a:gd name="T30" fmla="*/ 280 w 628"/>
                  <a:gd name="T31" fmla="*/ 257 h 450"/>
                  <a:gd name="T32" fmla="*/ 439 w 628"/>
                  <a:gd name="T33" fmla="*/ 257 h 450"/>
                  <a:gd name="T34" fmla="*/ 441 w 628"/>
                  <a:gd name="T35" fmla="*/ 258 h 450"/>
                  <a:gd name="T36" fmla="*/ 628 w 628"/>
                  <a:gd name="T37" fmla="*/ 445 h 450"/>
                  <a:gd name="T38" fmla="*/ 623 w 628"/>
                  <a:gd name="T39" fmla="*/ 450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28" h="450">
                    <a:moveTo>
                      <a:pt x="623" y="450"/>
                    </a:moveTo>
                    <a:cubicBezTo>
                      <a:pt x="437" y="264"/>
                      <a:pt x="437" y="264"/>
                      <a:pt x="437" y="264"/>
                    </a:cubicBezTo>
                    <a:cubicBezTo>
                      <a:pt x="279" y="264"/>
                      <a:pt x="279" y="264"/>
                      <a:pt x="279" y="264"/>
                    </a:cubicBezTo>
                    <a:cubicBezTo>
                      <a:pt x="278" y="264"/>
                      <a:pt x="277" y="264"/>
                      <a:pt x="276" y="263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39" y="69"/>
                      <a:pt x="39" y="69"/>
                      <a:pt x="39" y="69"/>
                    </a:cubicBezTo>
                    <a:cubicBezTo>
                      <a:pt x="38" y="69"/>
                      <a:pt x="38" y="69"/>
                      <a:pt x="37" y="68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2"/>
                      <a:pt x="0" y="31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4" y="62"/>
                      <a:pt x="85" y="62"/>
                      <a:pt x="86" y="63"/>
                    </a:cubicBezTo>
                    <a:cubicBezTo>
                      <a:pt x="280" y="257"/>
                      <a:pt x="280" y="257"/>
                      <a:pt x="280" y="257"/>
                    </a:cubicBezTo>
                    <a:cubicBezTo>
                      <a:pt x="439" y="257"/>
                      <a:pt x="439" y="257"/>
                      <a:pt x="439" y="257"/>
                    </a:cubicBezTo>
                    <a:cubicBezTo>
                      <a:pt x="439" y="257"/>
                      <a:pt x="440" y="258"/>
                      <a:pt x="441" y="258"/>
                    </a:cubicBezTo>
                    <a:cubicBezTo>
                      <a:pt x="628" y="445"/>
                      <a:pt x="628" y="445"/>
                      <a:pt x="628" y="445"/>
                    </a:cubicBezTo>
                    <a:lnTo>
                      <a:pt x="623" y="450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7" name="Freeform 652"/>
              <p:cNvSpPr>
                <a:spLocks/>
              </p:cNvSpPr>
              <p:nvPr/>
            </p:nvSpPr>
            <p:spPr bwMode="auto">
              <a:xfrm flipV="1">
                <a:off x="-9067800" y="384175"/>
                <a:ext cx="2187575" cy="2266950"/>
              </a:xfrm>
              <a:custGeom>
                <a:avLst/>
                <a:gdLst>
                  <a:gd name="T0" fmla="*/ 580 w 583"/>
                  <a:gd name="T1" fmla="*/ 604 h 604"/>
                  <a:gd name="T2" fmla="*/ 125 w 583"/>
                  <a:gd name="T3" fmla="*/ 148 h 604"/>
                  <a:gd name="T4" fmla="*/ 90 w 583"/>
                  <a:gd name="T5" fmla="*/ 148 h 604"/>
                  <a:gd name="T6" fmla="*/ 88 w 583"/>
                  <a:gd name="T7" fmla="*/ 148 h 604"/>
                  <a:gd name="T8" fmla="*/ 1 w 583"/>
                  <a:gd name="T9" fmla="*/ 60 h 604"/>
                  <a:gd name="T10" fmla="*/ 0 w 583"/>
                  <a:gd name="T11" fmla="*/ 59 h 604"/>
                  <a:gd name="T12" fmla="*/ 0 w 583"/>
                  <a:gd name="T13" fmla="*/ 0 h 604"/>
                  <a:gd name="T14" fmla="*/ 4 w 583"/>
                  <a:gd name="T15" fmla="*/ 0 h 604"/>
                  <a:gd name="T16" fmla="*/ 4 w 583"/>
                  <a:gd name="T17" fmla="*/ 59 h 604"/>
                  <a:gd name="T18" fmla="*/ 90 w 583"/>
                  <a:gd name="T19" fmla="*/ 145 h 604"/>
                  <a:gd name="T20" fmla="*/ 126 w 583"/>
                  <a:gd name="T21" fmla="*/ 145 h 604"/>
                  <a:gd name="T22" fmla="*/ 127 w 583"/>
                  <a:gd name="T23" fmla="*/ 146 h 604"/>
                  <a:gd name="T24" fmla="*/ 583 w 583"/>
                  <a:gd name="T25" fmla="*/ 601 h 604"/>
                  <a:gd name="T26" fmla="*/ 580 w 583"/>
                  <a:gd name="T27" fmla="*/ 604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3" h="604">
                    <a:moveTo>
                      <a:pt x="580" y="604"/>
                    </a:moveTo>
                    <a:cubicBezTo>
                      <a:pt x="125" y="148"/>
                      <a:pt x="125" y="148"/>
                      <a:pt x="125" y="148"/>
                    </a:cubicBezTo>
                    <a:cubicBezTo>
                      <a:pt x="90" y="148"/>
                      <a:pt x="90" y="148"/>
                      <a:pt x="90" y="148"/>
                    </a:cubicBezTo>
                    <a:cubicBezTo>
                      <a:pt x="89" y="148"/>
                      <a:pt x="89" y="148"/>
                      <a:pt x="88" y="148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0" y="60"/>
                      <a:pt x="0" y="5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90" y="145"/>
                      <a:pt x="90" y="145"/>
                      <a:pt x="90" y="145"/>
                    </a:cubicBezTo>
                    <a:cubicBezTo>
                      <a:pt x="126" y="145"/>
                      <a:pt x="126" y="145"/>
                      <a:pt x="126" y="145"/>
                    </a:cubicBezTo>
                    <a:cubicBezTo>
                      <a:pt x="126" y="145"/>
                      <a:pt x="127" y="145"/>
                      <a:pt x="127" y="146"/>
                    </a:cubicBezTo>
                    <a:cubicBezTo>
                      <a:pt x="583" y="601"/>
                      <a:pt x="583" y="601"/>
                      <a:pt x="583" y="601"/>
                    </a:cubicBezTo>
                    <a:lnTo>
                      <a:pt x="580" y="604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8" name="Freeform 653"/>
              <p:cNvSpPr>
                <a:spLocks/>
              </p:cNvSpPr>
              <p:nvPr/>
            </p:nvSpPr>
            <p:spPr bwMode="auto">
              <a:xfrm flipV="1">
                <a:off x="-9409113" y="306387"/>
                <a:ext cx="2457450" cy="2420938"/>
              </a:xfrm>
              <a:custGeom>
                <a:avLst/>
                <a:gdLst>
                  <a:gd name="T0" fmla="*/ 650 w 655"/>
                  <a:gd name="T1" fmla="*/ 645 h 645"/>
                  <a:gd name="T2" fmla="*/ 204 w 655"/>
                  <a:gd name="T3" fmla="*/ 199 h 645"/>
                  <a:gd name="T4" fmla="*/ 185 w 655"/>
                  <a:gd name="T5" fmla="*/ 199 h 645"/>
                  <a:gd name="T6" fmla="*/ 182 w 655"/>
                  <a:gd name="T7" fmla="*/ 198 h 645"/>
                  <a:gd name="T8" fmla="*/ 1 w 655"/>
                  <a:gd name="T9" fmla="*/ 17 h 645"/>
                  <a:gd name="T10" fmla="*/ 0 w 655"/>
                  <a:gd name="T11" fmla="*/ 15 h 645"/>
                  <a:gd name="T12" fmla="*/ 0 w 655"/>
                  <a:gd name="T13" fmla="*/ 0 h 645"/>
                  <a:gd name="T14" fmla="*/ 7 w 655"/>
                  <a:gd name="T15" fmla="*/ 0 h 645"/>
                  <a:gd name="T16" fmla="*/ 7 w 655"/>
                  <a:gd name="T17" fmla="*/ 13 h 645"/>
                  <a:gd name="T18" fmla="*/ 186 w 655"/>
                  <a:gd name="T19" fmla="*/ 193 h 645"/>
                  <a:gd name="T20" fmla="*/ 205 w 655"/>
                  <a:gd name="T21" fmla="*/ 193 h 645"/>
                  <a:gd name="T22" fmla="*/ 208 w 655"/>
                  <a:gd name="T23" fmla="*/ 194 h 645"/>
                  <a:gd name="T24" fmla="*/ 655 w 655"/>
                  <a:gd name="T25" fmla="*/ 640 h 645"/>
                  <a:gd name="T26" fmla="*/ 650 w 655"/>
                  <a:gd name="T27" fmla="*/ 645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55" h="645">
                    <a:moveTo>
                      <a:pt x="650" y="645"/>
                    </a:moveTo>
                    <a:cubicBezTo>
                      <a:pt x="204" y="199"/>
                      <a:pt x="204" y="199"/>
                      <a:pt x="204" y="199"/>
                    </a:cubicBezTo>
                    <a:cubicBezTo>
                      <a:pt x="185" y="199"/>
                      <a:pt x="185" y="199"/>
                      <a:pt x="185" y="199"/>
                    </a:cubicBezTo>
                    <a:cubicBezTo>
                      <a:pt x="184" y="199"/>
                      <a:pt x="183" y="199"/>
                      <a:pt x="182" y="19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86" y="193"/>
                      <a:pt x="186" y="193"/>
                      <a:pt x="186" y="193"/>
                    </a:cubicBezTo>
                    <a:cubicBezTo>
                      <a:pt x="205" y="193"/>
                      <a:pt x="205" y="193"/>
                      <a:pt x="205" y="193"/>
                    </a:cubicBezTo>
                    <a:cubicBezTo>
                      <a:pt x="206" y="193"/>
                      <a:pt x="207" y="193"/>
                      <a:pt x="208" y="194"/>
                    </a:cubicBezTo>
                    <a:cubicBezTo>
                      <a:pt x="655" y="640"/>
                      <a:pt x="655" y="640"/>
                      <a:pt x="655" y="640"/>
                    </a:cubicBezTo>
                    <a:lnTo>
                      <a:pt x="650" y="64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9" name="Freeform 654"/>
              <p:cNvSpPr>
                <a:spLocks/>
              </p:cNvSpPr>
              <p:nvPr/>
            </p:nvSpPr>
            <p:spPr bwMode="auto">
              <a:xfrm flipV="1">
                <a:off x="-9532938" y="254000"/>
                <a:ext cx="2517775" cy="2784475"/>
              </a:xfrm>
              <a:custGeom>
                <a:avLst/>
                <a:gdLst>
                  <a:gd name="T0" fmla="*/ 669 w 671"/>
                  <a:gd name="T1" fmla="*/ 742 h 742"/>
                  <a:gd name="T2" fmla="*/ 234 w 671"/>
                  <a:gd name="T3" fmla="*/ 307 h 742"/>
                  <a:gd name="T4" fmla="*/ 218 w 671"/>
                  <a:gd name="T5" fmla="*/ 307 h 742"/>
                  <a:gd name="T6" fmla="*/ 216 w 671"/>
                  <a:gd name="T7" fmla="*/ 307 h 742"/>
                  <a:gd name="T8" fmla="*/ 0 w 671"/>
                  <a:gd name="T9" fmla="*/ 90 h 742"/>
                  <a:gd name="T10" fmla="*/ 0 w 671"/>
                  <a:gd name="T11" fmla="*/ 89 h 742"/>
                  <a:gd name="T12" fmla="*/ 0 w 671"/>
                  <a:gd name="T13" fmla="*/ 26 h 742"/>
                  <a:gd name="T14" fmla="*/ 0 w 671"/>
                  <a:gd name="T15" fmla="*/ 25 h 742"/>
                  <a:gd name="T16" fmla="*/ 25 w 671"/>
                  <a:gd name="T17" fmla="*/ 0 h 742"/>
                  <a:gd name="T18" fmla="*/ 27 w 671"/>
                  <a:gd name="T19" fmla="*/ 2 h 742"/>
                  <a:gd name="T20" fmla="*/ 3 w 671"/>
                  <a:gd name="T21" fmla="*/ 27 h 742"/>
                  <a:gd name="T22" fmla="*/ 3 w 671"/>
                  <a:gd name="T23" fmla="*/ 88 h 742"/>
                  <a:gd name="T24" fmla="*/ 218 w 671"/>
                  <a:gd name="T25" fmla="*/ 304 h 742"/>
                  <a:gd name="T26" fmla="*/ 235 w 671"/>
                  <a:gd name="T27" fmla="*/ 304 h 742"/>
                  <a:gd name="T28" fmla="*/ 236 w 671"/>
                  <a:gd name="T29" fmla="*/ 304 h 742"/>
                  <a:gd name="T30" fmla="*/ 671 w 671"/>
                  <a:gd name="T31" fmla="*/ 740 h 742"/>
                  <a:gd name="T32" fmla="*/ 669 w 671"/>
                  <a:gd name="T33" fmla="*/ 742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1" h="742">
                    <a:moveTo>
                      <a:pt x="669" y="742"/>
                    </a:moveTo>
                    <a:cubicBezTo>
                      <a:pt x="234" y="307"/>
                      <a:pt x="234" y="307"/>
                      <a:pt x="234" y="307"/>
                    </a:cubicBezTo>
                    <a:cubicBezTo>
                      <a:pt x="218" y="307"/>
                      <a:pt x="218" y="307"/>
                      <a:pt x="218" y="307"/>
                    </a:cubicBezTo>
                    <a:cubicBezTo>
                      <a:pt x="217" y="307"/>
                      <a:pt x="217" y="307"/>
                      <a:pt x="216" y="307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90"/>
                      <a:pt x="0" y="89"/>
                      <a:pt x="0" y="8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88"/>
                      <a:pt x="3" y="88"/>
                      <a:pt x="3" y="88"/>
                    </a:cubicBezTo>
                    <a:cubicBezTo>
                      <a:pt x="218" y="304"/>
                      <a:pt x="218" y="304"/>
                      <a:pt x="218" y="304"/>
                    </a:cubicBezTo>
                    <a:cubicBezTo>
                      <a:pt x="235" y="304"/>
                      <a:pt x="235" y="304"/>
                      <a:pt x="235" y="304"/>
                    </a:cubicBezTo>
                    <a:cubicBezTo>
                      <a:pt x="235" y="304"/>
                      <a:pt x="236" y="304"/>
                      <a:pt x="236" y="304"/>
                    </a:cubicBezTo>
                    <a:cubicBezTo>
                      <a:pt x="671" y="740"/>
                      <a:pt x="671" y="740"/>
                      <a:pt x="671" y="740"/>
                    </a:cubicBezTo>
                    <a:lnTo>
                      <a:pt x="669" y="742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0" name="Freeform 655"/>
              <p:cNvSpPr>
                <a:spLocks/>
              </p:cNvSpPr>
              <p:nvPr/>
            </p:nvSpPr>
            <p:spPr bwMode="auto">
              <a:xfrm flipV="1">
                <a:off x="-9364663" y="155574"/>
                <a:ext cx="2263775" cy="2154238"/>
              </a:xfrm>
              <a:custGeom>
                <a:avLst/>
                <a:gdLst>
                  <a:gd name="T0" fmla="*/ 598 w 603"/>
                  <a:gd name="T1" fmla="*/ 574 h 574"/>
                  <a:gd name="T2" fmla="*/ 291 w 603"/>
                  <a:gd name="T3" fmla="*/ 267 h 574"/>
                  <a:gd name="T4" fmla="*/ 255 w 603"/>
                  <a:gd name="T5" fmla="*/ 267 h 574"/>
                  <a:gd name="T6" fmla="*/ 253 w 603"/>
                  <a:gd name="T7" fmla="*/ 266 h 574"/>
                  <a:gd name="T8" fmla="*/ 76 w 603"/>
                  <a:gd name="T9" fmla="*/ 89 h 574"/>
                  <a:gd name="T10" fmla="*/ 75 w 603"/>
                  <a:gd name="T11" fmla="*/ 87 h 574"/>
                  <a:gd name="T12" fmla="*/ 75 w 603"/>
                  <a:gd name="T13" fmla="*/ 51 h 574"/>
                  <a:gd name="T14" fmla="*/ 31 w 603"/>
                  <a:gd name="T15" fmla="*/ 7 h 574"/>
                  <a:gd name="T16" fmla="*/ 0 w 603"/>
                  <a:gd name="T17" fmla="*/ 7 h 574"/>
                  <a:gd name="T18" fmla="*/ 0 w 603"/>
                  <a:gd name="T19" fmla="*/ 0 h 574"/>
                  <a:gd name="T20" fmla="*/ 33 w 603"/>
                  <a:gd name="T21" fmla="*/ 0 h 574"/>
                  <a:gd name="T22" fmla="*/ 35 w 603"/>
                  <a:gd name="T23" fmla="*/ 1 h 574"/>
                  <a:gd name="T24" fmla="*/ 81 w 603"/>
                  <a:gd name="T25" fmla="*/ 47 h 574"/>
                  <a:gd name="T26" fmla="*/ 82 w 603"/>
                  <a:gd name="T27" fmla="*/ 49 h 574"/>
                  <a:gd name="T28" fmla="*/ 82 w 603"/>
                  <a:gd name="T29" fmla="*/ 86 h 574"/>
                  <a:gd name="T30" fmla="*/ 257 w 603"/>
                  <a:gd name="T31" fmla="*/ 260 h 574"/>
                  <a:gd name="T32" fmla="*/ 293 w 603"/>
                  <a:gd name="T33" fmla="*/ 260 h 574"/>
                  <a:gd name="T34" fmla="*/ 295 w 603"/>
                  <a:gd name="T35" fmla="*/ 261 h 574"/>
                  <a:gd name="T36" fmla="*/ 603 w 603"/>
                  <a:gd name="T37" fmla="*/ 569 h 574"/>
                  <a:gd name="T38" fmla="*/ 598 w 603"/>
                  <a:gd name="T39" fmla="*/ 574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03" h="574">
                    <a:moveTo>
                      <a:pt x="598" y="574"/>
                    </a:moveTo>
                    <a:cubicBezTo>
                      <a:pt x="291" y="267"/>
                      <a:pt x="291" y="267"/>
                      <a:pt x="291" y="267"/>
                    </a:cubicBezTo>
                    <a:cubicBezTo>
                      <a:pt x="255" y="267"/>
                      <a:pt x="255" y="267"/>
                      <a:pt x="255" y="267"/>
                    </a:cubicBezTo>
                    <a:cubicBezTo>
                      <a:pt x="254" y="267"/>
                      <a:pt x="254" y="267"/>
                      <a:pt x="253" y="266"/>
                    </a:cubicBezTo>
                    <a:cubicBezTo>
                      <a:pt x="76" y="89"/>
                      <a:pt x="76" y="89"/>
                      <a:pt x="76" y="89"/>
                    </a:cubicBezTo>
                    <a:cubicBezTo>
                      <a:pt x="75" y="89"/>
                      <a:pt x="75" y="88"/>
                      <a:pt x="75" y="87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4" y="0"/>
                      <a:pt x="35" y="1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2" y="47"/>
                      <a:pt x="82" y="48"/>
                      <a:pt x="82" y="49"/>
                    </a:cubicBezTo>
                    <a:cubicBezTo>
                      <a:pt x="82" y="86"/>
                      <a:pt x="82" y="86"/>
                      <a:pt x="82" y="86"/>
                    </a:cubicBezTo>
                    <a:cubicBezTo>
                      <a:pt x="257" y="260"/>
                      <a:pt x="257" y="260"/>
                      <a:pt x="257" y="260"/>
                    </a:cubicBezTo>
                    <a:cubicBezTo>
                      <a:pt x="293" y="260"/>
                      <a:pt x="293" y="260"/>
                      <a:pt x="293" y="260"/>
                    </a:cubicBezTo>
                    <a:cubicBezTo>
                      <a:pt x="294" y="260"/>
                      <a:pt x="295" y="261"/>
                      <a:pt x="295" y="261"/>
                    </a:cubicBezTo>
                    <a:cubicBezTo>
                      <a:pt x="603" y="569"/>
                      <a:pt x="603" y="569"/>
                      <a:pt x="603" y="569"/>
                    </a:cubicBezTo>
                    <a:lnTo>
                      <a:pt x="598" y="574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1" name="Freeform 656"/>
              <p:cNvSpPr>
                <a:spLocks/>
              </p:cNvSpPr>
              <p:nvPr/>
            </p:nvSpPr>
            <p:spPr bwMode="auto">
              <a:xfrm flipV="1">
                <a:off x="-9799638" y="6349"/>
                <a:ext cx="2559050" cy="2630488"/>
              </a:xfrm>
              <a:custGeom>
                <a:avLst/>
                <a:gdLst>
                  <a:gd name="T0" fmla="*/ 674 w 682"/>
                  <a:gd name="T1" fmla="*/ 701 h 701"/>
                  <a:gd name="T2" fmla="*/ 151 w 682"/>
                  <a:gd name="T3" fmla="*/ 177 h 701"/>
                  <a:gd name="T4" fmla="*/ 137 w 682"/>
                  <a:gd name="T5" fmla="*/ 177 h 701"/>
                  <a:gd name="T6" fmla="*/ 133 w 682"/>
                  <a:gd name="T7" fmla="*/ 176 h 701"/>
                  <a:gd name="T8" fmla="*/ 1 w 682"/>
                  <a:gd name="T9" fmla="*/ 44 h 701"/>
                  <a:gd name="T10" fmla="*/ 0 w 682"/>
                  <a:gd name="T11" fmla="*/ 40 h 701"/>
                  <a:gd name="T12" fmla="*/ 0 w 682"/>
                  <a:gd name="T13" fmla="*/ 0 h 701"/>
                  <a:gd name="T14" fmla="*/ 10 w 682"/>
                  <a:gd name="T15" fmla="*/ 0 h 701"/>
                  <a:gd name="T16" fmla="*/ 10 w 682"/>
                  <a:gd name="T17" fmla="*/ 38 h 701"/>
                  <a:gd name="T18" fmla="*/ 139 w 682"/>
                  <a:gd name="T19" fmla="*/ 167 h 701"/>
                  <a:gd name="T20" fmla="*/ 153 w 682"/>
                  <a:gd name="T21" fmla="*/ 167 h 701"/>
                  <a:gd name="T22" fmla="*/ 157 w 682"/>
                  <a:gd name="T23" fmla="*/ 169 h 701"/>
                  <a:gd name="T24" fmla="*/ 682 w 682"/>
                  <a:gd name="T25" fmla="*/ 693 h 701"/>
                  <a:gd name="T26" fmla="*/ 674 w 682"/>
                  <a:gd name="T27" fmla="*/ 701 h 7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82" h="701">
                    <a:moveTo>
                      <a:pt x="674" y="701"/>
                    </a:moveTo>
                    <a:cubicBezTo>
                      <a:pt x="151" y="177"/>
                      <a:pt x="151" y="177"/>
                      <a:pt x="151" y="177"/>
                    </a:cubicBezTo>
                    <a:cubicBezTo>
                      <a:pt x="137" y="177"/>
                      <a:pt x="137" y="177"/>
                      <a:pt x="137" y="177"/>
                    </a:cubicBezTo>
                    <a:cubicBezTo>
                      <a:pt x="135" y="177"/>
                      <a:pt x="134" y="177"/>
                      <a:pt x="133" y="17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43"/>
                      <a:pt x="0" y="42"/>
                      <a:pt x="0" y="4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39" y="167"/>
                      <a:pt x="139" y="167"/>
                      <a:pt x="139" y="167"/>
                    </a:cubicBezTo>
                    <a:cubicBezTo>
                      <a:pt x="153" y="167"/>
                      <a:pt x="153" y="167"/>
                      <a:pt x="153" y="167"/>
                    </a:cubicBezTo>
                    <a:cubicBezTo>
                      <a:pt x="154" y="167"/>
                      <a:pt x="156" y="168"/>
                      <a:pt x="157" y="169"/>
                    </a:cubicBezTo>
                    <a:cubicBezTo>
                      <a:pt x="682" y="693"/>
                      <a:pt x="682" y="693"/>
                      <a:pt x="682" y="693"/>
                    </a:cubicBezTo>
                    <a:lnTo>
                      <a:pt x="674" y="7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2" name="Freeform 657"/>
              <p:cNvSpPr>
                <a:spLocks/>
              </p:cNvSpPr>
              <p:nvPr/>
            </p:nvSpPr>
            <p:spPr bwMode="auto">
              <a:xfrm flipV="1">
                <a:off x="-9637713" y="-69851"/>
                <a:ext cx="2300287" cy="2147888"/>
              </a:xfrm>
              <a:custGeom>
                <a:avLst/>
                <a:gdLst>
                  <a:gd name="T0" fmla="*/ 611 w 613"/>
                  <a:gd name="T1" fmla="*/ 572 h 572"/>
                  <a:gd name="T2" fmla="*/ 121 w 613"/>
                  <a:gd name="T3" fmla="*/ 83 h 572"/>
                  <a:gd name="T4" fmla="*/ 53 w 613"/>
                  <a:gd name="T5" fmla="*/ 83 h 572"/>
                  <a:gd name="T6" fmla="*/ 52 w 613"/>
                  <a:gd name="T7" fmla="*/ 82 h 572"/>
                  <a:gd name="T8" fmla="*/ 0 w 613"/>
                  <a:gd name="T9" fmla="*/ 31 h 572"/>
                  <a:gd name="T10" fmla="*/ 0 w 613"/>
                  <a:gd name="T11" fmla="*/ 30 h 572"/>
                  <a:gd name="T12" fmla="*/ 0 w 613"/>
                  <a:gd name="T13" fmla="*/ 0 h 572"/>
                  <a:gd name="T14" fmla="*/ 3 w 613"/>
                  <a:gd name="T15" fmla="*/ 0 h 572"/>
                  <a:gd name="T16" fmla="*/ 3 w 613"/>
                  <a:gd name="T17" fmla="*/ 29 h 572"/>
                  <a:gd name="T18" fmla="*/ 53 w 613"/>
                  <a:gd name="T19" fmla="*/ 79 h 572"/>
                  <a:gd name="T20" fmla="*/ 122 w 613"/>
                  <a:gd name="T21" fmla="*/ 79 h 572"/>
                  <a:gd name="T22" fmla="*/ 123 w 613"/>
                  <a:gd name="T23" fmla="*/ 80 h 572"/>
                  <a:gd name="T24" fmla="*/ 613 w 613"/>
                  <a:gd name="T25" fmla="*/ 570 h 572"/>
                  <a:gd name="T26" fmla="*/ 611 w 613"/>
                  <a:gd name="T27" fmla="*/ 572 h 5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13" h="572">
                    <a:moveTo>
                      <a:pt x="611" y="572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53" y="83"/>
                      <a:pt x="53" y="83"/>
                      <a:pt x="53" y="83"/>
                    </a:cubicBezTo>
                    <a:cubicBezTo>
                      <a:pt x="52" y="83"/>
                      <a:pt x="52" y="82"/>
                      <a:pt x="52" y="82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122" y="79"/>
                      <a:pt x="122" y="79"/>
                      <a:pt x="122" y="79"/>
                    </a:cubicBezTo>
                    <a:cubicBezTo>
                      <a:pt x="123" y="79"/>
                      <a:pt x="123" y="79"/>
                      <a:pt x="123" y="80"/>
                    </a:cubicBezTo>
                    <a:cubicBezTo>
                      <a:pt x="613" y="570"/>
                      <a:pt x="613" y="570"/>
                      <a:pt x="613" y="570"/>
                    </a:cubicBezTo>
                    <a:lnTo>
                      <a:pt x="611" y="572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3" name="Freeform 658"/>
              <p:cNvSpPr>
                <a:spLocks/>
              </p:cNvSpPr>
              <p:nvPr/>
            </p:nvSpPr>
            <p:spPr bwMode="auto">
              <a:xfrm flipV="1">
                <a:off x="-9761538" y="-122238"/>
                <a:ext cx="2374900" cy="2398713"/>
              </a:xfrm>
              <a:custGeom>
                <a:avLst/>
                <a:gdLst>
                  <a:gd name="T0" fmla="*/ 630 w 633"/>
                  <a:gd name="T1" fmla="*/ 639 h 639"/>
                  <a:gd name="T2" fmla="*/ 151 w 633"/>
                  <a:gd name="T3" fmla="*/ 159 h 639"/>
                  <a:gd name="T4" fmla="*/ 84 w 633"/>
                  <a:gd name="T5" fmla="*/ 159 h 639"/>
                  <a:gd name="T6" fmla="*/ 83 w 633"/>
                  <a:gd name="T7" fmla="*/ 159 h 639"/>
                  <a:gd name="T8" fmla="*/ 0 w 633"/>
                  <a:gd name="T9" fmla="*/ 76 h 639"/>
                  <a:gd name="T10" fmla="*/ 0 w 633"/>
                  <a:gd name="T11" fmla="*/ 75 h 639"/>
                  <a:gd name="T12" fmla="*/ 0 w 633"/>
                  <a:gd name="T13" fmla="*/ 0 h 639"/>
                  <a:gd name="T14" fmla="*/ 3 w 633"/>
                  <a:gd name="T15" fmla="*/ 0 h 639"/>
                  <a:gd name="T16" fmla="*/ 3 w 633"/>
                  <a:gd name="T17" fmla="*/ 74 h 639"/>
                  <a:gd name="T18" fmla="*/ 85 w 633"/>
                  <a:gd name="T19" fmla="*/ 156 h 639"/>
                  <a:gd name="T20" fmla="*/ 152 w 633"/>
                  <a:gd name="T21" fmla="*/ 156 h 639"/>
                  <a:gd name="T22" fmla="*/ 153 w 633"/>
                  <a:gd name="T23" fmla="*/ 156 h 639"/>
                  <a:gd name="T24" fmla="*/ 633 w 633"/>
                  <a:gd name="T25" fmla="*/ 636 h 639"/>
                  <a:gd name="T26" fmla="*/ 630 w 633"/>
                  <a:gd name="T27" fmla="*/ 639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33" h="639">
                    <a:moveTo>
                      <a:pt x="630" y="639"/>
                    </a:moveTo>
                    <a:cubicBezTo>
                      <a:pt x="151" y="159"/>
                      <a:pt x="151" y="159"/>
                      <a:pt x="151" y="159"/>
                    </a:cubicBezTo>
                    <a:cubicBezTo>
                      <a:pt x="84" y="159"/>
                      <a:pt x="84" y="159"/>
                      <a:pt x="84" y="159"/>
                    </a:cubicBezTo>
                    <a:cubicBezTo>
                      <a:pt x="83" y="159"/>
                      <a:pt x="83" y="159"/>
                      <a:pt x="83" y="159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5"/>
                      <a:pt x="0" y="7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74"/>
                      <a:pt x="3" y="74"/>
                      <a:pt x="3" y="74"/>
                    </a:cubicBezTo>
                    <a:cubicBezTo>
                      <a:pt x="85" y="156"/>
                      <a:pt x="85" y="156"/>
                      <a:pt x="85" y="156"/>
                    </a:cubicBezTo>
                    <a:cubicBezTo>
                      <a:pt x="152" y="156"/>
                      <a:pt x="152" y="156"/>
                      <a:pt x="152" y="156"/>
                    </a:cubicBezTo>
                    <a:cubicBezTo>
                      <a:pt x="152" y="156"/>
                      <a:pt x="153" y="156"/>
                      <a:pt x="153" y="156"/>
                    </a:cubicBezTo>
                    <a:cubicBezTo>
                      <a:pt x="633" y="636"/>
                      <a:pt x="633" y="636"/>
                      <a:pt x="633" y="636"/>
                    </a:cubicBezTo>
                    <a:lnTo>
                      <a:pt x="630" y="639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4" name="Freeform 659"/>
              <p:cNvSpPr>
                <a:spLocks/>
              </p:cNvSpPr>
              <p:nvPr/>
            </p:nvSpPr>
            <p:spPr bwMode="auto">
              <a:xfrm flipV="1">
                <a:off x="-9972675" y="-174625"/>
                <a:ext cx="2541587" cy="2286000"/>
              </a:xfrm>
              <a:custGeom>
                <a:avLst/>
                <a:gdLst>
                  <a:gd name="T0" fmla="*/ 672 w 677"/>
                  <a:gd name="T1" fmla="*/ 609 h 609"/>
                  <a:gd name="T2" fmla="*/ 209 w 677"/>
                  <a:gd name="T3" fmla="*/ 146 h 609"/>
                  <a:gd name="T4" fmla="*/ 143 w 677"/>
                  <a:gd name="T5" fmla="*/ 146 h 609"/>
                  <a:gd name="T6" fmla="*/ 141 w 677"/>
                  <a:gd name="T7" fmla="*/ 145 h 609"/>
                  <a:gd name="T8" fmla="*/ 0 w 677"/>
                  <a:gd name="T9" fmla="*/ 4 h 609"/>
                  <a:gd name="T10" fmla="*/ 5 w 677"/>
                  <a:gd name="T11" fmla="*/ 0 h 609"/>
                  <a:gd name="T12" fmla="*/ 145 w 677"/>
                  <a:gd name="T13" fmla="*/ 139 h 609"/>
                  <a:gd name="T14" fmla="*/ 210 w 677"/>
                  <a:gd name="T15" fmla="*/ 139 h 609"/>
                  <a:gd name="T16" fmla="*/ 212 w 677"/>
                  <a:gd name="T17" fmla="*/ 140 h 609"/>
                  <a:gd name="T18" fmla="*/ 677 w 677"/>
                  <a:gd name="T19" fmla="*/ 604 h 609"/>
                  <a:gd name="T20" fmla="*/ 672 w 677"/>
                  <a:gd name="T21" fmla="*/ 609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7" h="609">
                    <a:moveTo>
                      <a:pt x="672" y="609"/>
                    </a:moveTo>
                    <a:cubicBezTo>
                      <a:pt x="209" y="146"/>
                      <a:pt x="209" y="146"/>
                      <a:pt x="209" y="146"/>
                    </a:cubicBezTo>
                    <a:cubicBezTo>
                      <a:pt x="143" y="146"/>
                      <a:pt x="143" y="146"/>
                      <a:pt x="143" y="146"/>
                    </a:cubicBezTo>
                    <a:cubicBezTo>
                      <a:pt x="142" y="146"/>
                      <a:pt x="142" y="146"/>
                      <a:pt x="141" y="14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45" y="139"/>
                      <a:pt x="145" y="139"/>
                      <a:pt x="145" y="139"/>
                    </a:cubicBezTo>
                    <a:cubicBezTo>
                      <a:pt x="210" y="139"/>
                      <a:pt x="210" y="139"/>
                      <a:pt x="210" y="139"/>
                    </a:cubicBezTo>
                    <a:cubicBezTo>
                      <a:pt x="211" y="139"/>
                      <a:pt x="212" y="140"/>
                      <a:pt x="212" y="140"/>
                    </a:cubicBezTo>
                    <a:cubicBezTo>
                      <a:pt x="677" y="604"/>
                      <a:pt x="677" y="604"/>
                      <a:pt x="677" y="604"/>
                    </a:cubicBezTo>
                    <a:lnTo>
                      <a:pt x="672" y="609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5" name="Freeform 660"/>
              <p:cNvSpPr>
                <a:spLocks/>
              </p:cNvSpPr>
              <p:nvPr/>
            </p:nvSpPr>
            <p:spPr bwMode="auto">
              <a:xfrm flipV="1">
                <a:off x="-10179050" y="-414338"/>
                <a:ext cx="2495550" cy="2690813"/>
              </a:xfrm>
              <a:custGeom>
                <a:avLst/>
                <a:gdLst>
                  <a:gd name="T0" fmla="*/ 663 w 665"/>
                  <a:gd name="T1" fmla="*/ 717 h 717"/>
                  <a:gd name="T2" fmla="*/ 250 w 665"/>
                  <a:gd name="T3" fmla="*/ 305 h 717"/>
                  <a:gd name="T4" fmla="*/ 249 w 665"/>
                  <a:gd name="T5" fmla="*/ 303 h 717"/>
                  <a:gd name="T6" fmla="*/ 249 w 665"/>
                  <a:gd name="T7" fmla="*/ 267 h 717"/>
                  <a:gd name="T8" fmla="*/ 57 w 665"/>
                  <a:gd name="T9" fmla="*/ 75 h 717"/>
                  <a:gd name="T10" fmla="*/ 40 w 665"/>
                  <a:gd name="T11" fmla="*/ 75 h 717"/>
                  <a:gd name="T12" fmla="*/ 39 w 665"/>
                  <a:gd name="T13" fmla="*/ 74 h 717"/>
                  <a:gd name="T14" fmla="*/ 1 w 665"/>
                  <a:gd name="T15" fmla="*/ 35 h 717"/>
                  <a:gd name="T16" fmla="*/ 0 w 665"/>
                  <a:gd name="T17" fmla="*/ 34 h 717"/>
                  <a:gd name="T18" fmla="*/ 0 w 665"/>
                  <a:gd name="T19" fmla="*/ 0 h 717"/>
                  <a:gd name="T20" fmla="*/ 4 w 665"/>
                  <a:gd name="T21" fmla="*/ 0 h 717"/>
                  <a:gd name="T22" fmla="*/ 4 w 665"/>
                  <a:gd name="T23" fmla="*/ 33 h 717"/>
                  <a:gd name="T24" fmla="*/ 41 w 665"/>
                  <a:gd name="T25" fmla="*/ 71 h 717"/>
                  <a:gd name="T26" fmla="*/ 57 w 665"/>
                  <a:gd name="T27" fmla="*/ 71 h 717"/>
                  <a:gd name="T28" fmla="*/ 59 w 665"/>
                  <a:gd name="T29" fmla="*/ 72 h 717"/>
                  <a:gd name="T30" fmla="*/ 252 w 665"/>
                  <a:gd name="T31" fmla="*/ 265 h 717"/>
                  <a:gd name="T32" fmla="*/ 253 w 665"/>
                  <a:gd name="T33" fmla="*/ 267 h 717"/>
                  <a:gd name="T34" fmla="*/ 253 w 665"/>
                  <a:gd name="T35" fmla="*/ 303 h 717"/>
                  <a:gd name="T36" fmla="*/ 665 w 665"/>
                  <a:gd name="T37" fmla="*/ 715 h 717"/>
                  <a:gd name="T38" fmla="*/ 663 w 665"/>
                  <a:gd name="T39" fmla="*/ 717 h 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65" h="717">
                    <a:moveTo>
                      <a:pt x="663" y="717"/>
                    </a:moveTo>
                    <a:cubicBezTo>
                      <a:pt x="250" y="305"/>
                      <a:pt x="250" y="305"/>
                      <a:pt x="250" y="305"/>
                    </a:cubicBezTo>
                    <a:cubicBezTo>
                      <a:pt x="250" y="304"/>
                      <a:pt x="249" y="304"/>
                      <a:pt x="249" y="303"/>
                    </a:cubicBezTo>
                    <a:cubicBezTo>
                      <a:pt x="249" y="267"/>
                      <a:pt x="249" y="267"/>
                      <a:pt x="249" y="267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5"/>
                      <a:pt x="40" y="74"/>
                      <a:pt x="39" y="7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8" y="71"/>
                      <a:pt x="58" y="71"/>
                      <a:pt x="59" y="72"/>
                    </a:cubicBezTo>
                    <a:cubicBezTo>
                      <a:pt x="252" y="265"/>
                      <a:pt x="252" y="265"/>
                      <a:pt x="252" y="265"/>
                    </a:cubicBezTo>
                    <a:cubicBezTo>
                      <a:pt x="253" y="266"/>
                      <a:pt x="253" y="266"/>
                      <a:pt x="253" y="267"/>
                    </a:cubicBezTo>
                    <a:cubicBezTo>
                      <a:pt x="253" y="303"/>
                      <a:pt x="253" y="303"/>
                      <a:pt x="253" y="303"/>
                    </a:cubicBezTo>
                    <a:cubicBezTo>
                      <a:pt x="665" y="715"/>
                      <a:pt x="665" y="715"/>
                      <a:pt x="665" y="715"/>
                    </a:cubicBezTo>
                    <a:lnTo>
                      <a:pt x="663" y="717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6" name="Freeform 661"/>
              <p:cNvSpPr>
                <a:spLocks/>
              </p:cNvSpPr>
              <p:nvPr/>
            </p:nvSpPr>
            <p:spPr bwMode="auto">
              <a:xfrm flipV="1">
                <a:off x="-9904413" y="-471488"/>
                <a:ext cx="2165350" cy="2244725"/>
              </a:xfrm>
              <a:custGeom>
                <a:avLst/>
                <a:gdLst>
                  <a:gd name="T0" fmla="*/ 575 w 577"/>
                  <a:gd name="T1" fmla="*/ 598 h 598"/>
                  <a:gd name="T2" fmla="*/ 149 w 577"/>
                  <a:gd name="T3" fmla="*/ 172 h 598"/>
                  <a:gd name="T4" fmla="*/ 149 w 577"/>
                  <a:gd name="T5" fmla="*/ 171 h 598"/>
                  <a:gd name="T6" fmla="*/ 149 w 577"/>
                  <a:gd name="T7" fmla="*/ 135 h 598"/>
                  <a:gd name="T8" fmla="*/ 17 w 577"/>
                  <a:gd name="T9" fmla="*/ 3 h 598"/>
                  <a:gd name="T10" fmla="*/ 0 w 577"/>
                  <a:gd name="T11" fmla="*/ 3 h 598"/>
                  <a:gd name="T12" fmla="*/ 0 w 577"/>
                  <a:gd name="T13" fmla="*/ 0 h 598"/>
                  <a:gd name="T14" fmla="*/ 17 w 577"/>
                  <a:gd name="T15" fmla="*/ 0 h 598"/>
                  <a:gd name="T16" fmla="*/ 19 w 577"/>
                  <a:gd name="T17" fmla="*/ 0 h 598"/>
                  <a:gd name="T18" fmla="*/ 152 w 577"/>
                  <a:gd name="T19" fmla="*/ 133 h 598"/>
                  <a:gd name="T20" fmla="*/ 152 w 577"/>
                  <a:gd name="T21" fmla="*/ 134 h 598"/>
                  <a:gd name="T22" fmla="*/ 152 w 577"/>
                  <a:gd name="T23" fmla="*/ 171 h 598"/>
                  <a:gd name="T24" fmla="*/ 577 w 577"/>
                  <a:gd name="T25" fmla="*/ 596 h 598"/>
                  <a:gd name="T26" fmla="*/ 575 w 577"/>
                  <a:gd name="T27" fmla="*/ 598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7" h="598">
                    <a:moveTo>
                      <a:pt x="575" y="598"/>
                    </a:moveTo>
                    <a:cubicBezTo>
                      <a:pt x="149" y="172"/>
                      <a:pt x="149" y="172"/>
                      <a:pt x="149" y="172"/>
                    </a:cubicBezTo>
                    <a:cubicBezTo>
                      <a:pt x="149" y="172"/>
                      <a:pt x="149" y="172"/>
                      <a:pt x="149" y="171"/>
                    </a:cubicBezTo>
                    <a:cubicBezTo>
                      <a:pt x="149" y="135"/>
                      <a:pt x="149" y="135"/>
                      <a:pt x="149" y="135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8" y="0"/>
                      <a:pt x="19" y="0"/>
                    </a:cubicBezTo>
                    <a:cubicBezTo>
                      <a:pt x="152" y="133"/>
                      <a:pt x="152" y="133"/>
                      <a:pt x="152" y="133"/>
                    </a:cubicBezTo>
                    <a:cubicBezTo>
                      <a:pt x="152" y="134"/>
                      <a:pt x="152" y="134"/>
                      <a:pt x="152" y="134"/>
                    </a:cubicBezTo>
                    <a:cubicBezTo>
                      <a:pt x="152" y="171"/>
                      <a:pt x="152" y="171"/>
                      <a:pt x="152" y="171"/>
                    </a:cubicBezTo>
                    <a:cubicBezTo>
                      <a:pt x="577" y="596"/>
                      <a:pt x="577" y="596"/>
                      <a:pt x="577" y="596"/>
                    </a:cubicBezTo>
                    <a:lnTo>
                      <a:pt x="575" y="59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7" name="Freeform 662"/>
              <p:cNvSpPr>
                <a:spLocks/>
              </p:cNvSpPr>
              <p:nvPr/>
            </p:nvSpPr>
            <p:spPr bwMode="auto">
              <a:xfrm flipV="1">
                <a:off x="-9378950" y="1409700"/>
                <a:ext cx="2413000" cy="2022475"/>
              </a:xfrm>
              <a:custGeom>
                <a:avLst/>
                <a:gdLst>
                  <a:gd name="T0" fmla="*/ 641 w 643"/>
                  <a:gd name="T1" fmla="*/ 539 h 539"/>
                  <a:gd name="T2" fmla="*/ 585 w 643"/>
                  <a:gd name="T3" fmla="*/ 483 h 539"/>
                  <a:gd name="T4" fmla="*/ 520 w 643"/>
                  <a:gd name="T5" fmla="*/ 483 h 539"/>
                  <a:gd name="T6" fmla="*/ 519 w 643"/>
                  <a:gd name="T7" fmla="*/ 482 h 539"/>
                  <a:gd name="T8" fmla="*/ 352 w 643"/>
                  <a:gd name="T9" fmla="*/ 316 h 539"/>
                  <a:gd name="T10" fmla="*/ 303 w 643"/>
                  <a:gd name="T11" fmla="*/ 316 h 539"/>
                  <a:gd name="T12" fmla="*/ 301 w 643"/>
                  <a:gd name="T13" fmla="*/ 315 h 539"/>
                  <a:gd name="T14" fmla="*/ 80 w 643"/>
                  <a:gd name="T15" fmla="*/ 94 h 539"/>
                  <a:gd name="T16" fmla="*/ 79 w 643"/>
                  <a:gd name="T17" fmla="*/ 93 h 539"/>
                  <a:gd name="T18" fmla="*/ 79 w 643"/>
                  <a:gd name="T19" fmla="*/ 38 h 539"/>
                  <a:gd name="T20" fmla="*/ 45 w 643"/>
                  <a:gd name="T21" fmla="*/ 4 h 539"/>
                  <a:gd name="T22" fmla="*/ 0 w 643"/>
                  <a:gd name="T23" fmla="*/ 4 h 539"/>
                  <a:gd name="T24" fmla="*/ 0 w 643"/>
                  <a:gd name="T25" fmla="*/ 0 h 539"/>
                  <a:gd name="T26" fmla="*/ 46 w 643"/>
                  <a:gd name="T27" fmla="*/ 0 h 539"/>
                  <a:gd name="T28" fmla="*/ 47 w 643"/>
                  <a:gd name="T29" fmla="*/ 1 h 539"/>
                  <a:gd name="T30" fmla="*/ 82 w 643"/>
                  <a:gd name="T31" fmla="*/ 36 h 539"/>
                  <a:gd name="T32" fmla="*/ 83 w 643"/>
                  <a:gd name="T33" fmla="*/ 37 h 539"/>
                  <a:gd name="T34" fmla="*/ 83 w 643"/>
                  <a:gd name="T35" fmla="*/ 92 h 539"/>
                  <a:gd name="T36" fmla="*/ 303 w 643"/>
                  <a:gd name="T37" fmla="*/ 312 h 539"/>
                  <a:gd name="T38" fmla="*/ 353 w 643"/>
                  <a:gd name="T39" fmla="*/ 312 h 539"/>
                  <a:gd name="T40" fmla="*/ 354 w 643"/>
                  <a:gd name="T41" fmla="*/ 313 h 539"/>
                  <a:gd name="T42" fmla="*/ 521 w 643"/>
                  <a:gd name="T43" fmla="*/ 479 h 539"/>
                  <a:gd name="T44" fmla="*/ 585 w 643"/>
                  <a:gd name="T45" fmla="*/ 479 h 539"/>
                  <a:gd name="T46" fmla="*/ 586 w 643"/>
                  <a:gd name="T47" fmla="*/ 480 h 539"/>
                  <a:gd name="T48" fmla="*/ 643 w 643"/>
                  <a:gd name="T49" fmla="*/ 537 h 539"/>
                  <a:gd name="T50" fmla="*/ 641 w 643"/>
                  <a:gd name="T51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43" h="539">
                    <a:moveTo>
                      <a:pt x="641" y="539"/>
                    </a:moveTo>
                    <a:cubicBezTo>
                      <a:pt x="585" y="483"/>
                      <a:pt x="585" y="483"/>
                      <a:pt x="585" y="483"/>
                    </a:cubicBezTo>
                    <a:cubicBezTo>
                      <a:pt x="520" y="483"/>
                      <a:pt x="520" y="483"/>
                      <a:pt x="520" y="483"/>
                    </a:cubicBezTo>
                    <a:cubicBezTo>
                      <a:pt x="520" y="483"/>
                      <a:pt x="519" y="483"/>
                      <a:pt x="519" y="482"/>
                    </a:cubicBezTo>
                    <a:cubicBezTo>
                      <a:pt x="352" y="316"/>
                      <a:pt x="352" y="316"/>
                      <a:pt x="352" y="316"/>
                    </a:cubicBezTo>
                    <a:cubicBezTo>
                      <a:pt x="303" y="316"/>
                      <a:pt x="303" y="316"/>
                      <a:pt x="303" y="316"/>
                    </a:cubicBezTo>
                    <a:cubicBezTo>
                      <a:pt x="302" y="316"/>
                      <a:pt x="302" y="316"/>
                      <a:pt x="301" y="315"/>
                    </a:cubicBezTo>
                    <a:cubicBezTo>
                      <a:pt x="80" y="94"/>
                      <a:pt x="80" y="94"/>
                      <a:pt x="80" y="94"/>
                    </a:cubicBezTo>
                    <a:cubicBezTo>
                      <a:pt x="80" y="94"/>
                      <a:pt x="79" y="93"/>
                      <a:pt x="79" y="93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47" y="1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3" y="92"/>
                      <a:pt x="83" y="92"/>
                      <a:pt x="83" y="92"/>
                    </a:cubicBezTo>
                    <a:cubicBezTo>
                      <a:pt x="303" y="312"/>
                      <a:pt x="303" y="312"/>
                      <a:pt x="303" y="312"/>
                    </a:cubicBezTo>
                    <a:cubicBezTo>
                      <a:pt x="353" y="312"/>
                      <a:pt x="353" y="312"/>
                      <a:pt x="353" y="312"/>
                    </a:cubicBezTo>
                    <a:cubicBezTo>
                      <a:pt x="354" y="312"/>
                      <a:pt x="354" y="313"/>
                      <a:pt x="354" y="313"/>
                    </a:cubicBezTo>
                    <a:cubicBezTo>
                      <a:pt x="521" y="479"/>
                      <a:pt x="521" y="479"/>
                      <a:pt x="521" y="479"/>
                    </a:cubicBezTo>
                    <a:cubicBezTo>
                      <a:pt x="585" y="479"/>
                      <a:pt x="585" y="479"/>
                      <a:pt x="585" y="479"/>
                    </a:cubicBezTo>
                    <a:cubicBezTo>
                      <a:pt x="586" y="479"/>
                      <a:pt x="586" y="479"/>
                      <a:pt x="586" y="480"/>
                    </a:cubicBezTo>
                    <a:cubicBezTo>
                      <a:pt x="643" y="537"/>
                      <a:pt x="643" y="537"/>
                      <a:pt x="643" y="537"/>
                    </a:cubicBezTo>
                    <a:lnTo>
                      <a:pt x="641" y="5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8" name="Freeform 663"/>
              <p:cNvSpPr>
                <a:spLocks/>
              </p:cNvSpPr>
              <p:nvPr/>
            </p:nvSpPr>
            <p:spPr bwMode="auto">
              <a:xfrm flipV="1">
                <a:off x="-9259888" y="1728787"/>
                <a:ext cx="1550987" cy="1470025"/>
              </a:xfrm>
              <a:custGeom>
                <a:avLst/>
                <a:gdLst>
                  <a:gd name="T0" fmla="*/ 405 w 413"/>
                  <a:gd name="T1" fmla="*/ 392 h 392"/>
                  <a:gd name="T2" fmla="*/ 309 w 413"/>
                  <a:gd name="T3" fmla="*/ 296 h 392"/>
                  <a:gd name="T4" fmla="*/ 263 w 413"/>
                  <a:gd name="T5" fmla="*/ 296 h 392"/>
                  <a:gd name="T6" fmla="*/ 260 w 413"/>
                  <a:gd name="T7" fmla="*/ 295 h 392"/>
                  <a:gd name="T8" fmla="*/ 1 w 413"/>
                  <a:gd name="T9" fmla="*/ 36 h 392"/>
                  <a:gd name="T10" fmla="*/ 0 w 413"/>
                  <a:gd name="T11" fmla="*/ 32 h 392"/>
                  <a:gd name="T12" fmla="*/ 0 w 413"/>
                  <a:gd name="T13" fmla="*/ 0 h 392"/>
                  <a:gd name="T14" fmla="*/ 10 w 413"/>
                  <a:gd name="T15" fmla="*/ 0 h 392"/>
                  <a:gd name="T16" fmla="*/ 10 w 413"/>
                  <a:gd name="T17" fmla="*/ 30 h 392"/>
                  <a:gd name="T18" fmla="*/ 266 w 413"/>
                  <a:gd name="T19" fmla="*/ 286 h 392"/>
                  <a:gd name="T20" fmla="*/ 311 w 413"/>
                  <a:gd name="T21" fmla="*/ 286 h 392"/>
                  <a:gd name="T22" fmla="*/ 315 w 413"/>
                  <a:gd name="T23" fmla="*/ 287 h 392"/>
                  <a:gd name="T24" fmla="*/ 413 w 413"/>
                  <a:gd name="T25" fmla="*/ 385 h 392"/>
                  <a:gd name="T26" fmla="*/ 405 w 413"/>
                  <a:gd name="T27" fmla="*/ 392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3" h="392">
                    <a:moveTo>
                      <a:pt x="405" y="392"/>
                    </a:moveTo>
                    <a:cubicBezTo>
                      <a:pt x="309" y="296"/>
                      <a:pt x="309" y="296"/>
                      <a:pt x="309" y="296"/>
                    </a:cubicBezTo>
                    <a:cubicBezTo>
                      <a:pt x="263" y="296"/>
                      <a:pt x="263" y="296"/>
                      <a:pt x="263" y="296"/>
                    </a:cubicBezTo>
                    <a:cubicBezTo>
                      <a:pt x="262" y="296"/>
                      <a:pt x="261" y="296"/>
                      <a:pt x="260" y="295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5"/>
                      <a:pt x="0" y="34"/>
                      <a:pt x="0" y="3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266" y="286"/>
                      <a:pt x="266" y="286"/>
                      <a:pt x="266" y="286"/>
                    </a:cubicBezTo>
                    <a:cubicBezTo>
                      <a:pt x="311" y="286"/>
                      <a:pt x="311" y="286"/>
                      <a:pt x="311" y="286"/>
                    </a:cubicBezTo>
                    <a:cubicBezTo>
                      <a:pt x="313" y="286"/>
                      <a:pt x="314" y="286"/>
                      <a:pt x="315" y="287"/>
                    </a:cubicBezTo>
                    <a:cubicBezTo>
                      <a:pt x="413" y="385"/>
                      <a:pt x="413" y="385"/>
                      <a:pt x="413" y="385"/>
                    </a:cubicBezTo>
                    <a:lnTo>
                      <a:pt x="405" y="39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9" name="Freeform 664"/>
              <p:cNvSpPr>
                <a:spLocks/>
              </p:cNvSpPr>
              <p:nvPr/>
            </p:nvSpPr>
            <p:spPr bwMode="auto">
              <a:xfrm flipV="1">
                <a:off x="-7867650" y="1728787"/>
                <a:ext cx="109537" cy="66675"/>
              </a:xfrm>
              <a:custGeom>
                <a:avLst/>
                <a:gdLst>
                  <a:gd name="T0" fmla="*/ 7 w 69"/>
                  <a:gd name="T1" fmla="*/ 42 h 42"/>
                  <a:gd name="T2" fmla="*/ 0 w 69"/>
                  <a:gd name="T3" fmla="*/ 21 h 42"/>
                  <a:gd name="T4" fmla="*/ 62 w 69"/>
                  <a:gd name="T5" fmla="*/ 0 h 42"/>
                  <a:gd name="T6" fmla="*/ 69 w 69"/>
                  <a:gd name="T7" fmla="*/ 21 h 42"/>
                  <a:gd name="T8" fmla="*/ 7 w 69"/>
                  <a:gd name="T9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42">
                    <a:moveTo>
                      <a:pt x="7" y="42"/>
                    </a:moveTo>
                    <a:lnTo>
                      <a:pt x="0" y="21"/>
                    </a:lnTo>
                    <a:lnTo>
                      <a:pt x="62" y="0"/>
                    </a:lnTo>
                    <a:lnTo>
                      <a:pt x="69" y="21"/>
                    </a:lnTo>
                    <a:lnTo>
                      <a:pt x="7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Freeform 665"/>
              <p:cNvSpPr>
                <a:spLocks/>
              </p:cNvSpPr>
              <p:nvPr/>
            </p:nvSpPr>
            <p:spPr bwMode="auto">
              <a:xfrm flipV="1">
                <a:off x="-8658225" y="1743075"/>
                <a:ext cx="3144837" cy="2057400"/>
              </a:xfrm>
              <a:custGeom>
                <a:avLst/>
                <a:gdLst>
                  <a:gd name="T0" fmla="*/ 833 w 838"/>
                  <a:gd name="T1" fmla="*/ 548 h 548"/>
                  <a:gd name="T2" fmla="*/ 463 w 838"/>
                  <a:gd name="T3" fmla="*/ 178 h 548"/>
                  <a:gd name="T4" fmla="*/ 328 w 838"/>
                  <a:gd name="T5" fmla="*/ 178 h 548"/>
                  <a:gd name="T6" fmla="*/ 326 w 838"/>
                  <a:gd name="T7" fmla="*/ 177 h 548"/>
                  <a:gd name="T8" fmla="*/ 260 w 838"/>
                  <a:gd name="T9" fmla="*/ 111 h 548"/>
                  <a:gd name="T10" fmla="*/ 191 w 838"/>
                  <a:gd name="T11" fmla="*/ 111 h 548"/>
                  <a:gd name="T12" fmla="*/ 189 w 838"/>
                  <a:gd name="T13" fmla="*/ 110 h 548"/>
                  <a:gd name="T14" fmla="*/ 180 w 838"/>
                  <a:gd name="T15" fmla="*/ 101 h 548"/>
                  <a:gd name="T16" fmla="*/ 136 w 838"/>
                  <a:gd name="T17" fmla="*/ 101 h 548"/>
                  <a:gd name="T18" fmla="*/ 134 w 838"/>
                  <a:gd name="T19" fmla="*/ 100 h 548"/>
                  <a:gd name="T20" fmla="*/ 41 w 838"/>
                  <a:gd name="T21" fmla="*/ 7 h 548"/>
                  <a:gd name="T22" fmla="*/ 0 w 838"/>
                  <a:gd name="T23" fmla="*/ 7 h 548"/>
                  <a:gd name="T24" fmla="*/ 0 w 838"/>
                  <a:gd name="T25" fmla="*/ 0 h 548"/>
                  <a:gd name="T26" fmla="*/ 42 w 838"/>
                  <a:gd name="T27" fmla="*/ 0 h 548"/>
                  <a:gd name="T28" fmla="*/ 45 w 838"/>
                  <a:gd name="T29" fmla="*/ 1 h 548"/>
                  <a:gd name="T30" fmla="*/ 137 w 838"/>
                  <a:gd name="T31" fmla="*/ 94 h 548"/>
                  <a:gd name="T32" fmla="*/ 181 w 838"/>
                  <a:gd name="T33" fmla="*/ 94 h 548"/>
                  <a:gd name="T34" fmla="*/ 184 w 838"/>
                  <a:gd name="T35" fmla="*/ 95 h 548"/>
                  <a:gd name="T36" fmla="*/ 193 w 838"/>
                  <a:gd name="T37" fmla="*/ 104 h 548"/>
                  <a:gd name="T38" fmla="*/ 261 w 838"/>
                  <a:gd name="T39" fmla="*/ 104 h 548"/>
                  <a:gd name="T40" fmla="*/ 263 w 838"/>
                  <a:gd name="T41" fmla="*/ 105 h 548"/>
                  <a:gd name="T42" fmla="*/ 330 w 838"/>
                  <a:gd name="T43" fmla="*/ 171 h 548"/>
                  <a:gd name="T44" fmla="*/ 464 w 838"/>
                  <a:gd name="T45" fmla="*/ 171 h 548"/>
                  <a:gd name="T46" fmla="*/ 466 w 838"/>
                  <a:gd name="T47" fmla="*/ 172 h 548"/>
                  <a:gd name="T48" fmla="*/ 838 w 838"/>
                  <a:gd name="T49" fmla="*/ 543 h 548"/>
                  <a:gd name="T50" fmla="*/ 833 w 838"/>
                  <a:gd name="T51" fmla="*/ 548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38" h="548">
                    <a:moveTo>
                      <a:pt x="833" y="548"/>
                    </a:moveTo>
                    <a:cubicBezTo>
                      <a:pt x="463" y="178"/>
                      <a:pt x="463" y="178"/>
                      <a:pt x="463" y="178"/>
                    </a:cubicBezTo>
                    <a:cubicBezTo>
                      <a:pt x="328" y="178"/>
                      <a:pt x="328" y="178"/>
                      <a:pt x="328" y="178"/>
                    </a:cubicBezTo>
                    <a:cubicBezTo>
                      <a:pt x="327" y="178"/>
                      <a:pt x="326" y="177"/>
                      <a:pt x="326" y="177"/>
                    </a:cubicBezTo>
                    <a:cubicBezTo>
                      <a:pt x="260" y="111"/>
                      <a:pt x="260" y="111"/>
                      <a:pt x="260" y="111"/>
                    </a:cubicBezTo>
                    <a:cubicBezTo>
                      <a:pt x="191" y="111"/>
                      <a:pt x="191" y="111"/>
                      <a:pt x="191" y="111"/>
                    </a:cubicBezTo>
                    <a:cubicBezTo>
                      <a:pt x="190" y="111"/>
                      <a:pt x="190" y="110"/>
                      <a:pt x="189" y="110"/>
                    </a:cubicBezTo>
                    <a:cubicBezTo>
                      <a:pt x="180" y="101"/>
                      <a:pt x="180" y="101"/>
                      <a:pt x="180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5" y="101"/>
                      <a:pt x="134" y="100"/>
                      <a:pt x="134" y="100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3" y="0"/>
                      <a:pt x="44" y="1"/>
                      <a:pt x="45" y="1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81" y="94"/>
                      <a:pt x="181" y="94"/>
                      <a:pt x="181" y="94"/>
                    </a:cubicBezTo>
                    <a:cubicBezTo>
                      <a:pt x="182" y="94"/>
                      <a:pt x="183" y="94"/>
                      <a:pt x="184" y="95"/>
                    </a:cubicBezTo>
                    <a:cubicBezTo>
                      <a:pt x="193" y="104"/>
                      <a:pt x="193" y="104"/>
                      <a:pt x="193" y="104"/>
                    </a:cubicBezTo>
                    <a:cubicBezTo>
                      <a:pt x="261" y="104"/>
                      <a:pt x="261" y="104"/>
                      <a:pt x="261" y="104"/>
                    </a:cubicBezTo>
                    <a:cubicBezTo>
                      <a:pt x="262" y="104"/>
                      <a:pt x="263" y="104"/>
                      <a:pt x="263" y="105"/>
                    </a:cubicBezTo>
                    <a:cubicBezTo>
                      <a:pt x="330" y="171"/>
                      <a:pt x="330" y="171"/>
                      <a:pt x="330" y="171"/>
                    </a:cubicBezTo>
                    <a:cubicBezTo>
                      <a:pt x="464" y="171"/>
                      <a:pt x="464" y="171"/>
                      <a:pt x="464" y="171"/>
                    </a:cubicBezTo>
                    <a:cubicBezTo>
                      <a:pt x="465" y="171"/>
                      <a:pt x="466" y="171"/>
                      <a:pt x="466" y="172"/>
                    </a:cubicBezTo>
                    <a:cubicBezTo>
                      <a:pt x="838" y="543"/>
                      <a:pt x="838" y="543"/>
                      <a:pt x="838" y="543"/>
                    </a:cubicBezTo>
                    <a:lnTo>
                      <a:pt x="833" y="54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Freeform 666"/>
              <p:cNvSpPr>
                <a:spLocks noEditPoints="1"/>
              </p:cNvSpPr>
              <p:nvPr/>
            </p:nvSpPr>
            <p:spPr bwMode="auto">
              <a:xfrm flipV="1">
                <a:off x="-12141200" y="301624"/>
                <a:ext cx="88900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5" y="6"/>
                      <a:pt x="19" y="9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Freeform 667"/>
              <p:cNvSpPr>
                <a:spLocks noEditPoints="1"/>
              </p:cNvSpPr>
              <p:nvPr/>
            </p:nvSpPr>
            <p:spPr bwMode="auto">
              <a:xfrm flipV="1">
                <a:off x="-12404725" y="152400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12 w 24"/>
                  <a:gd name="T19" fmla="*/ 0 h 24"/>
                  <a:gd name="T20" fmla="*/ 4 w 24"/>
                  <a:gd name="T21" fmla="*/ 4 h 24"/>
                  <a:gd name="T22" fmla="*/ 0 w 24"/>
                  <a:gd name="T23" fmla="*/ 12 h 24"/>
                  <a:gd name="T24" fmla="*/ 12 w 24"/>
                  <a:gd name="T25" fmla="*/ 24 h 24"/>
                  <a:gd name="T26" fmla="*/ 21 w 24"/>
                  <a:gd name="T27" fmla="*/ 21 h 24"/>
                  <a:gd name="T28" fmla="*/ 24 w 24"/>
                  <a:gd name="T29" fmla="*/ 12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5" y="24"/>
                      <a:pt x="18" y="23"/>
                      <a:pt x="21" y="21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Freeform 668"/>
              <p:cNvSpPr>
                <a:spLocks noEditPoints="1"/>
              </p:cNvSpPr>
              <p:nvPr/>
            </p:nvSpPr>
            <p:spPr bwMode="auto">
              <a:xfrm flipV="1">
                <a:off x="-12118975" y="-455613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20 w 24"/>
                  <a:gd name="T23" fmla="*/ 3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9"/>
                      <a:pt x="22" y="6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Freeform 669"/>
              <p:cNvSpPr>
                <a:spLocks noEditPoints="1"/>
              </p:cNvSpPr>
              <p:nvPr/>
            </p:nvSpPr>
            <p:spPr bwMode="auto">
              <a:xfrm flipV="1">
                <a:off x="-11964988" y="-606426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1 w 24"/>
                  <a:gd name="T17" fmla="*/ 20 h 24"/>
                  <a:gd name="T18" fmla="*/ 24 w 24"/>
                  <a:gd name="T19" fmla="*/ 12 h 24"/>
                  <a:gd name="T20" fmla="*/ 21 w 24"/>
                  <a:gd name="T21" fmla="*/ 3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5" y="24"/>
                      <a:pt x="18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Freeform 670"/>
              <p:cNvSpPr>
                <a:spLocks noEditPoints="1"/>
              </p:cNvSpPr>
              <p:nvPr/>
            </p:nvSpPr>
            <p:spPr bwMode="auto">
              <a:xfrm flipV="1">
                <a:off x="-12322175" y="-219075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2 w 24"/>
                  <a:gd name="T5" fmla="*/ 5 h 24"/>
                  <a:gd name="T6" fmla="*/ 19 w 24"/>
                  <a:gd name="T7" fmla="*/ 12 h 24"/>
                  <a:gd name="T8" fmla="*/ 12 w 24"/>
                  <a:gd name="T9" fmla="*/ 19 h 24"/>
                  <a:gd name="T10" fmla="*/ 12 w 24"/>
                  <a:gd name="T11" fmla="*/ 19 h 24"/>
                  <a:gd name="T12" fmla="*/ 12 w 24"/>
                  <a:gd name="T13" fmla="*/ 19 h 24"/>
                  <a:gd name="T14" fmla="*/ 5 w 24"/>
                  <a:gd name="T15" fmla="*/ 12 h 24"/>
                  <a:gd name="T16" fmla="*/ 12 w 24"/>
                  <a:gd name="T17" fmla="*/ 5 h 24"/>
                  <a:gd name="T18" fmla="*/ 12 w 24"/>
                  <a:gd name="T19" fmla="*/ 0 h 24"/>
                  <a:gd name="T20" fmla="*/ 12 w 24"/>
                  <a:gd name="T21" fmla="*/ 0 h 24"/>
                  <a:gd name="T22" fmla="*/ 12 w 24"/>
                  <a:gd name="T23" fmla="*/ 0 h 24"/>
                  <a:gd name="T24" fmla="*/ 3 w 24"/>
                  <a:gd name="T25" fmla="*/ 4 h 24"/>
                  <a:gd name="T26" fmla="*/ 0 w 24"/>
                  <a:gd name="T27" fmla="*/ 12 h 24"/>
                  <a:gd name="T28" fmla="*/ 3 w 24"/>
                  <a:gd name="T29" fmla="*/ 21 h 24"/>
                  <a:gd name="T30" fmla="*/ 12 w 24"/>
                  <a:gd name="T31" fmla="*/ 24 h 24"/>
                  <a:gd name="T32" fmla="*/ 20 w 24"/>
                  <a:gd name="T33" fmla="*/ 21 h 24"/>
                  <a:gd name="T34" fmla="*/ 24 w 24"/>
                  <a:gd name="T35" fmla="*/ 12 h 24"/>
                  <a:gd name="T36" fmla="*/ 20 w 24"/>
                  <a:gd name="T37" fmla="*/ 4 h 24"/>
                  <a:gd name="T38" fmla="*/ 12 w 24"/>
                  <a:gd name="T3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5"/>
                      <a:pt x="19" y="8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0"/>
                      <a:pt x="5" y="1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3" y="21"/>
                    </a:cubicBezTo>
                    <a:cubicBezTo>
                      <a:pt x="5" y="23"/>
                      <a:pt x="8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2" y="18"/>
                      <a:pt x="24" y="15"/>
                      <a:pt x="24" y="12"/>
                    </a:cubicBezTo>
                    <a:cubicBezTo>
                      <a:pt x="24" y="9"/>
                      <a:pt x="22" y="6"/>
                      <a:pt x="20" y="4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Freeform 671"/>
              <p:cNvSpPr>
                <a:spLocks noEditPoints="1"/>
              </p:cNvSpPr>
              <p:nvPr/>
            </p:nvSpPr>
            <p:spPr bwMode="auto">
              <a:xfrm flipV="1">
                <a:off x="-11491913" y="-1806575"/>
                <a:ext cx="88900" cy="88900"/>
              </a:xfrm>
              <a:custGeom>
                <a:avLst/>
                <a:gdLst>
                  <a:gd name="T0" fmla="*/ 12 w 24"/>
                  <a:gd name="T1" fmla="*/ 6 h 24"/>
                  <a:gd name="T2" fmla="*/ 12 w 24"/>
                  <a:gd name="T3" fmla="*/ 6 h 24"/>
                  <a:gd name="T4" fmla="*/ 12 w 24"/>
                  <a:gd name="T5" fmla="*/ 6 h 24"/>
                  <a:gd name="T6" fmla="*/ 18 w 24"/>
                  <a:gd name="T7" fmla="*/ 12 h 24"/>
                  <a:gd name="T8" fmla="*/ 12 w 24"/>
                  <a:gd name="T9" fmla="*/ 19 h 24"/>
                  <a:gd name="T10" fmla="*/ 12 w 24"/>
                  <a:gd name="T11" fmla="*/ 19 h 24"/>
                  <a:gd name="T12" fmla="*/ 5 w 24"/>
                  <a:gd name="T13" fmla="*/ 12 h 24"/>
                  <a:gd name="T14" fmla="*/ 12 w 24"/>
                  <a:gd name="T15" fmla="*/ 6 h 24"/>
                  <a:gd name="T16" fmla="*/ 12 w 24"/>
                  <a:gd name="T17" fmla="*/ 0 h 24"/>
                  <a:gd name="T18" fmla="*/ 12 w 24"/>
                  <a:gd name="T19" fmla="*/ 0 h 24"/>
                  <a:gd name="T20" fmla="*/ 12 w 24"/>
                  <a:gd name="T21" fmla="*/ 0 h 24"/>
                  <a:gd name="T22" fmla="*/ 0 w 24"/>
                  <a:gd name="T23" fmla="*/ 12 h 24"/>
                  <a:gd name="T24" fmla="*/ 3 w 24"/>
                  <a:gd name="T25" fmla="*/ 21 h 24"/>
                  <a:gd name="T26" fmla="*/ 12 w 24"/>
                  <a:gd name="T27" fmla="*/ 24 h 24"/>
                  <a:gd name="T28" fmla="*/ 20 w 24"/>
                  <a:gd name="T29" fmla="*/ 21 h 24"/>
                  <a:gd name="T30" fmla="*/ 24 w 24"/>
                  <a:gd name="T31" fmla="*/ 12 h 24"/>
                  <a:gd name="T32" fmla="*/ 12 w 24"/>
                  <a:gd name="T3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5" y="6"/>
                      <a:pt x="18" y="9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5" y="23"/>
                      <a:pt x="8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2" y="19"/>
                      <a:pt x="24" y="16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Freeform 672"/>
              <p:cNvSpPr>
                <a:spLocks noEditPoints="1"/>
              </p:cNvSpPr>
              <p:nvPr/>
            </p:nvSpPr>
            <p:spPr bwMode="auto">
              <a:xfrm flipV="1">
                <a:off x="-11957050" y="474662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8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8" y="8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Freeform 673"/>
              <p:cNvSpPr>
                <a:spLocks noEditPoints="1"/>
              </p:cNvSpPr>
              <p:nvPr/>
            </p:nvSpPr>
            <p:spPr bwMode="auto">
              <a:xfrm flipV="1">
                <a:off x="-11777663" y="66198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Freeform 674"/>
              <p:cNvSpPr>
                <a:spLocks noEditPoints="1"/>
              </p:cNvSpPr>
              <p:nvPr/>
            </p:nvSpPr>
            <p:spPr bwMode="auto">
              <a:xfrm flipV="1">
                <a:off x="-11761788" y="331787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Freeform 675"/>
              <p:cNvSpPr>
                <a:spLocks noEditPoints="1"/>
              </p:cNvSpPr>
              <p:nvPr/>
            </p:nvSpPr>
            <p:spPr bwMode="auto">
              <a:xfrm flipV="1">
                <a:off x="-11439525" y="301624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Freeform 676"/>
              <p:cNvSpPr>
                <a:spLocks noEditPoints="1"/>
              </p:cNvSpPr>
              <p:nvPr/>
            </p:nvSpPr>
            <p:spPr bwMode="auto">
              <a:xfrm flipV="1">
                <a:off x="-11615738" y="114299"/>
                <a:ext cx="88900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0 h 24"/>
                  <a:gd name="T12" fmla="*/ 4 w 24"/>
                  <a:gd name="T13" fmla="*/ 4 h 24"/>
                  <a:gd name="T14" fmla="*/ 0 w 24"/>
                  <a:gd name="T15" fmla="*/ 12 h 24"/>
                  <a:gd name="T16" fmla="*/ 4 w 24"/>
                  <a:gd name="T17" fmla="*/ 21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2"/>
                      <a:pt x="4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6"/>
                      <a:pt x="1" y="19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Freeform 677"/>
              <p:cNvSpPr>
                <a:spLocks noEditPoints="1"/>
              </p:cNvSpPr>
              <p:nvPr/>
            </p:nvSpPr>
            <p:spPr bwMode="auto">
              <a:xfrm flipV="1">
                <a:off x="-11274425" y="114299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6 w 24"/>
                  <a:gd name="T9" fmla="*/ 12 h 24"/>
                  <a:gd name="T10" fmla="*/ 12 w 24"/>
                  <a:gd name="T11" fmla="*/ 6 h 24"/>
                  <a:gd name="T12" fmla="*/ 12 w 24"/>
                  <a:gd name="T13" fmla="*/ 0 h 24"/>
                  <a:gd name="T14" fmla="*/ 4 w 24"/>
                  <a:gd name="T15" fmla="*/ 4 h 24"/>
                  <a:gd name="T16" fmla="*/ 0 w 24"/>
                  <a:gd name="T17" fmla="*/ 12 h 24"/>
                  <a:gd name="T18" fmla="*/ 4 w 24"/>
                  <a:gd name="T19" fmla="*/ 21 h 24"/>
                  <a:gd name="T20" fmla="*/ 12 w 24"/>
                  <a:gd name="T21" fmla="*/ 24 h 24"/>
                  <a:gd name="T22" fmla="*/ 21 w 24"/>
                  <a:gd name="T23" fmla="*/ 21 h 24"/>
                  <a:gd name="T24" fmla="*/ 24 w 24"/>
                  <a:gd name="T25" fmla="*/ 12 h 24"/>
                  <a:gd name="T26" fmla="*/ 21 w 24"/>
                  <a:gd name="T27" fmla="*/ 4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9"/>
                      <a:pt x="9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2"/>
                      <a:pt x="4" y="4"/>
                    </a:cubicBezTo>
                    <a:cubicBezTo>
                      <a:pt x="2" y="6"/>
                      <a:pt x="0" y="9"/>
                      <a:pt x="0" y="12"/>
                    </a:cubicBezTo>
                    <a:cubicBezTo>
                      <a:pt x="0" y="16"/>
                      <a:pt x="2" y="19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6" y="24"/>
                      <a:pt x="19" y="23"/>
                      <a:pt x="21" y="21"/>
                    </a:cubicBezTo>
                    <a:cubicBezTo>
                      <a:pt x="23" y="19"/>
                      <a:pt x="24" y="16"/>
                      <a:pt x="24" y="12"/>
                    </a:cubicBezTo>
                    <a:cubicBezTo>
                      <a:pt x="24" y="9"/>
                      <a:pt x="23" y="6"/>
                      <a:pt x="21" y="4"/>
                    </a:cubicBezTo>
                    <a:cubicBezTo>
                      <a:pt x="19" y="2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Freeform 678"/>
              <p:cNvSpPr>
                <a:spLocks noEditPoints="1"/>
              </p:cNvSpPr>
              <p:nvPr/>
            </p:nvSpPr>
            <p:spPr bwMode="auto">
              <a:xfrm flipV="1">
                <a:off x="-11249025" y="490537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8 h 24"/>
                  <a:gd name="T8" fmla="*/ 12 w 24"/>
                  <a:gd name="T9" fmla="*/ 18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0 w 24"/>
                  <a:gd name="T19" fmla="*/ 12 h 24"/>
                  <a:gd name="T20" fmla="*/ 12 w 24"/>
                  <a:gd name="T21" fmla="*/ 24 h 24"/>
                  <a:gd name="T22" fmla="*/ 21 w 24"/>
                  <a:gd name="T23" fmla="*/ 20 h 24"/>
                  <a:gd name="T24" fmla="*/ 24 w 24"/>
                  <a:gd name="T25" fmla="*/ 12 h 24"/>
                  <a:gd name="T26" fmla="*/ 21 w 24"/>
                  <a:gd name="T27" fmla="*/ 3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8"/>
                      <a:pt x="5" y="15"/>
                      <a:pt x="5" y="12"/>
                    </a:cubicBezTo>
                    <a:cubicBezTo>
                      <a:pt x="5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6" y="24"/>
                      <a:pt x="19" y="22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8"/>
                      <a:pt x="23" y="5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Freeform 679"/>
              <p:cNvSpPr>
                <a:spLocks noEditPoints="1"/>
              </p:cNvSpPr>
              <p:nvPr/>
            </p:nvSpPr>
            <p:spPr bwMode="auto">
              <a:xfrm flipV="1">
                <a:off x="-11387138" y="1044574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Freeform 680"/>
              <p:cNvSpPr>
                <a:spLocks noEditPoints="1"/>
              </p:cNvSpPr>
              <p:nvPr/>
            </p:nvSpPr>
            <p:spPr bwMode="auto">
              <a:xfrm flipV="1">
                <a:off x="-11222038" y="1233487"/>
                <a:ext cx="90487" cy="88900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6 w 24"/>
                  <a:gd name="T9" fmla="*/ 12 h 24"/>
                  <a:gd name="T10" fmla="*/ 12 w 24"/>
                  <a:gd name="T11" fmla="*/ 6 h 24"/>
                  <a:gd name="T12" fmla="*/ 12 w 24"/>
                  <a:gd name="T13" fmla="*/ 0 h 24"/>
                  <a:gd name="T14" fmla="*/ 0 w 24"/>
                  <a:gd name="T15" fmla="*/ 12 h 24"/>
                  <a:gd name="T16" fmla="*/ 4 w 24"/>
                  <a:gd name="T17" fmla="*/ 21 h 24"/>
                  <a:gd name="T18" fmla="*/ 12 w 24"/>
                  <a:gd name="T19" fmla="*/ 24 h 24"/>
                  <a:gd name="T20" fmla="*/ 24 w 24"/>
                  <a:gd name="T21" fmla="*/ 12 h 24"/>
                  <a:gd name="T22" fmla="*/ 21 w 24"/>
                  <a:gd name="T23" fmla="*/ 4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9"/>
                      <a:pt x="9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6"/>
                      <a:pt x="2" y="19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9"/>
                      <a:pt x="23" y="6"/>
                      <a:pt x="21" y="4"/>
                    </a:cubicBezTo>
                    <a:cubicBezTo>
                      <a:pt x="19" y="2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Freeform 681"/>
              <p:cNvSpPr>
                <a:spLocks noEditPoints="1"/>
              </p:cNvSpPr>
              <p:nvPr/>
            </p:nvSpPr>
            <p:spPr bwMode="auto">
              <a:xfrm flipV="1">
                <a:off x="-11042650" y="1412874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Freeform 682"/>
              <p:cNvSpPr>
                <a:spLocks noEditPoints="1"/>
              </p:cNvSpPr>
              <p:nvPr/>
            </p:nvSpPr>
            <p:spPr bwMode="auto">
              <a:xfrm flipV="1">
                <a:off x="-10858500" y="1597024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4 w 24"/>
                  <a:gd name="T17" fmla="*/ 20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Freeform 683"/>
              <p:cNvSpPr>
                <a:spLocks noEditPoints="1"/>
              </p:cNvSpPr>
              <p:nvPr/>
            </p:nvSpPr>
            <p:spPr bwMode="auto">
              <a:xfrm flipV="1">
                <a:off x="-10688638" y="1412874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Freeform 684"/>
              <p:cNvSpPr>
                <a:spLocks noEditPoints="1"/>
              </p:cNvSpPr>
              <p:nvPr/>
            </p:nvSpPr>
            <p:spPr bwMode="auto">
              <a:xfrm flipV="1">
                <a:off x="-10636250" y="1071562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8 h 24"/>
                  <a:gd name="T8" fmla="*/ 12 w 24"/>
                  <a:gd name="T9" fmla="*/ 18 h 24"/>
                  <a:gd name="T10" fmla="*/ 12 w 24"/>
                  <a:gd name="T11" fmla="*/ 18 h 24"/>
                  <a:gd name="T12" fmla="*/ 5 w 24"/>
                  <a:gd name="T13" fmla="*/ 12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0 w 24"/>
                  <a:gd name="T25" fmla="*/ 20 h 24"/>
                  <a:gd name="T26" fmla="*/ 24 w 24"/>
                  <a:gd name="T27" fmla="*/ 12 h 24"/>
                  <a:gd name="T28" fmla="*/ 20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5" y="24"/>
                      <a:pt x="18" y="22"/>
                      <a:pt x="20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8"/>
                      <a:pt x="23" y="5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Freeform 685"/>
              <p:cNvSpPr>
                <a:spLocks noEditPoints="1"/>
              </p:cNvSpPr>
              <p:nvPr/>
            </p:nvSpPr>
            <p:spPr bwMode="auto">
              <a:xfrm flipV="1">
                <a:off x="-10823575" y="887412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Freeform 686"/>
              <p:cNvSpPr>
                <a:spLocks noEditPoints="1"/>
              </p:cNvSpPr>
              <p:nvPr/>
            </p:nvSpPr>
            <p:spPr bwMode="auto">
              <a:xfrm flipV="1">
                <a:off x="-11574463" y="873125"/>
                <a:ext cx="88900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Freeform 687"/>
              <p:cNvSpPr>
                <a:spLocks noEditPoints="1"/>
              </p:cNvSpPr>
              <p:nvPr/>
            </p:nvSpPr>
            <p:spPr bwMode="auto">
              <a:xfrm flipV="1">
                <a:off x="-10479088" y="1225549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0 w 24"/>
                  <a:gd name="T25" fmla="*/ 21 h 24"/>
                  <a:gd name="T26" fmla="*/ 24 w 24"/>
                  <a:gd name="T27" fmla="*/ 12 h 24"/>
                  <a:gd name="T28" fmla="*/ 20 w 24"/>
                  <a:gd name="T29" fmla="*/ 4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3" y="19"/>
                      <a:pt x="24" y="16"/>
                      <a:pt x="24" y="12"/>
                    </a:cubicBezTo>
                    <a:cubicBezTo>
                      <a:pt x="24" y="9"/>
                      <a:pt x="23" y="6"/>
                      <a:pt x="20" y="4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Freeform 688"/>
              <p:cNvSpPr>
                <a:spLocks noEditPoints="1"/>
              </p:cNvSpPr>
              <p:nvPr/>
            </p:nvSpPr>
            <p:spPr bwMode="auto">
              <a:xfrm flipV="1">
                <a:off x="-10085388" y="857249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6 h 24"/>
                  <a:gd name="T12" fmla="*/ 12 w 24"/>
                  <a:gd name="T13" fmla="*/ 6 h 24"/>
                  <a:gd name="T14" fmla="*/ 12 w 24"/>
                  <a:gd name="T15" fmla="*/ 0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0 w 24"/>
                  <a:gd name="T25" fmla="*/ 21 h 24"/>
                  <a:gd name="T26" fmla="*/ 24 w 24"/>
                  <a:gd name="T27" fmla="*/ 12 h 24"/>
                  <a:gd name="T28" fmla="*/ 20 w 24"/>
                  <a:gd name="T29" fmla="*/ 4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3" y="19"/>
                      <a:pt x="24" y="16"/>
                      <a:pt x="24" y="12"/>
                    </a:cubicBezTo>
                    <a:cubicBezTo>
                      <a:pt x="24" y="9"/>
                      <a:pt x="23" y="6"/>
                      <a:pt x="20" y="4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Freeform 689"/>
              <p:cNvSpPr>
                <a:spLocks noEditPoints="1"/>
              </p:cNvSpPr>
              <p:nvPr/>
            </p:nvSpPr>
            <p:spPr bwMode="auto">
              <a:xfrm flipV="1">
                <a:off x="-9320213" y="219074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3 w 24"/>
                  <a:gd name="T17" fmla="*/ 3 h 24"/>
                  <a:gd name="T18" fmla="*/ 0 w 24"/>
                  <a:gd name="T19" fmla="*/ 12 h 24"/>
                  <a:gd name="T20" fmla="*/ 3 w 24"/>
                  <a:gd name="T21" fmla="*/ 20 h 24"/>
                  <a:gd name="T22" fmla="*/ 12 w 24"/>
                  <a:gd name="T23" fmla="*/ 24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9" y="8"/>
                      <a:pt x="19" y="12"/>
                    </a:cubicBezTo>
                    <a:cubicBezTo>
                      <a:pt x="19" y="15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8" y="0"/>
                      <a:pt x="5" y="1"/>
                      <a:pt x="3" y="3"/>
                    </a:cubicBezTo>
                    <a:cubicBezTo>
                      <a:pt x="1" y="5"/>
                      <a:pt x="0" y="9"/>
                      <a:pt x="0" y="12"/>
                    </a:cubicBezTo>
                    <a:cubicBezTo>
                      <a:pt x="0" y="15"/>
                      <a:pt x="1" y="18"/>
                      <a:pt x="3" y="20"/>
                    </a:cubicBezTo>
                    <a:cubicBezTo>
                      <a:pt x="5" y="22"/>
                      <a:pt x="8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Freeform 690"/>
              <p:cNvSpPr>
                <a:spLocks noEditPoints="1"/>
              </p:cNvSpPr>
              <p:nvPr/>
            </p:nvSpPr>
            <p:spPr bwMode="auto">
              <a:xfrm flipV="1">
                <a:off x="-9372600" y="-147638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Freeform 691"/>
              <p:cNvSpPr>
                <a:spLocks noEditPoints="1"/>
              </p:cNvSpPr>
              <p:nvPr/>
            </p:nvSpPr>
            <p:spPr bwMode="auto">
              <a:xfrm flipV="1">
                <a:off x="-9213850" y="-193676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6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21 w 24"/>
                  <a:gd name="T21" fmla="*/ 3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Oval 692"/>
              <p:cNvSpPr>
                <a:spLocks noChangeArrowheads="1"/>
              </p:cNvSpPr>
              <p:nvPr/>
            </p:nvSpPr>
            <p:spPr bwMode="auto">
              <a:xfrm flipV="1">
                <a:off x="-10033000" y="-425451"/>
                <a:ext cx="71437" cy="71438"/>
              </a:xfrm>
              <a:prstGeom prst="ellipse">
                <a:avLst/>
              </a:pr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Oval 693"/>
              <p:cNvSpPr>
                <a:spLocks noChangeArrowheads="1"/>
              </p:cNvSpPr>
              <p:nvPr/>
            </p:nvSpPr>
            <p:spPr bwMode="auto">
              <a:xfrm flipV="1">
                <a:off x="-9548813" y="944562"/>
                <a:ext cx="71437" cy="74613"/>
              </a:xfrm>
              <a:prstGeom prst="ellipse">
                <a:avLst/>
              </a:pr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Oval 694"/>
              <p:cNvSpPr>
                <a:spLocks noChangeArrowheads="1"/>
              </p:cNvSpPr>
              <p:nvPr/>
            </p:nvSpPr>
            <p:spPr bwMode="auto">
              <a:xfrm flipV="1">
                <a:off x="-8977313" y="1825624"/>
                <a:ext cx="71437" cy="71438"/>
              </a:xfrm>
              <a:prstGeom prst="ellipse">
                <a:avLst/>
              </a:pr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Freeform 695"/>
              <p:cNvSpPr>
                <a:spLocks/>
              </p:cNvSpPr>
              <p:nvPr/>
            </p:nvSpPr>
            <p:spPr bwMode="auto">
              <a:xfrm flipV="1">
                <a:off x="-9128125" y="-1274763"/>
                <a:ext cx="1185862" cy="1122363"/>
              </a:xfrm>
              <a:custGeom>
                <a:avLst/>
                <a:gdLst>
                  <a:gd name="T0" fmla="*/ 314 w 316"/>
                  <a:gd name="T1" fmla="*/ 299 h 299"/>
                  <a:gd name="T2" fmla="*/ 18 w 316"/>
                  <a:gd name="T3" fmla="*/ 3 h 299"/>
                  <a:gd name="T4" fmla="*/ 0 w 316"/>
                  <a:gd name="T5" fmla="*/ 3 h 299"/>
                  <a:gd name="T6" fmla="*/ 0 w 316"/>
                  <a:gd name="T7" fmla="*/ 0 h 299"/>
                  <a:gd name="T8" fmla="*/ 18 w 316"/>
                  <a:gd name="T9" fmla="*/ 0 h 299"/>
                  <a:gd name="T10" fmla="*/ 20 w 316"/>
                  <a:gd name="T11" fmla="*/ 0 h 299"/>
                  <a:gd name="T12" fmla="*/ 316 w 316"/>
                  <a:gd name="T13" fmla="*/ 297 h 299"/>
                  <a:gd name="T14" fmla="*/ 314 w 316"/>
                  <a:gd name="T15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6" h="299">
                    <a:moveTo>
                      <a:pt x="314" y="299"/>
                    </a:moveTo>
                    <a:cubicBezTo>
                      <a:pt x="18" y="3"/>
                      <a:pt x="18" y="3"/>
                      <a:pt x="18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9" y="0"/>
                      <a:pt x="19" y="0"/>
                      <a:pt x="20" y="0"/>
                    </a:cubicBezTo>
                    <a:cubicBezTo>
                      <a:pt x="316" y="297"/>
                      <a:pt x="316" y="297"/>
                      <a:pt x="316" y="297"/>
                    </a:cubicBezTo>
                    <a:lnTo>
                      <a:pt x="314" y="29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Freeform 696"/>
              <p:cNvSpPr>
                <a:spLocks/>
              </p:cNvSpPr>
              <p:nvPr/>
            </p:nvSpPr>
            <p:spPr bwMode="auto">
              <a:xfrm flipV="1">
                <a:off x="-9334500" y="-1404938"/>
                <a:ext cx="1366837" cy="1260475"/>
              </a:xfrm>
              <a:custGeom>
                <a:avLst/>
                <a:gdLst>
                  <a:gd name="T0" fmla="*/ 361 w 364"/>
                  <a:gd name="T1" fmla="*/ 336 h 336"/>
                  <a:gd name="T2" fmla="*/ 71 w 364"/>
                  <a:gd name="T3" fmla="*/ 45 h 336"/>
                  <a:gd name="T4" fmla="*/ 29 w 364"/>
                  <a:gd name="T5" fmla="*/ 45 h 336"/>
                  <a:gd name="T6" fmla="*/ 28 w 364"/>
                  <a:gd name="T7" fmla="*/ 45 h 336"/>
                  <a:gd name="T8" fmla="*/ 1 w 364"/>
                  <a:gd name="T9" fmla="*/ 18 h 336"/>
                  <a:gd name="T10" fmla="*/ 0 w 364"/>
                  <a:gd name="T11" fmla="*/ 17 h 336"/>
                  <a:gd name="T12" fmla="*/ 0 w 364"/>
                  <a:gd name="T13" fmla="*/ 0 h 336"/>
                  <a:gd name="T14" fmla="*/ 4 w 364"/>
                  <a:gd name="T15" fmla="*/ 0 h 336"/>
                  <a:gd name="T16" fmla="*/ 4 w 364"/>
                  <a:gd name="T17" fmla="*/ 16 h 336"/>
                  <a:gd name="T18" fmla="*/ 30 w 364"/>
                  <a:gd name="T19" fmla="*/ 42 h 336"/>
                  <a:gd name="T20" fmla="*/ 72 w 364"/>
                  <a:gd name="T21" fmla="*/ 42 h 336"/>
                  <a:gd name="T22" fmla="*/ 73 w 364"/>
                  <a:gd name="T23" fmla="*/ 42 h 336"/>
                  <a:gd name="T24" fmla="*/ 364 w 364"/>
                  <a:gd name="T25" fmla="*/ 333 h 336"/>
                  <a:gd name="T26" fmla="*/ 361 w 364"/>
                  <a:gd name="T27" fmla="*/ 33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4" h="336">
                    <a:moveTo>
                      <a:pt x="361" y="336"/>
                    </a:moveTo>
                    <a:cubicBezTo>
                      <a:pt x="71" y="45"/>
                      <a:pt x="71" y="45"/>
                      <a:pt x="71" y="45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3" y="42"/>
                      <a:pt x="73" y="42"/>
                    </a:cubicBezTo>
                    <a:cubicBezTo>
                      <a:pt x="364" y="333"/>
                      <a:pt x="364" y="333"/>
                      <a:pt x="364" y="333"/>
                    </a:cubicBezTo>
                    <a:lnTo>
                      <a:pt x="361" y="3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Freeform 697"/>
              <p:cNvSpPr>
                <a:spLocks/>
              </p:cNvSpPr>
              <p:nvPr/>
            </p:nvSpPr>
            <p:spPr bwMode="auto">
              <a:xfrm flipV="1">
                <a:off x="-9240838" y="-1030288"/>
                <a:ext cx="1358900" cy="1301750"/>
              </a:xfrm>
              <a:custGeom>
                <a:avLst/>
                <a:gdLst>
                  <a:gd name="T0" fmla="*/ 359 w 362"/>
                  <a:gd name="T1" fmla="*/ 347 h 347"/>
                  <a:gd name="T2" fmla="*/ 15 w 362"/>
                  <a:gd name="T3" fmla="*/ 3 h 347"/>
                  <a:gd name="T4" fmla="*/ 0 w 362"/>
                  <a:gd name="T5" fmla="*/ 3 h 347"/>
                  <a:gd name="T6" fmla="*/ 0 w 362"/>
                  <a:gd name="T7" fmla="*/ 0 h 347"/>
                  <a:gd name="T8" fmla="*/ 16 w 362"/>
                  <a:gd name="T9" fmla="*/ 0 h 347"/>
                  <a:gd name="T10" fmla="*/ 16 w 362"/>
                  <a:gd name="T11" fmla="*/ 0 h 347"/>
                  <a:gd name="T12" fmla="*/ 17 w 362"/>
                  <a:gd name="T13" fmla="*/ 0 h 347"/>
                  <a:gd name="T14" fmla="*/ 362 w 362"/>
                  <a:gd name="T15" fmla="*/ 345 h 347"/>
                  <a:gd name="T16" fmla="*/ 359 w 362"/>
                  <a:gd name="T17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2" h="347">
                    <a:moveTo>
                      <a:pt x="359" y="347"/>
                    </a:moveTo>
                    <a:cubicBezTo>
                      <a:pt x="15" y="3"/>
                      <a:pt x="15" y="3"/>
                      <a:pt x="15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362" y="345"/>
                      <a:pt x="362" y="345"/>
                      <a:pt x="362" y="345"/>
                    </a:cubicBezTo>
                    <a:lnTo>
                      <a:pt x="359" y="3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Freeform 698"/>
              <p:cNvSpPr>
                <a:spLocks/>
              </p:cNvSpPr>
              <p:nvPr/>
            </p:nvSpPr>
            <p:spPr bwMode="auto">
              <a:xfrm flipV="1">
                <a:off x="-10025063" y="-692151"/>
                <a:ext cx="2074862" cy="1576388"/>
              </a:xfrm>
              <a:custGeom>
                <a:avLst/>
                <a:gdLst>
                  <a:gd name="T0" fmla="*/ 548 w 553"/>
                  <a:gd name="T1" fmla="*/ 420 h 420"/>
                  <a:gd name="T2" fmla="*/ 403 w 553"/>
                  <a:gd name="T3" fmla="*/ 275 h 420"/>
                  <a:gd name="T4" fmla="*/ 362 w 553"/>
                  <a:gd name="T5" fmla="*/ 275 h 420"/>
                  <a:gd name="T6" fmla="*/ 360 w 553"/>
                  <a:gd name="T7" fmla="*/ 274 h 420"/>
                  <a:gd name="T8" fmla="*/ 222 w 553"/>
                  <a:gd name="T9" fmla="*/ 136 h 420"/>
                  <a:gd name="T10" fmla="*/ 132 w 553"/>
                  <a:gd name="T11" fmla="*/ 136 h 420"/>
                  <a:gd name="T12" fmla="*/ 130 w 553"/>
                  <a:gd name="T13" fmla="*/ 135 h 420"/>
                  <a:gd name="T14" fmla="*/ 0 w 553"/>
                  <a:gd name="T15" fmla="*/ 5 h 420"/>
                  <a:gd name="T16" fmla="*/ 5 w 553"/>
                  <a:gd name="T17" fmla="*/ 0 h 420"/>
                  <a:gd name="T18" fmla="*/ 134 w 553"/>
                  <a:gd name="T19" fmla="*/ 129 h 420"/>
                  <a:gd name="T20" fmla="*/ 223 w 553"/>
                  <a:gd name="T21" fmla="*/ 129 h 420"/>
                  <a:gd name="T22" fmla="*/ 226 w 553"/>
                  <a:gd name="T23" fmla="*/ 130 h 420"/>
                  <a:gd name="T24" fmla="*/ 364 w 553"/>
                  <a:gd name="T25" fmla="*/ 268 h 420"/>
                  <a:gd name="T26" fmla="*/ 404 w 553"/>
                  <a:gd name="T27" fmla="*/ 268 h 420"/>
                  <a:gd name="T28" fmla="*/ 407 w 553"/>
                  <a:gd name="T29" fmla="*/ 269 h 420"/>
                  <a:gd name="T30" fmla="*/ 553 w 553"/>
                  <a:gd name="T31" fmla="*/ 415 h 420"/>
                  <a:gd name="T32" fmla="*/ 548 w 553"/>
                  <a:gd name="T33" fmla="*/ 420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3" h="420">
                    <a:moveTo>
                      <a:pt x="548" y="420"/>
                    </a:moveTo>
                    <a:cubicBezTo>
                      <a:pt x="403" y="275"/>
                      <a:pt x="403" y="275"/>
                      <a:pt x="403" y="275"/>
                    </a:cubicBezTo>
                    <a:cubicBezTo>
                      <a:pt x="362" y="275"/>
                      <a:pt x="362" y="275"/>
                      <a:pt x="362" y="275"/>
                    </a:cubicBezTo>
                    <a:cubicBezTo>
                      <a:pt x="361" y="275"/>
                      <a:pt x="361" y="274"/>
                      <a:pt x="360" y="274"/>
                    </a:cubicBezTo>
                    <a:cubicBezTo>
                      <a:pt x="222" y="136"/>
                      <a:pt x="222" y="136"/>
                      <a:pt x="222" y="136"/>
                    </a:cubicBezTo>
                    <a:cubicBezTo>
                      <a:pt x="132" y="136"/>
                      <a:pt x="132" y="136"/>
                      <a:pt x="132" y="136"/>
                    </a:cubicBezTo>
                    <a:cubicBezTo>
                      <a:pt x="131" y="136"/>
                      <a:pt x="130" y="135"/>
                      <a:pt x="130" y="13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34" y="129"/>
                      <a:pt x="134" y="129"/>
                      <a:pt x="134" y="129"/>
                    </a:cubicBezTo>
                    <a:cubicBezTo>
                      <a:pt x="223" y="129"/>
                      <a:pt x="223" y="129"/>
                      <a:pt x="223" y="129"/>
                    </a:cubicBezTo>
                    <a:cubicBezTo>
                      <a:pt x="224" y="129"/>
                      <a:pt x="225" y="129"/>
                      <a:pt x="226" y="130"/>
                    </a:cubicBezTo>
                    <a:cubicBezTo>
                      <a:pt x="364" y="268"/>
                      <a:pt x="364" y="268"/>
                      <a:pt x="364" y="268"/>
                    </a:cubicBezTo>
                    <a:cubicBezTo>
                      <a:pt x="404" y="268"/>
                      <a:pt x="404" y="268"/>
                      <a:pt x="404" y="268"/>
                    </a:cubicBezTo>
                    <a:cubicBezTo>
                      <a:pt x="405" y="268"/>
                      <a:pt x="406" y="268"/>
                      <a:pt x="407" y="269"/>
                    </a:cubicBezTo>
                    <a:cubicBezTo>
                      <a:pt x="553" y="415"/>
                      <a:pt x="553" y="415"/>
                      <a:pt x="553" y="415"/>
                    </a:cubicBezTo>
                    <a:lnTo>
                      <a:pt x="548" y="420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Freeform 699"/>
              <p:cNvSpPr>
                <a:spLocks/>
              </p:cNvSpPr>
              <p:nvPr/>
            </p:nvSpPr>
            <p:spPr bwMode="auto">
              <a:xfrm flipV="1">
                <a:off x="-10396538" y="-642938"/>
                <a:ext cx="2495550" cy="1924050"/>
              </a:xfrm>
              <a:custGeom>
                <a:avLst/>
                <a:gdLst>
                  <a:gd name="T0" fmla="*/ 660 w 665"/>
                  <a:gd name="T1" fmla="*/ 513 h 513"/>
                  <a:gd name="T2" fmla="*/ 508 w 665"/>
                  <a:gd name="T3" fmla="*/ 359 h 513"/>
                  <a:gd name="T4" fmla="*/ 476 w 665"/>
                  <a:gd name="T5" fmla="*/ 359 h 513"/>
                  <a:gd name="T6" fmla="*/ 474 w 665"/>
                  <a:gd name="T7" fmla="*/ 358 h 513"/>
                  <a:gd name="T8" fmla="*/ 284 w 665"/>
                  <a:gd name="T9" fmla="*/ 168 h 513"/>
                  <a:gd name="T10" fmla="*/ 198 w 665"/>
                  <a:gd name="T11" fmla="*/ 168 h 513"/>
                  <a:gd name="T12" fmla="*/ 196 w 665"/>
                  <a:gd name="T13" fmla="*/ 167 h 513"/>
                  <a:gd name="T14" fmla="*/ 85 w 665"/>
                  <a:gd name="T15" fmla="*/ 56 h 513"/>
                  <a:gd name="T16" fmla="*/ 58 w 665"/>
                  <a:gd name="T17" fmla="*/ 56 h 513"/>
                  <a:gd name="T18" fmla="*/ 56 w 665"/>
                  <a:gd name="T19" fmla="*/ 55 h 513"/>
                  <a:gd name="T20" fmla="*/ 7 w 665"/>
                  <a:gd name="T21" fmla="*/ 7 h 513"/>
                  <a:gd name="T22" fmla="*/ 0 w 665"/>
                  <a:gd name="T23" fmla="*/ 7 h 513"/>
                  <a:gd name="T24" fmla="*/ 0 w 665"/>
                  <a:gd name="T25" fmla="*/ 0 h 513"/>
                  <a:gd name="T26" fmla="*/ 9 w 665"/>
                  <a:gd name="T27" fmla="*/ 0 h 513"/>
                  <a:gd name="T28" fmla="*/ 11 w 665"/>
                  <a:gd name="T29" fmla="*/ 1 h 513"/>
                  <a:gd name="T30" fmla="*/ 60 w 665"/>
                  <a:gd name="T31" fmla="*/ 49 h 513"/>
                  <a:gd name="T32" fmla="*/ 87 w 665"/>
                  <a:gd name="T33" fmla="*/ 49 h 513"/>
                  <a:gd name="T34" fmla="*/ 89 w 665"/>
                  <a:gd name="T35" fmla="*/ 50 h 513"/>
                  <a:gd name="T36" fmla="*/ 200 w 665"/>
                  <a:gd name="T37" fmla="*/ 161 h 513"/>
                  <a:gd name="T38" fmla="*/ 285 w 665"/>
                  <a:gd name="T39" fmla="*/ 161 h 513"/>
                  <a:gd name="T40" fmla="*/ 287 w 665"/>
                  <a:gd name="T41" fmla="*/ 162 h 513"/>
                  <a:gd name="T42" fmla="*/ 478 w 665"/>
                  <a:gd name="T43" fmla="*/ 352 h 513"/>
                  <a:gd name="T44" fmla="*/ 509 w 665"/>
                  <a:gd name="T45" fmla="*/ 352 h 513"/>
                  <a:gd name="T46" fmla="*/ 512 w 665"/>
                  <a:gd name="T47" fmla="*/ 353 h 513"/>
                  <a:gd name="T48" fmla="*/ 665 w 665"/>
                  <a:gd name="T49" fmla="*/ 508 h 513"/>
                  <a:gd name="T50" fmla="*/ 660 w 665"/>
                  <a:gd name="T51" fmla="*/ 513 h 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5" h="513">
                    <a:moveTo>
                      <a:pt x="660" y="513"/>
                    </a:moveTo>
                    <a:cubicBezTo>
                      <a:pt x="508" y="359"/>
                      <a:pt x="508" y="359"/>
                      <a:pt x="508" y="359"/>
                    </a:cubicBezTo>
                    <a:cubicBezTo>
                      <a:pt x="476" y="359"/>
                      <a:pt x="476" y="359"/>
                      <a:pt x="476" y="359"/>
                    </a:cubicBezTo>
                    <a:cubicBezTo>
                      <a:pt x="475" y="359"/>
                      <a:pt x="475" y="359"/>
                      <a:pt x="474" y="358"/>
                    </a:cubicBezTo>
                    <a:cubicBezTo>
                      <a:pt x="284" y="168"/>
                      <a:pt x="284" y="168"/>
                      <a:pt x="284" y="168"/>
                    </a:cubicBezTo>
                    <a:cubicBezTo>
                      <a:pt x="198" y="168"/>
                      <a:pt x="198" y="168"/>
                      <a:pt x="198" y="168"/>
                    </a:cubicBezTo>
                    <a:cubicBezTo>
                      <a:pt x="197" y="168"/>
                      <a:pt x="196" y="167"/>
                      <a:pt x="196" y="167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58" y="56"/>
                      <a:pt x="58" y="56"/>
                      <a:pt x="58" y="56"/>
                    </a:cubicBezTo>
                    <a:cubicBezTo>
                      <a:pt x="57" y="56"/>
                      <a:pt x="57" y="56"/>
                      <a:pt x="56" y="5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1" y="1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87" y="49"/>
                      <a:pt x="87" y="49"/>
                      <a:pt x="87" y="49"/>
                    </a:cubicBezTo>
                    <a:cubicBezTo>
                      <a:pt x="88" y="49"/>
                      <a:pt x="88" y="50"/>
                      <a:pt x="89" y="50"/>
                    </a:cubicBezTo>
                    <a:cubicBezTo>
                      <a:pt x="200" y="161"/>
                      <a:pt x="200" y="161"/>
                      <a:pt x="200" y="161"/>
                    </a:cubicBezTo>
                    <a:cubicBezTo>
                      <a:pt x="285" y="161"/>
                      <a:pt x="285" y="161"/>
                      <a:pt x="285" y="161"/>
                    </a:cubicBezTo>
                    <a:cubicBezTo>
                      <a:pt x="286" y="161"/>
                      <a:pt x="287" y="161"/>
                      <a:pt x="287" y="162"/>
                    </a:cubicBezTo>
                    <a:cubicBezTo>
                      <a:pt x="478" y="352"/>
                      <a:pt x="478" y="352"/>
                      <a:pt x="478" y="352"/>
                    </a:cubicBezTo>
                    <a:cubicBezTo>
                      <a:pt x="509" y="352"/>
                      <a:pt x="509" y="352"/>
                      <a:pt x="509" y="352"/>
                    </a:cubicBezTo>
                    <a:cubicBezTo>
                      <a:pt x="510" y="352"/>
                      <a:pt x="511" y="353"/>
                      <a:pt x="512" y="353"/>
                    </a:cubicBezTo>
                    <a:cubicBezTo>
                      <a:pt x="665" y="508"/>
                      <a:pt x="665" y="508"/>
                      <a:pt x="665" y="508"/>
                    </a:cubicBezTo>
                    <a:lnTo>
                      <a:pt x="660" y="513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Freeform 700"/>
              <p:cNvSpPr>
                <a:spLocks/>
              </p:cNvSpPr>
              <p:nvPr/>
            </p:nvSpPr>
            <p:spPr bwMode="auto">
              <a:xfrm flipV="1">
                <a:off x="-10775950" y="-1192213"/>
                <a:ext cx="2878137" cy="2841625"/>
              </a:xfrm>
              <a:custGeom>
                <a:avLst/>
                <a:gdLst>
                  <a:gd name="T0" fmla="*/ 765 w 767"/>
                  <a:gd name="T1" fmla="*/ 757 h 757"/>
                  <a:gd name="T2" fmla="*/ 414 w 767"/>
                  <a:gd name="T3" fmla="*/ 407 h 757"/>
                  <a:gd name="T4" fmla="*/ 364 w 767"/>
                  <a:gd name="T5" fmla="*/ 407 h 757"/>
                  <a:gd name="T6" fmla="*/ 363 w 767"/>
                  <a:gd name="T7" fmla="*/ 406 h 757"/>
                  <a:gd name="T8" fmla="*/ 271 w 767"/>
                  <a:gd name="T9" fmla="*/ 314 h 757"/>
                  <a:gd name="T10" fmla="*/ 225 w 767"/>
                  <a:gd name="T11" fmla="*/ 314 h 757"/>
                  <a:gd name="T12" fmla="*/ 223 w 767"/>
                  <a:gd name="T13" fmla="*/ 314 h 757"/>
                  <a:gd name="T14" fmla="*/ 150 w 767"/>
                  <a:gd name="T15" fmla="*/ 241 h 757"/>
                  <a:gd name="T16" fmla="*/ 150 w 767"/>
                  <a:gd name="T17" fmla="*/ 240 h 757"/>
                  <a:gd name="T18" fmla="*/ 150 w 767"/>
                  <a:gd name="T19" fmla="*/ 194 h 757"/>
                  <a:gd name="T20" fmla="*/ 112 w 767"/>
                  <a:gd name="T21" fmla="*/ 156 h 757"/>
                  <a:gd name="T22" fmla="*/ 99 w 767"/>
                  <a:gd name="T23" fmla="*/ 156 h 757"/>
                  <a:gd name="T24" fmla="*/ 98 w 767"/>
                  <a:gd name="T25" fmla="*/ 156 h 757"/>
                  <a:gd name="T26" fmla="*/ 52 w 767"/>
                  <a:gd name="T27" fmla="*/ 109 h 757"/>
                  <a:gd name="T28" fmla="*/ 51 w 767"/>
                  <a:gd name="T29" fmla="*/ 108 h 757"/>
                  <a:gd name="T30" fmla="*/ 51 w 767"/>
                  <a:gd name="T31" fmla="*/ 92 h 757"/>
                  <a:gd name="T32" fmla="*/ 52 w 767"/>
                  <a:gd name="T33" fmla="*/ 90 h 757"/>
                  <a:gd name="T34" fmla="*/ 69 w 767"/>
                  <a:gd name="T35" fmla="*/ 73 h 757"/>
                  <a:gd name="T36" fmla="*/ 69 w 767"/>
                  <a:gd name="T37" fmla="*/ 44 h 757"/>
                  <a:gd name="T38" fmla="*/ 28 w 767"/>
                  <a:gd name="T39" fmla="*/ 3 h 757"/>
                  <a:gd name="T40" fmla="*/ 0 w 767"/>
                  <a:gd name="T41" fmla="*/ 3 h 757"/>
                  <a:gd name="T42" fmla="*/ 0 w 767"/>
                  <a:gd name="T43" fmla="*/ 0 h 757"/>
                  <a:gd name="T44" fmla="*/ 29 w 767"/>
                  <a:gd name="T45" fmla="*/ 0 h 757"/>
                  <a:gd name="T46" fmla="*/ 30 w 767"/>
                  <a:gd name="T47" fmla="*/ 0 h 757"/>
                  <a:gd name="T48" fmla="*/ 72 w 767"/>
                  <a:gd name="T49" fmla="*/ 42 h 757"/>
                  <a:gd name="T50" fmla="*/ 72 w 767"/>
                  <a:gd name="T51" fmla="*/ 43 h 757"/>
                  <a:gd name="T52" fmla="*/ 72 w 767"/>
                  <a:gd name="T53" fmla="*/ 74 h 757"/>
                  <a:gd name="T54" fmla="*/ 72 w 767"/>
                  <a:gd name="T55" fmla="*/ 75 h 757"/>
                  <a:gd name="T56" fmla="*/ 55 w 767"/>
                  <a:gd name="T57" fmla="*/ 92 h 757"/>
                  <a:gd name="T58" fmla="*/ 55 w 767"/>
                  <a:gd name="T59" fmla="*/ 107 h 757"/>
                  <a:gd name="T60" fmla="*/ 100 w 767"/>
                  <a:gd name="T61" fmla="*/ 153 h 757"/>
                  <a:gd name="T62" fmla="*/ 112 w 767"/>
                  <a:gd name="T63" fmla="*/ 153 h 757"/>
                  <a:gd name="T64" fmla="*/ 114 w 767"/>
                  <a:gd name="T65" fmla="*/ 153 h 757"/>
                  <a:gd name="T66" fmla="*/ 153 w 767"/>
                  <a:gd name="T67" fmla="*/ 192 h 757"/>
                  <a:gd name="T68" fmla="*/ 153 w 767"/>
                  <a:gd name="T69" fmla="*/ 193 h 757"/>
                  <a:gd name="T70" fmla="*/ 153 w 767"/>
                  <a:gd name="T71" fmla="*/ 239 h 757"/>
                  <a:gd name="T72" fmla="*/ 225 w 767"/>
                  <a:gd name="T73" fmla="*/ 311 h 757"/>
                  <a:gd name="T74" fmla="*/ 272 w 767"/>
                  <a:gd name="T75" fmla="*/ 311 h 757"/>
                  <a:gd name="T76" fmla="*/ 273 w 767"/>
                  <a:gd name="T77" fmla="*/ 312 h 757"/>
                  <a:gd name="T78" fmla="*/ 365 w 767"/>
                  <a:gd name="T79" fmla="*/ 403 h 757"/>
                  <a:gd name="T80" fmla="*/ 415 w 767"/>
                  <a:gd name="T81" fmla="*/ 403 h 757"/>
                  <a:gd name="T82" fmla="*/ 416 w 767"/>
                  <a:gd name="T83" fmla="*/ 404 h 757"/>
                  <a:gd name="T84" fmla="*/ 767 w 767"/>
                  <a:gd name="T85" fmla="*/ 754 h 757"/>
                  <a:gd name="T86" fmla="*/ 765 w 767"/>
                  <a:gd name="T87" fmla="*/ 757 h 7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7" h="757">
                    <a:moveTo>
                      <a:pt x="765" y="757"/>
                    </a:moveTo>
                    <a:cubicBezTo>
                      <a:pt x="414" y="407"/>
                      <a:pt x="414" y="407"/>
                      <a:pt x="414" y="407"/>
                    </a:cubicBezTo>
                    <a:cubicBezTo>
                      <a:pt x="364" y="407"/>
                      <a:pt x="364" y="407"/>
                      <a:pt x="364" y="407"/>
                    </a:cubicBezTo>
                    <a:cubicBezTo>
                      <a:pt x="364" y="407"/>
                      <a:pt x="363" y="406"/>
                      <a:pt x="363" y="406"/>
                    </a:cubicBezTo>
                    <a:cubicBezTo>
                      <a:pt x="271" y="314"/>
                      <a:pt x="271" y="314"/>
                      <a:pt x="271" y="314"/>
                    </a:cubicBezTo>
                    <a:cubicBezTo>
                      <a:pt x="225" y="314"/>
                      <a:pt x="225" y="314"/>
                      <a:pt x="225" y="314"/>
                    </a:cubicBezTo>
                    <a:cubicBezTo>
                      <a:pt x="224" y="314"/>
                      <a:pt x="224" y="314"/>
                      <a:pt x="223" y="314"/>
                    </a:cubicBezTo>
                    <a:cubicBezTo>
                      <a:pt x="150" y="241"/>
                      <a:pt x="150" y="241"/>
                      <a:pt x="150" y="241"/>
                    </a:cubicBezTo>
                    <a:cubicBezTo>
                      <a:pt x="150" y="240"/>
                      <a:pt x="150" y="240"/>
                      <a:pt x="150" y="240"/>
                    </a:cubicBezTo>
                    <a:cubicBezTo>
                      <a:pt x="150" y="194"/>
                      <a:pt x="150" y="194"/>
                      <a:pt x="150" y="194"/>
                    </a:cubicBezTo>
                    <a:cubicBezTo>
                      <a:pt x="112" y="156"/>
                      <a:pt x="112" y="156"/>
                      <a:pt x="112" y="156"/>
                    </a:cubicBezTo>
                    <a:cubicBezTo>
                      <a:pt x="99" y="156"/>
                      <a:pt x="99" y="156"/>
                      <a:pt x="99" y="156"/>
                    </a:cubicBezTo>
                    <a:cubicBezTo>
                      <a:pt x="99" y="156"/>
                      <a:pt x="98" y="156"/>
                      <a:pt x="98" y="156"/>
                    </a:cubicBezTo>
                    <a:cubicBezTo>
                      <a:pt x="52" y="109"/>
                      <a:pt x="52" y="109"/>
                      <a:pt x="52" y="109"/>
                    </a:cubicBezTo>
                    <a:cubicBezTo>
                      <a:pt x="51" y="109"/>
                      <a:pt x="51" y="108"/>
                      <a:pt x="51" y="108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1"/>
                      <a:pt x="51" y="91"/>
                      <a:pt x="52" y="90"/>
                    </a:cubicBezTo>
                    <a:cubicBezTo>
                      <a:pt x="69" y="73"/>
                      <a:pt x="69" y="73"/>
                      <a:pt x="69" y="73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30" y="0"/>
                      <a:pt x="30" y="0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3"/>
                      <a:pt x="72" y="43"/>
                    </a:cubicBezTo>
                    <a:cubicBezTo>
                      <a:pt x="72" y="74"/>
                      <a:pt x="72" y="74"/>
                      <a:pt x="72" y="74"/>
                    </a:cubicBezTo>
                    <a:cubicBezTo>
                      <a:pt x="72" y="74"/>
                      <a:pt x="72" y="75"/>
                      <a:pt x="72" y="75"/>
                    </a:cubicBezTo>
                    <a:cubicBezTo>
                      <a:pt x="55" y="92"/>
                      <a:pt x="55" y="92"/>
                      <a:pt x="55" y="92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100" y="153"/>
                      <a:pt x="100" y="153"/>
                      <a:pt x="100" y="153"/>
                    </a:cubicBezTo>
                    <a:cubicBezTo>
                      <a:pt x="112" y="153"/>
                      <a:pt x="112" y="153"/>
                      <a:pt x="112" y="153"/>
                    </a:cubicBezTo>
                    <a:cubicBezTo>
                      <a:pt x="113" y="153"/>
                      <a:pt x="113" y="153"/>
                      <a:pt x="114" y="153"/>
                    </a:cubicBezTo>
                    <a:cubicBezTo>
                      <a:pt x="153" y="192"/>
                      <a:pt x="153" y="192"/>
                      <a:pt x="153" y="192"/>
                    </a:cubicBezTo>
                    <a:cubicBezTo>
                      <a:pt x="153" y="193"/>
                      <a:pt x="153" y="193"/>
                      <a:pt x="153" y="193"/>
                    </a:cubicBezTo>
                    <a:cubicBezTo>
                      <a:pt x="153" y="239"/>
                      <a:pt x="153" y="239"/>
                      <a:pt x="153" y="239"/>
                    </a:cubicBezTo>
                    <a:cubicBezTo>
                      <a:pt x="225" y="311"/>
                      <a:pt x="225" y="311"/>
                      <a:pt x="225" y="311"/>
                    </a:cubicBezTo>
                    <a:cubicBezTo>
                      <a:pt x="272" y="311"/>
                      <a:pt x="272" y="311"/>
                      <a:pt x="272" y="311"/>
                    </a:cubicBezTo>
                    <a:cubicBezTo>
                      <a:pt x="273" y="311"/>
                      <a:pt x="273" y="311"/>
                      <a:pt x="273" y="312"/>
                    </a:cubicBezTo>
                    <a:cubicBezTo>
                      <a:pt x="365" y="403"/>
                      <a:pt x="365" y="403"/>
                      <a:pt x="365" y="403"/>
                    </a:cubicBezTo>
                    <a:cubicBezTo>
                      <a:pt x="415" y="403"/>
                      <a:pt x="415" y="403"/>
                      <a:pt x="415" y="403"/>
                    </a:cubicBezTo>
                    <a:cubicBezTo>
                      <a:pt x="416" y="403"/>
                      <a:pt x="416" y="403"/>
                      <a:pt x="416" y="404"/>
                    </a:cubicBezTo>
                    <a:cubicBezTo>
                      <a:pt x="767" y="754"/>
                      <a:pt x="767" y="754"/>
                      <a:pt x="767" y="754"/>
                    </a:cubicBezTo>
                    <a:lnTo>
                      <a:pt x="765" y="7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Freeform 701"/>
              <p:cNvSpPr>
                <a:spLocks/>
              </p:cNvSpPr>
              <p:nvPr/>
            </p:nvSpPr>
            <p:spPr bwMode="auto">
              <a:xfrm flipV="1">
                <a:off x="-10572750" y="-1398588"/>
                <a:ext cx="2479675" cy="2497138"/>
              </a:xfrm>
              <a:custGeom>
                <a:avLst/>
                <a:gdLst>
                  <a:gd name="T0" fmla="*/ 659 w 661"/>
                  <a:gd name="T1" fmla="*/ 665 h 665"/>
                  <a:gd name="T2" fmla="*/ 399 w 661"/>
                  <a:gd name="T3" fmla="*/ 405 h 665"/>
                  <a:gd name="T4" fmla="*/ 356 w 661"/>
                  <a:gd name="T5" fmla="*/ 405 h 665"/>
                  <a:gd name="T6" fmla="*/ 355 w 661"/>
                  <a:gd name="T7" fmla="*/ 405 h 665"/>
                  <a:gd name="T8" fmla="*/ 287 w 661"/>
                  <a:gd name="T9" fmla="*/ 337 h 665"/>
                  <a:gd name="T10" fmla="*/ 287 w 661"/>
                  <a:gd name="T11" fmla="*/ 336 h 665"/>
                  <a:gd name="T12" fmla="*/ 287 w 661"/>
                  <a:gd name="T13" fmla="*/ 278 h 665"/>
                  <a:gd name="T14" fmla="*/ 215 w 661"/>
                  <a:gd name="T15" fmla="*/ 206 h 665"/>
                  <a:gd name="T16" fmla="*/ 172 w 661"/>
                  <a:gd name="T17" fmla="*/ 206 h 665"/>
                  <a:gd name="T18" fmla="*/ 171 w 661"/>
                  <a:gd name="T19" fmla="*/ 206 h 665"/>
                  <a:gd name="T20" fmla="*/ 71 w 661"/>
                  <a:gd name="T21" fmla="*/ 105 h 665"/>
                  <a:gd name="T22" fmla="*/ 70 w 661"/>
                  <a:gd name="T23" fmla="*/ 104 h 665"/>
                  <a:gd name="T24" fmla="*/ 70 w 661"/>
                  <a:gd name="T25" fmla="*/ 48 h 665"/>
                  <a:gd name="T26" fmla="*/ 50 w 661"/>
                  <a:gd name="T27" fmla="*/ 27 h 665"/>
                  <a:gd name="T28" fmla="*/ 26 w 661"/>
                  <a:gd name="T29" fmla="*/ 27 h 665"/>
                  <a:gd name="T30" fmla="*/ 25 w 661"/>
                  <a:gd name="T31" fmla="*/ 27 h 665"/>
                  <a:gd name="T32" fmla="*/ 0 w 661"/>
                  <a:gd name="T33" fmla="*/ 2 h 665"/>
                  <a:gd name="T34" fmla="*/ 3 w 661"/>
                  <a:gd name="T35" fmla="*/ 0 h 665"/>
                  <a:gd name="T36" fmla="*/ 27 w 661"/>
                  <a:gd name="T37" fmla="*/ 24 h 665"/>
                  <a:gd name="T38" fmla="*/ 50 w 661"/>
                  <a:gd name="T39" fmla="*/ 24 h 665"/>
                  <a:gd name="T40" fmla="*/ 52 w 661"/>
                  <a:gd name="T41" fmla="*/ 24 h 665"/>
                  <a:gd name="T42" fmla="*/ 73 w 661"/>
                  <a:gd name="T43" fmla="*/ 46 h 665"/>
                  <a:gd name="T44" fmla="*/ 73 w 661"/>
                  <a:gd name="T45" fmla="*/ 47 h 665"/>
                  <a:gd name="T46" fmla="*/ 73 w 661"/>
                  <a:gd name="T47" fmla="*/ 103 h 665"/>
                  <a:gd name="T48" fmla="*/ 173 w 661"/>
                  <a:gd name="T49" fmla="*/ 203 h 665"/>
                  <a:gd name="T50" fmla="*/ 215 w 661"/>
                  <a:gd name="T51" fmla="*/ 203 h 665"/>
                  <a:gd name="T52" fmla="*/ 216 w 661"/>
                  <a:gd name="T53" fmla="*/ 203 h 665"/>
                  <a:gd name="T54" fmla="*/ 290 w 661"/>
                  <a:gd name="T55" fmla="*/ 277 h 665"/>
                  <a:gd name="T56" fmla="*/ 290 w 661"/>
                  <a:gd name="T57" fmla="*/ 278 h 665"/>
                  <a:gd name="T58" fmla="*/ 290 w 661"/>
                  <a:gd name="T59" fmla="*/ 335 h 665"/>
                  <a:gd name="T60" fmla="*/ 357 w 661"/>
                  <a:gd name="T61" fmla="*/ 402 h 665"/>
                  <a:gd name="T62" fmla="*/ 399 w 661"/>
                  <a:gd name="T63" fmla="*/ 402 h 665"/>
                  <a:gd name="T64" fmla="*/ 401 w 661"/>
                  <a:gd name="T65" fmla="*/ 402 h 665"/>
                  <a:gd name="T66" fmla="*/ 661 w 661"/>
                  <a:gd name="T67" fmla="*/ 663 h 665"/>
                  <a:gd name="T68" fmla="*/ 659 w 661"/>
                  <a:gd name="T69" fmla="*/ 665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61" h="665">
                    <a:moveTo>
                      <a:pt x="659" y="665"/>
                    </a:moveTo>
                    <a:cubicBezTo>
                      <a:pt x="399" y="405"/>
                      <a:pt x="399" y="405"/>
                      <a:pt x="399" y="405"/>
                    </a:cubicBezTo>
                    <a:cubicBezTo>
                      <a:pt x="356" y="405"/>
                      <a:pt x="356" y="405"/>
                      <a:pt x="356" y="405"/>
                    </a:cubicBezTo>
                    <a:cubicBezTo>
                      <a:pt x="356" y="405"/>
                      <a:pt x="355" y="405"/>
                      <a:pt x="355" y="405"/>
                    </a:cubicBezTo>
                    <a:cubicBezTo>
                      <a:pt x="287" y="337"/>
                      <a:pt x="287" y="337"/>
                      <a:pt x="287" y="337"/>
                    </a:cubicBezTo>
                    <a:cubicBezTo>
                      <a:pt x="287" y="337"/>
                      <a:pt x="287" y="336"/>
                      <a:pt x="287" y="336"/>
                    </a:cubicBezTo>
                    <a:cubicBezTo>
                      <a:pt x="287" y="278"/>
                      <a:pt x="287" y="278"/>
                      <a:pt x="287" y="278"/>
                    </a:cubicBezTo>
                    <a:cubicBezTo>
                      <a:pt x="215" y="206"/>
                      <a:pt x="215" y="206"/>
                      <a:pt x="215" y="206"/>
                    </a:cubicBezTo>
                    <a:cubicBezTo>
                      <a:pt x="172" y="206"/>
                      <a:pt x="172" y="206"/>
                      <a:pt x="172" y="206"/>
                    </a:cubicBezTo>
                    <a:cubicBezTo>
                      <a:pt x="172" y="206"/>
                      <a:pt x="171" y="206"/>
                      <a:pt x="171" y="206"/>
                    </a:cubicBezTo>
                    <a:cubicBezTo>
                      <a:pt x="71" y="105"/>
                      <a:pt x="71" y="105"/>
                      <a:pt x="71" y="105"/>
                    </a:cubicBezTo>
                    <a:cubicBezTo>
                      <a:pt x="70" y="105"/>
                      <a:pt x="70" y="104"/>
                      <a:pt x="70" y="104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51" y="24"/>
                      <a:pt x="51" y="24"/>
                      <a:pt x="52" y="24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73" y="46"/>
                      <a:pt x="73" y="47"/>
                      <a:pt x="73" y="47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173" y="203"/>
                      <a:pt x="173" y="203"/>
                      <a:pt x="173" y="203"/>
                    </a:cubicBezTo>
                    <a:cubicBezTo>
                      <a:pt x="215" y="203"/>
                      <a:pt x="215" y="203"/>
                      <a:pt x="215" y="203"/>
                    </a:cubicBezTo>
                    <a:cubicBezTo>
                      <a:pt x="216" y="203"/>
                      <a:pt x="216" y="203"/>
                      <a:pt x="216" y="203"/>
                    </a:cubicBezTo>
                    <a:cubicBezTo>
                      <a:pt x="290" y="277"/>
                      <a:pt x="290" y="277"/>
                      <a:pt x="290" y="277"/>
                    </a:cubicBezTo>
                    <a:cubicBezTo>
                      <a:pt x="290" y="277"/>
                      <a:pt x="290" y="277"/>
                      <a:pt x="290" y="278"/>
                    </a:cubicBezTo>
                    <a:cubicBezTo>
                      <a:pt x="290" y="335"/>
                      <a:pt x="290" y="335"/>
                      <a:pt x="290" y="335"/>
                    </a:cubicBezTo>
                    <a:cubicBezTo>
                      <a:pt x="357" y="402"/>
                      <a:pt x="357" y="402"/>
                      <a:pt x="357" y="402"/>
                    </a:cubicBezTo>
                    <a:cubicBezTo>
                      <a:pt x="399" y="402"/>
                      <a:pt x="399" y="402"/>
                      <a:pt x="399" y="402"/>
                    </a:cubicBezTo>
                    <a:cubicBezTo>
                      <a:pt x="400" y="402"/>
                      <a:pt x="400" y="402"/>
                      <a:pt x="401" y="402"/>
                    </a:cubicBezTo>
                    <a:cubicBezTo>
                      <a:pt x="661" y="663"/>
                      <a:pt x="661" y="663"/>
                      <a:pt x="661" y="663"/>
                    </a:cubicBezTo>
                    <a:lnTo>
                      <a:pt x="659" y="665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Freeform 702"/>
              <p:cNvSpPr>
                <a:spLocks/>
              </p:cNvSpPr>
              <p:nvPr/>
            </p:nvSpPr>
            <p:spPr bwMode="auto">
              <a:xfrm flipV="1">
                <a:off x="-10925175" y="-1423988"/>
                <a:ext cx="2705100" cy="2894013"/>
              </a:xfrm>
              <a:custGeom>
                <a:avLst/>
                <a:gdLst>
                  <a:gd name="T0" fmla="*/ 719 w 721"/>
                  <a:gd name="T1" fmla="*/ 771 h 771"/>
                  <a:gd name="T2" fmla="*/ 492 w 721"/>
                  <a:gd name="T3" fmla="*/ 544 h 771"/>
                  <a:gd name="T4" fmla="*/ 465 w 721"/>
                  <a:gd name="T5" fmla="*/ 544 h 771"/>
                  <a:gd name="T6" fmla="*/ 464 w 721"/>
                  <a:gd name="T7" fmla="*/ 544 h 771"/>
                  <a:gd name="T8" fmla="*/ 349 w 721"/>
                  <a:gd name="T9" fmla="*/ 429 h 771"/>
                  <a:gd name="T10" fmla="*/ 348 w 721"/>
                  <a:gd name="T11" fmla="*/ 428 h 771"/>
                  <a:gd name="T12" fmla="*/ 348 w 721"/>
                  <a:gd name="T13" fmla="*/ 372 h 771"/>
                  <a:gd name="T14" fmla="*/ 310 w 721"/>
                  <a:gd name="T15" fmla="*/ 334 h 771"/>
                  <a:gd name="T16" fmla="*/ 255 w 721"/>
                  <a:gd name="T17" fmla="*/ 334 h 771"/>
                  <a:gd name="T18" fmla="*/ 254 w 721"/>
                  <a:gd name="T19" fmla="*/ 333 h 771"/>
                  <a:gd name="T20" fmla="*/ 90 w 721"/>
                  <a:gd name="T21" fmla="*/ 170 h 771"/>
                  <a:gd name="T22" fmla="*/ 90 w 721"/>
                  <a:gd name="T23" fmla="*/ 169 h 771"/>
                  <a:gd name="T24" fmla="*/ 90 w 721"/>
                  <a:gd name="T25" fmla="*/ 141 h 771"/>
                  <a:gd name="T26" fmla="*/ 0 w 721"/>
                  <a:gd name="T27" fmla="*/ 51 h 771"/>
                  <a:gd name="T28" fmla="*/ 0 w 721"/>
                  <a:gd name="T29" fmla="*/ 50 h 771"/>
                  <a:gd name="T30" fmla="*/ 0 w 721"/>
                  <a:gd name="T31" fmla="*/ 22 h 771"/>
                  <a:gd name="T32" fmla="*/ 0 w 721"/>
                  <a:gd name="T33" fmla="*/ 21 h 771"/>
                  <a:gd name="T34" fmla="*/ 21 w 721"/>
                  <a:gd name="T35" fmla="*/ 1 h 771"/>
                  <a:gd name="T36" fmla="*/ 22 w 721"/>
                  <a:gd name="T37" fmla="*/ 0 h 771"/>
                  <a:gd name="T38" fmla="*/ 65 w 721"/>
                  <a:gd name="T39" fmla="*/ 0 h 771"/>
                  <a:gd name="T40" fmla="*/ 65 w 721"/>
                  <a:gd name="T41" fmla="*/ 4 h 771"/>
                  <a:gd name="T42" fmla="*/ 23 w 721"/>
                  <a:gd name="T43" fmla="*/ 4 h 771"/>
                  <a:gd name="T44" fmla="*/ 3 w 721"/>
                  <a:gd name="T45" fmla="*/ 23 h 771"/>
                  <a:gd name="T46" fmla="*/ 3 w 721"/>
                  <a:gd name="T47" fmla="*/ 49 h 771"/>
                  <a:gd name="T48" fmla="*/ 93 w 721"/>
                  <a:gd name="T49" fmla="*/ 139 h 771"/>
                  <a:gd name="T50" fmla="*/ 93 w 721"/>
                  <a:gd name="T51" fmla="*/ 140 h 771"/>
                  <a:gd name="T52" fmla="*/ 93 w 721"/>
                  <a:gd name="T53" fmla="*/ 168 h 771"/>
                  <a:gd name="T54" fmla="*/ 256 w 721"/>
                  <a:gd name="T55" fmla="*/ 331 h 771"/>
                  <a:gd name="T56" fmla="*/ 311 w 721"/>
                  <a:gd name="T57" fmla="*/ 331 h 771"/>
                  <a:gd name="T58" fmla="*/ 312 w 721"/>
                  <a:gd name="T59" fmla="*/ 331 h 771"/>
                  <a:gd name="T60" fmla="*/ 351 w 721"/>
                  <a:gd name="T61" fmla="*/ 371 h 771"/>
                  <a:gd name="T62" fmla="*/ 352 w 721"/>
                  <a:gd name="T63" fmla="*/ 372 h 771"/>
                  <a:gd name="T64" fmla="*/ 352 w 721"/>
                  <a:gd name="T65" fmla="*/ 427 h 771"/>
                  <a:gd name="T66" fmla="*/ 466 w 721"/>
                  <a:gd name="T67" fmla="*/ 541 h 771"/>
                  <a:gd name="T68" fmla="*/ 493 w 721"/>
                  <a:gd name="T69" fmla="*/ 541 h 771"/>
                  <a:gd name="T70" fmla="*/ 494 w 721"/>
                  <a:gd name="T71" fmla="*/ 541 h 771"/>
                  <a:gd name="T72" fmla="*/ 721 w 721"/>
                  <a:gd name="T73" fmla="*/ 768 h 771"/>
                  <a:gd name="T74" fmla="*/ 719 w 721"/>
                  <a:gd name="T75" fmla="*/ 771 h 7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1" h="771">
                    <a:moveTo>
                      <a:pt x="719" y="771"/>
                    </a:moveTo>
                    <a:cubicBezTo>
                      <a:pt x="492" y="544"/>
                      <a:pt x="492" y="544"/>
                      <a:pt x="492" y="544"/>
                    </a:cubicBezTo>
                    <a:cubicBezTo>
                      <a:pt x="465" y="544"/>
                      <a:pt x="465" y="544"/>
                      <a:pt x="465" y="544"/>
                    </a:cubicBezTo>
                    <a:cubicBezTo>
                      <a:pt x="465" y="544"/>
                      <a:pt x="464" y="544"/>
                      <a:pt x="464" y="544"/>
                    </a:cubicBezTo>
                    <a:cubicBezTo>
                      <a:pt x="349" y="429"/>
                      <a:pt x="349" y="429"/>
                      <a:pt x="349" y="429"/>
                    </a:cubicBezTo>
                    <a:cubicBezTo>
                      <a:pt x="349" y="428"/>
                      <a:pt x="348" y="428"/>
                      <a:pt x="348" y="428"/>
                    </a:cubicBezTo>
                    <a:cubicBezTo>
                      <a:pt x="348" y="372"/>
                      <a:pt x="348" y="372"/>
                      <a:pt x="348" y="372"/>
                    </a:cubicBezTo>
                    <a:cubicBezTo>
                      <a:pt x="310" y="334"/>
                      <a:pt x="310" y="334"/>
                      <a:pt x="310" y="334"/>
                    </a:cubicBezTo>
                    <a:cubicBezTo>
                      <a:pt x="255" y="334"/>
                      <a:pt x="255" y="334"/>
                      <a:pt x="255" y="334"/>
                    </a:cubicBezTo>
                    <a:cubicBezTo>
                      <a:pt x="255" y="334"/>
                      <a:pt x="254" y="334"/>
                      <a:pt x="254" y="333"/>
                    </a:cubicBezTo>
                    <a:cubicBezTo>
                      <a:pt x="90" y="170"/>
                      <a:pt x="90" y="170"/>
                      <a:pt x="90" y="170"/>
                    </a:cubicBezTo>
                    <a:cubicBezTo>
                      <a:pt x="90" y="170"/>
                      <a:pt x="90" y="169"/>
                      <a:pt x="90" y="169"/>
                    </a:cubicBezTo>
                    <a:cubicBezTo>
                      <a:pt x="90" y="141"/>
                      <a:pt x="90" y="141"/>
                      <a:pt x="90" y="141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0" y="50"/>
                      <a:pt x="0" y="5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2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93" y="139"/>
                      <a:pt x="93" y="139"/>
                      <a:pt x="93" y="139"/>
                    </a:cubicBezTo>
                    <a:cubicBezTo>
                      <a:pt x="93" y="139"/>
                      <a:pt x="93" y="139"/>
                      <a:pt x="93" y="140"/>
                    </a:cubicBezTo>
                    <a:cubicBezTo>
                      <a:pt x="93" y="168"/>
                      <a:pt x="93" y="168"/>
                      <a:pt x="93" y="168"/>
                    </a:cubicBezTo>
                    <a:cubicBezTo>
                      <a:pt x="256" y="331"/>
                      <a:pt x="256" y="331"/>
                      <a:pt x="256" y="331"/>
                    </a:cubicBezTo>
                    <a:cubicBezTo>
                      <a:pt x="311" y="331"/>
                      <a:pt x="311" y="331"/>
                      <a:pt x="311" y="331"/>
                    </a:cubicBezTo>
                    <a:cubicBezTo>
                      <a:pt x="311" y="331"/>
                      <a:pt x="312" y="331"/>
                      <a:pt x="312" y="331"/>
                    </a:cubicBezTo>
                    <a:cubicBezTo>
                      <a:pt x="351" y="371"/>
                      <a:pt x="351" y="371"/>
                      <a:pt x="351" y="371"/>
                    </a:cubicBezTo>
                    <a:cubicBezTo>
                      <a:pt x="352" y="371"/>
                      <a:pt x="352" y="371"/>
                      <a:pt x="352" y="372"/>
                    </a:cubicBezTo>
                    <a:cubicBezTo>
                      <a:pt x="352" y="427"/>
                      <a:pt x="352" y="427"/>
                      <a:pt x="352" y="427"/>
                    </a:cubicBezTo>
                    <a:cubicBezTo>
                      <a:pt x="466" y="541"/>
                      <a:pt x="466" y="541"/>
                      <a:pt x="466" y="541"/>
                    </a:cubicBezTo>
                    <a:cubicBezTo>
                      <a:pt x="493" y="541"/>
                      <a:pt x="493" y="541"/>
                      <a:pt x="493" y="541"/>
                    </a:cubicBezTo>
                    <a:cubicBezTo>
                      <a:pt x="493" y="541"/>
                      <a:pt x="494" y="541"/>
                      <a:pt x="494" y="541"/>
                    </a:cubicBezTo>
                    <a:cubicBezTo>
                      <a:pt x="721" y="768"/>
                      <a:pt x="721" y="768"/>
                      <a:pt x="721" y="768"/>
                    </a:cubicBezTo>
                    <a:lnTo>
                      <a:pt x="719" y="771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Freeform 703"/>
              <p:cNvSpPr>
                <a:spLocks/>
              </p:cNvSpPr>
              <p:nvPr/>
            </p:nvSpPr>
            <p:spPr bwMode="auto">
              <a:xfrm flipV="1">
                <a:off x="-10760075" y="-1498601"/>
                <a:ext cx="2413000" cy="2408238"/>
              </a:xfrm>
              <a:custGeom>
                <a:avLst/>
                <a:gdLst>
                  <a:gd name="T0" fmla="*/ 1515 w 1520"/>
                  <a:gd name="T1" fmla="*/ 1517 h 1517"/>
                  <a:gd name="T2" fmla="*/ 0 w 1520"/>
                  <a:gd name="T3" fmla="*/ 4 h 1517"/>
                  <a:gd name="T4" fmla="*/ 7 w 1520"/>
                  <a:gd name="T5" fmla="*/ 0 h 1517"/>
                  <a:gd name="T6" fmla="*/ 1520 w 1520"/>
                  <a:gd name="T7" fmla="*/ 1513 h 1517"/>
                  <a:gd name="T8" fmla="*/ 1515 w 1520"/>
                  <a:gd name="T9" fmla="*/ 1517 h 1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0" h="1517">
                    <a:moveTo>
                      <a:pt x="1515" y="1517"/>
                    </a:moveTo>
                    <a:lnTo>
                      <a:pt x="0" y="4"/>
                    </a:lnTo>
                    <a:lnTo>
                      <a:pt x="7" y="0"/>
                    </a:lnTo>
                    <a:lnTo>
                      <a:pt x="1520" y="1513"/>
                    </a:lnTo>
                    <a:lnTo>
                      <a:pt x="1515" y="15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Freeform 704"/>
              <p:cNvSpPr>
                <a:spLocks/>
              </p:cNvSpPr>
              <p:nvPr/>
            </p:nvSpPr>
            <p:spPr bwMode="auto">
              <a:xfrm flipV="1">
                <a:off x="-11098213" y="-1390650"/>
                <a:ext cx="2443162" cy="2825750"/>
              </a:xfrm>
              <a:custGeom>
                <a:avLst/>
                <a:gdLst>
                  <a:gd name="T0" fmla="*/ 648 w 651"/>
                  <a:gd name="T1" fmla="*/ 753 h 753"/>
                  <a:gd name="T2" fmla="*/ 410 w 651"/>
                  <a:gd name="T3" fmla="*/ 515 h 753"/>
                  <a:gd name="T4" fmla="*/ 410 w 651"/>
                  <a:gd name="T5" fmla="*/ 514 h 753"/>
                  <a:gd name="T6" fmla="*/ 410 w 651"/>
                  <a:gd name="T7" fmla="*/ 504 h 753"/>
                  <a:gd name="T8" fmla="*/ 0 w 651"/>
                  <a:gd name="T9" fmla="*/ 95 h 753"/>
                  <a:gd name="T10" fmla="*/ 0 w 651"/>
                  <a:gd name="T11" fmla="*/ 94 h 753"/>
                  <a:gd name="T12" fmla="*/ 0 w 651"/>
                  <a:gd name="T13" fmla="*/ 75 h 753"/>
                  <a:gd name="T14" fmla="*/ 0 w 651"/>
                  <a:gd name="T15" fmla="*/ 74 h 753"/>
                  <a:gd name="T16" fmla="*/ 10 w 651"/>
                  <a:gd name="T17" fmla="*/ 63 h 753"/>
                  <a:gd name="T18" fmla="*/ 10 w 651"/>
                  <a:gd name="T19" fmla="*/ 9 h 753"/>
                  <a:gd name="T20" fmla="*/ 11 w 651"/>
                  <a:gd name="T21" fmla="*/ 8 h 753"/>
                  <a:gd name="T22" fmla="*/ 19 w 651"/>
                  <a:gd name="T23" fmla="*/ 0 h 753"/>
                  <a:gd name="T24" fmla="*/ 21 w 651"/>
                  <a:gd name="T25" fmla="*/ 3 h 753"/>
                  <a:gd name="T26" fmla="*/ 14 w 651"/>
                  <a:gd name="T27" fmla="*/ 10 h 753"/>
                  <a:gd name="T28" fmla="*/ 14 w 651"/>
                  <a:gd name="T29" fmla="*/ 64 h 753"/>
                  <a:gd name="T30" fmla="*/ 13 w 651"/>
                  <a:gd name="T31" fmla="*/ 65 h 753"/>
                  <a:gd name="T32" fmla="*/ 3 w 651"/>
                  <a:gd name="T33" fmla="*/ 75 h 753"/>
                  <a:gd name="T34" fmla="*/ 3 w 651"/>
                  <a:gd name="T35" fmla="*/ 93 h 753"/>
                  <a:gd name="T36" fmla="*/ 413 w 651"/>
                  <a:gd name="T37" fmla="*/ 503 h 753"/>
                  <a:gd name="T38" fmla="*/ 413 w 651"/>
                  <a:gd name="T39" fmla="*/ 504 h 753"/>
                  <a:gd name="T40" fmla="*/ 413 w 651"/>
                  <a:gd name="T41" fmla="*/ 513 h 753"/>
                  <a:gd name="T42" fmla="*/ 651 w 651"/>
                  <a:gd name="T43" fmla="*/ 750 h 753"/>
                  <a:gd name="T44" fmla="*/ 648 w 651"/>
                  <a:gd name="T45" fmla="*/ 753 h 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51" h="753">
                    <a:moveTo>
                      <a:pt x="648" y="753"/>
                    </a:moveTo>
                    <a:cubicBezTo>
                      <a:pt x="410" y="515"/>
                      <a:pt x="410" y="515"/>
                      <a:pt x="410" y="515"/>
                    </a:cubicBezTo>
                    <a:cubicBezTo>
                      <a:pt x="410" y="515"/>
                      <a:pt x="410" y="514"/>
                      <a:pt x="410" y="514"/>
                    </a:cubicBezTo>
                    <a:cubicBezTo>
                      <a:pt x="410" y="504"/>
                      <a:pt x="410" y="504"/>
                      <a:pt x="410" y="504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0" y="94"/>
                      <a:pt x="0" y="94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0" y="63"/>
                      <a:pt x="10" y="63"/>
                      <a:pt x="10" y="63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8"/>
                      <a:pt x="11" y="8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64"/>
                      <a:pt x="14" y="64"/>
                      <a:pt x="14" y="64"/>
                    </a:cubicBezTo>
                    <a:cubicBezTo>
                      <a:pt x="14" y="65"/>
                      <a:pt x="14" y="65"/>
                      <a:pt x="13" y="65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3" y="93"/>
                      <a:pt x="3" y="93"/>
                      <a:pt x="3" y="93"/>
                    </a:cubicBezTo>
                    <a:cubicBezTo>
                      <a:pt x="413" y="503"/>
                      <a:pt x="413" y="503"/>
                      <a:pt x="413" y="503"/>
                    </a:cubicBezTo>
                    <a:cubicBezTo>
                      <a:pt x="413" y="503"/>
                      <a:pt x="413" y="503"/>
                      <a:pt x="413" y="504"/>
                    </a:cubicBezTo>
                    <a:cubicBezTo>
                      <a:pt x="413" y="513"/>
                      <a:pt x="413" y="513"/>
                      <a:pt x="413" y="513"/>
                    </a:cubicBezTo>
                    <a:cubicBezTo>
                      <a:pt x="651" y="750"/>
                      <a:pt x="651" y="750"/>
                      <a:pt x="651" y="750"/>
                    </a:cubicBezTo>
                    <a:lnTo>
                      <a:pt x="648" y="753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Freeform 705"/>
              <p:cNvSpPr>
                <a:spLocks noEditPoints="1"/>
              </p:cNvSpPr>
              <p:nvPr/>
            </p:nvSpPr>
            <p:spPr bwMode="auto">
              <a:xfrm flipV="1">
                <a:off x="-11480800" y="-2224088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6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0 w 24"/>
                  <a:gd name="T19" fmla="*/ 12 h 24"/>
                  <a:gd name="T20" fmla="*/ 12 w 24"/>
                  <a:gd name="T21" fmla="*/ 24 h 24"/>
                  <a:gd name="T22" fmla="*/ 21 w 24"/>
                  <a:gd name="T23" fmla="*/ 20 h 24"/>
                  <a:gd name="T24" fmla="*/ 24 w 24"/>
                  <a:gd name="T25" fmla="*/ 12 h 24"/>
                  <a:gd name="T26" fmla="*/ 21 w 24"/>
                  <a:gd name="T27" fmla="*/ 3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6" y="24"/>
                      <a:pt x="19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Freeform 706"/>
              <p:cNvSpPr>
                <a:spLocks noEditPoints="1"/>
              </p:cNvSpPr>
              <p:nvPr/>
            </p:nvSpPr>
            <p:spPr bwMode="auto">
              <a:xfrm flipV="1">
                <a:off x="-11296650" y="-2039938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4 w 24"/>
                  <a:gd name="T25" fmla="*/ 12 h 24"/>
                  <a:gd name="T26" fmla="*/ 21 w 24"/>
                  <a:gd name="T27" fmla="*/ 3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9"/>
                      <a:pt x="12" y="19"/>
                    </a:cubicBezTo>
                    <a:cubicBezTo>
                      <a:pt x="9" y="19"/>
                      <a:pt x="5" y="15"/>
                      <a:pt x="5" y="12"/>
                    </a:cubicBezTo>
                    <a:cubicBezTo>
                      <a:pt x="5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8"/>
                      <a:pt x="23" y="5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Freeform 707"/>
              <p:cNvSpPr>
                <a:spLocks noEditPoints="1"/>
              </p:cNvSpPr>
              <p:nvPr/>
            </p:nvSpPr>
            <p:spPr bwMode="auto">
              <a:xfrm flipV="1">
                <a:off x="-11128375" y="-2224088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5" y="16"/>
                      <a:pt x="5" y="12"/>
                    </a:cubicBezTo>
                    <a:cubicBezTo>
                      <a:pt x="5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Freeform 708"/>
              <p:cNvSpPr>
                <a:spLocks noEditPoints="1"/>
              </p:cNvSpPr>
              <p:nvPr/>
            </p:nvSpPr>
            <p:spPr bwMode="auto">
              <a:xfrm flipV="1">
                <a:off x="-11075988" y="-2565401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0 w 24"/>
                  <a:gd name="T17" fmla="*/ 12 h 24"/>
                  <a:gd name="T18" fmla="*/ 4 w 24"/>
                  <a:gd name="T19" fmla="*/ 20 h 24"/>
                  <a:gd name="T20" fmla="*/ 12 w 24"/>
                  <a:gd name="T21" fmla="*/ 24 h 24"/>
                  <a:gd name="T22" fmla="*/ 21 w 24"/>
                  <a:gd name="T23" fmla="*/ 20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5" y="24"/>
                      <a:pt x="18" y="22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Freeform 709"/>
              <p:cNvSpPr>
                <a:spLocks noEditPoints="1"/>
              </p:cNvSpPr>
              <p:nvPr/>
            </p:nvSpPr>
            <p:spPr bwMode="auto">
              <a:xfrm flipV="1">
                <a:off x="-11263313" y="-2749551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6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Freeform 710"/>
              <p:cNvSpPr>
                <a:spLocks noEditPoints="1"/>
              </p:cNvSpPr>
              <p:nvPr/>
            </p:nvSpPr>
            <p:spPr bwMode="auto">
              <a:xfrm flipV="1">
                <a:off x="-11056938" y="-3135313"/>
                <a:ext cx="90487" cy="88900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6 h 24"/>
                  <a:gd name="T14" fmla="*/ 12 w 24"/>
                  <a:gd name="T15" fmla="*/ 0 h 24"/>
                  <a:gd name="T16" fmla="*/ 12 w 24"/>
                  <a:gd name="T17" fmla="*/ 0 h 24"/>
                  <a:gd name="T18" fmla="*/ 0 w 24"/>
                  <a:gd name="T19" fmla="*/ 12 h 24"/>
                  <a:gd name="T20" fmla="*/ 12 w 24"/>
                  <a:gd name="T21" fmla="*/ 24 h 24"/>
                  <a:gd name="T22" fmla="*/ 24 w 24"/>
                  <a:gd name="T23" fmla="*/ 12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Freeform 711"/>
              <p:cNvSpPr>
                <a:spLocks noEditPoints="1"/>
              </p:cNvSpPr>
              <p:nvPr/>
            </p:nvSpPr>
            <p:spPr bwMode="auto">
              <a:xfrm flipV="1">
                <a:off x="-10918825" y="-2411413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6 h 24"/>
                  <a:gd name="T12" fmla="*/ 12 w 24"/>
                  <a:gd name="T13" fmla="*/ 6 h 24"/>
                  <a:gd name="T14" fmla="*/ 12 w 24"/>
                  <a:gd name="T15" fmla="*/ 6 h 24"/>
                  <a:gd name="T16" fmla="*/ 12 w 24"/>
                  <a:gd name="T17" fmla="*/ 0 h 24"/>
                  <a:gd name="T18" fmla="*/ 12 w 24"/>
                  <a:gd name="T19" fmla="*/ 0 h 24"/>
                  <a:gd name="T20" fmla="*/ 12 w 24"/>
                  <a:gd name="T21" fmla="*/ 0 h 24"/>
                  <a:gd name="T22" fmla="*/ 0 w 24"/>
                  <a:gd name="T23" fmla="*/ 12 h 24"/>
                  <a:gd name="T24" fmla="*/ 4 w 24"/>
                  <a:gd name="T25" fmla="*/ 21 h 24"/>
                  <a:gd name="T26" fmla="*/ 12 w 24"/>
                  <a:gd name="T27" fmla="*/ 24 h 24"/>
                  <a:gd name="T28" fmla="*/ 24 w 24"/>
                  <a:gd name="T29" fmla="*/ 12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6"/>
                      <a:pt x="1" y="19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Freeform 712"/>
              <p:cNvSpPr>
                <a:spLocks noEditPoints="1"/>
              </p:cNvSpPr>
              <p:nvPr/>
            </p:nvSpPr>
            <p:spPr bwMode="auto">
              <a:xfrm flipV="1">
                <a:off x="-10523538" y="-2782888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8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1" y="5"/>
                      <a:pt x="0" y="8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5" y="24"/>
                      <a:pt x="18" y="22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Freeform 713"/>
              <p:cNvSpPr>
                <a:spLocks noEditPoints="1"/>
              </p:cNvSpPr>
              <p:nvPr/>
            </p:nvSpPr>
            <p:spPr bwMode="auto">
              <a:xfrm flipV="1">
                <a:off x="-11642725" y="-1233488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6 h 24"/>
                  <a:gd name="T12" fmla="*/ 12 w 24"/>
                  <a:gd name="T13" fmla="*/ 6 h 24"/>
                  <a:gd name="T14" fmla="*/ 12 w 24"/>
                  <a:gd name="T15" fmla="*/ 6 h 24"/>
                  <a:gd name="T16" fmla="*/ 12 w 24"/>
                  <a:gd name="T17" fmla="*/ 0 h 24"/>
                  <a:gd name="T18" fmla="*/ 12 w 24"/>
                  <a:gd name="T19" fmla="*/ 0 h 24"/>
                  <a:gd name="T20" fmla="*/ 12 w 24"/>
                  <a:gd name="T21" fmla="*/ 0 h 24"/>
                  <a:gd name="T22" fmla="*/ 3 w 24"/>
                  <a:gd name="T23" fmla="*/ 4 h 24"/>
                  <a:gd name="T24" fmla="*/ 0 w 24"/>
                  <a:gd name="T25" fmla="*/ 12 h 24"/>
                  <a:gd name="T26" fmla="*/ 12 w 24"/>
                  <a:gd name="T27" fmla="*/ 24 h 24"/>
                  <a:gd name="T28" fmla="*/ 24 w 24"/>
                  <a:gd name="T29" fmla="*/ 12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2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Freeform 714"/>
              <p:cNvSpPr>
                <a:spLocks noEditPoints="1"/>
              </p:cNvSpPr>
              <p:nvPr/>
            </p:nvSpPr>
            <p:spPr bwMode="auto">
              <a:xfrm flipV="1">
                <a:off x="-11368088" y="-1690688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0 w 24"/>
                  <a:gd name="T19" fmla="*/ 21 h 24"/>
                  <a:gd name="T20" fmla="*/ 24 w 24"/>
                  <a:gd name="T21" fmla="*/ 12 h 24"/>
                  <a:gd name="T22" fmla="*/ 20 w 24"/>
                  <a:gd name="T23" fmla="*/ 4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0" y="4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Freeform 715"/>
              <p:cNvSpPr>
                <a:spLocks noEditPoints="1"/>
              </p:cNvSpPr>
              <p:nvPr/>
            </p:nvSpPr>
            <p:spPr bwMode="auto">
              <a:xfrm flipV="1">
                <a:off x="-11225213" y="-1762126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3 w 24"/>
                  <a:gd name="T13" fmla="*/ 4 h 24"/>
                  <a:gd name="T14" fmla="*/ 0 w 24"/>
                  <a:gd name="T15" fmla="*/ 12 h 24"/>
                  <a:gd name="T16" fmla="*/ 3 w 24"/>
                  <a:gd name="T17" fmla="*/ 21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9" y="8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8" y="0"/>
                      <a:pt x="5" y="1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3" y="21"/>
                    </a:cubicBezTo>
                    <a:cubicBezTo>
                      <a:pt x="5" y="23"/>
                      <a:pt x="8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Freeform 716"/>
              <p:cNvSpPr>
                <a:spLocks/>
              </p:cNvSpPr>
              <p:nvPr/>
            </p:nvSpPr>
            <p:spPr bwMode="auto">
              <a:xfrm flipV="1">
                <a:off x="-11142663" y="-2768600"/>
                <a:ext cx="1109662" cy="1047750"/>
              </a:xfrm>
              <a:custGeom>
                <a:avLst/>
                <a:gdLst>
                  <a:gd name="T0" fmla="*/ 293 w 296"/>
                  <a:gd name="T1" fmla="*/ 279 h 279"/>
                  <a:gd name="T2" fmla="*/ 18 w 296"/>
                  <a:gd name="T3" fmla="*/ 4 h 279"/>
                  <a:gd name="T4" fmla="*/ 0 w 296"/>
                  <a:gd name="T5" fmla="*/ 4 h 279"/>
                  <a:gd name="T6" fmla="*/ 0 w 296"/>
                  <a:gd name="T7" fmla="*/ 0 h 279"/>
                  <a:gd name="T8" fmla="*/ 19 w 296"/>
                  <a:gd name="T9" fmla="*/ 0 h 279"/>
                  <a:gd name="T10" fmla="*/ 20 w 296"/>
                  <a:gd name="T11" fmla="*/ 1 h 279"/>
                  <a:gd name="T12" fmla="*/ 296 w 296"/>
                  <a:gd name="T13" fmla="*/ 276 h 279"/>
                  <a:gd name="T14" fmla="*/ 293 w 296"/>
                  <a:gd name="T15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6" h="279">
                    <a:moveTo>
                      <a:pt x="293" y="279"/>
                    </a:moveTo>
                    <a:cubicBezTo>
                      <a:pt x="18" y="4"/>
                      <a:pt x="18" y="4"/>
                      <a:pt x="18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20" y="0"/>
                      <a:pt x="20" y="1"/>
                    </a:cubicBezTo>
                    <a:cubicBezTo>
                      <a:pt x="296" y="276"/>
                      <a:pt x="296" y="276"/>
                      <a:pt x="296" y="276"/>
                    </a:cubicBezTo>
                    <a:lnTo>
                      <a:pt x="293" y="2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Freeform 717"/>
              <p:cNvSpPr>
                <a:spLocks/>
              </p:cNvSpPr>
              <p:nvPr/>
            </p:nvSpPr>
            <p:spPr bwMode="auto">
              <a:xfrm flipV="1">
                <a:off x="-11331575" y="-2824163"/>
                <a:ext cx="1243012" cy="1136650"/>
              </a:xfrm>
              <a:custGeom>
                <a:avLst/>
                <a:gdLst>
                  <a:gd name="T0" fmla="*/ 328 w 331"/>
                  <a:gd name="T1" fmla="*/ 303 h 303"/>
                  <a:gd name="T2" fmla="*/ 71 w 331"/>
                  <a:gd name="T3" fmla="*/ 46 h 303"/>
                  <a:gd name="T4" fmla="*/ 29 w 331"/>
                  <a:gd name="T5" fmla="*/ 46 h 303"/>
                  <a:gd name="T6" fmla="*/ 28 w 331"/>
                  <a:gd name="T7" fmla="*/ 45 h 303"/>
                  <a:gd name="T8" fmla="*/ 1 w 331"/>
                  <a:gd name="T9" fmla="*/ 18 h 303"/>
                  <a:gd name="T10" fmla="*/ 0 w 331"/>
                  <a:gd name="T11" fmla="*/ 17 h 303"/>
                  <a:gd name="T12" fmla="*/ 0 w 331"/>
                  <a:gd name="T13" fmla="*/ 0 h 303"/>
                  <a:gd name="T14" fmla="*/ 4 w 331"/>
                  <a:gd name="T15" fmla="*/ 0 h 303"/>
                  <a:gd name="T16" fmla="*/ 4 w 331"/>
                  <a:gd name="T17" fmla="*/ 16 h 303"/>
                  <a:gd name="T18" fmla="*/ 30 w 331"/>
                  <a:gd name="T19" fmla="*/ 42 h 303"/>
                  <a:gd name="T20" fmla="*/ 72 w 331"/>
                  <a:gd name="T21" fmla="*/ 42 h 303"/>
                  <a:gd name="T22" fmla="*/ 73 w 331"/>
                  <a:gd name="T23" fmla="*/ 43 h 303"/>
                  <a:gd name="T24" fmla="*/ 331 w 331"/>
                  <a:gd name="T25" fmla="*/ 300 h 303"/>
                  <a:gd name="T26" fmla="*/ 328 w 331"/>
                  <a:gd name="T27" fmla="*/ 303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1" h="303">
                    <a:moveTo>
                      <a:pt x="328" y="303"/>
                    </a:moveTo>
                    <a:cubicBezTo>
                      <a:pt x="71" y="46"/>
                      <a:pt x="71" y="46"/>
                      <a:pt x="71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8" y="46"/>
                      <a:pt x="28" y="45"/>
                      <a:pt x="28" y="45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3" y="42"/>
                      <a:pt x="73" y="43"/>
                    </a:cubicBezTo>
                    <a:cubicBezTo>
                      <a:pt x="331" y="300"/>
                      <a:pt x="331" y="300"/>
                      <a:pt x="331" y="300"/>
                    </a:cubicBezTo>
                    <a:lnTo>
                      <a:pt x="328" y="3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Freeform 718"/>
              <p:cNvSpPr>
                <a:spLocks/>
              </p:cNvSpPr>
              <p:nvPr/>
            </p:nvSpPr>
            <p:spPr bwMode="auto">
              <a:xfrm flipV="1">
                <a:off x="-11563350" y="-2711450"/>
                <a:ext cx="1582737" cy="1527175"/>
              </a:xfrm>
              <a:custGeom>
                <a:avLst/>
                <a:gdLst>
                  <a:gd name="T0" fmla="*/ 420 w 422"/>
                  <a:gd name="T1" fmla="*/ 407 h 407"/>
                  <a:gd name="T2" fmla="*/ 16 w 422"/>
                  <a:gd name="T3" fmla="*/ 3 h 407"/>
                  <a:gd name="T4" fmla="*/ 0 w 422"/>
                  <a:gd name="T5" fmla="*/ 3 h 407"/>
                  <a:gd name="T6" fmla="*/ 0 w 422"/>
                  <a:gd name="T7" fmla="*/ 0 h 407"/>
                  <a:gd name="T8" fmla="*/ 16 w 422"/>
                  <a:gd name="T9" fmla="*/ 0 h 407"/>
                  <a:gd name="T10" fmla="*/ 18 w 422"/>
                  <a:gd name="T11" fmla="*/ 0 h 407"/>
                  <a:gd name="T12" fmla="*/ 422 w 422"/>
                  <a:gd name="T13" fmla="*/ 405 h 407"/>
                  <a:gd name="T14" fmla="*/ 420 w 422"/>
                  <a:gd name="T15" fmla="*/ 407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2" h="407">
                    <a:moveTo>
                      <a:pt x="420" y="407"/>
                    </a:moveTo>
                    <a:cubicBezTo>
                      <a:pt x="16" y="3"/>
                      <a:pt x="16" y="3"/>
                      <a:pt x="16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7" y="0"/>
                      <a:pt x="18" y="0"/>
                    </a:cubicBezTo>
                    <a:cubicBezTo>
                      <a:pt x="422" y="405"/>
                      <a:pt x="422" y="405"/>
                      <a:pt x="422" y="405"/>
                    </a:cubicBezTo>
                    <a:lnTo>
                      <a:pt x="420" y="4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Freeform 719"/>
              <p:cNvSpPr>
                <a:spLocks/>
              </p:cNvSpPr>
              <p:nvPr/>
            </p:nvSpPr>
            <p:spPr bwMode="auto">
              <a:xfrm flipV="1">
                <a:off x="-10836275" y="-2903538"/>
                <a:ext cx="676275" cy="547688"/>
              </a:xfrm>
              <a:custGeom>
                <a:avLst/>
                <a:gdLst>
                  <a:gd name="T0" fmla="*/ 175 w 180"/>
                  <a:gd name="T1" fmla="*/ 146 h 146"/>
                  <a:gd name="T2" fmla="*/ 86 w 180"/>
                  <a:gd name="T3" fmla="*/ 56 h 146"/>
                  <a:gd name="T4" fmla="*/ 59 w 180"/>
                  <a:gd name="T5" fmla="*/ 56 h 146"/>
                  <a:gd name="T6" fmla="*/ 56 w 180"/>
                  <a:gd name="T7" fmla="*/ 55 h 146"/>
                  <a:gd name="T8" fmla="*/ 7 w 180"/>
                  <a:gd name="T9" fmla="*/ 7 h 146"/>
                  <a:gd name="T10" fmla="*/ 0 w 180"/>
                  <a:gd name="T11" fmla="*/ 7 h 146"/>
                  <a:gd name="T12" fmla="*/ 0 w 180"/>
                  <a:gd name="T13" fmla="*/ 0 h 146"/>
                  <a:gd name="T14" fmla="*/ 9 w 180"/>
                  <a:gd name="T15" fmla="*/ 0 h 146"/>
                  <a:gd name="T16" fmla="*/ 9 w 180"/>
                  <a:gd name="T17" fmla="*/ 0 h 146"/>
                  <a:gd name="T18" fmla="*/ 11 w 180"/>
                  <a:gd name="T19" fmla="*/ 1 h 146"/>
                  <a:gd name="T20" fmla="*/ 60 w 180"/>
                  <a:gd name="T21" fmla="*/ 50 h 146"/>
                  <a:gd name="T22" fmla="*/ 87 w 180"/>
                  <a:gd name="T23" fmla="*/ 50 h 146"/>
                  <a:gd name="T24" fmla="*/ 89 w 180"/>
                  <a:gd name="T25" fmla="*/ 51 h 146"/>
                  <a:gd name="T26" fmla="*/ 180 w 180"/>
                  <a:gd name="T27" fmla="*/ 141 h 146"/>
                  <a:gd name="T28" fmla="*/ 175 w 180"/>
                  <a:gd name="T29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0" h="146">
                    <a:moveTo>
                      <a:pt x="175" y="146"/>
                    </a:moveTo>
                    <a:cubicBezTo>
                      <a:pt x="86" y="56"/>
                      <a:pt x="86" y="56"/>
                      <a:pt x="86" y="56"/>
                    </a:cubicBezTo>
                    <a:cubicBezTo>
                      <a:pt x="59" y="56"/>
                      <a:pt x="59" y="56"/>
                      <a:pt x="59" y="56"/>
                    </a:cubicBezTo>
                    <a:cubicBezTo>
                      <a:pt x="58" y="56"/>
                      <a:pt x="57" y="56"/>
                      <a:pt x="56" y="5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0"/>
                      <a:pt x="11" y="1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87" y="50"/>
                      <a:pt x="87" y="50"/>
                      <a:pt x="87" y="50"/>
                    </a:cubicBezTo>
                    <a:cubicBezTo>
                      <a:pt x="88" y="50"/>
                      <a:pt x="89" y="50"/>
                      <a:pt x="89" y="51"/>
                    </a:cubicBezTo>
                    <a:cubicBezTo>
                      <a:pt x="180" y="141"/>
                      <a:pt x="180" y="141"/>
                      <a:pt x="180" y="141"/>
                    </a:cubicBezTo>
                    <a:lnTo>
                      <a:pt x="175" y="146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5" name="Freeform 720"/>
              <p:cNvSpPr>
                <a:spLocks/>
              </p:cNvSpPr>
              <p:nvPr/>
            </p:nvSpPr>
            <p:spPr bwMode="auto">
              <a:xfrm flipV="1">
                <a:off x="-11214100" y="-3132138"/>
                <a:ext cx="814387" cy="1144588"/>
              </a:xfrm>
              <a:custGeom>
                <a:avLst/>
                <a:gdLst>
                  <a:gd name="T0" fmla="*/ 215 w 217"/>
                  <a:gd name="T1" fmla="*/ 305 h 305"/>
                  <a:gd name="T2" fmla="*/ 151 w 217"/>
                  <a:gd name="T3" fmla="*/ 241 h 305"/>
                  <a:gd name="T4" fmla="*/ 150 w 217"/>
                  <a:gd name="T5" fmla="*/ 240 h 305"/>
                  <a:gd name="T6" fmla="*/ 150 w 217"/>
                  <a:gd name="T7" fmla="*/ 194 h 305"/>
                  <a:gd name="T8" fmla="*/ 112 w 217"/>
                  <a:gd name="T9" fmla="*/ 156 h 305"/>
                  <a:gd name="T10" fmla="*/ 100 w 217"/>
                  <a:gd name="T11" fmla="*/ 156 h 305"/>
                  <a:gd name="T12" fmla="*/ 100 w 217"/>
                  <a:gd name="T13" fmla="*/ 156 h 305"/>
                  <a:gd name="T14" fmla="*/ 98 w 217"/>
                  <a:gd name="T15" fmla="*/ 156 h 305"/>
                  <a:gd name="T16" fmla="*/ 52 w 217"/>
                  <a:gd name="T17" fmla="*/ 109 h 305"/>
                  <a:gd name="T18" fmla="*/ 51 w 217"/>
                  <a:gd name="T19" fmla="*/ 108 h 305"/>
                  <a:gd name="T20" fmla="*/ 51 w 217"/>
                  <a:gd name="T21" fmla="*/ 92 h 305"/>
                  <a:gd name="T22" fmla="*/ 52 w 217"/>
                  <a:gd name="T23" fmla="*/ 90 h 305"/>
                  <a:gd name="T24" fmla="*/ 69 w 217"/>
                  <a:gd name="T25" fmla="*/ 73 h 305"/>
                  <a:gd name="T26" fmla="*/ 69 w 217"/>
                  <a:gd name="T27" fmla="*/ 44 h 305"/>
                  <a:gd name="T28" fmla="*/ 29 w 217"/>
                  <a:gd name="T29" fmla="*/ 3 h 305"/>
                  <a:gd name="T30" fmla="*/ 0 w 217"/>
                  <a:gd name="T31" fmla="*/ 3 h 305"/>
                  <a:gd name="T32" fmla="*/ 0 w 217"/>
                  <a:gd name="T33" fmla="*/ 0 h 305"/>
                  <a:gd name="T34" fmla="*/ 29 w 217"/>
                  <a:gd name="T35" fmla="*/ 0 h 305"/>
                  <a:gd name="T36" fmla="*/ 30 w 217"/>
                  <a:gd name="T37" fmla="*/ 0 h 305"/>
                  <a:gd name="T38" fmla="*/ 72 w 217"/>
                  <a:gd name="T39" fmla="*/ 42 h 305"/>
                  <a:gd name="T40" fmla="*/ 73 w 217"/>
                  <a:gd name="T41" fmla="*/ 43 h 305"/>
                  <a:gd name="T42" fmla="*/ 73 w 217"/>
                  <a:gd name="T43" fmla="*/ 74 h 305"/>
                  <a:gd name="T44" fmla="*/ 72 w 217"/>
                  <a:gd name="T45" fmla="*/ 75 h 305"/>
                  <a:gd name="T46" fmla="*/ 55 w 217"/>
                  <a:gd name="T47" fmla="*/ 92 h 305"/>
                  <a:gd name="T48" fmla="*/ 55 w 217"/>
                  <a:gd name="T49" fmla="*/ 107 h 305"/>
                  <a:gd name="T50" fmla="*/ 100 w 217"/>
                  <a:gd name="T51" fmla="*/ 153 h 305"/>
                  <a:gd name="T52" fmla="*/ 113 w 217"/>
                  <a:gd name="T53" fmla="*/ 153 h 305"/>
                  <a:gd name="T54" fmla="*/ 113 w 217"/>
                  <a:gd name="T55" fmla="*/ 153 h 305"/>
                  <a:gd name="T56" fmla="*/ 114 w 217"/>
                  <a:gd name="T57" fmla="*/ 153 h 305"/>
                  <a:gd name="T58" fmla="*/ 153 w 217"/>
                  <a:gd name="T59" fmla="*/ 192 h 305"/>
                  <a:gd name="T60" fmla="*/ 153 w 217"/>
                  <a:gd name="T61" fmla="*/ 193 h 305"/>
                  <a:gd name="T62" fmla="*/ 153 w 217"/>
                  <a:gd name="T63" fmla="*/ 239 h 305"/>
                  <a:gd name="T64" fmla="*/ 217 w 217"/>
                  <a:gd name="T65" fmla="*/ 302 h 305"/>
                  <a:gd name="T66" fmla="*/ 215 w 217"/>
                  <a:gd name="T67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17" h="305">
                    <a:moveTo>
                      <a:pt x="215" y="305"/>
                    </a:moveTo>
                    <a:cubicBezTo>
                      <a:pt x="151" y="241"/>
                      <a:pt x="151" y="241"/>
                      <a:pt x="151" y="241"/>
                    </a:cubicBezTo>
                    <a:cubicBezTo>
                      <a:pt x="150" y="241"/>
                      <a:pt x="150" y="240"/>
                      <a:pt x="150" y="240"/>
                    </a:cubicBezTo>
                    <a:cubicBezTo>
                      <a:pt x="150" y="194"/>
                      <a:pt x="150" y="194"/>
                      <a:pt x="150" y="194"/>
                    </a:cubicBezTo>
                    <a:cubicBezTo>
                      <a:pt x="112" y="156"/>
                      <a:pt x="112" y="156"/>
                      <a:pt x="112" y="156"/>
                    </a:cubicBezTo>
                    <a:cubicBezTo>
                      <a:pt x="100" y="156"/>
                      <a:pt x="100" y="156"/>
                      <a:pt x="100" y="156"/>
                    </a:cubicBezTo>
                    <a:cubicBezTo>
                      <a:pt x="100" y="156"/>
                      <a:pt x="100" y="156"/>
                      <a:pt x="100" y="156"/>
                    </a:cubicBezTo>
                    <a:cubicBezTo>
                      <a:pt x="99" y="156"/>
                      <a:pt x="99" y="156"/>
                      <a:pt x="98" y="156"/>
                    </a:cubicBezTo>
                    <a:cubicBezTo>
                      <a:pt x="52" y="109"/>
                      <a:pt x="52" y="109"/>
                      <a:pt x="52" y="109"/>
                    </a:cubicBezTo>
                    <a:cubicBezTo>
                      <a:pt x="52" y="109"/>
                      <a:pt x="51" y="109"/>
                      <a:pt x="51" y="108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1"/>
                      <a:pt x="52" y="91"/>
                      <a:pt x="52" y="90"/>
                    </a:cubicBezTo>
                    <a:cubicBezTo>
                      <a:pt x="69" y="73"/>
                      <a:pt x="69" y="73"/>
                      <a:pt x="69" y="73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3" y="74"/>
                      <a:pt x="73" y="74"/>
                      <a:pt x="73" y="74"/>
                    </a:cubicBezTo>
                    <a:cubicBezTo>
                      <a:pt x="73" y="74"/>
                      <a:pt x="73" y="75"/>
                      <a:pt x="72" y="75"/>
                    </a:cubicBezTo>
                    <a:cubicBezTo>
                      <a:pt x="55" y="92"/>
                      <a:pt x="55" y="92"/>
                      <a:pt x="55" y="92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100" y="153"/>
                      <a:pt x="100" y="153"/>
                      <a:pt x="100" y="153"/>
                    </a:cubicBezTo>
                    <a:cubicBezTo>
                      <a:pt x="113" y="153"/>
                      <a:pt x="113" y="153"/>
                      <a:pt x="113" y="153"/>
                    </a:cubicBezTo>
                    <a:cubicBezTo>
                      <a:pt x="113" y="153"/>
                      <a:pt x="113" y="153"/>
                      <a:pt x="113" y="153"/>
                    </a:cubicBezTo>
                    <a:cubicBezTo>
                      <a:pt x="113" y="153"/>
                      <a:pt x="114" y="153"/>
                      <a:pt x="114" y="153"/>
                    </a:cubicBezTo>
                    <a:cubicBezTo>
                      <a:pt x="153" y="192"/>
                      <a:pt x="153" y="192"/>
                      <a:pt x="153" y="192"/>
                    </a:cubicBezTo>
                    <a:cubicBezTo>
                      <a:pt x="153" y="193"/>
                      <a:pt x="153" y="193"/>
                      <a:pt x="153" y="193"/>
                    </a:cubicBezTo>
                    <a:cubicBezTo>
                      <a:pt x="153" y="239"/>
                      <a:pt x="153" y="239"/>
                      <a:pt x="153" y="239"/>
                    </a:cubicBezTo>
                    <a:cubicBezTo>
                      <a:pt x="217" y="302"/>
                      <a:pt x="217" y="302"/>
                      <a:pt x="217" y="302"/>
                    </a:cubicBezTo>
                    <a:lnTo>
                      <a:pt x="215" y="30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6" name="Freeform 721"/>
              <p:cNvSpPr>
                <a:spLocks/>
              </p:cNvSpPr>
              <p:nvPr/>
            </p:nvSpPr>
            <p:spPr bwMode="auto">
              <a:xfrm flipV="1">
                <a:off x="-11012488" y="-3203576"/>
                <a:ext cx="544512" cy="665163"/>
              </a:xfrm>
              <a:custGeom>
                <a:avLst/>
                <a:gdLst>
                  <a:gd name="T0" fmla="*/ 142 w 145"/>
                  <a:gd name="T1" fmla="*/ 177 h 177"/>
                  <a:gd name="T2" fmla="*/ 71 w 145"/>
                  <a:gd name="T3" fmla="*/ 105 h 177"/>
                  <a:gd name="T4" fmla="*/ 70 w 145"/>
                  <a:gd name="T5" fmla="*/ 104 h 177"/>
                  <a:gd name="T6" fmla="*/ 70 w 145"/>
                  <a:gd name="T7" fmla="*/ 48 h 177"/>
                  <a:gd name="T8" fmla="*/ 50 w 145"/>
                  <a:gd name="T9" fmla="*/ 28 h 177"/>
                  <a:gd name="T10" fmla="*/ 26 w 145"/>
                  <a:gd name="T11" fmla="*/ 28 h 177"/>
                  <a:gd name="T12" fmla="*/ 25 w 145"/>
                  <a:gd name="T13" fmla="*/ 27 h 177"/>
                  <a:gd name="T14" fmla="*/ 0 w 145"/>
                  <a:gd name="T15" fmla="*/ 2 h 177"/>
                  <a:gd name="T16" fmla="*/ 3 w 145"/>
                  <a:gd name="T17" fmla="*/ 0 h 177"/>
                  <a:gd name="T18" fmla="*/ 27 w 145"/>
                  <a:gd name="T19" fmla="*/ 24 h 177"/>
                  <a:gd name="T20" fmla="*/ 51 w 145"/>
                  <a:gd name="T21" fmla="*/ 24 h 177"/>
                  <a:gd name="T22" fmla="*/ 52 w 145"/>
                  <a:gd name="T23" fmla="*/ 25 h 177"/>
                  <a:gd name="T24" fmla="*/ 73 w 145"/>
                  <a:gd name="T25" fmla="*/ 46 h 177"/>
                  <a:gd name="T26" fmla="*/ 74 w 145"/>
                  <a:gd name="T27" fmla="*/ 47 h 177"/>
                  <a:gd name="T28" fmla="*/ 74 w 145"/>
                  <a:gd name="T29" fmla="*/ 103 h 177"/>
                  <a:gd name="T30" fmla="*/ 145 w 145"/>
                  <a:gd name="T31" fmla="*/ 174 h 177"/>
                  <a:gd name="T32" fmla="*/ 142 w 145"/>
                  <a:gd name="T33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5" h="177">
                    <a:moveTo>
                      <a:pt x="142" y="177"/>
                    </a:moveTo>
                    <a:cubicBezTo>
                      <a:pt x="71" y="105"/>
                      <a:pt x="71" y="105"/>
                      <a:pt x="71" y="105"/>
                    </a:cubicBezTo>
                    <a:cubicBezTo>
                      <a:pt x="71" y="105"/>
                      <a:pt x="70" y="104"/>
                      <a:pt x="70" y="104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5" y="27"/>
                      <a:pt x="25" y="2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51" y="24"/>
                      <a:pt x="51" y="24"/>
                      <a:pt x="51" y="24"/>
                    </a:cubicBezTo>
                    <a:cubicBezTo>
                      <a:pt x="51" y="24"/>
                      <a:pt x="52" y="24"/>
                      <a:pt x="52" y="25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74" y="46"/>
                      <a:pt x="74" y="47"/>
                      <a:pt x="74" y="47"/>
                    </a:cubicBezTo>
                    <a:cubicBezTo>
                      <a:pt x="74" y="103"/>
                      <a:pt x="74" y="103"/>
                      <a:pt x="74" y="103"/>
                    </a:cubicBezTo>
                    <a:cubicBezTo>
                      <a:pt x="145" y="174"/>
                      <a:pt x="145" y="174"/>
                      <a:pt x="145" y="174"/>
                    </a:cubicBezTo>
                    <a:lnTo>
                      <a:pt x="142" y="177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7" name="Freeform 722"/>
              <p:cNvSpPr>
                <a:spLocks/>
              </p:cNvSpPr>
              <p:nvPr/>
            </p:nvSpPr>
            <p:spPr bwMode="auto">
              <a:xfrm flipV="1">
                <a:off x="-11364913" y="-3278188"/>
                <a:ext cx="822325" cy="1111250"/>
              </a:xfrm>
              <a:custGeom>
                <a:avLst/>
                <a:gdLst>
                  <a:gd name="T0" fmla="*/ 216 w 219"/>
                  <a:gd name="T1" fmla="*/ 296 h 296"/>
                  <a:gd name="T2" fmla="*/ 91 w 219"/>
                  <a:gd name="T3" fmla="*/ 170 h 296"/>
                  <a:gd name="T4" fmla="*/ 90 w 219"/>
                  <a:gd name="T5" fmla="*/ 169 h 296"/>
                  <a:gd name="T6" fmla="*/ 90 w 219"/>
                  <a:gd name="T7" fmla="*/ 141 h 296"/>
                  <a:gd name="T8" fmla="*/ 1 w 219"/>
                  <a:gd name="T9" fmla="*/ 51 h 296"/>
                  <a:gd name="T10" fmla="*/ 0 w 219"/>
                  <a:gd name="T11" fmla="*/ 50 h 296"/>
                  <a:gd name="T12" fmla="*/ 0 w 219"/>
                  <a:gd name="T13" fmla="*/ 22 h 296"/>
                  <a:gd name="T14" fmla="*/ 1 w 219"/>
                  <a:gd name="T15" fmla="*/ 21 h 296"/>
                  <a:gd name="T16" fmla="*/ 21 w 219"/>
                  <a:gd name="T17" fmla="*/ 1 h 296"/>
                  <a:gd name="T18" fmla="*/ 22 w 219"/>
                  <a:gd name="T19" fmla="*/ 0 h 296"/>
                  <a:gd name="T20" fmla="*/ 65 w 219"/>
                  <a:gd name="T21" fmla="*/ 0 h 296"/>
                  <a:gd name="T22" fmla="*/ 65 w 219"/>
                  <a:gd name="T23" fmla="*/ 4 h 296"/>
                  <a:gd name="T24" fmla="*/ 23 w 219"/>
                  <a:gd name="T25" fmla="*/ 4 h 296"/>
                  <a:gd name="T26" fmla="*/ 4 w 219"/>
                  <a:gd name="T27" fmla="*/ 23 h 296"/>
                  <a:gd name="T28" fmla="*/ 4 w 219"/>
                  <a:gd name="T29" fmla="*/ 49 h 296"/>
                  <a:gd name="T30" fmla="*/ 93 w 219"/>
                  <a:gd name="T31" fmla="*/ 139 h 296"/>
                  <a:gd name="T32" fmla="*/ 93 w 219"/>
                  <a:gd name="T33" fmla="*/ 140 h 296"/>
                  <a:gd name="T34" fmla="*/ 93 w 219"/>
                  <a:gd name="T35" fmla="*/ 168 h 296"/>
                  <a:gd name="T36" fmla="*/ 219 w 219"/>
                  <a:gd name="T37" fmla="*/ 293 h 296"/>
                  <a:gd name="T38" fmla="*/ 216 w 219"/>
                  <a:gd name="T39" fmla="*/ 296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9" h="296">
                    <a:moveTo>
                      <a:pt x="216" y="296"/>
                    </a:moveTo>
                    <a:cubicBezTo>
                      <a:pt x="91" y="170"/>
                      <a:pt x="91" y="170"/>
                      <a:pt x="91" y="170"/>
                    </a:cubicBezTo>
                    <a:cubicBezTo>
                      <a:pt x="90" y="170"/>
                      <a:pt x="90" y="169"/>
                      <a:pt x="90" y="169"/>
                    </a:cubicBezTo>
                    <a:cubicBezTo>
                      <a:pt x="90" y="141"/>
                      <a:pt x="90" y="141"/>
                      <a:pt x="90" y="14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1"/>
                      <a:pt x="0" y="51"/>
                      <a:pt x="0" y="5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1" y="2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2" y="0"/>
                      <a:pt x="22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93" y="139"/>
                      <a:pt x="93" y="139"/>
                      <a:pt x="93" y="139"/>
                    </a:cubicBezTo>
                    <a:cubicBezTo>
                      <a:pt x="93" y="139"/>
                      <a:pt x="93" y="139"/>
                      <a:pt x="93" y="140"/>
                    </a:cubicBezTo>
                    <a:cubicBezTo>
                      <a:pt x="93" y="168"/>
                      <a:pt x="93" y="168"/>
                      <a:pt x="93" y="168"/>
                    </a:cubicBezTo>
                    <a:cubicBezTo>
                      <a:pt x="219" y="293"/>
                      <a:pt x="219" y="293"/>
                      <a:pt x="219" y="293"/>
                    </a:cubicBezTo>
                    <a:lnTo>
                      <a:pt x="216" y="296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8" name="Freeform 723"/>
              <p:cNvSpPr>
                <a:spLocks/>
              </p:cNvSpPr>
              <p:nvPr/>
            </p:nvSpPr>
            <p:spPr bwMode="auto">
              <a:xfrm flipV="1">
                <a:off x="-11196638" y="-3327400"/>
                <a:ext cx="601662" cy="600075"/>
              </a:xfrm>
              <a:custGeom>
                <a:avLst/>
                <a:gdLst>
                  <a:gd name="T0" fmla="*/ 374 w 379"/>
                  <a:gd name="T1" fmla="*/ 378 h 378"/>
                  <a:gd name="T2" fmla="*/ 0 w 379"/>
                  <a:gd name="T3" fmla="*/ 4 h 378"/>
                  <a:gd name="T4" fmla="*/ 5 w 379"/>
                  <a:gd name="T5" fmla="*/ 0 h 378"/>
                  <a:gd name="T6" fmla="*/ 379 w 379"/>
                  <a:gd name="T7" fmla="*/ 373 h 378"/>
                  <a:gd name="T8" fmla="*/ 374 w 379"/>
                  <a:gd name="T9" fmla="*/ 378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9" h="378">
                    <a:moveTo>
                      <a:pt x="374" y="378"/>
                    </a:moveTo>
                    <a:lnTo>
                      <a:pt x="0" y="4"/>
                    </a:lnTo>
                    <a:lnTo>
                      <a:pt x="5" y="0"/>
                    </a:lnTo>
                    <a:lnTo>
                      <a:pt x="379" y="373"/>
                    </a:lnTo>
                    <a:lnTo>
                      <a:pt x="374" y="37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9" name="Freeform 724"/>
              <p:cNvSpPr>
                <a:spLocks/>
              </p:cNvSpPr>
              <p:nvPr/>
            </p:nvSpPr>
            <p:spPr bwMode="auto">
              <a:xfrm flipV="1">
                <a:off x="-11537950" y="-3514726"/>
                <a:ext cx="758825" cy="1312863"/>
              </a:xfrm>
              <a:custGeom>
                <a:avLst/>
                <a:gdLst>
                  <a:gd name="T0" fmla="*/ 199 w 202"/>
                  <a:gd name="T1" fmla="*/ 350 h 350"/>
                  <a:gd name="T2" fmla="*/ 108 w 202"/>
                  <a:gd name="T3" fmla="*/ 258 h 350"/>
                  <a:gd name="T4" fmla="*/ 107 w 202"/>
                  <a:gd name="T5" fmla="*/ 257 h 350"/>
                  <a:gd name="T6" fmla="*/ 107 w 202"/>
                  <a:gd name="T7" fmla="*/ 202 h 350"/>
                  <a:gd name="T8" fmla="*/ 0 w 202"/>
                  <a:gd name="T9" fmla="*/ 95 h 350"/>
                  <a:gd name="T10" fmla="*/ 0 w 202"/>
                  <a:gd name="T11" fmla="*/ 94 h 350"/>
                  <a:gd name="T12" fmla="*/ 0 w 202"/>
                  <a:gd name="T13" fmla="*/ 75 h 350"/>
                  <a:gd name="T14" fmla="*/ 0 w 202"/>
                  <a:gd name="T15" fmla="*/ 74 h 350"/>
                  <a:gd name="T16" fmla="*/ 11 w 202"/>
                  <a:gd name="T17" fmla="*/ 64 h 350"/>
                  <a:gd name="T18" fmla="*/ 11 w 202"/>
                  <a:gd name="T19" fmla="*/ 9 h 350"/>
                  <a:gd name="T20" fmla="*/ 11 w 202"/>
                  <a:gd name="T21" fmla="*/ 8 h 350"/>
                  <a:gd name="T22" fmla="*/ 19 w 202"/>
                  <a:gd name="T23" fmla="*/ 0 h 350"/>
                  <a:gd name="T24" fmla="*/ 21 w 202"/>
                  <a:gd name="T25" fmla="*/ 3 h 350"/>
                  <a:gd name="T26" fmla="*/ 14 w 202"/>
                  <a:gd name="T27" fmla="*/ 10 h 350"/>
                  <a:gd name="T28" fmla="*/ 14 w 202"/>
                  <a:gd name="T29" fmla="*/ 64 h 350"/>
                  <a:gd name="T30" fmla="*/ 13 w 202"/>
                  <a:gd name="T31" fmla="*/ 65 h 350"/>
                  <a:gd name="T32" fmla="*/ 3 w 202"/>
                  <a:gd name="T33" fmla="*/ 76 h 350"/>
                  <a:gd name="T34" fmla="*/ 3 w 202"/>
                  <a:gd name="T35" fmla="*/ 93 h 350"/>
                  <a:gd name="T36" fmla="*/ 110 w 202"/>
                  <a:gd name="T37" fmla="*/ 200 h 350"/>
                  <a:gd name="T38" fmla="*/ 111 w 202"/>
                  <a:gd name="T39" fmla="*/ 201 h 350"/>
                  <a:gd name="T40" fmla="*/ 111 w 202"/>
                  <a:gd name="T41" fmla="*/ 256 h 350"/>
                  <a:gd name="T42" fmla="*/ 202 w 202"/>
                  <a:gd name="T43" fmla="*/ 347 h 350"/>
                  <a:gd name="T44" fmla="*/ 199 w 202"/>
                  <a:gd name="T45" fmla="*/ 35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2" h="350">
                    <a:moveTo>
                      <a:pt x="199" y="350"/>
                    </a:moveTo>
                    <a:cubicBezTo>
                      <a:pt x="108" y="258"/>
                      <a:pt x="108" y="258"/>
                      <a:pt x="108" y="258"/>
                    </a:cubicBezTo>
                    <a:cubicBezTo>
                      <a:pt x="107" y="258"/>
                      <a:pt x="107" y="257"/>
                      <a:pt x="107" y="257"/>
                    </a:cubicBezTo>
                    <a:cubicBezTo>
                      <a:pt x="107" y="202"/>
                      <a:pt x="107" y="202"/>
                      <a:pt x="107" y="202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0" y="94"/>
                      <a:pt x="0" y="94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1" y="64"/>
                      <a:pt x="11" y="64"/>
                      <a:pt x="11" y="64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64"/>
                      <a:pt x="14" y="64"/>
                      <a:pt x="14" y="64"/>
                    </a:cubicBezTo>
                    <a:cubicBezTo>
                      <a:pt x="14" y="65"/>
                      <a:pt x="14" y="65"/>
                      <a:pt x="13" y="65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3" y="93"/>
                      <a:pt x="3" y="93"/>
                      <a:pt x="3" y="93"/>
                    </a:cubicBezTo>
                    <a:cubicBezTo>
                      <a:pt x="110" y="200"/>
                      <a:pt x="110" y="200"/>
                      <a:pt x="110" y="200"/>
                    </a:cubicBezTo>
                    <a:cubicBezTo>
                      <a:pt x="111" y="200"/>
                      <a:pt x="111" y="201"/>
                      <a:pt x="111" y="201"/>
                    </a:cubicBezTo>
                    <a:cubicBezTo>
                      <a:pt x="111" y="256"/>
                      <a:pt x="111" y="256"/>
                      <a:pt x="111" y="256"/>
                    </a:cubicBezTo>
                    <a:cubicBezTo>
                      <a:pt x="202" y="347"/>
                      <a:pt x="202" y="347"/>
                      <a:pt x="202" y="347"/>
                    </a:cubicBezTo>
                    <a:lnTo>
                      <a:pt x="199" y="350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0" name="Freeform 725"/>
              <p:cNvSpPr>
                <a:spLocks/>
              </p:cNvSpPr>
              <p:nvPr/>
            </p:nvSpPr>
            <p:spPr bwMode="auto">
              <a:xfrm flipV="1">
                <a:off x="-11180763" y="-1465263"/>
                <a:ext cx="2446337" cy="2701925"/>
              </a:xfrm>
              <a:custGeom>
                <a:avLst/>
                <a:gdLst>
                  <a:gd name="T0" fmla="*/ 650 w 652"/>
                  <a:gd name="T1" fmla="*/ 720 h 720"/>
                  <a:gd name="T2" fmla="*/ 402 w 652"/>
                  <a:gd name="T3" fmla="*/ 472 h 720"/>
                  <a:gd name="T4" fmla="*/ 401 w 652"/>
                  <a:gd name="T5" fmla="*/ 471 h 720"/>
                  <a:gd name="T6" fmla="*/ 401 w 652"/>
                  <a:gd name="T7" fmla="*/ 445 h 720"/>
                  <a:gd name="T8" fmla="*/ 0 w 652"/>
                  <a:gd name="T9" fmla="*/ 44 h 720"/>
                  <a:gd name="T10" fmla="*/ 0 w 652"/>
                  <a:gd name="T11" fmla="*/ 42 h 720"/>
                  <a:gd name="T12" fmla="*/ 0 w 652"/>
                  <a:gd name="T13" fmla="*/ 0 h 720"/>
                  <a:gd name="T14" fmla="*/ 3 w 652"/>
                  <a:gd name="T15" fmla="*/ 0 h 720"/>
                  <a:gd name="T16" fmla="*/ 3 w 652"/>
                  <a:gd name="T17" fmla="*/ 42 h 720"/>
                  <a:gd name="T18" fmla="*/ 404 w 652"/>
                  <a:gd name="T19" fmla="*/ 443 h 720"/>
                  <a:gd name="T20" fmla="*/ 404 w 652"/>
                  <a:gd name="T21" fmla="*/ 444 h 720"/>
                  <a:gd name="T22" fmla="*/ 404 w 652"/>
                  <a:gd name="T23" fmla="*/ 470 h 720"/>
                  <a:gd name="T24" fmla="*/ 652 w 652"/>
                  <a:gd name="T25" fmla="*/ 718 h 720"/>
                  <a:gd name="T26" fmla="*/ 650 w 652"/>
                  <a:gd name="T27" fmla="*/ 720 h 7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52" h="720">
                    <a:moveTo>
                      <a:pt x="650" y="720"/>
                    </a:moveTo>
                    <a:cubicBezTo>
                      <a:pt x="402" y="472"/>
                      <a:pt x="402" y="472"/>
                      <a:pt x="402" y="472"/>
                    </a:cubicBezTo>
                    <a:cubicBezTo>
                      <a:pt x="401" y="471"/>
                      <a:pt x="401" y="471"/>
                      <a:pt x="401" y="471"/>
                    </a:cubicBezTo>
                    <a:cubicBezTo>
                      <a:pt x="401" y="445"/>
                      <a:pt x="401" y="445"/>
                      <a:pt x="401" y="445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3"/>
                      <a:pt x="0" y="43"/>
                      <a:pt x="0" y="4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404" y="443"/>
                      <a:pt x="404" y="443"/>
                      <a:pt x="404" y="443"/>
                    </a:cubicBezTo>
                    <a:cubicBezTo>
                      <a:pt x="404" y="443"/>
                      <a:pt x="404" y="443"/>
                      <a:pt x="404" y="444"/>
                    </a:cubicBezTo>
                    <a:cubicBezTo>
                      <a:pt x="404" y="470"/>
                      <a:pt x="404" y="470"/>
                      <a:pt x="404" y="470"/>
                    </a:cubicBezTo>
                    <a:cubicBezTo>
                      <a:pt x="652" y="718"/>
                      <a:pt x="652" y="718"/>
                      <a:pt x="652" y="718"/>
                    </a:cubicBezTo>
                    <a:lnTo>
                      <a:pt x="650" y="7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1" name="Freeform 726"/>
              <p:cNvSpPr>
                <a:spLocks/>
              </p:cNvSpPr>
              <p:nvPr/>
            </p:nvSpPr>
            <p:spPr bwMode="auto">
              <a:xfrm flipV="1">
                <a:off x="-11326813" y="-1555751"/>
                <a:ext cx="2514600" cy="2627313"/>
              </a:xfrm>
              <a:custGeom>
                <a:avLst/>
                <a:gdLst>
                  <a:gd name="T0" fmla="*/ 665 w 670"/>
                  <a:gd name="T1" fmla="*/ 700 h 700"/>
                  <a:gd name="T2" fmla="*/ 392 w 670"/>
                  <a:gd name="T3" fmla="*/ 427 h 700"/>
                  <a:gd name="T4" fmla="*/ 391 w 670"/>
                  <a:gd name="T5" fmla="*/ 424 h 700"/>
                  <a:gd name="T6" fmla="*/ 391 w 670"/>
                  <a:gd name="T7" fmla="*/ 376 h 700"/>
                  <a:gd name="T8" fmla="*/ 39 w 670"/>
                  <a:gd name="T9" fmla="*/ 24 h 700"/>
                  <a:gd name="T10" fmla="*/ 21 w 670"/>
                  <a:gd name="T11" fmla="*/ 24 h 700"/>
                  <a:gd name="T12" fmla="*/ 18 w 670"/>
                  <a:gd name="T13" fmla="*/ 23 h 700"/>
                  <a:gd name="T14" fmla="*/ 0 w 670"/>
                  <a:gd name="T15" fmla="*/ 4 h 700"/>
                  <a:gd name="T16" fmla="*/ 5 w 670"/>
                  <a:gd name="T17" fmla="*/ 0 h 700"/>
                  <a:gd name="T18" fmla="*/ 22 w 670"/>
                  <a:gd name="T19" fmla="*/ 17 h 700"/>
                  <a:gd name="T20" fmla="*/ 41 w 670"/>
                  <a:gd name="T21" fmla="*/ 17 h 700"/>
                  <a:gd name="T22" fmla="*/ 43 w 670"/>
                  <a:gd name="T23" fmla="*/ 18 h 700"/>
                  <a:gd name="T24" fmla="*/ 397 w 670"/>
                  <a:gd name="T25" fmla="*/ 372 h 700"/>
                  <a:gd name="T26" fmla="*/ 398 w 670"/>
                  <a:gd name="T27" fmla="*/ 374 h 700"/>
                  <a:gd name="T28" fmla="*/ 398 w 670"/>
                  <a:gd name="T29" fmla="*/ 423 h 700"/>
                  <a:gd name="T30" fmla="*/ 670 w 670"/>
                  <a:gd name="T31" fmla="*/ 695 h 700"/>
                  <a:gd name="T32" fmla="*/ 665 w 670"/>
                  <a:gd name="T33" fmla="*/ 700 h 7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0" h="700">
                    <a:moveTo>
                      <a:pt x="665" y="700"/>
                    </a:moveTo>
                    <a:cubicBezTo>
                      <a:pt x="392" y="427"/>
                      <a:pt x="392" y="427"/>
                      <a:pt x="392" y="427"/>
                    </a:cubicBezTo>
                    <a:cubicBezTo>
                      <a:pt x="392" y="426"/>
                      <a:pt x="391" y="425"/>
                      <a:pt x="391" y="424"/>
                    </a:cubicBezTo>
                    <a:cubicBezTo>
                      <a:pt x="391" y="376"/>
                      <a:pt x="391" y="376"/>
                      <a:pt x="391" y="376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4"/>
                      <a:pt x="19" y="23"/>
                      <a:pt x="18" y="2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2" y="17"/>
                      <a:pt x="43" y="17"/>
                      <a:pt x="43" y="18"/>
                    </a:cubicBezTo>
                    <a:cubicBezTo>
                      <a:pt x="397" y="372"/>
                      <a:pt x="397" y="372"/>
                      <a:pt x="397" y="372"/>
                    </a:cubicBezTo>
                    <a:cubicBezTo>
                      <a:pt x="398" y="372"/>
                      <a:pt x="398" y="373"/>
                      <a:pt x="398" y="374"/>
                    </a:cubicBezTo>
                    <a:cubicBezTo>
                      <a:pt x="398" y="423"/>
                      <a:pt x="398" y="423"/>
                      <a:pt x="398" y="423"/>
                    </a:cubicBezTo>
                    <a:cubicBezTo>
                      <a:pt x="670" y="695"/>
                      <a:pt x="670" y="695"/>
                      <a:pt x="670" y="695"/>
                    </a:cubicBezTo>
                    <a:lnTo>
                      <a:pt x="665" y="70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2" name="Freeform 727"/>
              <p:cNvSpPr>
                <a:spLocks/>
              </p:cNvSpPr>
              <p:nvPr/>
            </p:nvSpPr>
            <p:spPr bwMode="auto">
              <a:xfrm flipV="1">
                <a:off x="-11510963" y="-1630363"/>
                <a:ext cx="2619375" cy="2525713"/>
              </a:xfrm>
              <a:custGeom>
                <a:avLst/>
                <a:gdLst>
                  <a:gd name="T0" fmla="*/ 694 w 698"/>
                  <a:gd name="T1" fmla="*/ 673 h 673"/>
                  <a:gd name="T2" fmla="*/ 402 w 698"/>
                  <a:gd name="T3" fmla="*/ 381 h 673"/>
                  <a:gd name="T4" fmla="*/ 401 w 698"/>
                  <a:gd name="T5" fmla="*/ 379 h 673"/>
                  <a:gd name="T6" fmla="*/ 401 w 698"/>
                  <a:gd name="T7" fmla="*/ 320 h 673"/>
                  <a:gd name="T8" fmla="*/ 94 w 698"/>
                  <a:gd name="T9" fmla="*/ 13 h 673"/>
                  <a:gd name="T10" fmla="*/ 11 w 698"/>
                  <a:gd name="T11" fmla="*/ 13 h 673"/>
                  <a:gd name="T12" fmla="*/ 10 w 698"/>
                  <a:gd name="T13" fmla="*/ 12 h 673"/>
                  <a:gd name="T14" fmla="*/ 0 w 698"/>
                  <a:gd name="T15" fmla="*/ 3 h 673"/>
                  <a:gd name="T16" fmla="*/ 4 w 698"/>
                  <a:gd name="T17" fmla="*/ 0 h 673"/>
                  <a:gd name="T18" fmla="*/ 12 w 698"/>
                  <a:gd name="T19" fmla="*/ 8 h 673"/>
                  <a:gd name="T20" fmla="*/ 95 w 698"/>
                  <a:gd name="T21" fmla="*/ 8 h 673"/>
                  <a:gd name="T22" fmla="*/ 97 w 698"/>
                  <a:gd name="T23" fmla="*/ 9 h 673"/>
                  <a:gd name="T24" fmla="*/ 406 w 698"/>
                  <a:gd name="T25" fmla="*/ 317 h 673"/>
                  <a:gd name="T26" fmla="*/ 406 w 698"/>
                  <a:gd name="T27" fmla="*/ 319 h 673"/>
                  <a:gd name="T28" fmla="*/ 406 w 698"/>
                  <a:gd name="T29" fmla="*/ 378 h 673"/>
                  <a:gd name="T30" fmla="*/ 698 w 698"/>
                  <a:gd name="T31" fmla="*/ 669 h 673"/>
                  <a:gd name="T32" fmla="*/ 694 w 698"/>
                  <a:gd name="T33" fmla="*/ 673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8" h="673">
                    <a:moveTo>
                      <a:pt x="694" y="673"/>
                    </a:moveTo>
                    <a:cubicBezTo>
                      <a:pt x="402" y="381"/>
                      <a:pt x="402" y="381"/>
                      <a:pt x="402" y="381"/>
                    </a:cubicBezTo>
                    <a:cubicBezTo>
                      <a:pt x="401" y="380"/>
                      <a:pt x="401" y="380"/>
                      <a:pt x="401" y="379"/>
                    </a:cubicBezTo>
                    <a:cubicBezTo>
                      <a:pt x="401" y="320"/>
                      <a:pt x="401" y="320"/>
                      <a:pt x="401" y="320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0" y="13"/>
                      <a:pt x="10" y="1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6" y="8"/>
                      <a:pt x="96" y="8"/>
                      <a:pt x="97" y="9"/>
                    </a:cubicBezTo>
                    <a:cubicBezTo>
                      <a:pt x="406" y="317"/>
                      <a:pt x="406" y="317"/>
                      <a:pt x="406" y="317"/>
                    </a:cubicBezTo>
                    <a:cubicBezTo>
                      <a:pt x="406" y="318"/>
                      <a:pt x="406" y="319"/>
                      <a:pt x="406" y="319"/>
                    </a:cubicBezTo>
                    <a:cubicBezTo>
                      <a:pt x="406" y="378"/>
                      <a:pt x="406" y="378"/>
                      <a:pt x="406" y="378"/>
                    </a:cubicBezTo>
                    <a:cubicBezTo>
                      <a:pt x="698" y="669"/>
                      <a:pt x="698" y="669"/>
                      <a:pt x="698" y="669"/>
                    </a:cubicBezTo>
                    <a:lnTo>
                      <a:pt x="694" y="673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3" name="Freeform 728"/>
              <p:cNvSpPr>
                <a:spLocks/>
              </p:cNvSpPr>
              <p:nvPr/>
            </p:nvSpPr>
            <p:spPr bwMode="auto">
              <a:xfrm flipV="1">
                <a:off x="-11207750" y="-1781176"/>
                <a:ext cx="2162175" cy="2278063"/>
              </a:xfrm>
              <a:custGeom>
                <a:avLst/>
                <a:gdLst>
                  <a:gd name="T0" fmla="*/ 573 w 576"/>
                  <a:gd name="T1" fmla="*/ 607 h 607"/>
                  <a:gd name="T2" fmla="*/ 0 w 576"/>
                  <a:gd name="T3" fmla="*/ 34 h 607"/>
                  <a:gd name="T4" fmla="*/ 0 w 576"/>
                  <a:gd name="T5" fmla="*/ 33 h 607"/>
                  <a:gd name="T6" fmla="*/ 0 w 576"/>
                  <a:gd name="T7" fmla="*/ 0 h 607"/>
                  <a:gd name="T8" fmla="*/ 3 w 576"/>
                  <a:gd name="T9" fmla="*/ 0 h 607"/>
                  <a:gd name="T10" fmla="*/ 3 w 576"/>
                  <a:gd name="T11" fmla="*/ 32 h 607"/>
                  <a:gd name="T12" fmla="*/ 576 w 576"/>
                  <a:gd name="T13" fmla="*/ 604 h 607"/>
                  <a:gd name="T14" fmla="*/ 573 w 576"/>
                  <a:gd name="T15" fmla="*/ 607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6" h="607">
                    <a:moveTo>
                      <a:pt x="573" y="607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576" y="604"/>
                      <a:pt x="576" y="604"/>
                      <a:pt x="576" y="604"/>
                    </a:cubicBezTo>
                    <a:lnTo>
                      <a:pt x="573" y="6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4" name="Freeform 729"/>
              <p:cNvSpPr>
                <a:spLocks/>
              </p:cNvSpPr>
              <p:nvPr/>
            </p:nvSpPr>
            <p:spPr bwMode="auto">
              <a:xfrm flipV="1">
                <a:off x="-11210925" y="-2062163"/>
                <a:ext cx="1884362" cy="2192338"/>
              </a:xfrm>
              <a:custGeom>
                <a:avLst/>
                <a:gdLst>
                  <a:gd name="T0" fmla="*/ 499 w 502"/>
                  <a:gd name="T1" fmla="*/ 584 h 584"/>
                  <a:gd name="T2" fmla="*/ 125 w 502"/>
                  <a:gd name="T3" fmla="*/ 209 h 584"/>
                  <a:gd name="T4" fmla="*/ 125 w 502"/>
                  <a:gd name="T5" fmla="*/ 208 h 584"/>
                  <a:gd name="T6" fmla="*/ 125 w 502"/>
                  <a:gd name="T7" fmla="*/ 127 h 584"/>
                  <a:gd name="T8" fmla="*/ 0 w 502"/>
                  <a:gd name="T9" fmla="*/ 2 h 584"/>
                  <a:gd name="T10" fmla="*/ 2 w 502"/>
                  <a:gd name="T11" fmla="*/ 0 h 584"/>
                  <a:gd name="T12" fmla="*/ 128 w 502"/>
                  <a:gd name="T13" fmla="*/ 126 h 584"/>
                  <a:gd name="T14" fmla="*/ 128 w 502"/>
                  <a:gd name="T15" fmla="*/ 127 h 584"/>
                  <a:gd name="T16" fmla="*/ 128 w 502"/>
                  <a:gd name="T17" fmla="*/ 207 h 584"/>
                  <a:gd name="T18" fmla="*/ 502 w 502"/>
                  <a:gd name="T19" fmla="*/ 581 h 584"/>
                  <a:gd name="T20" fmla="*/ 499 w 502"/>
                  <a:gd name="T21" fmla="*/ 584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2" h="584">
                    <a:moveTo>
                      <a:pt x="499" y="584"/>
                    </a:moveTo>
                    <a:cubicBezTo>
                      <a:pt x="125" y="209"/>
                      <a:pt x="125" y="209"/>
                      <a:pt x="125" y="209"/>
                    </a:cubicBezTo>
                    <a:cubicBezTo>
                      <a:pt x="125" y="209"/>
                      <a:pt x="125" y="209"/>
                      <a:pt x="125" y="208"/>
                    </a:cubicBezTo>
                    <a:cubicBezTo>
                      <a:pt x="125" y="127"/>
                      <a:pt x="125" y="127"/>
                      <a:pt x="125" y="12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28" y="126"/>
                      <a:pt x="128" y="126"/>
                      <a:pt x="128" y="126"/>
                    </a:cubicBezTo>
                    <a:cubicBezTo>
                      <a:pt x="128" y="126"/>
                      <a:pt x="128" y="126"/>
                      <a:pt x="128" y="127"/>
                    </a:cubicBezTo>
                    <a:cubicBezTo>
                      <a:pt x="128" y="207"/>
                      <a:pt x="128" y="207"/>
                      <a:pt x="128" y="207"/>
                    </a:cubicBezTo>
                    <a:cubicBezTo>
                      <a:pt x="502" y="581"/>
                      <a:pt x="502" y="581"/>
                      <a:pt x="502" y="581"/>
                    </a:cubicBezTo>
                    <a:lnTo>
                      <a:pt x="499" y="5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5" name="Freeform 730"/>
              <p:cNvSpPr>
                <a:spLocks/>
              </p:cNvSpPr>
              <p:nvPr/>
            </p:nvSpPr>
            <p:spPr bwMode="auto">
              <a:xfrm flipV="1">
                <a:off x="-11383963" y="-2106613"/>
                <a:ext cx="2008187" cy="2419350"/>
              </a:xfrm>
              <a:custGeom>
                <a:avLst/>
                <a:gdLst>
                  <a:gd name="T0" fmla="*/ 533 w 535"/>
                  <a:gd name="T1" fmla="*/ 645 h 645"/>
                  <a:gd name="T2" fmla="*/ 144 w 535"/>
                  <a:gd name="T3" fmla="*/ 257 h 645"/>
                  <a:gd name="T4" fmla="*/ 144 w 535"/>
                  <a:gd name="T5" fmla="*/ 256 h 645"/>
                  <a:gd name="T6" fmla="*/ 144 w 535"/>
                  <a:gd name="T7" fmla="*/ 191 h 645"/>
                  <a:gd name="T8" fmla="*/ 9 w 535"/>
                  <a:gd name="T9" fmla="*/ 56 h 645"/>
                  <a:gd name="T10" fmla="*/ 8 w 535"/>
                  <a:gd name="T11" fmla="*/ 55 h 645"/>
                  <a:gd name="T12" fmla="*/ 8 w 535"/>
                  <a:gd name="T13" fmla="*/ 10 h 645"/>
                  <a:gd name="T14" fmla="*/ 0 w 535"/>
                  <a:gd name="T15" fmla="*/ 2 h 645"/>
                  <a:gd name="T16" fmla="*/ 3 w 535"/>
                  <a:gd name="T17" fmla="*/ 0 h 645"/>
                  <a:gd name="T18" fmla="*/ 11 w 535"/>
                  <a:gd name="T19" fmla="*/ 8 h 645"/>
                  <a:gd name="T20" fmla="*/ 12 w 535"/>
                  <a:gd name="T21" fmla="*/ 9 h 645"/>
                  <a:gd name="T22" fmla="*/ 12 w 535"/>
                  <a:gd name="T23" fmla="*/ 54 h 645"/>
                  <a:gd name="T24" fmla="*/ 146 w 535"/>
                  <a:gd name="T25" fmla="*/ 189 h 645"/>
                  <a:gd name="T26" fmla="*/ 147 w 535"/>
                  <a:gd name="T27" fmla="*/ 190 h 645"/>
                  <a:gd name="T28" fmla="*/ 147 w 535"/>
                  <a:gd name="T29" fmla="*/ 255 h 645"/>
                  <a:gd name="T30" fmla="*/ 535 w 535"/>
                  <a:gd name="T31" fmla="*/ 643 h 645"/>
                  <a:gd name="T32" fmla="*/ 533 w 535"/>
                  <a:gd name="T33" fmla="*/ 645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5" h="645">
                    <a:moveTo>
                      <a:pt x="533" y="645"/>
                    </a:moveTo>
                    <a:cubicBezTo>
                      <a:pt x="144" y="257"/>
                      <a:pt x="144" y="257"/>
                      <a:pt x="144" y="257"/>
                    </a:cubicBezTo>
                    <a:cubicBezTo>
                      <a:pt x="144" y="256"/>
                      <a:pt x="144" y="256"/>
                      <a:pt x="144" y="256"/>
                    </a:cubicBezTo>
                    <a:cubicBezTo>
                      <a:pt x="144" y="191"/>
                      <a:pt x="144" y="191"/>
                      <a:pt x="144" y="191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2" y="9"/>
                      <a:pt x="12" y="9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46" y="189"/>
                      <a:pt x="146" y="189"/>
                      <a:pt x="146" y="189"/>
                    </a:cubicBezTo>
                    <a:cubicBezTo>
                      <a:pt x="147" y="189"/>
                      <a:pt x="147" y="189"/>
                      <a:pt x="147" y="190"/>
                    </a:cubicBezTo>
                    <a:cubicBezTo>
                      <a:pt x="147" y="255"/>
                      <a:pt x="147" y="255"/>
                      <a:pt x="147" y="255"/>
                    </a:cubicBezTo>
                    <a:cubicBezTo>
                      <a:pt x="535" y="643"/>
                      <a:pt x="535" y="643"/>
                      <a:pt x="535" y="643"/>
                    </a:cubicBezTo>
                    <a:lnTo>
                      <a:pt x="533" y="6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6" name="Freeform 731"/>
              <p:cNvSpPr>
                <a:spLocks/>
              </p:cNvSpPr>
              <p:nvPr/>
            </p:nvSpPr>
            <p:spPr bwMode="auto">
              <a:xfrm flipV="1">
                <a:off x="-11676063" y="-2020888"/>
                <a:ext cx="2386012" cy="2476500"/>
              </a:xfrm>
              <a:custGeom>
                <a:avLst/>
                <a:gdLst>
                  <a:gd name="T0" fmla="*/ 634 w 636"/>
                  <a:gd name="T1" fmla="*/ 660 h 660"/>
                  <a:gd name="T2" fmla="*/ 268 w 636"/>
                  <a:gd name="T3" fmla="*/ 295 h 660"/>
                  <a:gd name="T4" fmla="*/ 268 w 636"/>
                  <a:gd name="T5" fmla="*/ 293 h 660"/>
                  <a:gd name="T6" fmla="*/ 268 w 636"/>
                  <a:gd name="T7" fmla="*/ 193 h 660"/>
                  <a:gd name="T8" fmla="*/ 105 w 636"/>
                  <a:gd name="T9" fmla="*/ 31 h 660"/>
                  <a:gd name="T10" fmla="*/ 105 w 636"/>
                  <a:gd name="T11" fmla="*/ 29 h 660"/>
                  <a:gd name="T12" fmla="*/ 105 w 636"/>
                  <a:gd name="T13" fmla="*/ 16 h 660"/>
                  <a:gd name="T14" fmla="*/ 92 w 636"/>
                  <a:gd name="T15" fmla="*/ 4 h 660"/>
                  <a:gd name="T16" fmla="*/ 66 w 636"/>
                  <a:gd name="T17" fmla="*/ 4 h 660"/>
                  <a:gd name="T18" fmla="*/ 46 w 636"/>
                  <a:gd name="T19" fmla="*/ 24 h 660"/>
                  <a:gd name="T20" fmla="*/ 44 w 636"/>
                  <a:gd name="T21" fmla="*/ 24 h 660"/>
                  <a:gd name="T22" fmla="*/ 0 w 636"/>
                  <a:gd name="T23" fmla="*/ 24 h 660"/>
                  <a:gd name="T24" fmla="*/ 0 w 636"/>
                  <a:gd name="T25" fmla="*/ 21 h 660"/>
                  <a:gd name="T26" fmla="*/ 44 w 636"/>
                  <a:gd name="T27" fmla="*/ 21 h 660"/>
                  <a:gd name="T28" fmla="*/ 64 w 636"/>
                  <a:gd name="T29" fmla="*/ 1 h 660"/>
                  <a:gd name="T30" fmla="*/ 65 w 636"/>
                  <a:gd name="T31" fmla="*/ 0 h 660"/>
                  <a:gd name="T32" fmla="*/ 93 w 636"/>
                  <a:gd name="T33" fmla="*/ 0 h 660"/>
                  <a:gd name="T34" fmla="*/ 94 w 636"/>
                  <a:gd name="T35" fmla="*/ 1 h 660"/>
                  <a:gd name="T36" fmla="*/ 107 w 636"/>
                  <a:gd name="T37" fmla="*/ 14 h 660"/>
                  <a:gd name="T38" fmla="*/ 108 w 636"/>
                  <a:gd name="T39" fmla="*/ 15 h 660"/>
                  <a:gd name="T40" fmla="*/ 108 w 636"/>
                  <a:gd name="T41" fmla="*/ 29 h 660"/>
                  <a:gd name="T42" fmla="*/ 271 w 636"/>
                  <a:gd name="T43" fmla="*/ 192 h 660"/>
                  <a:gd name="T44" fmla="*/ 271 w 636"/>
                  <a:gd name="T45" fmla="*/ 193 h 660"/>
                  <a:gd name="T46" fmla="*/ 271 w 636"/>
                  <a:gd name="T47" fmla="*/ 293 h 660"/>
                  <a:gd name="T48" fmla="*/ 636 w 636"/>
                  <a:gd name="T49" fmla="*/ 658 h 660"/>
                  <a:gd name="T50" fmla="*/ 634 w 636"/>
                  <a:gd name="T51" fmla="*/ 660 h 6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6" h="660">
                    <a:moveTo>
                      <a:pt x="634" y="660"/>
                    </a:moveTo>
                    <a:cubicBezTo>
                      <a:pt x="268" y="295"/>
                      <a:pt x="268" y="295"/>
                      <a:pt x="268" y="295"/>
                    </a:cubicBezTo>
                    <a:cubicBezTo>
                      <a:pt x="268" y="294"/>
                      <a:pt x="268" y="294"/>
                      <a:pt x="268" y="293"/>
                    </a:cubicBezTo>
                    <a:cubicBezTo>
                      <a:pt x="268" y="193"/>
                      <a:pt x="268" y="193"/>
                      <a:pt x="268" y="193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0"/>
                      <a:pt x="105" y="30"/>
                      <a:pt x="105" y="29"/>
                    </a:cubicBezTo>
                    <a:cubicBezTo>
                      <a:pt x="105" y="16"/>
                      <a:pt x="105" y="16"/>
                      <a:pt x="105" y="16"/>
                    </a:cubicBezTo>
                    <a:cubicBezTo>
                      <a:pt x="92" y="4"/>
                      <a:pt x="92" y="4"/>
                      <a:pt x="92" y="4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5" y="24"/>
                      <a:pt x="45" y="24"/>
                      <a:pt x="44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4" y="0"/>
                      <a:pt x="65" y="0"/>
                      <a:pt x="65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3" y="0"/>
                      <a:pt x="94" y="0"/>
                      <a:pt x="94" y="1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8" y="15"/>
                      <a:pt x="108" y="15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271" y="192"/>
                      <a:pt x="271" y="192"/>
                      <a:pt x="271" y="192"/>
                    </a:cubicBezTo>
                    <a:cubicBezTo>
                      <a:pt x="271" y="192"/>
                      <a:pt x="271" y="192"/>
                      <a:pt x="271" y="193"/>
                    </a:cubicBezTo>
                    <a:cubicBezTo>
                      <a:pt x="271" y="293"/>
                      <a:pt x="271" y="293"/>
                      <a:pt x="271" y="293"/>
                    </a:cubicBezTo>
                    <a:cubicBezTo>
                      <a:pt x="636" y="658"/>
                      <a:pt x="636" y="658"/>
                      <a:pt x="636" y="658"/>
                    </a:cubicBezTo>
                    <a:lnTo>
                      <a:pt x="634" y="6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7" name="Freeform 732"/>
              <p:cNvSpPr>
                <a:spLocks/>
              </p:cNvSpPr>
              <p:nvPr/>
            </p:nvSpPr>
            <p:spPr bwMode="auto">
              <a:xfrm flipV="1">
                <a:off x="-11976100" y="-2166938"/>
                <a:ext cx="2540000" cy="2674938"/>
              </a:xfrm>
              <a:custGeom>
                <a:avLst/>
                <a:gdLst>
                  <a:gd name="T0" fmla="*/ 675 w 677"/>
                  <a:gd name="T1" fmla="*/ 713 h 713"/>
                  <a:gd name="T2" fmla="*/ 118 w 677"/>
                  <a:gd name="T3" fmla="*/ 157 h 713"/>
                  <a:gd name="T4" fmla="*/ 117 w 677"/>
                  <a:gd name="T5" fmla="*/ 156 h 713"/>
                  <a:gd name="T6" fmla="*/ 117 w 677"/>
                  <a:gd name="T7" fmla="*/ 126 h 713"/>
                  <a:gd name="T8" fmla="*/ 118 w 677"/>
                  <a:gd name="T9" fmla="*/ 125 h 713"/>
                  <a:gd name="T10" fmla="*/ 137 w 677"/>
                  <a:gd name="T11" fmla="*/ 106 h 713"/>
                  <a:gd name="T12" fmla="*/ 137 w 677"/>
                  <a:gd name="T13" fmla="*/ 79 h 713"/>
                  <a:gd name="T14" fmla="*/ 124 w 677"/>
                  <a:gd name="T15" fmla="*/ 66 h 713"/>
                  <a:gd name="T16" fmla="*/ 99 w 677"/>
                  <a:gd name="T17" fmla="*/ 66 h 713"/>
                  <a:gd name="T18" fmla="*/ 79 w 677"/>
                  <a:gd name="T19" fmla="*/ 86 h 713"/>
                  <a:gd name="T20" fmla="*/ 78 w 677"/>
                  <a:gd name="T21" fmla="*/ 87 h 713"/>
                  <a:gd name="T22" fmla="*/ 48 w 677"/>
                  <a:gd name="T23" fmla="*/ 87 h 713"/>
                  <a:gd name="T24" fmla="*/ 47 w 677"/>
                  <a:gd name="T25" fmla="*/ 86 h 713"/>
                  <a:gd name="T26" fmla="*/ 0 w 677"/>
                  <a:gd name="T27" fmla="*/ 40 h 713"/>
                  <a:gd name="T28" fmla="*/ 0 w 677"/>
                  <a:gd name="T29" fmla="*/ 39 h 713"/>
                  <a:gd name="T30" fmla="*/ 0 w 677"/>
                  <a:gd name="T31" fmla="*/ 6 h 713"/>
                  <a:gd name="T32" fmla="*/ 0 w 677"/>
                  <a:gd name="T33" fmla="*/ 5 h 713"/>
                  <a:gd name="T34" fmla="*/ 5 w 677"/>
                  <a:gd name="T35" fmla="*/ 0 h 713"/>
                  <a:gd name="T36" fmla="*/ 8 w 677"/>
                  <a:gd name="T37" fmla="*/ 2 h 713"/>
                  <a:gd name="T38" fmla="*/ 3 w 677"/>
                  <a:gd name="T39" fmla="*/ 7 h 713"/>
                  <a:gd name="T40" fmla="*/ 3 w 677"/>
                  <a:gd name="T41" fmla="*/ 38 h 713"/>
                  <a:gd name="T42" fmla="*/ 49 w 677"/>
                  <a:gd name="T43" fmla="*/ 83 h 713"/>
                  <a:gd name="T44" fmla="*/ 77 w 677"/>
                  <a:gd name="T45" fmla="*/ 83 h 713"/>
                  <a:gd name="T46" fmla="*/ 97 w 677"/>
                  <a:gd name="T47" fmla="*/ 63 h 713"/>
                  <a:gd name="T48" fmla="*/ 99 w 677"/>
                  <a:gd name="T49" fmla="*/ 63 h 713"/>
                  <a:gd name="T50" fmla="*/ 125 w 677"/>
                  <a:gd name="T51" fmla="*/ 63 h 713"/>
                  <a:gd name="T52" fmla="*/ 126 w 677"/>
                  <a:gd name="T53" fmla="*/ 63 h 713"/>
                  <a:gd name="T54" fmla="*/ 140 w 677"/>
                  <a:gd name="T55" fmla="*/ 77 h 713"/>
                  <a:gd name="T56" fmla="*/ 140 w 677"/>
                  <a:gd name="T57" fmla="*/ 78 h 713"/>
                  <a:gd name="T58" fmla="*/ 140 w 677"/>
                  <a:gd name="T59" fmla="*/ 107 h 713"/>
                  <a:gd name="T60" fmla="*/ 140 w 677"/>
                  <a:gd name="T61" fmla="*/ 108 h 713"/>
                  <a:gd name="T62" fmla="*/ 121 w 677"/>
                  <a:gd name="T63" fmla="*/ 127 h 713"/>
                  <a:gd name="T64" fmla="*/ 121 w 677"/>
                  <a:gd name="T65" fmla="*/ 155 h 713"/>
                  <a:gd name="T66" fmla="*/ 677 w 677"/>
                  <a:gd name="T67" fmla="*/ 711 h 713"/>
                  <a:gd name="T68" fmla="*/ 675 w 677"/>
                  <a:gd name="T69" fmla="*/ 713 h 7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77" h="713">
                    <a:moveTo>
                      <a:pt x="675" y="713"/>
                    </a:moveTo>
                    <a:cubicBezTo>
                      <a:pt x="118" y="157"/>
                      <a:pt x="118" y="157"/>
                      <a:pt x="118" y="157"/>
                    </a:cubicBezTo>
                    <a:cubicBezTo>
                      <a:pt x="117" y="156"/>
                      <a:pt x="117" y="156"/>
                      <a:pt x="117" y="156"/>
                    </a:cubicBezTo>
                    <a:cubicBezTo>
                      <a:pt x="117" y="126"/>
                      <a:pt x="117" y="126"/>
                      <a:pt x="117" y="126"/>
                    </a:cubicBezTo>
                    <a:cubicBezTo>
                      <a:pt x="117" y="126"/>
                      <a:pt x="117" y="126"/>
                      <a:pt x="118" y="125"/>
                    </a:cubicBezTo>
                    <a:cubicBezTo>
                      <a:pt x="137" y="106"/>
                      <a:pt x="137" y="106"/>
                      <a:pt x="137" y="106"/>
                    </a:cubicBezTo>
                    <a:cubicBezTo>
                      <a:pt x="137" y="79"/>
                      <a:pt x="137" y="79"/>
                      <a:pt x="137" y="79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99" y="66"/>
                      <a:pt x="99" y="66"/>
                      <a:pt x="99" y="66"/>
                    </a:cubicBezTo>
                    <a:cubicBezTo>
                      <a:pt x="79" y="86"/>
                      <a:pt x="79" y="86"/>
                      <a:pt x="79" y="86"/>
                    </a:cubicBezTo>
                    <a:cubicBezTo>
                      <a:pt x="79" y="87"/>
                      <a:pt x="78" y="87"/>
                      <a:pt x="78" y="87"/>
                    </a:cubicBezTo>
                    <a:cubicBezTo>
                      <a:pt x="48" y="87"/>
                      <a:pt x="48" y="87"/>
                      <a:pt x="48" y="87"/>
                    </a:cubicBezTo>
                    <a:cubicBezTo>
                      <a:pt x="48" y="87"/>
                      <a:pt x="47" y="87"/>
                      <a:pt x="47" y="86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9" y="83"/>
                      <a:pt x="49" y="83"/>
                      <a:pt x="49" y="83"/>
                    </a:cubicBezTo>
                    <a:cubicBezTo>
                      <a:pt x="77" y="83"/>
                      <a:pt x="77" y="83"/>
                      <a:pt x="77" y="83"/>
                    </a:cubicBezTo>
                    <a:cubicBezTo>
                      <a:pt x="97" y="63"/>
                      <a:pt x="97" y="63"/>
                      <a:pt x="97" y="63"/>
                    </a:cubicBezTo>
                    <a:cubicBezTo>
                      <a:pt x="98" y="63"/>
                      <a:pt x="98" y="63"/>
                      <a:pt x="99" y="63"/>
                    </a:cubicBezTo>
                    <a:cubicBezTo>
                      <a:pt x="125" y="63"/>
                      <a:pt x="125" y="63"/>
                      <a:pt x="125" y="63"/>
                    </a:cubicBezTo>
                    <a:cubicBezTo>
                      <a:pt x="126" y="63"/>
                      <a:pt x="126" y="63"/>
                      <a:pt x="126" y="63"/>
                    </a:cubicBezTo>
                    <a:cubicBezTo>
                      <a:pt x="140" y="77"/>
                      <a:pt x="140" y="77"/>
                      <a:pt x="140" y="77"/>
                    </a:cubicBezTo>
                    <a:cubicBezTo>
                      <a:pt x="140" y="77"/>
                      <a:pt x="140" y="77"/>
                      <a:pt x="140" y="78"/>
                    </a:cubicBezTo>
                    <a:cubicBezTo>
                      <a:pt x="140" y="107"/>
                      <a:pt x="140" y="107"/>
                      <a:pt x="140" y="107"/>
                    </a:cubicBezTo>
                    <a:cubicBezTo>
                      <a:pt x="140" y="107"/>
                      <a:pt x="140" y="108"/>
                      <a:pt x="140" y="108"/>
                    </a:cubicBezTo>
                    <a:cubicBezTo>
                      <a:pt x="121" y="127"/>
                      <a:pt x="121" y="127"/>
                      <a:pt x="121" y="127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677" y="711"/>
                      <a:pt x="677" y="711"/>
                      <a:pt x="677" y="711"/>
                    </a:cubicBezTo>
                    <a:lnTo>
                      <a:pt x="675" y="713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8" name="Freeform 733"/>
              <p:cNvSpPr>
                <a:spLocks/>
              </p:cNvSpPr>
              <p:nvPr/>
            </p:nvSpPr>
            <p:spPr bwMode="auto">
              <a:xfrm flipV="1">
                <a:off x="-11637963" y="-2216150"/>
                <a:ext cx="2157412" cy="2352675"/>
              </a:xfrm>
              <a:custGeom>
                <a:avLst/>
                <a:gdLst>
                  <a:gd name="T0" fmla="*/ 572 w 575"/>
                  <a:gd name="T1" fmla="*/ 627 h 627"/>
                  <a:gd name="T2" fmla="*/ 0 w 575"/>
                  <a:gd name="T3" fmla="*/ 55 h 627"/>
                  <a:gd name="T4" fmla="*/ 0 w 575"/>
                  <a:gd name="T5" fmla="*/ 54 h 627"/>
                  <a:gd name="T6" fmla="*/ 0 w 575"/>
                  <a:gd name="T7" fmla="*/ 9 h 627"/>
                  <a:gd name="T8" fmla="*/ 0 w 575"/>
                  <a:gd name="T9" fmla="*/ 8 h 627"/>
                  <a:gd name="T10" fmla="*/ 8 w 575"/>
                  <a:gd name="T11" fmla="*/ 0 h 627"/>
                  <a:gd name="T12" fmla="*/ 10 w 575"/>
                  <a:gd name="T13" fmla="*/ 3 h 627"/>
                  <a:gd name="T14" fmla="*/ 3 w 575"/>
                  <a:gd name="T15" fmla="*/ 10 h 627"/>
                  <a:gd name="T16" fmla="*/ 3 w 575"/>
                  <a:gd name="T17" fmla="*/ 53 h 627"/>
                  <a:gd name="T18" fmla="*/ 575 w 575"/>
                  <a:gd name="T19" fmla="*/ 624 h 627"/>
                  <a:gd name="T20" fmla="*/ 572 w 575"/>
                  <a:gd name="T21" fmla="*/ 627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75" h="627">
                    <a:moveTo>
                      <a:pt x="572" y="627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4"/>
                      <a:pt x="0" y="54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575" y="624"/>
                      <a:pt x="575" y="624"/>
                      <a:pt x="575" y="624"/>
                    </a:cubicBezTo>
                    <a:lnTo>
                      <a:pt x="572" y="627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9" name="Freeform 734"/>
              <p:cNvSpPr>
                <a:spLocks/>
              </p:cNvSpPr>
              <p:nvPr/>
            </p:nvSpPr>
            <p:spPr bwMode="auto">
              <a:xfrm flipV="1">
                <a:off x="-12080875" y="-2301875"/>
                <a:ext cx="2513012" cy="2622550"/>
              </a:xfrm>
              <a:custGeom>
                <a:avLst/>
                <a:gdLst>
                  <a:gd name="T0" fmla="*/ 667 w 670"/>
                  <a:gd name="T1" fmla="*/ 699 h 699"/>
                  <a:gd name="T2" fmla="*/ 226 w 670"/>
                  <a:gd name="T3" fmla="*/ 257 h 699"/>
                  <a:gd name="T4" fmla="*/ 225 w 670"/>
                  <a:gd name="T5" fmla="*/ 256 h 699"/>
                  <a:gd name="T6" fmla="*/ 225 w 670"/>
                  <a:gd name="T7" fmla="*/ 240 h 699"/>
                  <a:gd name="T8" fmla="*/ 70 w 670"/>
                  <a:gd name="T9" fmla="*/ 85 h 699"/>
                  <a:gd name="T10" fmla="*/ 40 w 670"/>
                  <a:gd name="T11" fmla="*/ 85 h 699"/>
                  <a:gd name="T12" fmla="*/ 39 w 670"/>
                  <a:gd name="T13" fmla="*/ 84 h 699"/>
                  <a:gd name="T14" fmla="*/ 6 w 670"/>
                  <a:gd name="T15" fmla="*/ 51 h 699"/>
                  <a:gd name="T16" fmla="*/ 6 w 670"/>
                  <a:gd name="T17" fmla="*/ 50 h 699"/>
                  <a:gd name="T18" fmla="*/ 6 w 670"/>
                  <a:gd name="T19" fmla="*/ 8 h 699"/>
                  <a:gd name="T20" fmla="*/ 0 w 670"/>
                  <a:gd name="T21" fmla="*/ 2 h 699"/>
                  <a:gd name="T22" fmla="*/ 3 w 670"/>
                  <a:gd name="T23" fmla="*/ 0 h 699"/>
                  <a:gd name="T24" fmla="*/ 9 w 670"/>
                  <a:gd name="T25" fmla="*/ 6 h 699"/>
                  <a:gd name="T26" fmla="*/ 9 w 670"/>
                  <a:gd name="T27" fmla="*/ 7 h 699"/>
                  <a:gd name="T28" fmla="*/ 9 w 670"/>
                  <a:gd name="T29" fmla="*/ 49 h 699"/>
                  <a:gd name="T30" fmla="*/ 41 w 670"/>
                  <a:gd name="T31" fmla="*/ 81 h 699"/>
                  <a:gd name="T32" fmla="*/ 71 w 670"/>
                  <a:gd name="T33" fmla="*/ 81 h 699"/>
                  <a:gd name="T34" fmla="*/ 72 w 670"/>
                  <a:gd name="T35" fmla="*/ 82 h 699"/>
                  <a:gd name="T36" fmla="*/ 228 w 670"/>
                  <a:gd name="T37" fmla="*/ 238 h 699"/>
                  <a:gd name="T38" fmla="*/ 229 w 670"/>
                  <a:gd name="T39" fmla="*/ 239 h 699"/>
                  <a:gd name="T40" fmla="*/ 229 w 670"/>
                  <a:gd name="T41" fmla="*/ 256 h 699"/>
                  <a:gd name="T42" fmla="*/ 670 w 670"/>
                  <a:gd name="T43" fmla="*/ 696 h 699"/>
                  <a:gd name="T44" fmla="*/ 667 w 670"/>
                  <a:gd name="T45" fmla="*/ 699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70" h="699">
                    <a:moveTo>
                      <a:pt x="667" y="699"/>
                    </a:moveTo>
                    <a:cubicBezTo>
                      <a:pt x="226" y="257"/>
                      <a:pt x="226" y="257"/>
                      <a:pt x="226" y="257"/>
                    </a:cubicBezTo>
                    <a:cubicBezTo>
                      <a:pt x="225" y="257"/>
                      <a:pt x="225" y="257"/>
                      <a:pt x="225" y="256"/>
                    </a:cubicBezTo>
                    <a:cubicBezTo>
                      <a:pt x="225" y="240"/>
                      <a:pt x="225" y="240"/>
                      <a:pt x="225" y="240"/>
                    </a:cubicBezTo>
                    <a:cubicBezTo>
                      <a:pt x="70" y="85"/>
                      <a:pt x="70" y="85"/>
                      <a:pt x="70" y="85"/>
                    </a:cubicBezTo>
                    <a:cubicBezTo>
                      <a:pt x="40" y="85"/>
                      <a:pt x="40" y="85"/>
                      <a:pt x="40" y="85"/>
                    </a:cubicBezTo>
                    <a:cubicBezTo>
                      <a:pt x="40" y="85"/>
                      <a:pt x="39" y="84"/>
                      <a:pt x="39" y="84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1"/>
                      <a:pt x="6" y="50"/>
                      <a:pt x="6" y="5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1" y="81"/>
                      <a:pt x="72" y="81"/>
                      <a:pt x="72" y="82"/>
                    </a:cubicBezTo>
                    <a:cubicBezTo>
                      <a:pt x="228" y="238"/>
                      <a:pt x="228" y="238"/>
                      <a:pt x="228" y="238"/>
                    </a:cubicBezTo>
                    <a:cubicBezTo>
                      <a:pt x="228" y="238"/>
                      <a:pt x="229" y="238"/>
                      <a:pt x="229" y="239"/>
                    </a:cubicBezTo>
                    <a:cubicBezTo>
                      <a:pt x="229" y="256"/>
                      <a:pt x="229" y="256"/>
                      <a:pt x="229" y="256"/>
                    </a:cubicBezTo>
                    <a:cubicBezTo>
                      <a:pt x="670" y="696"/>
                      <a:pt x="670" y="696"/>
                      <a:pt x="670" y="696"/>
                    </a:cubicBezTo>
                    <a:lnTo>
                      <a:pt x="667" y="69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0" name="Freeform 735"/>
              <p:cNvSpPr>
                <a:spLocks/>
              </p:cNvSpPr>
              <p:nvPr/>
            </p:nvSpPr>
            <p:spPr bwMode="auto">
              <a:xfrm flipV="1">
                <a:off x="-12239625" y="-2362200"/>
                <a:ext cx="2608262" cy="3076575"/>
              </a:xfrm>
              <a:custGeom>
                <a:avLst/>
                <a:gdLst>
                  <a:gd name="T0" fmla="*/ 693 w 695"/>
                  <a:gd name="T1" fmla="*/ 820 h 820"/>
                  <a:gd name="T2" fmla="*/ 236 w 695"/>
                  <a:gd name="T3" fmla="*/ 364 h 820"/>
                  <a:gd name="T4" fmla="*/ 236 w 695"/>
                  <a:gd name="T5" fmla="*/ 362 h 820"/>
                  <a:gd name="T6" fmla="*/ 236 w 695"/>
                  <a:gd name="T7" fmla="*/ 338 h 820"/>
                  <a:gd name="T8" fmla="*/ 110 w 695"/>
                  <a:gd name="T9" fmla="*/ 213 h 820"/>
                  <a:gd name="T10" fmla="*/ 68 w 695"/>
                  <a:gd name="T11" fmla="*/ 213 h 820"/>
                  <a:gd name="T12" fmla="*/ 67 w 695"/>
                  <a:gd name="T13" fmla="*/ 212 h 820"/>
                  <a:gd name="T14" fmla="*/ 21 w 695"/>
                  <a:gd name="T15" fmla="*/ 166 h 820"/>
                  <a:gd name="T16" fmla="*/ 20 w 695"/>
                  <a:gd name="T17" fmla="*/ 165 h 820"/>
                  <a:gd name="T18" fmla="*/ 20 w 695"/>
                  <a:gd name="T19" fmla="*/ 138 h 820"/>
                  <a:gd name="T20" fmla="*/ 1 w 695"/>
                  <a:gd name="T21" fmla="*/ 118 h 820"/>
                  <a:gd name="T22" fmla="*/ 0 w 695"/>
                  <a:gd name="T23" fmla="*/ 117 h 820"/>
                  <a:gd name="T24" fmla="*/ 0 w 695"/>
                  <a:gd name="T25" fmla="*/ 78 h 820"/>
                  <a:gd name="T26" fmla="*/ 1 w 695"/>
                  <a:gd name="T27" fmla="*/ 77 h 820"/>
                  <a:gd name="T28" fmla="*/ 77 w 695"/>
                  <a:gd name="T29" fmla="*/ 1 h 820"/>
                  <a:gd name="T30" fmla="*/ 78 w 695"/>
                  <a:gd name="T31" fmla="*/ 0 h 820"/>
                  <a:gd name="T32" fmla="*/ 125 w 695"/>
                  <a:gd name="T33" fmla="*/ 0 h 820"/>
                  <a:gd name="T34" fmla="*/ 125 w 695"/>
                  <a:gd name="T35" fmla="*/ 4 h 820"/>
                  <a:gd name="T36" fmla="*/ 79 w 695"/>
                  <a:gd name="T37" fmla="*/ 4 h 820"/>
                  <a:gd name="T38" fmla="*/ 3 w 695"/>
                  <a:gd name="T39" fmla="*/ 79 h 820"/>
                  <a:gd name="T40" fmla="*/ 3 w 695"/>
                  <a:gd name="T41" fmla="*/ 117 h 820"/>
                  <a:gd name="T42" fmla="*/ 23 w 695"/>
                  <a:gd name="T43" fmla="*/ 136 h 820"/>
                  <a:gd name="T44" fmla="*/ 24 w 695"/>
                  <a:gd name="T45" fmla="*/ 138 h 820"/>
                  <a:gd name="T46" fmla="*/ 24 w 695"/>
                  <a:gd name="T47" fmla="*/ 164 h 820"/>
                  <a:gd name="T48" fmla="*/ 69 w 695"/>
                  <a:gd name="T49" fmla="*/ 209 h 820"/>
                  <a:gd name="T50" fmla="*/ 111 w 695"/>
                  <a:gd name="T51" fmla="*/ 209 h 820"/>
                  <a:gd name="T52" fmla="*/ 112 w 695"/>
                  <a:gd name="T53" fmla="*/ 210 h 820"/>
                  <a:gd name="T54" fmla="*/ 239 w 695"/>
                  <a:gd name="T55" fmla="*/ 336 h 820"/>
                  <a:gd name="T56" fmla="*/ 239 w 695"/>
                  <a:gd name="T57" fmla="*/ 338 h 820"/>
                  <a:gd name="T58" fmla="*/ 239 w 695"/>
                  <a:gd name="T59" fmla="*/ 362 h 820"/>
                  <a:gd name="T60" fmla="*/ 695 w 695"/>
                  <a:gd name="T61" fmla="*/ 818 h 820"/>
                  <a:gd name="T62" fmla="*/ 693 w 695"/>
                  <a:gd name="T63" fmla="*/ 820 h 8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95" h="820">
                    <a:moveTo>
                      <a:pt x="693" y="820"/>
                    </a:moveTo>
                    <a:cubicBezTo>
                      <a:pt x="236" y="364"/>
                      <a:pt x="236" y="364"/>
                      <a:pt x="236" y="364"/>
                    </a:cubicBezTo>
                    <a:cubicBezTo>
                      <a:pt x="236" y="363"/>
                      <a:pt x="236" y="363"/>
                      <a:pt x="236" y="362"/>
                    </a:cubicBezTo>
                    <a:cubicBezTo>
                      <a:pt x="236" y="338"/>
                      <a:pt x="236" y="338"/>
                      <a:pt x="236" y="338"/>
                    </a:cubicBezTo>
                    <a:cubicBezTo>
                      <a:pt x="110" y="213"/>
                      <a:pt x="110" y="213"/>
                      <a:pt x="110" y="213"/>
                    </a:cubicBezTo>
                    <a:cubicBezTo>
                      <a:pt x="68" y="213"/>
                      <a:pt x="68" y="213"/>
                      <a:pt x="68" y="213"/>
                    </a:cubicBezTo>
                    <a:cubicBezTo>
                      <a:pt x="68" y="213"/>
                      <a:pt x="67" y="213"/>
                      <a:pt x="67" y="212"/>
                    </a:cubicBezTo>
                    <a:cubicBezTo>
                      <a:pt x="21" y="166"/>
                      <a:pt x="21" y="166"/>
                      <a:pt x="21" y="166"/>
                    </a:cubicBezTo>
                    <a:cubicBezTo>
                      <a:pt x="20" y="166"/>
                      <a:pt x="20" y="165"/>
                      <a:pt x="20" y="165"/>
                    </a:cubicBezTo>
                    <a:cubicBezTo>
                      <a:pt x="20" y="138"/>
                      <a:pt x="20" y="138"/>
                      <a:pt x="20" y="138"/>
                    </a:cubicBezTo>
                    <a:cubicBezTo>
                      <a:pt x="1" y="118"/>
                      <a:pt x="1" y="118"/>
                      <a:pt x="1" y="118"/>
                    </a:cubicBezTo>
                    <a:cubicBezTo>
                      <a:pt x="0" y="118"/>
                      <a:pt x="0" y="118"/>
                      <a:pt x="0" y="117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8"/>
                      <a:pt x="0" y="77"/>
                      <a:pt x="1" y="77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7" y="0"/>
                      <a:pt x="78" y="0"/>
                      <a:pt x="78" y="0"/>
                    </a:cubicBezTo>
                    <a:cubicBezTo>
                      <a:pt x="125" y="0"/>
                      <a:pt x="125" y="0"/>
                      <a:pt x="125" y="0"/>
                    </a:cubicBezTo>
                    <a:cubicBezTo>
                      <a:pt x="125" y="4"/>
                      <a:pt x="125" y="4"/>
                      <a:pt x="125" y="4"/>
                    </a:cubicBezTo>
                    <a:cubicBezTo>
                      <a:pt x="79" y="4"/>
                      <a:pt x="79" y="4"/>
                      <a:pt x="79" y="4"/>
                    </a:cubicBezTo>
                    <a:cubicBezTo>
                      <a:pt x="3" y="79"/>
                      <a:pt x="3" y="79"/>
                      <a:pt x="3" y="79"/>
                    </a:cubicBezTo>
                    <a:cubicBezTo>
                      <a:pt x="3" y="117"/>
                      <a:pt x="3" y="117"/>
                      <a:pt x="3" y="117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4" y="137"/>
                      <a:pt x="24" y="137"/>
                      <a:pt x="24" y="138"/>
                    </a:cubicBezTo>
                    <a:cubicBezTo>
                      <a:pt x="24" y="164"/>
                      <a:pt x="24" y="164"/>
                      <a:pt x="24" y="164"/>
                    </a:cubicBezTo>
                    <a:cubicBezTo>
                      <a:pt x="69" y="209"/>
                      <a:pt x="69" y="209"/>
                      <a:pt x="69" y="209"/>
                    </a:cubicBezTo>
                    <a:cubicBezTo>
                      <a:pt x="111" y="209"/>
                      <a:pt x="111" y="209"/>
                      <a:pt x="111" y="209"/>
                    </a:cubicBezTo>
                    <a:cubicBezTo>
                      <a:pt x="111" y="209"/>
                      <a:pt x="112" y="210"/>
                      <a:pt x="112" y="210"/>
                    </a:cubicBezTo>
                    <a:cubicBezTo>
                      <a:pt x="239" y="336"/>
                      <a:pt x="239" y="336"/>
                      <a:pt x="239" y="336"/>
                    </a:cubicBezTo>
                    <a:cubicBezTo>
                      <a:pt x="239" y="337"/>
                      <a:pt x="239" y="337"/>
                      <a:pt x="239" y="338"/>
                    </a:cubicBezTo>
                    <a:cubicBezTo>
                      <a:pt x="239" y="362"/>
                      <a:pt x="239" y="362"/>
                      <a:pt x="239" y="362"/>
                    </a:cubicBezTo>
                    <a:cubicBezTo>
                      <a:pt x="695" y="818"/>
                      <a:pt x="695" y="818"/>
                      <a:pt x="695" y="818"/>
                    </a:cubicBezTo>
                    <a:lnTo>
                      <a:pt x="693" y="820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1" name="Freeform 736"/>
              <p:cNvSpPr>
                <a:spLocks/>
              </p:cNvSpPr>
              <p:nvPr/>
            </p:nvSpPr>
            <p:spPr bwMode="auto">
              <a:xfrm flipV="1">
                <a:off x="-12336463" y="-2527300"/>
                <a:ext cx="2540000" cy="2698750"/>
              </a:xfrm>
              <a:custGeom>
                <a:avLst/>
                <a:gdLst>
                  <a:gd name="T0" fmla="*/ 675 w 677"/>
                  <a:gd name="T1" fmla="*/ 719 h 719"/>
                  <a:gd name="T2" fmla="*/ 70 w 677"/>
                  <a:gd name="T3" fmla="*/ 114 h 719"/>
                  <a:gd name="T4" fmla="*/ 70 w 677"/>
                  <a:gd name="T5" fmla="*/ 113 h 719"/>
                  <a:gd name="T6" fmla="*/ 70 w 677"/>
                  <a:gd name="T7" fmla="*/ 72 h 719"/>
                  <a:gd name="T8" fmla="*/ 0 w 677"/>
                  <a:gd name="T9" fmla="*/ 2 h 719"/>
                  <a:gd name="T10" fmla="*/ 2 w 677"/>
                  <a:gd name="T11" fmla="*/ 0 h 719"/>
                  <a:gd name="T12" fmla="*/ 73 w 677"/>
                  <a:gd name="T13" fmla="*/ 70 h 719"/>
                  <a:gd name="T14" fmla="*/ 73 w 677"/>
                  <a:gd name="T15" fmla="*/ 71 h 719"/>
                  <a:gd name="T16" fmla="*/ 73 w 677"/>
                  <a:gd name="T17" fmla="*/ 112 h 719"/>
                  <a:gd name="T18" fmla="*/ 677 w 677"/>
                  <a:gd name="T19" fmla="*/ 717 h 719"/>
                  <a:gd name="T20" fmla="*/ 675 w 677"/>
                  <a:gd name="T21" fmla="*/ 719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7" h="719">
                    <a:moveTo>
                      <a:pt x="675" y="719"/>
                    </a:moveTo>
                    <a:cubicBezTo>
                      <a:pt x="70" y="114"/>
                      <a:pt x="70" y="114"/>
                      <a:pt x="70" y="114"/>
                    </a:cubicBezTo>
                    <a:cubicBezTo>
                      <a:pt x="70" y="114"/>
                      <a:pt x="70" y="113"/>
                      <a:pt x="70" y="113"/>
                    </a:cubicBezTo>
                    <a:cubicBezTo>
                      <a:pt x="70" y="72"/>
                      <a:pt x="70" y="72"/>
                      <a:pt x="70" y="7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3" y="70"/>
                      <a:pt x="73" y="71"/>
                      <a:pt x="73" y="71"/>
                    </a:cubicBezTo>
                    <a:cubicBezTo>
                      <a:pt x="73" y="112"/>
                      <a:pt x="73" y="112"/>
                      <a:pt x="73" y="112"/>
                    </a:cubicBezTo>
                    <a:cubicBezTo>
                      <a:pt x="677" y="717"/>
                      <a:pt x="677" y="717"/>
                      <a:pt x="677" y="717"/>
                    </a:cubicBezTo>
                    <a:lnTo>
                      <a:pt x="675" y="7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2" name="Freeform 737"/>
              <p:cNvSpPr>
                <a:spLocks/>
              </p:cNvSpPr>
              <p:nvPr/>
            </p:nvSpPr>
            <p:spPr bwMode="auto">
              <a:xfrm flipV="1">
                <a:off x="-12171363" y="-2644776"/>
                <a:ext cx="2262187" cy="2192338"/>
              </a:xfrm>
              <a:custGeom>
                <a:avLst/>
                <a:gdLst>
                  <a:gd name="T0" fmla="*/ 600 w 603"/>
                  <a:gd name="T1" fmla="*/ 584 h 584"/>
                  <a:gd name="T2" fmla="*/ 128 w 603"/>
                  <a:gd name="T3" fmla="*/ 112 h 584"/>
                  <a:gd name="T4" fmla="*/ 107 w 603"/>
                  <a:gd name="T5" fmla="*/ 112 h 584"/>
                  <a:gd name="T6" fmla="*/ 79 w 603"/>
                  <a:gd name="T7" fmla="*/ 140 h 584"/>
                  <a:gd name="T8" fmla="*/ 78 w 603"/>
                  <a:gd name="T9" fmla="*/ 140 h 584"/>
                  <a:gd name="T10" fmla="*/ 60 w 603"/>
                  <a:gd name="T11" fmla="*/ 140 h 584"/>
                  <a:gd name="T12" fmla="*/ 59 w 603"/>
                  <a:gd name="T13" fmla="*/ 140 h 584"/>
                  <a:gd name="T14" fmla="*/ 0 w 603"/>
                  <a:gd name="T15" fmla="*/ 81 h 584"/>
                  <a:gd name="T16" fmla="*/ 0 w 603"/>
                  <a:gd name="T17" fmla="*/ 80 h 584"/>
                  <a:gd name="T18" fmla="*/ 0 w 603"/>
                  <a:gd name="T19" fmla="*/ 53 h 584"/>
                  <a:gd name="T20" fmla="*/ 0 w 603"/>
                  <a:gd name="T21" fmla="*/ 52 h 584"/>
                  <a:gd name="T22" fmla="*/ 24 w 603"/>
                  <a:gd name="T23" fmla="*/ 28 h 584"/>
                  <a:gd name="T24" fmla="*/ 24 w 603"/>
                  <a:gd name="T25" fmla="*/ 0 h 584"/>
                  <a:gd name="T26" fmla="*/ 27 w 603"/>
                  <a:gd name="T27" fmla="*/ 0 h 584"/>
                  <a:gd name="T28" fmla="*/ 27 w 603"/>
                  <a:gd name="T29" fmla="*/ 29 h 584"/>
                  <a:gd name="T30" fmla="*/ 27 w 603"/>
                  <a:gd name="T31" fmla="*/ 30 h 584"/>
                  <a:gd name="T32" fmla="*/ 3 w 603"/>
                  <a:gd name="T33" fmla="*/ 54 h 584"/>
                  <a:gd name="T34" fmla="*/ 3 w 603"/>
                  <a:gd name="T35" fmla="*/ 80 h 584"/>
                  <a:gd name="T36" fmla="*/ 61 w 603"/>
                  <a:gd name="T37" fmla="*/ 137 h 584"/>
                  <a:gd name="T38" fmla="*/ 77 w 603"/>
                  <a:gd name="T39" fmla="*/ 137 h 584"/>
                  <a:gd name="T40" fmla="*/ 105 w 603"/>
                  <a:gd name="T41" fmla="*/ 109 h 584"/>
                  <a:gd name="T42" fmla="*/ 106 w 603"/>
                  <a:gd name="T43" fmla="*/ 109 h 584"/>
                  <a:gd name="T44" fmla="*/ 106 w 603"/>
                  <a:gd name="T45" fmla="*/ 109 h 584"/>
                  <a:gd name="T46" fmla="*/ 129 w 603"/>
                  <a:gd name="T47" fmla="*/ 109 h 584"/>
                  <a:gd name="T48" fmla="*/ 130 w 603"/>
                  <a:gd name="T49" fmla="*/ 109 h 584"/>
                  <a:gd name="T50" fmla="*/ 603 w 603"/>
                  <a:gd name="T51" fmla="*/ 581 h 584"/>
                  <a:gd name="T52" fmla="*/ 600 w 603"/>
                  <a:gd name="T53" fmla="*/ 584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03" h="584">
                    <a:moveTo>
                      <a:pt x="600" y="584"/>
                    </a:moveTo>
                    <a:cubicBezTo>
                      <a:pt x="128" y="112"/>
                      <a:pt x="128" y="112"/>
                      <a:pt x="128" y="112"/>
                    </a:cubicBezTo>
                    <a:cubicBezTo>
                      <a:pt x="107" y="112"/>
                      <a:pt x="107" y="112"/>
                      <a:pt x="107" y="112"/>
                    </a:cubicBezTo>
                    <a:cubicBezTo>
                      <a:pt x="79" y="140"/>
                      <a:pt x="79" y="140"/>
                      <a:pt x="79" y="140"/>
                    </a:cubicBezTo>
                    <a:cubicBezTo>
                      <a:pt x="79" y="140"/>
                      <a:pt x="78" y="140"/>
                      <a:pt x="78" y="140"/>
                    </a:cubicBezTo>
                    <a:cubicBezTo>
                      <a:pt x="60" y="140"/>
                      <a:pt x="60" y="140"/>
                      <a:pt x="60" y="140"/>
                    </a:cubicBezTo>
                    <a:cubicBezTo>
                      <a:pt x="59" y="140"/>
                      <a:pt x="59" y="140"/>
                      <a:pt x="59" y="14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0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3"/>
                      <a:pt x="0" y="52"/>
                      <a:pt x="0" y="52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3" y="80"/>
                      <a:pt x="3" y="80"/>
                      <a:pt x="3" y="80"/>
                    </a:cubicBezTo>
                    <a:cubicBezTo>
                      <a:pt x="61" y="137"/>
                      <a:pt x="61" y="137"/>
                      <a:pt x="61" y="137"/>
                    </a:cubicBezTo>
                    <a:cubicBezTo>
                      <a:pt x="77" y="137"/>
                      <a:pt x="77" y="137"/>
                      <a:pt x="77" y="137"/>
                    </a:cubicBezTo>
                    <a:cubicBezTo>
                      <a:pt x="105" y="109"/>
                      <a:pt x="105" y="109"/>
                      <a:pt x="105" y="109"/>
                    </a:cubicBezTo>
                    <a:cubicBezTo>
                      <a:pt x="105" y="109"/>
                      <a:pt x="106" y="109"/>
                      <a:pt x="106" y="109"/>
                    </a:cubicBezTo>
                    <a:cubicBezTo>
                      <a:pt x="106" y="109"/>
                      <a:pt x="106" y="109"/>
                      <a:pt x="106" y="109"/>
                    </a:cubicBezTo>
                    <a:cubicBezTo>
                      <a:pt x="129" y="109"/>
                      <a:pt x="129" y="109"/>
                      <a:pt x="129" y="109"/>
                    </a:cubicBezTo>
                    <a:cubicBezTo>
                      <a:pt x="129" y="109"/>
                      <a:pt x="130" y="109"/>
                      <a:pt x="130" y="109"/>
                    </a:cubicBezTo>
                    <a:cubicBezTo>
                      <a:pt x="603" y="581"/>
                      <a:pt x="603" y="581"/>
                      <a:pt x="603" y="581"/>
                    </a:cubicBezTo>
                    <a:lnTo>
                      <a:pt x="600" y="5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3" name="Freeform 738"/>
              <p:cNvSpPr>
                <a:spLocks/>
              </p:cNvSpPr>
              <p:nvPr/>
            </p:nvSpPr>
            <p:spPr bwMode="auto">
              <a:xfrm flipV="1">
                <a:off x="-12606338" y="-1484313"/>
                <a:ext cx="1106487" cy="1662113"/>
              </a:xfrm>
              <a:custGeom>
                <a:avLst/>
                <a:gdLst>
                  <a:gd name="T0" fmla="*/ 290 w 295"/>
                  <a:gd name="T1" fmla="*/ 443 h 443"/>
                  <a:gd name="T2" fmla="*/ 230 w 295"/>
                  <a:gd name="T3" fmla="*/ 383 h 443"/>
                  <a:gd name="T4" fmla="*/ 200 w 295"/>
                  <a:gd name="T5" fmla="*/ 383 h 443"/>
                  <a:gd name="T6" fmla="*/ 169 w 295"/>
                  <a:gd name="T7" fmla="*/ 414 h 443"/>
                  <a:gd name="T8" fmla="*/ 166 w 295"/>
                  <a:gd name="T9" fmla="*/ 415 h 443"/>
                  <a:gd name="T10" fmla="*/ 166 w 295"/>
                  <a:gd name="T11" fmla="*/ 415 h 443"/>
                  <a:gd name="T12" fmla="*/ 130 w 295"/>
                  <a:gd name="T13" fmla="*/ 415 h 443"/>
                  <a:gd name="T14" fmla="*/ 128 w 295"/>
                  <a:gd name="T15" fmla="*/ 414 h 443"/>
                  <a:gd name="T16" fmla="*/ 56 w 295"/>
                  <a:gd name="T17" fmla="*/ 342 h 443"/>
                  <a:gd name="T18" fmla="*/ 55 w 295"/>
                  <a:gd name="T19" fmla="*/ 340 h 443"/>
                  <a:gd name="T20" fmla="*/ 55 w 295"/>
                  <a:gd name="T21" fmla="*/ 298 h 443"/>
                  <a:gd name="T22" fmla="*/ 11 w 295"/>
                  <a:gd name="T23" fmla="*/ 255 h 443"/>
                  <a:gd name="T24" fmla="*/ 10 w 295"/>
                  <a:gd name="T25" fmla="*/ 252 h 443"/>
                  <a:gd name="T26" fmla="*/ 10 w 295"/>
                  <a:gd name="T27" fmla="*/ 235 h 443"/>
                  <a:gd name="T28" fmla="*/ 11 w 295"/>
                  <a:gd name="T29" fmla="*/ 233 h 443"/>
                  <a:gd name="T30" fmla="*/ 27 w 295"/>
                  <a:gd name="T31" fmla="*/ 217 h 443"/>
                  <a:gd name="T32" fmla="*/ 30 w 295"/>
                  <a:gd name="T33" fmla="*/ 216 h 443"/>
                  <a:gd name="T34" fmla="*/ 76 w 295"/>
                  <a:gd name="T35" fmla="*/ 216 h 443"/>
                  <a:gd name="T36" fmla="*/ 103 w 295"/>
                  <a:gd name="T37" fmla="*/ 188 h 443"/>
                  <a:gd name="T38" fmla="*/ 103 w 295"/>
                  <a:gd name="T39" fmla="*/ 142 h 443"/>
                  <a:gd name="T40" fmla="*/ 104 w 295"/>
                  <a:gd name="T41" fmla="*/ 139 h 443"/>
                  <a:gd name="T42" fmla="*/ 119 w 295"/>
                  <a:gd name="T43" fmla="*/ 125 h 443"/>
                  <a:gd name="T44" fmla="*/ 119 w 295"/>
                  <a:gd name="T45" fmla="*/ 88 h 443"/>
                  <a:gd name="T46" fmla="*/ 38 w 295"/>
                  <a:gd name="T47" fmla="*/ 7 h 443"/>
                  <a:gd name="T48" fmla="*/ 0 w 295"/>
                  <a:gd name="T49" fmla="*/ 7 h 443"/>
                  <a:gd name="T50" fmla="*/ 0 w 295"/>
                  <a:gd name="T51" fmla="*/ 0 h 443"/>
                  <a:gd name="T52" fmla="*/ 40 w 295"/>
                  <a:gd name="T53" fmla="*/ 0 h 443"/>
                  <a:gd name="T54" fmla="*/ 42 w 295"/>
                  <a:gd name="T55" fmla="*/ 1 h 443"/>
                  <a:gd name="T56" fmla="*/ 125 w 295"/>
                  <a:gd name="T57" fmla="*/ 84 h 443"/>
                  <a:gd name="T58" fmla="*/ 126 w 295"/>
                  <a:gd name="T59" fmla="*/ 86 h 443"/>
                  <a:gd name="T60" fmla="*/ 126 w 295"/>
                  <a:gd name="T61" fmla="*/ 126 h 443"/>
                  <a:gd name="T62" fmla="*/ 125 w 295"/>
                  <a:gd name="T63" fmla="*/ 129 h 443"/>
                  <a:gd name="T64" fmla="*/ 110 w 295"/>
                  <a:gd name="T65" fmla="*/ 143 h 443"/>
                  <a:gd name="T66" fmla="*/ 110 w 295"/>
                  <a:gd name="T67" fmla="*/ 190 h 443"/>
                  <a:gd name="T68" fmla="*/ 109 w 295"/>
                  <a:gd name="T69" fmla="*/ 192 h 443"/>
                  <a:gd name="T70" fmla="*/ 79 w 295"/>
                  <a:gd name="T71" fmla="*/ 222 h 443"/>
                  <a:gd name="T72" fmla="*/ 77 w 295"/>
                  <a:gd name="T73" fmla="*/ 223 h 443"/>
                  <a:gd name="T74" fmla="*/ 31 w 295"/>
                  <a:gd name="T75" fmla="*/ 223 h 443"/>
                  <a:gd name="T76" fmla="*/ 17 w 295"/>
                  <a:gd name="T77" fmla="*/ 237 h 443"/>
                  <a:gd name="T78" fmla="*/ 17 w 295"/>
                  <a:gd name="T79" fmla="*/ 251 h 443"/>
                  <a:gd name="T80" fmla="*/ 61 w 295"/>
                  <a:gd name="T81" fmla="*/ 294 h 443"/>
                  <a:gd name="T82" fmla="*/ 62 w 295"/>
                  <a:gd name="T83" fmla="*/ 296 h 443"/>
                  <a:gd name="T84" fmla="*/ 62 w 295"/>
                  <a:gd name="T85" fmla="*/ 338 h 443"/>
                  <a:gd name="T86" fmla="*/ 131 w 295"/>
                  <a:gd name="T87" fmla="*/ 408 h 443"/>
                  <a:gd name="T88" fmla="*/ 165 w 295"/>
                  <a:gd name="T89" fmla="*/ 408 h 443"/>
                  <a:gd name="T90" fmla="*/ 196 w 295"/>
                  <a:gd name="T91" fmla="*/ 377 h 443"/>
                  <a:gd name="T92" fmla="*/ 198 w 295"/>
                  <a:gd name="T93" fmla="*/ 376 h 443"/>
                  <a:gd name="T94" fmla="*/ 232 w 295"/>
                  <a:gd name="T95" fmla="*/ 376 h 443"/>
                  <a:gd name="T96" fmla="*/ 234 w 295"/>
                  <a:gd name="T97" fmla="*/ 377 h 443"/>
                  <a:gd name="T98" fmla="*/ 295 w 295"/>
                  <a:gd name="T99" fmla="*/ 438 h 443"/>
                  <a:gd name="T100" fmla="*/ 290 w 295"/>
                  <a:gd name="T101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5" h="443">
                    <a:moveTo>
                      <a:pt x="290" y="443"/>
                    </a:moveTo>
                    <a:cubicBezTo>
                      <a:pt x="230" y="383"/>
                      <a:pt x="230" y="383"/>
                      <a:pt x="230" y="383"/>
                    </a:cubicBezTo>
                    <a:cubicBezTo>
                      <a:pt x="200" y="383"/>
                      <a:pt x="200" y="383"/>
                      <a:pt x="200" y="383"/>
                    </a:cubicBezTo>
                    <a:cubicBezTo>
                      <a:pt x="169" y="414"/>
                      <a:pt x="169" y="414"/>
                      <a:pt x="169" y="414"/>
                    </a:cubicBezTo>
                    <a:cubicBezTo>
                      <a:pt x="168" y="415"/>
                      <a:pt x="167" y="415"/>
                      <a:pt x="166" y="415"/>
                    </a:cubicBezTo>
                    <a:cubicBezTo>
                      <a:pt x="166" y="415"/>
                      <a:pt x="166" y="415"/>
                      <a:pt x="166" y="415"/>
                    </a:cubicBezTo>
                    <a:cubicBezTo>
                      <a:pt x="130" y="415"/>
                      <a:pt x="130" y="415"/>
                      <a:pt x="130" y="415"/>
                    </a:cubicBezTo>
                    <a:cubicBezTo>
                      <a:pt x="129" y="415"/>
                      <a:pt x="128" y="415"/>
                      <a:pt x="128" y="414"/>
                    </a:cubicBezTo>
                    <a:cubicBezTo>
                      <a:pt x="56" y="342"/>
                      <a:pt x="56" y="342"/>
                      <a:pt x="56" y="342"/>
                    </a:cubicBezTo>
                    <a:cubicBezTo>
                      <a:pt x="55" y="341"/>
                      <a:pt x="55" y="340"/>
                      <a:pt x="55" y="340"/>
                    </a:cubicBezTo>
                    <a:cubicBezTo>
                      <a:pt x="55" y="298"/>
                      <a:pt x="55" y="298"/>
                      <a:pt x="55" y="298"/>
                    </a:cubicBezTo>
                    <a:cubicBezTo>
                      <a:pt x="11" y="255"/>
                      <a:pt x="11" y="255"/>
                      <a:pt x="11" y="255"/>
                    </a:cubicBezTo>
                    <a:cubicBezTo>
                      <a:pt x="11" y="254"/>
                      <a:pt x="10" y="253"/>
                      <a:pt x="10" y="252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4"/>
                      <a:pt x="11" y="233"/>
                      <a:pt x="11" y="233"/>
                    </a:cubicBezTo>
                    <a:cubicBezTo>
                      <a:pt x="27" y="217"/>
                      <a:pt x="27" y="217"/>
                      <a:pt x="27" y="217"/>
                    </a:cubicBezTo>
                    <a:cubicBezTo>
                      <a:pt x="28" y="216"/>
                      <a:pt x="29" y="216"/>
                      <a:pt x="30" y="216"/>
                    </a:cubicBezTo>
                    <a:cubicBezTo>
                      <a:pt x="76" y="216"/>
                      <a:pt x="76" y="216"/>
                      <a:pt x="76" y="216"/>
                    </a:cubicBezTo>
                    <a:cubicBezTo>
                      <a:pt x="103" y="188"/>
                      <a:pt x="103" y="188"/>
                      <a:pt x="103" y="188"/>
                    </a:cubicBezTo>
                    <a:cubicBezTo>
                      <a:pt x="103" y="142"/>
                      <a:pt x="103" y="142"/>
                      <a:pt x="103" y="142"/>
                    </a:cubicBezTo>
                    <a:cubicBezTo>
                      <a:pt x="103" y="141"/>
                      <a:pt x="104" y="140"/>
                      <a:pt x="104" y="139"/>
                    </a:cubicBezTo>
                    <a:cubicBezTo>
                      <a:pt x="119" y="125"/>
                      <a:pt x="119" y="125"/>
                      <a:pt x="119" y="125"/>
                    </a:cubicBezTo>
                    <a:cubicBezTo>
                      <a:pt x="119" y="88"/>
                      <a:pt x="119" y="88"/>
                      <a:pt x="119" y="88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1" y="0"/>
                      <a:pt x="41" y="0"/>
                      <a:pt x="42" y="1"/>
                    </a:cubicBezTo>
                    <a:cubicBezTo>
                      <a:pt x="125" y="84"/>
                      <a:pt x="125" y="84"/>
                      <a:pt x="125" y="84"/>
                    </a:cubicBezTo>
                    <a:cubicBezTo>
                      <a:pt x="125" y="84"/>
                      <a:pt x="126" y="85"/>
                      <a:pt x="126" y="86"/>
                    </a:cubicBezTo>
                    <a:cubicBezTo>
                      <a:pt x="126" y="126"/>
                      <a:pt x="126" y="126"/>
                      <a:pt x="126" y="126"/>
                    </a:cubicBezTo>
                    <a:cubicBezTo>
                      <a:pt x="126" y="127"/>
                      <a:pt x="125" y="128"/>
                      <a:pt x="125" y="129"/>
                    </a:cubicBezTo>
                    <a:cubicBezTo>
                      <a:pt x="110" y="143"/>
                      <a:pt x="110" y="143"/>
                      <a:pt x="110" y="143"/>
                    </a:cubicBezTo>
                    <a:cubicBezTo>
                      <a:pt x="110" y="190"/>
                      <a:pt x="110" y="190"/>
                      <a:pt x="110" y="190"/>
                    </a:cubicBezTo>
                    <a:cubicBezTo>
                      <a:pt x="110" y="190"/>
                      <a:pt x="110" y="191"/>
                      <a:pt x="109" y="192"/>
                    </a:cubicBezTo>
                    <a:cubicBezTo>
                      <a:pt x="79" y="222"/>
                      <a:pt x="79" y="222"/>
                      <a:pt x="79" y="222"/>
                    </a:cubicBezTo>
                    <a:cubicBezTo>
                      <a:pt x="79" y="222"/>
                      <a:pt x="78" y="223"/>
                      <a:pt x="77" y="223"/>
                    </a:cubicBezTo>
                    <a:cubicBezTo>
                      <a:pt x="31" y="223"/>
                      <a:pt x="31" y="223"/>
                      <a:pt x="31" y="223"/>
                    </a:cubicBezTo>
                    <a:cubicBezTo>
                      <a:pt x="17" y="237"/>
                      <a:pt x="17" y="237"/>
                      <a:pt x="17" y="237"/>
                    </a:cubicBezTo>
                    <a:cubicBezTo>
                      <a:pt x="17" y="251"/>
                      <a:pt x="17" y="251"/>
                      <a:pt x="17" y="251"/>
                    </a:cubicBezTo>
                    <a:cubicBezTo>
                      <a:pt x="61" y="294"/>
                      <a:pt x="61" y="294"/>
                      <a:pt x="61" y="294"/>
                    </a:cubicBezTo>
                    <a:cubicBezTo>
                      <a:pt x="61" y="295"/>
                      <a:pt x="62" y="296"/>
                      <a:pt x="62" y="296"/>
                    </a:cubicBezTo>
                    <a:cubicBezTo>
                      <a:pt x="62" y="338"/>
                      <a:pt x="62" y="338"/>
                      <a:pt x="62" y="338"/>
                    </a:cubicBezTo>
                    <a:cubicBezTo>
                      <a:pt x="131" y="408"/>
                      <a:pt x="131" y="408"/>
                      <a:pt x="131" y="408"/>
                    </a:cubicBezTo>
                    <a:cubicBezTo>
                      <a:pt x="165" y="408"/>
                      <a:pt x="165" y="408"/>
                      <a:pt x="165" y="408"/>
                    </a:cubicBezTo>
                    <a:cubicBezTo>
                      <a:pt x="196" y="377"/>
                      <a:pt x="196" y="377"/>
                      <a:pt x="196" y="377"/>
                    </a:cubicBezTo>
                    <a:cubicBezTo>
                      <a:pt x="196" y="376"/>
                      <a:pt x="197" y="376"/>
                      <a:pt x="198" y="376"/>
                    </a:cubicBezTo>
                    <a:cubicBezTo>
                      <a:pt x="232" y="376"/>
                      <a:pt x="232" y="376"/>
                      <a:pt x="232" y="376"/>
                    </a:cubicBezTo>
                    <a:cubicBezTo>
                      <a:pt x="233" y="376"/>
                      <a:pt x="233" y="376"/>
                      <a:pt x="234" y="377"/>
                    </a:cubicBezTo>
                    <a:cubicBezTo>
                      <a:pt x="295" y="438"/>
                      <a:pt x="295" y="438"/>
                      <a:pt x="295" y="438"/>
                    </a:cubicBezTo>
                    <a:lnTo>
                      <a:pt x="290" y="4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4" name="Freeform 739"/>
              <p:cNvSpPr>
                <a:spLocks/>
              </p:cNvSpPr>
              <p:nvPr/>
            </p:nvSpPr>
            <p:spPr bwMode="auto">
              <a:xfrm flipV="1">
                <a:off x="-12644438" y="-1905000"/>
                <a:ext cx="1177925" cy="1689100"/>
              </a:xfrm>
              <a:custGeom>
                <a:avLst/>
                <a:gdLst>
                  <a:gd name="T0" fmla="*/ 246 w 314"/>
                  <a:gd name="T1" fmla="*/ 450 h 450"/>
                  <a:gd name="T2" fmla="*/ 245 w 314"/>
                  <a:gd name="T3" fmla="*/ 449 h 450"/>
                  <a:gd name="T4" fmla="*/ 42 w 314"/>
                  <a:gd name="T5" fmla="*/ 247 h 450"/>
                  <a:gd name="T6" fmla="*/ 42 w 314"/>
                  <a:gd name="T7" fmla="*/ 246 h 450"/>
                  <a:gd name="T8" fmla="*/ 42 w 314"/>
                  <a:gd name="T9" fmla="*/ 201 h 450"/>
                  <a:gd name="T10" fmla="*/ 1 w 314"/>
                  <a:gd name="T11" fmla="*/ 160 h 450"/>
                  <a:gd name="T12" fmla="*/ 0 w 314"/>
                  <a:gd name="T13" fmla="*/ 159 h 450"/>
                  <a:gd name="T14" fmla="*/ 0 w 314"/>
                  <a:gd name="T15" fmla="*/ 114 h 450"/>
                  <a:gd name="T16" fmla="*/ 1 w 314"/>
                  <a:gd name="T17" fmla="*/ 113 h 450"/>
                  <a:gd name="T18" fmla="*/ 19 w 314"/>
                  <a:gd name="T19" fmla="*/ 95 h 450"/>
                  <a:gd name="T20" fmla="*/ 20 w 314"/>
                  <a:gd name="T21" fmla="*/ 95 h 450"/>
                  <a:gd name="T22" fmla="*/ 63 w 314"/>
                  <a:gd name="T23" fmla="*/ 95 h 450"/>
                  <a:gd name="T24" fmla="*/ 94 w 314"/>
                  <a:gd name="T25" fmla="*/ 63 h 450"/>
                  <a:gd name="T26" fmla="*/ 94 w 314"/>
                  <a:gd name="T27" fmla="*/ 0 h 450"/>
                  <a:gd name="T28" fmla="*/ 98 w 314"/>
                  <a:gd name="T29" fmla="*/ 0 h 450"/>
                  <a:gd name="T30" fmla="*/ 98 w 314"/>
                  <a:gd name="T31" fmla="*/ 64 h 450"/>
                  <a:gd name="T32" fmla="*/ 97 w 314"/>
                  <a:gd name="T33" fmla="*/ 65 h 450"/>
                  <a:gd name="T34" fmla="*/ 64 w 314"/>
                  <a:gd name="T35" fmla="*/ 98 h 450"/>
                  <a:gd name="T36" fmla="*/ 63 w 314"/>
                  <a:gd name="T37" fmla="*/ 98 h 450"/>
                  <a:gd name="T38" fmla="*/ 21 w 314"/>
                  <a:gd name="T39" fmla="*/ 98 h 450"/>
                  <a:gd name="T40" fmla="*/ 4 w 314"/>
                  <a:gd name="T41" fmla="*/ 115 h 450"/>
                  <a:gd name="T42" fmla="*/ 4 w 314"/>
                  <a:gd name="T43" fmla="*/ 158 h 450"/>
                  <a:gd name="T44" fmla="*/ 45 w 314"/>
                  <a:gd name="T45" fmla="*/ 199 h 450"/>
                  <a:gd name="T46" fmla="*/ 45 w 314"/>
                  <a:gd name="T47" fmla="*/ 201 h 450"/>
                  <a:gd name="T48" fmla="*/ 45 w 314"/>
                  <a:gd name="T49" fmla="*/ 245 h 450"/>
                  <a:gd name="T50" fmla="*/ 247 w 314"/>
                  <a:gd name="T51" fmla="*/ 446 h 450"/>
                  <a:gd name="T52" fmla="*/ 282 w 314"/>
                  <a:gd name="T53" fmla="*/ 446 h 450"/>
                  <a:gd name="T54" fmla="*/ 312 w 314"/>
                  <a:gd name="T55" fmla="*/ 416 h 450"/>
                  <a:gd name="T56" fmla="*/ 314 w 314"/>
                  <a:gd name="T57" fmla="*/ 419 h 450"/>
                  <a:gd name="T58" fmla="*/ 284 w 314"/>
                  <a:gd name="T59" fmla="*/ 449 h 450"/>
                  <a:gd name="T60" fmla="*/ 283 w 314"/>
                  <a:gd name="T61" fmla="*/ 450 h 450"/>
                  <a:gd name="T62" fmla="*/ 246 w 314"/>
                  <a:gd name="T63" fmla="*/ 450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14" h="450">
                    <a:moveTo>
                      <a:pt x="246" y="450"/>
                    </a:moveTo>
                    <a:cubicBezTo>
                      <a:pt x="246" y="450"/>
                      <a:pt x="245" y="450"/>
                      <a:pt x="245" y="449"/>
                    </a:cubicBezTo>
                    <a:cubicBezTo>
                      <a:pt x="42" y="247"/>
                      <a:pt x="42" y="247"/>
                      <a:pt x="42" y="247"/>
                    </a:cubicBezTo>
                    <a:cubicBezTo>
                      <a:pt x="42" y="247"/>
                      <a:pt x="42" y="246"/>
                      <a:pt x="42" y="246"/>
                    </a:cubicBezTo>
                    <a:cubicBezTo>
                      <a:pt x="42" y="201"/>
                      <a:pt x="42" y="201"/>
                      <a:pt x="42" y="201"/>
                    </a:cubicBezTo>
                    <a:cubicBezTo>
                      <a:pt x="1" y="160"/>
                      <a:pt x="1" y="160"/>
                      <a:pt x="1" y="160"/>
                    </a:cubicBezTo>
                    <a:cubicBezTo>
                      <a:pt x="1" y="160"/>
                      <a:pt x="0" y="160"/>
                      <a:pt x="0" y="159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0" y="114"/>
                      <a:pt x="1" y="113"/>
                      <a:pt x="1" y="113"/>
                    </a:cubicBezTo>
                    <a:cubicBezTo>
                      <a:pt x="19" y="95"/>
                      <a:pt x="19" y="95"/>
                      <a:pt x="19" y="95"/>
                    </a:cubicBezTo>
                    <a:cubicBezTo>
                      <a:pt x="19" y="95"/>
                      <a:pt x="19" y="95"/>
                      <a:pt x="20" y="95"/>
                    </a:cubicBezTo>
                    <a:cubicBezTo>
                      <a:pt x="63" y="95"/>
                      <a:pt x="63" y="95"/>
                      <a:pt x="63" y="95"/>
                    </a:cubicBezTo>
                    <a:cubicBezTo>
                      <a:pt x="94" y="63"/>
                      <a:pt x="94" y="63"/>
                      <a:pt x="94" y="63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98" y="64"/>
                      <a:pt x="98" y="65"/>
                      <a:pt x="97" y="65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3" y="98"/>
                    </a:cubicBezTo>
                    <a:cubicBezTo>
                      <a:pt x="21" y="98"/>
                      <a:pt x="21" y="98"/>
                      <a:pt x="21" y="98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4" y="158"/>
                      <a:pt x="4" y="158"/>
                      <a:pt x="4" y="158"/>
                    </a:cubicBezTo>
                    <a:cubicBezTo>
                      <a:pt x="45" y="199"/>
                      <a:pt x="45" y="199"/>
                      <a:pt x="45" y="199"/>
                    </a:cubicBezTo>
                    <a:cubicBezTo>
                      <a:pt x="45" y="200"/>
                      <a:pt x="45" y="200"/>
                      <a:pt x="45" y="201"/>
                    </a:cubicBezTo>
                    <a:cubicBezTo>
                      <a:pt x="45" y="245"/>
                      <a:pt x="45" y="245"/>
                      <a:pt x="45" y="245"/>
                    </a:cubicBezTo>
                    <a:cubicBezTo>
                      <a:pt x="247" y="446"/>
                      <a:pt x="247" y="446"/>
                      <a:pt x="247" y="446"/>
                    </a:cubicBezTo>
                    <a:cubicBezTo>
                      <a:pt x="282" y="446"/>
                      <a:pt x="282" y="446"/>
                      <a:pt x="282" y="446"/>
                    </a:cubicBezTo>
                    <a:cubicBezTo>
                      <a:pt x="312" y="416"/>
                      <a:pt x="312" y="416"/>
                      <a:pt x="312" y="416"/>
                    </a:cubicBezTo>
                    <a:cubicBezTo>
                      <a:pt x="314" y="419"/>
                      <a:pt x="314" y="419"/>
                      <a:pt x="314" y="419"/>
                    </a:cubicBezTo>
                    <a:cubicBezTo>
                      <a:pt x="284" y="449"/>
                      <a:pt x="284" y="449"/>
                      <a:pt x="284" y="449"/>
                    </a:cubicBezTo>
                    <a:cubicBezTo>
                      <a:pt x="283" y="450"/>
                      <a:pt x="283" y="450"/>
                      <a:pt x="283" y="450"/>
                    </a:cubicBezTo>
                    <a:lnTo>
                      <a:pt x="246" y="4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5" name="Freeform 740"/>
              <p:cNvSpPr>
                <a:spLocks/>
              </p:cNvSpPr>
              <p:nvPr/>
            </p:nvSpPr>
            <p:spPr bwMode="auto">
              <a:xfrm flipV="1">
                <a:off x="-12779375" y="-1712913"/>
                <a:ext cx="3816350" cy="2644775"/>
              </a:xfrm>
              <a:custGeom>
                <a:avLst/>
                <a:gdLst>
                  <a:gd name="T0" fmla="*/ 1010 w 1017"/>
                  <a:gd name="T1" fmla="*/ 705 h 705"/>
                  <a:gd name="T2" fmla="*/ 632 w 1017"/>
                  <a:gd name="T3" fmla="*/ 327 h 705"/>
                  <a:gd name="T4" fmla="*/ 630 w 1017"/>
                  <a:gd name="T5" fmla="*/ 324 h 705"/>
                  <a:gd name="T6" fmla="*/ 630 w 1017"/>
                  <a:gd name="T7" fmla="*/ 264 h 705"/>
                  <a:gd name="T8" fmla="*/ 425 w 1017"/>
                  <a:gd name="T9" fmla="*/ 60 h 705"/>
                  <a:gd name="T10" fmla="*/ 324 w 1017"/>
                  <a:gd name="T11" fmla="*/ 60 h 705"/>
                  <a:gd name="T12" fmla="*/ 320 w 1017"/>
                  <a:gd name="T13" fmla="*/ 58 h 705"/>
                  <a:gd name="T14" fmla="*/ 273 w 1017"/>
                  <a:gd name="T15" fmla="*/ 10 h 705"/>
                  <a:gd name="T16" fmla="*/ 183 w 1017"/>
                  <a:gd name="T17" fmla="*/ 10 h 705"/>
                  <a:gd name="T18" fmla="*/ 32 w 1017"/>
                  <a:gd name="T19" fmla="*/ 162 h 705"/>
                  <a:gd name="T20" fmla="*/ 28 w 1017"/>
                  <a:gd name="T21" fmla="*/ 164 h 705"/>
                  <a:gd name="T22" fmla="*/ 28 w 1017"/>
                  <a:gd name="T23" fmla="*/ 164 h 705"/>
                  <a:gd name="T24" fmla="*/ 0 w 1017"/>
                  <a:gd name="T25" fmla="*/ 164 h 705"/>
                  <a:gd name="T26" fmla="*/ 0 w 1017"/>
                  <a:gd name="T27" fmla="*/ 153 h 705"/>
                  <a:gd name="T28" fmla="*/ 26 w 1017"/>
                  <a:gd name="T29" fmla="*/ 153 h 705"/>
                  <a:gd name="T30" fmla="*/ 178 w 1017"/>
                  <a:gd name="T31" fmla="*/ 2 h 705"/>
                  <a:gd name="T32" fmla="*/ 181 w 1017"/>
                  <a:gd name="T33" fmla="*/ 0 h 705"/>
                  <a:gd name="T34" fmla="*/ 275 w 1017"/>
                  <a:gd name="T35" fmla="*/ 0 h 705"/>
                  <a:gd name="T36" fmla="*/ 278 w 1017"/>
                  <a:gd name="T37" fmla="*/ 2 h 705"/>
                  <a:gd name="T38" fmla="*/ 326 w 1017"/>
                  <a:gd name="T39" fmla="*/ 49 h 705"/>
                  <a:gd name="T40" fmla="*/ 427 w 1017"/>
                  <a:gd name="T41" fmla="*/ 49 h 705"/>
                  <a:gd name="T42" fmla="*/ 431 w 1017"/>
                  <a:gd name="T43" fmla="*/ 51 h 705"/>
                  <a:gd name="T44" fmla="*/ 639 w 1017"/>
                  <a:gd name="T45" fmla="*/ 259 h 705"/>
                  <a:gd name="T46" fmla="*/ 640 w 1017"/>
                  <a:gd name="T47" fmla="*/ 262 h 705"/>
                  <a:gd name="T48" fmla="*/ 640 w 1017"/>
                  <a:gd name="T49" fmla="*/ 322 h 705"/>
                  <a:gd name="T50" fmla="*/ 1017 w 1017"/>
                  <a:gd name="T51" fmla="*/ 698 h 705"/>
                  <a:gd name="T52" fmla="*/ 1010 w 1017"/>
                  <a:gd name="T53" fmla="*/ 705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17" h="705">
                    <a:moveTo>
                      <a:pt x="1010" y="705"/>
                    </a:moveTo>
                    <a:cubicBezTo>
                      <a:pt x="632" y="327"/>
                      <a:pt x="632" y="327"/>
                      <a:pt x="632" y="327"/>
                    </a:cubicBezTo>
                    <a:cubicBezTo>
                      <a:pt x="631" y="326"/>
                      <a:pt x="630" y="325"/>
                      <a:pt x="630" y="324"/>
                    </a:cubicBezTo>
                    <a:cubicBezTo>
                      <a:pt x="630" y="264"/>
                      <a:pt x="630" y="264"/>
                      <a:pt x="630" y="264"/>
                    </a:cubicBezTo>
                    <a:cubicBezTo>
                      <a:pt x="425" y="60"/>
                      <a:pt x="425" y="60"/>
                      <a:pt x="425" y="60"/>
                    </a:cubicBezTo>
                    <a:cubicBezTo>
                      <a:pt x="324" y="60"/>
                      <a:pt x="324" y="60"/>
                      <a:pt x="324" y="60"/>
                    </a:cubicBezTo>
                    <a:cubicBezTo>
                      <a:pt x="322" y="60"/>
                      <a:pt x="321" y="59"/>
                      <a:pt x="320" y="58"/>
                    </a:cubicBezTo>
                    <a:cubicBezTo>
                      <a:pt x="273" y="10"/>
                      <a:pt x="273" y="10"/>
                      <a:pt x="273" y="10"/>
                    </a:cubicBezTo>
                    <a:cubicBezTo>
                      <a:pt x="183" y="10"/>
                      <a:pt x="183" y="10"/>
                      <a:pt x="183" y="10"/>
                    </a:cubicBezTo>
                    <a:cubicBezTo>
                      <a:pt x="32" y="162"/>
                      <a:pt x="32" y="162"/>
                      <a:pt x="32" y="162"/>
                    </a:cubicBezTo>
                    <a:cubicBezTo>
                      <a:pt x="31" y="163"/>
                      <a:pt x="29" y="164"/>
                      <a:pt x="28" y="164"/>
                    </a:cubicBezTo>
                    <a:cubicBezTo>
                      <a:pt x="28" y="164"/>
                      <a:pt x="28" y="164"/>
                      <a:pt x="28" y="164"/>
                    </a:cubicBezTo>
                    <a:cubicBezTo>
                      <a:pt x="0" y="164"/>
                      <a:pt x="0" y="164"/>
                      <a:pt x="0" y="164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26" y="153"/>
                      <a:pt x="26" y="153"/>
                      <a:pt x="26" y="153"/>
                    </a:cubicBezTo>
                    <a:cubicBezTo>
                      <a:pt x="178" y="2"/>
                      <a:pt x="178" y="2"/>
                      <a:pt x="178" y="2"/>
                    </a:cubicBezTo>
                    <a:cubicBezTo>
                      <a:pt x="179" y="1"/>
                      <a:pt x="180" y="0"/>
                      <a:pt x="181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76" y="0"/>
                      <a:pt x="277" y="1"/>
                      <a:pt x="278" y="2"/>
                    </a:cubicBezTo>
                    <a:cubicBezTo>
                      <a:pt x="326" y="49"/>
                      <a:pt x="326" y="49"/>
                      <a:pt x="326" y="49"/>
                    </a:cubicBezTo>
                    <a:cubicBezTo>
                      <a:pt x="427" y="49"/>
                      <a:pt x="427" y="49"/>
                      <a:pt x="427" y="49"/>
                    </a:cubicBezTo>
                    <a:cubicBezTo>
                      <a:pt x="429" y="49"/>
                      <a:pt x="430" y="50"/>
                      <a:pt x="431" y="51"/>
                    </a:cubicBezTo>
                    <a:cubicBezTo>
                      <a:pt x="639" y="259"/>
                      <a:pt x="639" y="259"/>
                      <a:pt x="639" y="259"/>
                    </a:cubicBezTo>
                    <a:cubicBezTo>
                      <a:pt x="640" y="260"/>
                      <a:pt x="640" y="261"/>
                      <a:pt x="640" y="262"/>
                    </a:cubicBezTo>
                    <a:cubicBezTo>
                      <a:pt x="640" y="322"/>
                      <a:pt x="640" y="322"/>
                      <a:pt x="640" y="322"/>
                    </a:cubicBezTo>
                    <a:cubicBezTo>
                      <a:pt x="1017" y="698"/>
                      <a:pt x="1017" y="698"/>
                      <a:pt x="1017" y="698"/>
                    </a:cubicBezTo>
                    <a:lnTo>
                      <a:pt x="1010" y="70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6" name="Oval 741"/>
              <p:cNvSpPr>
                <a:spLocks noChangeArrowheads="1"/>
              </p:cNvSpPr>
              <p:nvPr/>
            </p:nvSpPr>
            <p:spPr bwMode="auto">
              <a:xfrm flipV="1">
                <a:off x="-11364913" y="681037"/>
                <a:ext cx="101600" cy="10160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Oval 742"/>
              <p:cNvSpPr>
                <a:spLocks noChangeArrowheads="1"/>
              </p:cNvSpPr>
              <p:nvPr/>
            </p:nvSpPr>
            <p:spPr bwMode="auto">
              <a:xfrm flipV="1">
                <a:off x="-11976100" y="-887413"/>
                <a:ext cx="101600" cy="10160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Freeform 743"/>
              <p:cNvSpPr>
                <a:spLocks/>
              </p:cNvSpPr>
              <p:nvPr/>
            </p:nvSpPr>
            <p:spPr bwMode="auto">
              <a:xfrm flipV="1">
                <a:off x="-9631363" y="-554038"/>
                <a:ext cx="1812925" cy="1903413"/>
              </a:xfrm>
              <a:custGeom>
                <a:avLst/>
                <a:gdLst>
                  <a:gd name="T0" fmla="*/ 480 w 483"/>
                  <a:gd name="T1" fmla="*/ 507 h 507"/>
                  <a:gd name="T2" fmla="*/ 42 w 483"/>
                  <a:gd name="T3" fmla="*/ 69 h 507"/>
                  <a:gd name="T4" fmla="*/ 42 w 483"/>
                  <a:gd name="T5" fmla="*/ 68 h 507"/>
                  <a:gd name="T6" fmla="*/ 42 w 483"/>
                  <a:gd name="T7" fmla="*/ 44 h 507"/>
                  <a:gd name="T8" fmla="*/ 0 w 483"/>
                  <a:gd name="T9" fmla="*/ 2 h 507"/>
                  <a:gd name="T10" fmla="*/ 2 w 483"/>
                  <a:gd name="T11" fmla="*/ 0 h 507"/>
                  <a:gd name="T12" fmla="*/ 45 w 483"/>
                  <a:gd name="T13" fmla="*/ 42 h 507"/>
                  <a:gd name="T14" fmla="*/ 45 w 483"/>
                  <a:gd name="T15" fmla="*/ 43 h 507"/>
                  <a:gd name="T16" fmla="*/ 45 w 483"/>
                  <a:gd name="T17" fmla="*/ 67 h 507"/>
                  <a:gd name="T18" fmla="*/ 483 w 483"/>
                  <a:gd name="T19" fmla="*/ 504 h 507"/>
                  <a:gd name="T20" fmla="*/ 480 w 483"/>
                  <a:gd name="T21" fmla="*/ 507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83" h="507">
                    <a:moveTo>
                      <a:pt x="480" y="507"/>
                    </a:moveTo>
                    <a:cubicBezTo>
                      <a:pt x="42" y="69"/>
                      <a:pt x="42" y="69"/>
                      <a:pt x="42" y="69"/>
                    </a:cubicBezTo>
                    <a:cubicBezTo>
                      <a:pt x="42" y="68"/>
                      <a:pt x="42" y="68"/>
                      <a:pt x="42" y="68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5" y="42"/>
                      <a:pt x="45" y="43"/>
                      <a:pt x="45" y="43"/>
                    </a:cubicBezTo>
                    <a:cubicBezTo>
                      <a:pt x="45" y="67"/>
                      <a:pt x="45" y="67"/>
                      <a:pt x="45" y="67"/>
                    </a:cubicBezTo>
                    <a:cubicBezTo>
                      <a:pt x="483" y="504"/>
                      <a:pt x="483" y="504"/>
                      <a:pt x="483" y="504"/>
                    </a:cubicBezTo>
                    <a:lnTo>
                      <a:pt x="480" y="5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9" name="Freeform 744"/>
              <p:cNvSpPr>
                <a:spLocks/>
              </p:cNvSpPr>
              <p:nvPr/>
            </p:nvSpPr>
            <p:spPr bwMode="auto">
              <a:xfrm flipV="1">
                <a:off x="-10396538" y="760412"/>
                <a:ext cx="844550" cy="927100"/>
              </a:xfrm>
              <a:custGeom>
                <a:avLst/>
                <a:gdLst>
                  <a:gd name="T0" fmla="*/ 225 w 225"/>
                  <a:gd name="T1" fmla="*/ 247 h 247"/>
                  <a:gd name="T2" fmla="*/ 198 w 225"/>
                  <a:gd name="T3" fmla="*/ 247 h 247"/>
                  <a:gd name="T4" fmla="*/ 197 w 225"/>
                  <a:gd name="T5" fmla="*/ 247 h 247"/>
                  <a:gd name="T6" fmla="*/ 26 w 225"/>
                  <a:gd name="T7" fmla="*/ 76 h 247"/>
                  <a:gd name="T8" fmla="*/ 26 w 225"/>
                  <a:gd name="T9" fmla="*/ 75 h 247"/>
                  <a:gd name="T10" fmla="*/ 26 w 225"/>
                  <a:gd name="T11" fmla="*/ 28 h 247"/>
                  <a:gd name="T12" fmla="*/ 0 w 225"/>
                  <a:gd name="T13" fmla="*/ 3 h 247"/>
                  <a:gd name="T14" fmla="*/ 3 w 225"/>
                  <a:gd name="T15" fmla="*/ 0 h 247"/>
                  <a:gd name="T16" fmla="*/ 29 w 225"/>
                  <a:gd name="T17" fmla="*/ 26 h 247"/>
                  <a:gd name="T18" fmla="*/ 29 w 225"/>
                  <a:gd name="T19" fmla="*/ 27 h 247"/>
                  <a:gd name="T20" fmla="*/ 29 w 225"/>
                  <a:gd name="T21" fmla="*/ 74 h 247"/>
                  <a:gd name="T22" fmla="*/ 199 w 225"/>
                  <a:gd name="T23" fmla="*/ 244 h 247"/>
                  <a:gd name="T24" fmla="*/ 225 w 225"/>
                  <a:gd name="T25" fmla="*/ 244 h 247"/>
                  <a:gd name="T26" fmla="*/ 225 w 225"/>
                  <a:gd name="T27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5" h="247">
                    <a:moveTo>
                      <a:pt x="225" y="247"/>
                    </a:moveTo>
                    <a:cubicBezTo>
                      <a:pt x="198" y="247"/>
                      <a:pt x="198" y="247"/>
                      <a:pt x="198" y="247"/>
                    </a:cubicBezTo>
                    <a:cubicBezTo>
                      <a:pt x="197" y="247"/>
                      <a:pt x="197" y="247"/>
                      <a:pt x="197" y="247"/>
                    </a:cubicBez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5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7"/>
                      <a:pt x="29" y="27"/>
                    </a:cubicBezTo>
                    <a:cubicBezTo>
                      <a:pt x="29" y="74"/>
                      <a:pt x="29" y="74"/>
                      <a:pt x="29" y="74"/>
                    </a:cubicBezTo>
                    <a:cubicBezTo>
                      <a:pt x="199" y="244"/>
                      <a:pt x="199" y="244"/>
                      <a:pt x="199" y="244"/>
                    </a:cubicBezTo>
                    <a:cubicBezTo>
                      <a:pt x="225" y="244"/>
                      <a:pt x="225" y="244"/>
                      <a:pt x="225" y="244"/>
                    </a:cubicBezTo>
                    <a:lnTo>
                      <a:pt x="225" y="2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0" name="Freeform 745"/>
              <p:cNvSpPr>
                <a:spLocks/>
              </p:cNvSpPr>
              <p:nvPr/>
            </p:nvSpPr>
            <p:spPr bwMode="auto">
              <a:xfrm flipV="1">
                <a:off x="-10358438" y="1525587"/>
                <a:ext cx="484187" cy="558800"/>
              </a:xfrm>
              <a:custGeom>
                <a:avLst/>
                <a:gdLst>
                  <a:gd name="T0" fmla="*/ 127 w 129"/>
                  <a:gd name="T1" fmla="*/ 149 h 149"/>
                  <a:gd name="T2" fmla="*/ 83 w 129"/>
                  <a:gd name="T3" fmla="*/ 105 h 149"/>
                  <a:gd name="T4" fmla="*/ 83 w 129"/>
                  <a:gd name="T5" fmla="*/ 104 h 149"/>
                  <a:gd name="T6" fmla="*/ 83 w 129"/>
                  <a:gd name="T7" fmla="*/ 56 h 149"/>
                  <a:gd name="T8" fmla="*/ 30 w 129"/>
                  <a:gd name="T9" fmla="*/ 3 h 149"/>
                  <a:gd name="T10" fmla="*/ 0 w 129"/>
                  <a:gd name="T11" fmla="*/ 3 h 149"/>
                  <a:gd name="T12" fmla="*/ 0 w 129"/>
                  <a:gd name="T13" fmla="*/ 0 h 149"/>
                  <a:gd name="T14" fmla="*/ 31 w 129"/>
                  <a:gd name="T15" fmla="*/ 0 h 149"/>
                  <a:gd name="T16" fmla="*/ 32 w 129"/>
                  <a:gd name="T17" fmla="*/ 0 h 149"/>
                  <a:gd name="T18" fmla="*/ 86 w 129"/>
                  <a:gd name="T19" fmla="*/ 54 h 149"/>
                  <a:gd name="T20" fmla="*/ 86 w 129"/>
                  <a:gd name="T21" fmla="*/ 55 h 149"/>
                  <a:gd name="T22" fmla="*/ 86 w 129"/>
                  <a:gd name="T23" fmla="*/ 103 h 149"/>
                  <a:gd name="T24" fmla="*/ 129 w 129"/>
                  <a:gd name="T25" fmla="*/ 146 h 149"/>
                  <a:gd name="T26" fmla="*/ 127 w 129"/>
                  <a:gd name="T27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9" h="149">
                    <a:moveTo>
                      <a:pt x="127" y="149"/>
                    </a:moveTo>
                    <a:cubicBezTo>
                      <a:pt x="83" y="105"/>
                      <a:pt x="83" y="105"/>
                      <a:pt x="83" y="105"/>
                    </a:cubicBezTo>
                    <a:cubicBezTo>
                      <a:pt x="83" y="105"/>
                      <a:pt x="83" y="104"/>
                      <a:pt x="83" y="104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86" y="54"/>
                      <a:pt x="86" y="54"/>
                      <a:pt x="86" y="54"/>
                    </a:cubicBezTo>
                    <a:cubicBezTo>
                      <a:pt x="86" y="54"/>
                      <a:pt x="86" y="55"/>
                      <a:pt x="86" y="55"/>
                    </a:cubicBezTo>
                    <a:cubicBezTo>
                      <a:pt x="86" y="103"/>
                      <a:pt x="86" y="103"/>
                      <a:pt x="86" y="103"/>
                    </a:cubicBezTo>
                    <a:cubicBezTo>
                      <a:pt x="129" y="146"/>
                      <a:pt x="129" y="146"/>
                      <a:pt x="129" y="146"/>
                    </a:cubicBezTo>
                    <a:lnTo>
                      <a:pt x="127" y="149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1" name="Freeform 746"/>
              <p:cNvSpPr>
                <a:spLocks/>
              </p:cNvSpPr>
              <p:nvPr/>
            </p:nvSpPr>
            <p:spPr bwMode="auto">
              <a:xfrm flipV="1">
                <a:off x="-10580688" y="-595313"/>
                <a:ext cx="2717800" cy="2454275"/>
              </a:xfrm>
              <a:custGeom>
                <a:avLst/>
                <a:gdLst>
                  <a:gd name="T0" fmla="*/ 722 w 724"/>
                  <a:gd name="T1" fmla="*/ 654 h 654"/>
                  <a:gd name="T2" fmla="*/ 507 w 724"/>
                  <a:gd name="T3" fmla="*/ 440 h 654"/>
                  <a:gd name="T4" fmla="*/ 485 w 724"/>
                  <a:gd name="T5" fmla="*/ 440 h 654"/>
                  <a:gd name="T6" fmla="*/ 484 w 724"/>
                  <a:gd name="T7" fmla="*/ 439 h 654"/>
                  <a:gd name="T8" fmla="*/ 60 w 724"/>
                  <a:gd name="T9" fmla="*/ 16 h 654"/>
                  <a:gd name="T10" fmla="*/ 14 w 724"/>
                  <a:gd name="T11" fmla="*/ 16 h 654"/>
                  <a:gd name="T12" fmla="*/ 13 w 724"/>
                  <a:gd name="T13" fmla="*/ 15 h 654"/>
                  <a:gd name="T14" fmla="*/ 0 w 724"/>
                  <a:gd name="T15" fmla="*/ 3 h 654"/>
                  <a:gd name="T16" fmla="*/ 2 w 724"/>
                  <a:gd name="T17" fmla="*/ 0 h 654"/>
                  <a:gd name="T18" fmla="*/ 15 w 724"/>
                  <a:gd name="T19" fmla="*/ 12 h 654"/>
                  <a:gd name="T20" fmla="*/ 61 w 724"/>
                  <a:gd name="T21" fmla="*/ 12 h 654"/>
                  <a:gd name="T22" fmla="*/ 62 w 724"/>
                  <a:gd name="T23" fmla="*/ 13 h 654"/>
                  <a:gd name="T24" fmla="*/ 486 w 724"/>
                  <a:gd name="T25" fmla="*/ 436 h 654"/>
                  <a:gd name="T26" fmla="*/ 508 w 724"/>
                  <a:gd name="T27" fmla="*/ 436 h 654"/>
                  <a:gd name="T28" fmla="*/ 509 w 724"/>
                  <a:gd name="T29" fmla="*/ 437 h 654"/>
                  <a:gd name="T30" fmla="*/ 724 w 724"/>
                  <a:gd name="T31" fmla="*/ 652 h 654"/>
                  <a:gd name="T32" fmla="*/ 722 w 724"/>
                  <a:gd name="T33" fmla="*/ 654 h 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4" h="654">
                    <a:moveTo>
                      <a:pt x="722" y="654"/>
                    </a:moveTo>
                    <a:cubicBezTo>
                      <a:pt x="507" y="440"/>
                      <a:pt x="507" y="440"/>
                      <a:pt x="507" y="440"/>
                    </a:cubicBezTo>
                    <a:cubicBezTo>
                      <a:pt x="485" y="440"/>
                      <a:pt x="485" y="440"/>
                      <a:pt x="485" y="440"/>
                    </a:cubicBezTo>
                    <a:cubicBezTo>
                      <a:pt x="484" y="440"/>
                      <a:pt x="484" y="440"/>
                      <a:pt x="484" y="439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6"/>
                      <a:pt x="13" y="16"/>
                      <a:pt x="13" y="15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61" y="12"/>
                      <a:pt x="61" y="12"/>
                      <a:pt x="61" y="12"/>
                    </a:cubicBezTo>
                    <a:cubicBezTo>
                      <a:pt x="61" y="12"/>
                      <a:pt x="62" y="13"/>
                      <a:pt x="62" y="13"/>
                    </a:cubicBezTo>
                    <a:cubicBezTo>
                      <a:pt x="486" y="436"/>
                      <a:pt x="486" y="436"/>
                      <a:pt x="486" y="436"/>
                    </a:cubicBezTo>
                    <a:cubicBezTo>
                      <a:pt x="508" y="436"/>
                      <a:pt x="508" y="436"/>
                      <a:pt x="508" y="436"/>
                    </a:cubicBezTo>
                    <a:cubicBezTo>
                      <a:pt x="508" y="436"/>
                      <a:pt x="509" y="437"/>
                      <a:pt x="509" y="437"/>
                    </a:cubicBezTo>
                    <a:cubicBezTo>
                      <a:pt x="724" y="652"/>
                      <a:pt x="724" y="652"/>
                      <a:pt x="724" y="652"/>
                    </a:cubicBezTo>
                    <a:lnTo>
                      <a:pt x="722" y="654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2" name="Freeform 747"/>
              <p:cNvSpPr>
                <a:spLocks/>
              </p:cNvSpPr>
              <p:nvPr/>
            </p:nvSpPr>
            <p:spPr bwMode="auto">
              <a:xfrm flipV="1">
                <a:off x="-11898313" y="-2595563"/>
                <a:ext cx="2041525" cy="2022475"/>
              </a:xfrm>
              <a:custGeom>
                <a:avLst/>
                <a:gdLst>
                  <a:gd name="T0" fmla="*/ 540 w 544"/>
                  <a:gd name="T1" fmla="*/ 539 h 539"/>
                  <a:gd name="T2" fmla="*/ 7 w 544"/>
                  <a:gd name="T3" fmla="*/ 7 h 539"/>
                  <a:gd name="T4" fmla="*/ 0 w 544"/>
                  <a:gd name="T5" fmla="*/ 7 h 539"/>
                  <a:gd name="T6" fmla="*/ 0 w 544"/>
                  <a:gd name="T7" fmla="*/ 0 h 539"/>
                  <a:gd name="T8" fmla="*/ 9 w 544"/>
                  <a:gd name="T9" fmla="*/ 0 h 539"/>
                  <a:gd name="T10" fmla="*/ 11 w 544"/>
                  <a:gd name="T11" fmla="*/ 1 h 539"/>
                  <a:gd name="T12" fmla="*/ 544 w 544"/>
                  <a:gd name="T13" fmla="*/ 535 h 539"/>
                  <a:gd name="T14" fmla="*/ 540 w 544"/>
                  <a:gd name="T15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4" h="539">
                    <a:moveTo>
                      <a:pt x="540" y="53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544" y="535"/>
                      <a:pt x="544" y="535"/>
                      <a:pt x="544" y="535"/>
                    </a:cubicBezTo>
                    <a:lnTo>
                      <a:pt x="540" y="5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3" name="Freeform 748"/>
              <p:cNvSpPr>
                <a:spLocks/>
              </p:cNvSpPr>
              <p:nvPr/>
            </p:nvSpPr>
            <p:spPr bwMode="auto">
              <a:xfrm flipV="1">
                <a:off x="-11928475" y="-846138"/>
                <a:ext cx="169862" cy="168275"/>
              </a:xfrm>
              <a:custGeom>
                <a:avLst/>
                <a:gdLst>
                  <a:gd name="T0" fmla="*/ 12 w 107"/>
                  <a:gd name="T1" fmla="*/ 106 h 106"/>
                  <a:gd name="T2" fmla="*/ 0 w 107"/>
                  <a:gd name="T3" fmla="*/ 97 h 106"/>
                  <a:gd name="T4" fmla="*/ 97 w 107"/>
                  <a:gd name="T5" fmla="*/ 0 h 106"/>
                  <a:gd name="T6" fmla="*/ 107 w 107"/>
                  <a:gd name="T7" fmla="*/ 12 h 106"/>
                  <a:gd name="T8" fmla="*/ 12 w 107"/>
                  <a:gd name="T9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" h="106">
                    <a:moveTo>
                      <a:pt x="12" y="106"/>
                    </a:moveTo>
                    <a:lnTo>
                      <a:pt x="0" y="97"/>
                    </a:lnTo>
                    <a:lnTo>
                      <a:pt x="97" y="0"/>
                    </a:lnTo>
                    <a:lnTo>
                      <a:pt x="107" y="12"/>
                    </a:lnTo>
                    <a:lnTo>
                      <a:pt x="12" y="1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4" name="Freeform 749"/>
              <p:cNvSpPr>
                <a:spLocks noEditPoints="1"/>
              </p:cNvSpPr>
              <p:nvPr/>
            </p:nvSpPr>
            <p:spPr bwMode="auto">
              <a:xfrm flipV="1">
                <a:off x="-12077700" y="-1882776"/>
                <a:ext cx="96837" cy="93663"/>
              </a:xfrm>
              <a:custGeom>
                <a:avLst/>
                <a:gdLst>
                  <a:gd name="T0" fmla="*/ 14 w 26"/>
                  <a:gd name="T1" fmla="*/ 5 h 25"/>
                  <a:gd name="T2" fmla="*/ 19 w 26"/>
                  <a:gd name="T3" fmla="*/ 7 h 25"/>
                  <a:gd name="T4" fmla="*/ 19 w 26"/>
                  <a:gd name="T5" fmla="*/ 17 h 25"/>
                  <a:gd name="T6" fmla="*/ 14 w 26"/>
                  <a:gd name="T7" fmla="*/ 20 h 25"/>
                  <a:gd name="T8" fmla="*/ 9 w 26"/>
                  <a:gd name="T9" fmla="*/ 17 h 25"/>
                  <a:gd name="T10" fmla="*/ 9 w 26"/>
                  <a:gd name="T11" fmla="*/ 7 h 25"/>
                  <a:gd name="T12" fmla="*/ 14 w 26"/>
                  <a:gd name="T13" fmla="*/ 5 h 25"/>
                  <a:gd name="T14" fmla="*/ 14 w 26"/>
                  <a:gd name="T15" fmla="*/ 0 h 25"/>
                  <a:gd name="T16" fmla="*/ 5 w 26"/>
                  <a:gd name="T17" fmla="*/ 4 h 25"/>
                  <a:gd name="T18" fmla="*/ 5 w 26"/>
                  <a:gd name="T19" fmla="*/ 21 h 25"/>
                  <a:gd name="T20" fmla="*/ 14 w 26"/>
                  <a:gd name="T21" fmla="*/ 25 h 25"/>
                  <a:gd name="T22" fmla="*/ 23 w 26"/>
                  <a:gd name="T23" fmla="*/ 21 h 25"/>
                  <a:gd name="T24" fmla="*/ 26 w 26"/>
                  <a:gd name="T25" fmla="*/ 12 h 25"/>
                  <a:gd name="T26" fmla="*/ 23 w 26"/>
                  <a:gd name="T27" fmla="*/ 4 h 25"/>
                  <a:gd name="T28" fmla="*/ 14 w 26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5">
                    <a:moveTo>
                      <a:pt x="14" y="5"/>
                    </a:moveTo>
                    <a:cubicBezTo>
                      <a:pt x="16" y="5"/>
                      <a:pt x="18" y="6"/>
                      <a:pt x="19" y="7"/>
                    </a:cubicBezTo>
                    <a:cubicBezTo>
                      <a:pt x="22" y="10"/>
                      <a:pt x="22" y="15"/>
                      <a:pt x="19" y="17"/>
                    </a:cubicBezTo>
                    <a:cubicBezTo>
                      <a:pt x="18" y="19"/>
                      <a:pt x="16" y="20"/>
                      <a:pt x="14" y="20"/>
                    </a:cubicBezTo>
                    <a:cubicBezTo>
                      <a:pt x="12" y="20"/>
                      <a:pt x="10" y="19"/>
                      <a:pt x="9" y="17"/>
                    </a:cubicBezTo>
                    <a:cubicBezTo>
                      <a:pt x="6" y="15"/>
                      <a:pt x="6" y="10"/>
                      <a:pt x="9" y="7"/>
                    </a:cubicBezTo>
                    <a:cubicBezTo>
                      <a:pt x="10" y="6"/>
                      <a:pt x="12" y="5"/>
                      <a:pt x="14" y="5"/>
                    </a:cubicBezTo>
                    <a:close/>
                    <a:moveTo>
                      <a:pt x="14" y="0"/>
                    </a:moveTo>
                    <a:cubicBezTo>
                      <a:pt x="11" y="0"/>
                      <a:pt x="7" y="1"/>
                      <a:pt x="5" y="4"/>
                    </a:cubicBezTo>
                    <a:cubicBezTo>
                      <a:pt x="0" y="8"/>
                      <a:pt x="0" y="16"/>
                      <a:pt x="5" y="21"/>
                    </a:cubicBezTo>
                    <a:cubicBezTo>
                      <a:pt x="7" y="23"/>
                      <a:pt x="11" y="25"/>
                      <a:pt x="14" y="25"/>
                    </a:cubicBezTo>
                    <a:cubicBezTo>
                      <a:pt x="17" y="25"/>
                      <a:pt x="20" y="23"/>
                      <a:pt x="23" y="21"/>
                    </a:cubicBezTo>
                    <a:cubicBezTo>
                      <a:pt x="25" y="19"/>
                      <a:pt x="26" y="16"/>
                      <a:pt x="26" y="12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5" name="Freeform 750"/>
              <p:cNvSpPr>
                <a:spLocks noEditPoints="1"/>
              </p:cNvSpPr>
              <p:nvPr/>
            </p:nvSpPr>
            <p:spPr bwMode="auto">
              <a:xfrm flipV="1">
                <a:off x="-12063413" y="-2084388"/>
                <a:ext cx="98425" cy="93663"/>
              </a:xfrm>
              <a:custGeom>
                <a:avLst/>
                <a:gdLst>
                  <a:gd name="T0" fmla="*/ 13 w 26"/>
                  <a:gd name="T1" fmla="*/ 5 h 25"/>
                  <a:gd name="T2" fmla="*/ 18 w 26"/>
                  <a:gd name="T3" fmla="*/ 7 h 25"/>
                  <a:gd name="T4" fmla="*/ 18 w 26"/>
                  <a:gd name="T5" fmla="*/ 18 h 25"/>
                  <a:gd name="T6" fmla="*/ 13 w 26"/>
                  <a:gd name="T7" fmla="*/ 20 h 25"/>
                  <a:gd name="T8" fmla="*/ 8 w 26"/>
                  <a:gd name="T9" fmla="*/ 18 h 25"/>
                  <a:gd name="T10" fmla="*/ 8 w 26"/>
                  <a:gd name="T11" fmla="*/ 7 h 25"/>
                  <a:gd name="T12" fmla="*/ 13 w 26"/>
                  <a:gd name="T13" fmla="*/ 5 h 25"/>
                  <a:gd name="T14" fmla="*/ 13 w 26"/>
                  <a:gd name="T15" fmla="*/ 0 h 25"/>
                  <a:gd name="T16" fmla="*/ 4 w 26"/>
                  <a:gd name="T17" fmla="*/ 4 h 25"/>
                  <a:gd name="T18" fmla="*/ 0 w 26"/>
                  <a:gd name="T19" fmla="*/ 12 h 25"/>
                  <a:gd name="T20" fmla="*/ 4 w 26"/>
                  <a:gd name="T21" fmla="*/ 21 h 25"/>
                  <a:gd name="T22" fmla="*/ 13 w 26"/>
                  <a:gd name="T23" fmla="*/ 25 h 25"/>
                  <a:gd name="T24" fmla="*/ 21 w 26"/>
                  <a:gd name="T25" fmla="*/ 21 h 25"/>
                  <a:gd name="T26" fmla="*/ 21 w 26"/>
                  <a:gd name="T27" fmla="*/ 4 h 25"/>
                  <a:gd name="T28" fmla="*/ 13 w 26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5">
                    <a:moveTo>
                      <a:pt x="13" y="5"/>
                    </a:moveTo>
                    <a:cubicBezTo>
                      <a:pt x="14" y="5"/>
                      <a:pt x="16" y="6"/>
                      <a:pt x="18" y="7"/>
                    </a:cubicBezTo>
                    <a:cubicBezTo>
                      <a:pt x="21" y="10"/>
                      <a:pt x="21" y="15"/>
                      <a:pt x="18" y="18"/>
                    </a:cubicBezTo>
                    <a:cubicBezTo>
                      <a:pt x="16" y="19"/>
                      <a:pt x="14" y="20"/>
                      <a:pt x="13" y="20"/>
                    </a:cubicBezTo>
                    <a:cubicBezTo>
                      <a:pt x="11" y="20"/>
                      <a:pt x="9" y="19"/>
                      <a:pt x="8" y="18"/>
                    </a:cubicBezTo>
                    <a:cubicBezTo>
                      <a:pt x="5" y="15"/>
                      <a:pt x="5" y="10"/>
                      <a:pt x="8" y="7"/>
                    </a:cubicBezTo>
                    <a:cubicBezTo>
                      <a:pt x="9" y="6"/>
                      <a:pt x="11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9" y="0"/>
                      <a:pt x="6" y="1"/>
                      <a:pt x="4" y="4"/>
                    </a:cubicBezTo>
                    <a:cubicBezTo>
                      <a:pt x="2" y="6"/>
                      <a:pt x="0" y="9"/>
                      <a:pt x="0" y="12"/>
                    </a:cubicBezTo>
                    <a:cubicBezTo>
                      <a:pt x="0" y="16"/>
                      <a:pt x="2" y="19"/>
                      <a:pt x="4" y="21"/>
                    </a:cubicBezTo>
                    <a:cubicBezTo>
                      <a:pt x="6" y="24"/>
                      <a:pt x="9" y="25"/>
                      <a:pt x="13" y="25"/>
                    </a:cubicBezTo>
                    <a:cubicBezTo>
                      <a:pt x="16" y="25"/>
                      <a:pt x="19" y="24"/>
                      <a:pt x="21" y="21"/>
                    </a:cubicBezTo>
                    <a:cubicBezTo>
                      <a:pt x="26" y="16"/>
                      <a:pt x="26" y="9"/>
                      <a:pt x="21" y="4"/>
                    </a:cubicBezTo>
                    <a:cubicBezTo>
                      <a:pt x="19" y="1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6" name="Freeform 751"/>
              <p:cNvSpPr>
                <a:spLocks noEditPoints="1"/>
              </p:cNvSpPr>
              <p:nvPr/>
            </p:nvSpPr>
            <p:spPr bwMode="auto">
              <a:xfrm flipV="1">
                <a:off x="-11815763" y="-2400301"/>
                <a:ext cx="98425" cy="93663"/>
              </a:xfrm>
              <a:custGeom>
                <a:avLst/>
                <a:gdLst>
                  <a:gd name="T0" fmla="*/ 13 w 26"/>
                  <a:gd name="T1" fmla="*/ 5 h 25"/>
                  <a:gd name="T2" fmla="*/ 18 w 26"/>
                  <a:gd name="T3" fmla="*/ 8 h 25"/>
                  <a:gd name="T4" fmla="*/ 18 w 26"/>
                  <a:gd name="T5" fmla="*/ 18 h 25"/>
                  <a:gd name="T6" fmla="*/ 13 w 26"/>
                  <a:gd name="T7" fmla="*/ 20 h 25"/>
                  <a:gd name="T8" fmla="*/ 8 w 26"/>
                  <a:gd name="T9" fmla="*/ 18 h 25"/>
                  <a:gd name="T10" fmla="*/ 8 w 26"/>
                  <a:gd name="T11" fmla="*/ 8 h 25"/>
                  <a:gd name="T12" fmla="*/ 13 w 26"/>
                  <a:gd name="T13" fmla="*/ 5 h 25"/>
                  <a:gd name="T14" fmla="*/ 13 w 26"/>
                  <a:gd name="T15" fmla="*/ 0 h 25"/>
                  <a:gd name="T16" fmla="*/ 4 w 26"/>
                  <a:gd name="T17" fmla="*/ 4 h 25"/>
                  <a:gd name="T18" fmla="*/ 0 w 26"/>
                  <a:gd name="T19" fmla="*/ 13 h 25"/>
                  <a:gd name="T20" fmla="*/ 4 w 26"/>
                  <a:gd name="T21" fmla="*/ 21 h 25"/>
                  <a:gd name="T22" fmla="*/ 13 w 26"/>
                  <a:gd name="T23" fmla="*/ 25 h 25"/>
                  <a:gd name="T24" fmla="*/ 21 w 26"/>
                  <a:gd name="T25" fmla="*/ 21 h 25"/>
                  <a:gd name="T26" fmla="*/ 21 w 26"/>
                  <a:gd name="T27" fmla="*/ 4 h 25"/>
                  <a:gd name="T28" fmla="*/ 13 w 26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5">
                    <a:moveTo>
                      <a:pt x="13" y="5"/>
                    </a:moveTo>
                    <a:cubicBezTo>
                      <a:pt x="14" y="5"/>
                      <a:pt x="16" y="6"/>
                      <a:pt x="18" y="8"/>
                    </a:cubicBezTo>
                    <a:cubicBezTo>
                      <a:pt x="21" y="10"/>
                      <a:pt x="21" y="15"/>
                      <a:pt x="18" y="18"/>
                    </a:cubicBezTo>
                    <a:cubicBezTo>
                      <a:pt x="16" y="19"/>
                      <a:pt x="14" y="20"/>
                      <a:pt x="13" y="20"/>
                    </a:cubicBezTo>
                    <a:cubicBezTo>
                      <a:pt x="11" y="20"/>
                      <a:pt x="9" y="19"/>
                      <a:pt x="8" y="18"/>
                    </a:cubicBezTo>
                    <a:cubicBezTo>
                      <a:pt x="5" y="15"/>
                      <a:pt x="5" y="10"/>
                      <a:pt x="8" y="8"/>
                    </a:cubicBezTo>
                    <a:cubicBezTo>
                      <a:pt x="9" y="6"/>
                      <a:pt x="11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9" y="0"/>
                      <a:pt x="6" y="2"/>
                      <a:pt x="4" y="4"/>
                    </a:cubicBezTo>
                    <a:cubicBezTo>
                      <a:pt x="2" y="6"/>
                      <a:pt x="0" y="9"/>
                      <a:pt x="0" y="13"/>
                    </a:cubicBezTo>
                    <a:cubicBezTo>
                      <a:pt x="0" y="16"/>
                      <a:pt x="2" y="19"/>
                      <a:pt x="4" y="21"/>
                    </a:cubicBezTo>
                    <a:cubicBezTo>
                      <a:pt x="6" y="24"/>
                      <a:pt x="9" y="25"/>
                      <a:pt x="13" y="25"/>
                    </a:cubicBezTo>
                    <a:cubicBezTo>
                      <a:pt x="16" y="25"/>
                      <a:pt x="19" y="24"/>
                      <a:pt x="21" y="21"/>
                    </a:cubicBezTo>
                    <a:cubicBezTo>
                      <a:pt x="26" y="17"/>
                      <a:pt x="26" y="9"/>
                      <a:pt x="21" y="4"/>
                    </a:cubicBezTo>
                    <a:cubicBezTo>
                      <a:pt x="19" y="2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7" name="Freeform 752"/>
              <p:cNvSpPr>
                <a:spLocks noEditPoints="1"/>
              </p:cNvSpPr>
              <p:nvPr/>
            </p:nvSpPr>
            <p:spPr bwMode="auto">
              <a:xfrm flipV="1">
                <a:off x="-11342688" y="-3170238"/>
                <a:ext cx="93662" cy="90488"/>
              </a:xfrm>
              <a:custGeom>
                <a:avLst/>
                <a:gdLst>
                  <a:gd name="T0" fmla="*/ 13 w 25"/>
                  <a:gd name="T1" fmla="*/ 5 h 24"/>
                  <a:gd name="T2" fmla="*/ 17 w 25"/>
                  <a:gd name="T3" fmla="*/ 7 h 24"/>
                  <a:gd name="T4" fmla="*/ 17 w 25"/>
                  <a:gd name="T5" fmla="*/ 16 h 24"/>
                  <a:gd name="T6" fmla="*/ 13 w 25"/>
                  <a:gd name="T7" fmla="*/ 18 h 24"/>
                  <a:gd name="T8" fmla="*/ 8 w 25"/>
                  <a:gd name="T9" fmla="*/ 16 h 24"/>
                  <a:gd name="T10" fmla="*/ 8 w 25"/>
                  <a:gd name="T11" fmla="*/ 7 h 24"/>
                  <a:gd name="T12" fmla="*/ 13 w 25"/>
                  <a:gd name="T13" fmla="*/ 5 h 24"/>
                  <a:gd name="T14" fmla="*/ 13 w 25"/>
                  <a:gd name="T15" fmla="*/ 0 h 24"/>
                  <a:gd name="T16" fmla="*/ 4 w 25"/>
                  <a:gd name="T17" fmla="*/ 3 h 24"/>
                  <a:gd name="T18" fmla="*/ 0 w 25"/>
                  <a:gd name="T19" fmla="*/ 12 h 24"/>
                  <a:gd name="T20" fmla="*/ 4 w 25"/>
                  <a:gd name="T21" fmla="*/ 20 h 24"/>
                  <a:gd name="T22" fmla="*/ 13 w 25"/>
                  <a:gd name="T23" fmla="*/ 24 h 24"/>
                  <a:gd name="T24" fmla="*/ 21 w 25"/>
                  <a:gd name="T25" fmla="*/ 20 h 24"/>
                  <a:gd name="T26" fmla="*/ 25 w 25"/>
                  <a:gd name="T27" fmla="*/ 12 h 24"/>
                  <a:gd name="T28" fmla="*/ 21 w 25"/>
                  <a:gd name="T29" fmla="*/ 3 h 24"/>
                  <a:gd name="T30" fmla="*/ 13 w 25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4" y="5"/>
                      <a:pt x="16" y="5"/>
                      <a:pt x="17" y="7"/>
                    </a:cubicBezTo>
                    <a:cubicBezTo>
                      <a:pt x="20" y="9"/>
                      <a:pt x="20" y="14"/>
                      <a:pt x="17" y="16"/>
                    </a:cubicBezTo>
                    <a:cubicBezTo>
                      <a:pt x="16" y="18"/>
                      <a:pt x="14" y="18"/>
                      <a:pt x="13" y="18"/>
                    </a:cubicBezTo>
                    <a:cubicBezTo>
                      <a:pt x="11" y="18"/>
                      <a:pt x="9" y="18"/>
                      <a:pt x="8" y="16"/>
                    </a:cubicBezTo>
                    <a:cubicBezTo>
                      <a:pt x="5" y="14"/>
                      <a:pt x="5" y="9"/>
                      <a:pt x="8" y="7"/>
                    </a:cubicBezTo>
                    <a:cubicBezTo>
                      <a:pt x="9" y="5"/>
                      <a:pt x="11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0" y="8"/>
                      <a:pt x="0" y="12"/>
                    </a:cubicBezTo>
                    <a:cubicBezTo>
                      <a:pt x="0" y="15"/>
                      <a:pt x="2" y="18"/>
                      <a:pt x="4" y="20"/>
                    </a:cubicBezTo>
                    <a:cubicBezTo>
                      <a:pt x="6" y="22"/>
                      <a:pt x="9" y="24"/>
                      <a:pt x="13" y="24"/>
                    </a:cubicBezTo>
                    <a:cubicBezTo>
                      <a:pt x="16" y="24"/>
                      <a:pt x="19" y="22"/>
                      <a:pt x="21" y="20"/>
                    </a:cubicBezTo>
                    <a:cubicBezTo>
                      <a:pt x="23" y="18"/>
                      <a:pt x="25" y="15"/>
                      <a:pt x="25" y="12"/>
                    </a:cubicBezTo>
                    <a:cubicBezTo>
                      <a:pt x="25" y="8"/>
                      <a:pt x="23" y="5"/>
                      <a:pt x="21" y="3"/>
                    </a:cubicBezTo>
                    <a:cubicBezTo>
                      <a:pt x="19" y="1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8" name="Freeform 753"/>
              <p:cNvSpPr>
                <a:spLocks noEditPoints="1"/>
              </p:cNvSpPr>
              <p:nvPr/>
            </p:nvSpPr>
            <p:spPr bwMode="auto">
              <a:xfrm flipV="1">
                <a:off x="-11585575" y="-2903538"/>
                <a:ext cx="100012" cy="90488"/>
              </a:xfrm>
              <a:custGeom>
                <a:avLst/>
                <a:gdLst>
                  <a:gd name="T0" fmla="*/ 13 w 27"/>
                  <a:gd name="T1" fmla="*/ 5 h 24"/>
                  <a:gd name="T2" fmla="*/ 18 w 27"/>
                  <a:gd name="T3" fmla="*/ 7 h 24"/>
                  <a:gd name="T4" fmla="*/ 18 w 27"/>
                  <a:gd name="T5" fmla="*/ 17 h 24"/>
                  <a:gd name="T6" fmla="*/ 13 w 27"/>
                  <a:gd name="T7" fmla="*/ 19 h 24"/>
                  <a:gd name="T8" fmla="*/ 9 w 27"/>
                  <a:gd name="T9" fmla="*/ 17 h 24"/>
                  <a:gd name="T10" fmla="*/ 9 w 27"/>
                  <a:gd name="T11" fmla="*/ 7 h 24"/>
                  <a:gd name="T12" fmla="*/ 13 w 27"/>
                  <a:gd name="T13" fmla="*/ 5 h 24"/>
                  <a:gd name="T14" fmla="*/ 13 w 27"/>
                  <a:gd name="T15" fmla="*/ 0 h 24"/>
                  <a:gd name="T16" fmla="*/ 5 w 27"/>
                  <a:gd name="T17" fmla="*/ 4 h 24"/>
                  <a:gd name="T18" fmla="*/ 5 w 27"/>
                  <a:gd name="T19" fmla="*/ 21 h 24"/>
                  <a:gd name="T20" fmla="*/ 13 w 27"/>
                  <a:gd name="T21" fmla="*/ 24 h 24"/>
                  <a:gd name="T22" fmla="*/ 22 w 27"/>
                  <a:gd name="T23" fmla="*/ 21 h 24"/>
                  <a:gd name="T24" fmla="*/ 22 w 27"/>
                  <a:gd name="T25" fmla="*/ 4 h 24"/>
                  <a:gd name="T26" fmla="*/ 13 w 27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24">
                    <a:moveTo>
                      <a:pt x="13" y="5"/>
                    </a:moveTo>
                    <a:cubicBezTo>
                      <a:pt x="15" y="5"/>
                      <a:pt x="17" y="6"/>
                      <a:pt x="18" y="7"/>
                    </a:cubicBezTo>
                    <a:cubicBezTo>
                      <a:pt x="21" y="10"/>
                      <a:pt x="21" y="14"/>
                      <a:pt x="18" y="17"/>
                    </a:cubicBezTo>
                    <a:cubicBezTo>
                      <a:pt x="17" y="18"/>
                      <a:pt x="15" y="19"/>
                      <a:pt x="13" y="19"/>
                    </a:cubicBezTo>
                    <a:cubicBezTo>
                      <a:pt x="12" y="19"/>
                      <a:pt x="10" y="18"/>
                      <a:pt x="9" y="17"/>
                    </a:cubicBezTo>
                    <a:cubicBezTo>
                      <a:pt x="6" y="14"/>
                      <a:pt x="6" y="10"/>
                      <a:pt x="9" y="7"/>
                    </a:cubicBezTo>
                    <a:cubicBezTo>
                      <a:pt x="10" y="6"/>
                      <a:pt x="12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10" y="0"/>
                      <a:pt x="7" y="1"/>
                      <a:pt x="5" y="4"/>
                    </a:cubicBezTo>
                    <a:cubicBezTo>
                      <a:pt x="0" y="8"/>
                      <a:pt x="0" y="16"/>
                      <a:pt x="5" y="21"/>
                    </a:cubicBezTo>
                    <a:cubicBezTo>
                      <a:pt x="7" y="23"/>
                      <a:pt x="10" y="24"/>
                      <a:pt x="13" y="24"/>
                    </a:cubicBezTo>
                    <a:cubicBezTo>
                      <a:pt x="17" y="24"/>
                      <a:pt x="20" y="23"/>
                      <a:pt x="22" y="21"/>
                    </a:cubicBezTo>
                    <a:cubicBezTo>
                      <a:pt x="27" y="16"/>
                      <a:pt x="27" y="8"/>
                      <a:pt x="22" y="4"/>
                    </a:cubicBezTo>
                    <a:cubicBezTo>
                      <a:pt x="20" y="1"/>
                      <a:pt x="17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9" name="Freeform 754"/>
              <p:cNvSpPr>
                <a:spLocks noEditPoints="1"/>
              </p:cNvSpPr>
              <p:nvPr/>
            </p:nvSpPr>
            <p:spPr bwMode="auto">
              <a:xfrm flipV="1">
                <a:off x="-11241088" y="-3589338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7 w 24"/>
                  <a:gd name="T3" fmla="*/ 7 h 24"/>
                  <a:gd name="T4" fmla="*/ 17 w 24"/>
                  <a:gd name="T5" fmla="*/ 16 h 24"/>
                  <a:gd name="T6" fmla="*/ 12 w 24"/>
                  <a:gd name="T7" fmla="*/ 19 h 24"/>
                  <a:gd name="T8" fmla="*/ 8 w 24"/>
                  <a:gd name="T9" fmla="*/ 16 h 24"/>
                  <a:gd name="T10" fmla="*/ 8 w 24"/>
                  <a:gd name="T11" fmla="*/ 7 h 24"/>
                  <a:gd name="T12" fmla="*/ 12 w 24"/>
                  <a:gd name="T13" fmla="*/ 5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4" y="5"/>
                      <a:pt x="16" y="5"/>
                      <a:pt x="17" y="7"/>
                    </a:cubicBezTo>
                    <a:cubicBezTo>
                      <a:pt x="20" y="9"/>
                      <a:pt x="20" y="14"/>
                      <a:pt x="17" y="16"/>
                    </a:cubicBezTo>
                    <a:cubicBezTo>
                      <a:pt x="16" y="18"/>
                      <a:pt x="14" y="19"/>
                      <a:pt x="12" y="19"/>
                    </a:cubicBezTo>
                    <a:cubicBezTo>
                      <a:pt x="11" y="19"/>
                      <a:pt x="9" y="18"/>
                      <a:pt x="8" y="16"/>
                    </a:cubicBezTo>
                    <a:cubicBezTo>
                      <a:pt x="5" y="14"/>
                      <a:pt x="5" y="9"/>
                      <a:pt x="8" y="7"/>
                    </a:cubicBezTo>
                    <a:cubicBezTo>
                      <a:pt x="9" y="5"/>
                      <a:pt x="11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0" y="8"/>
                      <a:pt x="0" y="12"/>
                    </a:cubicBezTo>
                    <a:cubicBezTo>
                      <a:pt x="0" y="15"/>
                      <a:pt x="2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6" y="24"/>
                      <a:pt x="19" y="22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8"/>
                      <a:pt x="23" y="5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0" name="Freeform 755"/>
              <p:cNvSpPr>
                <a:spLocks noEditPoints="1"/>
              </p:cNvSpPr>
              <p:nvPr/>
            </p:nvSpPr>
            <p:spPr bwMode="auto">
              <a:xfrm flipV="1">
                <a:off x="-11522075" y="-3492501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7 w 24"/>
                  <a:gd name="T3" fmla="*/ 7 h 24"/>
                  <a:gd name="T4" fmla="*/ 17 w 24"/>
                  <a:gd name="T5" fmla="*/ 17 h 24"/>
                  <a:gd name="T6" fmla="*/ 12 w 24"/>
                  <a:gd name="T7" fmla="*/ 19 h 24"/>
                  <a:gd name="T8" fmla="*/ 7 w 24"/>
                  <a:gd name="T9" fmla="*/ 17 h 24"/>
                  <a:gd name="T10" fmla="*/ 7 w 24"/>
                  <a:gd name="T11" fmla="*/ 7 h 24"/>
                  <a:gd name="T12" fmla="*/ 12 w 24"/>
                  <a:gd name="T13" fmla="*/ 5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4" y="5"/>
                      <a:pt x="16" y="6"/>
                      <a:pt x="17" y="7"/>
                    </a:cubicBezTo>
                    <a:cubicBezTo>
                      <a:pt x="20" y="10"/>
                      <a:pt x="20" y="14"/>
                      <a:pt x="17" y="17"/>
                    </a:cubicBezTo>
                    <a:cubicBezTo>
                      <a:pt x="16" y="18"/>
                      <a:pt x="14" y="19"/>
                      <a:pt x="12" y="19"/>
                    </a:cubicBezTo>
                    <a:cubicBezTo>
                      <a:pt x="10" y="19"/>
                      <a:pt x="9" y="18"/>
                      <a:pt x="7" y="17"/>
                    </a:cubicBezTo>
                    <a:cubicBezTo>
                      <a:pt x="5" y="14"/>
                      <a:pt x="5" y="10"/>
                      <a:pt x="7" y="7"/>
                    </a:cubicBezTo>
                    <a:cubicBezTo>
                      <a:pt x="9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8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1" name="Freeform 756"/>
              <p:cNvSpPr>
                <a:spLocks noEditPoints="1"/>
              </p:cNvSpPr>
              <p:nvPr/>
            </p:nvSpPr>
            <p:spPr bwMode="auto">
              <a:xfrm flipV="1">
                <a:off x="-11811000" y="-2130426"/>
                <a:ext cx="96837" cy="93663"/>
              </a:xfrm>
              <a:custGeom>
                <a:avLst/>
                <a:gdLst>
                  <a:gd name="T0" fmla="*/ 14 w 26"/>
                  <a:gd name="T1" fmla="*/ 5 h 25"/>
                  <a:gd name="T2" fmla="*/ 19 w 26"/>
                  <a:gd name="T3" fmla="*/ 8 h 25"/>
                  <a:gd name="T4" fmla="*/ 19 w 26"/>
                  <a:gd name="T5" fmla="*/ 18 h 25"/>
                  <a:gd name="T6" fmla="*/ 14 w 26"/>
                  <a:gd name="T7" fmla="*/ 20 h 25"/>
                  <a:gd name="T8" fmla="*/ 9 w 26"/>
                  <a:gd name="T9" fmla="*/ 18 h 25"/>
                  <a:gd name="T10" fmla="*/ 9 w 26"/>
                  <a:gd name="T11" fmla="*/ 8 h 25"/>
                  <a:gd name="T12" fmla="*/ 14 w 26"/>
                  <a:gd name="T13" fmla="*/ 5 h 25"/>
                  <a:gd name="T14" fmla="*/ 14 w 26"/>
                  <a:gd name="T15" fmla="*/ 0 h 25"/>
                  <a:gd name="T16" fmla="*/ 5 w 26"/>
                  <a:gd name="T17" fmla="*/ 4 h 25"/>
                  <a:gd name="T18" fmla="*/ 5 w 26"/>
                  <a:gd name="T19" fmla="*/ 21 h 25"/>
                  <a:gd name="T20" fmla="*/ 14 w 26"/>
                  <a:gd name="T21" fmla="*/ 25 h 25"/>
                  <a:gd name="T22" fmla="*/ 23 w 26"/>
                  <a:gd name="T23" fmla="*/ 21 h 25"/>
                  <a:gd name="T24" fmla="*/ 26 w 26"/>
                  <a:gd name="T25" fmla="*/ 13 h 25"/>
                  <a:gd name="T26" fmla="*/ 23 w 26"/>
                  <a:gd name="T27" fmla="*/ 4 h 25"/>
                  <a:gd name="T28" fmla="*/ 14 w 26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5">
                    <a:moveTo>
                      <a:pt x="14" y="5"/>
                    </a:moveTo>
                    <a:cubicBezTo>
                      <a:pt x="16" y="5"/>
                      <a:pt x="18" y="6"/>
                      <a:pt x="19" y="8"/>
                    </a:cubicBezTo>
                    <a:cubicBezTo>
                      <a:pt x="22" y="10"/>
                      <a:pt x="22" y="15"/>
                      <a:pt x="19" y="18"/>
                    </a:cubicBezTo>
                    <a:cubicBezTo>
                      <a:pt x="18" y="19"/>
                      <a:pt x="16" y="20"/>
                      <a:pt x="14" y="20"/>
                    </a:cubicBezTo>
                    <a:cubicBezTo>
                      <a:pt x="12" y="20"/>
                      <a:pt x="10" y="19"/>
                      <a:pt x="9" y="18"/>
                    </a:cubicBezTo>
                    <a:cubicBezTo>
                      <a:pt x="6" y="15"/>
                      <a:pt x="6" y="10"/>
                      <a:pt x="9" y="8"/>
                    </a:cubicBezTo>
                    <a:cubicBezTo>
                      <a:pt x="10" y="6"/>
                      <a:pt x="12" y="5"/>
                      <a:pt x="14" y="5"/>
                    </a:cubicBezTo>
                    <a:close/>
                    <a:moveTo>
                      <a:pt x="14" y="0"/>
                    </a:moveTo>
                    <a:cubicBezTo>
                      <a:pt x="11" y="0"/>
                      <a:pt x="8" y="2"/>
                      <a:pt x="5" y="4"/>
                    </a:cubicBezTo>
                    <a:cubicBezTo>
                      <a:pt x="0" y="9"/>
                      <a:pt x="0" y="17"/>
                      <a:pt x="5" y="21"/>
                    </a:cubicBezTo>
                    <a:cubicBezTo>
                      <a:pt x="8" y="24"/>
                      <a:pt x="11" y="25"/>
                      <a:pt x="14" y="25"/>
                    </a:cubicBezTo>
                    <a:cubicBezTo>
                      <a:pt x="17" y="25"/>
                      <a:pt x="20" y="24"/>
                      <a:pt x="23" y="21"/>
                    </a:cubicBezTo>
                    <a:cubicBezTo>
                      <a:pt x="25" y="19"/>
                      <a:pt x="26" y="16"/>
                      <a:pt x="26" y="13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2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2" name="Freeform 757"/>
              <p:cNvSpPr>
                <a:spLocks/>
              </p:cNvSpPr>
              <p:nvPr/>
            </p:nvSpPr>
            <p:spPr bwMode="auto">
              <a:xfrm flipV="1">
                <a:off x="-12149138" y="-3429001"/>
                <a:ext cx="660400" cy="1570038"/>
              </a:xfrm>
              <a:custGeom>
                <a:avLst/>
                <a:gdLst>
                  <a:gd name="T0" fmla="*/ 173 w 176"/>
                  <a:gd name="T1" fmla="*/ 418 h 418"/>
                  <a:gd name="T2" fmla="*/ 39 w 176"/>
                  <a:gd name="T3" fmla="*/ 284 h 418"/>
                  <a:gd name="T4" fmla="*/ 39 w 176"/>
                  <a:gd name="T5" fmla="*/ 283 h 418"/>
                  <a:gd name="T6" fmla="*/ 39 w 176"/>
                  <a:gd name="T7" fmla="*/ 109 h 418"/>
                  <a:gd name="T8" fmla="*/ 1 w 176"/>
                  <a:gd name="T9" fmla="*/ 71 h 418"/>
                  <a:gd name="T10" fmla="*/ 0 w 176"/>
                  <a:gd name="T11" fmla="*/ 70 h 418"/>
                  <a:gd name="T12" fmla="*/ 0 w 176"/>
                  <a:gd name="T13" fmla="*/ 24 h 418"/>
                  <a:gd name="T14" fmla="*/ 1 w 176"/>
                  <a:gd name="T15" fmla="*/ 23 h 418"/>
                  <a:gd name="T16" fmla="*/ 24 w 176"/>
                  <a:gd name="T17" fmla="*/ 0 h 418"/>
                  <a:gd name="T18" fmla="*/ 27 w 176"/>
                  <a:gd name="T19" fmla="*/ 2 h 418"/>
                  <a:gd name="T20" fmla="*/ 4 w 176"/>
                  <a:gd name="T21" fmla="*/ 25 h 418"/>
                  <a:gd name="T22" fmla="*/ 4 w 176"/>
                  <a:gd name="T23" fmla="*/ 69 h 418"/>
                  <a:gd name="T24" fmla="*/ 42 w 176"/>
                  <a:gd name="T25" fmla="*/ 107 h 418"/>
                  <a:gd name="T26" fmla="*/ 42 w 176"/>
                  <a:gd name="T27" fmla="*/ 108 h 418"/>
                  <a:gd name="T28" fmla="*/ 42 w 176"/>
                  <a:gd name="T29" fmla="*/ 282 h 418"/>
                  <a:gd name="T30" fmla="*/ 176 w 176"/>
                  <a:gd name="T31" fmla="*/ 416 h 418"/>
                  <a:gd name="T32" fmla="*/ 173 w 176"/>
                  <a:gd name="T33" fmla="*/ 41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6" h="418">
                    <a:moveTo>
                      <a:pt x="173" y="418"/>
                    </a:moveTo>
                    <a:cubicBezTo>
                      <a:pt x="39" y="284"/>
                      <a:pt x="39" y="284"/>
                      <a:pt x="39" y="284"/>
                    </a:cubicBezTo>
                    <a:cubicBezTo>
                      <a:pt x="39" y="283"/>
                      <a:pt x="39" y="283"/>
                      <a:pt x="39" y="283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1" y="71"/>
                      <a:pt x="0" y="70"/>
                      <a:pt x="0" y="7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1" y="23"/>
                      <a:pt x="1" y="23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2" y="107"/>
                      <a:pt x="42" y="107"/>
                      <a:pt x="42" y="107"/>
                    </a:cubicBezTo>
                    <a:cubicBezTo>
                      <a:pt x="42" y="107"/>
                      <a:pt x="42" y="108"/>
                      <a:pt x="42" y="108"/>
                    </a:cubicBezTo>
                    <a:cubicBezTo>
                      <a:pt x="42" y="282"/>
                      <a:pt x="42" y="282"/>
                      <a:pt x="42" y="282"/>
                    </a:cubicBezTo>
                    <a:cubicBezTo>
                      <a:pt x="176" y="416"/>
                      <a:pt x="176" y="416"/>
                      <a:pt x="176" y="416"/>
                    </a:cubicBezTo>
                    <a:lnTo>
                      <a:pt x="173" y="4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3" name="Freeform 758"/>
              <p:cNvSpPr>
                <a:spLocks/>
              </p:cNvSpPr>
              <p:nvPr/>
            </p:nvSpPr>
            <p:spPr bwMode="auto">
              <a:xfrm flipV="1">
                <a:off x="-11987213" y="-3529013"/>
                <a:ext cx="779462" cy="1470025"/>
              </a:xfrm>
              <a:custGeom>
                <a:avLst/>
                <a:gdLst>
                  <a:gd name="T0" fmla="*/ 206 w 208"/>
                  <a:gd name="T1" fmla="*/ 392 h 392"/>
                  <a:gd name="T2" fmla="*/ 27 w 208"/>
                  <a:gd name="T3" fmla="*/ 213 h 392"/>
                  <a:gd name="T4" fmla="*/ 26 w 208"/>
                  <a:gd name="T5" fmla="*/ 211 h 392"/>
                  <a:gd name="T6" fmla="*/ 26 w 208"/>
                  <a:gd name="T7" fmla="*/ 29 h 392"/>
                  <a:gd name="T8" fmla="*/ 0 w 208"/>
                  <a:gd name="T9" fmla="*/ 3 h 392"/>
                  <a:gd name="T10" fmla="*/ 2 w 208"/>
                  <a:gd name="T11" fmla="*/ 0 h 392"/>
                  <a:gd name="T12" fmla="*/ 29 w 208"/>
                  <a:gd name="T13" fmla="*/ 27 h 392"/>
                  <a:gd name="T14" fmla="*/ 30 w 208"/>
                  <a:gd name="T15" fmla="*/ 28 h 392"/>
                  <a:gd name="T16" fmla="*/ 30 w 208"/>
                  <a:gd name="T17" fmla="*/ 211 h 392"/>
                  <a:gd name="T18" fmla="*/ 208 w 208"/>
                  <a:gd name="T19" fmla="*/ 389 h 392"/>
                  <a:gd name="T20" fmla="*/ 206 w 208"/>
                  <a:gd name="T21" fmla="*/ 392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8" h="392">
                    <a:moveTo>
                      <a:pt x="206" y="392"/>
                    </a:moveTo>
                    <a:cubicBezTo>
                      <a:pt x="27" y="213"/>
                      <a:pt x="27" y="213"/>
                      <a:pt x="27" y="213"/>
                    </a:cubicBezTo>
                    <a:cubicBezTo>
                      <a:pt x="26" y="212"/>
                      <a:pt x="26" y="212"/>
                      <a:pt x="26" y="211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8"/>
                      <a:pt x="30" y="28"/>
                      <a:pt x="30" y="28"/>
                    </a:cubicBezTo>
                    <a:cubicBezTo>
                      <a:pt x="30" y="211"/>
                      <a:pt x="30" y="211"/>
                      <a:pt x="30" y="211"/>
                    </a:cubicBezTo>
                    <a:cubicBezTo>
                      <a:pt x="208" y="389"/>
                      <a:pt x="208" y="389"/>
                      <a:pt x="208" y="389"/>
                    </a:cubicBezTo>
                    <a:lnTo>
                      <a:pt x="206" y="39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4" name="Freeform 759"/>
              <p:cNvSpPr>
                <a:spLocks/>
              </p:cNvSpPr>
              <p:nvPr/>
            </p:nvSpPr>
            <p:spPr bwMode="auto">
              <a:xfrm flipV="1">
                <a:off x="-11739563" y="-3132138"/>
                <a:ext cx="415925" cy="1020763"/>
              </a:xfrm>
              <a:custGeom>
                <a:avLst/>
                <a:gdLst>
                  <a:gd name="T0" fmla="*/ 111 w 111"/>
                  <a:gd name="T1" fmla="*/ 272 h 272"/>
                  <a:gd name="T2" fmla="*/ 82 w 111"/>
                  <a:gd name="T3" fmla="*/ 272 h 272"/>
                  <a:gd name="T4" fmla="*/ 81 w 111"/>
                  <a:gd name="T5" fmla="*/ 271 h 272"/>
                  <a:gd name="T6" fmla="*/ 22 w 111"/>
                  <a:gd name="T7" fmla="*/ 213 h 272"/>
                  <a:gd name="T8" fmla="*/ 22 w 111"/>
                  <a:gd name="T9" fmla="*/ 212 h 272"/>
                  <a:gd name="T10" fmla="*/ 22 w 111"/>
                  <a:gd name="T11" fmla="*/ 24 h 272"/>
                  <a:gd name="T12" fmla="*/ 0 w 111"/>
                  <a:gd name="T13" fmla="*/ 3 h 272"/>
                  <a:gd name="T14" fmla="*/ 3 w 111"/>
                  <a:gd name="T15" fmla="*/ 0 h 272"/>
                  <a:gd name="T16" fmla="*/ 25 w 111"/>
                  <a:gd name="T17" fmla="*/ 22 h 272"/>
                  <a:gd name="T18" fmla="*/ 25 w 111"/>
                  <a:gd name="T19" fmla="*/ 23 h 272"/>
                  <a:gd name="T20" fmla="*/ 25 w 111"/>
                  <a:gd name="T21" fmla="*/ 211 h 272"/>
                  <a:gd name="T22" fmla="*/ 82 w 111"/>
                  <a:gd name="T23" fmla="*/ 269 h 272"/>
                  <a:gd name="T24" fmla="*/ 111 w 111"/>
                  <a:gd name="T25" fmla="*/ 269 h 272"/>
                  <a:gd name="T26" fmla="*/ 111 w 111"/>
                  <a:gd name="T27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1" h="272">
                    <a:moveTo>
                      <a:pt x="111" y="272"/>
                    </a:moveTo>
                    <a:cubicBezTo>
                      <a:pt x="82" y="272"/>
                      <a:pt x="82" y="272"/>
                      <a:pt x="82" y="272"/>
                    </a:cubicBezTo>
                    <a:cubicBezTo>
                      <a:pt x="81" y="272"/>
                      <a:pt x="81" y="272"/>
                      <a:pt x="81" y="271"/>
                    </a:cubicBezTo>
                    <a:cubicBezTo>
                      <a:pt x="22" y="213"/>
                      <a:pt x="22" y="213"/>
                      <a:pt x="22" y="213"/>
                    </a:cubicBezTo>
                    <a:cubicBezTo>
                      <a:pt x="22" y="213"/>
                      <a:pt x="22" y="212"/>
                      <a:pt x="22" y="212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3"/>
                      <a:pt x="25" y="23"/>
                    </a:cubicBezTo>
                    <a:cubicBezTo>
                      <a:pt x="25" y="211"/>
                      <a:pt x="25" y="211"/>
                      <a:pt x="25" y="211"/>
                    </a:cubicBezTo>
                    <a:cubicBezTo>
                      <a:pt x="82" y="269"/>
                      <a:pt x="82" y="269"/>
                      <a:pt x="82" y="269"/>
                    </a:cubicBezTo>
                    <a:cubicBezTo>
                      <a:pt x="111" y="269"/>
                      <a:pt x="111" y="269"/>
                      <a:pt x="111" y="269"/>
                    </a:cubicBezTo>
                    <a:lnTo>
                      <a:pt x="111" y="2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5" name="Freeform 760"/>
              <p:cNvSpPr>
                <a:spLocks/>
              </p:cNvSpPr>
              <p:nvPr/>
            </p:nvSpPr>
            <p:spPr bwMode="auto">
              <a:xfrm flipV="1">
                <a:off x="-11777663" y="-3255963"/>
                <a:ext cx="563562" cy="871538"/>
              </a:xfrm>
              <a:custGeom>
                <a:avLst/>
                <a:gdLst>
                  <a:gd name="T0" fmla="*/ 130 w 150"/>
                  <a:gd name="T1" fmla="*/ 232 h 232"/>
                  <a:gd name="T2" fmla="*/ 102 w 150"/>
                  <a:gd name="T3" fmla="*/ 232 h 232"/>
                  <a:gd name="T4" fmla="*/ 100 w 150"/>
                  <a:gd name="T5" fmla="*/ 231 h 232"/>
                  <a:gd name="T6" fmla="*/ 1 w 150"/>
                  <a:gd name="T7" fmla="*/ 131 h 232"/>
                  <a:gd name="T8" fmla="*/ 0 w 150"/>
                  <a:gd name="T9" fmla="*/ 130 h 232"/>
                  <a:gd name="T10" fmla="*/ 0 w 150"/>
                  <a:gd name="T11" fmla="*/ 0 h 232"/>
                  <a:gd name="T12" fmla="*/ 4 w 150"/>
                  <a:gd name="T13" fmla="*/ 0 h 232"/>
                  <a:gd name="T14" fmla="*/ 4 w 150"/>
                  <a:gd name="T15" fmla="*/ 130 h 232"/>
                  <a:gd name="T16" fmla="*/ 102 w 150"/>
                  <a:gd name="T17" fmla="*/ 228 h 232"/>
                  <a:gd name="T18" fmla="*/ 129 w 150"/>
                  <a:gd name="T19" fmla="*/ 228 h 232"/>
                  <a:gd name="T20" fmla="*/ 147 w 150"/>
                  <a:gd name="T21" fmla="*/ 211 h 232"/>
                  <a:gd name="T22" fmla="*/ 147 w 150"/>
                  <a:gd name="T23" fmla="*/ 181 h 232"/>
                  <a:gd name="T24" fmla="*/ 94 w 150"/>
                  <a:gd name="T25" fmla="*/ 128 h 232"/>
                  <a:gd name="T26" fmla="*/ 74 w 150"/>
                  <a:gd name="T27" fmla="*/ 128 h 232"/>
                  <a:gd name="T28" fmla="*/ 74 w 150"/>
                  <a:gd name="T29" fmla="*/ 125 h 232"/>
                  <a:gd name="T30" fmla="*/ 95 w 150"/>
                  <a:gd name="T31" fmla="*/ 125 h 232"/>
                  <a:gd name="T32" fmla="*/ 96 w 150"/>
                  <a:gd name="T33" fmla="*/ 126 h 232"/>
                  <a:gd name="T34" fmla="*/ 149 w 150"/>
                  <a:gd name="T35" fmla="*/ 179 h 232"/>
                  <a:gd name="T36" fmla="*/ 150 w 150"/>
                  <a:gd name="T37" fmla="*/ 180 h 232"/>
                  <a:gd name="T38" fmla="*/ 150 w 150"/>
                  <a:gd name="T39" fmla="*/ 211 h 232"/>
                  <a:gd name="T40" fmla="*/ 149 w 150"/>
                  <a:gd name="T41" fmla="*/ 213 h 232"/>
                  <a:gd name="T42" fmla="*/ 131 w 150"/>
                  <a:gd name="T43" fmla="*/ 231 h 232"/>
                  <a:gd name="T44" fmla="*/ 130 w 150"/>
                  <a:gd name="T45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0" h="232">
                    <a:moveTo>
                      <a:pt x="130" y="232"/>
                    </a:moveTo>
                    <a:cubicBezTo>
                      <a:pt x="102" y="232"/>
                      <a:pt x="102" y="232"/>
                      <a:pt x="102" y="232"/>
                    </a:cubicBezTo>
                    <a:cubicBezTo>
                      <a:pt x="101" y="232"/>
                      <a:pt x="101" y="231"/>
                      <a:pt x="100" y="231"/>
                    </a:cubicBezTo>
                    <a:cubicBezTo>
                      <a:pt x="1" y="131"/>
                      <a:pt x="1" y="131"/>
                      <a:pt x="1" y="131"/>
                    </a:cubicBezTo>
                    <a:cubicBezTo>
                      <a:pt x="0" y="131"/>
                      <a:pt x="0" y="131"/>
                      <a:pt x="0" y="1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30"/>
                      <a:pt x="4" y="130"/>
                      <a:pt x="4" y="130"/>
                    </a:cubicBezTo>
                    <a:cubicBezTo>
                      <a:pt x="102" y="228"/>
                      <a:pt x="102" y="228"/>
                      <a:pt x="102" y="228"/>
                    </a:cubicBezTo>
                    <a:cubicBezTo>
                      <a:pt x="129" y="228"/>
                      <a:pt x="129" y="228"/>
                      <a:pt x="129" y="228"/>
                    </a:cubicBezTo>
                    <a:cubicBezTo>
                      <a:pt x="147" y="211"/>
                      <a:pt x="147" y="211"/>
                      <a:pt x="147" y="211"/>
                    </a:cubicBezTo>
                    <a:cubicBezTo>
                      <a:pt x="147" y="181"/>
                      <a:pt x="147" y="181"/>
                      <a:pt x="147" y="181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74" y="128"/>
                      <a:pt x="74" y="128"/>
                      <a:pt x="74" y="128"/>
                    </a:cubicBezTo>
                    <a:cubicBezTo>
                      <a:pt x="74" y="125"/>
                      <a:pt x="74" y="125"/>
                      <a:pt x="74" y="125"/>
                    </a:cubicBezTo>
                    <a:cubicBezTo>
                      <a:pt x="95" y="125"/>
                      <a:pt x="95" y="125"/>
                      <a:pt x="95" y="125"/>
                    </a:cubicBezTo>
                    <a:cubicBezTo>
                      <a:pt x="95" y="125"/>
                      <a:pt x="96" y="125"/>
                      <a:pt x="96" y="126"/>
                    </a:cubicBezTo>
                    <a:cubicBezTo>
                      <a:pt x="149" y="179"/>
                      <a:pt x="149" y="179"/>
                      <a:pt x="149" y="179"/>
                    </a:cubicBezTo>
                    <a:cubicBezTo>
                      <a:pt x="150" y="179"/>
                      <a:pt x="150" y="180"/>
                      <a:pt x="150" y="180"/>
                    </a:cubicBezTo>
                    <a:cubicBezTo>
                      <a:pt x="150" y="211"/>
                      <a:pt x="150" y="211"/>
                      <a:pt x="150" y="211"/>
                    </a:cubicBezTo>
                    <a:cubicBezTo>
                      <a:pt x="150" y="212"/>
                      <a:pt x="150" y="212"/>
                      <a:pt x="149" y="213"/>
                    </a:cubicBezTo>
                    <a:cubicBezTo>
                      <a:pt x="131" y="231"/>
                      <a:pt x="131" y="231"/>
                      <a:pt x="131" y="231"/>
                    </a:cubicBezTo>
                    <a:cubicBezTo>
                      <a:pt x="131" y="231"/>
                      <a:pt x="130" y="232"/>
                      <a:pt x="130" y="2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6" name="Freeform 761"/>
              <p:cNvSpPr>
                <a:spLocks noEditPoints="1"/>
              </p:cNvSpPr>
              <p:nvPr/>
            </p:nvSpPr>
            <p:spPr bwMode="auto">
              <a:xfrm flipV="1">
                <a:off x="-12107863" y="-3998913"/>
                <a:ext cx="93662" cy="93663"/>
              </a:xfrm>
              <a:custGeom>
                <a:avLst/>
                <a:gdLst>
                  <a:gd name="T0" fmla="*/ 13 w 25"/>
                  <a:gd name="T1" fmla="*/ 6 h 25"/>
                  <a:gd name="T2" fmla="*/ 18 w 25"/>
                  <a:gd name="T3" fmla="*/ 8 h 25"/>
                  <a:gd name="T4" fmla="*/ 18 w 25"/>
                  <a:gd name="T5" fmla="*/ 18 h 25"/>
                  <a:gd name="T6" fmla="*/ 13 w 25"/>
                  <a:gd name="T7" fmla="*/ 20 h 25"/>
                  <a:gd name="T8" fmla="*/ 8 w 25"/>
                  <a:gd name="T9" fmla="*/ 18 h 25"/>
                  <a:gd name="T10" fmla="*/ 8 w 25"/>
                  <a:gd name="T11" fmla="*/ 8 h 25"/>
                  <a:gd name="T12" fmla="*/ 13 w 25"/>
                  <a:gd name="T13" fmla="*/ 6 h 25"/>
                  <a:gd name="T14" fmla="*/ 13 w 25"/>
                  <a:gd name="T15" fmla="*/ 0 h 25"/>
                  <a:gd name="T16" fmla="*/ 4 w 25"/>
                  <a:gd name="T17" fmla="*/ 4 h 25"/>
                  <a:gd name="T18" fmla="*/ 0 w 25"/>
                  <a:gd name="T19" fmla="*/ 13 h 25"/>
                  <a:gd name="T20" fmla="*/ 4 w 25"/>
                  <a:gd name="T21" fmla="*/ 22 h 25"/>
                  <a:gd name="T22" fmla="*/ 13 w 25"/>
                  <a:gd name="T23" fmla="*/ 25 h 25"/>
                  <a:gd name="T24" fmla="*/ 22 w 25"/>
                  <a:gd name="T25" fmla="*/ 22 h 25"/>
                  <a:gd name="T26" fmla="*/ 25 w 25"/>
                  <a:gd name="T27" fmla="*/ 13 h 25"/>
                  <a:gd name="T28" fmla="*/ 22 w 25"/>
                  <a:gd name="T29" fmla="*/ 4 h 25"/>
                  <a:gd name="T30" fmla="*/ 13 w 25"/>
                  <a:gd name="T3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25">
                    <a:moveTo>
                      <a:pt x="13" y="6"/>
                    </a:moveTo>
                    <a:cubicBezTo>
                      <a:pt x="15" y="6"/>
                      <a:pt x="16" y="6"/>
                      <a:pt x="18" y="8"/>
                    </a:cubicBezTo>
                    <a:cubicBezTo>
                      <a:pt x="21" y="11"/>
                      <a:pt x="21" y="15"/>
                      <a:pt x="18" y="18"/>
                    </a:cubicBezTo>
                    <a:cubicBezTo>
                      <a:pt x="17" y="19"/>
                      <a:pt x="15" y="20"/>
                      <a:pt x="13" y="20"/>
                    </a:cubicBezTo>
                    <a:cubicBezTo>
                      <a:pt x="11" y="20"/>
                      <a:pt x="9" y="19"/>
                      <a:pt x="8" y="18"/>
                    </a:cubicBezTo>
                    <a:cubicBezTo>
                      <a:pt x="5" y="15"/>
                      <a:pt x="5" y="11"/>
                      <a:pt x="8" y="8"/>
                    </a:cubicBezTo>
                    <a:cubicBezTo>
                      <a:pt x="9" y="6"/>
                      <a:pt x="11" y="6"/>
                      <a:pt x="13" y="6"/>
                    </a:cubicBezTo>
                    <a:close/>
                    <a:moveTo>
                      <a:pt x="13" y="0"/>
                    </a:moveTo>
                    <a:cubicBezTo>
                      <a:pt x="10" y="0"/>
                      <a:pt x="6" y="2"/>
                      <a:pt x="4" y="4"/>
                    </a:cubicBezTo>
                    <a:cubicBezTo>
                      <a:pt x="2" y="6"/>
                      <a:pt x="0" y="10"/>
                      <a:pt x="0" y="13"/>
                    </a:cubicBezTo>
                    <a:cubicBezTo>
                      <a:pt x="0" y="16"/>
                      <a:pt x="2" y="19"/>
                      <a:pt x="4" y="22"/>
                    </a:cubicBezTo>
                    <a:cubicBezTo>
                      <a:pt x="6" y="24"/>
                      <a:pt x="10" y="25"/>
                      <a:pt x="13" y="25"/>
                    </a:cubicBezTo>
                    <a:cubicBezTo>
                      <a:pt x="16" y="25"/>
                      <a:pt x="19" y="24"/>
                      <a:pt x="22" y="22"/>
                    </a:cubicBezTo>
                    <a:cubicBezTo>
                      <a:pt x="24" y="19"/>
                      <a:pt x="25" y="16"/>
                      <a:pt x="25" y="13"/>
                    </a:cubicBezTo>
                    <a:cubicBezTo>
                      <a:pt x="25" y="10"/>
                      <a:pt x="24" y="6"/>
                      <a:pt x="22" y="4"/>
                    </a:cubicBezTo>
                    <a:cubicBezTo>
                      <a:pt x="19" y="2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7" name="Freeform 762"/>
              <p:cNvSpPr>
                <a:spLocks noEditPoints="1"/>
              </p:cNvSpPr>
              <p:nvPr/>
            </p:nvSpPr>
            <p:spPr bwMode="auto">
              <a:xfrm flipV="1">
                <a:off x="-11909425" y="-3987801"/>
                <a:ext cx="106362" cy="90488"/>
              </a:xfrm>
              <a:custGeom>
                <a:avLst/>
                <a:gdLst>
                  <a:gd name="T0" fmla="*/ 14 w 28"/>
                  <a:gd name="T1" fmla="*/ 5 h 24"/>
                  <a:gd name="T2" fmla="*/ 19 w 28"/>
                  <a:gd name="T3" fmla="*/ 7 h 24"/>
                  <a:gd name="T4" fmla="*/ 19 w 28"/>
                  <a:gd name="T5" fmla="*/ 17 h 24"/>
                  <a:gd name="T6" fmla="*/ 14 w 28"/>
                  <a:gd name="T7" fmla="*/ 19 h 24"/>
                  <a:gd name="T8" fmla="*/ 9 w 28"/>
                  <a:gd name="T9" fmla="*/ 17 h 24"/>
                  <a:gd name="T10" fmla="*/ 9 w 28"/>
                  <a:gd name="T11" fmla="*/ 7 h 24"/>
                  <a:gd name="T12" fmla="*/ 14 w 28"/>
                  <a:gd name="T13" fmla="*/ 5 h 24"/>
                  <a:gd name="T14" fmla="*/ 14 w 28"/>
                  <a:gd name="T15" fmla="*/ 0 h 24"/>
                  <a:gd name="T16" fmla="*/ 5 w 28"/>
                  <a:gd name="T17" fmla="*/ 3 h 24"/>
                  <a:gd name="T18" fmla="*/ 5 w 28"/>
                  <a:gd name="T19" fmla="*/ 21 h 24"/>
                  <a:gd name="T20" fmla="*/ 14 w 28"/>
                  <a:gd name="T21" fmla="*/ 24 h 24"/>
                  <a:gd name="T22" fmla="*/ 23 w 28"/>
                  <a:gd name="T23" fmla="*/ 21 h 24"/>
                  <a:gd name="T24" fmla="*/ 23 w 28"/>
                  <a:gd name="T25" fmla="*/ 3 h 24"/>
                  <a:gd name="T26" fmla="*/ 14 w 28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24">
                    <a:moveTo>
                      <a:pt x="14" y="5"/>
                    </a:moveTo>
                    <a:cubicBezTo>
                      <a:pt x="16" y="5"/>
                      <a:pt x="18" y="6"/>
                      <a:pt x="19" y="7"/>
                    </a:cubicBezTo>
                    <a:cubicBezTo>
                      <a:pt x="22" y="10"/>
                      <a:pt x="22" y="14"/>
                      <a:pt x="19" y="17"/>
                    </a:cubicBezTo>
                    <a:cubicBezTo>
                      <a:pt x="18" y="19"/>
                      <a:pt x="16" y="19"/>
                      <a:pt x="14" y="19"/>
                    </a:cubicBezTo>
                    <a:cubicBezTo>
                      <a:pt x="12" y="19"/>
                      <a:pt x="10" y="19"/>
                      <a:pt x="9" y="17"/>
                    </a:cubicBezTo>
                    <a:cubicBezTo>
                      <a:pt x="6" y="14"/>
                      <a:pt x="6" y="10"/>
                      <a:pt x="9" y="7"/>
                    </a:cubicBezTo>
                    <a:cubicBezTo>
                      <a:pt x="10" y="6"/>
                      <a:pt x="12" y="5"/>
                      <a:pt x="14" y="5"/>
                    </a:cubicBezTo>
                    <a:close/>
                    <a:moveTo>
                      <a:pt x="14" y="0"/>
                    </a:moveTo>
                    <a:cubicBezTo>
                      <a:pt x="11" y="0"/>
                      <a:pt x="8" y="1"/>
                      <a:pt x="5" y="3"/>
                    </a:cubicBezTo>
                    <a:cubicBezTo>
                      <a:pt x="0" y="8"/>
                      <a:pt x="0" y="16"/>
                      <a:pt x="5" y="21"/>
                    </a:cubicBezTo>
                    <a:cubicBezTo>
                      <a:pt x="8" y="23"/>
                      <a:pt x="11" y="24"/>
                      <a:pt x="14" y="24"/>
                    </a:cubicBezTo>
                    <a:cubicBezTo>
                      <a:pt x="17" y="24"/>
                      <a:pt x="20" y="23"/>
                      <a:pt x="23" y="21"/>
                    </a:cubicBezTo>
                    <a:cubicBezTo>
                      <a:pt x="28" y="16"/>
                      <a:pt x="28" y="8"/>
                      <a:pt x="23" y="3"/>
                    </a:cubicBezTo>
                    <a:cubicBezTo>
                      <a:pt x="20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8" name="Freeform 763"/>
              <p:cNvSpPr>
                <a:spLocks noEditPoints="1"/>
              </p:cNvSpPr>
              <p:nvPr/>
            </p:nvSpPr>
            <p:spPr bwMode="auto">
              <a:xfrm flipV="1">
                <a:off x="-11585575" y="-3740151"/>
                <a:ext cx="93662" cy="90488"/>
              </a:xfrm>
              <a:custGeom>
                <a:avLst/>
                <a:gdLst>
                  <a:gd name="T0" fmla="*/ 12 w 25"/>
                  <a:gd name="T1" fmla="*/ 5 h 24"/>
                  <a:gd name="T2" fmla="*/ 17 w 25"/>
                  <a:gd name="T3" fmla="*/ 7 h 24"/>
                  <a:gd name="T4" fmla="*/ 17 w 25"/>
                  <a:gd name="T5" fmla="*/ 17 h 24"/>
                  <a:gd name="T6" fmla="*/ 12 w 25"/>
                  <a:gd name="T7" fmla="*/ 19 h 24"/>
                  <a:gd name="T8" fmla="*/ 7 w 25"/>
                  <a:gd name="T9" fmla="*/ 17 h 24"/>
                  <a:gd name="T10" fmla="*/ 7 w 25"/>
                  <a:gd name="T11" fmla="*/ 7 h 24"/>
                  <a:gd name="T12" fmla="*/ 12 w 25"/>
                  <a:gd name="T13" fmla="*/ 5 h 24"/>
                  <a:gd name="T14" fmla="*/ 12 w 25"/>
                  <a:gd name="T15" fmla="*/ 0 h 24"/>
                  <a:gd name="T16" fmla="*/ 3 w 25"/>
                  <a:gd name="T17" fmla="*/ 3 h 24"/>
                  <a:gd name="T18" fmla="*/ 0 w 25"/>
                  <a:gd name="T19" fmla="*/ 12 h 24"/>
                  <a:gd name="T20" fmla="*/ 3 w 25"/>
                  <a:gd name="T21" fmla="*/ 21 h 24"/>
                  <a:gd name="T22" fmla="*/ 12 w 25"/>
                  <a:gd name="T23" fmla="*/ 24 h 24"/>
                  <a:gd name="T24" fmla="*/ 21 w 25"/>
                  <a:gd name="T25" fmla="*/ 21 h 24"/>
                  <a:gd name="T26" fmla="*/ 25 w 25"/>
                  <a:gd name="T27" fmla="*/ 12 h 24"/>
                  <a:gd name="T28" fmla="*/ 21 w 25"/>
                  <a:gd name="T29" fmla="*/ 3 h 24"/>
                  <a:gd name="T30" fmla="*/ 12 w 25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24">
                    <a:moveTo>
                      <a:pt x="12" y="5"/>
                    </a:moveTo>
                    <a:cubicBezTo>
                      <a:pt x="14" y="5"/>
                      <a:pt x="16" y="6"/>
                      <a:pt x="17" y="7"/>
                    </a:cubicBezTo>
                    <a:cubicBezTo>
                      <a:pt x="20" y="10"/>
                      <a:pt x="20" y="14"/>
                      <a:pt x="17" y="17"/>
                    </a:cubicBezTo>
                    <a:cubicBezTo>
                      <a:pt x="16" y="19"/>
                      <a:pt x="14" y="19"/>
                      <a:pt x="12" y="19"/>
                    </a:cubicBezTo>
                    <a:cubicBezTo>
                      <a:pt x="10" y="19"/>
                      <a:pt x="8" y="19"/>
                      <a:pt x="7" y="17"/>
                    </a:cubicBezTo>
                    <a:cubicBezTo>
                      <a:pt x="4" y="14"/>
                      <a:pt x="4" y="10"/>
                      <a:pt x="7" y="7"/>
                    </a:cubicBezTo>
                    <a:cubicBezTo>
                      <a:pt x="8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3" y="3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3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9" y="23"/>
                      <a:pt x="21" y="21"/>
                    </a:cubicBezTo>
                    <a:cubicBezTo>
                      <a:pt x="23" y="18"/>
                      <a:pt x="25" y="15"/>
                      <a:pt x="25" y="12"/>
                    </a:cubicBezTo>
                    <a:cubicBezTo>
                      <a:pt x="25" y="9"/>
                      <a:pt x="23" y="6"/>
                      <a:pt x="21" y="3"/>
                    </a:cubicBezTo>
                    <a:cubicBezTo>
                      <a:pt x="19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9" name="Freeform 764"/>
              <p:cNvSpPr>
                <a:spLocks noEditPoints="1"/>
              </p:cNvSpPr>
              <p:nvPr/>
            </p:nvSpPr>
            <p:spPr bwMode="auto">
              <a:xfrm flipV="1">
                <a:off x="-13158788" y="-1987551"/>
                <a:ext cx="93662" cy="90488"/>
              </a:xfrm>
              <a:custGeom>
                <a:avLst/>
                <a:gdLst>
                  <a:gd name="T0" fmla="*/ 13 w 25"/>
                  <a:gd name="T1" fmla="*/ 5 h 24"/>
                  <a:gd name="T2" fmla="*/ 18 w 25"/>
                  <a:gd name="T3" fmla="*/ 7 h 24"/>
                  <a:gd name="T4" fmla="*/ 18 w 25"/>
                  <a:gd name="T5" fmla="*/ 17 h 24"/>
                  <a:gd name="T6" fmla="*/ 13 w 25"/>
                  <a:gd name="T7" fmla="*/ 19 h 24"/>
                  <a:gd name="T8" fmla="*/ 8 w 25"/>
                  <a:gd name="T9" fmla="*/ 17 h 24"/>
                  <a:gd name="T10" fmla="*/ 8 w 25"/>
                  <a:gd name="T11" fmla="*/ 7 h 24"/>
                  <a:gd name="T12" fmla="*/ 13 w 25"/>
                  <a:gd name="T13" fmla="*/ 5 h 24"/>
                  <a:gd name="T14" fmla="*/ 13 w 25"/>
                  <a:gd name="T15" fmla="*/ 0 h 24"/>
                  <a:gd name="T16" fmla="*/ 4 w 25"/>
                  <a:gd name="T17" fmla="*/ 4 h 24"/>
                  <a:gd name="T18" fmla="*/ 4 w 25"/>
                  <a:gd name="T19" fmla="*/ 21 h 24"/>
                  <a:gd name="T20" fmla="*/ 13 w 25"/>
                  <a:gd name="T21" fmla="*/ 24 h 24"/>
                  <a:gd name="T22" fmla="*/ 21 w 25"/>
                  <a:gd name="T23" fmla="*/ 21 h 24"/>
                  <a:gd name="T24" fmla="*/ 25 w 25"/>
                  <a:gd name="T25" fmla="*/ 12 h 24"/>
                  <a:gd name="T26" fmla="*/ 21 w 25"/>
                  <a:gd name="T27" fmla="*/ 4 h 24"/>
                  <a:gd name="T28" fmla="*/ 13 w 25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5" y="5"/>
                      <a:pt x="16" y="6"/>
                      <a:pt x="18" y="7"/>
                    </a:cubicBezTo>
                    <a:cubicBezTo>
                      <a:pt x="20" y="10"/>
                      <a:pt x="20" y="14"/>
                      <a:pt x="18" y="17"/>
                    </a:cubicBezTo>
                    <a:cubicBezTo>
                      <a:pt x="16" y="18"/>
                      <a:pt x="15" y="19"/>
                      <a:pt x="13" y="19"/>
                    </a:cubicBezTo>
                    <a:cubicBezTo>
                      <a:pt x="11" y="19"/>
                      <a:pt x="9" y="18"/>
                      <a:pt x="8" y="17"/>
                    </a:cubicBezTo>
                    <a:cubicBezTo>
                      <a:pt x="5" y="14"/>
                      <a:pt x="5" y="10"/>
                      <a:pt x="8" y="7"/>
                    </a:cubicBezTo>
                    <a:cubicBezTo>
                      <a:pt x="9" y="6"/>
                      <a:pt x="11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10" y="0"/>
                      <a:pt x="7" y="2"/>
                      <a:pt x="4" y="4"/>
                    </a:cubicBezTo>
                    <a:cubicBezTo>
                      <a:pt x="0" y="8"/>
                      <a:pt x="0" y="16"/>
                      <a:pt x="4" y="21"/>
                    </a:cubicBezTo>
                    <a:cubicBezTo>
                      <a:pt x="7" y="23"/>
                      <a:pt x="10" y="24"/>
                      <a:pt x="13" y="24"/>
                    </a:cubicBezTo>
                    <a:cubicBezTo>
                      <a:pt x="16" y="24"/>
                      <a:pt x="19" y="23"/>
                      <a:pt x="21" y="21"/>
                    </a:cubicBezTo>
                    <a:cubicBezTo>
                      <a:pt x="24" y="19"/>
                      <a:pt x="25" y="16"/>
                      <a:pt x="25" y="12"/>
                    </a:cubicBezTo>
                    <a:cubicBezTo>
                      <a:pt x="25" y="9"/>
                      <a:pt x="24" y="6"/>
                      <a:pt x="21" y="4"/>
                    </a:cubicBezTo>
                    <a:cubicBezTo>
                      <a:pt x="19" y="2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0" name="Freeform 765"/>
              <p:cNvSpPr>
                <a:spLocks noEditPoints="1"/>
              </p:cNvSpPr>
              <p:nvPr/>
            </p:nvSpPr>
            <p:spPr bwMode="auto">
              <a:xfrm flipV="1">
                <a:off x="-12914313" y="-2254251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7 w 24"/>
                  <a:gd name="T3" fmla="*/ 7 h 24"/>
                  <a:gd name="T4" fmla="*/ 17 w 24"/>
                  <a:gd name="T5" fmla="*/ 17 h 24"/>
                  <a:gd name="T6" fmla="*/ 12 w 24"/>
                  <a:gd name="T7" fmla="*/ 19 h 24"/>
                  <a:gd name="T8" fmla="*/ 7 w 24"/>
                  <a:gd name="T9" fmla="*/ 17 h 24"/>
                  <a:gd name="T10" fmla="*/ 7 w 24"/>
                  <a:gd name="T11" fmla="*/ 7 h 24"/>
                  <a:gd name="T12" fmla="*/ 12 w 24"/>
                  <a:gd name="T13" fmla="*/ 5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4" y="5"/>
                      <a:pt x="16" y="6"/>
                      <a:pt x="17" y="7"/>
                    </a:cubicBezTo>
                    <a:cubicBezTo>
                      <a:pt x="20" y="10"/>
                      <a:pt x="20" y="14"/>
                      <a:pt x="17" y="17"/>
                    </a:cubicBezTo>
                    <a:cubicBezTo>
                      <a:pt x="16" y="18"/>
                      <a:pt x="14" y="19"/>
                      <a:pt x="12" y="19"/>
                    </a:cubicBezTo>
                    <a:cubicBezTo>
                      <a:pt x="10" y="19"/>
                      <a:pt x="9" y="18"/>
                      <a:pt x="7" y="17"/>
                    </a:cubicBezTo>
                    <a:cubicBezTo>
                      <a:pt x="5" y="14"/>
                      <a:pt x="5" y="10"/>
                      <a:pt x="7" y="7"/>
                    </a:cubicBezTo>
                    <a:cubicBezTo>
                      <a:pt x="9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8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1" name="Freeform 766"/>
              <p:cNvSpPr>
                <a:spLocks noEditPoints="1"/>
              </p:cNvSpPr>
              <p:nvPr/>
            </p:nvSpPr>
            <p:spPr bwMode="auto">
              <a:xfrm flipV="1">
                <a:off x="-13255625" y="-1566863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7 w 24"/>
                  <a:gd name="T3" fmla="*/ 7 h 24"/>
                  <a:gd name="T4" fmla="*/ 17 w 24"/>
                  <a:gd name="T5" fmla="*/ 17 h 24"/>
                  <a:gd name="T6" fmla="*/ 12 w 24"/>
                  <a:gd name="T7" fmla="*/ 19 h 24"/>
                  <a:gd name="T8" fmla="*/ 7 w 24"/>
                  <a:gd name="T9" fmla="*/ 17 h 24"/>
                  <a:gd name="T10" fmla="*/ 7 w 24"/>
                  <a:gd name="T11" fmla="*/ 7 h 24"/>
                  <a:gd name="T12" fmla="*/ 12 w 24"/>
                  <a:gd name="T13" fmla="*/ 5 h 24"/>
                  <a:gd name="T14" fmla="*/ 12 w 24"/>
                  <a:gd name="T15" fmla="*/ 0 h 24"/>
                  <a:gd name="T16" fmla="*/ 3 w 24"/>
                  <a:gd name="T17" fmla="*/ 4 h 24"/>
                  <a:gd name="T18" fmla="*/ 0 w 24"/>
                  <a:gd name="T19" fmla="*/ 12 h 24"/>
                  <a:gd name="T20" fmla="*/ 3 w 24"/>
                  <a:gd name="T21" fmla="*/ 21 h 24"/>
                  <a:gd name="T22" fmla="*/ 12 w 24"/>
                  <a:gd name="T23" fmla="*/ 24 h 24"/>
                  <a:gd name="T24" fmla="*/ 20 w 24"/>
                  <a:gd name="T25" fmla="*/ 21 h 24"/>
                  <a:gd name="T26" fmla="*/ 24 w 24"/>
                  <a:gd name="T27" fmla="*/ 12 h 24"/>
                  <a:gd name="T28" fmla="*/ 20 w 24"/>
                  <a:gd name="T29" fmla="*/ 4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4" y="5"/>
                      <a:pt x="15" y="6"/>
                      <a:pt x="17" y="7"/>
                    </a:cubicBezTo>
                    <a:cubicBezTo>
                      <a:pt x="20" y="10"/>
                      <a:pt x="20" y="14"/>
                      <a:pt x="17" y="17"/>
                    </a:cubicBezTo>
                    <a:cubicBezTo>
                      <a:pt x="15" y="18"/>
                      <a:pt x="14" y="19"/>
                      <a:pt x="12" y="19"/>
                    </a:cubicBezTo>
                    <a:cubicBezTo>
                      <a:pt x="10" y="19"/>
                      <a:pt x="8" y="18"/>
                      <a:pt x="7" y="17"/>
                    </a:cubicBezTo>
                    <a:cubicBezTo>
                      <a:pt x="4" y="14"/>
                      <a:pt x="4" y="10"/>
                      <a:pt x="7" y="7"/>
                    </a:cubicBezTo>
                    <a:cubicBezTo>
                      <a:pt x="8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3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0" y="4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2" name="Freeform 767"/>
              <p:cNvSpPr>
                <a:spLocks noEditPoints="1"/>
              </p:cNvSpPr>
              <p:nvPr/>
            </p:nvSpPr>
            <p:spPr bwMode="auto">
              <a:xfrm flipV="1">
                <a:off x="-12974638" y="-1665288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7 w 24"/>
                  <a:gd name="T3" fmla="*/ 7 h 24"/>
                  <a:gd name="T4" fmla="*/ 17 w 24"/>
                  <a:gd name="T5" fmla="*/ 17 h 24"/>
                  <a:gd name="T6" fmla="*/ 12 w 24"/>
                  <a:gd name="T7" fmla="*/ 19 h 24"/>
                  <a:gd name="T8" fmla="*/ 7 w 24"/>
                  <a:gd name="T9" fmla="*/ 17 h 24"/>
                  <a:gd name="T10" fmla="*/ 7 w 24"/>
                  <a:gd name="T11" fmla="*/ 7 h 24"/>
                  <a:gd name="T12" fmla="*/ 12 w 24"/>
                  <a:gd name="T13" fmla="*/ 5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4" y="5"/>
                      <a:pt x="16" y="6"/>
                      <a:pt x="17" y="7"/>
                    </a:cubicBezTo>
                    <a:cubicBezTo>
                      <a:pt x="20" y="10"/>
                      <a:pt x="20" y="14"/>
                      <a:pt x="17" y="17"/>
                    </a:cubicBezTo>
                    <a:cubicBezTo>
                      <a:pt x="16" y="18"/>
                      <a:pt x="14" y="19"/>
                      <a:pt x="12" y="19"/>
                    </a:cubicBezTo>
                    <a:cubicBezTo>
                      <a:pt x="10" y="19"/>
                      <a:pt x="9" y="18"/>
                      <a:pt x="7" y="17"/>
                    </a:cubicBezTo>
                    <a:cubicBezTo>
                      <a:pt x="5" y="14"/>
                      <a:pt x="5" y="10"/>
                      <a:pt x="7" y="7"/>
                    </a:cubicBezTo>
                    <a:cubicBezTo>
                      <a:pt x="9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8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3" name="Freeform 768"/>
              <p:cNvSpPr>
                <a:spLocks noEditPoints="1"/>
              </p:cNvSpPr>
              <p:nvPr/>
            </p:nvSpPr>
            <p:spPr bwMode="auto">
              <a:xfrm flipV="1">
                <a:off x="-11857038" y="-3732213"/>
                <a:ext cx="98425" cy="93663"/>
              </a:xfrm>
              <a:custGeom>
                <a:avLst/>
                <a:gdLst>
                  <a:gd name="T0" fmla="*/ 12 w 26"/>
                  <a:gd name="T1" fmla="*/ 5 h 25"/>
                  <a:gd name="T2" fmla="*/ 17 w 26"/>
                  <a:gd name="T3" fmla="*/ 8 h 25"/>
                  <a:gd name="T4" fmla="*/ 17 w 26"/>
                  <a:gd name="T5" fmla="*/ 18 h 25"/>
                  <a:gd name="T6" fmla="*/ 12 w 26"/>
                  <a:gd name="T7" fmla="*/ 20 h 25"/>
                  <a:gd name="T8" fmla="*/ 7 w 26"/>
                  <a:gd name="T9" fmla="*/ 18 h 25"/>
                  <a:gd name="T10" fmla="*/ 7 w 26"/>
                  <a:gd name="T11" fmla="*/ 8 h 25"/>
                  <a:gd name="T12" fmla="*/ 12 w 26"/>
                  <a:gd name="T13" fmla="*/ 5 h 25"/>
                  <a:gd name="T14" fmla="*/ 12 w 26"/>
                  <a:gd name="T15" fmla="*/ 0 h 25"/>
                  <a:gd name="T16" fmla="*/ 3 w 26"/>
                  <a:gd name="T17" fmla="*/ 4 h 25"/>
                  <a:gd name="T18" fmla="*/ 0 w 26"/>
                  <a:gd name="T19" fmla="*/ 13 h 25"/>
                  <a:gd name="T20" fmla="*/ 3 w 26"/>
                  <a:gd name="T21" fmla="*/ 21 h 25"/>
                  <a:gd name="T22" fmla="*/ 12 w 26"/>
                  <a:gd name="T23" fmla="*/ 25 h 25"/>
                  <a:gd name="T24" fmla="*/ 21 w 26"/>
                  <a:gd name="T25" fmla="*/ 21 h 25"/>
                  <a:gd name="T26" fmla="*/ 21 w 26"/>
                  <a:gd name="T27" fmla="*/ 4 h 25"/>
                  <a:gd name="T28" fmla="*/ 12 w 26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5">
                    <a:moveTo>
                      <a:pt x="12" y="5"/>
                    </a:moveTo>
                    <a:cubicBezTo>
                      <a:pt x="14" y="5"/>
                      <a:pt x="16" y="6"/>
                      <a:pt x="17" y="8"/>
                    </a:cubicBezTo>
                    <a:cubicBezTo>
                      <a:pt x="20" y="10"/>
                      <a:pt x="20" y="15"/>
                      <a:pt x="17" y="18"/>
                    </a:cubicBezTo>
                    <a:cubicBezTo>
                      <a:pt x="16" y="19"/>
                      <a:pt x="14" y="20"/>
                      <a:pt x="12" y="20"/>
                    </a:cubicBezTo>
                    <a:cubicBezTo>
                      <a:pt x="10" y="20"/>
                      <a:pt x="8" y="19"/>
                      <a:pt x="7" y="18"/>
                    </a:cubicBezTo>
                    <a:cubicBezTo>
                      <a:pt x="4" y="15"/>
                      <a:pt x="4" y="10"/>
                      <a:pt x="7" y="8"/>
                    </a:cubicBezTo>
                    <a:cubicBezTo>
                      <a:pt x="8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2"/>
                      <a:pt x="3" y="4"/>
                    </a:cubicBezTo>
                    <a:cubicBezTo>
                      <a:pt x="1" y="6"/>
                      <a:pt x="0" y="9"/>
                      <a:pt x="0" y="13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6" y="24"/>
                      <a:pt x="9" y="25"/>
                      <a:pt x="12" y="25"/>
                    </a:cubicBezTo>
                    <a:cubicBezTo>
                      <a:pt x="15" y="25"/>
                      <a:pt x="19" y="24"/>
                      <a:pt x="21" y="21"/>
                    </a:cubicBezTo>
                    <a:cubicBezTo>
                      <a:pt x="26" y="17"/>
                      <a:pt x="26" y="9"/>
                      <a:pt x="21" y="4"/>
                    </a:cubicBezTo>
                    <a:cubicBezTo>
                      <a:pt x="19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4" name="Freeform 769"/>
              <p:cNvSpPr>
                <a:spLocks/>
              </p:cNvSpPr>
              <p:nvPr/>
            </p:nvSpPr>
            <p:spPr bwMode="auto">
              <a:xfrm flipV="1">
                <a:off x="-13095288" y="-3938588"/>
                <a:ext cx="1020762" cy="1984375"/>
              </a:xfrm>
              <a:custGeom>
                <a:avLst/>
                <a:gdLst>
                  <a:gd name="T0" fmla="*/ 270 w 272"/>
                  <a:gd name="T1" fmla="*/ 529 h 529"/>
                  <a:gd name="T2" fmla="*/ 75 w 272"/>
                  <a:gd name="T3" fmla="*/ 334 h 529"/>
                  <a:gd name="T4" fmla="*/ 74 w 272"/>
                  <a:gd name="T5" fmla="*/ 333 h 529"/>
                  <a:gd name="T6" fmla="*/ 74 w 272"/>
                  <a:gd name="T7" fmla="*/ 287 h 529"/>
                  <a:gd name="T8" fmla="*/ 75 w 272"/>
                  <a:gd name="T9" fmla="*/ 286 h 529"/>
                  <a:gd name="T10" fmla="*/ 139 w 272"/>
                  <a:gd name="T11" fmla="*/ 222 h 529"/>
                  <a:gd name="T12" fmla="*/ 139 w 272"/>
                  <a:gd name="T13" fmla="*/ 111 h 529"/>
                  <a:gd name="T14" fmla="*/ 45 w 272"/>
                  <a:gd name="T15" fmla="*/ 17 h 529"/>
                  <a:gd name="T16" fmla="*/ 15 w 272"/>
                  <a:gd name="T17" fmla="*/ 17 h 529"/>
                  <a:gd name="T18" fmla="*/ 14 w 272"/>
                  <a:gd name="T19" fmla="*/ 17 h 529"/>
                  <a:gd name="T20" fmla="*/ 0 w 272"/>
                  <a:gd name="T21" fmla="*/ 3 h 529"/>
                  <a:gd name="T22" fmla="*/ 3 w 272"/>
                  <a:gd name="T23" fmla="*/ 0 h 529"/>
                  <a:gd name="T24" fmla="*/ 16 w 272"/>
                  <a:gd name="T25" fmla="*/ 14 h 529"/>
                  <a:gd name="T26" fmla="*/ 46 w 272"/>
                  <a:gd name="T27" fmla="*/ 14 h 529"/>
                  <a:gd name="T28" fmla="*/ 47 w 272"/>
                  <a:gd name="T29" fmla="*/ 14 h 529"/>
                  <a:gd name="T30" fmla="*/ 142 w 272"/>
                  <a:gd name="T31" fmla="*/ 109 h 529"/>
                  <a:gd name="T32" fmla="*/ 143 w 272"/>
                  <a:gd name="T33" fmla="*/ 110 h 529"/>
                  <a:gd name="T34" fmla="*/ 143 w 272"/>
                  <a:gd name="T35" fmla="*/ 222 h 529"/>
                  <a:gd name="T36" fmla="*/ 142 w 272"/>
                  <a:gd name="T37" fmla="*/ 224 h 529"/>
                  <a:gd name="T38" fmla="*/ 78 w 272"/>
                  <a:gd name="T39" fmla="*/ 288 h 529"/>
                  <a:gd name="T40" fmla="*/ 78 w 272"/>
                  <a:gd name="T41" fmla="*/ 332 h 529"/>
                  <a:gd name="T42" fmla="*/ 272 w 272"/>
                  <a:gd name="T43" fmla="*/ 526 h 529"/>
                  <a:gd name="T44" fmla="*/ 270 w 272"/>
                  <a:gd name="T45" fmla="*/ 529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2" h="529">
                    <a:moveTo>
                      <a:pt x="270" y="529"/>
                    </a:moveTo>
                    <a:cubicBezTo>
                      <a:pt x="75" y="334"/>
                      <a:pt x="75" y="334"/>
                      <a:pt x="75" y="334"/>
                    </a:cubicBezTo>
                    <a:cubicBezTo>
                      <a:pt x="75" y="334"/>
                      <a:pt x="74" y="334"/>
                      <a:pt x="74" y="333"/>
                    </a:cubicBezTo>
                    <a:cubicBezTo>
                      <a:pt x="74" y="287"/>
                      <a:pt x="74" y="287"/>
                      <a:pt x="74" y="287"/>
                    </a:cubicBezTo>
                    <a:cubicBezTo>
                      <a:pt x="74" y="287"/>
                      <a:pt x="75" y="286"/>
                      <a:pt x="75" y="286"/>
                    </a:cubicBezTo>
                    <a:cubicBezTo>
                      <a:pt x="139" y="222"/>
                      <a:pt x="139" y="222"/>
                      <a:pt x="139" y="222"/>
                    </a:cubicBezTo>
                    <a:cubicBezTo>
                      <a:pt x="139" y="111"/>
                      <a:pt x="139" y="111"/>
                      <a:pt x="139" y="111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4" y="17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4"/>
                      <a:pt x="47" y="14"/>
                      <a:pt x="47" y="14"/>
                    </a:cubicBezTo>
                    <a:cubicBezTo>
                      <a:pt x="142" y="109"/>
                      <a:pt x="142" y="109"/>
                      <a:pt x="142" y="109"/>
                    </a:cubicBezTo>
                    <a:cubicBezTo>
                      <a:pt x="142" y="109"/>
                      <a:pt x="143" y="110"/>
                      <a:pt x="143" y="110"/>
                    </a:cubicBezTo>
                    <a:cubicBezTo>
                      <a:pt x="143" y="222"/>
                      <a:pt x="143" y="222"/>
                      <a:pt x="143" y="222"/>
                    </a:cubicBezTo>
                    <a:cubicBezTo>
                      <a:pt x="143" y="223"/>
                      <a:pt x="142" y="223"/>
                      <a:pt x="142" y="224"/>
                    </a:cubicBezTo>
                    <a:cubicBezTo>
                      <a:pt x="78" y="288"/>
                      <a:pt x="78" y="288"/>
                      <a:pt x="78" y="288"/>
                    </a:cubicBezTo>
                    <a:cubicBezTo>
                      <a:pt x="78" y="332"/>
                      <a:pt x="78" y="332"/>
                      <a:pt x="78" y="332"/>
                    </a:cubicBezTo>
                    <a:cubicBezTo>
                      <a:pt x="272" y="526"/>
                      <a:pt x="272" y="526"/>
                      <a:pt x="272" y="526"/>
                    </a:cubicBezTo>
                    <a:lnTo>
                      <a:pt x="270" y="5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5" name="Freeform 770"/>
              <p:cNvSpPr>
                <a:spLocks/>
              </p:cNvSpPr>
              <p:nvPr/>
            </p:nvSpPr>
            <p:spPr bwMode="auto">
              <a:xfrm flipV="1">
                <a:off x="-13238163" y="-3927475"/>
                <a:ext cx="1366837" cy="2127250"/>
              </a:xfrm>
              <a:custGeom>
                <a:avLst/>
                <a:gdLst>
                  <a:gd name="T0" fmla="*/ 362 w 364"/>
                  <a:gd name="T1" fmla="*/ 567 h 567"/>
                  <a:gd name="T2" fmla="*/ 160 w 364"/>
                  <a:gd name="T3" fmla="*/ 366 h 567"/>
                  <a:gd name="T4" fmla="*/ 160 w 364"/>
                  <a:gd name="T5" fmla="*/ 364 h 567"/>
                  <a:gd name="T6" fmla="*/ 160 w 364"/>
                  <a:gd name="T7" fmla="*/ 339 h 567"/>
                  <a:gd name="T8" fmla="*/ 160 w 364"/>
                  <a:gd name="T9" fmla="*/ 338 h 567"/>
                  <a:gd name="T10" fmla="*/ 222 w 364"/>
                  <a:gd name="T11" fmla="*/ 276 h 567"/>
                  <a:gd name="T12" fmla="*/ 222 w 364"/>
                  <a:gd name="T13" fmla="*/ 148 h 567"/>
                  <a:gd name="T14" fmla="*/ 77 w 364"/>
                  <a:gd name="T15" fmla="*/ 3 h 567"/>
                  <a:gd name="T16" fmla="*/ 36 w 364"/>
                  <a:gd name="T17" fmla="*/ 3 h 567"/>
                  <a:gd name="T18" fmla="*/ 4 w 364"/>
                  <a:gd name="T19" fmla="*/ 36 h 567"/>
                  <a:gd name="T20" fmla="*/ 4 w 364"/>
                  <a:gd name="T21" fmla="*/ 72 h 567"/>
                  <a:gd name="T22" fmla="*/ 53 w 364"/>
                  <a:gd name="T23" fmla="*/ 122 h 567"/>
                  <a:gd name="T24" fmla="*/ 83 w 364"/>
                  <a:gd name="T25" fmla="*/ 122 h 567"/>
                  <a:gd name="T26" fmla="*/ 92 w 364"/>
                  <a:gd name="T27" fmla="*/ 113 h 567"/>
                  <a:gd name="T28" fmla="*/ 95 w 364"/>
                  <a:gd name="T29" fmla="*/ 115 h 567"/>
                  <a:gd name="T30" fmla="*/ 85 w 364"/>
                  <a:gd name="T31" fmla="*/ 125 h 567"/>
                  <a:gd name="T32" fmla="*/ 84 w 364"/>
                  <a:gd name="T33" fmla="*/ 125 h 567"/>
                  <a:gd name="T34" fmla="*/ 84 w 364"/>
                  <a:gd name="T35" fmla="*/ 125 h 567"/>
                  <a:gd name="T36" fmla="*/ 53 w 364"/>
                  <a:gd name="T37" fmla="*/ 125 h 567"/>
                  <a:gd name="T38" fmla="*/ 51 w 364"/>
                  <a:gd name="T39" fmla="*/ 125 h 567"/>
                  <a:gd name="T40" fmla="*/ 1 w 364"/>
                  <a:gd name="T41" fmla="*/ 74 h 567"/>
                  <a:gd name="T42" fmla="*/ 0 w 364"/>
                  <a:gd name="T43" fmla="*/ 73 h 567"/>
                  <a:gd name="T44" fmla="*/ 0 w 364"/>
                  <a:gd name="T45" fmla="*/ 35 h 567"/>
                  <a:gd name="T46" fmla="*/ 1 w 364"/>
                  <a:gd name="T47" fmla="*/ 34 h 567"/>
                  <a:gd name="T48" fmla="*/ 34 w 364"/>
                  <a:gd name="T49" fmla="*/ 0 h 567"/>
                  <a:gd name="T50" fmla="*/ 35 w 364"/>
                  <a:gd name="T51" fmla="*/ 0 h 567"/>
                  <a:gd name="T52" fmla="*/ 35 w 364"/>
                  <a:gd name="T53" fmla="*/ 0 h 567"/>
                  <a:gd name="T54" fmla="*/ 77 w 364"/>
                  <a:gd name="T55" fmla="*/ 0 h 567"/>
                  <a:gd name="T56" fmla="*/ 79 w 364"/>
                  <a:gd name="T57" fmla="*/ 0 h 567"/>
                  <a:gd name="T58" fmla="*/ 225 w 364"/>
                  <a:gd name="T59" fmla="*/ 146 h 567"/>
                  <a:gd name="T60" fmla="*/ 225 w 364"/>
                  <a:gd name="T61" fmla="*/ 148 h 567"/>
                  <a:gd name="T62" fmla="*/ 225 w 364"/>
                  <a:gd name="T63" fmla="*/ 277 h 567"/>
                  <a:gd name="T64" fmla="*/ 225 w 364"/>
                  <a:gd name="T65" fmla="*/ 278 h 567"/>
                  <a:gd name="T66" fmla="*/ 163 w 364"/>
                  <a:gd name="T67" fmla="*/ 340 h 567"/>
                  <a:gd name="T68" fmla="*/ 163 w 364"/>
                  <a:gd name="T69" fmla="*/ 364 h 567"/>
                  <a:gd name="T70" fmla="*/ 364 w 364"/>
                  <a:gd name="T71" fmla="*/ 565 h 567"/>
                  <a:gd name="T72" fmla="*/ 362 w 364"/>
                  <a:gd name="T73" fmla="*/ 567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4" h="567">
                    <a:moveTo>
                      <a:pt x="362" y="567"/>
                    </a:moveTo>
                    <a:cubicBezTo>
                      <a:pt x="160" y="366"/>
                      <a:pt x="160" y="366"/>
                      <a:pt x="160" y="366"/>
                    </a:cubicBezTo>
                    <a:cubicBezTo>
                      <a:pt x="160" y="365"/>
                      <a:pt x="160" y="365"/>
                      <a:pt x="160" y="364"/>
                    </a:cubicBezTo>
                    <a:cubicBezTo>
                      <a:pt x="160" y="339"/>
                      <a:pt x="160" y="339"/>
                      <a:pt x="160" y="339"/>
                    </a:cubicBezTo>
                    <a:cubicBezTo>
                      <a:pt x="160" y="339"/>
                      <a:pt x="160" y="338"/>
                      <a:pt x="160" y="338"/>
                    </a:cubicBezTo>
                    <a:cubicBezTo>
                      <a:pt x="222" y="276"/>
                      <a:pt x="222" y="276"/>
                      <a:pt x="222" y="276"/>
                    </a:cubicBezTo>
                    <a:cubicBezTo>
                      <a:pt x="222" y="148"/>
                      <a:pt x="222" y="148"/>
                      <a:pt x="222" y="148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72"/>
                      <a:pt x="4" y="72"/>
                      <a:pt x="4" y="72"/>
                    </a:cubicBezTo>
                    <a:cubicBezTo>
                      <a:pt x="53" y="122"/>
                      <a:pt x="53" y="122"/>
                      <a:pt x="53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92" y="113"/>
                      <a:pt x="92" y="113"/>
                      <a:pt x="92" y="113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85" y="125"/>
                      <a:pt x="85" y="125"/>
                      <a:pt x="85" y="125"/>
                    </a:cubicBezTo>
                    <a:cubicBezTo>
                      <a:pt x="85" y="125"/>
                      <a:pt x="85" y="125"/>
                      <a:pt x="84" y="125"/>
                    </a:cubicBezTo>
                    <a:cubicBezTo>
                      <a:pt x="84" y="125"/>
                      <a:pt x="84" y="125"/>
                      <a:pt x="84" y="125"/>
                    </a:cubicBezTo>
                    <a:cubicBezTo>
                      <a:pt x="53" y="125"/>
                      <a:pt x="53" y="125"/>
                      <a:pt x="53" y="125"/>
                    </a:cubicBezTo>
                    <a:cubicBezTo>
                      <a:pt x="52" y="125"/>
                      <a:pt x="52" y="125"/>
                      <a:pt x="51" y="125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0" y="74"/>
                      <a:pt x="0" y="73"/>
                      <a:pt x="0" y="73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4"/>
                      <a:pt x="0" y="34"/>
                      <a:pt x="1" y="3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8" y="0"/>
                      <a:pt x="78" y="0"/>
                      <a:pt x="79" y="0"/>
                    </a:cubicBezTo>
                    <a:cubicBezTo>
                      <a:pt x="225" y="146"/>
                      <a:pt x="225" y="146"/>
                      <a:pt x="225" y="146"/>
                    </a:cubicBezTo>
                    <a:cubicBezTo>
                      <a:pt x="225" y="147"/>
                      <a:pt x="225" y="147"/>
                      <a:pt x="225" y="148"/>
                    </a:cubicBezTo>
                    <a:cubicBezTo>
                      <a:pt x="225" y="277"/>
                      <a:pt x="225" y="277"/>
                      <a:pt x="225" y="277"/>
                    </a:cubicBezTo>
                    <a:cubicBezTo>
                      <a:pt x="225" y="277"/>
                      <a:pt x="225" y="277"/>
                      <a:pt x="225" y="278"/>
                    </a:cubicBezTo>
                    <a:cubicBezTo>
                      <a:pt x="163" y="340"/>
                      <a:pt x="163" y="340"/>
                      <a:pt x="163" y="340"/>
                    </a:cubicBezTo>
                    <a:cubicBezTo>
                      <a:pt x="163" y="364"/>
                      <a:pt x="163" y="364"/>
                      <a:pt x="163" y="364"/>
                    </a:cubicBezTo>
                    <a:cubicBezTo>
                      <a:pt x="364" y="565"/>
                      <a:pt x="364" y="565"/>
                      <a:pt x="364" y="565"/>
                    </a:cubicBezTo>
                    <a:lnTo>
                      <a:pt x="362" y="56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6" name="Freeform 771"/>
              <p:cNvSpPr>
                <a:spLocks/>
              </p:cNvSpPr>
              <p:nvPr/>
            </p:nvSpPr>
            <p:spPr bwMode="auto">
              <a:xfrm flipV="1">
                <a:off x="-13196888" y="-3660775"/>
                <a:ext cx="1358900" cy="2124075"/>
              </a:xfrm>
              <a:custGeom>
                <a:avLst/>
                <a:gdLst>
                  <a:gd name="T0" fmla="*/ 360 w 362"/>
                  <a:gd name="T1" fmla="*/ 566 h 566"/>
                  <a:gd name="T2" fmla="*/ 208 w 362"/>
                  <a:gd name="T3" fmla="*/ 414 h 566"/>
                  <a:gd name="T4" fmla="*/ 207 w 362"/>
                  <a:gd name="T5" fmla="*/ 413 h 566"/>
                  <a:gd name="T6" fmla="*/ 207 w 362"/>
                  <a:gd name="T7" fmla="*/ 384 h 566"/>
                  <a:gd name="T8" fmla="*/ 208 w 362"/>
                  <a:gd name="T9" fmla="*/ 383 h 566"/>
                  <a:gd name="T10" fmla="*/ 238 w 362"/>
                  <a:gd name="T11" fmla="*/ 353 h 566"/>
                  <a:gd name="T12" fmla="*/ 238 w 362"/>
                  <a:gd name="T13" fmla="*/ 211 h 566"/>
                  <a:gd name="T14" fmla="*/ 84 w 362"/>
                  <a:gd name="T15" fmla="*/ 57 h 566"/>
                  <a:gd name="T16" fmla="*/ 56 w 362"/>
                  <a:gd name="T17" fmla="*/ 57 h 566"/>
                  <a:gd name="T18" fmla="*/ 54 w 362"/>
                  <a:gd name="T19" fmla="*/ 57 h 566"/>
                  <a:gd name="T20" fmla="*/ 0 w 362"/>
                  <a:gd name="T21" fmla="*/ 2 h 566"/>
                  <a:gd name="T22" fmla="*/ 2 w 362"/>
                  <a:gd name="T23" fmla="*/ 0 h 566"/>
                  <a:gd name="T24" fmla="*/ 56 w 362"/>
                  <a:gd name="T25" fmla="*/ 54 h 566"/>
                  <a:gd name="T26" fmla="*/ 85 w 362"/>
                  <a:gd name="T27" fmla="*/ 54 h 566"/>
                  <a:gd name="T28" fmla="*/ 86 w 362"/>
                  <a:gd name="T29" fmla="*/ 55 h 566"/>
                  <a:gd name="T30" fmla="*/ 241 w 362"/>
                  <a:gd name="T31" fmla="*/ 209 h 566"/>
                  <a:gd name="T32" fmla="*/ 242 w 362"/>
                  <a:gd name="T33" fmla="*/ 210 h 566"/>
                  <a:gd name="T34" fmla="*/ 242 w 362"/>
                  <a:gd name="T35" fmla="*/ 353 h 566"/>
                  <a:gd name="T36" fmla="*/ 241 w 362"/>
                  <a:gd name="T37" fmla="*/ 355 h 566"/>
                  <a:gd name="T38" fmla="*/ 211 w 362"/>
                  <a:gd name="T39" fmla="*/ 385 h 566"/>
                  <a:gd name="T40" fmla="*/ 211 w 362"/>
                  <a:gd name="T41" fmla="*/ 412 h 566"/>
                  <a:gd name="T42" fmla="*/ 362 w 362"/>
                  <a:gd name="T43" fmla="*/ 563 h 566"/>
                  <a:gd name="T44" fmla="*/ 360 w 362"/>
                  <a:gd name="T45" fmla="*/ 566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2" h="566">
                    <a:moveTo>
                      <a:pt x="360" y="566"/>
                    </a:moveTo>
                    <a:cubicBezTo>
                      <a:pt x="208" y="414"/>
                      <a:pt x="208" y="414"/>
                      <a:pt x="208" y="414"/>
                    </a:cubicBezTo>
                    <a:cubicBezTo>
                      <a:pt x="207" y="414"/>
                      <a:pt x="207" y="413"/>
                      <a:pt x="207" y="413"/>
                    </a:cubicBezTo>
                    <a:cubicBezTo>
                      <a:pt x="207" y="384"/>
                      <a:pt x="207" y="384"/>
                      <a:pt x="207" y="384"/>
                    </a:cubicBezTo>
                    <a:cubicBezTo>
                      <a:pt x="207" y="384"/>
                      <a:pt x="207" y="383"/>
                      <a:pt x="208" y="383"/>
                    </a:cubicBezTo>
                    <a:cubicBezTo>
                      <a:pt x="238" y="353"/>
                      <a:pt x="238" y="353"/>
                      <a:pt x="238" y="353"/>
                    </a:cubicBezTo>
                    <a:cubicBezTo>
                      <a:pt x="238" y="211"/>
                      <a:pt x="238" y="211"/>
                      <a:pt x="238" y="211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56" y="57"/>
                      <a:pt x="56" y="57"/>
                      <a:pt x="56" y="57"/>
                    </a:cubicBezTo>
                    <a:cubicBezTo>
                      <a:pt x="55" y="57"/>
                      <a:pt x="55" y="57"/>
                      <a:pt x="54" y="5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85" y="54"/>
                      <a:pt x="85" y="54"/>
                      <a:pt x="85" y="54"/>
                    </a:cubicBezTo>
                    <a:cubicBezTo>
                      <a:pt x="86" y="54"/>
                      <a:pt x="86" y="54"/>
                      <a:pt x="86" y="55"/>
                    </a:cubicBezTo>
                    <a:cubicBezTo>
                      <a:pt x="241" y="209"/>
                      <a:pt x="241" y="209"/>
                      <a:pt x="241" y="209"/>
                    </a:cubicBezTo>
                    <a:cubicBezTo>
                      <a:pt x="241" y="210"/>
                      <a:pt x="242" y="210"/>
                      <a:pt x="242" y="210"/>
                    </a:cubicBezTo>
                    <a:cubicBezTo>
                      <a:pt x="242" y="353"/>
                      <a:pt x="242" y="353"/>
                      <a:pt x="242" y="353"/>
                    </a:cubicBezTo>
                    <a:cubicBezTo>
                      <a:pt x="242" y="354"/>
                      <a:pt x="241" y="354"/>
                      <a:pt x="241" y="355"/>
                    </a:cubicBezTo>
                    <a:cubicBezTo>
                      <a:pt x="211" y="385"/>
                      <a:pt x="211" y="385"/>
                      <a:pt x="211" y="385"/>
                    </a:cubicBezTo>
                    <a:cubicBezTo>
                      <a:pt x="211" y="412"/>
                      <a:pt x="211" y="412"/>
                      <a:pt x="211" y="412"/>
                    </a:cubicBezTo>
                    <a:cubicBezTo>
                      <a:pt x="362" y="563"/>
                      <a:pt x="362" y="563"/>
                      <a:pt x="362" y="563"/>
                    </a:cubicBezTo>
                    <a:lnTo>
                      <a:pt x="360" y="5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Freeform 772"/>
              <p:cNvSpPr>
                <a:spLocks/>
              </p:cNvSpPr>
              <p:nvPr/>
            </p:nvSpPr>
            <p:spPr bwMode="auto">
              <a:xfrm flipV="1">
                <a:off x="-12895263" y="-3676650"/>
                <a:ext cx="1335087" cy="2076450"/>
              </a:xfrm>
              <a:custGeom>
                <a:avLst/>
                <a:gdLst>
                  <a:gd name="T0" fmla="*/ 353 w 356"/>
                  <a:gd name="T1" fmla="*/ 553 h 553"/>
                  <a:gd name="T2" fmla="*/ 191 w 356"/>
                  <a:gd name="T3" fmla="*/ 391 h 553"/>
                  <a:gd name="T4" fmla="*/ 191 w 356"/>
                  <a:gd name="T5" fmla="*/ 390 h 553"/>
                  <a:gd name="T6" fmla="*/ 191 w 356"/>
                  <a:gd name="T7" fmla="*/ 359 h 553"/>
                  <a:gd name="T8" fmla="*/ 191 w 356"/>
                  <a:gd name="T9" fmla="*/ 358 h 553"/>
                  <a:gd name="T10" fmla="*/ 208 w 356"/>
                  <a:gd name="T11" fmla="*/ 342 h 553"/>
                  <a:gd name="T12" fmla="*/ 208 w 356"/>
                  <a:gd name="T13" fmla="*/ 193 h 553"/>
                  <a:gd name="T14" fmla="*/ 19 w 356"/>
                  <a:gd name="T15" fmla="*/ 4 h 553"/>
                  <a:gd name="T16" fmla="*/ 0 w 356"/>
                  <a:gd name="T17" fmla="*/ 4 h 553"/>
                  <a:gd name="T18" fmla="*/ 0 w 356"/>
                  <a:gd name="T19" fmla="*/ 0 h 553"/>
                  <a:gd name="T20" fmla="*/ 19 w 356"/>
                  <a:gd name="T21" fmla="*/ 0 h 553"/>
                  <a:gd name="T22" fmla="*/ 21 w 356"/>
                  <a:gd name="T23" fmla="*/ 1 h 553"/>
                  <a:gd name="T24" fmla="*/ 210 w 356"/>
                  <a:gd name="T25" fmla="*/ 191 h 553"/>
                  <a:gd name="T26" fmla="*/ 211 w 356"/>
                  <a:gd name="T27" fmla="*/ 192 h 553"/>
                  <a:gd name="T28" fmla="*/ 211 w 356"/>
                  <a:gd name="T29" fmla="*/ 343 h 553"/>
                  <a:gd name="T30" fmla="*/ 210 w 356"/>
                  <a:gd name="T31" fmla="*/ 344 h 553"/>
                  <a:gd name="T32" fmla="*/ 194 w 356"/>
                  <a:gd name="T33" fmla="*/ 360 h 553"/>
                  <a:gd name="T34" fmla="*/ 194 w 356"/>
                  <a:gd name="T35" fmla="*/ 389 h 553"/>
                  <a:gd name="T36" fmla="*/ 356 w 356"/>
                  <a:gd name="T37" fmla="*/ 550 h 553"/>
                  <a:gd name="T38" fmla="*/ 353 w 356"/>
                  <a:gd name="T39" fmla="*/ 553 h 5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6" h="553">
                    <a:moveTo>
                      <a:pt x="353" y="553"/>
                    </a:moveTo>
                    <a:cubicBezTo>
                      <a:pt x="191" y="391"/>
                      <a:pt x="191" y="391"/>
                      <a:pt x="191" y="391"/>
                    </a:cubicBezTo>
                    <a:cubicBezTo>
                      <a:pt x="191" y="390"/>
                      <a:pt x="191" y="390"/>
                      <a:pt x="191" y="390"/>
                    </a:cubicBezTo>
                    <a:cubicBezTo>
                      <a:pt x="191" y="359"/>
                      <a:pt x="191" y="359"/>
                      <a:pt x="191" y="359"/>
                    </a:cubicBezTo>
                    <a:cubicBezTo>
                      <a:pt x="191" y="359"/>
                      <a:pt x="191" y="359"/>
                      <a:pt x="191" y="358"/>
                    </a:cubicBezTo>
                    <a:cubicBezTo>
                      <a:pt x="208" y="342"/>
                      <a:pt x="208" y="342"/>
                      <a:pt x="208" y="342"/>
                    </a:cubicBezTo>
                    <a:cubicBezTo>
                      <a:pt x="208" y="193"/>
                      <a:pt x="208" y="193"/>
                      <a:pt x="208" y="19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0" y="0"/>
                      <a:pt x="20" y="1"/>
                      <a:pt x="21" y="1"/>
                    </a:cubicBezTo>
                    <a:cubicBezTo>
                      <a:pt x="210" y="191"/>
                      <a:pt x="210" y="191"/>
                      <a:pt x="210" y="191"/>
                    </a:cubicBezTo>
                    <a:cubicBezTo>
                      <a:pt x="211" y="191"/>
                      <a:pt x="211" y="191"/>
                      <a:pt x="211" y="192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1" y="343"/>
                      <a:pt x="211" y="344"/>
                      <a:pt x="210" y="344"/>
                    </a:cubicBezTo>
                    <a:cubicBezTo>
                      <a:pt x="194" y="360"/>
                      <a:pt x="194" y="360"/>
                      <a:pt x="194" y="360"/>
                    </a:cubicBezTo>
                    <a:cubicBezTo>
                      <a:pt x="194" y="389"/>
                      <a:pt x="194" y="389"/>
                      <a:pt x="194" y="389"/>
                    </a:cubicBezTo>
                    <a:cubicBezTo>
                      <a:pt x="356" y="550"/>
                      <a:pt x="356" y="550"/>
                      <a:pt x="356" y="550"/>
                    </a:cubicBezTo>
                    <a:lnTo>
                      <a:pt x="353" y="5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Freeform 773"/>
              <p:cNvSpPr>
                <a:spLocks/>
              </p:cNvSpPr>
              <p:nvPr/>
            </p:nvSpPr>
            <p:spPr bwMode="auto">
              <a:xfrm flipV="1">
                <a:off x="-10501313" y="-3027363"/>
                <a:ext cx="214312" cy="255588"/>
              </a:xfrm>
              <a:custGeom>
                <a:avLst/>
                <a:gdLst>
                  <a:gd name="T0" fmla="*/ 53 w 57"/>
                  <a:gd name="T1" fmla="*/ 68 h 68"/>
                  <a:gd name="T2" fmla="*/ 1 w 57"/>
                  <a:gd name="T3" fmla="*/ 17 h 68"/>
                  <a:gd name="T4" fmla="*/ 0 w 57"/>
                  <a:gd name="T5" fmla="*/ 15 h 68"/>
                  <a:gd name="T6" fmla="*/ 0 w 57"/>
                  <a:gd name="T7" fmla="*/ 0 h 68"/>
                  <a:gd name="T8" fmla="*/ 7 w 57"/>
                  <a:gd name="T9" fmla="*/ 0 h 68"/>
                  <a:gd name="T10" fmla="*/ 7 w 57"/>
                  <a:gd name="T11" fmla="*/ 13 h 68"/>
                  <a:gd name="T12" fmla="*/ 57 w 57"/>
                  <a:gd name="T13" fmla="*/ 64 h 68"/>
                  <a:gd name="T14" fmla="*/ 53 w 57"/>
                  <a:gd name="T1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8">
                    <a:moveTo>
                      <a:pt x="53" y="68"/>
                    </a:moveTo>
                    <a:cubicBezTo>
                      <a:pt x="1" y="17"/>
                      <a:pt x="1" y="17"/>
                      <a:pt x="1" y="17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7" y="64"/>
                      <a:pt x="57" y="64"/>
                      <a:pt x="57" y="64"/>
                    </a:cubicBezTo>
                    <a:lnTo>
                      <a:pt x="53" y="6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Freeform 774"/>
              <p:cNvSpPr>
                <a:spLocks/>
              </p:cNvSpPr>
              <p:nvPr/>
            </p:nvSpPr>
            <p:spPr bwMode="auto">
              <a:xfrm flipV="1">
                <a:off x="-10996613" y="-3417888"/>
                <a:ext cx="311150" cy="312738"/>
              </a:xfrm>
              <a:custGeom>
                <a:avLst/>
                <a:gdLst>
                  <a:gd name="T0" fmla="*/ 191 w 196"/>
                  <a:gd name="T1" fmla="*/ 197 h 197"/>
                  <a:gd name="T2" fmla="*/ 0 w 196"/>
                  <a:gd name="T3" fmla="*/ 5 h 197"/>
                  <a:gd name="T4" fmla="*/ 4 w 196"/>
                  <a:gd name="T5" fmla="*/ 0 h 197"/>
                  <a:gd name="T6" fmla="*/ 196 w 196"/>
                  <a:gd name="T7" fmla="*/ 192 h 197"/>
                  <a:gd name="T8" fmla="*/ 191 w 196"/>
                  <a:gd name="T9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197">
                    <a:moveTo>
                      <a:pt x="191" y="197"/>
                    </a:moveTo>
                    <a:lnTo>
                      <a:pt x="0" y="5"/>
                    </a:lnTo>
                    <a:lnTo>
                      <a:pt x="4" y="0"/>
                    </a:lnTo>
                    <a:lnTo>
                      <a:pt x="196" y="192"/>
                    </a:lnTo>
                    <a:lnTo>
                      <a:pt x="191" y="1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Freeform 775"/>
              <p:cNvSpPr>
                <a:spLocks/>
              </p:cNvSpPr>
              <p:nvPr/>
            </p:nvSpPr>
            <p:spPr bwMode="auto">
              <a:xfrm flipV="1">
                <a:off x="-13816013" y="-2640013"/>
                <a:ext cx="1149350" cy="3167063"/>
              </a:xfrm>
              <a:custGeom>
                <a:avLst/>
                <a:gdLst>
                  <a:gd name="T0" fmla="*/ 10 w 306"/>
                  <a:gd name="T1" fmla="*/ 844 h 844"/>
                  <a:gd name="T2" fmla="*/ 0 w 306"/>
                  <a:gd name="T3" fmla="*/ 844 h 844"/>
                  <a:gd name="T4" fmla="*/ 0 w 306"/>
                  <a:gd name="T5" fmla="*/ 264 h 844"/>
                  <a:gd name="T6" fmla="*/ 2 w 306"/>
                  <a:gd name="T7" fmla="*/ 260 h 844"/>
                  <a:gd name="T8" fmla="*/ 249 w 306"/>
                  <a:gd name="T9" fmla="*/ 13 h 844"/>
                  <a:gd name="T10" fmla="*/ 252 w 306"/>
                  <a:gd name="T11" fmla="*/ 11 h 844"/>
                  <a:gd name="T12" fmla="*/ 288 w 306"/>
                  <a:gd name="T13" fmla="*/ 11 h 844"/>
                  <a:gd name="T14" fmla="*/ 298 w 306"/>
                  <a:gd name="T15" fmla="*/ 0 h 844"/>
                  <a:gd name="T16" fmla="*/ 306 w 306"/>
                  <a:gd name="T17" fmla="*/ 8 h 844"/>
                  <a:gd name="T18" fmla="*/ 293 w 306"/>
                  <a:gd name="T19" fmla="*/ 20 h 844"/>
                  <a:gd name="T20" fmla="*/ 290 w 306"/>
                  <a:gd name="T21" fmla="*/ 21 h 844"/>
                  <a:gd name="T22" fmla="*/ 255 w 306"/>
                  <a:gd name="T23" fmla="*/ 21 h 844"/>
                  <a:gd name="T24" fmla="*/ 10 w 306"/>
                  <a:gd name="T25" fmla="*/ 266 h 844"/>
                  <a:gd name="T26" fmla="*/ 10 w 306"/>
                  <a:gd name="T27" fmla="*/ 844 h 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6" h="844">
                    <a:moveTo>
                      <a:pt x="10" y="844"/>
                    </a:moveTo>
                    <a:cubicBezTo>
                      <a:pt x="0" y="844"/>
                      <a:pt x="0" y="844"/>
                      <a:pt x="0" y="844"/>
                    </a:cubicBezTo>
                    <a:cubicBezTo>
                      <a:pt x="0" y="264"/>
                      <a:pt x="0" y="264"/>
                      <a:pt x="0" y="264"/>
                    </a:cubicBezTo>
                    <a:cubicBezTo>
                      <a:pt x="0" y="262"/>
                      <a:pt x="1" y="261"/>
                      <a:pt x="2" y="260"/>
                    </a:cubicBezTo>
                    <a:cubicBezTo>
                      <a:pt x="249" y="13"/>
                      <a:pt x="249" y="13"/>
                      <a:pt x="249" y="13"/>
                    </a:cubicBezTo>
                    <a:cubicBezTo>
                      <a:pt x="250" y="12"/>
                      <a:pt x="251" y="11"/>
                      <a:pt x="252" y="11"/>
                    </a:cubicBezTo>
                    <a:cubicBezTo>
                      <a:pt x="288" y="11"/>
                      <a:pt x="288" y="11"/>
                      <a:pt x="288" y="11"/>
                    </a:cubicBezTo>
                    <a:cubicBezTo>
                      <a:pt x="298" y="0"/>
                      <a:pt x="298" y="0"/>
                      <a:pt x="298" y="0"/>
                    </a:cubicBezTo>
                    <a:cubicBezTo>
                      <a:pt x="306" y="8"/>
                      <a:pt x="306" y="8"/>
                      <a:pt x="306" y="8"/>
                    </a:cubicBezTo>
                    <a:cubicBezTo>
                      <a:pt x="293" y="20"/>
                      <a:pt x="293" y="20"/>
                      <a:pt x="293" y="20"/>
                    </a:cubicBezTo>
                    <a:cubicBezTo>
                      <a:pt x="292" y="21"/>
                      <a:pt x="291" y="21"/>
                      <a:pt x="290" y="21"/>
                    </a:cubicBezTo>
                    <a:cubicBezTo>
                      <a:pt x="255" y="21"/>
                      <a:pt x="255" y="21"/>
                      <a:pt x="255" y="21"/>
                    </a:cubicBezTo>
                    <a:cubicBezTo>
                      <a:pt x="10" y="266"/>
                      <a:pt x="10" y="266"/>
                      <a:pt x="10" y="266"/>
                    </a:cubicBezTo>
                    <a:lnTo>
                      <a:pt x="10" y="8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Freeform 815"/>
              <p:cNvSpPr>
                <a:spLocks/>
              </p:cNvSpPr>
              <p:nvPr/>
            </p:nvSpPr>
            <p:spPr bwMode="auto">
              <a:xfrm flipV="1">
                <a:off x="-12325350" y="873125"/>
                <a:ext cx="3290887" cy="2705100"/>
              </a:xfrm>
              <a:custGeom>
                <a:avLst/>
                <a:gdLst>
                  <a:gd name="T0" fmla="*/ 7 w 877"/>
                  <a:gd name="T1" fmla="*/ 721 h 721"/>
                  <a:gd name="T2" fmla="*/ 0 w 877"/>
                  <a:gd name="T3" fmla="*/ 714 h 721"/>
                  <a:gd name="T4" fmla="*/ 35 w 877"/>
                  <a:gd name="T5" fmla="*/ 679 h 721"/>
                  <a:gd name="T6" fmla="*/ 38 w 877"/>
                  <a:gd name="T7" fmla="*/ 678 h 721"/>
                  <a:gd name="T8" fmla="*/ 162 w 877"/>
                  <a:gd name="T9" fmla="*/ 678 h 721"/>
                  <a:gd name="T10" fmla="*/ 748 w 877"/>
                  <a:gd name="T11" fmla="*/ 91 h 721"/>
                  <a:gd name="T12" fmla="*/ 748 w 877"/>
                  <a:gd name="T13" fmla="*/ 74 h 721"/>
                  <a:gd name="T14" fmla="*/ 735 w 877"/>
                  <a:gd name="T15" fmla="*/ 61 h 721"/>
                  <a:gd name="T16" fmla="*/ 734 w 877"/>
                  <a:gd name="T17" fmla="*/ 58 h 721"/>
                  <a:gd name="T18" fmla="*/ 734 w 877"/>
                  <a:gd name="T19" fmla="*/ 31 h 721"/>
                  <a:gd name="T20" fmla="*/ 735 w 877"/>
                  <a:gd name="T21" fmla="*/ 28 h 721"/>
                  <a:gd name="T22" fmla="*/ 762 w 877"/>
                  <a:gd name="T23" fmla="*/ 1 h 721"/>
                  <a:gd name="T24" fmla="*/ 765 w 877"/>
                  <a:gd name="T25" fmla="*/ 0 h 721"/>
                  <a:gd name="T26" fmla="*/ 842 w 877"/>
                  <a:gd name="T27" fmla="*/ 0 h 721"/>
                  <a:gd name="T28" fmla="*/ 845 w 877"/>
                  <a:gd name="T29" fmla="*/ 1 h 721"/>
                  <a:gd name="T30" fmla="*/ 877 w 877"/>
                  <a:gd name="T31" fmla="*/ 33 h 721"/>
                  <a:gd name="T32" fmla="*/ 870 w 877"/>
                  <a:gd name="T33" fmla="*/ 40 h 721"/>
                  <a:gd name="T34" fmla="*/ 839 w 877"/>
                  <a:gd name="T35" fmla="*/ 10 h 721"/>
                  <a:gd name="T36" fmla="*/ 767 w 877"/>
                  <a:gd name="T37" fmla="*/ 10 h 721"/>
                  <a:gd name="T38" fmla="*/ 744 w 877"/>
                  <a:gd name="T39" fmla="*/ 33 h 721"/>
                  <a:gd name="T40" fmla="*/ 744 w 877"/>
                  <a:gd name="T41" fmla="*/ 56 h 721"/>
                  <a:gd name="T42" fmla="*/ 757 w 877"/>
                  <a:gd name="T43" fmla="*/ 69 h 721"/>
                  <a:gd name="T44" fmla="*/ 759 w 877"/>
                  <a:gd name="T45" fmla="*/ 72 h 721"/>
                  <a:gd name="T46" fmla="*/ 759 w 877"/>
                  <a:gd name="T47" fmla="*/ 93 h 721"/>
                  <a:gd name="T48" fmla="*/ 757 w 877"/>
                  <a:gd name="T49" fmla="*/ 97 h 721"/>
                  <a:gd name="T50" fmla="*/ 167 w 877"/>
                  <a:gd name="T51" fmla="*/ 686 h 721"/>
                  <a:gd name="T52" fmla="*/ 164 w 877"/>
                  <a:gd name="T53" fmla="*/ 688 h 721"/>
                  <a:gd name="T54" fmla="*/ 40 w 877"/>
                  <a:gd name="T55" fmla="*/ 688 h 721"/>
                  <a:gd name="T56" fmla="*/ 7 w 877"/>
                  <a:gd name="T57" fmla="*/ 721 h 7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77" h="721">
                    <a:moveTo>
                      <a:pt x="7" y="721"/>
                    </a:moveTo>
                    <a:cubicBezTo>
                      <a:pt x="0" y="714"/>
                      <a:pt x="0" y="714"/>
                      <a:pt x="0" y="714"/>
                    </a:cubicBezTo>
                    <a:cubicBezTo>
                      <a:pt x="35" y="679"/>
                      <a:pt x="35" y="679"/>
                      <a:pt x="35" y="679"/>
                    </a:cubicBezTo>
                    <a:cubicBezTo>
                      <a:pt x="36" y="678"/>
                      <a:pt x="37" y="678"/>
                      <a:pt x="38" y="678"/>
                    </a:cubicBezTo>
                    <a:cubicBezTo>
                      <a:pt x="162" y="678"/>
                      <a:pt x="162" y="678"/>
                      <a:pt x="162" y="678"/>
                    </a:cubicBezTo>
                    <a:cubicBezTo>
                      <a:pt x="748" y="91"/>
                      <a:pt x="748" y="91"/>
                      <a:pt x="748" y="91"/>
                    </a:cubicBezTo>
                    <a:cubicBezTo>
                      <a:pt x="748" y="74"/>
                      <a:pt x="748" y="74"/>
                      <a:pt x="748" y="74"/>
                    </a:cubicBezTo>
                    <a:cubicBezTo>
                      <a:pt x="735" y="61"/>
                      <a:pt x="735" y="61"/>
                      <a:pt x="735" y="61"/>
                    </a:cubicBezTo>
                    <a:cubicBezTo>
                      <a:pt x="734" y="60"/>
                      <a:pt x="734" y="59"/>
                      <a:pt x="734" y="58"/>
                    </a:cubicBezTo>
                    <a:cubicBezTo>
                      <a:pt x="734" y="31"/>
                      <a:pt x="734" y="31"/>
                      <a:pt x="734" y="31"/>
                    </a:cubicBezTo>
                    <a:cubicBezTo>
                      <a:pt x="734" y="30"/>
                      <a:pt x="734" y="29"/>
                      <a:pt x="735" y="28"/>
                    </a:cubicBezTo>
                    <a:cubicBezTo>
                      <a:pt x="762" y="1"/>
                      <a:pt x="762" y="1"/>
                      <a:pt x="762" y="1"/>
                    </a:cubicBezTo>
                    <a:cubicBezTo>
                      <a:pt x="763" y="0"/>
                      <a:pt x="764" y="0"/>
                      <a:pt x="765" y="0"/>
                    </a:cubicBezTo>
                    <a:cubicBezTo>
                      <a:pt x="842" y="0"/>
                      <a:pt x="842" y="0"/>
                      <a:pt x="842" y="0"/>
                    </a:cubicBezTo>
                    <a:cubicBezTo>
                      <a:pt x="843" y="0"/>
                      <a:pt x="844" y="0"/>
                      <a:pt x="845" y="1"/>
                    </a:cubicBezTo>
                    <a:cubicBezTo>
                      <a:pt x="877" y="33"/>
                      <a:pt x="877" y="33"/>
                      <a:pt x="877" y="33"/>
                    </a:cubicBezTo>
                    <a:cubicBezTo>
                      <a:pt x="870" y="40"/>
                      <a:pt x="870" y="40"/>
                      <a:pt x="870" y="40"/>
                    </a:cubicBezTo>
                    <a:cubicBezTo>
                      <a:pt x="839" y="10"/>
                      <a:pt x="839" y="10"/>
                      <a:pt x="839" y="10"/>
                    </a:cubicBezTo>
                    <a:cubicBezTo>
                      <a:pt x="767" y="10"/>
                      <a:pt x="767" y="10"/>
                      <a:pt x="767" y="10"/>
                    </a:cubicBezTo>
                    <a:cubicBezTo>
                      <a:pt x="744" y="33"/>
                      <a:pt x="744" y="33"/>
                      <a:pt x="744" y="33"/>
                    </a:cubicBezTo>
                    <a:cubicBezTo>
                      <a:pt x="744" y="56"/>
                      <a:pt x="744" y="56"/>
                      <a:pt x="744" y="56"/>
                    </a:cubicBezTo>
                    <a:cubicBezTo>
                      <a:pt x="757" y="69"/>
                      <a:pt x="757" y="69"/>
                      <a:pt x="757" y="69"/>
                    </a:cubicBezTo>
                    <a:cubicBezTo>
                      <a:pt x="758" y="70"/>
                      <a:pt x="759" y="71"/>
                      <a:pt x="759" y="72"/>
                    </a:cubicBezTo>
                    <a:cubicBezTo>
                      <a:pt x="759" y="93"/>
                      <a:pt x="759" y="93"/>
                      <a:pt x="759" y="93"/>
                    </a:cubicBezTo>
                    <a:cubicBezTo>
                      <a:pt x="759" y="94"/>
                      <a:pt x="758" y="96"/>
                      <a:pt x="757" y="97"/>
                    </a:cubicBezTo>
                    <a:cubicBezTo>
                      <a:pt x="167" y="686"/>
                      <a:pt x="167" y="686"/>
                      <a:pt x="167" y="686"/>
                    </a:cubicBezTo>
                    <a:cubicBezTo>
                      <a:pt x="166" y="687"/>
                      <a:pt x="165" y="688"/>
                      <a:pt x="164" y="688"/>
                    </a:cubicBezTo>
                    <a:cubicBezTo>
                      <a:pt x="40" y="688"/>
                      <a:pt x="40" y="688"/>
                      <a:pt x="40" y="688"/>
                    </a:cubicBezTo>
                    <a:lnTo>
                      <a:pt x="7" y="7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81" name="椭圆 1555"/>
            <p:cNvSpPr/>
            <p:nvPr/>
          </p:nvSpPr>
          <p:spPr>
            <a:xfrm>
              <a:off x="11851623" y="383103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82" name="椭圆 1556"/>
            <p:cNvSpPr/>
            <p:nvPr/>
          </p:nvSpPr>
          <p:spPr>
            <a:xfrm>
              <a:off x="11315303" y="365085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83" name="椭圆 1557"/>
            <p:cNvSpPr/>
            <p:nvPr/>
          </p:nvSpPr>
          <p:spPr>
            <a:xfrm>
              <a:off x="10948194" y="2909093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84" name="椭圆 1558"/>
            <p:cNvSpPr/>
            <p:nvPr/>
          </p:nvSpPr>
          <p:spPr>
            <a:xfrm>
              <a:off x="11337529" y="2994815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85" name="椭圆 1559"/>
            <p:cNvSpPr/>
            <p:nvPr/>
          </p:nvSpPr>
          <p:spPr>
            <a:xfrm>
              <a:off x="10732435" y="2359419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86" name="椭圆 1560"/>
            <p:cNvSpPr/>
            <p:nvPr/>
          </p:nvSpPr>
          <p:spPr>
            <a:xfrm>
              <a:off x="11093592" y="2349499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87" name="椭圆 1561"/>
            <p:cNvSpPr/>
            <p:nvPr/>
          </p:nvSpPr>
          <p:spPr>
            <a:xfrm>
              <a:off x="10341501" y="2326480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88" name="椭圆 1562"/>
            <p:cNvSpPr/>
            <p:nvPr/>
          </p:nvSpPr>
          <p:spPr>
            <a:xfrm>
              <a:off x="9913825" y="187205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89" name="椭圆 1563"/>
            <p:cNvSpPr/>
            <p:nvPr/>
          </p:nvSpPr>
          <p:spPr>
            <a:xfrm>
              <a:off x="9729278" y="1687511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90" name="椭圆 1564"/>
            <p:cNvSpPr/>
            <p:nvPr/>
          </p:nvSpPr>
          <p:spPr>
            <a:xfrm>
              <a:off x="9383457" y="1319210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91" name="椭圆 1565"/>
            <p:cNvSpPr/>
            <p:nvPr/>
          </p:nvSpPr>
          <p:spPr>
            <a:xfrm>
              <a:off x="10132361" y="1347389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92" name="椭圆 1566"/>
            <p:cNvSpPr/>
            <p:nvPr/>
          </p:nvSpPr>
          <p:spPr>
            <a:xfrm>
              <a:off x="10686001" y="113228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93" name="椭圆 1567"/>
            <p:cNvSpPr/>
            <p:nvPr/>
          </p:nvSpPr>
          <p:spPr>
            <a:xfrm>
              <a:off x="11201939" y="1001315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94" name="椭圆 1568"/>
            <p:cNvSpPr/>
            <p:nvPr/>
          </p:nvSpPr>
          <p:spPr>
            <a:xfrm>
              <a:off x="8995852" y="935829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95" name="椭圆 1569"/>
            <p:cNvSpPr/>
            <p:nvPr/>
          </p:nvSpPr>
          <p:spPr>
            <a:xfrm>
              <a:off x="8625030" y="574277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96" name="椭圆 1570"/>
            <p:cNvSpPr/>
            <p:nvPr/>
          </p:nvSpPr>
          <p:spPr>
            <a:xfrm>
              <a:off x="9332404" y="573484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97" name="椭圆 1571"/>
            <p:cNvSpPr/>
            <p:nvPr/>
          </p:nvSpPr>
          <p:spPr>
            <a:xfrm>
              <a:off x="9157636" y="384968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98" name="椭圆 1572"/>
            <p:cNvSpPr/>
            <p:nvPr/>
          </p:nvSpPr>
          <p:spPr>
            <a:xfrm>
              <a:off x="8086866" y="398065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99" name="椭圆 1573"/>
            <p:cNvSpPr/>
            <p:nvPr/>
          </p:nvSpPr>
          <p:spPr>
            <a:xfrm>
              <a:off x="8079723" y="770731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00" name="椭圆 1574"/>
            <p:cNvSpPr/>
            <p:nvPr/>
          </p:nvSpPr>
          <p:spPr>
            <a:xfrm>
              <a:off x="8451993" y="54371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866850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3" name="组合 2512"/>
          <p:cNvGrpSpPr/>
          <p:nvPr/>
        </p:nvGrpSpPr>
        <p:grpSpPr>
          <a:xfrm>
            <a:off x="318899" y="2133465"/>
            <a:ext cx="11369676" cy="7108826"/>
            <a:chOff x="411163" y="-125413"/>
            <a:chExt cx="11369676" cy="7108826"/>
          </a:xfrm>
        </p:grpSpPr>
        <p:sp>
          <p:nvSpPr>
            <p:cNvPr id="14" name="Freeform 17"/>
            <p:cNvSpPr>
              <a:spLocks noEditPoints="1"/>
            </p:cNvSpPr>
            <p:nvPr/>
          </p:nvSpPr>
          <p:spPr bwMode="auto">
            <a:xfrm>
              <a:off x="411163" y="3194050"/>
              <a:ext cx="438150" cy="3789363"/>
            </a:xfrm>
            <a:custGeom>
              <a:avLst/>
              <a:gdLst>
                <a:gd name="T0" fmla="*/ 102 w 117"/>
                <a:gd name="T1" fmla="*/ 27 h 1009"/>
                <a:gd name="T2" fmla="*/ 90 w 117"/>
                <a:gd name="T3" fmla="*/ 16 h 1009"/>
                <a:gd name="T4" fmla="*/ 102 w 117"/>
                <a:gd name="T5" fmla="*/ 4 h 1009"/>
                <a:gd name="T6" fmla="*/ 113 w 117"/>
                <a:gd name="T7" fmla="*/ 16 h 1009"/>
                <a:gd name="T8" fmla="*/ 102 w 117"/>
                <a:gd name="T9" fmla="*/ 27 h 1009"/>
                <a:gd name="T10" fmla="*/ 102 w 117"/>
                <a:gd name="T11" fmla="*/ 0 h 1009"/>
                <a:gd name="T12" fmla="*/ 86 w 117"/>
                <a:gd name="T13" fmla="*/ 16 h 1009"/>
                <a:gd name="T14" fmla="*/ 100 w 117"/>
                <a:gd name="T15" fmla="*/ 31 h 1009"/>
                <a:gd name="T16" fmla="*/ 100 w 117"/>
                <a:gd name="T17" fmla="*/ 500 h 1009"/>
                <a:gd name="T18" fmla="*/ 0 w 117"/>
                <a:gd name="T19" fmla="*/ 600 h 1009"/>
                <a:gd name="T20" fmla="*/ 0 w 117"/>
                <a:gd name="T21" fmla="*/ 1009 h 1009"/>
                <a:gd name="T22" fmla="*/ 4 w 117"/>
                <a:gd name="T23" fmla="*/ 1009 h 1009"/>
                <a:gd name="T24" fmla="*/ 4 w 117"/>
                <a:gd name="T25" fmla="*/ 602 h 1009"/>
                <a:gd name="T26" fmla="*/ 104 w 117"/>
                <a:gd name="T27" fmla="*/ 502 h 1009"/>
                <a:gd name="T28" fmla="*/ 104 w 117"/>
                <a:gd name="T29" fmla="*/ 31 h 1009"/>
                <a:gd name="T30" fmla="*/ 117 w 117"/>
                <a:gd name="T31" fmla="*/ 16 h 1009"/>
                <a:gd name="T32" fmla="*/ 102 w 117"/>
                <a:gd name="T33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7" h="1009">
                  <a:moveTo>
                    <a:pt x="102" y="27"/>
                  </a:moveTo>
                  <a:cubicBezTo>
                    <a:pt x="96" y="27"/>
                    <a:pt x="90" y="22"/>
                    <a:pt x="90" y="16"/>
                  </a:cubicBezTo>
                  <a:cubicBezTo>
                    <a:pt x="90" y="9"/>
                    <a:pt x="96" y="4"/>
                    <a:pt x="102" y="4"/>
                  </a:cubicBezTo>
                  <a:cubicBezTo>
                    <a:pt x="108" y="4"/>
                    <a:pt x="113" y="9"/>
                    <a:pt x="113" y="16"/>
                  </a:cubicBezTo>
                  <a:cubicBezTo>
                    <a:pt x="113" y="22"/>
                    <a:pt x="108" y="27"/>
                    <a:pt x="102" y="27"/>
                  </a:cubicBezTo>
                  <a:moveTo>
                    <a:pt x="102" y="0"/>
                  </a:moveTo>
                  <a:cubicBezTo>
                    <a:pt x="93" y="0"/>
                    <a:pt x="86" y="7"/>
                    <a:pt x="86" y="16"/>
                  </a:cubicBezTo>
                  <a:cubicBezTo>
                    <a:pt x="86" y="23"/>
                    <a:pt x="92" y="30"/>
                    <a:pt x="100" y="31"/>
                  </a:cubicBezTo>
                  <a:cubicBezTo>
                    <a:pt x="100" y="500"/>
                    <a:pt x="100" y="500"/>
                    <a:pt x="100" y="500"/>
                  </a:cubicBezTo>
                  <a:cubicBezTo>
                    <a:pt x="0" y="600"/>
                    <a:pt x="0" y="600"/>
                    <a:pt x="0" y="600"/>
                  </a:cubicBezTo>
                  <a:cubicBezTo>
                    <a:pt x="0" y="1009"/>
                    <a:pt x="0" y="1009"/>
                    <a:pt x="0" y="1009"/>
                  </a:cubicBezTo>
                  <a:cubicBezTo>
                    <a:pt x="4" y="1009"/>
                    <a:pt x="4" y="1009"/>
                    <a:pt x="4" y="1009"/>
                  </a:cubicBezTo>
                  <a:cubicBezTo>
                    <a:pt x="4" y="602"/>
                    <a:pt x="4" y="602"/>
                    <a:pt x="4" y="602"/>
                  </a:cubicBezTo>
                  <a:cubicBezTo>
                    <a:pt x="104" y="502"/>
                    <a:pt x="104" y="502"/>
                    <a:pt x="104" y="502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12" y="30"/>
                    <a:pt x="117" y="23"/>
                    <a:pt x="117" y="16"/>
                  </a:cubicBezTo>
                  <a:cubicBezTo>
                    <a:pt x="117" y="7"/>
                    <a:pt x="110" y="0"/>
                    <a:pt x="10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" name="Freeform 18"/>
            <p:cNvSpPr>
              <a:spLocks noEditPoints="1"/>
            </p:cNvSpPr>
            <p:nvPr/>
          </p:nvSpPr>
          <p:spPr bwMode="auto">
            <a:xfrm>
              <a:off x="1082676" y="3494088"/>
              <a:ext cx="333375" cy="3489325"/>
            </a:xfrm>
            <a:custGeom>
              <a:avLst/>
              <a:gdLst>
                <a:gd name="T0" fmla="*/ 89 w 89"/>
                <a:gd name="T1" fmla="*/ 456 h 929"/>
                <a:gd name="T2" fmla="*/ 85 w 89"/>
                <a:gd name="T3" fmla="*/ 460 h 929"/>
                <a:gd name="T4" fmla="*/ 85 w 89"/>
                <a:gd name="T5" fmla="*/ 929 h 929"/>
                <a:gd name="T6" fmla="*/ 89 w 89"/>
                <a:gd name="T7" fmla="*/ 929 h 929"/>
                <a:gd name="T8" fmla="*/ 89 w 89"/>
                <a:gd name="T9" fmla="*/ 456 h 929"/>
                <a:gd name="T10" fmla="*/ 15 w 89"/>
                <a:gd name="T11" fmla="*/ 27 h 929"/>
                <a:gd name="T12" fmla="*/ 4 w 89"/>
                <a:gd name="T13" fmla="*/ 16 h 929"/>
                <a:gd name="T14" fmla="*/ 15 w 89"/>
                <a:gd name="T15" fmla="*/ 4 h 929"/>
                <a:gd name="T16" fmla="*/ 27 w 89"/>
                <a:gd name="T17" fmla="*/ 16 h 929"/>
                <a:gd name="T18" fmla="*/ 15 w 89"/>
                <a:gd name="T19" fmla="*/ 27 h 929"/>
                <a:gd name="T20" fmla="*/ 15 w 89"/>
                <a:gd name="T21" fmla="*/ 0 h 929"/>
                <a:gd name="T22" fmla="*/ 0 w 89"/>
                <a:gd name="T23" fmla="*/ 16 h 929"/>
                <a:gd name="T24" fmla="*/ 13 w 89"/>
                <a:gd name="T25" fmla="*/ 31 h 929"/>
                <a:gd name="T26" fmla="*/ 13 w 89"/>
                <a:gd name="T27" fmla="*/ 198 h 929"/>
                <a:gd name="T28" fmla="*/ 85 w 89"/>
                <a:gd name="T29" fmla="*/ 270 h 929"/>
                <a:gd name="T30" fmla="*/ 85 w 89"/>
                <a:gd name="T31" fmla="*/ 454 h 929"/>
                <a:gd name="T32" fmla="*/ 89 w 89"/>
                <a:gd name="T33" fmla="*/ 450 h 929"/>
                <a:gd name="T34" fmla="*/ 89 w 89"/>
                <a:gd name="T35" fmla="*/ 269 h 929"/>
                <a:gd name="T36" fmla="*/ 17 w 89"/>
                <a:gd name="T37" fmla="*/ 197 h 929"/>
                <a:gd name="T38" fmla="*/ 17 w 89"/>
                <a:gd name="T39" fmla="*/ 31 h 929"/>
                <a:gd name="T40" fmla="*/ 31 w 89"/>
                <a:gd name="T41" fmla="*/ 16 h 929"/>
                <a:gd name="T42" fmla="*/ 15 w 89"/>
                <a:gd name="T43" fmla="*/ 0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9" h="929">
                  <a:moveTo>
                    <a:pt x="89" y="456"/>
                  </a:moveTo>
                  <a:cubicBezTo>
                    <a:pt x="85" y="460"/>
                    <a:pt x="85" y="460"/>
                    <a:pt x="85" y="460"/>
                  </a:cubicBezTo>
                  <a:cubicBezTo>
                    <a:pt x="85" y="929"/>
                    <a:pt x="85" y="929"/>
                    <a:pt x="85" y="929"/>
                  </a:cubicBezTo>
                  <a:cubicBezTo>
                    <a:pt x="89" y="929"/>
                    <a:pt x="89" y="929"/>
                    <a:pt x="89" y="929"/>
                  </a:cubicBezTo>
                  <a:cubicBezTo>
                    <a:pt x="89" y="456"/>
                    <a:pt x="89" y="456"/>
                    <a:pt x="89" y="456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198"/>
                    <a:pt x="13" y="198"/>
                    <a:pt x="13" y="198"/>
                  </a:cubicBezTo>
                  <a:cubicBezTo>
                    <a:pt x="85" y="270"/>
                    <a:pt x="85" y="270"/>
                    <a:pt x="85" y="270"/>
                  </a:cubicBezTo>
                  <a:cubicBezTo>
                    <a:pt x="85" y="454"/>
                    <a:pt x="85" y="454"/>
                    <a:pt x="85" y="454"/>
                  </a:cubicBezTo>
                  <a:cubicBezTo>
                    <a:pt x="89" y="450"/>
                    <a:pt x="89" y="450"/>
                    <a:pt x="89" y="450"/>
                  </a:cubicBezTo>
                  <a:cubicBezTo>
                    <a:pt x="89" y="269"/>
                    <a:pt x="89" y="269"/>
                    <a:pt x="89" y="269"/>
                  </a:cubicBezTo>
                  <a:cubicBezTo>
                    <a:pt x="17" y="197"/>
                    <a:pt x="17" y="197"/>
                    <a:pt x="17" y="197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" name="Freeform 19"/>
            <p:cNvSpPr>
              <a:spLocks noEditPoints="1"/>
            </p:cNvSpPr>
            <p:nvPr/>
          </p:nvSpPr>
          <p:spPr bwMode="auto">
            <a:xfrm>
              <a:off x="1712913" y="2459037"/>
              <a:ext cx="117475" cy="4524376"/>
            </a:xfrm>
            <a:custGeom>
              <a:avLst/>
              <a:gdLst>
                <a:gd name="T0" fmla="*/ 17 w 31"/>
                <a:gd name="T1" fmla="*/ 637 h 1205"/>
                <a:gd name="T2" fmla="*/ 13 w 31"/>
                <a:gd name="T3" fmla="*/ 641 h 1205"/>
                <a:gd name="T4" fmla="*/ 13 w 31"/>
                <a:gd name="T5" fmla="*/ 1205 h 1205"/>
                <a:gd name="T6" fmla="*/ 17 w 31"/>
                <a:gd name="T7" fmla="*/ 1205 h 1205"/>
                <a:gd name="T8" fmla="*/ 17 w 31"/>
                <a:gd name="T9" fmla="*/ 637 h 1205"/>
                <a:gd name="T10" fmla="*/ 15 w 31"/>
                <a:gd name="T11" fmla="*/ 27 h 1205"/>
                <a:gd name="T12" fmla="*/ 4 w 31"/>
                <a:gd name="T13" fmla="*/ 16 h 1205"/>
                <a:gd name="T14" fmla="*/ 15 w 31"/>
                <a:gd name="T15" fmla="*/ 4 h 1205"/>
                <a:gd name="T16" fmla="*/ 27 w 31"/>
                <a:gd name="T17" fmla="*/ 16 h 1205"/>
                <a:gd name="T18" fmla="*/ 15 w 31"/>
                <a:gd name="T19" fmla="*/ 27 h 1205"/>
                <a:gd name="T20" fmla="*/ 15 w 31"/>
                <a:gd name="T21" fmla="*/ 0 h 1205"/>
                <a:gd name="T22" fmla="*/ 0 w 31"/>
                <a:gd name="T23" fmla="*/ 16 h 1205"/>
                <a:gd name="T24" fmla="*/ 13 w 31"/>
                <a:gd name="T25" fmla="*/ 31 h 1205"/>
                <a:gd name="T26" fmla="*/ 13 w 31"/>
                <a:gd name="T27" fmla="*/ 635 h 1205"/>
                <a:gd name="T28" fmla="*/ 17 w 31"/>
                <a:gd name="T29" fmla="*/ 631 h 1205"/>
                <a:gd name="T30" fmla="*/ 17 w 31"/>
                <a:gd name="T31" fmla="*/ 31 h 1205"/>
                <a:gd name="T32" fmla="*/ 31 w 31"/>
                <a:gd name="T33" fmla="*/ 16 h 1205"/>
                <a:gd name="T34" fmla="*/ 15 w 31"/>
                <a:gd name="T35" fmla="*/ 0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" h="1205">
                  <a:moveTo>
                    <a:pt x="17" y="637"/>
                  </a:moveTo>
                  <a:cubicBezTo>
                    <a:pt x="13" y="641"/>
                    <a:pt x="13" y="641"/>
                    <a:pt x="13" y="641"/>
                  </a:cubicBezTo>
                  <a:cubicBezTo>
                    <a:pt x="13" y="1205"/>
                    <a:pt x="13" y="1205"/>
                    <a:pt x="13" y="1205"/>
                  </a:cubicBezTo>
                  <a:cubicBezTo>
                    <a:pt x="17" y="1205"/>
                    <a:pt x="17" y="1205"/>
                    <a:pt x="17" y="1205"/>
                  </a:cubicBezTo>
                  <a:cubicBezTo>
                    <a:pt x="17" y="637"/>
                    <a:pt x="17" y="637"/>
                    <a:pt x="17" y="637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1" y="4"/>
                    <a:pt x="27" y="9"/>
                    <a:pt x="27" y="16"/>
                  </a:cubicBezTo>
                  <a:cubicBezTo>
                    <a:pt x="27" y="22"/>
                    <a:pt x="21" y="27"/>
                    <a:pt x="15" y="27"/>
                  </a:cubicBezTo>
                  <a:moveTo>
                    <a:pt x="15" y="0"/>
                  </a:moveTo>
                  <a:cubicBezTo>
                    <a:pt x="6" y="0"/>
                    <a:pt x="0" y="7"/>
                    <a:pt x="0" y="16"/>
                  </a:cubicBezTo>
                  <a:cubicBezTo>
                    <a:pt x="0" y="23"/>
                    <a:pt x="5" y="30"/>
                    <a:pt x="13" y="31"/>
                  </a:cubicBezTo>
                  <a:cubicBezTo>
                    <a:pt x="13" y="635"/>
                    <a:pt x="13" y="635"/>
                    <a:pt x="13" y="635"/>
                  </a:cubicBezTo>
                  <a:cubicBezTo>
                    <a:pt x="17" y="631"/>
                    <a:pt x="17" y="631"/>
                    <a:pt x="17" y="6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" name="Freeform 20"/>
            <p:cNvSpPr>
              <a:spLocks noEditPoints="1"/>
            </p:cNvSpPr>
            <p:nvPr/>
          </p:nvSpPr>
          <p:spPr bwMode="auto">
            <a:xfrm>
              <a:off x="906463" y="2908300"/>
              <a:ext cx="1284288" cy="4075113"/>
            </a:xfrm>
            <a:custGeom>
              <a:avLst/>
              <a:gdLst>
                <a:gd name="T0" fmla="*/ 326 w 342"/>
                <a:gd name="T1" fmla="*/ 27 h 1085"/>
                <a:gd name="T2" fmla="*/ 315 w 342"/>
                <a:gd name="T3" fmla="*/ 16 h 1085"/>
                <a:gd name="T4" fmla="*/ 326 w 342"/>
                <a:gd name="T5" fmla="*/ 4 h 1085"/>
                <a:gd name="T6" fmla="*/ 338 w 342"/>
                <a:gd name="T7" fmla="*/ 16 h 1085"/>
                <a:gd name="T8" fmla="*/ 326 w 342"/>
                <a:gd name="T9" fmla="*/ 27 h 1085"/>
                <a:gd name="T10" fmla="*/ 326 w 342"/>
                <a:gd name="T11" fmla="*/ 0 h 1085"/>
                <a:gd name="T12" fmla="*/ 311 w 342"/>
                <a:gd name="T13" fmla="*/ 16 h 1085"/>
                <a:gd name="T14" fmla="*/ 324 w 342"/>
                <a:gd name="T15" fmla="*/ 31 h 1085"/>
                <a:gd name="T16" fmla="*/ 324 w 342"/>
                <a:gd name="T17" fmla="*/ 419 h 1085"/>
                <a:gd name="T18" fmla="*/ 232 w 342"/>
                <a:gd name="T19" fmla="*/ 511 h 1085"/>
                <a:gd name="T20" fmla="*/ 228 w 342"/>
                <a:gd name="T21" fmla="*/ 515 h 1085"/>
                <a:gd name="T22" fmla="*/ 136 w 342"/>
                <a:gd name="T23" fmla="*/ 606 h 1085"/>
                <a:gd name="T24" fmla="*/ 132 w 342"/>
                <a:gd name="T25" fmla="*/ 610 h 1085"/>
                <a:gd name="T26" fmla="*/ 0 w 342"/>
                <a:gd name="T27" fmla="*/ 742 h 1085"/>
                <a:gd name="T28" fmla="*/ 0 w 342"/>
                <a:gd name="T29" fmla="*/ 1085 h 1085"/>
                <a:gd name="T30" fmla="*/ 4 w 342"/>
                <a:gd name="T31" fmla="*/ 1085 h 1085"/>
                <a:gd name="T32" fmla="*/ 4 w 342"/>
                <a:gd name="T33" fmla="*/ 744 h 1085"/>
                <a:gd name="T34" fmla="*/ 132 w 342"/>
                <a:gd name="T35" fmla="*/ 616 h 1085"/>
                <a:gd name="T36" fmla="*/ 136 w 342"/>
                <a:gd name="T37" fmla="*/ 612 h 1085"/>
                <a:gd name="T38" fmla="*/ 228 w 342"/>
                <a:gd name="T39" fmla="*/ 521 h 1085"/>
                <a:gd name="T40" fmla="*/ 232 w 342"/>
                <a:gd name="T41" fmla="*/ 517 h 1085"/>
                <a:gd name="T42" fmla="*/ 328 w 342"/>
                <a:gd name="T43" fmla="*/ 420 h 1085"/>
                <a:gd name="T44" fmla="*/ 328 w 342"/>
                <a:gd name="T45" fmla="*/ 31 h 1085"/>
                <a:gd name="T46" fmla="*/ 342 w 342"/>
                <a:gd name="T47" fmla="*/ 16 h 1085"/>
                <a:gd name="T48" fmla="*/ 326 w 342"/>
                <a:gd name="T49" fmla="*/ 0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2" h="1085">
                  <a:moveTo>
                    <a:pt x="326" y="27"/>
                  </a:moveTo>
                  <a:cubicBezTo>
                    <a:pt x="320" y="27"/>
                    <a:pt x="315" y="22"/>
                    <a:pt x="315" y="16"/>
                  </a:cubicBezTo>
                  <a:cubicBezTo>
                    <a:pt x="315" y="10"/>
                    <a:pt x="320" y="4"/>
                    <a:pt x="326" y="4"/>
                  </a:cubicBezTo>
                  <a:cubicBezTo>
                    <a:pt x="333" y="4"/>
                    <a:pt x="338" y="10"/>
                    <a:pt x="338" y="16"/>
                  </a:cubicBezTo>
                  <a:cubicBezTo>
                    <a:pt x="338" y="22"/>
                    <a:pt x="333" y="27"/>
                    <a:pt x="326" y="27"/>
                  </a:cubicBezTo>
                  <a:moveTo>
                    <a:pt x="326" y="0"/>
                  </a:moveTo>
                  <a:cubicBezTo>
                    <a:pt x="318" y="0"/>
                    <a:pt x="311" y="7"/>
                    <a:pt x="311" y="16"/>
                  </a:cubicBezTo>
                  <a:cubicBezTo>
                    <a:pt x="311" y="24"/>
                    <a:pt x="317" y="30"/>
                    <a:pt x="324" y="31"/>
                  </a:cubicBezTo>
                  <a:cubicBezTo>
                    <a:pt x="324" y="419"/>
                    <a:pt x="324" y="419"/>
                    <a:pt x="324" y="419"/>
                  </a:cubicBezTo>
                  <a:cubicBezTo>
                    <a:pt x="232" y="511"/>
                    <a:pt x="232" y="511"/>
                    <a:pt x="232" y="511"/>
                  </a:cubicBezTo>
                  <a:cubicBezTo>
                    <a:pt x="228" y="515"/>
                    <a:pt x="228" y="515"/>
                    <a:pt x="228" y="515"/>
                  </a:cubicBezTo>
                  <a:cubicBezTo>
                    <a:pt x="136" y="606"/>
                    <a:pt x="136" y="606"/>
                    <a:pt x="136" y="606"/>
                  </a:cubicBezTo>
                  <a:cubicBezTo>
                    <a:pt x="132" y="610"/>
                    <a:pt x="132" y="610"/>
                    <a:pt x="132" y="610"/>
                  </a:cubicBezTo>
                  <a:cubicBezTo>
                    <a:pt x="0" y="742"/>
                    <a:pt x="0" y="742"/>
                    <a:pt x="0" y="742"/>
                  </a:cubicBezTo>
                  <a:cubicBezTo>
                    <a:pt x="0" y="1085"/>
                    <a:pt x="0" y="1085"/>
                    <a:pt x="0" y="1085"/>
                  </a:cubicBezTo>
                  <a:cubicBezTo>
                    <a:pt x="4" y="1085"/>
                    <a:pt x="4" y="1085"/>
                    <a:pt x="4" y="1085"/>
                  </a:cubicBezTo>
                  <a:cubicBezTo>
                    <a:pt x="4" y="744"/>
                    <a:pt x="4" y="744"/>
                    <a:pt x="4" y="744"/>
                  </a:cubicBezTo>
                  <a:cubicBezTo>
                    <a:pt x="132" y="616"/>
                    <a:pt x="132" y="616"/>
                    <a:pt x="132" y="616"/>
                  </a:cubicBezTo>
                  <a:cubicBezTo>
                    <a:pt x="136" y="612"/>
                    <a:pt x="136" y="612"/>
                    <a:pt x="136" y="612"/>
                  </a:cubicBezTo>
                  <a:cubicBezTo>
                    <a:pt x="228" y="521"/>
                    <a:pt x="228" y="521"/>
                    <a:pt x="228" y="521"/>
                  </a:cubicBezTo>
                  <a:cubicBezTo>
                    <a:pt x="232" y="517"/>
                    <a:pt x="232" y="517"/>
                    <a:pt x="232" y="517"/>
                  </a:cubicBezTo>
                  <a:cubicBezTo>
                    <a:pt x="328" y="420"/>
                    <a:pt x="328" y="420"/>
                    <a:pt x="328" y="420"/>
                  </a:cubicBezTo>
                  <a:cubicBezTo>
                    <a:pt x="328" y="31"/>
                    <a:pt x="328" y="31"/>
                    <a:pt x="328" y="31"/>
                  </a:cubicBezTo>
                  <a:cubicBezTo>
                    <a:pt x="336" y="30"/>
                    <a:pt x="342" y="24"/>
                    <a:pt x="342" y="16"/>
                  </a:cubicBezTo>
                  <a:cubicBezTo>
                    <a:pt x="342" y="7"/>
                    <a:pt x="335" y="0"/>
                    <a:pt x="32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" name="Freeform 21"/>
            <p:cNvSpPr>
              <a:spLocks noEditPoints="1"/>
            </p:cNvSpPr>
            <p:nvPr/>
          </p:nvSpPr>
          <p:spPr bwMode="auto">
            <a:xfrm>
              <a:off x="2408238" y="2074862"/>
              <a:ext cx="434975" cy="4908551"/>
            </a:xfrm>
            <a:custGeom>
              <a:avLst/>
              <a:gdLst>
                <a:gd name="T0" fmla="*/ 15 w 116"/>
                <a:gd name="T1" fmla="*/ 27 h 1307"/>
                <a:gd name="T2" fmla="*/ 4 w 116"/>
                <a:gd name="T3" fmla="*/ 16 h 1307"/>
                <a:gd name="T4" fmla="*/ 15 w 116"/>
                <a:gd name="T5" fmla="*/ 4 h 1307"/>
                <a:gd name="T6" fmla="*/ 27 w 116"/>
                <a:gd name="T7" fmla="*/ 16 h 1307"/>
                <a:gd name="T8" fmla="*/ 15 w 116"/>
                <a:gd name="T9" fmla="*/ 27 h 1307"/>
                <a:gd name="T10" fmla="*/ 15 w 116"/>
                <a:gd name="T11" fmla="*/ 0 h 1307"/>
                <a:gd name="T12" fmla="*/ 0 w 116"/>
                <a:gd name="T13" fmla="*/ 16 h 1307"/>
                <a:gd name="T14" fmla="*/ 13 w 116"/>
                <a:gd name="T15" fmla="*/ 31 h 1307"/>
                <a:gd name="T16" fmla="*/ 13 w 116"/>
                <a:gd name="T17" fmla="*/ 496 h 1307"/>
                <a:gd name="T18" fmla="*/ 112 w 116"/>
                <a:gd name="T19" fmla="*/ 594 h 1307"/>
                <a:gd name="T20" fmla="*/ 112 w 116"/>
                <a:gd name="T21" fmla="*/ 1307 h 1307"/>
                <a:gd name="T22" fmla="*/ 116 w 116"/>
                <a:gd name="T23" fmla="*/ 1307 h 1307"/>
                <a:gd name="T24" fmla="*/ 116 w 116"/>
                <a:gd name="T25" fmla="*/ 593 h 1307"/>
                <a:gd name="T26" fmla="*/ 17 w 116"/>
                <a:gd name="T27" fmla="*/ 494 h 1307"/>
                <a:gd name="T28" fmla="*/ 17 w 116"/>
                <a:gd name="T29" fmla="*/ 31 h 1307"/>
                <a:gd name="T30" fmla="*/ 31 w 116"/>
                <a:gd name="T31" fmla="*/ 16 h 1307"/>
                <a:gd name="T32" fmla="*/ 15 w 116"/>
                <a:gd name="T33" fmla="*/ 0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1307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496"/>
                    <a:pt x="13" y="496"/>
                    <a:pt x="13" y="496"/>
                  </a:cubicBezTo>
                  <a:cubicBezTo>
                    <a:pt x="112" y="594"/>
                    <a:pt x="112" y="594"/>
                    <a:pt x="112" y="594"/>
                  </a:cubicBezTo>
                  <a:cubicBezTo>
                    <a:pt x="112" y="1307"/>
                    <a:pt x="112" y="1307"/>
                    <a:pt x="112" y="1307"/>
                  </a:cubicBezTo>
                  <a:cubicBezTo>
                    <a:pt x="116" y="1307"/>
                    <a:pt x="116" y="1307"/>
                    <a:pt x="116" y="1307"/>
                  </a:cubicBezTo>
                  <a:cubicBezTo>
                    <a:pt x="116" y="593"/>
                    <a:pt x="116" y="593"/>
                    <a:pt x="116" y="593"/>
                  </a:cubicBezTo>
                  <a:cubicBezTo>
                    <a:pt x="17" y="494"/>
                    <a:pt x="17" y="494"/>
                    <a:pt x="17" y="49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" name="Freeform 22"/>
            <p:cNvSpPr>
              <a:spLocks noEditPoints="1"/>
            </p:cNvSpPr>
            <p:nvPr/>
          </p:nvSpPr>
          <p:spPr bwMode="auto">
            <a:xfrm>
              <a:off x="3217863" y="2792412"/>
              <a:ext cx="525463" cy="4191001"/>
            </a:xfrm>
            <a:custGeom>
              <a:avLst/>
              <a:gdLst>
                <a:gd name="T0" fmla="*/ 72 w 140"/>
                <a:gd name="T1" fmla="*/ 409 h 1116"/>
                <a:gd name="T2" fmla="*/ 72 w 140"/>
                <a:gd name="T3" fmla="*/ 414 h 1116"/>
                <a:gd name="T4" fmla="*/ 136 w 140"/>
                <a:gd name="T5" fmla="*/ 478 h 1116"/>
                <a:gd name="T6" fmla="*/ 136 w 140"/>
                <a:gd name="T7" fmla="*/ 1116 h 1116"/>
                <a:gd name="T8" fmla="*/ 140 w 140"/>
                <a:gd name="T9" fmla="*/ 1116 h 1116"/>
                <a:gd name="T10" fmla="*/ 140 w 140"/>
                <a:gd name="T11" fmla="*/ 476 h 1116"/>
                <a:gd name="T12" fmla="*/ 72 w 140"/>
                <a:gd name="T13" fmla="*/ 409 h 1116"/>
                <a:gd name="T14" fmla="*/ 15 w 140"/>
                <a:gd name="T15" fmla="*/ 27 h 1116"/>
                <a:gd name="T16" fmla="*/ 4 w 140"/>
                <a:gd name="T17" fmla="*/ 16 h 1116"/>
                <a:gd name="T18" fmla="*/ 15 w 140"/>
                <a:gd name="T19" fmla="*/ 4 h 1116"/>
                <a:gd name="T20" fmla="*/ 27 w 140"/>
                <a:gd name="T21" fmla="*/ 16 h 1116"/>
                <a:gd name="T22" fmla="*/ 15 w 140"/>
                <a:gd name="T23" fmla="*/ 27 h 1116"/>
                <a:gd name="T24" fmla="*/ 15 w 140"/>
                <a:gd name="T25" fmla="*/ 0 h 1116"/>
                <a:gd name="T26" fmla="*/ 0 w 140"/>
                <a:gd name="T27" fmla="*/ 16 h 1116"/>
                <a:gd name="T28" fmla="*/ 13 w 140"/>
                <a:gd name="T29" fmla="*/ 31 h 1116"/>
                <a:gd name="T30" fmla="*/ 13 w 140"/>
                <a:gd name="T31" fmla="*/ 355 h 1116"/>
                <a:gd name="T32" fmla="*/ 68 w 140"/>
                <a:gd name="T33" fmla="*/ 410 h 1116"/>
                <a:gd name="T34" fmla="*/ 68 w 140"/>
                <a:gd name="T35" fmla="*/ 405 h 1116"/>
                <a:gd name="T36" fmla="*/ 17 w 140"/>
                <a:gd name="T37" fmla="*/ 354 h 1116"/>
                <a:gd name="T38" fmla="*/ 17 w 140"/>
                <a:gd name="T39" fmla="*/ 31 h 1116"/>
                <a:gd name="T40" fmla="*/ 31 w 140"/>
                <a:gd name="T41" fmla="*/ 16 h 1116"/>
                <a:gd name="T42" fmla="*/ 15 w 140"/>
                <a:gd name="T43" fmla="*/ 0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0" h="1116">
                  <a:moveTo>
                    <a:pt x="72" y="409"/>
                  </a:moveTo>
                  <a:cubicBezTo>
                    <a:pt x="72" y="414"/>
                    <a:pt x="72" y="414"/>
                    <a:pt x="72" y="414"/>
                  </a:cubicBezTo>
                  <a:cubicBezTo>
                    <a:pt x="136" y="478"/>
                    <a:pt x="136" y="478"/>
                    <a:pt x="136" y="478"/>
                  </a:cubicBezTo>
                  <a:cubicBezTo>
                    <a:pt x="136" y="1116"/>
                    <a:pt x="136" y="1116"/>
                    <a:pt x="136" y="1116"/>
                  </a:cubicBezTo>
                  <a:cubicBezTo>
                    <a:pt x="140" y="1116"/>
                    <a:pt x="140" y="1116"/>
                    <a:pt x="140" y="1116"/>
                  </a:cubicBezTo>
                  <a:cubicBezTo>
                    <a:pt x="140" y="476"/>
                    <a:pt x="140" y="476"/>
                    <a:pt x="140" y="476"/>
                  </a:cubicBezTo>
                  <a:cubicBezTo>
                    <a:pt x="72" y="409"/>
                    <a:pt x="72" y="409"/>
                    <a:pt x="72" y="409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355"/>
                    <a:pt x="13" y="355"/>
                    <a:pt x="13" y="355"/>
                  </a:cubicBezTo>
                  <a:cubicBezTo>
                    <a:pt x="68" y="410"/>
                    <a:pt x="68" y="410"/>
                    <a:pt x="68" y="410"/>
                  </a:cubicBezTo>
                  <a:cubicBezTo>
                    <a:pt x="68" y="405"/>
                    <a:pt x="68" y="405"/>
                    <a:pt x="68" y="405"/>
                  </a:cubicBezTo>
                  <a:cubicBezTo>
                    <a:pt x="17" y="354"/>
                    <a:pt x="17" y="354"/>
                    <a:pt x="17" y="35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" name="Freeform 23"/>
            <p:cNvSpPr>
              <a:spLocks noEditPoints="1"/>
            </p:cNvSpPr>
            <p:nvPr/>
          </p:nvSpPr>
          <p:spPr bwMode="auto">
            <a:xfrm>
              <a:off x="3113088" y="2074862"/>
              <a:ext cx="428625" cy="4908551"/>
            </a:xfrm>
            <a:custGeom>
              <a:avLst/>
              <a:gdLst>
                <a:gd name="T0" fmla="*/ 98 w 114"/>
                <a:gd name="T1" fmla="*/ 27 h 1307"/>
                <a:gd name="T2" fmla="*/ 87 w 114"/>
                <a:gd name="T3" fmla="*/ 16 h 1307"/>
                <a:gd name="T4" fmla="*/ 98 w 114"/>
                <a:gd name="T5" fmla="*/ 4 h 1307"/>
                <a:gd name="T6" fmla="*/ 110 w 114"/>
                <a:gd name="T7" fmla="*/ 16 h 1307"/>
                <a:gd name="T8" fmla="*/ 98 w 114"/>
                <a:gd name="T9" fmla="*/ 27 h 1307"/>
                <a:gd name="T10" fmla="*/ 98 w 114"/>
                <a:gd name="T11" fmla="*/ 0 h 1307"/>
                <a:gd name="T12" fmla="*/ 83 w 114"/>
                <a:gd name="T13" fmla="*/ 16 h 1307"/>
                <a:gd name="T14" fmla="*/ 96 w 114"/>
                <a:gd name="T15" fmla="*/ 31 h 1307"/>
                <a:gd name="T16" fmla="*/ 96 w 114"/>
                <a:gd name="T17" fmla="*/ 596 h 1307"/>
                <a:gd name="T18" fmla="*/ 96 w 114"/>
                <a:gd name="T19" fmla="*/ 601 h 1307"/>
                <a:gd name="T20" fmla="*/ 96 w 114"/>
                <a:gd name="T21" fmla="*/ 886 h 1307"/>
                <a:gd name="T22" fmla="*/ 0 w 114"/>
                <a:gd name="T23" fmla="*/ 982 h 1307"/>
                <a:gd name="T24" fmla="*/ 0 w 114"/>
                <a:gd name="T25" fmla="*/ 1307 h 1307"/>
                <a:gd name="T26" fmla="*/ 4 w 114"/>
                <a:gd name="T27" fmla="*/ 1307 h 1307"/>
                <a:gd name="T28" fmla="*/ 4 w 114"/>
                <a:gd name="T29" fmla="*/ 984 h 1307"/>
                <a:gd name="T30" fmla="*/ 100 w 114"/>
                <a:gd name="T31" fmla="*/ 888 h 1307"/>
                <a:gd name="T32" fmla="*/ 100 w 114"/>
                <a:gd name="T33" fmla="*/ 605 h 1307"/>
                <a:gd name="T34" fmla="*/ 100 w 114"/>
                <a:gd name="T35" fmla="*/ 600 h 1307"/>
                <a:gd name="T36" fmla="*/ 100 w 114"/>
                <a:gd name="T37" fmla="*/ 31 h 1307"/>
                <a:gd name="T38" fmla="*/ 114 w 114"/>
                <a:gd name="T39" fmla="*/ 16 h 1307"/>
                <a:gd name="T40" fmla="*/ 98 w 114"/>
                <a:gd name="T41" fmla="*/ 0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307">
                  <a:moveTo>
                    <a:pt x="98" y="27"/>
                  </a:moveTo>
                  <a:cubicBezTo>
                    <a:pt x="92" y="27"/>
                    <a:pt x="87" y="22"/>
                    <a:pt x="87" y="16"/>
                  </a:cubicBezTo>
                  <a:cubicBezTo>
                    <a:pt x="87" y="10"/>
                    <a:pt x="92" y="4"/>
                    <a:pt x="98" y="4"/>
                  </a:cubicBezTo>
                  <a:cubicBezTo>
                    <a:pt x="105" y="4"/>
                    <a:pt x="110" y="10"/>
                    <a:pt x="110" y="16"/>
                  </a:cubicBezTo>
                  <a:cubicBezTo>
                    <a:pt x="110" y="22"/>
                    <a:pt x="105" y="27"/>
                    <a:pt x="98" y="27"/>
                  </a:cubicBezTo>
                  <a:moveTo>
                    <a:pt x="98" y="0"/>
                  </a:moveTo>
                  <a:cubicBezTo>
                    <a:pt x="90" y="0"/>
                    <a:pt x="83" y="7"/>
                    <a:pt x="83" y="16"/>
                  </a:cubicBezTo>
                  <a:cubicBezTo>
                    <a:pt x="83" y="24"/>
                    <a:pt x="89" y="30"/>
                    <a:pt x="96" y="31"/>
                  </a:cubicBezTo>
                  <a:cubicBezTo>
                    <a:pt x="96" y="596"/>
                    <a:pt x="96" y="596"/>
                    <a:pt x="96" y="596"/>
                  </a:cubicBezTo>
                  <a:cubicBezTo>
                    <a:pt x="96" y="601"/>
                    <a:pt x="96" y="601"/>
                    <a:pt x="96" y="601"/>
                  </a:cubicBezTo>
                  <a:cubicBezTo>
                    <a:pt x="96" y="886"/>
                    <a:pt x="96" y="886"/>
                    <a:pt x="96" y="886"/>
                  </a:cubicBezTo>
                  <a:cubicBezTo>
                    <a:pt x="0" y="982"/>
                    <a:pt x="0" y="982"/>
                    <a:pt x="0" y="982"/>
                  </a:cubicBezTo>
                  <a:cubicBezTo>
                    <a:pt x="0" y="1307"/>
                    <a:pt x="0" y="1307"/>
                    <a:pt x="0" y="1307"/>
                  </a:cubicBezTo>
                  <a:cubicBezTo>
                    <a:pt x="4" y="1307"/>
                    <a:pt x="4" y="1307"/>
                    <a:pt x="4" y="1307"/>
                  </a:cubicBezTo>
                  <a:cubicBezTo>
                    <a:pt x="4" y="984"/>
                    <a:pt x="4" y="984"/>
                    <a:pt x="4" y="984"/>
                  </a:cubicBezTo>
                  <a:cubicBezTo>
                    <a:pt x="100" y="888"/>
                    <a:pt x="100" y="888"/>
                    <a:pt x="100" y="888"/>
                  </a:cubicBezTo>
                  <a:cubicBezTo>
                    <a:pt x="100" y="605"/>
                    <a:pt x="100" y="605"/>
                    <a:pt x="100" y="605"/>
                  </a:cubicBezTo>
                  <a:cubicBezTo>
                    <a:pt x="100" y="600"/>
                    <a:pt x="100" y="600"/>
                    <a:pt x="100" y="600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8" y="30"/>
                    <a:pt x="114" y="24"/>
                    <a:pt x="114" y="16"/>
                  </a:cubicBezTo>
                  <a:cubicBezTo>
                    <a:pt x="114" y="7"/>
                    <a:pt x="107" y="0"/>
                    <a:pt x="9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" name="Freeform 24"/>
            <p:cNvSpPr>
              <a:spLocks noEditPoints="1"/>
            </p:cNvSpPr>
            <p:nvPr/>
          </p:nvSpPr>
          <p:spPr bwMode="auto">
            <a:xfrm>
              <a:off x="3924301" y="1500187"/>
              <a:ext cx="225425" cy="5483226"/>
            </a:xfrm>
            <a:custGeom>
              <a:avLst/>
              <a:gdLst>
                <a:gd name="T0" fmla="*/ 44 w 60"/>
                <a:gd name="T1" fmla="*/ 27 h 1460"/>
                <a:gd name="T2" fmla="*/ 33 w 60"/>
                <a:gd name="T3" fmla="*/ 16 h 1460"/>
                <a:gd name="T4" fmla="*/ 44 w 60"/>
                <a:gd name="T5" fmla="*/ 4 h 1460"/>
                <a:gd name="T6" fmla="*/ 56 w 60"/>
                <a:gd name="T7" fmla="*/ 16 h 1460"/>
                <a:gd name="T8" fmla="*/ 44 w 60"/>
                <a:gd name="T9" fmla="*/ 27 h 1460"/>
                <a:gd name="T10" fmla="*/ 44 w 60"/>
                <a:gd name="T11" fmla="*/ 0 h 1460"/>
                <a:gd name="T12" fmla="*/ 29 w 60"/>
                <a:gd name="T13" fmla="*/ 16 h 1460"/>
                <a:gd name="T14" fmla="*/ 42 w 60"/>
                <a:gd name="T15" fmla="*/ 31 h 1460"/>
                <a:gd name="T16" fmla="*/ 42 w 60"/>
                <a:gd name="T17" fmla="*/ 889 h 1460"/>
                <a:gd name="T18" fmla="*/ 0 w 60"/>
                <a:gd name="T19" fmla="*/ 931 h 1460"/>
                <a:gd name="T20" fmla="*/ 0 w 60"/>
                <a:gd name="T21" fmla="*/ 1460 h 1460"/>
                <a:gd name="T22" fmla="*/ 4 w 60"/>
                <a:gd name="T23" fmla="*/ 1460 h 1460"/>
                <a:gd name="T24" fmla="*/ 4 w 60"/>
                <a:gd name="T25" fmla="*/ 933 h 1460"/>
                <a:gd name="T26" fmla="*/ 46 w 60"/>
                <a:gd name="T27" fmla="*/ 891 h 1460"/>
                <a:gd name="T28" fmla="*/ 46 w 60"/>
                <a:gd name="T29" fmla="*/ 31 h 1460"/>
                <a:gd name="T30" fmla="*/ 60 w 60"/>
                <a:gd name="T31" fmla="*/ 16 h 1460"/>
                <a:gd name="T32" fmla="*/ 44 w 60"/>
                <a:gd name="T33" fmla="*/ 0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" h="1460">
                  <a:moveTo>
                    <a:pt x="44" y="27"/>
                  </a:moveTo>
                  <a:cubicBezTo>
                    <a:pt x="38" y="27"/>
                    <a:pt x="33" y="22"/>
                    <a:pt x="33" y="16"/>
                  </a:cubicBezTo>
                  <a:cubicBezTo>
                    <a:pt x="33" y="9"/>
                    <a:pt x="38" y="4"/>
                    <a:pt x="44" y="4"/>
                  </a:cubicBezTo>
                  <a:cubicBezTo>
                    <a:pt x="51" y="4"/>
                    <a:pt x="56" y="9"/>
                    <a:pt x="56" y="16"/>
                  </a:cubicBezTo>
                  <a:cubicBezTo>
                    <a:pt x="56" y="22"/>
                    <a:pt x="51" y="27"/>
                    <a:pt x="44" y="27"/>
                  </a:cubicBezTo>
                  <a:moveTo>
                    <a:pt x="44" y="0"/>
                  </a:moveTo>
                  <a:cubicBezTo>
                    <a:pt x="36" y="0"/>
                    <a:pt x="29" y="7"/>
                    <a:pt x="29" y="16"/>
                  </a:cubicBezTo>
                  <a:cubicBezTo>
                    <a:pt x="29" y="24"/>
                    <a:pt x="35" y="30"/>
                    <a:pt x="42" y="31"/>
                  </a:cubicBezTo>
                  <a:cubicBezTo>
                    <a:pt x="42" y="889"/>
                    <a:pt x="42" y="889"/>
                    <a:pt x="42" y="889"/>
                  </a:cubicBezTo>
                  <a:cubicBezTo>
                    <a:pt x="0" y="931"/>
                    <a:pt x="0" y="931"/>
                    <a:pt x="0" y="931"/>
                  </a:cubicBezTo>
                  <a:cubicBezTo>
                    <a:pt x="0" y="1460"/>
                    <a:pt x="0" y="1460"/>
                    <a:pt x="0" y="1460"/>
                  </a:cubicBezTo>
                  <a:cubicBezTo>
                    <a:pt x="4" y="1460"/>
                    <a:pt x="4" y="1460"/>
                    <a:pt x="4" y="1460"/>
                  </a:cubicBezTo>
                  <a:cubicBezTo>
                    <a:pt x="4" y="933"/>
                    <a:pt x="4" y="933"/>
                    <a:pt x="4" y="933"/>
                  </a:cubicBezTo>
                  <a:cubicBezTo>
                    <a:pt x="46" y="891"/>
                    <a:pt x="46" y="891"/>
                    <a:pt x="46" y="891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54" y="30"/>
                    <a:pt x="60" y="24"/>
                    <a:pt x="60" y="16"/>
                  </a:cubicBezTo>
                  <a:cubicBezTo>
                    <a:pt x="60" y="7"/>
                    <a:pt x="53" y="0"/>
                    <a:pt x="4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" name="Freeform 25"/>
            <p:cNvSpPr>
              <a:spLocks noEditPoints="1"/>
            </p:cNvSpPr>
            <p:nvPr/>
          </p:nvSpPr>
          <p:spPr bwMode="auto">
            <a:xfrm>
              <a:off x="4157663" y="723900"/>
              <a:ext cx="750888" cy="6259513"/>
            </a:xfrm>
            <a:custGeom>
              <a:avLst/>
              <a:gdLst>
                <a:gd name="T0" fmla="*/ 119 w 200"/>
                <a:gd name="T1" fmla="*/ 842 h 1667"/>
                <a:gd name="T2" fmla="*/ 119 w 200"/>
                <a:gd name="T3" fmla="*/ 847 h 1667"/>
                <a:gd name="T4" fmla="*/ 196 w 200"/>
                <a:gd name="T5" fmla="*/ 924 h 1667"/>
                <a:gd name="T6" fmla="*/ 196 w 200"/>
                <a:gd name="T7" fmla="*/ 1667 h 1667"/>
                <a:gd name="T8" fmla="*/ 200 w 200"/>
                <a:gd name="T9" fmla="*/ 1667 h 1667"/>
                <a:gd name="T10" fmla="*/ 200 w 200"/>
                <a:gd name="T11" fmla="*/ 923 h 1667"/>
                <a:gd name="T12" fmla="*/ 119 w 200"/>
                <a:gd name="T13" fmla="*/ 842 h 1667"/>
                <a:gd name="T14" fmla="*/ 15 w 200"/>
                <a:gd name="T15" fmla="*/ 27 h 1667"/>
                <a:gd name="T16" fmla="*/ 4 w 200"/>
                <a:gd name="T17" fmla="*/ 16 h 1667"/>
                <a:gd name="T18" fmla="*/ 15 w 200"/>
                <a:gd name="T19" fmla="*/ 4 h 1667"/>
                <a:gd name="T20" fmla="*/ 27 w 200"/>
                <a:gd name="T21" fmla="*/ 16 h 1667"/>
                <a:gd name="T22" fmla="*/ 15 w 200"/>
                <a:gd name="T23" fmla="*/ 27 h 1667"/>
                <a:gd name="T24" fmla="*/ 15 w 200"/>
                <a:gd name="T25" fmla="*/ 0 h 1667"/>
                <a:gd name="T26" fmla="*/ 0 w 200"/>
                <a:gd name="T27" fmla="*/ 16 h 1667"/>
                <a:gd name="T28" fmla="*/ 13 w 200"/>
                <a:gd name="T29" fmla="*/ 31 h 1667"/>
                <a:gd name="T30" fmla="*/ 13 w 200"/>
                <a:gd name="T31" fmla="*/ 741 h 1667"/>
                <a:gd name="T32" fmla="*/ 115 w 200"/>
                <a:gd name="T33" fmla="*/ 843 h 1667"/>
                <a:gd name="T34" fmla="*/ 115 w 200"/>
                <a:gd name="T35" fmla="*/ 838 h 1667"/>
                <a:gd name="T36" fmla="*/ 17 w 200"/>
                <a:gd name="T37" fmla="*/ 740 h 1667"/>
                <a:gd name="T38" fmla="*/ 17 w 200"/>
                <a:gd name="T39" fmla="*/ 31 h 1667"/>
                <a:gd name="T40" fmla="*/ 31 w 200"/>
                <a:gd name="T41" fmla="*/ 16 h 1667"/>
                <a:gd name="T42" fmla="*/ 15 w 200"/>
                <a:gd name="T43" fmla="*/ 0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0" h="1667">
                  <a:moveTo>
                    <a:pt x="119" y="842"/>
                  </a:moveTo>
                  <a:cubicBezTo>
                    <a:pt x="119" y="847"/>
                    <a:pt x="119" y="847"/>
                    <a:pt x="119" y="847"/>
                  </a:cubicBezTo>
                  <a:cubicBezTo>
                    <a:pt x="196" y="924"/>
                    <a:pt x="196" y="924"/>
                    <a:pt x="196" y="924"/>
                  </a:cubicBezTo>
                  <a:cubicBezTo>
                    <a:pt x="196" y="1667"/>
                    <a:pt x="196" y="1667"/>
                    <a:pt x="196" y="1667"/>
                  </a:cubicBezTo>
                  <a:cubicBezTo>
                    <a:pt x="200" y="1667"/>
                    <a:pt x="200" y="1667"/>
                    <a:pt x="200" y="1667"/>
                  </a:cubicBezTo>
                  <a:cubicBezTo>
                    <a:pt x="200" y="923"/>
                    <a:pt x="200" y="923"/>
                    <a:pt x="200" y="923"/>
                  </a:cubicBezTo>
                  <a:cubicBezTo>
                    <a:pt x="119" y="842"/>
                    <a:pt x="119" y="842"/>
                    <a:pt x="119" y="842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741"/>
                    <a:pt x="13" y="741"/>
                    <a:pt x="13" y="741"/>
                  </a:cubicBezTo>
                  <a:cubicBezTo>
                    <a:pt x="115" y="843"/>
                    <a:pt x="115" y="843"/>
                    <a:pt x="115" y="843"/>
                  </a:cubicBezTo>
                  <a:cubicBezTo>
                    <a:pt x="115" y="838"/>
                    <a:pt x="115" y="838"/>
                    <a:pt x="115" y="838"/>
                  </a:cubicBezTo>
                  <a:cubicBezTo>
                    <a:pt x="17" y="740"/>
                    <a:pt x="17" y="740"/>
                    <a:pt x="17" y="74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" name="Freeform 26"/>
            <p:cNvSpPr>
              <a:spLocks noEditPoints="1"/>
            </p:cNvSpPr>
            <p:nvPr/>
          </p:nvSpPr>
          <p:spPr bwMode="auto">
            <a:xfrm>
              <a:off x="4194176" y="1804987"/>
              <a:ext cx="461963" cy="5178426"/>
            </a:xfrm>
            <a:custGeom>
              <a:avLst/>
              <a:gdLst>
                <a:gd name="T0" fmla="*/ 107 w 123"/>
                <a:gd name="T1" fmla="*/ 27 h 1379"/>
                <a:gd name="T2" fmla="*/ 96 w 123"/>
                <a:gd name="T3" fmla="*/ 16 h 1379"/>
                <a:gd name="T4" fmla="*/ 107 w 123"/>
                <a:gd name="T5" fmla="*/ 4 h 1379"/>
                <a:gd name="T6" fmla="*/ 119 w 123"/>
                <a:gd name="T7" fmla="*/ 16 h 1379"/>
                <a:gd name="T8" fmla="*/ 107 w 123"/>
                <a:gd name="T9" fmla="*/ 27 h 1379"/>
                <a:gd name="T10" fmla="*/ 107 w 123"/>
                <a:gd name="T11" fmla="*/ 0 h 1379"/>
                <a:gd name="T12" fmla="*/ 92 w 123"/>
                <a:gd name="T13" fmla="*/ 16 h 1379"/>
                <a:gd name="T14" fmla="*/ 105 w 123"/>
                <a:gd name="T15" fmla="*/ 31 h 1379"/>
                <a:gd name="T16" fmla="*/ 105 w 123"/>
                <a:gd name="T17" fmla="*/ 550 h 1379"/>
                <a:gd name="T18" fmla="*/ 105 w 123"/>
                <a:gd name="T19" fmla="*/ 555 h 1379"/>
                <a:gd name="T20" fmla="*/ 105 w 123"/>
                <a:gd name="T21" fmla="*/ 823 h 1379"/>
                <a:gd name="T22" fmla="*/ 0 w 123"/>
                <a:gd name="T23" fmla="*/ 928 h 1379"/>
                <a:gd name="T24" fmla="*/ 0 w 123"/>
                <a:gd name="T25" fmla="*/ 1379 h 1379"/>
                <a:gd name="T26" fmla="*/ 4 w 123"/>
                <a:gd name="T27" fmla="*/ 1379 h 1379"/>
                <a:gd name="T28" fmla="*/ 4 w 123"/>
                <a:gd name="T29" fmla="*/ 930 h 1379"/>
                <a:gd name="T30" fmla="*/ 109 w 123"/>
                <a:gd name="T31" fmla="*/ 825 h 1379"/>
                <a:gd name="T32" fmla="*/ 109 w 123"/>
                <a:gd name="T33" fmla="*/ 559 h 1379"/>
                <a:gd name="T34" fmla="*/ 109 w 123"/>
                <a:gd name="T35" fmla="*/ 554 h 1379"/>
                <a:gd name="T36" fmla="*/ 109 w 123"/>
                <a:gd name="T37" fmla="*/ 31 h 1379"/>
                <a:gd name="T38" fmla="*/ 123 w 123"/>
                <a:gd name="T39" fmla="*/ 16 h 1379"/>
                <a:gd name="T40" fmla="*/ 107 w 123"/>
                <a:gd name="T41" fmla="*/ 0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379">
                  <a:moveTo>
                    <a:pt x="107" y="27"/>
                  </a:moveTo>
                  <a:cubicBezTo>
                    <a:pt x="101" y="27"/>
                    <a:pt x="96" y="22"/>
                    <a:pt x="96" y="16"/>
                  </a:cubicBezTo>
                  <a:cubicBezTo>
                    <a:pt x="96" y="10"/>
                    <a:pt x="101" y="4"/>
                    <a:pt x="107" y="4"/>
                  </a:cubicBezTo>
                  <a:cubicBezTo>
                    <a:pt x="114" y="4"/>
                    <a:pt x="119" y="10"/>
                    <a:pt x="119" y="16"/>
                  </a:cubicBezTo>
                  <a:cubicBezTo>
                    <a:pt x="119" y="22"/>
                    <a:pt x="114" y="27"/>
                    <a:pt x="107" y="27"/>
                  </a:cubicBezTo>
                  <a:moveTo>
                    <a:pt x="107" y="0"/>
                  </a:moveTo>
                  <a:cubicBezTo>
                    <a:pt x="99" y="0"/>
                    <a:pt x="92" y="7"/>
                    <a:pt x="92" y="16"/>
                  </a:cubicBezTo>
                  <a:cubicBezTo>
                    <a:pt x="92" y="24"/>
                    <a:pt x="98" y="30"/>
                    <a:pt x="105" y="31"/>
                  </a:cubicBezTo>
                  <a:cubicBezTo>
                    <a:pt x="105" y="550"/>
                    <a:pt x="105" y="550"/>
                    <a:pt x="105" y="550"/>
                  </a:cubicBezTo>
                  <a:cubicBezTo>
                    <a:pt x="105" y="555"/>
                    <a:pt x="105" y="555"/>
                    <a:pt x="105" y="555"/>
                  </a:cubicBezTo>
                  <a:cubicBezTo>
                    <a:pt x="105" y="823"/>
                    <a:pt x="105" y="823"/>
                    <a:pt x="105" y="823"/>
                  </a:cubicBezTo>
                  <a:cubicBezTo>
                    <a:pt x="0" y="928"/>
                    <a:pt x="0" y="928"/>
                    <a:pt x="0" y="928"/>
                  </a:cubicBezTo>
                  <a:cubicBezTo>
                    <a:pt x="0" y="1379"/>
                    <a:pt x="0" y="1379"/>
                    <a:pt x="0" y="1379"/>
                  </a:cubicBezTo>
                  <a:cubicBezTo>
                    <a:pt x="4" y="1379"/>
                    <a:pt x="4" y="1379"/>
                    <a:pt x="4" y="1379"/>
                  </a:cubicBezTo>
                  <a:cubicBezTo>
                    <a:pt x="4" y="930"/>
                    <a:pt x="4" y="930"/>
                    <a:pt x="4" y="930"/>
                  </a:cubicBezTo>
                  <a:cubicBezTo>
                    <a:pt x="109" y="825"/>
                    <a:pt x="109" y="825"/>
                    <a:pt x="109" y="825"/>
                  </a:cubicBezTo>
                  <a:cubicBezTo>
                    <a:pt x="109" y="559"/>
                    <a:pt x="109" y="559"/>
                    <a:pt x="109" y="559"/>
                  </a:cubicBezTo>
                  <a:cubicBezTo>
                    <a:pt x="109" y="554"/>
                    <a:pt x="109" y="554"/>
                    <a:pt x="109" y="554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17" y="30"/>
                    <a:pt x="123" y="24"/>
                    <a:pt x="123" y="16"/>
                  </a:cubicBezTo>
                  <a:cubicBezTo>
                    <a:pt x="123" y="7"/>
                    <a:pt x="116" y="0"/>
                    <a:pt x="107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 27"/>
            <p:cNvSpPr>
              <a:spLocks noEditPoints="1"/>
            </p:cNvSpPr>
            <p:nvPr/>
          </p:nvSpPr>
          <p:spPr bwMode="auto">
            <a:xfrm>
              <a:off x="5095876" y="227012"/>
              <a:ext cx="338138" cy="6756401"/>
            </a:xfrm>
            <a:custGeom>
              <a:avLst/>
              <a:gdLst>
                <a:gd name="T0" fmla="*/ 74 w 90"/>
                <a:gd name="T1" fmla="*/ 27 h 1799"/>
                <a:gd name="T2" fmla="*/ 63 w 90"/>
                <a:gd name="T3" fmla="*/ 16 h 1799"/>
                <a:gd name="T4" fmla="*/ 74 w 90"/>
                <a:gd name="T5" fmla="*/ 4 h 1799"/>
                <a:gd name="T6" fmla="*/ 86 w 90"/>
                <a:gd name="T7" fmla="*/ 16 h 1799"/>
                <a:gd name="T8" fmla="*/ 74 w 90"/>
                <a:gd name="T9" fmla="*/ 27 h 1799"/>
                <a:gd name="T10" fmla="*/ 74 w 90"/>
                <a:gd name="T11" fmla="*/ 0 h 1799"/>
                <a:gd name="T12" fmla="*/ 59 w 90"/>
                <a:gd name="T13" fmla="*/ 16 h 1799"/>
                <a:gd name="T14" fmla="*/ 72 w 90"/>
                <a:gd name="T15" fmla="*/ 31 h 1799"/>
                <a:gd name="T16" fmla="*/ 72 w 90"/>
                <a:gd name="T17" fmla="*/ 671 h 1799"/>
                <a:gd name="T18" fmla="*/ 0 w 90"/>
                <a:gd name="T19" fmla="*/ 743 h 1799"/>
                <a:gd name="T20" fmla="*/ 0 w 90"/>
                <a:gd name="T21" fmla="*/ 1799 h 1799"/>
                <a:gd name="T22" fmla="*/ 4 w 90"/>
                <a:gd name="T23" fmla="*/ 1799 h 1799"/>
                <a:gd name="T24" fmla="*/ 4 w 90"/>
                <a:gd name="T25" fmla="*/ 744 h 1799"/>
                <a:gd name="T26" fmla="*/ 76 w 90"/>
                <a:gd name="T27" fmla="*/ 672 h 1799"/>
                <a:gd name="T28" fmla="*/ 76 w 90"/>
                <a:gd name="T29" fmla="*/ 31 h 1799"/>
                <a:gd name="T30" fmla="*/ 90 w 90"/>
                <a:gd name="T31" fmla="*/ 16 h 1799"/>
                <a:gd name="T32" fmla="*/ 74 w 90"/>
                <a:gd name="T33" fmla="*/ 0 h 1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0" h="1799">
                  <a:moveTo>
                    <a:pt x="74" y="27"/>
                  </a:moveTo>
                  <a:cubicBezTo>
                    <a:pt x="68" y="27"/>
                    <a:pt x="63" y="22"/>
                    <a:pt x="63" y="16"/>
                  </a:cubicBezTo>
                  <a:cubicBezTo>
                    <a:pt x="63" y="10"/>
                    <a:pt x="68" y="4"/>
                    <a:pt x="74" y="4"/>
                  </a:cubicBezTo>
                  <a:cubicBezTo>
                    <a:pt x="81" y="4"/>
                    <a:pt x="86" y="10"/>
                    <a:pt x="86" y="16"/>
                  </a:cubicBezTo>
                  <a:cubicBezTo>
                    <a:pt x="86" y="22"/>
                    <a:pt x="81" y="27"/>
                    <a:pt x="74" y="27"/>
                  </a:cubicBezTo>
                  <a:moveTo>
                    <a:pt x="74" y="0"/>
                  </a:moveTo>
                  <a:cubicBezTo>
                    <a:pt x="66" y="0"/>
                    <a:pt x="59" y="7"/>
                    <a:pt x="59" y="16"/>
                  </a:cubicBezTo>
                  <a:cubicBezTo>
                    <a:pt x="59" y="24"/>
                    <a:pt x="65" y="30"/>
                    <a:pt x="72" y="31"/>
                  </a:cubicBezTo>
                  <a:cubicBezTo>
                    <a:pt x="72" y="671"/>
                    <a:pt x="72" y="671"/>
                    <a:pt x="72" y="671"/>
                  </a:cubicBezTo>
                  <a:cubicBezTo>
                    <a:pt x="0" y="743"/>
                    <a:pt x="0" y="743"/>
                    <a:pt x="0" y="743"/>
                  </a:cubicBezTo>
                  <a:cubicBezTo>
                    <a:pt x="0" y="1799"/>
                    <a:pt x="0" y="1799"/>
                    <a:pt x="0" y="1799"/>
                  </a:cubicBezTo>
                  <a:cubicBezTo>
                    <a:pt x="4" y="1799"/>
                    <a:pt x="4" y="1799"/>
                    <a:pt x="4" y="1799"/>
                  </a:cubicBezTo>
                  <a:cubicBezTo>
                    <a:pt x="4" y="744"/>
                    <a:pt x="4" y="744"/>
                    <a:pt x="4" y="744"/>
                  </a:cubicBezTo>
                  <a:cubicBezTo>
                    <a:pt x="76" y="672"/>
                    <a:pt x="76" y="672"/>
                    <a:pt x="76" y="672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84" y="30"/>
                    <a:pt x="90" y="24"/>
                    <a:pt x="90" y="16"/>
                  </a:cubicBezTo>
                  <a:cubicBezTo>
                    <a:pt x="90" y="7"/>
                    <a:pt x="83" y="0"/>
                    <a:pt x="7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" name="Freeform 28"/>
            <p:cNvSpPr>
              <a:spLocks noEditPoints="1"/>
            </p:cNvSpPr>
            <p:nvPr/>
          </p:nvSpPr>
          <p:spPr bwMode="auto">
            <a:xfrm>
              <a:off x="5778501" y="1917700"/>
              <a:ext cx="1292225" cy="5065713"/>
            </a:xfrm>
            <a:custGeom>
              <a:avLst/>
              <a:gdLst>
                <a:gd name="T0" fmla="*/ 278 w 344"/>
                <a:gd name="T1" fmla="*/ 970 h 1349"/>
                <a:gd name="T2" fmla="*/ 278 w 344"/>
                <a:gd name="T3" fmla="*/ 976 h 1349"/>
                <a:gd name="T4" fmla="*/ 340 w 344"/>
                <a:gd name="T5" fmla="*/ 1038 h 1349"/>
                <a:gd name="T6" fmla="*/ 340 w 344"/>
                <a:gd name="T7" fmla="*/ 1349 h 1349"/>
                <a:gd name="T8" fmla="*/ 344 w 344"/>
                <a:gd name="T9" fmla="*/ 1349 h 1349"/>
                <a:gd name="T10" fmla="*/ 344 w 344"/>
                <a:gd name="T11" fmla="*/ 1036 h 1349"/>
                <a:gd name="T12" fmla="*/ 278 w 344"/>
                <a:gd name="T13" fmla="*/ 970 h 1349"/>
                <a:gd name="T14" fmla="*/ 98 w 344"/>
                <a:gd name="T15" fmla="*/ 790 h 1349"/>
                <a:gd name="T16" fmla="*/ 98 w 344"/>
                <a:gd name="T17" fmla="*/ 796 h 1349"/>
                <a:gd name="T18" fmla="*/ 274 w 344"/>
                <a:gd name="T19" fmla="*/ 972 h 1349"/>
                <a:gd name="T20" fmla="*/ 274 w 344"/>
                <a:gd name="T21" fmla="*/ 966 h 1349"/>
                <a:gd name="T22" fmla="*/ 98 w 344"/>
                <a:gd name="T23" fmla="*/ 790 h 1349"/>
                <a:gd name="T24" fmla="*/ 17 w 344"/>
                <a:gd name="T25" fmla="*/ 436 h 1349"/>
                <a:gd name="T26" fmla="*/ 13 w 344"/>
                <a:gd name="T27" fmla="*/ 440 h 1349"/>
                <a:gd name="T28" fmla="*/ 13 w 344"/>
                <a:gd name="T29" fmla="*/ 711 h 1349"/>
                <a:gd name="T30" fmla="*/ 94 w 344"/>
                <a:gd name="T31" fmla="*/ 792 h 1349"/>
                <a:gd name="T32" fmla="*/ 94 w 344"/>
                <a:gd name="T33" fmla="*/ 786 h 1349"/>
                <a:gd name="T34" fmla="*/ 17 w 344"/>
                <a:gd name="T35" fmla="*/ 709 h 1349"/>
                <a:gd name="T36" fmla="*/ 17 w 344"/>
                <a:gd name="T37" fmla="*/ 436 h 1349"/>
                <a:gd name="T38" fmla="*/ 15 w 344"/>
                <a:gd name="T39" fmla="*/ 27 h 1349"/>
                <a:gd name="T40" fmla="*/ 4 w 344"/>
                <a:gd name="T41" fmla="*/ 16 h 1349"/>
                <a:gd name="T42" fmla="*/ 15 w 344"/>
                <a:gd name="T43" fmla="*/ 4 h 1349"/>
                <a:gd name="T44" fmla="*/ 27 w 344"/>
                <a:gd name="T45" fmla="*/ 16 h 1349"/>
                <a:gd name="T46" fmla="*/ 15 w 344"/>
                <a:gd name="T47" fmla="*/ 27 h 1349"/>
                <a:gd name="T48" fmla="*/ 15 w 344"/>
                <a:gd name="T49" fmla="*/ 0 h 1349"/>
                <a:gd name="T50" fmla="*/ 0 w 344"/>
                <a:gd name="T51" fmla="*/ 16 h 1349"/>
                <a:gd name="T52" fmla="*/ 13 w 344"/>
                <a:gd name="T53" fmla="*/ 31 h 1349"/>
                <a:gd name="T54" fmla="*/ 13 w 344"/>
                <a:gd name="T55" fmla="*/ 434 h 1349"/>
                <a:gd name="T56" fmla="*/ 17 w 344"/>
                <a:gd name="T57" fmla="*/ 430 h 1349"/>
                <a:gd name="T58" fmla="*/ 17 w 344"/>
                <a:gd name="T59" fmla="*/ 31 h 1349"/>
                <a:gd name="T60" fmla="*/ 31 w 344"/>
                <a:gd name="T61" fmla="*/ 16 h 1349"/>
                <a:gd name="T62" fmla="*/ 15 w 344"/>
                <a:gd name="T63" fmla="*/ 0 h 1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4" h="1349">
                  <a:moveTo>
                    <a:pt x="278" y="970"/>
                  </a:moveTo>
                  <a:cubicBezTo>
                    <a:pt x="278" y="976"/>
                    <a:pt x="278" y="976"/>
                    <a:pt x="278" y="976"/>
                  </a:cubicBezTo>
                  <a:cubicBezTo>
                    <a:pt x="340" y="1038"/>
                    <a:pt x="340" y="1038"/>
                    <a:pt x="340" y="1038"/>
                  </a:cubicBezTo>
                  <a:cubicBezTo>
                    <a:pt x="340" y="1349"/>
                    <a:pt x="340" y="1349"/>
                    <a:pt x="340" y="1349"/>
                  </a:cubicBezTo>
                  <a:cubicBezTo>
                    <a:pt x="344" y="1349"/>
                    <a:pt x="344" y="1349"/>
                    <a:pt x="344" y="1349"/>
                  </a:cubicBezTo>
                  <a:cubicBezTo>
                    <a:pt x="344" y="1036"/>
                    <a:pt x="344" y="1036"/>
                    <a:pt x="344" y="1036"/>
                  </a:cubicBezTo>
                  <a:cubicBezTo>
                    <a:pt x="278" y="970"/>
                    <a:pt x="278" y="970"/>
                    <a:pt x="278" y="970"/>
                  </a:cubicBezTo>
                  <a:moveTo>
                    <a:pt x="98" y="790"/>
                  </a:moveTo>
                  <a:cubicBezTo>
                    <a:pt x="98" y="796"/>
                    <a:pt x="98" y="796"/>
                    <a:pt x="98" y="796"/>
                  </a:cubicBezTo>
                  <a:cubicBezTo>
                    <a:pt x="274" y="972"/>
                    <a:pt x="274" y="972"/>
                    <a:pt x="274" y="972"/>
                  </a:cubicBezTo>
                  <a:cubicBezTo>
                    <a:pt x="274" y="966"/>
                    <a:pt x="274" y="966"/>
                    <a:pt x="274" y="966"/>
                  </a:cubicBezTo>
                  <a:cubicBezTo>
                    <a:pt x="98" y="790"/>
                    <a:pt x="98" y="790"/>
                    <a:pt x="98" y="790"/>
                  </a:cubicBezTo>
                  <a:moveTo>
                    <a:pt x="17" y="436"/>
                  </a:moveTo>
                  <a:cubicBezTo>
                    <a:pt x="13" y="440"/>
                    <a:pt x="13" y="440"/>
                    <a:pt x="13" y="440"/>
                  </a:cubicBezTo>
                  <a:cubicBezTo>
                    <a:pt x="13" y="711"/>
                    <a:pt x="13" y="711"/>
                    <a:pt x="13" y="711"/>
                  </a:cubicBezTo>
                  <a:cubicBezTo>
                    <a:pt x="94" y="792"/>
                    <a:pt x="94" y="792"/>
                    <a:pt x="94" y="792"/>
                  </a:cubicBezTo>
                  <a:cubicBezTo>
                    <a:pt x="94" y="786"/>
                    <a:pt x="94" y="786"/>
                    <a:pt x="94" y="786"/>
                  </a:cubicBezTo>
                  <a:cubicBezTo>
                    <a:pt x="17" y="709"/>
                    <a:pt x="17" y="709"/>
                    <a:pt x="17" y="709"/>
                  </a:cubicBezTo>
                  <a:cubicBezTo>
                    <a:pt x="17" y="436"/>
                    <a:pt x="17" y="436"/>
                    <a:pt x="17" y="436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434"/>
                    <a:pt x="13" y="434"/>
                    <a:pt x="13" y="434"/>
                  </a:cubicBezTo>
                  <a:cubicBezTo>
                    <a:pt x="17" y="430"/>
                    <a:pt x="17" y="430"/>
                    <a:pt x="17" y="43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6" name="Freeform 29"/>
            <p:cNvSpPr>
              <a:spLocks noEditPoints="1"/>
            </p:cNvSpPr>
            <p:nvPr/>
          </p:nvSpPr>
          <p:spPr bwMode="auto">
            <a:xfrm>
              <a:off x="5470526" y="825500"/>
              <a:ext cx="577850" cy="6157913"/>
            </a:xfrm>
            <a:custGeom>
              <a:avLst/>
              <a:gdLst>
                <a:gd name="T0" fmla="*/ 139 w 154"/>
                <a:gd name="T1" fmla="*/ 27 h 1640"/>
                <a:gd name="T2" fmla="*/ 127 w 154"/>
                <a:gd name="T3" fmla="*/ 16 h 1640"/>
                <a:gd name="T4" fmla="*/ 139 w 154"/>
                <a:gd name="T5" fmla="*/ 4 h 1640"/>
                <a:gd name="T6" fmla="*/ 150 w 154"/>
                <a:gd name="T7" fmla="*/ 16 h 1640"/>
                <a:gd name="T8" fmla="*/ 139 w 154"/>
                <a:gd name="T9" fmla="*/ 27 h 1640"/>
                <a:gd name="T10" fmla="*/ 139 w 154"/>
                <a:gd name="T11" fmla="*/ 0 h 1640"/>
                <a:gd name="T12" fmla="*/ 123 w 154"/>
                <a:gd name="T13" fmla="*/ 16 h 1640"/>
                <a:gd name="T14" fmla="*/ 137 w 154"/>
                <a:gd name="T15" fmla="*/ 31 h 1640"/>
                <a:gd name="T16" fmla="*/ 137 w 154"/>
                <a:gd name="T17" fmla="*/ 684 h 1640"/>
                <a:gd name="T18" fmla="*/ 99 w 154"/>
                <a:gd name="T19" fmla="*/ 721 h 1640"/>
                <a:gd name="T20" fmla="*/ 95 w 154"/>
                <a:gd name="T21" fmla="*/ 725 h 1640"/>
                <a:gd name="T22" fmla="*/ 0 w 154"/>
                <a:gd name="T23" fmla="*/ 820 h 1640"/>
                <a:gd name="T24" fmla="*/ 0 w 154"/>
                <a:gd name="T25" fmla="*/ 1640 h 1640"/>
                <a:gd name="T26" fmla="*/ 4 w 154"/>
                <a:gd name="T27" fmla="*/ 1640 h 1640"/>
                <a:gd name="T28" fmla="*/ 4 w 154"/>
                <a:gd name="T29" fmla="*/ 822 h 1640"/>
                <a:gd name="T30" fmla="*/ 95 w 154"/>
                <a:gd name="T31" fmla="*/ 731 h 1640"/>
                <a:gd name="T32" fmla="*/ 99 w 154"/>
                <a:gd name="T33" fmla="*/ 727 h 1640"/>
                <a:gd name="T34" fmla="*/ 141 w 154"/>
                <a:gd name="T35" fmla="*/ 685 h 1640"/>
                <a:gd name="T36" fmla="*/ 141 w 154"/>
                <a:gd name="T37" fmla="*/ 31 h 1640"/>
                <a:gd name="T38" fmla="*/ 154 w 154"/>
                <a:gd name="T39" fmla="*/ 16 h 1640"/>
                <a:gd name="T40" fmla="*/ 139 w 154"/>
                <a:gd name="T41" fmla="*/ 0 h 1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4" h="1640">
                  <a:moveTo>
                    <a:pt x="139" y="27"/>
                  </a:moveTo>
                  <a:cubicBezTo>
                    <a:pt x="132" y="27"/>
                    <a:pt x="127" y="22"/>
                    <a:pt x="127" y="16"/>
                  </a:cubicBezTo>
                  <a:cubicBezTo>
                    <a:pt x="127" y="10"/>
                    <a:pt x="132" y="4"/>
                    <a:pt x="139" y="4"/>
                  </a:cubicBezTo>
                  <a:cubicBezTo>
                    <a:pt x="145" y="4"/>
                    <a:pt x="150" y="10"/>
                    <a:pt x="150" y="16"/>
                  </a:cubicBezTo>
                  <a:cubicBezTo>
                    <a:pt x="150" y="22"/>
                    <a:pt x="145" y="27"/>
                    <a:pt x="139" y="27"/>
                  </a:cubicBezTo>
                  <a:moveTo>
                    <a:pt x="139" y="0"/>
                  </a:moveTo>
                  <a:cubicBezTo>
                    <a:pt x="130" y="0"/>
                    <a:pt x="123" y="7"/>
                    <a:pt x="123" y="16"/>
                  </a:cubicBezTo>
                  <a:cubicBezTo>
                    <a:pt x="123" y="24"/>
                    <a:pt x="129" y="30"/>
                    <a:pt x="137" y="31"/>
                  </a:cubicBezTo>
                  <a:cubicBezTo>
                    <a:pt x="137" y="684"/>
                    <a:pt x="137" y="684"/>
                    <a:pt x="137" y="684"/>
                  </a:cubicBezTo>
                  <a:cubicBezTo>
                    <a:pt x="99" y="721"/>
                    <a:pt x="99" y="721"/>
                    <a:pt x="99" y="721"/>
                  </a:cubicBezTo>
                  <a:cubicBezTo>
                    <a:pt x="95" y="725"/>
                    <a:pt x="95" y="725"/>
                    <a:pt x="95" y="725"/>
                  </a:cubicBezTo>
                  <a:cubicBezTo>
                    <a:pt x="0" y="820"/>
                    <a:pt x="0" y="820"/>
                    <a:pt x="0" y="820"/>
                  </a:cubicBezTo>
                  <a:cubicBezTo>
                    <a:pt x="0" y="1640"/>
                    <a:pt x="0" y="1640"/>
                    <a:pt x="0" y="1640"/>
                  </a:cubicBezTo>
                  <a:cubicBezTo>
                    <a:pt x="4" y="1640"/>
                    <a:pt x="4" y="1640"/>
                    <a:pt x="4" y="1640"/>
                  </a:cubicBezTo>
                  <a:cubicBezTo>
                    <a:pt x="4" y="822"/>
                    <a:pt x="4" y="822"/>
                    <a:pt x="4" y="822"/>
                  </a:cubicBezTo>
                  <a:cubicBezTo>
                    <a:pt x="95" y="731"/>
                    <a:pt x="95" y="731"/>
                    <a:pt x="95" y="731"/>
                  </a:cubicBezTo>
                  <a:cubicBezTo>
                    <a:pt x="99" y="727"/>
                    <a:pt x="99" y="727"/>
                    <a:pt x="99" y="727"/>
                  </a:cubicBezTo>
                  <a:cubicBezTo>
                    <a:pt x="141" y="685"/>
                    <a:pt x="141" y="685"/>
                    <a:pt x="141" y="685"/>
                  </a:cubicBezTo>
                  <a:cubicBezTo>
                    <a:pt x="141" y="31"/>
                    <a:pt x="141" y="31"/>
                    <a:pt x="141" y="31"/>
                  </a:cubicBezTo>
                  <a:cubicBezTo>
                    <a:pt x="148" y="30"/>
                    <a:pt x="154" y="24"/>
                    <a:pt x="154" y="16"/>
                  </a:cubicBezTo>
                  <a:cubicBezTo>
                    <a:pt x="154" y="7"/>
                    <a:pt x="147" y="0"/>
                    <a:pt x="139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7" name="Freeform 30"/>
            <p:cNvSpPr>
              <a:spLocks noEditPoints="1"/>
            </p:cNvSpPr>
            <p:nvPr/>
          </p:nvSpPr>
          <p:spPr bwMode="auto">
            <a:xfrm>
              <a:off x="6130926" y="-125413"/>
              <a:ext cx="461963" cy="7108826"/>
            </a:xfrm>
            <a:custGeom>
              <a:avLst/>
              <a:gdLst>
                <a:gd name="T0" fmla="*/ 107 w 123"/>
                <a:gd name="T1" fmla="*/ 27 h 1893"/>
                <a:gd name="T2" fmla="*/ 96 w 123"/>
                <a:gd name="T3" fmla="*/ 16 h 1893"/>
                <a:gd name="T4" fmla="*/ 107 w 123"/>
                <a:gd name="T5" fmla="*/ 4 h 1893"/>
                <a:gd name="T6" fmla="*/ 119 w 123"/>
                <a:gd name="T7" fmla="*/ 16 h 1893"/>
                <a:gd name="T8" fmla="*/ 107 w 123"/>
                <a:gd name="T9" fmla="*/ 27 h 1893"/>
                <a:gd name="T10" fmla="*/ 107 w 123"/>
                <a:gd name="T11" fmla="*/ 0 h 1893"/>
                <a:gd name="T12" fmla="*/ 92 w 123"/>
                <a:gd name="T13" fmla="*/ 16 h 1893"/>
                <a:gd name="T14" fmla="*/ 105 w 123"/>
                <a:gd name="T15" fmla="*/ 31 h 1893"/>
                <a:gd name="T16" fmla="*/ 105 w 123"/>
                <a:gd name="T17" fmla="*/ 731 h 1893"/>
                <a:gd name="T18" fmla="*/ 0 w 123"/>
                <a:gd name="T19" fmla="*/ 837 h 1893"/>
                <a:gd name="T20" fmla="*/ 0 w 123"/>
                <a:gd name="T21" fmla="*/ 1330 h 1893"/>
                <a:gd name="T22" fmla="*/ 0 w 123"/>
                <a:gd name="T23" fmla="*/ 1336 h 1893"/>
                <a:gd name="T24" fmla="*/ 0 w 123"/>
                <a:gd name="T25" fmla="*/ 1893 h 1893"/>
                <a:gd name="T26" fmla="*/ 4 w 123"/>
                <a:gd name="T27" fmla="*/ 1893 h 1893"/>
                <a:gd name="T28" fmla="*/ 4 w 123"/>
                <a:gd name="T29" fmla="*/ 1340 h 1893"/>
                <a:gd name="T30" fmla="*/ 4 w 123"/>
                <a:gd name="T31" fmla="*/ 1334 h 1893"/>
                <a:gd name="T32" fmla="*/ 4 w 123"/>
                <a:gd name="T33" fmla="*/ 838 h 1893"/>
                <a:gd name="T34" fmla="*/ 109 w 123"/>
                <a:gd name="T35" fmla="*/ 733 h 1893"/>
                <a:gd name="T36" fmla="*/ 109 w 123"/>
                <a:gd name="T37" fmla="*/ 31 h 1893"/>
                <a:gd name="T38" fmla="*/ 123 w 123"/>
                <a:gd name="T39" fmla="*/ 16 h 1893"/>
                <a:gd name="T40" fmla="*/ 107 w 123"/>
                <a:gd name="T41" fmla="*/ 0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893">
                  <a:moveTo>
                    <a:pt x="107" y="27"/>
                  </a:moveTo>
                  <a:cubicBezTo>
                    <a:pt x="101" y="27"/>
                    <a:pt x="96" y="22"/>
                    <a:pt x="96" y="16"/>
                  </a:cubicBezTo>
                  <a:cubicBezTo>
                    <a:pt x="96" y="9"/>
                    <a:pt x="101" y="4"/>
                    <a:pt x="107" y="4"/>
                  </a:cubicBezTo>
                  <a:cubicBezTo>
                    <a:pt x="114" y="4"/>
                    <a:pt x="119" y="9"/>
                    <a:pt x="119" y="16"/>
                  </a:cubicBezTo>
                  <a:cubicBezTo>
                    <a:pt x="119" y="22"/>
                    <a:pt x="114" y="27"/>
                    <a:pt x="107" y="27"/>
                  </a:cubicBezTo>
                  <a:moveTo>
                    <a:pt x="107" y="0"/>
                  </a:moveTo>
                  <a:cubicBezTo>
                    <a:pt x="99" y="0"/>
                    <a:pt x="92" y="7"/>
                    <a:pt x="92" y="16"/>
                  </a:cubicBezTo>
                  <a:cubicBezTo>
                    <a:pt x="92" y="23"/>
                    <a:pt x="98" y="30"/>
                    <a:pt x="105" y="31"/>
                  </a:cubicBezTo>
                  <a:cubicBezTo>
                    <a:pt x="105" y="731"/>
                    <a:pt x="105" y="731"/>
                    <a:pt x="105" y="731"/>
                  </a:cubicBezTo>
                  <a:cubicBezTo>
                    <a:pt x="0" y="837"/>
                    <a:pt x="0" y="837"/>
                    <a:pt x="0" y="837"/>
                  </a:cubicBezTo>
                  <a:cubicBezTo>
                    <a:pt x="0" y="1330"/>
                    <a:pt x="0" y="1330"/>
                    <a:pt x="0" y="1330"/>
                  </a:cubicBezTo>
                  <a:cubicBezTo>
                    <a:pt x="0" y="1336"/>
                    <a:pt x="0" y="1336"/>
                    <a:pt x="0" y="1336"/>
                  </a:cubicBezTo>
                  <a:cubicBezTo>
                    <a:pt x="0" y="1893"/>
                    <a:pt x="0" y="1893"/>
                    <a:pt x="0" y="1893"/>
                  </a:cubicBezTo>
                  <a:cubicBezTo>
                    <a:pt x="4" y="1893"/>
                    <a:pt x="4" y="1893"/>
                    <a:pt x="4" y="1893"/>
                  </a:cubicBezTo>
                  <a:cubicBezTo>
                    <a:pt x="4" y="1340"/>
                    <a:pt x="4" y="1340"/>
                    <a:pt x="4" y="1340"/>
                  </a:cubicBezTo>
                  <a:cubicBezTo>
                    <a:pt x="4" y="1334"/>
                    <a:pt x="4" y="1334"/>
                    <a:pt x="4" y="1334"/>
                  </a:cubicBezTo>
                  <a:cubicBezTo>
                    <a:pt x="4" y="838"/>
                    <a:pt x="4" y="838"/>
                    <a:pt x="4" y="838"/>
                  </a:cubicBezTo>
                  <a:cubicBezTo>
                    <a:pt x="109" y="733"/>
                    <a:pt x="109" y="733"/>
                    <a:pt x="109" y="733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17" y="30"/>
                    <a:pt x="123" y="23"/>
                    <a:pt x="123" y="16"/>
                  </a:cubicBezTo>
                  <a:cubicBezTo>
                    <a:pt x="123" y="7"/>
                    <a:pt x="116" y="0"/>
                    <a:pt x="107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8" name="Freeform 31"/>
            <p:cNvSpPr>
              <a:spLocks noEditPoints="1"/>
            </p:cNvSpPr>
            <p:nvPr/>
          </p:nvSpPr>
          <p:spPr bwMode="auto">
            <a:xfrm>
              <a:off x="7002463" y="1150937"/>
              <a:ext cx="195263" cy="5832476"/>
            </a:xfrm>
            <a:custGeom>
              <a:avLst/>
              <a:gdLst>
                <a:gd name="T0" fmla="*/ 15 w 52"/>
                <a:gd name="T1" fmla="*/ 27 h 1553"/>
                <a:gd name="T2" fmla="*/ 4 w 52"/>
                <a:gd name="T3" fmla="*/ 16 h 1553"/>
                <a:gd name="T4" fmla="*/ 15 w 52"/>
                <a:gd name="T5" fmla="*/ 4 h 1553"/>
                <a:gd name="T6" fmla="*/ 27 w 52"/>
                <a:gd name="T7" fmla="*/ 16 h 1553"/>
                <a:gd name="T8" fmla="*/ 15 w 52"/>
                <a:gd name="T9" fmla="*/ 27 h 1553"/>
                <a:gd name="T10" fmla="*/ 15 w 52"/>
                <a:gd name="T11" fmla="*/ 0 h 1553"/>
                <a:gd name="T12" fmla="*/ 0 w 52"/>
                <a:gd name="T13" fmla="*/ 16 h 1553"/>
                <a:gd name="T14" fmla="*/ 13 w 52"/>
                <a:gd name="T15" fmla="*/ 31 h 1553"/>
                <a:gd name="T16" fmla="*/ 13 w 52"/>
                <a:gd name="T17" fmla="*/ 655 h 1553"/>
                <a:gd name="T18" fmla="*/ 48 w 52"/>
                <a:gd name="T19" fmla="*/ 690 h 1553"/>
                <a:gd name="T20" fmla="*/ 48 w 52"/>
                <a:gd name="T21" fmla="*/ 1553 h 1553"/>
                <a:gd name="T22" fmla="*/ 52 w 52"/>
                <a:gd name="T23" fmla="*/ 1553 h 1553"/>
                <a:gd name="T24" fmla="*/ 52 w 52"/>
                <a:gd name="T25" fmla="*/ 688 h 1553"/>
                <a:gd name="T26" fmla="*/ 17 w 52"/>
                <a:gd name="T27" fmla="*/ 654 h 1553"/>
                <a:gd name="T28" fmla="*/ 17 w 52"/>
                <a:gd name="T29" fmla="*/ 31 h 1553"/>
                <a:gd name="T30" fmla="*/ 31 w 52"/>
                <a:gd name="T31" fmla="*/ 16 h 1553"/>
                <a:gd name="T32" fmla="*/ 15 w 52"/>
                <a:gd name="T33" fmla="*/ 0 h 1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" h="1553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3" y="31"/>
                  </a:cubicBezTo>
                  <a:cubicBezTo>
                    <a:pt x="13" y="655"/>
                    <a:pt x="13" y="655"/>
                    <a:pt x="13" y="655"/>
                  </a:cubicBezTo>
                  <a:cubicBezTo>
                    <a:pt x="48" y="690"/>
                    <a:pt x="48" y="690"/>
                    <a:pt x="48" y="690"/>
                  </a:cubicBezTo>
                  <a:cubicBezTo>
                    <a:pt x="48" y="1553"/>
                    <a:pt x="48" y="1553"/>
                    <a:pt x="48" y="1553"/>
                  </a:cubicBezTo>
                  <a:cubicBezTo>
                    <a:pt x="52" y="1553"/>
                    <a:pt x="52" y="1553"/>
                    <a:pt x="52" y="1553"/>
                  </a:cubicBezTo>
                  <a:cubicBezTo>
                    <a:pt x="52" y="688"/>
                    <a:pt x="52" y="688"/>
                    <a:pt x="52" y="688"/>
                  </a:cubicBezTo>
                  <a:cubicBezTo>
                    <a:pt x="17" y="654"/>
                    <a:pt x="17" y="654"/>
                    <a:pt x="17" y="65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9" name="Freeform 32"/>
            <p:cNvSpPr>
              <a:spLocks noEditPoints="1"/>
            </p:cNvSpPr>
            <p:nvPr/>
          </p:nvSpPr>
          <p:spPr bwMode="auto">
            <a:xfrm>
              <a:off x="7283451" y="723900"/>
              <a:ext cx="750888" cy="6259513"/>
            </a:xfrm>
            <a:custGeom>
              <a:avLst/>
              <a:gdLst>
                <a:gd name="T0" fmla="*/ 80 w 200"/>
                <a:gd name="T1" fmla="*/ 842 h 1667"/>
                <a:gd name="T2" fmla="*/ 0 w 200"/>
                <a:gd name="T3" fmla="*/ 923 h 1667"/>
                <a:gd name="T4" fmla="*/ 0 w 200"/>
                <a:gd name="T5" fmla="*/ 1667 h 1667"/>
                <a:gd name="T6" fmla="*/ 4 w 200"/>
                <a:gd name="T7" fmla="*/ 1667 h 1667"/>
                <a:gd name="T8" fmla="*/ 4 w 200"/>
                <a:gd name="T9" fmla="*/ 924 h 1667"/>
                <a:gd name="T10" fmla="*/ 80 w 200"/>
                <a:gd name="T11" fmla="*/ 847 h 1667"/>
                <a:gd name="T12" fmla="*/ 80 w 200"/>
                <a:gd name="T13" fmla="*/ 842 h 1667"/>
                <a:gd name="T14" fmla="*/ 185 w 200"/>
                <a:gd name="T15" fmla="*/ 27 h 1667"/>
                <a:gd name="T16" fmla="*/ 173 w 200"/>
                <a:gd name="T17" fmla="*/ 16 h 1667"/>
                <a:gd name="T18" fmla="*/ 185 w 200"/>
                <a:gd name="T19" fmla="*/ 4 h 1667"/>
                <a:gd name="T20" fmla="*/ 196 w 200"/>
                <a:gd name="T21" fmla="*/ 16 h 1667"/>
                <a:gd name="T22" fmla="*/ 185 w 200"/>
                <a:gd name="T23" fmla="*/ 27 h 1667"/>
                <a:gd name="T24" fmla="*/ 185 w 200"/>
                <a:gd name="T25" fmla="*/ 0 h 1667"/>
                <a:gd name="T26" fmla="*/ 169 w 200"/>
                <a:gd name="T27" fmla="*/ 16 h 1667"/>
                <a:gd name="T28" fmla="*/ 183 w 200"/>
                <a:gd name="T29" fmla="*/ 31 h 1667"/>
                <a:gd name="T30" fmla="*/ 183 w 200"/>
                <a:gd name="T31" fmla="*/ 740 h 1667"/>
                <a:gd name="T32" fmla="*/ 84 w 200"/>
                <a:gd name="T33" fmla="*/ 838 h 1667"/>
                <a:gd name="T34" fmla="*/ 84 w 200"/>
                <a:gd name="T35" fmla="*/ 843 h 1667"/>
                <a:gd name="T36" fmla="*/ 187 w 200"/>
                <a:gd name="T37" fmla="*/ 741 h 1667"/>
                <a:gd name="T38" fmla="*/ 187 w 200"/>
                <a:gd name="T39" fmla="*/ 31 h 1667"/>
                <a:gd name="T40" fmla="*/ 200 w 200"/>
                <a:gd name="T41" fmla="*/ 16 h 1667"/>
                <a:gd name="T42" fmla="*/ 185 w 200"/>
                <a:gd name="T43" fmla="*/ 0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0" h="1667">
                  <a:moveTo>
                    <a:pt x="80" y="842"/>
                  </a:moveTo>
                  <a:cubicBezTo>
                    <a:pt x="0" y="923"/>
                    <a:pt x="0" y="923"/>
                    <a:pt x="0" y="923"/>
                  </a:cubicBezTo>
                  <a:cubicBezTo>
                    <a:pt x="0" y="1667"/>
                    <a:pt x="0" y="1667"/>
                    <a:pt x="0" y="1667"/>
                  </a:cubicBezTo>
                  <a:cubicBezTo>
                    <a:pt x="4" y="1667"/>
                    <a:pt x="4" y="1667"/>
                    <a:pt x="4" y="1667"/>
                  </a:cubicBezTo>
                  <a:cubicBezTo>
                    <a:pt x="4" y="924"/>
                    <a:pt x="4" y="924"/>
                    <a:pt x="4" y="924"/>
                  </a:cubicBezTo>
                  <a:cubicBezTo>
                    <a:pt x="80" y="847"/>
                    <a:pt x="80" y="847"/>
                    <a:pt x="80" y="847"/>
                  </a:cubicBezTo>
                  <a:cubicBezTo>
                    <a:pt x="80" y="842"/>
                    <a:pt x="80" y="842"/>
                    <a:pt x="80" y="842"/>
                  </a:cubicBezTo>
                  <a:moveTo>
                    <a:pt x="185" y="27"/>
                  </a:moveTo>
                  <a:cubicBezTo>
                    <a:pt x="178" y="27"/>
                    <a:pt x="173" y="22"/>
                    <a:pt x="173" y="16"/>
                  </a:cubicBezTo>
                  <a:cubicBezTo>
                    <a:pt x="173" y="10"/>
                    <a:pt x="178" y="4"/>
                    <a:pt x="185" y="4"/>
                  </a:cubicBezTo>
                  <a:cubicBezTo>
                    <a:pt x="191" y="4"/>
                    <a:pt x="196" y="10"/>
                    <a:pt x="196" y="16"/>
                  </a:cubicBezTo>
                  <a:cubicBezTo>
                    <a:pt x="196" y="22"/>
                    <a:pt x="191" y="27"/>
                    <a:pt x="185" y="27"/>
                  </a:cubicBezTo>
                  <a:moveTo>
                    <a:pt x="185" y="0"/>
                  </a:moveTo>
                  <a:cubicBezTo>
                    <a:pt x="176" y="0"/>
                    <a:pt x="169" y="7"/>
                    <a:pt x="169" y="16"/>
                  </a:cubicBezTo>
                  <a:cubicBezTo>
                    <a:pt x="169" y="24"/>
                    <a:pt x="175" y="30"/>
                    <a:pt x="183" y="31"/>
                  </a:cubicBezTo>
                  <a:cubicBezTo>
                    <a:pt x="183" y="740"/>
                    <a:pt x="183" y="740"/>
                    <a:pt x="183" y="740"/>
                  </a:cubicBezTo>
                  <a:cubicBezTo>
                    <a:pt x="84" y="838"/>
                    <a:pt x="84" y="838"/>
                    <a:pt x="84" y="838"/>
                  </a:cubicBezTo>
                  <a:cubicBezTo>
                    <a:pt x="84" y="843"/>
                    <a:pt x="84" y="843"/>
                    <a:pt x="84" y="843"/>
                  </a:cubicBezTo>
                  <a:cubicBezTo>
                    <a:pt x="187" y="741"/>
                    <a:pt x="187" y="741"/>
                    <a:pt x="187" y="741"/>
                  </a:cubicBezTo>
                  <a:cubicBezTo>
                    <a:pt x="187" y="31"/>
                    <a:pt x="187" y="31"/>
                    <a:pt x="187" y="31"/>
                  </a:cubicBezTo>
                  <a:cubicBezTo>
                    <a:pt x="194" y="30"/>
                    <a:pt x="200" y="24"/>
                    <a:pt x="200" y="16"/>
                  </a:cubicBezTo>
                  <a:cubicBezTo>
                    <a:pt x="200" y="7"/>
                    <a:pt x="193" y="0"/>
                    <a:pt x="18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0" name="Freeform 33"/>
            <p:cNvSpPr>
              <a:spLocks noEditPoints="1"/>
            </p:cNvSpPr>
            <p:nvPr/>
          </p:nvSpPr>
          <p:spPr bwMode="auto">
            <a:xfrm>
              <a:off x="7535863" y="1804987"/>
              <a:ext cx="461963" cy="5178426"/>
            </a:xfrm>
            <a:custGeom>
              <a:avLst/>
              <a:gdLst>
                <a:gd name="T0" fmla="*/ 15 w 123"/>
                <a:gd name="T1" fmla="*/ 27 h 1379"/>
                <a:gd name="T2" fmla="*/ 4 w 123"/>
                <a:gd name="T3" fmla="*/ 16 h 1379"/>
                <a:gd name="T4" fmla="*/ 15 w 123"/>
                <a:gd name="T5" fmla="*/ 4 h 1379"/>
                <a:gd name="T6" fmla="*/ 27 w 123"/>
                <a:gd name="T7" fmla="*/ 16 h 1379"/>
                <a:gd name="T8" fmla="*/ 15 w 123"/>
                <a:gd name="T9" fmla="*/ 27 h 1379"/>
                <a:gd name="T10" fmla="*/ 15 w 123"/>
                <a:gd name="T11" fmla="*/ 0 h 1379"/>
                <a:gd name="T12" fmla="*/ 0 w 123"/>
                <a:gd name="T13" fmla="*/ 16 h 1379"/>
                <a:gd name="T14" fmla="*/ 13 w 123"/>
                <a:gd name="T15" fmla="*/ 31 h 1379"/>
                <a:gd name="T16" fmla="*/ 13 w 123"/>
                <a:gd name="T17" fmla="*/ 554 h 1379"/>
                <a:gd name="T18" fmla="*/ 13 w 123"/>
                <a:gd name="T19" fmla="*/ 559 h 1379"/>
                <a:gd name="T20" fmla="*/ 13 w 123"/>
                <a:gd name="T21" fmla="*/ 825 h 1379"/>
                <a:gd name="T22" fmla="*/ 119 w 123"/>
                <a:gd name="T23" fmla="*/ 930 h 1379"/>
                <a:gd name="T24" fmla="*/ 119 w 123"/>
                <a:gd name="T25" fmla="*/ 1379 h 1379"/>
                <a:gd name="T26" fmla="*/ 123 w 123"/>
                <a:gd name="T27" fmla="*/ 1379 h 1379"/>
                <a:gd name="T28" fmla="*/ 123 w 123"/>
                <a:gd name="T29" fmla="*/ 928 h 1379"/>
                <a:gd name="T30" fmla="*/ 17 w 123"/>
                <a:gd name="T31" fmla="*/ 823 h 1379"/>
                <a:gd name="T32" fmla="*/ 17 w 123"/>
                <a:gd name="T33" fmla="*/ 555 h 1379"/>
                <a:gd name="T34" fmla="*/ 17 w 123"/>
                <a:gd name="T35" fmla="*/ 550 h 1379"/>
                <a:gd name="T36" fmla="*/ 17 w 123"/>
                <a:gd name="T37" fmla="*/ 31 h 1379"/>
                <a:gd name="T38" fmla="*/ 31 w 123"/>
                <a:gd name="T39" fmla="*/ 16 h 1379"/>
                <a:gd name="T40" fmla="*/ 15 w 123"/>
                <a:gd name="T41" fmla="*/ 0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379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554"/>
                    <a:pt x="13" y="554"/>
                    <a:pt x="13" y="554"/>
                  </a:cubicBezTo>
                  <a:cubicBezTo>
                    <a:pt x="13" y="559"/>
                    <a:pt x="13" y="559"/>
                    <a:pt x="13" y="559"/>
                  </a:cubicBezTo>
                  <a:cubicBezTo>
                    <a:pt x="13" y="825"/>
                    <a:pt x="13" y="825"/>
                    <a:pt x="13" y="825"/>
                  </a:cubicBezTo>
                  <a:cubicBezTo>
                    <a:pt x="119" y="930"/>
                    <a:pt x="119" y="930"/>
                    <a:pt x="119" y="930"/>
                  </a:cubicBezTo>
                  <a:cubicBezTo>
                    <a:pt x="119" y="1379"/>
                    <a:pt x="119" y="1379"/>
                    <a:pt x="119" y="1379"/>
                  </a:cubicBezTo>
                  <a:cubicBezTo>
                    <a:pt x="123" y="1379"/>
                    <a:pt x="123" y="1379"/>
                    <a:pt x="123" y="1379"/>
                  </a:cubicBezTo>
                  <a:cubicBezTo>
                    <a:pt x="123" y="928"/>
                    <a:pt x="123" y="928"/>
                    <a:pt x="123" y="928"/>
                  </a:cubicBezTo>
                  <a:cubicBezTo>
                    <a:pt x="17" y="823"/>
                    <a:pt x="17" y="823"/>
                    <a:pt x="17" y="823"/>
                  </a:cubicBezTo>
                  <a:cubicBezTo>
                    <a:pt x="17" y="555"/>
                    <a:pt x="17" y="555"/>
                    <a:pt x="17" y="555"/>
                  </a:cubicBezTo>
                  <a:cubicBezTo>
                    <a:pt x="17" y="550"/>
                    <a:pt x="17" y="550"/>
                    <a:pt x="17" y="55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 34"/>
            <p:cNvSpPr>
              <a:spLocks noEditPoints="1"/>
            </p:cNvSpPr>
            <p:nvPr/>
          </p:nvSpPr>
          <p:spPr bwMode="auto">
            <a:xfrm>
              <a:off x="8042276" y="1500187"/>
              <a:ext cx="225425" cy="5483226"/>
            </a:xfrm>
            <a:custGeom>
              <a:avLst/>
              <a:gdLst>
                <a:gd name="T0" fmla="*/ 16 w 60"/>
                <a:gd name="T1" fmla="*/ 27 h 1460"/>
                <a:gd name="T2" fmla="*/ 4 w 60"/>
                <a:gd name="T3" fmla="*/ 16 h 1460"/>
                <a:gd name="T4" fmla="*/ 16 w 60"/>
                <a:gd name="T5" fmla="*/ 4 h 1460"/>
                <a:gd name="T6" fmla="*/ 27 w 60"/>
                <a:gd name="T7" fmla="*/ 16 h 1460"/>
                <a:gd name="T8" fmla="*/ 16 w 60"/>
                <a:gd name="T9" fmla="*/ 27 h 1460"/>
                <a:gd name="T10" fmla="*/ 16 w 60"/>
                <a:gd name="T11" fmla="*/ 0 h 1460"/>
                <a:gd name="T12" fmla="*/ 0 w 60"/>
                <a:gd name="T13" fmla="*/ 16 h 1460"/>
                <a:gd name="T14" fmla="*/ 14 w 60"/>
                <a:gd name="T15" fmla="*/ 31 h 1460"/>
                <a:gd name="T16" fmla="*/ 14 w 60"/>
                <a:gd name="T17" fmla="*/ 891 h 1460"/>
                <a:gd name="T18" fmla="*/ 56 w 60"/>
                <a:gd name="T19" fmla="*/ 933 h 1460"/>
                <a:gd name="T20" fmla="*/ 56 w 60"/>
                <a:gd name="T21" fmla="*/ 1460 h 1460"/>
                <a:gd name="T22" fmla="*/ 60 w 60"/>
                <a:gd name="T23" fmla="*/ 1460 h 1460"/>
                <a:gd name="T24" fmla="*/ 60 w 60"/>
                <a:gd name="T25" fmla="*/ 931 h 1460"/>
                <a:gd name="T26" fmla="*/ 18 w 60"/>
                <a:gd name="T27" fmla="*/ 889 h 1460"/>
                <a:gd name="T28" fmla="*/ 18 w 60"/>
                <a:gd name="T29" fmla="*/ 31 h 1460"/>
                <a:gd name="T30" fmla="*/ 31 w 60"/>
                <a:gd name="T31" fmla="*/ 16 h 1460"/>
                <a:gd name="T32" fmla="*/ 16 w 60"/>
                <a:gd name="T33" fmla="*/ 0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" h="1460">
                  <a:moveTo>
                    <a:pt x="16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4" y="31"/>
                  </a:cubicBezTo>
                  <a:cubicBezTo>
                    <a:pt x="14" y="891"/>
                    <a:pt x="14" y="891"/>
                    <a:pt x="14" y="891"/>
                  </a:cubicBezTo>
                  <a:cubicBezTo>
                    <a:pt x="56" y="933"/>
                    <a:pt x="56" y="933"/>
                    <a:pt x="56" y="933"/>
                  </a:cubicBezTo>
                  <a:cubicBezTo>
                    <a:pt x="56" y="1460"/>
                    <a:pt x="56" y="1460"/>
                    <a:pt x="56" y="1460"/>
                  </a:cubicBezTo>
                  <a:cubicBezTo>
                    <a:pt x="60" y="1460"/>
                    <a:pt x="60" y="1460"/>
                    <a:pt x="60" y="1460"/>
                  </a:cubicBezTo>
                  <a:cubicBezTo>
                    <a:pt x="60" y="931"/>
                    <a:pt x="60" y="931"/>
                    <a:pt x="60" y="931"/>
                  </a:cubicBezTo>
                  <a:cubicBezTo>
                    <a:pt x="18" y="889"/>
                    <a:pt x="18" y="889"/>
                    <a:pt x="18" y="889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96" name="Freeform 35"/>
            <p:cNvSpPr>
              <a:spLocks noEditPoints="1"/>
            </p:cNvSpPr>
            <p:nvPr/>
          </p:nvSpPr>
          <p:spPr bwMode="auto">
            <a:xfrm>
              <a:off x="8702676" y="2184400"/>
              <a:ext cx="376238" cy="4799013"/>
            </a:xfrm>
            <a:custGeom>
              <a:avLst/>
              <a:gdLst>
                <a:gd name="T0" fmla="*/ 10 w 237"/>
                <a:gd name="T1" fmla="*/ 551 h 3023"/>
                <a:gd name="T2" fmla="*/ 0 w 237"/>
                <a:gd name="T3" fmla="*/ 561 h 3023"/>
                <a:gd name="T4" fmla="*/ 0 w 237"/>
                <a:gd name="T5" fmla="*/ 2032 h 3023"/>
                <a:gd name="T6" fmla="*/ 227 w 237"/>
                <a:gd name="T7" fmla="*/ 2259 h 3023"/>
                <a:gd name="T8" fmla="*/ 227 w 237"/>
                <a:gd name="T9" fmla="*/ 3023 h 3023"/>
                <a:gd name="T10" fmla="*/ 237 w 237"/>
                <a:gd name="T11" fmla="*/ 3023 h 3023"/>
                <a:gd name="T12" fmla="*/ 237 w 237"/>
                <a:gd name="T13" fmla="*/ 2254 h 3023"/>
                <a:gd name="T14" fmla="*/ 10 w 237"/>
                <a:gd name="T15" fmla="*/ 2027 h 3023"/>
                <a:gd name="T16" fmla="*/ 10 w 237"/>
                <a:gd name="T17" fmla="*/ 551 h 3023"/>
                <a:gd name="T18" fmla="*/ 10 w 237"/>
                <a:gd name="T19" fmla="*/ 0 h 3023"/>
                <a:gd name="T20" fmla="*/ 0 w 237"/>
                <a:gd name="T21" fmla="*/ 0 h 3023"/>
                <a:gd name="T22" fmla="*/ 0 w 237"/>
                <a:gd name="T23" fmla="*/ 546 h 3023"/>
                <a:gd name="T24" fmla="*/ 10 w 237"/>
                <a:gd name="T25" fmla="*/ 537 h 3023"/>
                <a:gd name="T26" fmla="*/ 10 w 237"/>
                <a:gd name="T27" fmla="*/ 0 h 3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7" h="3023">
                  <a:moveTo>
                    <a:pt x="10" y="551"/>
                  </a:moveTo>
                  <a:lnTo>
                    <a:pt x="0" y="561"/>
                  </a:lnTo>
                  <a:lnTo>
                    <a:pt x="0" y="2032"/>
                  </a:lnTo>
                  <a:lnTo>
                    <a:pt x="227" y="2259"/>
                  </a:lnTo>
                  <a:lnTo>
                    <a:pt x="227" y="3023"/>
                  </a:lnTo>
                  <a:lnTo>
                    <a:pt x="237" y="3023"/>
                  </a:lnTo>
                  <a:lnTo>
                    <a:pt x="237" y="2254"/>
                  </a:lnTo>
                  <a:lnTo>
                    <a:pt x="10" y="2027"/>
                  </a:lnTo>
                  <a:lnTo>
                    <a:pt x="10" y="551"/>
                  </a:lnTo>
                  <a:close/>
                  <a:moveTo>
                    <a:pt x="10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10" y="537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97" name="Freeform 36"/>
            <p:cNvSpPr>
              <a:spLocks noEditPoints="1"/>
            </p:cNvSpPr>
            <p:nvPr/>
          </p:nvSpPr>
          <p:spPr bwMode="auto">
            <a:xfrm>
              <a:off x="8702676" y="2184400"/>
              <a:ext cx="376238" cy="4799013"/>
            </a:xfrm>
            <a:custGeom>
              <a:avLst/>
              <a:gdLst>
                <a:gd name="T0" fmla="*/ 10 w 237"/>
                <a:gd name="T1" fmla="*/ 551 h 3023"/>
                <a:gd name="T2" fmla="*/ 0 w 237"/>
                <a:gd name="T3" fmla="*/ 561 h 3023"/>
                <a:gd name="T4" fmla="*/ 0 w 237"/>
                <a:gd name="T5" fmla="*/ 2032 h 3023"/>
                <a:gd name="T6" fmla="*/ 227 w 237"/>
                <a:gd name="T7" fmla="*/ 2259 h 3023"/>
                <a:gd name="T8" fmla="*/ 227 w 237"/>
                <a:gd name="T9" fmla="*/ 3023 h 3023"/>
                <a:gd name="T10" fmla="*/ 237 w 237"/>
                <a:gd name="T11" fmla="*/ 3023 h 3023"/>
                <a:gd name="T12" fmla="*/ 237 w 237"/>
                <a:gd name="T13" fmla="*/ 2254 h 3023"/>
                <a:gd name="T14" fmla="*/ 10 w 237"/>
                <a:gd name="T15" fmla="*/ 2027 h 3023"/>
                <a:gd name="T16" fmla="*/ 10 w 237"/>
                <a:gd name="T17" fmla="*/ 551 h 3023"/>
                <a:gd name="T18" fmla="*/ 10 w 237"/>
                <a:gd name="T19" fmla="*/ 0 h 3023"/>
                <a:gd name="T20" fmla="*/ 0 w 237"/>
                <a:gd name="T21" fmla="*/ 0 h 3023"/>
                <a:gd name="T22" fmla="*/ 0 w 237"/>
                <a:gd name="T23" fmla="*/ 546 h 3023"/>
                <a:gd name="T24" fmla="*/ 10 w 237"/>
                <a:gd name="T25" fmla="*/ 537 h 3023"/>
                <a:gd name="T26" fmla="*/ 10 w 237"/>
                <a:gd name="T27" fmla="*/ 0 h 3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7" h="3023">
                  <a:moveTo>
                    <a:pt x="10" y="551"/>
                  </a:moveTo>
                  <a:lnTo>
                    <a:pt x="0" y="561"/>
                  </a:lnTo>
                  <a:lnTo>
                    <a:pt x="0" y="2032"/>
                  </a:lnTo>
                  <a:lnTo>
                    <a:pt x="227" y="2259"/>
                  </a:lnTo>
                  <a:lnTo>
                    <a:pt x="227" y="3023"/>
                  </a:lnTo>
                  <a:lnTo>
                    <a:pt x="237" y="3023"/>
                  </a:lnTo>
                  <a:lnTo>
                    <a:pt x="237" y="2254"/>
                  </a:lnTo>
                  <a:lnTo>
                    <a:pt x="10" y="2027"/>
                  </a:lnTo>
                  <a:lnTo>
                    <a:pt x="10" y="551"/>
                  </a:lnTo>
                  <a:moveTo>
                    <a:pt x="10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10" y="537"/>
                  </a:lnTo>
                  <a:lnTo>
                    <a:pt x="10" y="0"/>
                  </a:ln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98" name="Freeform 37"/>
            <p:cNvSpPr>
              <a:spLocks noEditPoints="1"/>
            </p:cNvSpPr>
            <p:nvPr/>
          </p:nvSpPr>
          <p:spPr bwMode="auto">
            <a:xfrm>
              <a:off x="8650288" y="2063750"/>
              <a:ext cx="115888" cy="117475"/>
            </a:xfrm>
            <a:custGeom>
              <a:avLst/>
              <a:gdLst>
                <a:gd name="T0" fmla="*/ 16 w 31"/>
                <a:gd name="T1" fmla="*/ 27 h 31"/>
                <a:gd name="T2" fmla="*/ 4 w 31"/>
                <a:gd name="T3" fmla="*/ 15 h 31"/>
                <a:gd name="T4" fmla="*/ 16 w 31"/>
                <a:gd name="T5" fmla="*/ 4 h 31"/>
                <a:gd name="T6" fmla="*/ 27 w 31"/>
                <a:gd name="T7" fmla="*/ 15 h 31"/>
                <a:gd name="T8" fmla="*/ 16 w 31"/>
                <a:gd name="T9" fmla="*/ 27 h 31"/>
                <a:gd name="T10" fmla="*/ 16 w 31"/>
                <a:gd name="T11" fmla="*/ 0 h 31"/>
                <a:gd name="T12" fmla="*/ 0 w 31"/>
                <a:gd name="T13" fmla="*/ 15 h 31"/>
                <a:gd name="T14" fmla="*/ 16 w 31"/>
                <a:gd name="T15" fmla="*/ 31 h 31"/>
                <a:gd name="T16" fmla="*/ 31 w 31"/>
                <a:gd name="T17" fmla="*/ 15 h 31"/>
                <a:gd name="T18" fmla="*/ 16 w 31"/>
                <a:gd name="T1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31">
                  <a:moveTo>
                    <a:pt x="16" y="27"/>
                  </a:moveTo>
                  <a:cubicBezTo>
                    <a:pt x="9" y="27"/>
                    <a:pt x="4" y="22"/>
                    <a:pt x="4" y="15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22" y="4"/>
                    <a:pt x="27" y="9"/>
                    <a:pt x="27" y="15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1"/>
                    <a:pt x="16" y="31"/>
                  </a:cubicBezTo>
                  <a:cubicBezTo>
                    <a:pt x="24" y="31"/>
                    <a:pt x="31" y="24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99" name="Freeform 38"/>
            <p:cNvSpPr>
              <a:spLocks noEditPoints="1"/>
            </p:cNvSpPr>
            <p:nvPr/>
          </p:nvSpPr>
          <p:spPr bwMode="auto">
            <a:xfrm>
              <a:off x="8455026" y="1804987"/>
              <a:ext cx="960438" cy="5178426"/>
            </a:xfrm>
            <a:custGeom>
              <a:avLst/>
              <a:gdLst>
                <a:gd name="T0" fmla="*/ 240 w 256"/>
                <a:gd name="T1" fmla="*/ 27 h 1379"/>
                <a:gd name="T2" fmla="*/ 229 w 256"/>
                <a:gd name="T3" fmla="*/ 16 h 1379"/>
                <a:gd name="T4" fmla="*/ 240 w 256"/>
                <a:gd name="T5" fmla="*/ 4 h 1379"/>
                <a:gd name="T6" fmla="*/ 252 w 256"/>
                <a:gd name="T7" fmla="*/ 16 h 1379"/>
                <a:gd name="T8" fmla="*/ 240 w 256"/>
                <a:gd name="T9" fmla="*/ 27 h 1379"/>
                <a:gd name="T10" fmla="*/ 240 w 256"/>
                <a:gd name="T11" fmla="*/ 0 h 1379"/>
                <a:gd name="T12" fmla="*/ 225 w 256"/>
                <a:gd name="T13" fmla="*/ 16 h 1379"/>
                <a:gd name="T14" fmla="*/ 238 w 256"/>
                <a:gd name="T15" fmla="*/ 31 h 1379"/>
                <a:gd name="T16" fmla="*/ 238 w 256"/>
                <a:gd name="T17" fmla="*/ 159 h 1379"/>
                <a:gd name="T18" fmla="*/ 70 w 256"/>
                <a:gd name="T19" fmla="*/ 328 h 1379"/>
                <a:gd name="T20" fmla="*/ 66 w 256"/>
                <a:gd name="T21" fmla="*/ 332 h 1379"/>
                <a:gd name="T22" fmla="*/ 0 w 256"/>
                <a:gd name="T23" fmla="*/ 398 h 1379"/>
                <a:gd name="T24" fmla="*/ 0 w 256"/>
                <a:gd name="T25" fmla="*/ 1379 h 1379"/>
                <a:gd name="T26" fmla="*/ 4 w 256"/>
                <a:gd name="T27" fmla="*/ 1379 h 1379"/>
                <a:gd name="T28" fmla="*/ 4 w 256"/>
                <a:gd name="T29" fmla="*/ 400 h 1379"/>
                <a:gd name="T30" fmla="*/ 66 w 256"/>
                <a:gd name="T31" fmla="*/ 338 h 1379"/>
                <a:gd name="T32" fmla="*/ 70 w 256"/>
                <a:gd name="T33" fmla="*/ 334 h 1379"/>
                <a:gd name="T34" fmla="*/ 242 w 256"/>
                <a:gd name="T35" fmla="*/ 161 h 1379"/>
                <a:gd name="T36" fmla="*/ 242 w 256"/>
                <a:gd name="T37" fmla="*/ 31 h 1379"/>
                <a:gd name="T38" fmla="*/ 256 w 256"/>
                <a:gd name="T39" fmla="*/ 16 h 1379"/>
                <a:gd name="T40" fmla="*/ 240 w 256"/>
                <a:gd name="T41" fmla="*/ 0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379">
                  <a:moveTo>
                    <a:pt x="240" y="27"/>
                  </a:moveTo>
                  <a:cubicBezTo>
                    <a:pt x="234" y="27"/>
                    <a:pt x="229" y="22"/>
                    <a:pt x="229" y="16"/>
                  </a:cubicBezTo>
                  <a:cubicBezTo>
                    <a:pt x="229" y="10"/>
                    <a:pt x="234" y="4"/>
                    <a:pt x="240" y="4"/>
                  </a:cubicBezTo>
                  <a:cubicBezTo>
                    <a:pt x="247" y="4"/>
                    <a:pt x="252" y="10"/>
                    <a:pt x="252" y="16"/>
                  </a:cubicBezTo>
                  <a:cubicBezTo>
                    <a:pt x="252" y="22"/>
                    <a:pt x="247" y="27"/>
                    <a:pt x="240" y="27"/>
                  </a:cubicBezTo>
                  <a:moveTo>
                    <a:pt x="240" y="0"/>
                  </a:moveTo>
                  <a:cubicBezTo>
                    <a:pt x="232" y="0"/>
                    <a:pt x="225" y="7"/>
                    <a:pt x="225" y="16"/>
                  </a:cubicBezTo>
                  <a:cubicBezTo>
                    <a:pt x="225" y="24"/>
                    <a:pt x="231" y="30"/>
                    <a:pt x="238" y="31"/>
                  </a:cubicBezTo>
                  <a:cubicBezTo>
                    <a:pt x="238" y="159"/>
                    <a:pt x="238" y="159"/>
                    <a:pt x="238" y="159"/>
                  </a:cubicBezTo>
                  <a:cubicBezTo>
                    <a:pt x="70" y="328"/>
                    <a:pt x="70" y="328"/>
                    <a:pt x="70" y="328"/>
                  </a:cubicBezTo>
                  <a:cubicBezTo>
                    <a:pt x="66" y="332"/>
                    <a:pt x="66" y="332"/>
                    <a:pt x="66" y="332"/>
                  </a:cubicBezTo>
                  <a:cubicBezTo>
                    <a:pt x="0" y="398"/>
                    <a:pt x="0" y="398"/>
                    <a:pt x="0" y="398"/>
                  </a:cubicBezTo>
                  <a:cubicBezTo>
                    <a:pt x="0" y="1379"/>
                    <a:pt x="0" y="1379"/>
                    <a:pt x="0" y="1379"/>
                  </a:cubicBezTo>
                  <a:cubicBezTo>
                    <a:pt x="4" y="1379"/>
                    <a:pt x="4" y="1379"/>
                    <a:pt x="4" y="1379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66" y="338"/>
                    <a:pt x="66" y="338"/>
                    <a:pt x="66" y="338"/>
                  </a:cubicBezTo>
                  <a:cubicBezTo>
                    <a:pt x="70" y="334"/>
                    <a:pt x="70" y="334"/>
                    <a:pt x="70" y="334"/>
                  </a:cubicBezTo>
                  <a:cubicBezTo>
                    <a:pt x="242" y="161"/>
                    <a:pt x="242" y="161"/>
                    <a:pt x="242" y="161"/>
                  </a:cubicBezTo>
                  <a:cubicBezTo>
                    <a:pt x="242" y="31"/>
                    <a:pt x="242" y="31"/>
                    <a:pt x="242" y="31"/>
                  </a:cubicBezTo>
                  <a:cubicBezTo>
                    <a:pt x="250" y="30"/>
                    <a:pt x="256" y="24"/>
                    <a:pt x="256" y="16"/>
                  </a:cubicBezTo>
                  <a:cubicBezTo>
                    <a:pt x="256" y="7"/>
                    <a:pt x="249" y="0"/>
                    <a:pt x="2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0" name="Freeform 39"/>
            <p:cNvSpPr>
              <a:spLocks noEditPoints="1"/>
            </p:cNvSpPr>
            <p:nvPr/>
          </p:nvSpPr>
          <p:spPr bwMode="auto">
            <a:xfrm>
              <a:off x="9348788" y="2074862"/>
              <a:ext cx="434975" cy="4908551"/>
            </a:xfrm>
            <a:custGeom>
              <a:avLst/>
              <a:gdLst>
                <a:gd name="T0" fmla="*/ 100 w 116"/>
                <a:gd name="T1" fmla="*/ 27 h 1307"/>
                <a:gd name="T2" fmla="*/ 89 w 116"/>
                <a:gd name="T3" fmla="*/ 16 h 1307"/>
                <a:gd name="T4" fmla="*/ 100 w 116"/>
                <a:gd name="T5" fmla="*/ 4 h 1307"/>
                <a:gd name="T6" fmla="*/ 112 w 116"/>
                <a:gd name="T7" fmla="*/ 16 h 1307"/>
                <a:gd name="T8" fmla="*/ 100 w 116"/>
                <a:gd name="T9" fmla="*/ 27 h 1307"/>
                <a:gd name="T10" fmla="*/ 100 w 116"/>
                <a:gd name="T11" fmla="*/ 0 h 1307"/>
                <a:gd name="T12" fmla="*/ 85 w 116"/>
                <a:gd name="T13" fmla="*/ 16 h 1307"/>
                <a:gd name="T14" fmla="*/ 98 w 116"/>
                <a:gd name="T15" fmla="*/ 31 h 1307"/>
                <a:gd name="T16" fmla="*/ 98 w 116"/>
                <a:gd name="T17" fmla="*/ 494 h 1307"/>
                <a:gd name="T18" fmla="*/ 0 w 116"/>
                <a:gd name="T19" fmla="*/ 593 h 1307"/>
                <a:gd name="T20" fmla="*/ 0 w 116"/>
                <a:gd name="T21" fmla="*/ 1307 h 1307"/>
                <a:gd name="T22" fmla="*/ 4 w 116"/>
                <a:gd name="T23" fmla="*/ 1307 h 1307"/>
                <a:gd name="T24" fmla="*/ 4 w 116"/>
                <a:gd name="T25" fmla="*/ 594 h 1307"/>
                <a:gd name="T26" fmla="*/ 102 w 116"/>
                <a:gd name="T27" fmla="*/ 496 h 1307"/>
                <a:gd name="T28" fmla="*/ 102 w 116"/>
                <a:gd name="T29" fmla="*/ 31 h 1307"/>
                <a:gd name="T30" fmla="*/ 116 w 116"/>
                <a:gd name="T31" fmla="*/ 16 h 1307"/>
                <a:gd name="T32" fmla="*/ 100 w 116"/>
                <a:gd name="T33" fmla="*/ 0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1307">
                  <a:moveTo>
                    <a:pt x="100" y="27"/>
                  </a:moveTo>
                  <a:cubicBezTo>
                    <a:pt x="94" y="27"/>
                    <a:pt x="89" y="22"/>
                    <a:pt x="89" y="16"/>
                  </a:cubicBezTo>
                  <a:cubicBezTo>
                    <a:pt x="89" y="10"/>
                    <a:pt x="94" y="4"/>
                    <a:pt x="100" y="4"/>
                  </a:cubicBezTo>
                  <a:cubicBezTo>
                    <a:pt x="107" y="4"/>
                    <a:pt x="112" y="10"/>
                    <a:pt x="112" y="16"/>
                  </a:cubicBezTo>
                  <a:cubicBezTo>
                    <a:pt x="112" y="22"/>
                    <a:pt x="107" y="27"/>
                    <a:pt x="100" y="27"/>
                  </a:cubicBezTo>
                  <a:moveTo>
                    <a:pt x="100" y="0"/>
                  </a:moveTo>
                  <a:cubicBezTo>
                    <a:pt x="92" y="0"/>
                    <a:pt x="85" y="7"/>
                    <a:pt x="85" y="16"/>
                  </a:cubicBezTo>
                  <a:cubicBezTo>
                    <a:pt x="85" y="24"/>
                    <a:pt x="91" y="30"/>
                    <a:pt x="98" y="31"/>
                  </a:cubicBezTo>
                  <a:cubicBezTo>
                    <a:pt x="98" y="494"/>
                    <a:pt x="98" y="494"/>
                    <a:pt x="98" y="494"/>
                  </a:cubicBezTo>
                  <a:cubicBezTo>
                    <a:pt x="0" y="593"/>
                    <a:pt x="0" y="593"/>
                    <a:pt x="0" y="593"/>
                  </a:cubicBezTo>
                  <a:cubicBezTo>
                    <a:pt x="0" y="1307"/>
                    <a:pt x="0" y="1307"/>
                    <a:pt x="0" y="1307"/>
                  </a:cubicBezTo>
                  <a:cubicBezTo>
                    <a:pt x="4" y="1307"/>
                    <a:pt x="4" y="1307"/>
                    <a:pt x="4" y="1307"/>
                  </a:cubicBezTo>
                  <a:cubicBezTo>
                    <a:pt x="4" y="594"/>
                    <a:pt x="4" y="594"/>
                    <a:pt x="4" y="594"/>
                  </a:cubicBezTo>
                  <a:cubicBezTo>
                    <a:pt x="102" y="496"/>
                    <a:pt x="102" y="496"/>
                    <a:pt x="102" y="496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10" y="30"/>
                    <a:pt x="116" y="24"/>
                    <a:pt x="116" y="16"/>
                  </a:cubicBezTo>
                  <a:cubicBezTo>
                    <a:pt x="116" y="7"/>
                    <a:pt x="109" y="0"/>
                    <a:pt x="10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1" name="Freeform 40"/>
            <p:cNvSpPr>
              <a:spLocks noEditPoints="1"/>
            </p:cNvSpPr>
            <p:nvPr/>
          </p:nvSpPr>
          <p:spPr bwMode="auto">
            <a:xfrm>
              <a:off x="9866313" y="3074987"/>
              <a:ext cx="222250" cy="3908426"/>
            </a:xfrm>
            <a:custGeom>
              <a:avLst/>
              <a:gdLst>
                <a:gd name="T0" fmla="*/ 59 w 59"/>
                <a:gd name="T1" fmla="*/ 756 h 1041"/>
                <a:gd name="T2" fmla="*/ 55 w 59"/>
                <a:gd name="T3" fmla="*/ 760 h 1041"/>
                <a:gd name="T4" fmla="*/ 55 w 59"/>
                <a:gd name="T5" fmla="*/ 1041 h 1041"/>
                <a:gd name="T6" fmla="*/ 59 w 59"/>
                <a:gd name="T7" fmla="*/ 1041 h 1041"/>
                <a:gd name="T8" fmla="*/ 59 w 59"/>
                <a:gd name="T9" fmla="*/ 756 h 1041"/>
                <a:gd name="T10" fmla="*/ 15 w 59"/>
                <a:gd name="T11" fmla="*/ 27 h 1041"/>
                <a:gd name="T12" fmla="*/ 4 w 59"/>
                <a:gd name="T13" fmla="*/ 16 h 1041"/>
                <a:gd name="T14" fmla="*/ 15 w 59"/>
                <a:gd name="T15" fmla="*/ 4 h 1041"/>
                <a:gd name="T16" fmla="*/ 27 w 59"/>
                <a:gd name="T17" fmla="*/ 16 h 1041"/>
                <a:gd name="T18" fmla="*/ 15 w 59"/>
                <a:gd name="T19" fmla="*/ 27 h 1041"/>
                <a:gd name="T20" fmla="*/ 15 w 59"/>
                <a:gd name="T21" fmla="*/ 0 h 1041"/>
                <a:gd name="T22" fmla="*/ 0 w 59"/>
                <a:gd name="T23" fmla="*/ 16 h 1041"/>
                <a:gd name="T24" fmla="*/ 13 w 59"/>
                <a:gd name="T25" fmla="*/ 31 h 1041"/>
                <a:gd name="T26" fmla="*/ 13 w 59"/>
                <a:gd name="T27" fmla="*/ 628 h 1041"/>
                <a:gd name="T28" fmla="*/ 55 w 59"/>
                <a:gd name="T29" fmla="*/ 670 h 1041"/>
                <a:gd name="T30" fmla="*/ 55 w 59"/>
                <a:gd name="T31" fmla="*/ 754 h 1041"/>
                <a:gd name="T32" fmla="*/ 59 w 59"/>
                <a:gd name="T33" fmla="*/ 750 h 1041"/>
                <a:gd name="T34" fmla="*/ 59 w 59"/>
                <a:gd name="T35" fmla="*/ 668 h 1041"/>
                <a:gd name="T36" fmla="*/ 17 w 59"/>
                <a:gd name="T37" fmla="*/ 626 h 1041"/>
                <a:gd name="T38" fmla="*/ 17 w 59"/>
                <a:gd name="T39" fmla="*/ 31 h 1041"/>
                <a:gd name="T40" fmla="*/ 31 w 59"/>
                <a:gd name="T41" fmla="*/ 16 h 1041"/>
                <a:gd name="T42" fmla="*/ 15 w 59"/>
                <a:gd name="T43" fmla="*/ 0 h 1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9" h="1041">
                  <a:moveTo>
                    <a:pt x="59" y="756"/>
                  </a:moveTo>
                  <a:cubicBezTo>
                    <a:pt x="55" y="760"/>
                    <a:pt x="55" y="760"/>
                    <a:pt x="55" y="760"/>
                  </a:cubicBezTo>
                  <a:cubicBezTo>
                    <a:pt x="55" y="1041"/>
                    <a:pt x="55" y="1041"/>
                    <a:pt x="55" y="1041"/>
                  </a:cubicBezTo>
                  <a:cubicBezTo>
                    <a:pt x="59" y="1041"/>
                    <a:pt x="59" y="1041"/>
                    <a:pt x="59" y="1041"/>
                  </a:cubicBezTo>
                  <a:cubicBezTo>
                    <a:pt x="59" y="756"/>
                    <a:pt x="59" y="756"/>
                    <a:pt x="59" y="756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3" y="31"/>
                  </a:cubicBezTo>
                  <a:cubicBezTo>
                    <a:pt x="13" y="628"/>
                    <a:pt x="13" y="628"/>
                    <a:pt x="13" y="628"/>
                  </a:cubicBezTo>
                  <a:cubicBezTo>
                    <a:pt x="55" y="670"/>
                    <a:pt x="55" y="670"/>
                    <a:pt x="55" y="670"/>
                  </a:cubicBezTo>
                  <a:cubicBezTo>
                    <a:pt x="55" y="754"/>
                    <a:pt x="55" y="754"/>
                    <a:pt x="55" y="754"/>
                  </a:cubicBezTo>
                  <a:cubicBezTo>
                    <a:pt x="59" y="750"/>
                    <a:pt x="59" y="750"/>
                    <a:pt x="59" y="750"/>
                  </a:cubicBezTo>
                  <a:cubicBezTo>
                    <a:pt x="59" y="668"/>
                    <a:pt x="59" y="668"/>
                    <a:pt x="59" y="668"/>
                  </a:cubicBezTo>
                  <a:cubicBezTo>
                    <a:pt x="17" y="626"/>
                    <a:pt x="17" y="626"/>
                    <a:pt x="17" y="626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2" name="Freeform 41"/>
            <p:cNvSpPr>
              <a:spLocks noEditPoints="1"/>
            </p:cNvSpPr>
            <p:nvPr/>
          </p:nvSpPr>
          <p:spPr bwMode="auto">
            <a:xfrm>
              <a:off x="10129838" y="2593975"/>
              <a:ext cx="479425" cy="4389438"/>
            </a:xfrm>
            <a:custGeom>
              <a:avLst/>
              <a:gdLst>
                <a:gd name="T0" fmla="*/ 80 w 128"/>
                <a:gd name="T1" fmla="*/ 532 h 1169"/>
                <a:gd name="T2" fmla="*/ 80 w 128"/>
                <a:gd name="T3" fmla="*/ 537 h 1169"/>
                <a:gd name="T4" fmla="*/ 124 w 128"/>
                <a:gd name="T5" fmla="*/ 582 h 1169"/>
                <a:gd name="T6" fmla="*/ 124 w 128"/>
                <a:gd name="T7" fmla="*/ 1169 h 1169"/>
                <a:gd name="T8" fmla="*/ 128 w 128"/>
                <a:gd name="T9" fmla="*/ 1169 h 1169"/>
                <a:gd name="T10" fmla="*/ 128 w 128"/>
                <a:gd name="T11" fmla="*/ 580 h 1169"/>
                <a:gd name="T12" fmla="*/ 80 w 128"/>
                <a:gd name="T13" fmla="*/ 532 h 1169"/>
                <a:gd name="T14" fmla="*/ 15 w 128"/>
                <a:gd name="T15" fmla="*/ 27 h 1169"/>
                <a:gd name="T16" fmla="*/ 4 w 128"/>
                <a:gd name="T17" fmla="*/ 16 h 1169"/>
                <a:gd name="T18" fmla="*/ 15 w 128"/>
                <a:gd name="T19" fmla="*/ 4 h 1169"/>
                <a:gd name="T20" fmla="*/ 27 w 128"/>
                <a:gd name="T21" fmla="*/ 16 h 1169"/>
                <a:gd name="T22" fmla="*/ 15 w 128"/>
                <a:gd name="T23" fmla="*/ 27 h 1169"/>
                <a:gd name="T24" fmla="*/ 15 w 128"/>
                <a:gd name="T25" fmla="*/ 0 h 1169"/>
                <a:gd name="T26" fmla="*/ 0 w 128"/>
                <a:gd name="T27" fmla="*/ 16 h 1169"/>
                <a:gd name="T28" fmla="*/ 13 w 128"/>
                <a:gd name="T29" fmla="*/ 31 h 1169"/>
                <a:gd name="T30" fmla="*/ 13 w 128"/>
                <a:gd name="T31" fmla="*/ 471 h 1169"/>
                <a:gd name="T32" fmla="*/ 76 w 128"/>
                <a:gd name="T33" fmla="*/ 533 h 1169"/>
                <a:gd name="T34" fmla="*/ 76 w 128"/>
                <a:gd name="T35" fmla="*/ 528 h 1169"/>
                <a:gd name="T36" fmla="*/ 17 w 128"/>
                <a:gd name="T37" fmla="*/ 469 h 1169"/>
                <a:gd name="T38" fmla="*/ 17 w 128"/>
                <a:gd name="T39" fmla="*/ 31 h 1169"/>
                <a:gd name="T40" fmla="*/ 31 w 128"/>
                <a:gd name="T41" fmla="*/ 16 h 1169"/>
                <a:gd name="T42" fmla="*/ 15 w 128"/>
                <a:gd name="T43" fmla="*/ 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169">
                  <a:moveTo>
                    <a:pt x="80" y="532"/>
                  </a:moveTo>
                  <a:cubicBezTo>
                    <a:pt x="80" y="537"/>
                    <a:pt x="80" y="537"/>
                    <a:pt x="80" y="537"/>
                  </a:cubicBezTo>
                  <a:cubicBezTo>
                    <a:pt x="124" y="582"/>
                    <a:pt x="124" y="582"/>
                    <a:pt x="124" y="582"/>
                  </a:cubicBezTo>
                  <a:cubicBezTo>
                    <a:pt x="124" y="1169"/>
                    <a:pt x="124" y="1169"/>
                    <a:pt x="124" y="1169"/>
                  </a:cubicBezTo>
                  <a:cubicBezTo>
                    <a:pt x="128" y="1169"/>
                    <a:pt x="128" y="1169"/>
                    <a:pt x="128" y="1169"/>
                  </a:cubicBezTo>
                  <a:cubicBezTo>
                    <a:pt x="128" y="580"/>
                    <a:pt x="128" y="580"/>
                    <a:pt x="128" y="580"/>
                  </a:cubicBezTo>
                  <a:cubicBezTo>
                    <a:pt x="80" y="532"/>
                    <a:pt x="80" y="532"/>
                    <a:pt x="80" y="532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471"/>
                    <a:pt x="13" y="471"/>
                    <a:pt x="13" y="471"/>
                  </a:cubicBezTo>
                  <a:cubicBezTo>
                    <a:pt x="76" y="533"/>
                    <a:pt x="76" y="533"/>
                    <a:pt x="76" y="533"/>
                  </a:cubicBezTo>
                  <a:cubicBezTo>
                    <a:pt x="76" y="528"/>
                    <a:pt x="76" y="528"/>
                    <a:pt x="76" y="528"/>
                  </a:cubicBezTo>
                  <a:cubicBezTo>
                    <a:pt x="17" y="469"/>
                    <a:pt x="17" y="469"/>
                    <a:pt x="17" y="469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3" name="Freeform 42"/>
            <p:cNvSpPr>
              <a:spLocks noEditPoints="1"/>
            </p:cNvSpPr>
            <p:nvPr/>
          </p:nvSpPr>
          <p:spPr bwMode="auto">
            <a:xfrm>
              <a:off x="10361613" y="2459037"/>
              <a:ext cx="117475" cy="4524376"/>
            </a:xfrm>
            <a:custGeom>
              <a:avLst/>
              <a:gdLst>
                <a:gd name="T0" fmla="*/ 16 w 31"/>
                <a:gd name="T1" fmla="*/ 27 h 1205"/>
                <a:gd name="T2" fmla="*/ 4 w 31"/>
                <a:gd name="T3" fmla="*/ 16 h 1205"/>
                <a:gd name="T4" fmla="*/ 16 w 31"/>
                <a:gd name="T5" fmla="*/ 4 h 1205"/>
                <a:gd name="T6" fmla="*/ 27 w 31"/>
                <a:gd name="T7" fmla="*/ 16 h 1205"/>
                <a:gd name="T8" fmla="*/ 16 w 31"/>
                <a:gd name="T9" fmla="*/ 27 h 1205"/>
                <a:gd name="T10" fmla="*/ 16 w 31"/>
                <a:gd name="T11" fmla="*/ 0 h 1205"/>
                <a:gd name="T12" fmla="*/ 0 w 31"/>
                <a:gd name="T13" fmla="*/ 16 h 1205"/>
                <a:gd name="T14" fmla="*/ 14 w 31"/>
                <a:gd name="T15" fmla="*/ 31 h 1205"/>
                <a:gd name="T16" fmla="*/ 14 w 31"/>
                <a:gd name="T17" fmla="*/ 564 h 1205"/>
                <a:gd name="T18" fmla="*/ 14 w 31"/>
                <a:gd name="T19" fmla="*/ 569 h 1205"/>
                <a:gd name="T20" fmla="*/ 14 w 31"/>
                <a:gd name="T21" fmla="*/ 1205 h 1205"/>
                <a:gd name="T22" fmla="*/ 18 w 31"/>
                <a:gd name="T23" fmla="*/ 1205 h 1205"/>
                <a:gd name="T24" fmla="*/ 18 w 31"/>
                <a:gd name="T25" fmla="*/ 573 h 1205"/>
                <a:gd name="T26" fmla="*/ 18 w 31"/>
                <a:gd name="T27" fmla="*/ 568 h 1205"/>
                <a:gd name="T28" fmla="*/ 18 w 31"/>
                <a:gd name="T29" fmla="*/ 31 h 1205"/>
                <a:gd name="T30" fmla="*/ 31 w 31"/>
                <a:gd name="T31" fmla="*/ 16 h 1205"/>
                <a:gd name="T32" fmla="*/ 16 w 31"/>
                <a:gd name="T33" fmla="*/ 0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1205">
                  <a:moveTo>
                    <a:pt x="16" y="27"/>
                  </a:moveTo>
                  <a:cubicBezTo>
                    <a:pt x="10" y="27"/>
                    <a:pt x="4" y="22"/>
                    <a:pt x="4" y="16"/>
                  </a:cubicBezTo>
                  <a:cubicBezTo>
                    <a:pt x="4" y="9"/>
                    <a:pt x="10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4" y="31"/>
                  </a:cubicBezTo>
                  <a:cubicBezTo>
                    <a:pt x="14" y="564"/>
                    <a:pt x="14" y="564"/>
                    <a:pt x="14" y="564"/>
                  </a:cubicBezTo>
                  <a:cubicBezTo>
                    <a:pt x="14" y="569"/>
                    <a:pt x="14" y="569"/>
                    <a:pt x="14" y="569"/>
                  </a:cubicBezTo>
                  <a:cubicBezTo>
                    <a:pt x="14" y="1205"/>
                    <a:pt x="14" y="1205"/>
                    <a:pt x="14" y="1205"/>
                  </a:cubicBezTo>
                  <a:cubicBezTo>
                    <a:pt x="18" y="1205"/>
                    <a:pt x="18" y="1205"/>
                    <a:pt x="18" y="1205"/>
                  </a:cubicBezTo>
                  <a:cubicBezTo>
                    <a:pt x="18" y="573"/>
                    <a:pt x="18" y="573"/>
                    <a:pt x="18" y="573"/>
                  </a:cubicBezTo>
                  <a:cubicBezTo>
                    <a:pt x="18" y="568"/>
                    <a:pt x="18" y="568"/>
                    <a:pt x="18" y="568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6" y="30"/>
                    <a:pt x="31" y="23"/>
                    <a:pt x="31" y="16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4" name="Freeform 43"/>
            <p:cNvSpPr>
              <a:spLocks noEditPoints="1"/>
            </p:cNvSpPr>
            <p:nvPr/>
          </p:nvSpPr>
          <p:spPr bwMode="auto">
            <a:xfrm>
              <a:off x="10771188" y="3494088"/>
              <a:ext cx="338138" cy="3489325"/>
            </a:xfrm>
            <a:custGeom>
              <a:avLst/>
              <a:gdLst>
                <a:gd name="T0" fmla="*/ 74 w 90"/>
                <a:gd name="T1" fmla="*/ 27 h 929"/>
                <a:gd name="T2" fmla="*/ 63 w 90"/>
                <a:gd name="T3" fmla="*/ 16 h 929"/>
                <a:gd name="T4" fmla="*/ 74 w 90"/>
                <a:gd name="T5" fmla="*/ 4 h 929"/>
                <a:gd name="T6" fmla="*/ 86 w 90"/>
                <a:gd name="T7" fmla="*/ 16 h 929"/>
                <a:gd name="T8" fmla="*/ 74 w 90"/>
                <a:gd name="T9" fmla="*/ 27 h 929"/>
                <a:gd name="T10" fmla="*/ 74 w 90"/>
                <a:gd name="T11" fmla="*/ 0 h 929"/>
                <a:gd name="T12" fmla="*/ 59 w 90"/>
                <a:gd name="T13" fmla="*/ 16 h 929"/>
                <a:gd name="T14" fmla="*/ 72 w 90"/>
                <a:gd name="T15" fmla="*/ 31 h 929"/>
                <a:gd name="T16" fmla="*/ 72 w 90"/>
                <a:gd name="T17" fmla="*/ 197 h 929"/>
                <a:gd name="T18" fmla="*/ 0 w 90"/>
                <a:gd name="T19" fmla="*/ 269 h 929"/>
                <a:gd name="T20" fmla="*/ 0 w 90"/>
                <a:gd name="T21" fmla="*/ 929 h 929"/>
                <a:gd name="T22" fmla="*/ 4 w 90"/>
                <a:gd name="T23" fmla="*/ 929 h 929"/>
                <a:gd name="T24" fmla="*/ 4 w 90"/>
                <a:gd name="T25" fmla="*/ 270 h 929"/>
                <a:gd name="T26" fmla="*/ 76 w 90"/>
                <a:gd name="T27" fmla="*/ 198 h 929"/>
                <a:gd name="T28" fmla="*/ 76 w 90"/>
                <a:gd name="T29" fmla="*/ 31 h 929"/>
                <a:gd name="T30" fmla="*/ 90 w 90"/>
                <a:gd name="T31" fmla="*/ 16 h 929"/>
                <a:gd name="T32" fmla="*/ 74 w 90"/>
                <a:gd name="T33" fmla="*/ 0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0" h="929">
                  <a:moveTo>
                    <a:pt x="74" y="27"/>
                  </a:moveTo>
                  <a:cubicBezTo>
                    <a:pt x="68" y="27"/>
                    <a:pt x="63" y="22"/>
                    <a:pt x="63" y="16"/>
                  </a:cubicBezTo>
                  <a:cubicBezTo>
                    <a:pt x="63" y="10"/>
                    <a:pt x="68" y="4"/>
                    <a:pt x="74" y="4"/>
                  </a:cubicBezTo>
                  <a:cubicBezTo>
                    <a:pt x="81" y="4"/>
                    <a:pt x="86" y="10"/>
                    <a:pt x="86" y="16"/>
                  </a:cubicBezTo>
                  <a:cubicBezTo>
                    <a:pt x="86" y="22"/>
                    <a:pt x="81" y="27"/>
                    <a:pt x="74" y="27"/>
                  </a:cubicBezTo>
                  <a:moveTo>
                    <a:pt x="74" y="0"/>
                  </a:moveTo>
                  <a:cubicBezTo>
                    <a:pt x="66" y="0"/>
                    <a:pt x="59" y="7"/>
                    <a:pt x="59" y="16"/>
                  </a:cubicBezTo>
                  <a:cubicBezTo>
                    <a:pt x="59" y="24"/>
                    <a:pt x="65" y="30"/>
                    <a:pt x="72" y="31"/>
                  </a:cubicBezTo>
                  <a:cubicBezTo>
                    <a:pt x="72" y="197"/>
                    <a:pt x="72" y="197"/>
                    <a:pt x="72" y="197"/>
                  </a:cubicBezTo>
                  <a:cubicBezTo>
                    <a:pt x="0" y="269"/>
                    <a:pt x="0" y="269"/>
                    <a:pt x="0" y="269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4" y="929"/>
                    <a:pt x="4" y="929"/>
                    <a:pt x="4" y="929"/>
                  </a:cubicBezTo>
                  <a:cubicBezTo>
                    <a:pt x="4" y="270"/>
                    <a:pt x="4" y="270"/>
                    <a:pt x="4" y="270"/>
                  </a:cubicBezTo>
                  <a:cubicBezTo>
                    <a:pt x="76" y="198"/>
                    <a:pt x="76" y="198"/>
                    <a:pt x="76" y="198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84" y="30"/>
                    <a:pt x="90" y="24"/>
                    <a:pt x="90" y="16"/>
                  </a:cubicBezTo>
                  <a:cubicBezTo>
                    <a:pt x="90" y="7"/>
                    <a:pt x="83" y="0"/>
                    <a:pt x="7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5" name="Freeform 44"/>
            <p:cNvSpPr>
              <a:spLocks noEditPoints="1"/>
            </p:cNvSpPr>
            <p:nvPr/>
          </p:nvSpPr>
          <p:spPr bwMode="auto">
            <a:xfrm>
              <a:off x="10906126" y="2792412"/>
              <a:ext cx="395288" cy="4191001"/>
            </a:xfrm>
            <a:custGeom>
              <a:avLst/>
              <a:gdLst>
                <a:gd name="T0" fmla="*/ 90 w 105"/>
                <a:gd name="T1" fmla="*/ 27 h 1116"/>
                <a:gd name="T2" fmla="*/ 78 w 105"/>
                <a:gd name="T3" fmla="*/ 16 h 1116"/>
                <a:gd name="T4" fmla="*/ 90 w 105"/>
                <a:gd name="T5" fmla="*/ 4 h 1116"/>
                <a:gd name="T6" fmla="*/ 101 w 105"/>
                <a:gd name="T7" fmla="*/ 16 h 1116"/>
                <a:gd name="T8" fmla="*/ 90 w 105"/>
                <a:gd name="T9" fmla="*/ 27 h 1116"/>
                <a:gd name="T10" fmla="*/ 90 w 105"/>
                <a:gd name="T11" fmla="*/ 0 h 1116"/>
                <a:gd name="T12" fmla="*/ 74 w 105"/>
                <a:gd name="T13" fmla="*/ 16 h 1116"/>
                <a:gd name="T14" fmla="*/ 88 w 105"/>
                <a:gd name="T15" fmla="*/ 31 h 1116"/>
                <a:gd name="T16" fmla="*/ 88 w 105"/>
                <a:gd name="T17" fmla="*/ 771 h 1116"/>
                <a:gd name="T18" fmla="*/ 0 w 105"/>
                <a:gd name="T19" fmla="*/ 858 h 1116"/>
                <a:gd name="T20" fmla="*/ 0 w 105"/>
                <a:gd name="T21" fmla="*/ 1116 h 1116"/>
                <a:gd name="T22" fmla="*/ 4 w 105"/>
                <a:gd name="T23" fmla="*/ 1116 h 1116"/>
                <a:gd name="T24" fmla="*/ 4 w 105"/>
                <a:gd name="T25" fmla="*/ 859 h 1116"/>
                <a:gd name="T26" fmla="*/ 92 w 105"/>
                <a:gd name="T27" fmla="*/ 772 h 1116"/>
                <a:gd name="T28" fmla="*/ 92 w 105"/>
                <a:gd name="T29" fmla="*/ 31 h 1116"/>
                <a:gd name="T30" fmla="*/ 105 w 105"/>
                <a:gd name="T31" fmla="*/ 16 h 1116"/>
                <a:gd name="T32" fmla="*/ 90 w 105"/>
                <a:gd name="T33" fmla="*/ 0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5" h="1116">
                  <a:moveTo>
                    <a:pt x="90" y="27"/>
                  </a:moveTo>
                  <a:cubicBezTo>
                    <a:pt x="83" y="27"/>
                    <a:pt x="78" y="22"/>
                    <a:pt x="78" y="16"/>
                  </a:cubicBezTo>
                  <a:cubicBezTo>
                    <a:pt x="78" y="9"/>
                    <a:pt x="83" y="4"/>
                    <a:pt x="90" y="4"/>
                  </a:cubicBezTo>
                  <a:cubicBezTo>
                    <a:pt x="96" y="4"/>
                    <a:pt x="101" y="9"/>
                    <a:pt x="101" y="16"/>
                  </a:cubicBezTo>
                  <a:cubicBezTo>
                    <a:pt x="101" y="22"/>
                    <a:pt x="96" y="27"/>
                    <a:pt x="90" y="27"/>
                  </a:cubicBezTo>
                  <a:moveTo>
                    <a:pt x="90" y="0"/>
                  </a:moveTo>
                  <a:cubicBezTo>
                    <a:pt x="81" y="0"/>
                    <a:pt x="74" y="7"/>
                    <a:pt x="74" y="16"/>
                  </a:cubicBezTo>
                  <a:cubicBezTo>
                    <a:pt x="74" y="24"/>
                    <a:pt x="80" y="30"/>
                    <a:pt x="88" y="31"/>
                  </a:cubicBezTo>
                  <a:cubicBezTo>
                    <a:pt x="88" y="771"/>
                    <a:pt x="88" y="771"/>
                    <a:pt x="88" y="771"/>
                  </a:cubicBezTo>
                  <a:cubicBezTo>
                    <a:pt x="0" y="858"/>
                    <a:pt x="0" y="858"/>
                    <a:pt x="0" y="858"/>
                  </a:cubicBezTo>
                  <a:cubicBezTo>
                    <a:pt x="0" y="1116"/>
                    <a:pt x="0" y="1116"/>
                    <a:pt x="0" y="1116"/>
                  </a:cubicBezTo>
                  <a:cubicBezTo>
                    <a:pt x="4" y="1116"/>
                    <a:pt x="4" y="1116"/>
                    <a:pt x="4" y="1116"/>
                  </a:cubicBezTo>
                  <a:cubicBezTo>
                    <a:pt x="4" y="859"/>
                    <a:pt x="4" y="859"/>
                    <a:pt x="4" y="859"/>
                  </a:cubicBezTo>
                  <a:cubicBezTo>
                    <a:pt x="92" y="772"/>
                    <a:pt x="92" y="772"/>
                    <a:pt x="92" y="772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9" y="30"/>
                    <a:pt x="105" y="24"/>
                    <a:pt x="105" y="16"/>
                  </a:cubicBezTo>
                  <a:cubicBezTo>
                    <a:pt x="105" y="7"/>
                    <a:pt x="98" y="0"/>
                    <a:pt x="9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6" name="Freeform 45"/>
            <p:cNvSpPr>
              <a:spLocks noEditPoints="1"/>
            </p:cNvSpPr>
            <p:nvPr/>
          </p:nvSpPr>
          <p:spPr bwMode="auto">
            <a:xfrm>
              <a:off x="11337926" y="3194050"/>
              <a:ext cx="442913" cy="3789363"/>
            </a:xfrm>
            <a:custGeom>
              <a:avLst/>
              <a:gdLst>
                <a:gd name="T0" fmla="*/ 84 w 118"/>
                <a:gd name="T1" fmla="*/ 566 h 1009"/>
                <a:gd name="T2" fmla="*/ 84 w 118"/>
                <a:gd name="T3" fmla="*/ 572 h 1009"/>
                <a:gd name="T4" fmla="*/ 114 w 118"/>
                <a:gd name="T5" fmla="*/ 602 h 1009"/>
                <a:gd name="T6" fmla="*/ 114 w 118"/>
                <a:gd name="T7" fmla="*/ 1009 h 1009"/>
                <a:gd name="T8" fmla="*/ 118 w 118"/>
                <a:gd name="T9" fmla="*/ 1009 h 1009"/>
                <a:gd name="T10" fmla="*/ 118 w 118"/>
                <a:gd name="T11" fmla="*/ 600 h 1009"/>
                <a:gd name="T12" fmla="*/ 84 w 118"/>
                <a:gd name="T13" fmla="*/ 566 h 1009"/>
                <a:gd name="T14" fmla="*/ 16 w 118"/>
                <a:gd name="T15" fmla="*/ 27 h 1009"/>
                <a:gd name="T16" fmla="*/ 4 w 118"/>
                <a:gd name="T17" fmla="*/ 16 h 1009"/>
                <a:gd name="T18" fmla="*/ 16 w 118"/>
                <a:gd name="T19" fmla="*/ 4 h 1009"/>
                <a:gd name="T20" fmla="*/ 27 w 118"/>
                <a:gd name="T21" fmla="*/ 16 h 1009"/>
                <a:gd name="T22" fmla="*/ 16 w 118"/>
                <a:gd name="T23" fmla="*/ 27 h 1009"/>
                <a:gd name="T24" fmla="*/ 16 w 118"/>
                <a:gd name="T25" fmla="*/ 0 h 1009"/>
                <a:gd name="T26" fmla="*/ 0 w 118"/>
                <a:gd name="T27" fmla="*/ 16 h 1009"/>
                <a:gd name="T28" fmla="*/ 14 w 118"/>
                <a:gd name="T29" fmla="*/ 31 h 1009"/>
                <a:gd name="T30" fmla="*/ 14 w 118"/>
                <a:gd name="T31" fmla="*/ 502 h 1009"/>
                <a:gd name="T32" fmla="*/ 80 w 118"/>
                <a:gd name="T33" fmla="*/ 568 h 1009"/>
                <a:gd name="T34" fmla="*/ 80 w 118"/>
                <a:gd name="T35" fmla="*/ 562 h 1009"/>
                <a:gd name="T36" fmla="*/ 18 w 118"/>
                <a:gd name="T37" fmla="*/ 500 h 1009"/>
                <a:gd name="T38" fmla="*/ 18 w 118"/>
                <a:gd name="T39" fmla="*/ 31 h 1009"/>
                <a:gd name="T40" fmla="*/ 31 w 118"/>
                <a:gd name="T41" fmla="*/ 16 h 1009"/>
                <a:gd name="T42" fmla="*/ 16 w 118"/>
                <a:gd name="T43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8" h="1009">
                  <a:moveTo>
                    <a:pt x="84" y="566"/>
                  </a:moveTo>
                  <a:cubicBezTo>
                    <a:pt x="84" y="572"/>
                    <a:pt x="84" y="572"/>
                    <a:pt x="84" y="572"/>
                  </a:cubicBezTo>
                  <a:cubicBezTo>
                    <a:pt x="114" y="602"/>
                    <a:pt x="114" y="602"/>
                    <a:pt x="114" y="602"/>
                  </a:cubicBezTo>
                  <a:cubicBezTo>
                    <a:pt x="114" y="1009"/>
                    <a:pt x="114" y="1009"/>
                    <a:pt x="114" y="1009"/>
                  </a:cubicBezTo>
                  <a:cubicBezTo>
                    <a:pt x="118" y="1009"/>
                    <a:pt x="118" y="1009"/>
                    <a:pt x="118" y="1009"/>
                  </a:cubicBezTo>
                  <a:cubicBezTo>
                    <a:pt x="118" y="600"/>
                    <a:pt x="118" y="600"/>
                    <a:pt x="118" y="600"/>
                  </a:cubicBezTo>
                  <a:cubicBezTo>
                    <a:pt x="84" y="566"/>
                    <a:pt x="84" y="566"/>
                    <a:pt x="84" y="566"/>
                  </a:cubicBezTo>
                  <a:moveTo>
                    <a:pt x="16" y="27"/>
                  </a:moveTo>
                  <a:cubicBezTo>
                    <a:pt x="10" y="27"/>
                    <a:pt x="4" y="22"/>
                    <a:pt x="4" y="16"/>
                  </a:cubicBezTo>
                  <a:cubicBezTo>
                    <a:pt x="4" y="9"/>
                    <a:pt x="10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4" y="31"/>
                  </a:cubicBezTo>
                  <a:cubicBezTo>
                    <a:pt x="14" y="502"/>
                    <a:pt x="14" y="502"/>
                    <a:pt x="14" y="502"/>
                  </a:cubicBezTo>
                  <a:cubicBezTo>
                    <a:pt x="80" y="568"/>
                    <a:pt x="80" y="568"/>
                    <a:pt x="80" y="568"/>
                  </a:cubicBezTo>
                  <a:cubicBezTo>
                    <a:pt x="80" y="562"/>
                    <a:pt x="80" y="562"/>
                    <a:pt x="80" y="562"/>
                  </a:cubicBezTo>
                  <a:cubicBezTo>
                    <a:pt x="18" y="500"/>
                    <a:pt x="18" y="500"/>
                    <a:pt x="18" y="500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6" y="30"/>
                    <a:pt x="31" y="23"/>
                    <a:pt x="31" y="16"/>
                  </a:cubicBezTo>
                  <a:cubicBezTo>
                    <a:pt x="31" y="7"/>
                    <a:pt x="25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7" name="Freeform 46"/>
            <p:cNvSpPr>
              <a:spLocks noEditPoints="1"/>
            </p:cNvSpPr>
            <p:nvPr/>
          </p:nvSpPr>
          <p:spPr bwMode="auto">
            <a:xfrm>
              <a:off x="11442701" y="4340225"/>
              <a:ext cx="260350" cy="2643188"/>
            </a:xfrm>
            <a:custGeom>
              <a:avLst/>
              <a:gdLst>
                <a:gd name="T0" fmla="*/ 54 w 69"/>
                <a:gd name="T1" fmla="*/ 27 h 704"/>
                <a:gd name="T2" fmla="*/ 42 w 69"/>
                <a:gd name="T3" fmla="*/ 16 h 704"/>
                <a:gd name="T4" fmla="*/ 54 w 69"/>
                <a:gd name="T5" fmla="*/ 4 h 704"/>
                <a:gd name="T6" fmla="*/ 65 w 69"/>
                <a:gd name="T7" fmla="*/ 16 h 704"/>
                <a:gd name="T8" fmla="*/ 54 w 69"/>
                <a:gd name="T9" fmla="*/ 27 h 704"/>
                <a:gd name="T10" fmla="*/ 54 w 69"/>
                <a:gd name="T11" fmla="*/ 0 h 704"/>
                <a:gd name="T12" fmla="*/ 38 w 69"/>
                <a:gd name="T13" fmla="*/ 16 h 704"/>
                <a:gd name="T14" fmla="*/ 52 w 69"/>
                <a:gd name="T15" fmla="*/ 31 h 704"/>
                <a:gd name="T16" fmla="*/ 52 w 69"/>
                <a:gd name="T17" fmla="*/ 257 h 704"/>
                <a:gd name="T18" fmla="*/ 52 w 69"/>
                <a:gd name="T19" fmla="*/ 263 h 704"/>
                <a:gd name="T20" fmla="*/ 52 w 69"/>
                <a:gd name="T21" fmla="*/ 418 h 704"/>
                <a:gd name="T22" fmla="*/ 0 w 69"/>
                <a:gd name="T23" fmla="*/ 470 h 704"/>
                <a:gd name="T24" fmla="*/ 0 w 69"/>
                <a:gd name="T25" fmla="*/ 704 h 704"/>
                <a:gd name="T26" fmla="*/ 4 w 69"/>
                <a:gd name="T27" fmla="*/ 704 h 704"/>
                <a:gd name="T28" fmla="*/ 4 w 69"/>
                <a:gd name="T29" fmla="*/ 471 h 704"/>
                <a:gd name="T30" fmla="*/ 56 w 69"/>
                <a:gd name="T31" fmla="*/ 419 h 704"/>
                <a:gd name="T32" fmla="*/ 56 w 69"/>
                <a:gd name="T33" fmla="*/ 267 h 704"/>
                <a:gd name="T34" fmla="*/ 56 w 69"/>
                <a:gd name="T35" fmla="*/ 261 h 704"/>
                <a:gd name="T36" fmla="*/ 56 w 69"/>
                <a:gd name="T37" fmla="*/ 31 h 704"/>
                <a:gd name="T38" fmla="*/ 69 w 69"/>
                <a:gd name="T39" fmla="*/ 16 h 704"/>
                <a:gd name="T40" fmla="*/ 54 w 69"/>
                <a:gd name="T41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9" h="704">
                  <a:moveTo>
                    <a:pt x="54" y="27"/>
                  </a:moveTo>
                  <a:cubicBezTo>
                    <a:pt x="47" y="27"/>
                    <a:pt x="42" y="22"/>
                    <a:pt x="42" y="16"/>
                  </a:cubicBezTo>
                  <a:cubicBezTo>
                    <a:pt x="42" y="9"/>
                    <a:pt x="47" y="4"/>
                    <a:pt x="54" y="4"/>
                  </a:cubicBezTo>
                  <a:cubicBezTo>
                    <a:pt x="60" y="4"/>
                    <a:pt x="65" y="9"/>
                    <a:pt x="65" y="16"/>
                  </a:cubicBezTo>
                  <a:cubicBezTo>
                    <a:pt x="65" y="22"/>
                    <a:pt x="60" y="27"/>
                    <a:pt x="54" y="27"/>
                  </a:cubicBezTo>
                  <a:moveTo>
                    <a:pt x="54" y="0"/>
                  </a:moveTo>
                  <a:cubicBezTo>
                    <a:pt x="45" y="0"/>
                    <a:pt x="38" y="7"/>
                    <a:pt x="38" y="16"/>
                  </a:cubicBezTo>
                  <a:cubicBezTo>
                    <a:pt x="38" y="24"/>
                    <a:pt x="44" y="30"/>
                    <a:pt x="52" y="31"/>
                  </a:cubicBezTo>
                  <a:cubicBezTo>
                    <a:pt x="52" y="257"/>
                    <a:pt x="52" y="257"/>
                    <a:pt x="52" y="257"/>
                  </a:cubicBezTo>
                  <a:cubicBezTo>
                    <a:pt x="52" y="263"/>
                    <a:pt x="52" y="263"/>
                    <a:pt x="52" y="263"/>
                  </a:cubicBezTo>
                  <a:cubicBezTo>
                    <a:pt x="52" y="418"/>
                    <a:pt x="52" y="418"/>
                    <a:pt x="52" y="418"/>
                  </a:cubicBezTo>
                  <a:cubicBezTo>
                    <a:pt x="0" y="470"/>
                    <a:pt x="0" y="470"/>
                    <a:pt x="0" y="470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4" y="704"/>
                    <a:pt x="4" y="704"/>
                    <a:pt x="4" y="704"/>
                  </a:cubicBezTo>
                  <a:cubicBezTo>
                    <a:pt x="4" y="471"/>
                    <a:pt x="4" y="471"/>
                    <a:pt x="4" y="471"/>
                  </a:cubicBezTo>
                  <a:cubicBezTo>
                    <a:pt x="56" y="419"/>
                    <a:pt x="56" y="419"/>
                    <a:pt x="56" y="419"/>
                  </a:cubicBezTo>
                  <a:cubicBezTo>
                    <a:pt x="56" y="267"/>
                    <a:pt x="56" y="267"/>
                    <a:pt x="56" y="267"/>
                  </a:cubicBezTo>
                  <a:cubicBezTo>
                    <a:pt x="56" y="261"/>
                    <a:pt x="56" y="261"/>
                    <a:pt x="56" y="26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63" y="30"/>
                    <a:pt x="69" y="24"/>
                    <a:pt x="69" y="16"/>
                  </a:cubicBezTo>
                  <a:cubicBezTo>
                    <a:pt x="69" y="7"/>
                    <a:pt x="62" y="0"/>
                    <a:pt x="5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8" name="Freeform 47"/>
            <p:cNvSpPr>
              <a:spLocks noEditPoints="1"/>
            </p:cNvSpPr>
            <p:nvPr/>
          </p:nvSpPr>
          <p:spPr bwMode="auto">
            <a:xfrm>
              <a:off x="9652001" y="5033963"/>
              <a:ext cx="593725" cy="1949450"/>
            </a:xfrm>
            <a:custGeom>
              <a:avLst/>
              <a:gdLst>
                <a:gd name="T0" fmla="*/ 142 w 158"/>
                <a:gd name="T1" fmla="*/ 27 h 519"/>
                <a:gd name="T2" fmla="*/ 131 w 158"/>
                <a:gd name="T3" fmla="*/ 16 h 519"/>
                <a:gd name="T4" fmla="*/ 142 w 158"/>
                <a:gd name="T5" fmla="*/ 4 h 519"/>
                <a:gd name="T6" fmla="*/ 154 w 158"/>
                <a:gd name="T7" fmla="*/ 16 h 519"/>
                <a:gd name="T8" fmla="*/ 142 w 158"/>
                <a:gd name="T9" fmla="*/ 27 h 519"/>
                <a:gd name="T10" fmla="*/ 142 w 158"/>
                <a:gd name="T11" fmla="*/ 0 h 519"/>
                <a:gd name="T12" fmla="*/ 127 w 158"/>
                <a:gd name="T13" fmla="*/ 16 h 519"/>
                <a:gd name="T14" fmla="*/ 140 w 158"/>
                <a:gd name="T15" fmla="*/ 31 h 519"/>
                <a:gd name="T16" fmla="*/ 140 w 158"/>
                <a:gd name="T17" fmla="*/ 204 h 519"/>
                <a:gd name="T18" fmla="*/ 116 w 158"/>
                <a:gd name="T19" fmla="*/ 228 h 519"/>
                <a:gd name="T20" fmla="*/ 112 w 158"/>
                <a:gd name="T21" fmla="*/ 232 h 519"/>
                <a:gd name="T22" fmla="*/ 0 w 158"/>
                <a:gd name="T23" fmla="*/ 344 h 519"/>
                <a:gd name="T24" fmla="*/ 0 w 158"/>
                <a:gd name="T25" fmla="*/ 519 h 519"/>
                <a:gd name="T26" fmla="*/ 4 w 158"/>
                <a:gd name="T27" fmla="*/ 519 h 519"/>
                <a:gd name="T28" fmla="*/ 4 w 158"/>
                <a:gd name="T29" fmla="*/ 346 h 519"/>
                <a:gd name="T30" fmla="*/ 112 w 158"/>
                <a:gd name="T31" fmla="*/ 238 h 519"/>
                <a:gd name="T32" fmla="*/ 116 w 158"/>
                <a:gd name="T33" fmla="*/ 234 h 519"/>
                <a:gd name="T34" fmla="*/ 144 w 158"/>
                <a:gd name="T35" fmla="*/ 206 h 519"/>
                <a:gd name="T36" fmla="*/ 144 w 158"/>
                <a:gd name="T37" fmla="*/ 31 h 519"/>
                <a:gd name="T38" fmla="*/ 158 w 158"/>
                <a:gd name="T39" fmla="*/ 16 h 519"/>
                <a:gd name="T40" fmla="*/ 142 w 158"/>
                <a:gd name="T41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8" h="519">
                  <a:moveTo>
                    <a:pt x="142" y="27"/>
                  </a:moveTo>
                  <a:cubicBezTo>
                    <a:pt x="136" y="27"/>
                    <a:pt x="131" y="22"/>
                    <a:pt x="131" y="16"/>
                  </a:cubicBezTo>
                  <a:cubicBezTo>
                    <a:pt x="131" y="9"/>
                    <a:pt x="136" y="4"/>
                    <a:pt x="142" y="4"/>
                  </a:cubicBezTo>
                  <a:cubicBezTo>
                    <a:pt x="149" y="4"/>
                    <a:pt x="154" y="9"/>
                    <a:pt x="154" y="16"/>
                  </a:cubicBezTo>
                  <a:cubicBezTo>
                    <a:pt x="154" y="22"/>
                    <a:pt x="149" y="27"/>
                    <a:pt x="142" y="27"/>
                  </a:cubicBezTo>
                  <a:moveTo>
                    <a:pt x="142" y="0"/>
                  </a:moveTo>
                  <a:cubicBezTo>
                    <a:pt x="134" y="0"/>
                    <a:pt x="127" y="7"/>
                    <a:pt x="127" y="16"/>
                  </a:cubicBezTo>
                  <a:cubicBezTo>
                    <a:pt x="127" y="23"/>
                    <a:pt x="133" y="30"/>
                    <a:pt x="140" y="31"/>
                  </a:cubicBezTo>
                  <a:cubicBezTo>
                    <a:pt x="140" y="204"/>
                    <a:pt x="140" y="204"/>
                    <a:pt x="140" y="204"/>
                  </a:cubicBezTo>
                  <a:cubicBezTo>
                    <a:pt x="116" y="228"/>
                    <a:pt x="116" y="228"/>
                    <a:pt x="116" y="228"/>
                  </a:cubicBezTo>
                  <a:cubicBezTo>
                    <a:pt x="112" y="232"/>
                    <a:pt x="112" y="232"/>
                    <a:pt x="112" y="232"/>
                  </a:cubicBezTo>
                  <a:cubicBezTo>
                    <a:pt x="0" y="344"/>
                    <a:pt x="0" y="344"/>
                    <a:pt x="0" y="344"/>
                  </a:cubicBezTo>
                  <a:cubicBezTo>
                    <a:pt x="0" y="519"/>
                    <a:pt x="0" y="519"/>
                    <a:pt x="0" y="519"/>
                  </a:cubicBezTo>
                  <a:cubicBezTo>
                    <a:pt x="4" y="519"/>
                    <a:pt x="4" y="519"/>
                    <a:pt x="4" y="519"/>
                  </a:cubicBezTo>
                  <a:cubicBezTo>
                    <a:pt x="4" y="346"/>
                    <a:pt x="4" y="346"/>
                    <a:pt x="4" y="346"/>
                  </a:cubicBezTo>
                  <a:cubicBezTo>
                    <a:pt x="112" y="238"/>
                    <a:pt x="112" y="238"/>
                    <a:pt x="112" y="238"/>
                  </a:cubicBezTo>
                  <a:cubicBezTo>
                    <a:pt x="116" y="234"/>
                    <a:pt x="116" y="234"/>
                    <a:pt x="116" y="234"/>
                  </a:cubicBezTo>
                  <a:cubicBezTo>
                    <a:pt x="144" y="206"/>
                    <a:pt x="144" y="206"/>
                    <a:pt x="144" y="206"/>
                  </a:cubicBezTo>
                  <a:cubicBezTo>
                    <a:pt x="144" y="31"/>
                    <a:pt x="144" y="31"/>
                    <a:pt x="144" y="31"/>
                  </a:cubicBezTo>
                  <a:cubicBezTo>
                    <a:pt x="152" y="30"/>
                    <a:pt x="158" y="23"/>
                    <a:pt x="158" y="16"/>
                  </a:cubicBezTo>
                  <a:cubicBezTo>
                    <a:pt x="158" y="7"/>
                    <a:pt x="151" y="0"/>
                    <a:pt x="14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9" name="Freeform 48"/>
            <p:cNvSpPr>
              <a:spLocks noEditPoints="1"/>
            </p:cNvSpPr>
            <p:nvPr/>
          </p:nvSpPr>
          <p:spPr bwMode="auto">
            <a:xfrm>
              <a:off x="6443663" y="3144837"/>
              <a:ext cx="427038" cy="3838576"/>
            </a:xfrm>
            <a:custGeom>
              <a:avLst/>
              <a:gdLst>
                <a:gd name="T0" fmla="*/ 99 w 114"/>
                <a:gd name="T1" fmla="*/ 27 h 1022"/>
                <a:gd name="T2" fmla="*/ 87 w 114"/>
                <a:gd name="T3" fmla="*/ 16 h 1022"/>
                <a:gd name="T4" fmla="*/ 99 w 114"/>
                <a:gd name="T5" fmla="*/ 4 h 1022"/>
                <a:gd name="T6" fmla="*/ 110 w 114"/>
                <a:gd name="T7" fmla="*/ 16 h 1022"/>
                <a:gd name="T8" fmla="*/ 99 w 114"/>
                <a:gd name="T9" fmla="*/ 27 h 1022"/>
                <a:gd name="T10" fmla="*/ 99 w 114"/>
                <a:gd name="T11" fmla="*/ 0 h 1022"/>
                <a:gd name="T12" fmla="*/ 83 w 114"/>
                <a:gd name="T13" fmla="*/ 16 h 1022"/>
                <a:gd name="T14" fmla="*/ 97 w 114"/>
                <a:gd name="T15" fmla="*/ 31 h 1022"/>
                <a:gd name="T16" fmla="*/ 97 w 114"/>
                <a:gd name="T17" fmla="*/ 639 h 1022"/>
                <a:gd name="T18" fmla="*/ 97 w 114"/>
                <a:gd name="T19" fmla="*/ 645 h 1022"/>
                <a:gd name="T20" fmla="*/ 97 w 114"/>
                <a:gd name="T21" fmla="*/ 717 h 1022"/>
                <a:gd name="T22" fmla="*/ 0 w 114"/>
                <a:gd name="T23" fmla="*/ 814 h 1022"/>
                <a:gd name="T24" fmla="*/ 0 w 114"/>
                <a:gd name="T25" fmla="*/ 1022 h 1022"/>
                <a:gd name="T26" fmla="*/ 4 w 114"/>
                <a:gd name="T27" fmla="*/ 1022 h 1022"/>
                <a:gd name="T28" fmla="*/ 4 w 114"/>
                <a:gd name="T29" fmla="*/ 816 h 1022"/>
                <a:gd name="T30" fmla="*/ 101 w 114"/>
                <a:gd name="T31" fmla="*/ 719 h 1022"/>
                <a:gd name="T32" fmla="*/ 101 w 114"/>
                <a:gd name="T33" fmla="*/ 649 h 1022"/>
                <a:gd name="T34" fmla="*/ 101 w 114"/>
                <a:gd name="T35" fmla="*/ 643 h 1022"/>
                <a:gd name="T36" fmla="*/ 101 w 114"/>
                <a:gd name="T37" fmla="*/ 31 h 1022"/>
                <a:gd name="T38" fmla="*/ 114 w 114"/>
                <a:gd name="T39" fmla="*/ 16 h 1022"/>
                <a:gd name="T40" fmla="*/ 99 w 114"/>
                <a:gd name="T41" fmla="*/ 0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022">
                  <a:moveTo>
                    <a:pt x="99" y="27"/>
                  </a:moveTo>
                  <a:cubicBezTo>
                    <a:pt x="93" y="27"/>
                    <a:pt x="87" y="22"/>
                    <a:pt x="87" y="16"/>
                  </a:cubicBezTo>
                  <a:cubicBezTo>
                    <a:pt x="87" y="9"/>
                    <a:pt x="93" y="4"/>
                    <a:pt x="99" y="4"/>
                  </a:cubicBezTo>
                  <a:cubicBezTo>
                    <a:pt x="105" y="4"/>
                    <a:pt x="110" y="9"/>
                    <a:pt x="110" y="16"/>
                  </a:cubicBezTo>
                  <a:cubicBezTo>
                    <a:pt x="110" y="22"/>
                    <a:pt x="105" y="27"/>
                    <a:pt x="99" y="27"/>
                  </a:cubicBezTo>
                  <a:moveTo>
                    <a:pt x="99" y="0"/>
                  </a:moveTo>
                  <a:cubicBezTo>
                    <a:pt x="90" y="0"/>
                    <a:pt x="83" y="7"/>
                    <a:pt x="83" y="16"/>
                  </a:cubicBezTo>
                  <a:cubicBezTo>
                    <a:pt x="83" y="24"/>
                    <a:pt x="89" y="30"/>
                    <a:pt x="97" y="31"/>
                  </a:cubicBezTo>
                  <a:cubicBezTo>
                    <a:pt x="97" y="639"/>
                    <a:pt x="97" y="639"/>
                    <a:pt x="97" y="639"/>
                  </a:cubicBezTo>
                  <a:cubicBezTo>
                    <a:pt x="97" y="645"/>
                    <a:pt x="97" y="645"/>
                    <a:pt x="97" y="645"/>
                  </a:cubicBezTo>
                  <a:cubicBezTo>
                    <a:pt x="97" y="717"/>
                    <a:pt x="97" y="717"/>
                    <a:pt x="97" y="717"/>
                  </a:cubicBezTo>
                  <a:cubicBezTo>
                    <a:pt x="0" y="814"/>
                    <a:pt x="0" y="814"/>
                    <a:pt x="0" y="814"/>
                  </a:cubicBezTo>
                  <a:cubicBezTo>
                    <a:pt x="0" y="1022"/>
                    <a:pt x="0" y="1022"/>
                    <a:pt x="0" y="1022"/>
                  </a:cubicBezTo>
                  <a:cubicBezTo>
                    <a:pt x="4" y="1022"/>
                    <a:pt x="4" y="1022"/>
                    <a:pt x="4" y="1022"/>
                  </a:cubicBezTo>
                  <a:cubicBezTo>
                    <a:pt x="4" y="816"/>
                    <a:pt x="4" y="816"/>
                    <a:pt x="4" y="816"/>
                  </a:cubicBezTo>
                  <a:cubicBezTo>
                    <a:pt x="101" y="719"/>
                    <a:pt x="101" y="719"/>
                    <a:pt x="101" y="719"/>
                  </a:cubicBezTo>
                  <a:cubicBezTo>
                    <a:pt x="101" y="649"/>
                    <a:pt x="101" y="649"/>
                    <a:pt x="101" y="649"/>
                  </a:cubicBezTo>
                  <a:cubicBezTo>
                    <a:pt x="101" y="643"/>
                    <a:pt x="101" y="643"/>
                    <a:pt x="101" y="643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9" y="30"/>
                    <a:pt x="114" y="24"/>
                    <a:pt x="114" y="16"/>
                  </a:cubicBezTo>
                  <a:cubicBezTo>
                    <a:pt x="114" y="7"/>
                    <a:pt x="108" y="0"/>
                    <a:pt x="99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11" name="Freeform 49"/>
            <p:cNvSpPr>
              <a:spLocks noEditPoints="1"/>
            </p:cNvSpPr>
            <p:nvPr/>
          </p:nvSpPr>
          <p:spPr bwMode="auto">
            <a:xfrm>
              <a:off x="4521201" y="5319713"/>
              <a:ext cx="206375" cy="1663700"/>
            </a:xfrm>
            <a:custGeom>
              <a:avLst/>
              <a:gdLst>
                <a:gd name="T0" fmla="*/ 16 w 55"/>
                <a:gd name="T1" fmla="*/ 27 h 443"/>
                <a:gd name="T2" fmla="*/ 4 w 55"/>
                <a:gd name="T3" fmla="*/ 16 h 443"/>
                <a:gd name="T4" fmla="*/ 16 w 55"/>
                <a:gd name="T5" fmla="*/ 4 h 443"/>
                <a:gd name="T6" fmla="*/ 27 w 55"/>
                <a:gd name="T7" fmla="*/ 16 h 443"/>
                <a:gd name="T8" fmla="*/ 16 w 55"/>
                <a:gd name="T9" fmla="*/ 27 h 443"/>
                <a:gd name="T10" fmla="*/ 16 w 55"/>
                <a:gd name="T11" fmla="*/ 0 h 443"/>
                <a:gd name="T12" fmla="*/ 0 w 55"/>
                <a:gd name="T13" fmla="*/ 16 h 443"/>
                <a:gd name="T14" fmla="*/ 14 w 55"/>
                <a:gd name="T15" fmla="*/ 31 h 443"/>
                <a:gd name="T16" fmla="*/ 14 w 55"/>
                <a:gd name="T17" fmla="*/ 161 h 443"/>
                <a:gd name="T18" fmla="*/ 51 w 55"/>
                <a:gd name="T19" fmla="*/ 199 h 443"/>
                <a:gd name="T20" fmla="*/ 51 w 55"/>
                <a:gd name="T21" fmla="*/ 443 h 443"/>
                <a:gd name="T22" fmla="*/ 55 w 55"/>
                <a:gd name="T23" fmla="*/ 443 h 443"/>
                <a:gd name="T24" fmla="*/ 55 w 55"/>
                <a:gd name="T25" fmla="*/ 197 h 443"/>
                <a:gd name="T26" fmla="*/ 18 w 55"/>
                <a:gd name="T27" fmla="*/ 159 h 443"/>
                <a:gd name="T28" fmla="*/ 18 w 55"/>
                <a:gd name="T29" fmla="*/ 31 h 443"/>
                <a:gd name="T30" fmla="*/ 31 w 55"/>
                <a:gd name="T31" fmla="*/ 16 h 443"/>
                <a:gd name="T32" fmla="*/ 16 w 55"/>
                <a:gd name="T33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" h="443">
                  <a:moveTo>
                    <a:pt x="16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4" y="31"/>
                  </a:cubicBezTo>
                  <a:cubicBezTo>
                    <a:pt x="14" y="161"/>
                    <a:pt x="14" y="161"/>
                    <a:pt x="14" y="161"/>
                  </a:cubicBezTo>
                  <a:cubicBezTo>
                    <a:pt x="51" y="199"/>
                    <a:pt x="51" y="199"/>
                    <a:pt x="51" y="199"/>
                  </a:cubicBezTo>
                  <a:cubicBezTo>
                    <a:pt x="51" y="443"/>
                    <a:pt x="51" y="443"/>
                    <a:pt x="51" y="443"/>
                  </a:cubicBezTo>
                  <a:cubicBezTo>
                    <a:pt x="55" y="443"/>
                    <a:pt x="55" y="443"/>
                    <a:pt x="55" y="443"/>
                  </a:cubicBezTo>
                  <a:cubicBezTo>
                    <a:pt x="55" y="197"/>
                    <a:pt x="55" y="197"/>
                    <a:pt x="55" y="197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12" name="Freeform 50"/>
            <p:cNvSpPr>
              <a:spLocks noEditPoints="1"/>
            </p:cNvSpPr>
            <p:nvPr/>
          </p:nvSpPr>
          <p:spPr bwMode="auto">
            <a:xfrm>
              <a:off x="1954213" y="5033963"/>
              <a:ext cx="273050" cy="1949450"/>
            </a:xfrm>
            <a:custGeom>
              <a:avLst/>
              <a:gdLst>
                <a:gd name="T0" fmla="*/ 15 w 73"/>
                <a:gd name="T1" fmla="*/ 27 h 519"/>
                <a:gd name="T2" fmla="*/ 4 w 73"/>
                <a:gd name="T3" fmla="*/ 16 h 519"/>
                <a:gd name="T4" fmla="*/ 15 w 73"/>
                <a:gd name="T5" fmla="*/ 4 h 519"/>
                <a:gd name="T6" fmla="*/ 27 w 73"/>
                <a:gd name="T7" fmla="*/ 16 h 519"/>
                <a:gd name="T8" fmla="*/ 15 w 73"/>
                <a:gd name="T9" fmla="*/ 27 h 519"/>
                <a:gd name="T10" fmla="*/ 15 w 73"/>
                <a:gd name="T11" fmla="*/ 0 h 519"/>
                <a:gd name="T12" fmla="*/ 0 w 73"/>
                <a:gd name="T13" fmla="*/ 16 h 519"/>
                <a:gd name="T14" fmla="*/ 13 w 73"/>
                <a:gd name="T15" fmla="*/ 31 h 519"/>
                <a:gd name="T16" fmla="*/ 13 w 73"/>
                <a:gd name="T17" fmla="*/ 316 h 519"/>
                <a:gd name="T18" fmla="*/ 69 w 73"/>
                <a:gd name="T19" fmla="*/ 372 h 519"/>
                <a:gd name="T20" fmla="*/ 69 w 73"/>
                <a:gd name="T21" fmla="*/ 519 h 519"/>
                <a:gd name="T22" fmla="*/ 73 w 73"/>
                <a:gd name="T23" fmla="*/ 519 h 519"/>
                <a:gd name="T24" fmla="*/ 73 w 73"/>
                <a:gd name="T25" fmla="*/ 370 h 519"/>
                <a:gd name="T26" fmla="*/ 17 w 73"/>
                <a:gd name="T27" fmla="*/ 314 h 519"/>
                <a:gd name="T28" fmla="*/ 17 w 73"/>
                <a:gd name="T29" fmla="*/ 31 h 519"/>
                <a:gd name="T30" fmla="*/ 31 w 73"/>
                <a:gd name="T31" fmla="*/ 16 h 519"/>
                <a:gd name="T32" fmla="*/ 15 w 73"/>
                <a:gd name="T33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3" h="519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1" y="4"/>
                    <a:pt x="27" y="9"/>
                    <a:pt x="27" y="16"/>
                  </a:cubicBezTo>
                  <a:cubicBezTo>
                    <a:pt x="27" y="22"/>
                    <a:pt x="21" y="27"/>
                    <a:pt x="15" y="27"/>
                  </a:cubicBezTo>
                  <a:moveTo>
                    <a:pt x="15" y="0"/>
                  </a:moveTo>
                  <a:cubicBezTo>
                    <a:pt x="6" y="0"/>
                    <a:pt x="0" y="7"/>
                    <a:pt x="0" y="16"/>
                  </a:cubicBezTo>
                  <a:cubicBezTo>
                    <a:pt x="0" y="23"/>
                    <a:pt x="5" y="30"/>
                    <a:pt x="13" y="31"/>
                  </a:cubicBezTo>
                  <a:cubicBezTo>
                    <a:pt x="13" y="316"/>
                    <a:pt x="13" y="316"/>
                    <a:pt x="13" y="316"/>
                  </a:cubicBezTo>
                  <a:cubicBezTo>
                    <a:pt x="69" y="372"/>
                    <a:pt x="69" y="372"/>
                    <a:pt x="69" y="372"/>
                  </a:cubicBezTo>
                  <a:cubicBezTo>
                    <a:pt x="69" y="519"/>
                    <a:pt x="69" y="519"/>
                    <a:pt x="69" y="519"/>
                  </a:cubicBezTo>
                  <a:cubicBezTo>
                    <a:pt x="73" y="519"/>
                    <a:pt x="73" y="519"/>
                    <a:pt x="73" y="519"/>
                  </a:cubicBezTo>
                  <a:cubicBezTo>
                    <a:pt x="73" y="370"/>
                    <a:pt x="73" y="370"/>
                    <a:pt x="73" y="370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66" name="KSO_Shape"/>
          <p:cNvSpPr>
            <a:spLocks/>
          </p:cNvSpPr>
          <p:nvPr/>
        </p:nvSpPr>
        <p:spPr bwMode="auto">
          <a:xfrm rot="19435948">
            <a:off x="-2782893" y="7397854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7" name="KSO_Shape"/>
          <p:cNvSpPr>
            <a:spLocks/>
          </p:cNvSpPr>
          <p:nvPr/>
        </p:nvSpPr>
        <p:spPr bwMode="auto">
          <a:xfrm rot="19435948">
            <a:off x="-1937302" y="6102313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grpSp>
        <p:nvGrpSpPr>
          <p:cNvPr id="69" name="组合 68"/>
          <p:cNvGrpSpPr/>
          <p:nvPr/>
        </p:nvGrpSpPr>
        <p:grpSpPr>
          <a:xfrm rot="19384635">
            <a:off x="-2776405" y="6715628"/>
            <a:ext cx="585587" cy="91143"/>
            <a:chOff x="8614611" y="410539"/>
            <a:chExt cx="585587" cy="91143"/>
          </a:xfrm>
        </p:grpSpPr>
        <p:sp>
          <p:nvSpPr>
            <p:cNvPr id="70" name="圆角矩形 69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1" name="圆角矩形 70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2" name="圆角矩形 71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3" name="圆角矩形 72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68" name="KSO_Shape"/>
          <p:cNvSpPr>
            <a:spLocks/>
          </p:cNvSpPr>
          <p:nvPr/>
        </p:nvSpPr>
        <p:spPr bwMode="auto">
          <a:xfrm rot="19435948">
            <a:off x="-902817" y="6091218"/>
            <a:ext cx="579443" cy="430719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grpSp>
        <p:nvGrpSpPr>
          <p:cNvPr id="74" name="组合 73"/>
          <p:cNvGrpSpPr/>
          <p:nvPr/>
        </p:nvGrpSpPr>
        <p:grpSpPr>
          <a:xfrm rot="19384635">
            <a:off x="-1726530" y="6858151"/>
            <a:ext cx="585587" cy="91143"/>
            <a:chOff x="8614611" y="410539"/>
            <a:chExt cx="585587" cy="91143"/>
          </a:xfrm>
        </p:grpSpPr>
        <p:sp>
          <p:nvSpPr>
            <p:cNvPr id="75" name="圆角矩形 74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6" name="圆角矩形 75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7" name="圆角矩形 76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8" name="圆角矩形 77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79" name="组合 78"/>
          <p:cNvGrpSpPr/>
          <p:nvPr/>
        </p:nvGrpSpPr>
        <p:grpSpPr>
          <a:xfrm rot="19384635">
            <a:off x="-3536862" y="8020038"/>
            <a:ext cx="585587" cy="91143"/>
            <a:chOff x="8614611" y="410539"/>
            <a:chExt cx="585587" cy="91143"/>
          </a:xfrm>
        </p:grpSpPr>
        <p:sp>
          <p:nvSpPr>
            <p:cNvPr id="80" name="圆角矩形 79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1" name="圆角矩形 80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2" name="圆角矩形 81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3" name="圆角矩形 82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85" name="KSO_Shape"/>
          <p:cNvSpPr>
            <a:spLocks/>
          </p:cNvSpPr>
          <p:nvPr/>
        </p:nvSpPr>
        <p:spPr bwMode="auto">
          <a:xfrm rot="19435948">
            <a:off x="-3073696" y="6103248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8" name="KSO_Shape"/>
          <p:cNvSpPr>
            <a:spLocks/>
          </p:cNvSpPr>
          <p:nvPr/>
        </p:nvSpPr>
        <p:spPr bwMode="auto">
          <a:xfrm rot="2164052" flipH="1">
            <a:off x="14462047" y="7652786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9" name="KSO_Shape"/>
          <p:cNvSpPr>
            <a:spLocks/>
          </p:cNvSpPr>
          <p:nvPr/>
        </p:nvSpPr>
        <p:spPr bwMode="auto">
          <a:xfrm rot="2164052" flipH="1">
            <a:off x="13811823" y="6386200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0" name="KSO_Shape"/>
          <p:cNvSpPr>
            <a:spLocks/>
          </p:cNvSpPr>
          <p:nvPr/>
        </p:nvSpPr>
        <p:spPr bwMode="auto">
          <a:xfrm rot="2164052" flipH="1">
            <a:off x="12676976" y="6332851"/>
            <a:ext cx="509410" cy="45165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grpSp>
        <p:nvGrpSpPr>
          <p:cNvPr id="91" name="组合 90"/>
          <p:cNvGrpSpPr/>
          <p:nvPr/>
        </p:nvGrpSpPr>
        <p:grpSpPr>
          <a:xfrm rot="2215365" flipH="1">
            <a:off x="14511456" y="7104029"/>
            <a:ext cx="585587" cy="91143"/>
            <a:chOff x="8614611" y="410539"/>
            <a:chExt cx="585587" cy="91143"/>
          </a:xfrm>
        </p:grpSpPr>
        <p:sp>
          <p:nvSpPr>
            <p:cNvPr id="103" name="圆角矩形 102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4" name="圆角矩形 103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5" name="圆角矩形 104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6" name="圆角矩形 105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92" name="组合 91"/>
          <p:cNvGrpSpPr/>
          <p:nvPr/>
        </p:nvGrpSpPr>
        <p:grpSpPr>
          <a:xfrm rot="2215365" flipH="1">
            <a:off x="13251875" y="6971465"/>
            <a:ext cx="585587" cy="91143"/>
            <a:chOff x="8614611" y="410539"/>
            <a:chExt cx="585587" cy="91143"/>
          </a:xfrm>
        </p:grpSpPr>
        <p:sp>
          <p:nvSpPr>
            <p:cNvPr id="99" name="圆角矩形 98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0" name="圆角矩形 99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1" name="圆角矩形 100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2" name="圆角矩形 101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93" name="组合 92"/>
          <p:cNvGrpSpPr/>
          <p:nvPr/>
        </p:nvGrpSpPr>
        <p:grpSpPr>
          <a:xfrm rot="2215365" flipH="1">
            <a:off x="15131819" y="8335293"/>
            <a:ext cx="585587" cy="91143"/>
            <a:chOff x="8614611" y="410539"/>
            <a:chExt cx="585587" cy="91143"/>
          </a:xfrm>
        </p:grpSpPr>
        <p:sp>
          <p:nvSpPr>
            <p:cNvPr id="95" name="圆角矩形 94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6" name="圆角矩形 95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7" name="圆角矩形 96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8" name="圆角矩形 97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94" name="KSO_Shape"/>
          <p:cNvSpPr>
            <a:spLocks/>
          </p:cNvSpPr>
          <p:nvPr/>
        </p:nvSpPr>
        <p:spPr bwMode="auto">
          <a:xfrm rot="2164052" flipH="1">
            <a:off x="15123650" y="6427846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7" name="矩形 106"/>
          <p:cNvSpPr/>
          <p:nvPr/>
        </p:nvSpPr>
        <p:spPr>
          <a:xfrm>
            <a:off x="3404869" y="494600"/>
            <a:ext cx="5410502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332"/>
            <a:r>
              <a:rPr lang="en-US" altLang="zh-CN" sz="24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Sizing of 5T- Operational Trans conductance Amplifier using Virtuoso Tool</a:t>
            </a:r>
            <a:endParaRPr lang="zh-CN" altLang="en-US" sz="24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  <a:p>
            <a:pPr algn="ctr" defTabSz="914332"/>
            <a:endParaRPr lang="zh-CN" altLang="en-US" sz="2400" dirty="0">
              <a:solidFill>
                <a:prstClr val="black"/>
              </a:solidFill>
              <a:ea typeface="方正正黑简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698329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25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25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1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4.16667E-7 7.40741E-7 L 0.34102 -0.42407 " pathEditMode="relative" rAng="0" ptsTypes="AA">
                                      <p:cBhvr>
                                        <p:cTn id="1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44" y="-2120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animMotion origin="layout" path="M 4.16667E-7 7.40741E-7 L 0.34102 -0.42407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44" y="-2120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decel="100000" fill="hold" grpId="0" nodeType="withEffect">
                                  <p:stCondLst>
                                    <p:cond delay="6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1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4.16667E-7 7.40741E-7 L 0.34102 -0.42407 " pathEditMode="relative" rAng="0" ptsTypes="AA">
                                      <p:cBhvr>
                                        <p:cTn id="2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44" y="-21204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decel="100000" fill="hold" nodeType="withEffect">
                                  <p:stCondLst>
                                    <p:cond delay="8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2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2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decel="100000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2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0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decel="100000" fill="hold" grpId="0" nodeType="withEffect">
                                  <p:stCondLst>
                                    <p:cond delay="6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decel="100000" fill="hold" nodeType="withEffect">
                                  <p:stCondLst>
                                    <p:cond delay="8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6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7" grpId="0" animBg="1"/>
      <p:bldP spid="68" grpId="0" animBg="1"/>
      <p:bldP spid="85" grpId="0" animBg="1"/>
      <p:bldP spid="88" grpId="0" animBg="1"/>
      <p:bldP spid="89" grpId="0" animBg="1"/>
      <p:bldP spid="90" grpId="0" animBg="1"/>
      <p:bldP spid="94" grpId="0" animBg="1"/>
      <p:bldP spid="107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054407"/>
            <a:ext cx="8229600" cy="5810098"/>
          </a:xfrm>
          <a:prstGeom prst="rect">
            <a:avLst/>
          </a:prstGeom>
        </p:spPr>
      </p:pic>
      <p:grpSp>
        <p:nvGrpSpPr>
          <p:cNvPr id="15" name="组合 4"/>
          <p:cNvGrpSpPr/>
          <p:nvPr/>
        </p:nvGrpSpPr>
        <p:grpSpPr>
          <a:xfrm>
            <a:off x="0" y="606431"/>
            <a:ext cx="3395006" cy="431295"/>
            <a:chOff x="-22274" y="526055"/>
            <a:chExt cx="3395006" cy="431295"/>
          </a:xfrm>
        </p:grpSpPr>
        <p:grpSp>
          <p:nvGrpSpPr>
            <p:cNvPr id="16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21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22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2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23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8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1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2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26" name="文本框 6"/>
          <p:cNvSpPr txBox="1"/>
          <p:nvPr/>
        </p:nvSpPr>
        <p:spPr>
          <a:xfrm>
            <a:off x="554147" y="113018"/>
            <a:ext cx="6246361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GM/GDS </a:t>
            </a:r>
            <a:r>
              <a:rPr lang="en-US" altLang="zh-CN" sz="2600" b="1" dirty="0" err="1">
                <a:solidFill>
                  <a:prstClr val="black"/>
                </a:solidFill>
                <a:ea typeface="方正清刻本悦宋简体" panose="02000000000000000000" pitchFamily="2" charset="-122"/>
              </a:rPr>
              <a:t>vs</a:t>
            </a:r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 GM/ID for NMOS input pair 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73363" y="1874443"/>
            <a:ext cx="3158002" cy="4170025"/>
          </a:xfrm>
          <a:prstGeom prst="rect">
            <a:avLst/>
          </a:prstGeom>
        </p:spPr>
      </p:pic>
      <p:sp>
        <p:nvSpPr>
          <p:cNvPr id="4" name="Rounded Rectangle 3"/>
          <p:cNvSpPr/>
          <p:nvPr/>
        </p:nvSpPr>
        <p:spPr>
          <a:xfrm>
            <a:off x="8560129" y="3633849"/>
            <a:ext cx="3384469" cy="878775"/>
          </a:xfrm>
          <a:prstGeom prst="round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27" name="组合 1"/>
          <p:cNvGrpSpPr/>
          <p:nvPr/>
        </p:nvGrpSpPr>
        <p:grpSpPr>
          <a:xfrm rot="10359241">
            <a:off x="6347865" y="-5609521"/>
            <a:ext cx="9412287" cy="8794751"/>
            <a:chOff x="-3063873" y="1797048"/>
            <a:chExt cx="9412287" cy="8794751"/>
          </a:xfrm>
        </p:grpSpPr>
        <p:sp>
          <p:nvSpPr>
            <p:cNvPr id="28" name="Freeform 412"/>
            <p:cNvSpPr>
              <a:spLocks noEditPoints="1"/>
            </p:cNvSpPr>
            <p:nvPr/>
          </p:nvSpPr>
          <p:spPr bwMode="auto">
            <a:xfrm flipV="1">
              <a:off x="1371602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2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4 w 25"/>
                <a:gd name="T17" fmla="*/ 3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1 w 25"/>
                <a:gd name="T25" fmla="*/ 21 h 25"/>
                <a:gd name="T26" fmla="*/ 25 w 25"/>
                <a:gd name="T27" fmla="*/ 12 h 25"/>
                <a:gd name="T28" fmla="*/ 21 w 25"/>
                <a:gd name="T29" fmla="*/ 3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9" name="Freeform 413"/>
            <p:cNvSpPr>
              <a:spLocks noEditPoints="1"/>
            </p:cNvSpPr>
            <p:nvPr/>
          </p:nvSpPr>
          <p:spPr bwMode="auto">
            <a:xfrm flipV="1">
              <a:off x="1038227" y="61436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4 w 25"/>
                <a:gd name="T17" fmla="*/ 3 h 24"/>
                <a:gd name="T18" fmla="*/ 0 w 25"/>
                <a:gd name="T19" fmla="*/ 12 h 24"/>
                <a:gd name="T20" fmla="*/ 12 w 25"/>
                <a:gd name="T21" fmla="*/ 24 h 24"/>
                <a:gd name="T22" fmla="*/ 25 w 25"/>
                <a:gd name="T23" fmla="*/ 12 h 24"/>
                <a:gd name="T24" fmla="*/ 21 w 25"/>
                <a:gd name="T25" fmla="*/ 3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0" name="Freeform 414"/>
            <p:cNvSpPr>
              <a:spLocks noEditPoints="1"/>
            </p:cNvSpPr>
            <p:nvPr/>
          </p:nvSpPr>
          <p:spPr bwMode="auto">
            <a:xfrm flipV="1">
              <a:off x="1165227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3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1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7"/>
                    <a:pt x="5" y="13"/>
                  </a:cubicBezTo>
                  <a:cubicBezTo>
                    <a:pt x="5" y="9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 415"/>
            <p:cNvSpPr>
              <a:spLocks noEditPoints="1"/>
            </p:cNvSpPr>
            <p:nvPr/>
          </p:nvSpPr>
          <p:spPr bwMode="auto">
            <a:xfrm flipV="1">
              <a:off x="2106614" y="5149849"/>
              <a:ext cx="106362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6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14 w 28"/>
                <a:gd name="T19" fmla="*/ 0 h 28"/>
                <a:gd name="T20" fmla="*/ 0 w 28"/>
                <a:gd name="T21" fmla="*/ 14 h 28"/>
                <a:gd name="T22" fmla="*/ 14 w 28"/>
                <a:gd name="T23" fmla="*/ 28 h 28"/>
                <a:gd name="T24" fmla="*/ 28 w 28"/>
                <a:gd name="T25" fmla="*/ 1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2" name="Freeform 416"/>
            <p:cNvSpPr>
              <a:spLocks noEditPoints="1"/>
            </p:cNvSpPr>
            <p:nvPr/>
          </p:nvSpPr>
          <p:spPr bwMode="auto">
            <a:xfrm flipV="1">
              <a:off x="2295527" y="4954586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2 w 25"/>
                <a:gd name="T3" fmla="*/ 5 h 25"/>
                <a:gd name="T4" fmla="*/ 20 w 25"/>
                <a:gd name="T5" fmla="*/ 12 h 25"/>
                <a:gd name="T6" fmla="*/ 12 w 25"/>
                <a:gd name="T7" fmla="*/ 20 h 25"/>
                <a:gd name="T8" fmla="*/ 5 w 25"/>
                <a:gd name="T9" fmla="*/ 12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12 w 25"/>
                <a:gd name="T17" fmla="*/ 0 h 25"/>
                <a:gd name="T18" fmla="*/ 0 w 25"/>
                <a:gd name="T19" fmla="*/ 12 h 25"/>
                <a:gd name="T20" fmla="*/ 12 w 25"/>
                <a:gd name="T21" fmla="*/ 25 h 25"/>
                <a:gd name="T22" fmla="*/ 25 w 25"/>
                <a:gd name="T23" fmla="*/ 12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3" name="Freeform 417"/>
            <p:cNvSpPr>
              <a:spLocks noEditPoints="1"/>
            </p:cNvSpPr>
            <p:nvPr/>
          </p:nvSpPr>
          <p:spPr bwMode="auto">
            <a:xfrm flipV="1">
              <a:off x="2684464" y="4600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12 w 24"/>
                <a:gd name="T19" fmla="*/ 0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4" name="Freeform 418"/>
            <p:cNvSpPr>
              <a:spLocks noEditPoints="1"/>
            </p:cNvSpPr>
            <p:nvPr/>
          </p:nvSpPr>
          <p:spPr bwMode="auto">
            <a:xfrm flipV="1">
              <a:off x="2519364" y="44132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2 h 25"/>
                <a:gd name="T4" fmla="*/ 12 w 25"/>
                <a:gd name="T5" fmla="*/ 19 h 25"/>
                <a:gd name="T6" fmla="*/ 12 w 25"/>
                <a:gd name="T7" fmla="*/ 19 h 25"/>
                <a:gd name="T8" fmla="*/ 12 w 25"/>
                <a:gd name="T9" fmla="*/ 19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0 h 25"/>
                <a:gd name="T16" fmla="*/ 12 w 25"/>
                <a:gd name="T17" fmla="*/ 0 h 25"/>
                <a:gd name="T18" fmla="*/ 4 w 25"/>
                <a:gd name="T19" fmla="*/ 3 h 25"/>
                <a:gd name="T20" fmla="*/ 0 w 25"/>
                <a:gd name="T21" fmla="*/ 12 h 25"/>
                <a:gd name="T22" fmla="*/ 12 w 25"/>
                <a:gd name="T23" fmla="*/ 25 h 25"/>
                <a:gd name="T24" fmla="*/ 25 w 25"/>
                <a:gd name="T25" fmla="*/ 12 h 25"/>
                <a:gd name="T26" fmla="*/ 21 w 25"/>
                <a:gd name="T27" fmla="*/ 3 h 25"/>
                <a:gd name="T28" fmla="*/ 12 w 25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5" name="Freeform 419"/>
            <p:cNvSpPr>
              <a:spLocks noEditPoints="1"/>
            </p:cNvSpPr>
            <p:nvPr/>
          </p:nvSpPr>
          <p:spPr bwMode="auto">
            <a:xfrm flipV="1">
              <a:off x="2309814" y="4586286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6" name="Freeform 420"/>
            <p:cNvSpPr>
              <a:spLocks noEditPoints="1"/>
            </p:cNvSpPr>
            <p:nvPr/>
          </p:nvSpPr>
          <p:spPr bwMode="auto">
            <a:xfrm flipV="1">
              <a:off x="2136777" y="4368798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2 w 25"/>
                <a:gd name="T25" fmla="*/ 21 h 25"/>
                <a:gd name="T26" fmla="*/ 25 w 25"/>
                <a:gd name="T27" fmla="*/ 12 h 25"/>
                <a:gd name="T28" fmla="*/ 22 w 25"/>
                <a:gd name="T29" fmla="*/ 4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6"/>
                    <a:pt x="6" y="12"/>
                  </a:cubicBezTo>
                  <a:cubicBezTo>
                    <a:pt x="6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7" name="Freeform 421"/>
            <p:cNvSpPr>
              <a:spLocks noEditPoints="1"/>
            </p:cNvSpPr>
            <p:nvPr/>
          </p:nvSpPr>
          <p:spPr bwMode="auto">
            <a:xfrm flipV="1">
              <a:off x="2301877" y="4203699"/>
              <a:ext cx="104775" cy="104775"/>
            </a:xfrm>
            <a:custGeom>
              <a:avLst/>
              <a:gdLst>
                <a:gd name="T0" fmla="*/ 14 w 28"/>
                <a:gd name="T1" fmla="*/ 7 h 28"/>
                <a:gd name="T2" fmla="*/ 14 w 28"/>
                <a:gd name="T3" fmla="*/ 7 h 28"/>
                <a:gd name="T4" fmla="*/ 21 w 28"/>
                <a:gd name="T5" fmla="*/ 14 h 28"/>
                <a:gd name="T6" fmla="*/ 14 w 28"/>
                <a:gd name="T7" fmla="*/ 21 h 28"/>
                <a:gd name="T8" fmla="*/ 14 w 28"/>
                <a:gd name="T9" fmla="*/ 21 h 28"/>
                <a:gd name="T10" fmla="*/ 7 w 28"/>
                <a:gd name="T11" fmla="*/ 14 h 28"/>
                <a:gd name="T12" fmla="*/ 14 w 28"/>
                <a:gd name="T13" fmla="*/ 7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14 w 28"/>
                <a:gd name="T21" fmla="*/ 28 h 28"/>
                <a:gd name="T22" fmla="*/ 28 w 28"/>
                <a:gd name="T23" fmla="*/ 14 h 28"/>
                <a:gd name="T24" fmla="*/ 24 w 28"/>
                <a:gd name="T25" fmla="*/ 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8" y="7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4" y="7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10"/>
                    <a:pt x="27" y="7"/>
                    <a:pt x="24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8" name="Freeform 422"/>
            <p:cNvSpPr>
              <a:spLocks noEditPoints="1"/>
            </p:cNvSpPr>
            <p:nvPr/>
          </p:nvSpPr>
          <p:spPr bwMode="auto">
            <a:xfrm flipV="1">
              <a:off x="1765302" y="400049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2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5 h 25"/>
                <a:gd name="T16" fmla="*/ 12 w 25"/>
                <a:gd name="T17" fmla="*/ 0 h 25"/>
                <a:gd name="T18" fmla="*/ 12 w 25"/>
                <a:gd name="T19" fmla="*/ 0 h 25"/>
                <a:gd name="T20" fmla="*/ 3 w 25"/>
                <a:gd name="T21" fmla="*/ 4 h 25"/>
                <a:gd name="T22" fmla="*/ 0 w 25"/>
                <a:gd name="T23" fmla="*/ 12 h 25"/>
                <a:gd name="T24" fmla="*/ 3 w 25"/>
                <a:gd name="T25" fmla="*/ 21 h 25"/>
                <a:gd name="T26" fmla="*/ 12 w 25"/>
                <a:gd name="T27" fmla="*/ 25 h 25"/>
                <a:gd name="T28" fmla="*/ 25 w 25"/>
                <a:gd name="T29" fmla="*/ 12 h 25"/>
                <a:gd name="T30" fmla="*/ 12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9" name="Freeform 423"/>
            <p:cNvSpPr>
              <a:spLocks noEditPoints="1"/>
            </p:cNvSpPr>
            <p:nvPr/>
          </p:nvSpPr>
          <p:spPr bwMode="auto">
            <a:xfrm flipV="1">
              <a:off x="2009777" y="38544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0 w 25"/>
                <a:gd name="T15" fmla="*/ 13 h 25"/>
                <a:gd name="T16" fmla="*/ 4 w 25"/>
                <a:gd name="T17" fmla="*/ 21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20" y="9"/>
                    <a:pt x="20" y="13"/>
                  </a:cubicBezTo>
                  <a:cubicBezTo>
                    <a:pt x="20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4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0" name="Freeform 424"/>
            <p:cNvSpPr>
              <a:spLocks noEditPoints="1"/>
            </p:cNvSpPr>
            <p:nvPr/>
          </p:nvSpPr>
          <p:spPr bwMode="auto">
            <a:xfrm flipV="1">
              <a:off x="1563689" y="3813173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2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1" name="Freeform 425"/>
            <p:cNvSpPr>
              <a:spLocks/>
            </p:cNvSpPr>
            <p:nvPr/>
          </p:nvSpPr>
          <p:spPr bwMode="auto">
            <a:xfrm flipV="1">
              <a:off x="309564" y="5400674"/>
              <a:ext cx="2014537" cy="2251075"/>
            </a:xfrm>
            <a:custGeom>
              <a:avLst/>
              <a:gdLst>
                <a:gd name="T0" fmla="*/ 534 w 537"/>
                <a:gd name="T1" fmla="*/ 600 h 600"/>
                <a:gd name="T2" fmla="*/ 345 w 537"/>
                <a:gd name="T3" fmla="*/ 411 h 600"/>
                <a:gd name="T4" fmla="*/ 345 w 537"/>
                <a:gd name="T5" fmla="*/ 410 h 600"/>
                <a:gd name="T6" fmla="*/ 345 w 537"/>
                <a:gd name="T7" fmla="*/ 347 h 600"/>
                <a:gd name="T8" fmla="*/ 0 w 537"/>
                <a:gd name="T9" fmla="*/ 3 h 600"/>
                <a:gd name="T10" fmla="*/ 2 w 537"/>
                <a:gd name="T11" fmla="*/ 0 h 600"/>
                <a:gd name="T12" fmla="*/ 347 w 537"/>
                <a:gd name="T13" fmla="*/ 346 h 600"/>
                <a:gd name="T14" fmla="*/ 348 w 537"/>
                <a:gd name="T15" fmla="*/ 347 h 600"/>
                <a:gd name="T16" fmla="*/ 348 w 537"/>
                <a:gd name="T17" fmla="*/ 409 h 600"/>
                <a:gd name="T18" fmla="*/ 537 w 537"/>
                <a:gd name="T19" fmla="*/ 598 h 600"/>
                <a:gd name="T20" fmla="*/ 534 w 537"/>
                <a:gd name="T21" fmla="*/ 6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7" h="600">
                  <a:moveTo>
                    <a:pt x="534" y="600"/>
                  </a:moveTo>
                  <a:cubicBezTo>
                    <a:pt x="345" y="411"/>
                    <a:pt x="345" y="411"/>
                    <a:pt x="345" y="411"/>
                  </a:cubicBezTo>
                  <a:cubicBezTo>
                    <a:pt x="345" y="411"/>
                    <a:pt x="345" y="410"/>
                    <a:pt x="345" y="410"/>
                  </a:cubicBezTo>
                  <a:cubicBezTo>
                    <a:pt x="345" y="347"/>
                    <a:pt x="345" y="347"/>
                    <a:pt x="345" y="34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47" y="346"/>
                    <a:pt x="347" y="346"/>
                    <a:pt x="347" y="346"/>
                  </a:cubicBezTo>
                  <a:cubicBezTo>
                    <a:pt x="348" y="346"/>
                    <a:pt x="348" y="346"/>
                    <a:pt x="348" y="347"/>
                  </a:cubicBezTo>
                  <a:cubicBezTo>
                    <a:pt x="348" y="409"/>
                    <a:pt x="348" y="409"/>
                    <a:pt x="348" y="409"/>
                  </a:cubicBezTo>
                  <a:cubicBezTo>
                    <a:pt x="537" y="598"/>
                    <a:pt x="537" y="598"/>
                    <a:pt x="537" y="598"/>
                  </a:cubicBezTo>
                  <a:lnTo>
                    <a:pt x="534" y="6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2" name="Freeform 426"/>
            <p:cNvSpPr>
              <a:spLocks/>
            </p:cNvSpPr>
            <p:nvPr/>
          </p:nvSpPr>
          <p:spPr bwMode="auto">
            <a:xfrm flipV="1">
              <a:off x="246064" y="5026024"/>
              <a:ext cx="2446337" cy="2562225"/>
            </a:xfrm>
            <a:custGeom>
              <a:avLst/>
              <a:gdLst>
                <a:gd name="T0" fmla="*/ 652 w 652"/>
                <a:gd name="T1" fmla="*/ 683 h 683"/>
                <a:gd name="T2" fmla="*/ 613 w 652"/>
                <a:gd name="T3" fmla="*/ 683 h 683"/>
                <a:gd name="T4" fmla="*/ 612 w 652"/>
                <a:gd name="T5" fmla="*/ 682 h 683"/>
                <a:gd name="T6" fmla="*/ 335 w 652"/>
                <a:gd name="T7" fmla="*/ 405 h 683"/>
                <a:gd name="T8" fmla="*/ 335 w 652"/>
                <a:gd name="T9" fmla="*/ 404 h 683"/>
                <a:gd name="T10" fmla="*/ 335 w 652"/>
                <a:gd name="T11" fmla="*/ 337 h 683"/>
                <a:gd name="T12" fmla="*/ 0 w 652"/>
                <a:gd name="T13" fmla="*/ 2 h 683"/>
                <a:gd name="T14" fmla="*/ 2 w 652"/>
                <a:gd name="T15" fmla="*/ 0 h 683"/>
                <a:gd name="T16" fmla="*/ 338 w 652"/>
                <a:gd name="T17" fmla="*/ 335 h 683"/>
                <a:gd name="T18" fmla="*/ 338 w 652"/>
                <a:gd name="T19" fmla="*/ 336 h 683"/>
                <a:gd name="T20" fmla="*/ 338 w 652"/>
                <a:gd name="T21" fmla="*/ 403 h 683"/>
                <a:gd name="T22" fmla="*/ 614 w 652"/>
                <a:gd name="T23" fmla="*/ 679 h 683"/>
                <a:gd name="T24" fmla="*/ 652 w 652"/>
                <a:gd name="T25" fmla="*/ 679 h 683"/>
                <a:gd name="T26" fmla="*/ 652 w 652"/>
                <a:gd name="T27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2" h="683">
                  <a:moveTo>
                    <a:pt x="652" y="683"/>
                  </a:moveTo>
                  <a:cubicBezTo>
                    <a:pt x="613" y="683"/>
                    <a:pt x="613" y="683"/>
                    <a:pt x="613" y="683"/>
                  </a:cubicBezTo>
                  <a:cubicBezTo>
                    <a:pt x="613" y="683"/>
                    <a:pt x="612" y="682"/>
                    <a:pt x="612" y="682"/>
                  </a:cubicBezTo>
                  <a:cubicBezTo>
                    <a:pt x="335" y="405"/>
                    <a:pt x="335" y="405"/>
                    <a:pt x="335" y="405"/>
                  </a:cubicBezTo>
                  <a:cubicBezTo>
                    <a:pt x="335" y="405"/>
                    <a:pt x="335" y="404"/>
                    <a:pt x="335" y="404"/>
                  </a:cubicBezTo>
                  <a:cubicBezTo>
                    <a:pt x="335" y="337"/>
                    <a:pt x="335" y="337"/>
                    <a:pt x="335" y="3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38" y="335"/>
                    <a:pt x="338" y="335"/>
                    <a:pt x="338" y="335"/>
                  </a:cubicBezTo>
                  <a:cubicBezTo>
                    <a:pt x="338" y="335"/>
                    <a:pt x="338" y="335"/>
                    <a:pt x="338" y="336"/>
                  </a:cubicBezTo>
                  <a:cubicBezTo>
                    <a:pt x="338" y="403"/>
                    <a:pt x="338" y="403"/>
                    <a:pt x="338" y="403"/>
                  </a:cubicBezTo>
                  <a:cubicBezTo>
                    <a:pt x="614" y="679"/>
                    <a:pt x="614" y="679"/>
                    <a:pt x="614" y="679"/>
                  </a:cubicBezTo>
                  <a:cubicBezTo>
                    <a:pt x="652" y="679"/>
                    <a:pt x="652" y="679"/>
                    <a:pt x="652" y="679"/>
                  </a:cubicBezTo>
                  <a:lnTo>
                    <a:pt x="652" y="68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3" name="Freeform 427"/>
            <p:cNvSpPr>
              <a:spLocks/>
            </p:cNvSpPr>
            <p:nvPr/>
          </p:nvSpPr>
          <p:spPr bwMode="auto">
            <a:xfrm flipV="1">
              <a:off x="174627" y="5929311"/>
              <a:ext cx="1257300" cy="1598613"/>
            </a:xfrm>
            <a:custGeom>
              <a:avLst/>
              <a:gdLst>
                <a:gd name="T0" fmla="*/ 335 w 335"/>
                <a:gd name="T1" fmla="*/ 426 h 426"/>
                <a:gd name="T2" fmla="*/ 328 w 335"/>
                <a:gd name="T3" fmla="*/ 426 h 426"/>
                <a:gd name="T4" fmla="*/ 328 w 335"/>
                <a:gd name="T5" fmla="*/ 333 h 426"/>
                <a:gd name="T6" fmla="*/ 0 w 335"/>
                <a:gd name="T7" fmla="*/ 5 h 426"/>
                <a:gd name="T8" fmla="*/ 5 w 335"/>
                <a:gd name="T9" fmla="*/ 0 h 426"/>
                <a:gd name="T10" fmla="*/ 334 w 335"/>
                <a:gd name="T11" fmla="*/ 329 h 426"/>
                <a:gd name="T12" fmla="*/ 335 w 335"/>
                <a:gd name="T13" fmla="*/ 332 h 426"/>
                <a:gd name="T14" fmla="*/ 335 w 335"/>
                <a:gd name="T15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" h="426">
                  <a:moveTo>
                    <a:pt x="335" y="426"/>
                  </a:moveTo>
                  <a:cubicBezTo>
                    <a:pt x="328" y="426"/>
                    <a:pt x="328" y="426"/>
                    <a:pt x="328" y="426"/>
                  </a:cubicBezTo>
                  <a:cubicBezTo>
                    <a:pt x="328" y="333"/>
                    <a:pt x="328" y="333"/>
                    <a:pt x="328" y="33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34" y="329"/>
                    <a:pt x="334" y="329"/>
                    <a:pt x="334" y="329"/>
                  </a:cubicBezTo>
                  <a:cubicBezTo>
                    <a:pt x="334" y="330"/>
                    <a:pt x="335" y="331"/>
                    <a:pt x="335" y="332"/>
                  </a:cubicBezTo>
                  <a:lnTo>
                    <a:pt x="335" y="4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4" name="Freeform 428"/>
            <p:cNvSpPr>
              <a:spLocks/>
            </p:cNvSpPr>
            <p:nvPr/>
          </p:nvSpPr>
          <p:spPr bwMode="auto">
            <a:xfrm flipV="1">
              <a:off x="106364" y="6226173"/>
              <a:ext cx="984250" cy="1227138"/>
            </a:xfrm>
            <a:custGeom>
              <a:avLst/>
              <a:gdLst>
                <a:gd name="T0" fmla="*/ 259 w 262"/>
                <a:gd name="T1" fmla="*/ 327 h 327"/>
                <a:gd name="T2" fmla="*/ 259 w 262"/>
                <a:gd name="T3" fmla="*/ 261 h 327"/>
                <a:gd name="T4" fmla="*/ 0 w 262"/>
                <a:gd name="T5" fmla="*/ 3 h 327"/>
                <a:gd name="T6" fmla="*/ 3 w 262"/>
                <a:gd name="T7" fmla="*/ 0 h 327"/>
                <a:gd name="T8" fmla="*/ 262 w 262"/>
                <a:gd name="T9" fmla="*/ 259 h 327"/>
                <a:gd name="T10" fmla="*/ 262 w 262"/>
                <a:gd name="T11" fmla="*/ 260 h 327"/>
                <a:gd name="T12" fmla="*/ 262 w 262"/>
                <a:gd name="T13" fmla="*/ 327 h 327"/>
                <a:gd name="T14" fmla="*/ 259 w 262"/>
                <a:gd name="T15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2" h="327">
                  <a:moveTo>
                    <a:pt x="259" y="327"/>
                  </a:moveTo>
                  <a:cubicBezTo>
                    <a:pt x="259" y="261"/>
                    <a:pt x="259" y="261"/>
                    <a:pt x="259" y="26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62" y="259"/>
                    <a:pt x="262" y="259"/>
                    <a:pt x="262" y="259"/>
                  </a:cubicBezTo>
                  <a:cubicBezTo>
                    <a:pt x="262" y="259"/>
                    <a:pt x="262" y="260"/>
                    <a:pt x="262" y="260"/>
                  </a:cubicBezTo>
                  <a:cubicBezTo>
                    <a:pt x="262" y="327"/>
                    <a:pt x="262" y="327"/>
                    <a:pt x="262" y="327"/>
                  </a:cubicBezTo>
                  <a:lnTo>
                    <a:pt x="259" y="327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5" name="Freeform 429"/>
            <p:cNvSpPr>
              <a:spLocks/>
            </p:cNvSpPr>
            <p:nvPr/>
          </p:nvSpPr>
          <p:spPr bwMode="auto">
            <a:xfrm flipV="1">
              <a:off x="-406398" y="5899149"/>
              <a:ext cx="1593850" cy="1685925"/>
            </a:xfrm>
            <a:custGeom>
              <a:avLst/>
              <a:gdLst>
                <a:gd name="T0" fmla="*/ 423 w 425"/>
                <a:gd name="T1" fmla="*/ 449 h 449"/>
                <a:gd name="T2" fmla="*/ 272 w 425"/>
                <a:gd name="T3" fmla="*/ 299 h 449"/>
                <a:gd name="T4" fmla="*/ 272 w 425"/>
                <a:gd name="T5" fmla="*/ 297 h 449"/>
                <a:gd name="T6" fmla="*/ 272 w 425"/>
                <a:gd name="T7" fmla="*/ 285 h 449"/>
                <a:gd name="T8" fmla="*/ 272 w 425"/>
                <a:gd name="T9" fmla="*/ 284 h 449"/>
                <a:gd name="T10" fmla="*/ 304 w 425"/>
                <a:gd name="T11" fmla="*/ 252 h 449"/>
                <a:gd name="T12" fmla="*/ 304 w 425"/>
                <a:gd name="T13" fmla="*/ 237 h 449"/>
                <a:gd name="T14" fmla="*/ 217 w 425"/>
                <a:gd name="T15" fmla="*/ 151 h 449"/>
                <a:gd name="T16" fmla="*/ 207 w 425"/>
                <a:gd name="T17" fmla="*/ 151 h 449"/>
                <a:gd name="T18" fmla="*/ 200 w 425"/>
                <a:gd name="T19" fmla="*/ 158 h 449"/>
                <a:gd name="T20" fmla="*/ 200 w 425"/>
                <a:gd name="T21" fmla="*/ 168 h 449"/>
                <a:gd name="T22" fmla="*/ 232 w 425"/>
                <a:gd name="T23" fmla="*/ 199 h 449"/>
                <a:gd name="T24" fmla="*/ 232 w 425"/>
                <a:gd name="T25" fmla="*/ 201 h 449"/>
                <a:gd name="T26" fmla="*/ 232 w 425"/>
                <a:gd name="T27" fmla="*/ 209 h 449"/>
                <a:gd name="T28" fmla="*/ 232 w 425"/>
                <a:gd name="T29" fmla="*/ 211 h 449"/>
                <a:gd name="T30" fmla="*/ 226 w 425"/>
                <a:gd name="T31" fmla="*/ 216 h 449"/>
                <a:gd name="T32" fmla="*/ 225 w 425"/>
                <a:gd name="T33" fmla="*/ 216 h 449"/>
                <a:gd name="T34" fmla="*/ 225 w 425"/>
                <a:gd name="T35" fmla="*/ 216 h 449"/>
                <a:gd name="T36" fmla="*/ 215 w 425"/>
                <a:gd name="T37" fmla="*/ 216 h 449"/>
                <a:gd name="T38" fmla="*/ 214 w 425"/>
                <a:gd name="T39" fmla="*/ 216 h 449"/>
                <a:gd name="T40" fmla="*/ 0 w 425"/>
                <a:gd name="T41" fmla="*/ 2 h 449"/>
                <a:gd name="T42" fmla="*/ 2 w 425"/>
                <a:gd name="T43" fmla="*/ 0 h 449"/>
                <a:gd name="T44" fmla="*/ 216 w 425"/>
                <a:gd name="T45" fmla="*/ 213 h 449"/>
                <a:gd name="T46" fmla="*/ 225 w 425"/>
                <a:gd name="T47" fmla="*/ 213 h 449"/>
                <a:gd name="T48" fmla="*/ 229 w 425"/>
                <a:gd name="T49" fmla="*/ 209 h 449"/>
                <a:gd name="T50" fmla="*/ 229 w 425"/>
                <a:gd name="T51" fmla="*/ 201 h 449"/>
                <a:gd name="T52" fmla="*/ 197 w 425"/>
                <a:gd name="T53" fmla="*/ 170 h 449"/>
                <a:gd name="T54" fmla="*/ 197 w 425"/>
                <a:gd name="T55" fmla="*/ 169 h 449"/>
                <a:gd name="T56" fmla="*/ 197 w 425"/>
                <a:gd name="T57" fmla="*/ 157 h 449"/>
                <a:gd name="T58" fmla="*/ 197 w 425"/>
                <a:gd name="T59" fmla="*/ 156 h 449"/>
                <a:gd name="T60" fmla="*/ 205 w 425"/>
                <a:gd name="T61" fmla="*/ 148 h 449"/>
                <a:gd name="T62" fmla="*/ 206 w 425"/>
                <a:gd name="T63" fmla="*/ 148 h 449"/>
                <a:gd name="T64" fmla="*/ 206 w 425"/>
                <a:gd name="T65" fmla="*/ 148 h 449"/>
                <a:gd name="T66" fmla="*/ 218 w 425"/>
                <a:gd name="T67" fmla="*/ 148 h 449"/>
                <a:gd name="T68" fmla="*/ 219 w 425"/>
                <a:gd name="T69" fmla="*/ 148 h 449"/>
                <a:gd name="T70" fmla="*/ 307 w 425"/>
                <a:gd name="T71" fmla="*/ 235 h 449"/>
                <a:gd name="T72" fmla="*/ 307 w 425"/>
                <a:gd name="T73" fmla="*/ 237 h 449"/>
                <a:gd name="T74" fmla="*/ 307 w 425"/>
                <a:gd name="T75" fmla="*/ 253 h 449"/>
                <a:gd name="T76" fmla="*/ 307 w 425"/>
                <a:gd name="T77" fmla="*/ 254 h 449"/>
                <a:gd name="T78" fmla="*/ 275 w 425"/>
                <a:gd name="T79" fmla="*/ 286 h 449"/>
                <a:gd name="T80" fmla="*/ 275 w 425"/>
                <a:gd name="T81" fmla="*/ 297 h 449"/>
                <a:gd name="T82" fmla="*/ 425 w 425"/>
                <a:gd name="T83" fmla="*/ 447 h 449"/>
                <a:gd name="T84" fmla="*/ 423 w 425"/>
                <a:gd name="T8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5" h="449">
                  <a:moveTo>
                    <a:pt x="423" y="449"/>
                  </a:moveTo>
                  <a:cubicBezTo>
                    <a:pt x="272" y="299"/>
                    <a:pt x="272" y="299"/>
                    <a:pt x="272" y="299"/>
                  </a:cubicBezTo>
                  <a:cubicBezTo>
                    <a:pt x="272" y="298"/>
                    <a:pt x="272" y="298"/>
                    <a:pt x="272" y="297"/>
                  </a:cubicBezTo>
                  <a:cubicBezTo>
                    <a:pt x="272" y="285"/>
                    <a:pt x="272" y="285"/>
                    <a:pt x="272" y="285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304" y="252"/>
                    <a:pt x="304" y="252"/>
                    <a:pt x="304" y="252"/>
                  </a:cubicBezTo>
                  <a:cubicBezTo>
                    <a:pt x="304" y="237"/>
                    <a:pt x="304" y="237"/>
                    <a:pt x="304" y="237"/>
                  </a:cubicBezTo>
                  <a:cubicBezTo>
                    <a:pt x="217" y="151"/>
                    <a:pt x="217" y="151"/>
                    <a:pt x="217" y="151"/>
                  </a:cubicBezTo>
                  <a:cubicBezTo>
                    <a:pt x="207" y="151"/>
                    <a:pt x="207" y="151"/>
                    <a:pt x="207" y="151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32" y="199"/>
                    <a:pt x="232" y="199"/>
                    <a:pt x="232" y="199"/>
                  </a:cubicBezTo>
                  <a:cubicBezTo>
                    <a:pt x="232" y="200"/>
                    <a:pt x="232" y="200"/>
                    <a:pt x="232" y="201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10"/>
                    <a:pt x="232" y="210"/>
                    <a:pt x="232" y="211"/>
                  </a:cubicBezTo>
                  <a:cubicBezTo>
                    <a:pt x="226" y="216"/>
                    <a:pt x="226" y="216"/>
                    <a:pt x="226" y="216"/>
                  </a:cubicBezTo>
                  <a:cubicBezTo>
                    <a:pt x="226" y="216"/>
                    <a:pt x="226" y="216"/>
                    <a:pt x="225" y="216"/>
                  </a:cubicBezTo>
                  <a:cubicBezTo>
                    <a:pt x="225" y="216"/>
                    <a:pt x="225" y="216"/>
                    <a:pt x="225" y="216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6"/>
                    <a:pt x="214" y="216"/>
                    <a:pt x="214" y="2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6" y="213"/>
                    <a:pt x="216" y="213"/>
                    <a:pt x="216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9" y="209"/>
                    <a:pt x="229" y="209"/>
                    <a:pt x="229" y="209"/>
                  </a:cubicBezTo>
                  <a:cubicBezTo>
                    <a:pt x="229" y="201"/>
                    <a:pt x="229" y="201"/>
                    <a:pt x="229" y="201"/>
                  </a:cubicBezTo>
                  <a:cubicBezTo>
                    <a:pt x="197" y="170"/>
                    <a:pt x="197" y="170"/>
                    <a:pt x="197" y="170"/>
                  </a:cubicBezTo>
                  <a:cubicBezTo>
                    <a:pt x="197" y="170"/>
                    <a:pt x="197" y="169"/>
                    <a:pt x="197" y="169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7" y="157"/>
                    <a:pt x="197" y="156"/>
                    <a:pt x="197" y="156"/>
                  </a:cubicBezTo>
                  <a:cubicBezTo>
                    <a:pt x="205" y="148"/>
                    <a:pt x="205" y="148"/>
                    <a:pt x="205" y="148"/>
                  </a:cubicBezTo>
                  <a:cubicBezTo>
                    <a:pt x="205" y="148"/>
                    <a:pt x="206" y="148"/>
                    <a:pt x="206" y="148"/>
                  </a:cubicBezTo>
                  <a:cubicBezTo>
                    <a:pt x="206" y="148"/>
                    <a:pt x="206" y="148"/>
                    <a:pt x="206" y="148"/>
                  </a:cubicBezTo>
                  <a:cubicBezTo>
                    <a:pt x="218" y="148"/>
                    <a:pt x="218" y="148"/>
                    <a:pt x="218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307" y="235"/>
                    <a:pt x="307" y="235"/>
                    <a:pt x="307" y="235"/>
                  </a:cubicBezTo>
                  <a:cubicBezTo>
                    <a:pt x="307" y="236"/>
                    <a:pt x="307" y="236"/>
                    <a:pt x="307" y="237"/>
                  </a:cubicBezTo>
                  <a:cubicBezTo>
                    <a:pt x="307" y="253"/>
                    <a:pt x="307" y="253"/>
                    <a:pt x="307" y="253"/>
                  </a:cubicBezTo>
                  <a:cubicBezTo>
                    <a:pt x="307" y="253"/>
                    <a:pt x="307" y="254"/>
                    <a:pt x="307" y="254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97"/>
                    <a:pt x="275" y="297"/>
                    <a:pt x="275" y="297"/>
                  </a:cubicBezTo>
                  <a:cubicBezTo>
                    <a:pt x="425" y="447"/>
                    <a:pt x="425" y="447"/>
                    <a:pt x="425" y="447"/>
                  </a:cubicBezTo>
                  <a:lnTo>
                    <a:pt x="423" y="44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6" name="Freeform 430"/>
            <p:cNvSpPr>
              <a:spLocks/>
            </p:cNvSpPr>
            <p:nvPr/>
          </p:nvSpPr>
          <p:spPr bwMode="auto">
            <a:xfrm flipV="1">
              <a:off x="-485773" y="5243511"/>
              <a:ext cx="2663825" cy="2292350"/>
            </a:xfrm>
            <a:custGeom>
              <a:avLst/>
              <a:gdLst>
                <a:gd name="T0" fmla="*/ 710 w 710"/>
                <a:gd name="T1" fmla="*/ 611 h 611"/>
                <a:gd name="T2" fmla="*/ 700 w 710"/>
                <a:gd name="T3" fmla="*/ 611 h 611"/>
                <a:gd name="T4" fmla="*/ 700 w 710"/>
                <a:gd name="T5" fmla="*/ 596 h 611"/>
                <a:gd name="T6" fmla="*/ 586 w 710"/>
                <a:gd name="T7" fmla="*/ 482 h 611"/>
                <a:gd name="T8" fmla="*/ 447 w 710"/>
                <a:gd name="T9" fmla="*/ 482 h 611"/>
                <a:gd name="T10" fmla="*/ 443 w 710"/>
                <a:gd name="T11" fmla="*/ 480 h 611"/>
                <a:gd name="T12" fmla="*/ 221 w 710"/>
                <a:gd name="T13" fmla="*/ 258 h 611"/>
                <a:gd name="T14" fmla="*/ 219 w 710"/>
                <a:gd name="T15" fmla="*/ 254 h 611"/>
                <a:gd name="T16" fmla="*/ 219 w 710"/>
                <a:gd name="T17" fmla="*/ 227 h 611"/>
                <a:gd name="T18" fmla="*/ 0 w 710"/>
                <a:gd name="T19" fmla="*/ 7 h 611"/>
                <a:gd name="T20" fmla="*/ 7 w 710"/>
                <a:gd name="T21" fmla="*/ 0 h 611"/>
                <a:gd name="T22" fmla="*/ 228 w 710"/>
                <a:gd name="T23" fmla="*/ 221 h 611"/>
                <a:gd name="T24" fmla="*/ 229 w 710"/>
                <a:gd name="T25" fmla="*/ 225 h 611"/>
                <a:gd name="T26" fmla="*/ 229 w 710"/>
                <a:gd name="T27" fmla="*/ 252 h 611"/>
                <a:gd name="T28" fmla="*/ 449 w 710"/>
                <a:gd name="T29" fmla="*/ 472 h 611"/>
                <a:gd name="T30" fmla="*/ 588 w 710"/>
                <a:gd name="T31" fmla="*/ 472 h 611"/>
                <a:gd name="T32" fmla="*/ 591 w 710"/>
                <a:gd name="T33" fmla="*/ 473 h 611"/>
                <a:gd name="T34" fmla="*/ 709 w 710"/>
                <a:gd name="T35" fmla="*/ 591 h 611"/>
                <a:gd name="T36" fmla="*/ 710 w 710"/>
                <a:gd name="T37" fmla="*/ 594 h 611"/>
                <a:gd name="T38" fmla="*/ 710 w 71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0" h="611">
                  <a:moveTo>
                    <a:pt x="710" y="611"/>
                  </a:moveTo>
                  <a:cubicBezTo>
                    <a:pt x="700" y="611"/>
                    <a:pt x="700" y="611"/>
                    <a:pt x="700" y="611"/>
                  </a:cubicBezTo>
                  <a:cubicBezTo>
                    <a:pt x="700" y="596"/>
                    <a:pt x="700" y="596"/>
                    <a:pt x="700" y="596"/>
                  </a:cubicBezTo>
                  <a:cubicBezTo>
                    <a:pt x="586" y="482"/>
                    <a:pt x="586" y="482"/>
                    <a:pt x="586" y="482"/>
                  </a:cubicBezTo>
                  <a:cubicBezTo>
                    <a:pt x="447" y="482"/>
                    <a:pt x="447" y="482"/>
                    <a:pt x="447" y="482"/>
                  </a:cubicBezTo>
                  <a:cubicBezTo>
                    <a:pt x="445" y="482"/>
                    <a:pt x="444" y="481"/>
                    <a:pt x="443" y="480"/>
                  </a:cubicBezTo>
                  <a:cubicBezTo>
                    <a:pt x="221" y="258"/>
                    <a:pt x="221" y="258"/>
                    <a:pt x="221" y="258"/>
                  </a:cubicBezTo>
                  <a:cubicBezTo>
                    <a:pt x="220" y="257"/>
                    <a:pt x="219" y="256"/>
                    <a:pt x="219" y="254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28" y="221"/>
                    <a:pt x="228" y="221"/>
                    <a:pt x="228" y="221"/>
                  </a:cubicBezTo>
                  <a:cubicBezTo>
                    <a:pt x="229" y="222"/>
                    <a:pt x="229" y="223"/>
                    <a:pt x="229" y="225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449" y="472"/>
                    <a:pt x="449" y="472"/>
                    <a:pt x="449" y="472"/>
                  </a:cubicBezTo>
                  <a:cubicBezTo>
                    <a:pt x="588" y="472"/>
                    <a:pt x="588" y="472"/>
                    <a:pt x="588" y="472"/>
                  </a:cubicBezTo>
                  <a:cubicBezTo>
                    <a:pt x="589" y="472"/>
                    <a:pt x="590" y="472"/>
                    <a:pt x="591" y="473"/>
                  </a:cubicBezTo>
                  <a:cubicBezTo>
                    <a:pt x="709" y="591"/>
                    <a:pt x="709" y="591"/>
                    <a:pt x="709" y="591"/>
                  </a:cubicBezTo>
                  <a:cubicBezTo>
                    <a:pt x="710" y="591"/>
                    <a:pt x="710" y="593"/>
                    <a:pt x="710" y="594"/>
                  </a:cubicBezTo>
                  <a:lnTo>
                    <a:pt x="71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7" name="Freeform 431"/>
            <p:cNvSpPr>
              <a:spLocks/>
            </p:cNvSpPr>
            <p:nvPr/>
          </p:nvSpPr>
          <p:spPr bwMode="auto">
            <a:xfrm flipV="1">
              <a:off x="-565148" y="4995861"/>
              <a:ext cx="2871787" cy="2484438"/>
            </a:xfrm>
            <a:custGeom>
              <a:avLst/>
              <a:gdLst>
                <a:gd name="T0" fmla="*/ 738 w 765"/>
                <a:gd name="T1" fmla="*/ 662 h 662"/>
                <a:gd name="T2" fmla="*/ 737 w 765"/>
                <a:gd name="T3" fmla="*/ 662 h 662"/>
                <a:gd name="T4" fmla="*/ 566 w 765"/>
                <a:gd name="T5" fmla="*/ 490 h 662"/>
                <a:gd name="T6" fmla="*/ 459 w 765"/>
                <a:gd name="T7" fmla="*/ 490 h 662"/>
                <a:gd name="T8" fmla="*/ 457 w 765"/>
                <a:gd name="T9" fmla="*/ 490 h 662"/>
                <a:gd name="T10" fmla="*/ 218 w 765"/>
                <a:gd name="T11" fmla="*/ 251 h 662"/>
                <a:gd name="T12" fmla="*/ 217 w 765"/>
                <a:gd name="T13" fmla="*/ 249 h 662"/>
                <a:gd name="T14" fmla="*/ 217 w 765"/>
                <a:gd name="T15" fmla="*/ 221 h 662"/>
                <a:gd name="T16" fmla="*/ 0 w 765"/>
                <a:gd name="T17" fmla="*/ 3 h 662"/>
                <a:gd name="T18" fmla="*/ 3 w 765"/>
                <a:gd name="T19" fmla="*/ 0 h 662"/>
                <a:gd name="T20" fmla="*/ 220 w 765"/>
                <a:gd name="T21" fmla="*/ 219 h 662"/>
                <a:gd name="T22" fmla="*/ 221 w 765"/>
                <a:gd name="T23" fmla="*/ 220 h 662"/>
                <a:gd name="T24" fmla="*/ 221 w 765"/>
                <a:gd name="T25" fmla="*/ 249 h 662"/>
                <a:gd name="T26" fmla="*/ 459 w 765"/>
                <a:gd name="T27" fmla="*/ 487 h 662"/>
                <a:gd name="T28" fmla="*/ 567 w 765"/>
                <a:gd name="T29" fmla="*/ 487 h 662"/>
                <a:gd name="T30" fmla="*/ 568 w 765"/>
                <a:gd name="T31" fmla="*/ 488 h 662"/>
                <a:gd name="T32" fmla="*/ 739 w 765"/>
                <a:gd name="T33" fmla="*/ 659 h 662"/>
                <a:gd name="T34" fmla="*/ 765 w 765"/>
                <a:gd name="T35" fmla="*/ 659 h 662"/>
                <a:gd name="T36" fmla="*/ 765 w 765"/>
                <a:gd name="T37" fmla="*/ 662 h 662"/>
                <a:gd name="T38" fmla="*/ 738 w 765"/>
                <a:gd name="T39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5" h="662">
                  <a:moveTo>
                    <a:pt x="738" y="662"/>
                  </a:moveTo>
                  <a:cubicBezTo>
                    <a:pt x="738" y="662"/>
                    <a:pt x="737" y="662"/>
                    <a:pt x="737" y="662"/>
                  </a:cubicBezTo>
                  <a:cubicBezTo>
                    <a:pt x="566" y="490"/>
                    <a:pt x="566" y="490"/>
                    <a:pt x="566" y="490"/>
                  </a:cubicBezTo>
                  <a:cubicBezTo>
                    <a:pt x="459" y="490"/>
                    <a:pt x="459" y="490"/>
                    <a:pt x="459" y="490"/>
                  </a:cubicBezTo>
                  <a:cubicBezTo>
                    <a:pt x="458" y="490"/>
                    <a:pt x="458" y="490"/>
                    <a:pt x="457" y="490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8" y="250"/>
                    <a:pt x="217" y="250"/>
                    <a:pt x="217" y="249"/>
                  </a:cubicBezTo>
                  <a:cubicBezTo>
                    <a:pt x="217" y="221"/>
                    <a:pt x="217" y="221"/>
                    <a:pt x="217" y="2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1" y="219"/>
                    <a:pt x="221" y="219"/>
                    <a:pt x="221" y="220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459" y="487"/>
                    <a:pt x="459" y="487"/>
                    <a:pt x="459" y="487"/>
                  </a:cubicBezTo>
                  <a:cubicBezTo>
                    <a:pt x="567" y="487"/>
                    <a:pt x="567" y="487"/>
                    <a:pt x="567" y="487"/>
                  </a:cubicBezTo>
                  <a:cubicBezTo>
                    <a:pt x="567" y="487"/>
                    <a:pt x="568" y="487"/>
                    <a:pt x="568" y="488"/>
                  </a:cubicBezTo>
                  <a:cubicBezTo>
                    <a:pt x="739" y="659"/>
                    <a:pt x="739" y="659"/>
                    <a:pt x="739" y="659"/>
                  </a:cubicBezTo>
                  <a:cubicBezTo>
                    <a:pt x="765" y="659"/>
                    <a:pt x="765" y="659"/>
                    <a:pt x="765" y="659"/>
                  </a:cubicBezTo>
                  <a:cubicBezTo>
                    <a:pt x="765" y="662"/>
                    <a:pt x="765" y="662"/>
                    <a:pt x="765" y="662"/>
                  </a:cubicBezTo>
                  <a:lnTo>
                    <a:pt x="738" y="6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8" name="Freeform 432"/>
            <p:cNvSpPr>
              <a:spLocks/>
            </p:cNvSpPr>
            <p:nvPr/>
          </p:nvSpPr>
          <p:spPr bwMode="auto">
            <a:xfrm flipV="1">
              <a:off x="-642936" y="4679949"/>
              <a:ext cx="3379787" cy="2759075"/>
            </a:xfrm>
            <a:custGeom>
              <a:avLst/>
              <a:gdLst>
                <a:gd name="T0" fmla="*/ 901 w 901"/>
                <a:gd name="T1" fmla="*/ 735 h 735"/>
                <a:gd name="T2" fmla="*/ 897 w 901"/>
                <a:gd name="T3" fmla="*/ 735 h 735"/>
                <a:gd name="T4" fmla="*/ 897 w 901"/>
                <a:gd name="T5" fmla="*/ 700 h 735"/>
                <a:gd name="T6" fmla="*/ 868 w 901"/>
                <a:gd name="T7" fmla="*/ 671 h 735"/>
                <a:gd name="T8" fmla="*/ 835 w 901"/>
                <a:gd name="T9" fmla="*/ 671 h 735"/>
                <a:gd name="T10" fmla="*/ 825 w 901"/>
                <a:gd name="T11" fmla="*/ 681 h 735"/>
                <a:gd name="T12" fmla="*/ 824 w 901"/>
                <a:gd name="T13" fmla="*/ 681 h 735"/>
                <a:gd name="T14" fmla="*/ 761 w 901"/>
                <a:gd name="T15" fmla="*/ 681 h 735"/>
                <a:gd name="T16" fmla="*/ 760 w 901"/>
                <a:gd name="T17" fmla="*/ 681 h 735"/>
                <a:gd name="T18" fmla="*/ 588 w 901"/>
                <a:gd name="T19" fmla="*/ 509 h 735"/>
                <a:gd name="T20" fmla="*/ 474 w 901"/>
                <a:gd name="T21" fmla="*/ 509 h 735"/>
                <a:gd name="T22" fmla="*/ 473 w 901"/>
                <a:gd name="T23" fmla="*/ 508 h 735"/>
                <a:gd name="T24" fmla="*/ 212 w 901"/>
                <a:gd name="T25" fmla="*/ 247 h 735"/>
                <a:gd name="T26" fmla="*/ 212 w 901"/>
                <a:gd name="T27" fmla="*/ 246 h 735"/>
                <a:gd name="T28" fmla="*/ 212 w 901"/>
                <a:gd name="T29" fmla="*/ 215 h 735"/>
                <a:gd name="T30" fmla="*/ 0 w 901"/>
                <a:gd name="T31" fmla="*/ 2 h 735"/>
                <a:gd name="T32" fmla="*/ 2 w 901"/>
                <a:gd name="T33" fmla="*/ 0 h 735"/>
                <a:gd name="T34" fmla="*/ 215 w 901"/>
                <a:gd name="T35" fmla="*/ 213 h 735"/>
                <a:gd name="T36" fmla="*/ 215 w 901"/>
                <a:gd name="T37" fmla="*/ 214 h 735"/>
                <a:gd name="T38" fmla="*/ 215 w 901"/>
                <a:gd name="T39" fmla="*/ 245 h 735"/>
                <a:gd name="T40" fmla="*/ 475 w 901"/>
                <a:gd name="T41" fmla="*/ 505 h 735"/>
                <a:gd name="T42" fmla="*/ 589 w 901"/>
                <a:gd name="T43" fmla="*/ 505 h 735"/>
                <a:gd name="T44" fmla="*/ 590 w 901"/>
                <a:gd name="T45" fmla="*/ 506 h 735"/>
                <a:gd name="T46" fmla="*/ 762 w 901"/>
                <a:gd name="T47" fmla="*/ 678 h 735"/>
                <a:gd name="T48" fmla="*/ 823 w 901"/>
                <a:gd name="T49" fmla="*/ 678 h 735"/>
                <a:gd name="T50" fmla="*/ 833 w 901"/>
                <a:gd name="T51" fmla="*/ 668 h 735"/>
                <a:gd name="T52" fmla="*/ 834 w 901"/>
                <a:gd name="T53" fmla="*/ 667 h 735"/>
                <a:gd name="T54" fmla="*/ 869 w 901"/>
                <a:gd name="T55" fmla="*/ 667 h 735"/>
                <a:gd name="T56" fmla="*/ 870 w 901"/>
                <a:gd name="T57" fmla="*/ 668 h 735"/>
                <a:gd name="T58" fmla="*/ 900 w 901"/>
                <a:gd name="T59" fmla="*/ 698 h 735"/>
                <a:gd name="T60" fmla="*/ 901 w 901"/>
                <a:gd name="T61" fmla="*/ 699 h 735"/>
                <a:gd name="T62" fmla="*/ 901 w 901"/>
                <a:gd name="T63" fmla="*/ 735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1" h="735">
                  <a:moveTo>
                    <a:pt x="901" y="735"/>
                  </a:moveTo>
                  <a:cubicBezTo>
                    <a:pt x="897" y="735"/>
                    <a:pt x="897" y="735"/>
                    <a:pt x="897" y="735"/>
                  </a:cubicBezTo>
                  <a:cubicBezTo>
                    <a:pt x="897" y="700"/>
                    <a:pt x="897" y="700"/>
                    <a:pt x="897" y="700"/>
                  </a:cubicBezTo>
                  <a:cubicBezTo>
                    <a:pt x="868" y="671"/>
                    <a:pt x="868" y="671"/>
                    <a:pt x="868" y="671"/>
                  </a:cubicBezTo>
                  <a:cubicBezTo>
                    <a:pt x="835" y="671"/>
                    <a:pt x="835" y="671"/>
                    <a:pt x="835" y="671"/>
                  </a:cubicBezTo>
                  <a:cubicBezTo>
                    <a:pt x="825" y="681"/>
                    <a:pt x="825" y="681"/>
                    <a:pt x="825" y="681"/>
                  </a:cubicBezTo>
                  <a:cubicBezTo>
                    <a:pt x="825" y="681"/>
                    <a:pt x="824" y="681"/>
                    <a:pt x="824" y="681"/>
                  </a:cubicBezTo>
                  <a:cubicBezTo>
                    <a:pt x="761" y="681"/>
                    <a:pt x="761" y="681"/>
                    <a:pt x="761" y="681"/>
                  </a:cubicBezTo>
                  <a:cubicBezTo>
                    <a:pt x="761" y="681"/>
                    <a:pt x="760" y="681"/>
                    <a:pt x="760" y="681"/>
                  </a:cubicBezTo>
                  <a:cubicBezTo>
                    <a:pt x="588" y="509"/>
                    <a:pt x="588" y="509"/>
                    <a:pt x="588" y="509"/>
                  </a:cubicBezTo>
                  <a:cubicBezTo>
                    <a:pt x="474" y="509"/>
                    <a:pt x="474" y="509"/>
                    <a:pt x="474" y="509"/>
                  </a:cubicBezTo>
                  <a:cubicBezTo>
                    <a:pt x="474" y="509"/>
                    <a:pt x="474" y="509"/>
                    <a:pt x="473" y="508"/>
                  </a:cubicBezTo>
                  <a:cubicBezTo>
                    <a:pt x="212" y="247"/>
                    <a:pt x="212" y="247"/>
                    <a:pt x="212" y="247"/>
                  </a:cubicBezTo>
                  <a:cubicBezTo>
                    <a:pt x="212" y="247"/>
                    <a:pt x="212" y="247"/>
                    <a:pt x="212" y="246"/>
                  </a:cubicBezTo>
                  <a:cubicBezTo>
                    <a:pt x="212" y="215"/>
                    <a:pt x="212" y="215"/>
                    <a:pt x="212" y="21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3"/>
                    <a:pt x="215" y="214"/>
                    <a:pt x="215" y="214"/>
                  </a:cubicBezTo>
                  <a:cubicBezTo>
                    <a:pt x="215" y="245"/>
                    <a:pt x="215" y="245"/>
                    <a:pt x="215" y="245"/>
                  </a:cubicBezTo>
                  <a:cubicBezTo>
                    <a:pt x="475" y="505"/>
                    <a:pt x="475" y="505"/>
                    <a:pt x="475" y="505"/>
                  </a:cubicBezTo>
                  <a:cubicBezTo>
                    <a:pt x="589" y="505"/>
                    <a:pt x="589" y="505"/>
                    <a:pt x="589" y="505"/>
                  </a:cubicBezTo>
                  <a:cubicBezTo>
                    <a:pt x="589" y="505"/>
                    <a:pt x="590" y="506"/>
                    <a:pt x="590" y="506"/>
                  </a:cubicBezTo>
                  <a:cubicBezTo>
                    <a:pt x="762" y="678"/>
                    <a:pt x="762" y="678"/>
                    <a:pt x="762" y="678"/>
                  </a:cubicBezTo>
                  <a:cubicBezTo>
                    <a:pt x="823" y="678"/>
                    <a:pt x="823" y="678"/>
                    <a:pt x="823" y="678"/>
                  </a:cubicBezTo>
                  <a:cubicBezTo>
                    <a:pt x="833" y="668"/>
                    <a:pt x="833" y="668"/>
                    <a:pt x="833" y="668"/>
                  </a:cubicBezTo>
                  <a:cubicBezTo>
                    <a:pt x="833" y="668"/>
                    <a:pt x="834" y="667"/>
                    <a:pt x="834" y="667"/>
                  </a:cubicBezTo>
                  <a:cubicBezTo>
                    <a:pt x="869" y="667"/>
                    <a:pt x="869" y="667"/>
                    <a:pt x="869" y="667"/>
                  </a:cubicBezTo>
                  <a:cubicBezTo>
                    <a:pt x="869" y="667"/>
                    <a:pt x="870" y="668"/>
                    <a:pt x="870" y="668"/>
                  </a:cubicBezTo>
                  <a:cubicBezTo>
                    <a:pt x="900" y="698"/>
                    <a:pt x="900" y="698"/>
                    <a:pt x="900" y="698"/>
                  </a:cubicBezTo>
                  <a:cubicBezTo>
                    <a:pt x="900" y="698"/>
                    <a:pt x="901" y="699"/>
                    <a:pt x="901" y="699"/>
                  </a:cubicBezTo>
                  <a:lnTo>
                    <a:pt x="901" y="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9" name="Freeform 433"/>
            <p:cNvSpPr>
              <a:spLocks/>
            </p:cNvSpPr>
            <p:nvPr/>
          </p:nvSpPr>
          <p:spPr bwMode="auto">
            <a:xfrm flipV="1">
              <a:off x="-430211" y="4500561"/>
              <a:ext cx="3001962" cy="2413000"/>
            </a:xfrm>
            <a:custGeom>
              <a:avLst/>
              <a:gdLst>
                <a:gd name="T0" fmla="*/ 797 w 800"/>
                <a:gd name="T1" fmla="*/ 643 h 643"/>
                <a:gd name="T2" fmla="*/ 797 w 800"/>
                <a:gd name="T3" fmla="*/ 609 h 643"/>
                <a:gd name="T4" fmla="*/ 767 w 800"/>
                <a:gd name="T5" fmla="*/ 579 h 643"/>
                <a:gd name="T6" fmla="*/ 693 w 800"/>
                <a:gd name="T7" fmla="*/ 579 h 643"/>
                <a:gd name="T8" fmla="*/ 692 w 800"/>
                <a:gd name="T9" fmla="*/ 578 h 643"/>
                <a:gd name="T10" fmla="*/ 518 w 800"/>
                <a:gd name="T11" fmla="*/ 404 h 643"/>
                <a:gd name="T12" fmla="*/ 402 w 800"/>
                <a:gd name="T13" fmla="*/ 404 h 643"/>
                <a:gd name="T14" fmla="*/ 401 w 800"/>
                <a:gd name="T15" fmla="*/ 404 h 643"/>
                <a:gd name="T16" fmla="*/ 0 w 800"/>
                <a:gd name="T17" fmla="*/ 2 h 643"/>
                <a:gd name="T18" fmla="*/ 2 w 800"/>
                <a:gd name="T19" fmla="*/ 0 h 643"/>
                <a:gd name="T20" fmla="*/ 403 w 800"/>
                <a:gd name="T21" fmla="*/ 401 h 643"/>
                <a:gd name="T22" fmla="*/ 519 w 800"/>
                <a:gd name="T23" fmla="*/ 401 h 643"/>
                <a:gd name="T24" fmla="*/ 520 w 800"/>
                <a:gd name="T25" fmla="*/ 401 h 643"/>
                <a:gd name="T26" fmla="*/ 694 w 800"/>
                <a:gd name="T27" fmla="*/ 575 h 643"/>
                <a:gd name="T28" fmla="*/ 767 w 800"/>
                <a:gd name="T29" fmla="*/ 575 h 643"/>
                <a:gd name="T30" fmla="*/ 768 w 800"/>
                <a:gd name="T31" fmla="*/ 576 h 643"/>
                <a:gd name="T32" fmla="*/ 800 w 800"/>
                <a:gd name="T33" fmla="*/ 607 h 643"/>
                <a:gd name="T34" fmla="*/ 800 w 800"/>
                <a:gd name="T35" fmla="*/ 608 h 643"/>
                <a:gd name="T36" fmla="*/ 800 w 800"/>
                <a:gd name="T37" fmla="*/ 643 h 643"/>
                <a:gd name="T38" fmla="*/ 797 w 800"/>
                <a:gd name="T39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0" h="643">
                  <a:moveTo>
                    <a:pt x="797" y="643"/>
                  </a:moveTo>
                  <a:cubicBezTo>
                    <a:pt x="797" y="609"/>
                    <a:pt x="797" y="609"/>
                    <a:pt x="797" y="609"/>
                  </a:cubicBezTo>
                  <a:cubicBezTo>
                    <a:pt x="767" y="579"/>
                    <a:pt x="767" y="579"/>
                    <a:pt x="767" y="579"/>
                  </a:cubicBezTo>
                  <a:cubicBezTo>
                    <a:pt x="693" y="579"/>
                    <a:pt x="693" y="579"/>
                    <a:pt x="693" y="579"/>
                  </a:cubicBezTo>
                  <a:cubicBezTo>
                    <a:pt x="693" y="579"/>
                    <a:pt x="692" y="579"/>
                    <a:pt x="692" y="578"/>
                  </a:cubicBezTo>
                  <a:cubicBezTo>
                    <a:pt x="518" y="404"/>
                    <a:pt x="518" y="404"/>
                    <a:pt x="518" y="404"/>
                  </a:cubicBezTo>
                  <a:cubicBezTo>
                    <a:pt x="402" y="404"/>
                    <a:pt x="402" y="404"/>
                    <a:pt x="402" y="404"/>
                  </a:cubicBezTo>
                  <a:cubicBezTo>
                    <a:pt x="402" y="404"/>
                    <a:pt x="401" y="404"/>
                    <a:pt x="401" y="40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519" y="401"/>
                    <a:pt x="519" y="401"/>
                    <a:pt x="519" y="401"/>
                  </a:cubicBezTo>
                  <a:cubicBezTo>
                    <a:pt x="519" y="401"/>
                    <a:pt x="519" y="401"/>
                    <a:pt x="520" y="401"/>
                  </a:cubicBezTo>
                  <a:cubicBezTo>
                    <a:pt x="694" y="575"/>
                    <a:pt x="694" y="575"/>
                    <a:pt x="694" y="575"/>
                  </a:cubicBezTo>
                  <a:cubicBezTo>
                    <a:pt x="767" y="575"/>
                    <a:pt x="767" y="575"/>
                    <a:pt x="767" y="575"/>
                  </a:cubicBezTo>
                  <a:cubicBezTo>
                    <a:pt x="768" y="575"/>
                    <a:pt x="768" y="576"/>
                    <a:pt x="768" y="576"/>
                  </a:cubicBezTo>
                  <a:cubicBezTo>
                    <a:pt x="800" y="607"/>
                    <a:pt x="800" y="607"/>
                    <a:pt x="800" y="607"/>
                  </a:cubicBezTo>
                  <a:cubicBezTo>
                    <a:pt x="800" y="607"/>
                    <a:pt x="800" y="608"/>
                    <a:pt x="800" y="608"/>
                  </a:cubicBezTo>
                  <a:cubicBezTo>
                    <a:pt x="800" y="643"/>
                    <a:pt x="800" y="643"/>
                    <a:pt x="800" y="643"/>
                  </a:cubicBezTo>
                  <a:lnTo>
                    <a:pt x="797" y="64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0" name="Freeform 434"/>
            <p:cNvSpPr>
              <a:spLocks/>
            </p:cNvSpPr>
            <p:nvPr/>
          </p:nvSpPr>
          <p:spPr bwMode="auto">
            <a:xfrm flipV="1">
              <a:off x="-538161" y="4627561"/>
              <a:ext cx="2859087" cy="2176463"/>
            </a:xfrm>
            <a:custGeom>
              <a:avLst/>
              <a:gdLst>
                <a:gd name="T0" fmla="*/ 720 w 762"/>
                <a:gd name="T1" fmla="*/ 580 h 580"/>
                <a:gd name="T2" fmla="*/ 719 w 762"/>
                <a:gd name="T3" fmla="*/ 580 h 580"/>
                <a:gd name="T4" fmla="*/ 549 w 762"/>
                <a:gd name="T5" fmla="*/ 410 h 580"/>
                <a:gd name="T6" fmla="*/ 409 w 762"/>
                <a:gd name="T7" fmla="*/ 410 h 580"/>
                <a:gd name="T8" fmla="*/ 407 w 762"/>
                <a:gd name="T9" fmla="*/ 410 h 580"/>
                <a:gd name="T10" fmla="*/ 0 w 762"/>
                <a:gd name="T11" fmla="*/ 2 h 580"/>
                <a:gd name="T12" fmla="*/ 2 w 762"/>
                <a:gd name="T13" fmla="*/ 0 h 580"/>
                <a:gd name="T14" fmla="*/ 409 w 762"/>
                <a:gd name="T15" fmla="*/ 407 h 580"/>
                <a:gd name="T16" fmla="*/ 550 w 762"/>
                <a:gd name="T17" fmla="*/ 407 h 580"/>
                <a:gd name="T18" fmla="*/ 551 w 762"/>
                <a:gd name="T19" fmla="*/ 407 h 580"/>
                <a:gd name="T20" fmla="*/ 721 w 762"/>
                <a:gd name="T21" fmla="*/ 577 h 580"/>
                <a:gd name="T22" fmla="*/ 762 w 762"/>
                <a:gd name="T23" fmla="*/ 577 h 580"/>
                <a:gd name="T24" fmla="*/ 762 w 762"/>
                <a:gd name="T25" fmla="*/ 580 h 580"/>
                <a:gd name="T26" fmla="*/ 720 w 762"/>
                <a:gd name="T27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580">
                  <a:moveTo>
                    <a:pt x="720" y="580"/>
                  </a:moveTo>
                  <a:cubicBezTo>
                    <a:pt x="720" y="580"/>
                    <a:pt x="720" y="580"/>
                    <a:pt x="719" y="580"/>
                  </a:cubicBezTo>
                  <a:cubicBezTo>
                    <a:pt x="549" y="410"/>
                    <a:pt x="549" y="410"/>
                    <a:pt x="549" y="410"/>
                  </a:cubicBezTo>
                  <a:cubicBezTo>
                    <a:pt x="409" y="410"/>
                    <a:pt x="409" y="410"/>
                    <a:pt x="409" y="410"/>
                  </a:cubicBezTo>
                  <a:cubicBezTo>
                    <a:pt x="408" y="410"/>
                    <a:pt x="408" y="410"/>
                    <a:pt x="407" y="4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9" y="407"/>
                    <a:pt x="409" y="407"/>
                    <a:pt x="409" y="407"/>
                  </a:cubicBezTo>
                  <a:cubicBezTo>
                    <a:pt x="550" y="407"/>
                    <a:pt x="550" y="407"/>
                    <a:pt x="550" y="407"/>
                  </a:cubicBezTo>
                  <a:cubicBezTo>
                    <a:pt x="550" y="407"/>
                    <a:pt x="551" y="407"/>
                    <a:pt x="551" y="407"/>
                  </a:cubicBezTo>
                  <a:cubicBezTo>
                    <a:pt x="721" y="577"/>
                    <a:pt x="721" y="577"/>
                    <a:pt x="721" y="577"/>
                  </a:cubicBezTo>
                  <a:cubicBezTo>
                    <a:pt x="762" y="577"/>
                    <a:pt x="762" y="577"/>
                    <a:pt x="762" y="577"/>
                  </a:cubicBezTo>
                  <a:cubicBezTo>
                    <a:pt x="762" y="580"/>
                    <a:pt x="762" y="580"/>
                    <a:pt x="762" y="580"/>
                  </a:cubicBezTo>
                  <a:lnTo>
                    <a:pt x="720" y="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1" name="Freeform 435"/>
            <p:cNvSpPr>
              <a:spLocks/>
            </p:cNvSpPr>
            <p:nvPr/>
          </p:nvSpPr>
          <p:spPr bwMode="auto">
            <a:xfrm flipV="1">
              <a:off x="-639761" y="4435473"/>
              <a:ext cx="2806700" cy="2271713"/>
            </a:xfrm>
            <a:custGeom>
              <a:avLst/>
              <a:gdLst>
                <a:gd name="T0" fmla="*/ 745 w 748"/>
                <a:gd name="T1" fmla="*/ 605 h 605"/>
                <a:gd name="T2" fmla="*/ 683 w 748"/>
                <a:gd name="T3" fmla="*/ 543 h 605"/>
                <a:gd name="T4" fmla="*/ 637 w 748"/>
                <a:gd name="T5" fmla="*/ 543 h 605"/>
                <a:gd name="T6" fmla="*/ 635 w 748"/>
                <a:gd name="T7" fmla="*/ 543 h 605"/>
                <a:gd name="T8" fmla="*/ 512 w 748"/>
                <a:gd name="T9" fmla="*/ 419 h 605"/>
                <a:gd name="T10" fmla="*/ 375 w 748"/>
                <a:gd name="T11" fmla="*/ 419 h 605"/>
                <a:gd name="T12" fmla="*/ 374 w 748"/>
                <a:gd name="T13" fmla="*/ 419 h 605"/>
                <a:gd name="T14" fmla="*/ 341 w 748"/>
                <a:gd name="T15" fmla="*/ 386 h 605"/>
                <a:gd name="T16" fmla="*/ 340 w 748"/>
                <a:gd name="T17" fmla="*/ 385 h 605"/>
                <a:gd name="T18" fmla="*/ 340 w 748"/>
                <a:gd name="T19" fmla="*/ 343 h 605"/>
                <a:gd name="T20" fmla="*/ 0 w 748"/>
                <a:gd name="T21" fmla="*/ 3 h 605"/>
                <a:gd name="T22" fmla="*/ 3 w 748"/>
                <a:gd name="T23" fmla="*/ 0 h 605"/>
                <a:gd name="T24" fmla="*/ 343 w 748"/>
                <a:gd name="T25" fmla="*/ 341 h 605"/>
                <a:gd name="T26" fmla="*/ 344 w 748"/>
                <a:gd name="T27" fmla="*/ 342 h 605"/>
                <a:gd name="T28" fmla="*/ 344 w 748"/>
                <a:gd name="T29" fmla="*/ 384 h 605"/>
                <a:gd name="T30" fmla="*/ 376 w 748"/>
                <a:gd name="T31" fmla="*/ 416 h 605"/>
                <a:gd name="T32" fmla="*/ 513 w 748"/>
                <a:gd name="T33" fmla="*/ 416 h 605"/>
                <a:gd name="T34" fmla="*/ 514 w 748"/>
                <a:gd name="T35" fmla="*/ 417 h 605"/>
                <a:gd name="T36" fmla="*/ 637 w 748"/>
                <a:gd name="T37" fmla="*/ 540 h 605"/>
                <a:gd name="T38" fmla="*/ 683 w 748"/>
                <a:gd name="T39" fmla="*/ 540 h 605"/>
                <a:gd name="T40" fmla="*/ 685 w 748"/>
                <a:gd name="T41" fmla="*/ 540 h 605"/>
                <a:gd name="T42" fmla="*/ 748 w 748"/>
                <a:gd name="T43" fmla="*/ 603 h 605"/>
                <a:gd name="T44" fmla="*/ 745 w 748"/>
                <a:gd name="T45" fmla="*/ 60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8" h="605">
                  <a:moveTo>
                    <a:pt x="745" y="605"/>
                  </a:moveTo>
                  <a:cubicBezTo>
                    <a:pt x="683" y="543"/>
                    <a:pt x="683" y="543"/>
                    <a:pt x="683" y="543"/>
                  </a:cubicBezTo>
                  <a:cubicBezTo>
                    <a:pt x="637" y="543"/>
                    <a:pt x="637" y="543"/>
                    <a:pt x="637" y="543"/>
                  </a:cubicBezTo>
                  <a:cubicBezTo>
                    <a:pt x="636" y="543"/>
                    <a:pt x="636" y="543"/>
                    <a:pt x="635" y="543"/>
                  </a:cubicBezTo>
                  <a:cubicBezTo>
                    <a:pt x="512" y="419"/>
                    <a:pt x="512" y="419"/>
                    <a:pt x="512" y="419"/>
                  </a:cubicBezTo>
                  <a:cubicBezTo>
                    <a:pt x="375" y="419"/>
                    <a:pt x="375" y="419"/>
                    <a:pt x="375" y="419"/>
                  </a:cubicBezTo>
                  <a:cubicBezTo>
                    <a:pt x="375" y="419"/>
                    <a:pt x="374" y="419"/>
                    <a:pt x="374" y="419"/>
                  </a:cubicBezTo>
                  <a:cubicBezTo>
                    <a:pt x="341" y="386"/>
                    <a:pt x="341" y="386"/>
                    <a:pt x="341" y="386"/>
                  </a:cubicBezTo>
                  <a:cubicBezTo>
                    <a:pt x="341" y="386"/>
                    <a:pt x="340" y="385"/>
                    <a:pt x="340" y="385"/>
                  </a:cubicBezTo>
                  <a:cubicBezTo>
                    <a:pt x="340" y="343"/>
                    <a:pt x="340" y="343"/>
                    <a:pt x="340" y="34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3" y="341"/>
                    <a:pt x="343" y="341"/>
                    <a:pt x="343" y="341"/>
                  </a:cubicBezTo>
                  <a:cubicBezTo>
                    <a:pt x="344" y="341"/>
                    <a:pt x="344" y="342"/>
                    <a:pt x="344" y="342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76" y="416"/>
                    <a:pt x="376" y="416"/>
                    <a:pt x="376" y="416"/>
                  </a:cubicBezTo>
                  <a:cubicBezTo>
                    <a:pt x="513" y="416"/>
                    <a:pt x="513" y="416"/>
                    <a:pt x="513" y="416"/>
                  </a:cubicBezTo>
                  <a:cubicBezTo>
                    <a:pt x="513" y="416"/>
                    <a:pt x="514" y="416"/>
                    <a:pt x="514" y="417"/>
                  </a:cubicBezTo>
                  <a:cubicBezTo>
                    <a:pt x="637" y="540"/>
                    <a:pt x="637" y="540"/>
                    <a:pt x="637" y="540"/>
                  </a:cubicBezTo>
                  <a:cubicBezTo>
                    <a:pt x="683" y="540"/>
                    <a:pt x="683" y="540"/>
                    <a:pt x="683" y="540"/>
                  </a:cubicBezTo>
                  <a:cubicBezTo>
                    <a:pt x="684" y="540"/>
                    <a:pt x="684" y="540"/>
                    <a:pt x="685" y="540"/>
                  </a:cubicBezTo>
                  <a:cubicBezTo>
                    <a:pt x="748" y="603"/>
                    <a:pt x="748" y="603"/>
                    <a:pt x="748" y="603"/>
                  </a:cubicBezTo>
                  <a:lnTo>
                    <a:pt x="745" y="605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2" name="Freeform 436"/>
            <p:cNvSpPr>
              <a:spLocks/>
            </p:cNvSpPr>
            <p:nvPr/>
          </p:nvSpPr>
          <p:spPr bwMode="auto">
            <a:xfrm flipV="1">
              <a:off x="-835023" y="4233861"/>
              <a:ext cx="3152775" cy="2292350"/>
            </a:xfrm>
            <a:custGeom>
              <a:avLst/>
              <a:gdLst>
                <a:gd name="T0" fmla="*/ 840 w 840"/>
                <a:gd name="T1" fmla="*/ 611 h 611"/>
                <a:gd name="T2" fmla="*/ 800 w 840"/>
                <a:gd name="T3" fmla="*/ 611 h 611"/>
                <a:gd name="T4" fmla="*/ 796 w 840"/>
                <a:gd name="T5" fmla="*/ 609 h 611"/>
                <a:gd name="T6" fmla="*/ 718 w 840"/>
                <a:gd name="T7" fmla="*/ 531 h 611"/>
                <a:gd name="T8" fmla="*/ 665 w 840"/>
                <a:gd name="T9" fmla="*/ 531 h 611"/>
                <a:gd name="T10" fmla="*/ 661 w 840"/>
                <a:gd name="T11" fmla="*/ 530 h 611"/>
                <a:gd name="T12" fmla="*/ 542 w 840"/>
                <a:gd name="T13" fmla="*/ 410 h 611"/>
                <a:gd name="T14" fmla="*/ 405 w 840"/>
                <a:gd name="T15" fmla="*/ 410 h 611"/>
                <a:gd name="T16" fmla="*/ 402 w 840"/>
                <a:gd name="T17" fmla="*/ 409 h 611"/>
                <a:gd name="T18" fmla="*/ 0 w 840"/>
                <a:gd name="T19" fmla="*/ 7 h 611"/>
                <a:gd name="T20" fmla="*/ 7 w 840"/>
                <a:gd name="T21" fmla="*/ 0 h 611"/>
                <a:gd name="T22" fmla="*/ 407 w 840"/>
                <a:gd name="T23" fmla="*/ 400 h 611"/>
                <a:gd name="T24" fmla="*/ 544 w 840"/>
                <a:gd name="T25" fmla="*/ 400 h 611"/>
                <a:gd name="T26" fmla="*/ 548 w 840"/>
                <a:gd name="T27" fmla="*/ 401 h 611"/>
                <a:gd name="T28" fmla="*/ 667 w 840"/>
                <a:gd name="T29" fmla="*/ 521 h 611"/>
                <a:gd name="T30" fmla="*/ 721 w 840"/>
                <a:gd name="T31" fmla="*/ 521 h 611"/>
                <a:gd name="T32" fmla="*/ 724 w 840"/>
                <a:gd name="T33" fmla="*/ 522 h 611"/>
                <a:gd name="T34" fmla="*/ 802 w 840"/>
                <a:gd name="T35" fmla="*/ 600 h 611"/>
                <a:gd name="T36" fmla="*/ 840 w 840"/>
                <a:gd name="T37" fmla="*/ 600 h 611"/>
                <a:gd name="T38" fmla="*/ 840 w 84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40" h="611">
                  <a:moveTo>
                    <a:pt x="840" y="611"/>
                  </a:moveTo>
                  <a:cubicBezTo>
                    <a:pt x="800" y="611"/>
                    <a:pt x="800" y="611"/>
                    <a:pt x="800" y="611"/>
                  </a:cubicBezTo>
                  <a:cubicBezTo>
                    <a:pt x="799" y="611"/>
                    <a:pt x="797" y="610"/>
                    <a:pt x="796" y="609"/>
                  </a:cubicBezTo>
                  <a:cubicBezTo>
                    <a:pt x="718" y="531"/>
                    <a:pt x="718" y="531"/>
                    <a:pt x="718" y="531"/>
                  </a:cubicBezTo>
                  <a:cubicBezTo>
                    <a:pt x="665" y="531"/>
                    <a:pt x="665" y="531"/>
                    <a:pt x="665" y="531"/>
                  </a:cubicBezTo>
                  <a:cubicBezTo>
                    <a:pt x="664" y="531"/>
                    <a:pt x="662" y="531"/>
                    <a:pt x="661" y="530"/>
                  </a:cubicBezTo>
                  <a:cubicBezTo>
                    <a:pt x="542" y="410"/>
                    <a:pt x="542" y="410"/>
                    <a:pt x="542" y="410"/>
                  </a:cubicBezTo>
                  <a:cubicBezTo>
                    <a:pt x="405" y="410"/>
                    <a:pt x="405" y="410"/>
                    <a:pt x="405" y="410"/>
                  </a:cubicBezTo>
                  <a:cubicBezTo>
                    <a:pt x="404" y="410"/>
                    <a:pt x="403" y="410"/>
                    <a:pt x="402" y="40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07" y="400"/>
                    <a:pt x="407" y="400"/>
                    <a:pt x="407" y="400"/>
                  </a:cubicBezTo>
                  <a:cubicBezTo>
                    <a:pt x="544" y="400"/>
                    <a:pt x="544" y="400"/>
                    <a:pt x="544" y="400"/>
                  </a:cubicBezTo>
                  <a:cubicBezTo>
                    <a:pt x="545" y="400"/>
                    <a:pt x="547" y="400"/>
                    <a:pt x="548" y="401"/>
                  </a:cubicBezTo>
                  <a:cubicBezTo>
                    <a:pt x="667" y="521"/>
                    <a:pt x="667" y="521"/>
                    <a:pt x="667" y="521"/>
                  </a:cubicBezTo>
                  <a:cubicBezTo>
                    <a:pt x="721" y="521"/>
                    <a:pt x="721" y="521"/>
                    <a:pt x="721" y="521"/>
                  </a:cubicBezTo>
                  <a:cubicBezTo>
                    <a:pt x="722" y="521"/>
                    <a:pt x="723" y="521"/>
                    <a:pt x="724" y="522"/>
                  </a:cubicBezTo>
                  <a:cubicBezTo>
                    <a:pt x="802" y="600"/>
                    <a:pt x="802" y="600"/>
                    <a:pt x="802" y="600"/>
                  </a:cubicBezTo>
                  <a:cubicBezTo>
                    <a:pt x="840" y="600"/>
                    <a:pt x="840" y="600"/>
                    <a:pt x="840" y="600"/>
                  </a:cubicBezTo>
                  <a:lnTo>
                    <a:pt x="84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3" name="Freeform 437"/>
            <p:cNvSpPr>
              <a:spLocks/>
            </p:cNvSpPr>
            <p:nvPr/>
          </p:nvSpPr>
          <p:spPr bwMode="auto">
            <a:xfrm flipV="1">
              <a:off x="-1131886" y="4090986"/>
              <a:ext cx="2949575" cy="2120900"/>
            </a:xfrm>
            <a:custGeom>
              <a:avLst/>
              <a:gdLst>
                <a:gd name="T0" fmla="*/ 786 w 786"/>
                <a:gd name="T1" fmla="*/ 565 h 565"/>
                <a:gd name="T2" fmla="*/ 782 w 786"/>
                <a:gd name="T3" fmla="*/ 565 h 565"/>
                <a:gd name="T4" fmla="*/ 782 w 786"/>
                <a:gd name="T5" fmla="*/ 517 h 565"/>
                <a:gd name="T6" fmla="*/ 621 w 786"/>
                <a:gd name="T7" fmla="*/ 356 h 565"/>
                <a:gd name="T8" fmla="*/ 354 w 786"/>
                <a:gd name="T9" fmla="*/ 356 h 565"/>
                <a:gd name="T10" fmla="*/ 353 w 786"/>
                <a:gd name="T11" fmla="*/ 355 h 565"/>
                <a:gd name="T12" fmla="*/ 0 w 786"/>
                <a:gd name="T13" fmla="*/ 2 h 565"/>
                <a:gd name="T14" fmla="*/ 2 w 786"/>
                <a:gd name="T15" fmla="*/ 0 h 565"/>
                <a:gd name="T16" fmla="*/ 355 w 786"/>
                <a:gd name="T17" fmla="*/ 352 h 565"/>
                <a:gd name="T18" fmla="*/ 622 w 786"/>
                <a:gd name="T19" fmla="*/ 352 h 565"/>
                <a:gd name="T20" fmla="*/ 623 w 786"/>
                <a:gd name="T21" fmla="*/ 353 h 565"/>
                <a:gd name="T22" fmla="*/ 785 w 786"/>
                <a:gd name="T23" fmla="*/ 515 h 565"/>
                <a:gd name="T24" fmla="*/ 786 w 786"/>
                <a:gd name="T25" fmla="*/ 516 h 565"/>
                <a:gd name="T26" fmla="*/ 786 w 786"/>
                <a:gd name="T27" fmla="*/ 565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6" h="565">
                  <a:moveTo>
                    <a:pt x="786" y="565"/>
                  </a:moveTo>
                  <a:cubicBezTo>
                    <a:pt x="782" y="565"/>
                    <a:pt x="782" y="565"/>
                    <a:pt x="782" y="565"/>
                  </a:cubicBezTo>
                  <a:cubicBezTo>
                    <a:pt x="782" y="517"/>
                    <a:pt x="782" y="517"/>
                    <a:pt x="782" y="517"/>
                  </a:cubicBezTo>
                  <a:cubicBezTo>
                    <a:pt x="621" y="356"/>
                    <a:pt x="621" y="356"/>
                    <a:pt x="621" y="356"/>
                  </a:cubicBezTo>
                  <a:cubicBezTo>
                    <a:pt x="354" y="356"/>
                    <a:pt x="354" y="356"/>
                    <a:pt x="354" y="356"/>
                  </a:cubicBezTo>
                  <a:cubicBezTo>
                    <a:pt x="354" y="356"/>
                    <a:pt x="354" y="356"/>
                    <a:pt x="353" y="35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55" y="352"/>
                    <a:pt x="355" y="352"/>
                    <a:pt x="355" y="352"/>
                  </a:cubicBezTo>
                  <a:cubicBezTo>
                    <a:pt x="622" y="352"/>
                    <a:pt x="622" y="352"/>
                    <a:pt x="622" y="352"/>
                  </a:cubicBezTo>
                  <a:cubicBezTo>
                    <a:pt x="622" y="352"/>
                    <a:pt x="623" y="353"/>
                    <a:pt x="623" y="353"/>
                  </a:cubicBezTo>
                  <a:cubicBezTo>
                    <a:pt x="785" y="515"/>
                    <a:pt x="785" y="515"/>
                    <a:pt x="785" y="515"/>
                  </a:cubicBezTo>
                  <a:cubicBezTo>
                    <a:pt x="786" y="515"/>
                    <a:pt x="786" y="516"/>
                    <a:pt x="786" y="516"/>
                  </a:cubicBezTo>
                  <a:lnTo>
                    <a:pt x="786" y="5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4" name="Freeform 438"/>
            <p:cNvSpPr>
              <a:spLocks/>
            </p:cNvSpPr>
            <p:nvPr/>
          </p:nvSpPr>
          <p:spPr bwMode="auto">
            <a:xfrm flipV="1">
              <a:off x="-1330323" y="3827461"/>
              <a:ext cx="3370262" cy="2189163"/>
            </a:xfrm>
            <a:custGeom>
              <a:avLst/>
              <a:gdLst>
                <a:gd name="T0" fmla="*/ 843 w 898"/>
                <a:gd name="T1" fmla="*/ 583 h 583"/>
                <a:gd name="T2" fmla="*/ 842 w 898"/>
                <a:gd name="T3" fmla="*/ 582 h 583"/>
                <a:gd name="T4" fmla="*/ 753 w 898"/>
                <a:gd name="T5" fmla="*/ 493 h 583"/>
                <a:gd name="T6" fmla="*/ 752 w 898"/>
                <a:gd name="T7" fmla="*/ 492 h 583"/>
                <a:gd name="T8" fmla="*/ 752 w 898"/>
                <a:gd name="T9" fmla="*/ 428 h 583"/>
                <a:gd name="T10" fmla="*/ 666 w 898"/>
                <a:gd name="T11" fmla="*/ 342 h 583"/>
                <a:gd name="T12" fmla="*/ 341 w 898"/>
                <a:gd name="T13" fmla="*/ 342 h 583"/>
                <a:gd name="T14" fmla="*/ 339 w 898"/>
                <a:gd name="T15" fmla="*/ 342 h 583"/>
                <a:gd name="T16" fmla="*/ 0 w 898"/>
                <a:gd name="T17" fmla="*/ 3 h 583"/>
                <a:gd name="T18" fmla="*/ 3 w 898"/>
                <a:gd name="T19" fmla="*/ 0 h 583"/>
                <a:gd name="T20" fmla="*/ 341 w 898"/>
                <a:gd name="T21" fmla="*/ 339 h 583"/>
                <a:gd name="T22" fmla="*/ 666 w 898"/>
                <a:gd name="T23" fmla="*/ 339 h 583"/>
                <a:gd name="T24" fmla="*/ 668 w 898"/>
                <a:gd name="T25" fmla="*/ 339 h 583"/>
                <a:gd name="T26" fmla="*/ 755 w 898"/>
                <a:gd name="T27" fmla="*/ 426 h 583"/>
                <a:gd name="T28" fmla="*/ 755 w 898"/>
                <a:gd name="T29" fmla="*/ 428 h 583"/>
                <a:gd name="T30" fmla="*/ 755 w 898"/>
                <a:gd name="T31" fmla="*/ 491 h 583"/>
                <a:gd name="T32" fmla="*/ 844 w 898"/>
                <a:gd name="T33" fmla="*/ 579 h 583"/>
                <a:gd name="T34" fmla="*/ 886 w 898"/>
                <a:gd name="T35" fmla="*/ 579 h 583"/>
                <a:gd name="T36" fmla="*/ 895 w 898"/>
                <a:gd name="T37" fmla="*/ 570 h 583"/>
                <a:gd name="T38" fmla="*/ 898 w 898"/>
                <a:gd name="T39" fmla="*/ 572 h 583"/>
                <a:gd name="T40" fmla="*/ 888 w 898"/>
                <a:gd name="T41" fmla="*/ 582 h 583"/>
                <a:gd name="T42" fmla="*/ 887 w 898"/>
                <a:gd name="T43" fmla="*/ 583 h 583"/>
                <a:gd name="T44" fmla="*/ 843 w 898"/>
                <a:gd name="T45" fmla="*/ 58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583">
                  <a:moveTo>
                    <a:pt x="843" y="583"/>
                  </a:moveTo>
                  <a:cubicBezTo>
                    <a:pt x="842" y="583"/>
                    <a:pt x="842" y="583"/>
                    <a:pt x="842" y="582"/>
                  </a:cubicBezTo>
                  <a:cubicBezTo>
                    <a:pt x="753" y="493"/>
                    <a:pt x="753" y="493"/>
                    <a:pt x="753" y="493"/>
                  </a:cubicBezTo>
                  <a:cubicBezTo>
                    <a:pt x="752" y="493"/>
                    <a:pt x="752" y="492"/>
                    <a:pt x="752" y="492"/>
                  </a:cubicBezTo>
                  <a:cubicBezTo>
                    <a:pt x="752" y="428"/>
                    <a:pt x="752" y="428"/>
                    <a:pt x="752" y="428"/>
                  </a:cubicBezTo>
                  <a:cubicBezTo>
                    <a:pt x="666" y="342"/>
                    <a:pt x="666" y="342"/>
                    <a:pt x="666" y="342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0" y="342"/>
                    <a:pt x="340" y="342"/>
                    <a:pt x="339" y="34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1" y="339"/>
                    <a:pt x="341" y="339"/>
                    <a:pt x="341" y="339"/>
                  </a:cubicBezTo>
                  <a:cubicBezTo>
                    <a:pt x="666" y="339"/>
                    <a:pt x="666" y="339"/>
                    <a:pt x="666" y="339"/>
                  </a:cubicBezTo>
                  <a:cubicBezTo>
                    <a:pt x="667" y="339"/>
                    <a:pt x="667" y="339"/>
                    <a:pt x="668" y="339"/>
                  </a:cubicBezTo>
                  <a:cubicBezTo>
                    <a:pt x="755" y="426"/>
                    <a:pt x="755" y="426"/>
                    <a:pt x="755" y="426"/>
                  </a:cubicBezTo>
                  <a:cubicBezTo>
                    <a:pt x="755" y="427"/>
                    <a:pt x="755" y="427"/>
                    <a:pt x="755" y="428"/>
                  </a:cubicBezTo>
                  <a:cubicBezTo>
                    <a:pt x="755" y="491"/>
                    <a:pt x="755" y="491"/>
                    <a:pt x="755" y="491"/>
                  </a:cubicBezTo>
                  <a:cubicBezTo>
                    <a:pt x="844" y="579"/>
                    <a:pt x="844" y="579"/>
                    <a:pt x="844" y="579"/>
                  </a:cubicBezTo>
                  <a:cubicBezTo>
                    <a:pt x="886" y="579"/>
                    <a:pt x="886" y="579"/>
                    <a:pt x="886" y="579"/>
                  </a:cubicBezTo>
                  <a:cubicBezTo>
                    <a:pt x="895" y="570"/>
                    <a:pt x="895" y="570"/>
                    <a:pt x="895" y="570"/>
                  </a:cubicBezTo>
                  <a:cubicBezTo>
                    <a:pt x="898" y="572"/>
                    <a:pt x="898" y="572"/>
                    <a:pt x="898" y="572"/>
                  </a:cubicBezTo>
                  <a:cubicBezTo>
                    <a:pt x="888" y="582"/>
                    <a:pt x="888" y="582"/>
                    <a:pt x="888" y="582"/>
                  </a:cubicBezTo>
                  <a:cubicBezTo>
                    <a:pt x="887" y="583"/>
                    <a:pt x="887" y="583"/>
                    <a:pt x="887" y="583"/>
                  </a:cubicBezTo>
                  <a:lnTo>
                    <a:pt x="843" y="5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5" name="Freeform 439"/>
            <p:cNvSpPr>
              <a:spLocks/>
            </p:cNvSpPr>
            <p:nvPr/>
          </p:nvSpPr>
          <p:spPr bwMode="auto">
            <a:xfrm flipV="1">
              <a:off x="-1619248" y="3881436"/>
              <a:ext cx="3205162" cy="1846263"/>
            </a:xfrm>
            <a:custGeom>
              <a:avLst/>
              <a:gdLst>
                <a:gd name="T0" fmla="*/ 671 w 854"/>
                <a:gd name="T1" fmla="*/ 312 h 492"/>
                <a:gd name="T2" fmla="*/ 654 w 854"/>
                <a:gd name="T3" fmla="*/ 315 h 492"/>
                <a:gd name="T4" fmla="*/ 722 w 854"/>
                <a:gd name="T5" fmla="*/ 392 h 492"/>
                <a:gd name="T6" fmla="*/ 723 w 854"/>
                <a:gd name="T7" fmla="*/ 402 h 492"/>
                <a:gd name="T8" fmla="*/ 715 w 854"/>
                <a:gd name="T9" fmla="*/ 410 h 492"/>
                <a:gd name="T10" fmla="*/ 705 w 854"/>
                <a:gd name="T11" fmla="*/ 410 h 492"/>
                <a:gd name="T12" fmla="*/ 603 w 854"/>
                <a:gd name="T13" fmla="*/ 309 h 492"/>
                <a:gd name="T14" fmla="*/ 469 w 854"/>
                <a:gd name="T15" fmla="*/ 319 h 492"/>
                <a:gd name="T16" fmla="*/ 475 w 854"/>
                <a:gd name="T17" fmla="*/ 333 h 492"/>
                <a:gd name="T18" fmla="*/ 575 w 854"/>
                <a:gd name="T19" fmla="*/ 333 h 492"/>
                <a:gd name="T20" fmla="*/ 583 w 854"/>
                <a:gd name="T21" fmla="*/ 342 h 492"/>
                <a:gd name="T22" fmla="*/ 583 w 854"/>
                <a:gd name="T23" fmla="*/ 353 h 492"/>
                <a:gd name="T24" fmla="*/ 573 w 854"/>
                <a:gd name="T25" fmla="*/ 362 h 492"/>
                <a:gd name="T26" fmla="*/ 354 w 854"/>
                <a:gd name="T27" fmla="*/ 362 h 492"/>
                <a:gd name="T28" fmla="*/ 247 w 854"/>
                <a:gd name="T29" fmla="*/ 255 h 492"/>
                <a:gd name="T30" fmla="*/ 248 w 854"/>
                <a:gd name="T31" fmla="*/ 240 h 492"/>
                <a:gd name="T32" fmla="*/ 259 w 854"/>
                <a:gd name="T33" fmla="*/ 229 h 492"/>
                <a:gd name="T34" fmla="*/ 273 w 854"/>
                <a:gd name="T35" fmla="*/ 230 h 492"/>
                <a:gd name="T36" fmla="*/ 387 w 854"/>
                <a:gd name="T37" fmla="*/ 332 h 492"/>
                <a:gd name="T38" fmla="*/ 397 w 854"/>
                <a:gd name="T39" fmla="*/ 311 h 492"/>
                <a:gd name="T40" fmla="*/ 118 w 854"/>
                <a:gd name="T41" fmla="*/ 43 h 492"/>
                <a:gd name="T42" fmla="*/ 108 w 854"/>
                <a:gd name="T43" fmla="*/ 65 h 492"/>
                <a:gd name="T44" fmla="*/ 199 w 854"/>
                <a:gd name="T45" fmla="*/ 157 h 492"/>
                <a:gd name="T46" fmla="*/ 199 w 854"/>
                <a:gd name="T47" fmla="*/ 167 h 492"/>
                <a:gd name="T48" fmla="*/ 187 w 854"/>
                <a:gd name="T49" fmla="*/ 178 h 492"/>
                <a:gd name="T50" fmla="*/ 176 w 854"/>
                <a:gd name="T51" fmla="*/ 178 h 492"/>
                <a:gd name="T52" fmla="*/ 0 w 854"/>
                <a:gd name="T53" fmla="*/ 3 h 492"/>
                <a:gd name="T54" fmla="*/ 177 w 854"/>
                <a:gd name="T55" fmla="*/ 174 h 492"/>
                <a:gd name="T56" fmla="*/ 196 w 854"/>
                <a:gd name="T57" fmla="*/ 165 h 492"/>
                <a:gd name="T58" fmla="*/ 105 w 854"/>
                <a:gd name="T59" fmla="*/ 67 h 492"/>
                <a:gd name="T60" fmla="*/ 104 w 854"/>
                <a:gd name="T61" fmla="*/ 53 h 492"/>
                <a:gd name="T62" fmla="*/ 116 w 854"/>
                <a:gd name="T63" fmla="*/ 40 h 492"/>
                <a:gd name="T64" fmla="*/ 130 w 854"/>
                <a:gd name="T65" fmla="*/ 40 h 492"/>
                <a:gd name="T66" fmla="*/ 400 w 854"/>
                <a:gd name="T67" fmla="*/ 309 h 492"/>
                <a:gd name="T68" fmla="*/ 400 w 854"/>
                <a:gd name="T69" fmla="*/ 323 h 492"/>
                <a:gd name="T70" fmla="*/ 389 w 854"/>
                <a:gd name="T71" fmla="*/ 335 h 492"/>
                <a:gd name="T72" fmla="*/ 374 w 854"/>
                <a:gd name="T73" fmla="*/ 335 h 492"/>
                <a:gd name="T74" fmla="*/ 271 w 854"/>
                <a:gd name="T75" fmla="*/ 233 h 492"/>
                <a:gd name="T76" fmla="*/ 251 w 854"/>
                <a:gd name="T77" fmla="*/ 242 h 492"/>
                <a:gd name="T78" fmla="*/ 356 w 854"/>
                <a:gd name="T79" fmla="*/ 359 h 492"/>
                <a:gd name="T80" fmla="*/ 580 w 854"/>
                <a:gd name="T81" fmla="*/ 351 h 492"/>
                <a:gd name="T82" fmla="*/ 573 w 854"/>
                <a:gd name="T83" fmla="*/ 336 h 492"/>
                <a:gd name="T84" fmla="*/ 473 w 854"/>
                <a:gd name="T85" fmla="*/ 336 h 492"/>
                <a:gd name="T86" fmla="*/ 465 w 854"/>
                <a:gd name="T87" fmla="*/ 327 h 492"/>
                <a:gd name="T88" fmla="*/ 466 w 854"/>
                <a:gd name="T89" fmla="*/ 317 h 492"/>
                <a:gd name="T90" fmla="*/ 478 w 854"/>
                <a:gd name="T91" fmla="*/ 306 h 492"/>
                <a:gd name="T92" fmla="*/ 605 w 854"/>
                <a:gd name="T93" fmla="*/ 306 h 492"/>
                <a:gd name="T94" fmla="*/ 713 w 854"/>
                <a:gd name="T95" fmla="*/ 407 h 492"/>
                <a:gd name="T96" fmla="*/ 720 w 854"/>
                <a:gd name="T97" fmla="*/ 394 h 492"/>
                <a:gd name="T98" fmla="*/ 651 w 854"/>
                <a:gd name="T99" fmla="*/ 324 h 492"/>
                <a:gd name="T100" fmla="*/ 651 w 854"/>
                <a:gd name="T101" fmla="*/ 313 h 492"/>
                <a:gd name="T102" fmla="*/ 657 w 854"/>
                <a:gd name="T103" fmla="*/ 308 h 492"/>
                <a:gd name="T104" fmla="*/ 672 w 854"/>
                <a:gd name="T105" fmla="*/ 309 h 492"/>
                <a:gd name="T106" fmla="*/ 851 w 854"/>
                <a:gd name="T107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54" h="492">
                  <a:moveTo>
                    <a:pt x="851" y="492"/>
                  </a:moveTo>
                  <a:cubicBezTo>
                    <a:pt x="671" y="312"/>
                    <a:pt x="671" y="312"/>
                    <a:pt x="671" y="312"/>
                  </a:cubicBezTo>
                  <a:cubicBezTo>
                    <a:pt x="658" y="312"/>
                    <a:pt x="658" y="312"/>
                    <a:pt x="658" y="312"/>
                  </a:cubicBezTo>
                  <a:cubicBezTo>
                    <a:pt x="654" y="315"/>
                    <a:pt x="654" y="315"/>
                    <a:pt x="654" y="315"/>
                  </a:cubicBezTo>
                  <a:cubicBezTo>
                    <a:pt x="654" y="324"/>
                    <a:pt x="654" y="324"/>
                    <a:pt x="654" y="324"/>
                  </a:cubicBezTo>
                  <a:cubicBezTo>
                    <a:pt x="722" y="392"/>
                    <a:pt x="722" y="392"/>
                    <a:pt x="722" y="392"/>
                  </a:cubicBezTo>
                  <a:cubicBezTo>
                    <a:pt x="723" y="392"/>
                    <a:pt x="723" y="393"/>
                    <a:pt x="723" y="393"/>
                  </a:cubicBezTo>
                  <a:cubicBezTo>
                    <a:pt x="723" y="402"/>
                    <a:pt x="723" y="402"/>
                    <a:pt x="723" y="402"/>
                  </a:cubicBezTo>
                  <a:cubicBezTo>
                    <a:pt x="723" y="402"/>
                    <a:pt x="723" y="402"/>
                    <a:pt x="722" y="403"/>
                  </a:cubicBezTo>
                  <a:cubicBezTo>
                    <a:pt x="715" y="410"/>
                    <a:pt x="715" y="410"/>
                    <a:pt x="715" y="410"/>
                  </a:cubicBezTo>
                  <a:cubicBezTo>
                    <a:pt x="715" y="410"/>
                    <a:pt x="715" y="410"/>
                    <a:pt x="714" y="410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704" y="410"/>
                    <a:pt x="704" y="410"/>
                    <a:pt x="704" y="410"/>
                  </a:cubicBezTo>
                  <a:cubicBezTo>
                    <a:pt x="603" y="309"/>
                    <a:pt x="603" y="309"/>
                    <a:pt x="603" y="309"/>
                  </a:cubicBezTo>
                  <a:cubicBezTo>
                    <a:pt x="479" y="309"/>
                    <a:pt x="479" y="309"/>
                    <a:pt x="479" y="309"/>
                  </a:cubicBezTo>
                  <a:cubicBezTo>
                    <a:pt x="469" y="319"/>
                    <a:pt x="469" y="319"/>
                    <a:pt x="469" y="319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75" y="333"/>
                    <a:pt x="475" y="333"/>
                    <a:pt x="475" y="333"/>
                  </a:cubicBezTo>
                  <a:cubicBezTo>
                    <a:pt x="574" y="333"/>
                    <a:pt x="574" y="333"/>
                    <a:pt x="574" y="333"/>
                  </a:cubicBezTo>
                  <a:cubicBezTo>
                    <a:pt x="574" y="333"/>
                    <a:pt x="575" y="333"/>
                    <a:pt x="575" y="333"/>
                  </a:cubicBezTo>
                  <a:cubicBezTo>
                    <a:pt x="583" y="341"/>
                    <a:pt x="583" y="341"/>
                    <a:pt x="583" y="341"/>
                  </a:cubicBezTo>
                  <a:cubicBezTo>
                    <a:pt x="583" y="341"/>
                    <a:pt x="583" y="342"/>
                    <a:pt x="583" y="342"/>
                  </a:cubicBezTo>
                  <a:cubicBezTo>
                    <a:pt x="583" y="352"/>
                    <a:pt x="583" y="352"/>
                    <a:pt x="583" y="352"/>
                  </a:cubicBezTo>
                  <a:cubicBezTo>
                    <a:pt x="583" y="352"/>
                    <a:pt x="583" y="353"/>
                    <a:pt x="583" y="353"/>
                  </a:cubicBezTo>
                  <a:cubicBezTo>
                    <a:pt x="574" y="362"/>
                    <a:pt x="574" y="362"/>
                    <a:pt x="574" y="362"/>
                  </a:cubicBezTo>
                  <a:cubicBezTo>
                    <a:pt x="574" y="362"/>
                    <a:pt x="573" y="362"/>
                    <a:pt x="573" y="362"/>
                  </a:cubicBezTo>
                  <a:cubicBezTo>
                    <a:pt x="355" y="362"/>
                    <a:pt x="355" y="362"/>
                    <a:pt x="355" y="362"/>
                  </a:cubicBezTo>
                  <a:cubicBezTo>
                    <a:pt x="355" y="362"/>
                    <a:pt x="354" y="362"/>
                    <a:pt x="354" y="362"/>
                  </a:cubicBezTo>
                  <a:cubicBezTo>
                    <a:pt x="248" y="256"/>
                    <a:pt x="248" y="256"/>
                    <a:pt x="248" y="256"/>
                  </a:cubicBezTo>
                  <a:cubicBezTo>
                    <a:pt x="248" y="256"/>
                    <a:pt x="247" y="255"/>
                    <a:pt x="247" y="255"/>
                  </a:cubicBezTo>
                  <a:cubicBezTo>
                    <a:pt x="247" y="241"/>
                    <a:pt x="247" y="241"/>
                    <a:pt x="247" y="241"/>
                  </a:cubicBezTo>
                  <a:cubicBezTo>
                    <a:pt x="247" y="241"/>
                    <a:pt x="248" y="240"/>
                    <a:pt x="248" y="240"/>
                  </a:cubicBezTo>
                  <a:cubicBezTo>
                    <a:pt x="258" y="230"/>
                    <a:pt x="258" y="230"/>
                    <a:pt x="258" y="230"/>
                  </a:cubicBezTo>
                  <a:cubicBezTo>
                    <a:pt x="259" y="230"/>
                    <a:pt x="259" y="229"/>
                    <a:pt x="259" y="229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9"/>
                    <a:pt x="273" y="229"/>
                    <a:pt x="273" y="230"/>
                  </a:cubicBezTo>
                  <a:cubicBezTo>
                    <a:pt x="375" y="332"/>
                    <a:pt x="375" y="332"/>
                    <a:pt x="375" y="332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97" y="322"/>
                    <a:pt x="397" y="322"/>
                    <a:pt x="397" y="322"/>
                  </a:cubicBezTo>
                  <a:cubicBezTo>
                    <a:pt x="397" y="311"/>
                    <a:pt x="397" y="311"/>
                    <a:pt x="397" y="311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99" y="156"/>
                    <a:pt x="199" y="156"/>
                    <a:pt x="199" y="156"/>
                  </a:cubicBezTo>
                  <a:cubicBezTo>
                    <a:pt x="199" y="156"/>
                    <a:pt x="199" y="157"/>
                    <a:pt x="199" y="157"/>
                  </a:cubicBezTo>
                  <a:cubicBezTo>
                    <a:pt x="199" y="166"/>
                    <a:pt x="199" y="166"/>
                    <a:pt x="199" y="166"/>
                  </a:cubicBezTo>
                  <a:cubicBezTo>
                    <a:pt x="199" y="166"/>
                    <a:pt x="199" y="167"/>
                    <a:pt x="199" y="167"/>
                  </a:cubicBezTo>
                  <a:cubicBezTo>
                    <a:pt x="189" y="177"/>
                    <a:pt x="189" y="177"/>
                    <a:pt x="189" y="177"/>
                  </a:cubicBezTo>
                  <a:cubicBezTo>
                    <a:pt x="188" y="177"/>
                    <a:pt x="188" y="178"/>
                    <a:pt x="187" y="178"/>
                  </a:cubicBezTo>
                  <a:cubicBezTo>
                    <a:pt x="187" y="178"/>
                    <a:pt x="187" y="178"/>
                    <a:pt x="187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5" y="178"/>
                    <a:pt x="175" y="177"/>
                    <a:pt x="175" y="17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77" y="174"/>
                    <a:pt x="177" y="174"/>
                    <a:pt x="17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96" y="165"/>
                    <a:pt x="196" y="165"/>
                    <a:pt x="196" y="165"/>
                  </a:cubicBezTo>
                  <a:cubicBezTo>
                    <a:pt x="196" y="158"/>
                    <a:pt x="196" y="158"/>
                    <a:pt x="196" y="158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4" y="67"/>
                    <a:pt x="104" y="66"/>
                    <a:pt x="104" y="6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4" y="53"/>
                    <a:pt x="104" y="52"/>
                    <a:pt x="105" y="52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7" y="40"/>
                    <a:pt x="117" y="40"/>
                    <a:pt x="118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0"/>
                    <a:pt x="131" y="40"/>
                    <a:pt x="131" y="40"/>
                  </a:cubicBezTo>
                  <a:cubicBezTo>
                    <a:pt x="400" y="309"/>
                    <a:pt x="400" y="309"/>
                    <a:pt x="400" y="309"/>
                  </a:cubicBezTo>
                  <a:cubicBezTo>
                    <a:pt x="400" y="309"/>
                    <a:pt x="400" y="310"/>
                    <a:pt x="400" y="310"/>
                  </a:cubicBezTo>
                  <a:cubicBezTo>
                    <a:pt x="400" y="323"/>
                    <a:pt x="400" y="323"/>
                    <a:pt x="400" y="323"/>
                  </a:cubicBezTo>
                  <a:cubicBezTo>
                    <a:pt x="400" y="323"/>
                    <a:pt x="400" y="324"/>
                    <a:pt x="400" y="324"/>
                  </a:cubicBezTo>
                  <a:cubicBezTo>
                    <a:pt x="389" y="335"/>
                    <a:pt x="389" y="335"/>
                    <a:pt x="389" y="335"/>
                  </a:cubicBezTo>
                  <a:cubicBezTo>
                    <a:pt x="389" y="335"/>
                    <a:pt x="388" y="335"/>
                    <a:pt x="388" y="335"/>
                  </a:cubicBezTo>
                  <a:cubicBezTo>
                    <a:pt x="374" y="335"/>
                    <a:pt x="374" y="335"/>
                    <a:pt x="374" y="335"/>
                  </a:cubicBezTo>
                  <a:cubicBezTo>
                    <a:pt x="374" y="335"/>
                    <a:pt x="373" y="335"/>
                    <a:pt x="373" y="335"/>
                  </a:cubicBezTo>
                  <a:cubicBezTo>
                    <a:pt x="271" y="233"/>
                    <a:pt x="271" y="233"/>
                    <a:pt x="271" y="233"/>
                  </a:cubicBezTo>
                  <a:cubicBezTo>
                    <a:pt x="260" y="233"/>
                    <a:pt x="260" y="233"/>
                    <a:pt x="260" y="233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356" y="359"/>
                    <a:pt x="356" y="359"/>
                    <a:pt x="356" y="359"/>
                  </a:cubicBezTo>
                  <a:cubicBezTo>
                    <a:pt x="572" y="359"/>
                    <a:pt x="572" y="359"/>
                    <a:pt x="572" y="359"/>
                  </a:cubicBezTo>
                  <a:cubicBezTo>
                    <a:pt x="580" y="351"/>
                    <a:pt x="580" y="351"/>
                    <a:pt x="580" y="351"/>
                  </a:cubicBezTo>
                  <a:cubicBezTo>
                    <a:pt x="580" y="343"/>
                    <a:pt x="580" y="343"/>
                    <a:pt x="580" y="343"/>
                  </a:cubicBezTo>
                  <a:cubicBezTo>
                    <a:pt x="573" y="336"/>
                    <a:pt x="573" y="336"/>
                    <a:pt x="573" y="336"/>
                  </a:cubicBezTo>
                  <a:cubicBezTo>
                    <a:pt x="474" y="336"/>
                    <a:pt x="474" y="336"/>
                    <a:pt x="474" y="336"/>
                  </a:cubicBezTo>
                  <a:cubicBezTo>
                    <a:pt x="474" y="336"/>
                    <a:pt x="473" y="336"/>
                    <a:pt x="473" y="336"/>
                  </a:cubicBezTo>
                  <a:cubicBezTo>
                    <a:pt x="466" y="328"/>
                    <a:pt x="466" y="328"/>
                    <a:pt x="466" y="328"/>
                  </a:cubicBezTo>
                  <a:cubicBezTo>
                    <a:pt x="465" y="328"/>
                    <a:pt x="465" y="328"/>
                    <a:pt x="465" y="327"/>
                  </a:cubicBezTo>
                  <a:cubicBezTo>
                    <a:pt x="465" y="319"/>
                    <a:pt x="465" y="319"/>
                    <a:pt x="465" y="319"/>
                  </a:cubicBezTo>
                  <a:cubicBezTo>
                    <a:pt x="465" y="318"/>
                    <a:pt x="465" y="318"/>
                    <a:pt x="466" y="317"/>
                  </a:cubicBezTo>
                  <a:cubicBezTo>
                    <a:pt x="477" y="306"/>
                    <a:pt x="477" y="306"/>
                    <a:pt x="477" y="306"/>
                  </a:cubicBezTo>
                  <a:cubicBezTo>
                    <a:pt x="477" y="306"/>
                    <a:pt x="478" y="306"/>
                    <a:pt x="478" y="306"/>
                  </a:cubicBezTo>
                  <a:cubicBezTo>
                    <a:pt x="603" y="306"/>
                    <a:pt x="603" y="306"/>
                    <a:pt x="603" y="306"/>
                  </a:cubicBezTo>
                  <a:cubicBezTo>
                    <a:pt x="604" y="306"/>
                    <a:pt x="604" y="306"/>
                    <a:pt x="605" y="306"/>
                  </a:cubicBezTo>
                  <a:cubicBezTo>
                    <a:pt x="705" y="407"/>
                    <a:pt x="705" y="407"/>
                    <a:pt x="705" y="407"/>
                  </a:cubicBezTo>
                  <a:cubicBezTo>
                    <a:pt x="713" y="407"/>
                    <a:pt x="713" y="407"/>
                    <a:pt x="713" y="407"/>
                  </a:cubicBezTo>
                  <a:cubicBezTo>
                    <a:pt x="720" y="401"/>
                    <a:pt x="720" y="401"/>
                    <a:pt x="720" y="401"/>
                  </a:cubicBezTo>
                  <a:cubicBezTo>
                    <a:pt x="720" y="394"/>
                    <a:pt x="720" y="394"/>
                    <a:pt x="720" y="394"/>
                  </a:cubicBezTo>
                  <a:cubicBezTo>
                    <a:pt x="651" y="326"/>
                    <a:pt x="651" y="326"/>
                    <a:pt x="651" y="326"/>
                  </a:cubicBezTo>
                  <a:cubicBezTo>
                    <a:pt x="651" y="325"/>
                    <a:pt x="651" y="325"/>
                    <a:pt x="651" y="324"/>
                  </a:cubicBezTo>
                  <a:cubicBezTo>
                    <a:pt x="651" y="315"/>
                    <a:pt x="651" y="315"/>
                    <a:pt x="651" y="315"/>
                  </a:cubicBezTo>
                  <a:cubicBezTo>
                    <a:pt x="651" y="314"/>
                    <a:pt x="651" y="314"/>
                    <a:pt x="651" y="313"/>
                  </a:cubicBezTo>
                  <a:cubicBezTo>
                    <a:pt x="656" y="309"/>
                    <a:pt x="656" y="309"/>
                    <a:pt x="656" y="309"/>
                  </a:cubicBezTo>
                  <a:cubicBezTo>
                    <a:pt x="656" y="308"/>
                    <a:pt x="657" y="308"/>
                    <a:pt x="657" y="308"/>
                  </a:cubicBezTo>
                  <a:cubicBezTo>
                    <a:pt x="671" y="308"/>
                    <a:pt x="671" y="308"/>
                    <a:pt x="671" y="308"/>
                  </a:cubicBezTo>
                  <a:cubicBezTo>
                    <a:pt x="672" y="308"/>
                    <a:pt x="672" y="308"/>
                    <a:pt x="672" y="309"/>
                  </a:cubicBezTo>
                  <a:cubicBezTo>
                    <a:pt x="854" y="490"/>
                    <a:pt x="854" y="490"/>
                    <a:pt x="854" y="490"/>
                  </a:cubicBezTo>
                  <a:lnTo>
                    <a:pt x="851" y="4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6" name="Freeform 440"/>
            <p:cNvSpPr>
              <a:spLocks noEditPoints="1"/>
            </p:cNvSpPr>
            <p:nvPr/>
          </p:nvSpPr>
          <p:spPr bwMode="auto">
            <a:xfrm flipV="1">
              <a:off x="1792289" y="3648073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0 h 28"/>
                <a:gd name="T12" fmla="*/ 14 w 28"/>
                <a:gd name="T13" fmla="*/ 0 h 28"/>
                <a:gd name="T14" fmla="*/ 0 w 28"/>
                <a:gd name="T15" fmla="*/ 14 h 28"/>
                <a:gd name="T16" fmla="*/ 4 w 28"/>
                <a:gd name="T17" fmla="*/ 24 h 28"/>
                <a:gd name="T18" fmla="*/ 14 w 28"/>
                <a:gd name="T19" fmla="*/ 28 h 28"/>
                <a:gd name="T20" fmla="*/ 28 w 28"/>
                <a:gd name="T21" fmla="*/ 14 h 28"/>
                <a:gd name="T22" fmla="*/ 14 w 28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7" y="26"/>
                    <a:pt x="10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7" name="Freeform 441"/>
            <p:cNvSpPr>
              <a:spLocks noEditPoints="1"/>
            </p:cNvSpPr>
            <p:nvPr/>
          </p:nvSpPr>
          <p:spPr bwMode="auto">
            <a:xfrm flipV="1">
              <a:off x="2058989" y="3163886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14 w 28"/>
                <a:gd name="T3" fmla="*/ 6 h 28"/>
                <a:gd name="T4" fmla="*/ 14 w 28"/>
                <a:gd name="T5" fmla="*/ 6 h 28"/>
                <a:gd name="T6" fmla="*/ 21 w 28"/>
                <a:gd name="T7" fmla="*/ 14 h 28"/>
                <a:gd name="T8" fmla="*/ 14 w 28"/>
                <a:gd name="T9" fmla="*/ 21 h 28"/>
                <a:gd name="T10" fmla="*/ 6 w 28"/>
                <a:gd name="T11" fmla="*/ 14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4 w 28"/>
                <a:gd name="T21" fmla="*/ 24 h 28"/>
                <a:gd name="T22" fmla="*/ 14 w 28"/>
                <a:gd name="T23" fmla="*/ 28 h 28"/>
                <a:gd name="T24" fmla="*/ 24 w 28"/>
                <a:gd name="T25" fmla="*/ 24 h 28"/>
                <a:gd name="T26" fmla="*/ 28 w 28"/>
                <a:gd name="T27" fmla="*/ 14 h 28"/>
                <a:gd name="T28" fmla="*/ 14 w 28"/>
                <a:gd name="T2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6" y="18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6" y="26"/>
                    <a:pt x="10" y="28"/>
                    <a:pt x="14" y="28"/>
                  </a:cubicBezTo>
                  <a:cubicBezTo>
                    <a:pt x="17" y="28"/>
                    <a:pt x="21" y="26"/>
                    <a:pt x="24" y="24"/>
                  </a:cubicBezTo>
                  <a:cubicBezTo>
                    <a:pt x="26" y="21"/>
                    <a:pt x="28" y="17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8" name="Freeform 442"/>
            <p:cNvSpPr>
              <a:spLocks noEditPoints="1"/>
            </p:cNvSpPr>
            <p:nvPr/>
          </p:nvSpPr>
          <p:spPr bwMode="auto">
            <a:xfrm flipV="1">
              <a:off x="1401764" y="3295648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0 h 24"/>
                <a:gd name="T12" fmla="*/ 12 w 25"/>
                <a:gd name="T13" fmla="*/ 0 h 24"/>
                <a:gd name="T14" fmla="*/ 0 w 25"/>
                <a:gd name="T15" fmla="*/ 12 h 24"/>
                <a:gd name="T16" fmla="*/ 12 w 25"/>
                <a:gd name="T17" fmla="*/ 24 h 24"/>
                <a:gd name="T18" fmla="*/ 25 w 25"/>
                <a:gd name="T19" fmla="*/ 12 h 24"/>
                <a:gd name="T20" fmla="*/ 12 w 25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9" name="Freeform 443"/>
            <p:cNvSpPr>
              <a:spLocks noEditPoints="1"/>
            </p:cNvSpPr>
            <p:nvPr/>
          </p:nvSpPr>
          <p:spPr bwMode="auto">
            <a:xfrm flipV="1">
              <a:off x="1250952" y="3430585"/>
              <a:ext cx="93662" cy="93663"/>
            </a:xfrm>
            <a:custGeom>
              <a:avLst/>
              <a:gdLst>
                <a:gd name="T0" fmla="*/ 12 w 25"/>
                <a:gd name="T1" fmla="*/ 6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6 h 25"/>
                <a:gd name="T12" fmla="*/ 12 w 25"/>
                <a:gd name="T13" fmla="*/ 6 h 25"/>
                <a:gd name="T14" fmla="*/ 12 w 25"/>
                <a:gd name="T15" fmla="*/ 6 h 25"/>
                <a:gd name="T16" fmla="*/ 12 w 25"/>
                <a:gd name="T17" fmla="*/ 0 h 25"/>
                <a:gd name="T18" fmla="*/ 12 w 25"/>
                <a:gd name="T19" fmla="*/ 0 h 25"/>
                <a:gd name="T20" fmla="*/ 0 w 25"/>
                <a:gd name="T21" fmla="*/ 13 h 25"/>
                <a:gd name="T22" fmla="*/ 3 w 25"/>
                <a:gd name="T23" fmla="*/ 22 h 25"/>
                <a:gd name="T24" fmla="*/ 12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2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2" y="6"/>
                  </a:moveTo>
                  <a:cubicBezTo>
                    <a:pt x="16" y="6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2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9" y="24"/>
                    <a:pt x="21" y="22"/>
                  </a:cubicBezTo>
                  <a:cubicBezTo>
                    <a:pt x="23" y="19"/>
                    <a:pt x="25" y="16"/>
                    <a:pt x="25" y="13"/>
                  </a:cubicBezTo>
                  <a:cubicBezTo>
                    <a:pt x="25" y="10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0" name="Freeform 444"/>
            <p:cNvSpPr>
              <a:spLocks noEditPoints="1"/>
            </p:cNvSpPr>
            <p:nvPr/>
          </p:nvSpPr>
          <p:spPr bwMode="auto">
            <a:xfrm flipV="1">
              <a:off x="854077" y="3479798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1" name="Freeform 445"/>
            <p:cNvSpPr>
              <a:spLocks noEditPoints="1"/>
            </p:cNvSpPr>
            <p:nvPr/>
          </p:nvSpPr>
          <p:spPr bwMode="auto">
            <a:xfrm flipV="1">
              <a:off x="666752" y="3284536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12 w 25"/>
                <a:gd name="T7" fmla="*/ 19 h 24"/>
                <a:gd name="T8" fmla="*/ 5 w 25"/>
                <a:gd name="T9" fmla="*/ 12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0 w 25"/>
                <a:gd name="T17" fmla="*/ 12 h 24"/>
                <a:gd name="T18" fmla="*/ 12 w 25"/>
                <a:gd name="T19" fmla="*/ 24 h 24"/>
                <a:gd name="T20" fmla="*/ 25 w 25"/>
                <a:gd name="T21" fmla="*/ 12 h 24"/>
                <a:gd name="T22" fmla="*/ 12 w 2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2" name="Freeform 446"/>
            <p:cNvSpPr>
              <a:spLocks noEditPoints="1"/>
            </p:cNvSpPr>
            <p:nvPr/>
          </p:nvSpPr>
          <p:spPr bwMode="auto">
            <a:xfrm flipV="1">
              <a:off x="857252" y="3084510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9 w 24"/>
                <a:gd name="T3" fmla="*/ 13 h 25"/>
                <a:gd name="T4" fmla="*/ 12 w 24"/>
                <a:gd name="T5" fmla="*/ 20 h 25"/>
                <a:gd name="T6" fmla="*/ 12 w 24"/>
                <a:gd name="T7" fmla="*/ 20 h 25"/>
                <a:gd name="T8" fmla="*/ 5 w 24"/>
                <a:gd name="T9" fmla="*/ 13 h 25"/>
                <a:gd name="T10" fmla="*/ 12 w 24"/>
                <a:gd name="T11" fmla="*/ 5 h 25"/>
                <a:gd name="T12" fmla="*/ 12 w 24"/>
                <a:gd name="T13" fmla="*/ 0 h 25"/>
                <a:gd name="T14" fmla="*/ 0 w 24"/>
                <a:gd name="T15" fmla="*/ 13 h 25"/>
                <a:gd name="T16" fmla="*/ 3 w 24"/>
                <a:gd name="T17" fmla="*/ 21 h 25"/>
                <a:gd name="T18" fmla="*/ 12 w 24"/>
                <a:gd name="T19" fmla="*/ 25 h 25"/>
                <a:gd name="T20" fmla="*/ 24 w 24"/>
                <a:gd name="T21" fmla="*/ 13 h 25"/>
                <a:gd name="T22" fmla="*/ 21 w 24"/>
                <a:gd name="T23" fmla="*/ 4 h 25"/>
                <a:gd name="T24" fmla="*/ 12 w 24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4" y="19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3" name="Freeform 448"/>
            <p:cNvSpPr>
              <a:spLocks noEditPoints="1"/>
            </p:cNvSpPr>
            <p:nvPr/>
          </p:nvSpPr>
          <p:spPr bwMode="auto">
            <a:xfrm flipV="1">
              <a:off x="666752" y="29051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2 w 25"/>
                <a:gd name="T3" fmla="*/ 5 h 24"/>
                <a:gd name="T4" fmla="*/ 19 w 25"/>
                <a:gd name="T5" fmla="*/ 12 h 24"/>
                <a:gd name="T6" fmla="*/ 12 w 25"/>
                <a:gd name="T7" fmla="*/ 19 h 24"/>
                <a:gd name="T8" fmla="*/ 12 w 25"/>
                <a:gd name="T9" fmla="*/ 19 h 24"/>
                <a:gd name="T10" fmla="*/ 6 w 25"/>
                <a:gd name="T11" fmla="*/ 12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4" name="Freeform 449"/>
            <p:cNvSpPr>
              <a:spLocks noEditPoints="1"/>
            </p:cNvSpPr>
            <p:nvPr/>
          </p:nvSpPr>
          <p:spPr bwMode="auto">
            <a:xfrm flipV="1">
              <a:off x="846139" y="272414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4 w 24"/>
                <a:gd name="T27" fmla="*/ 21 h 24"/>
                <a:gd name="T28" fmla="*/ 12 w 24"/>
                <a:gd name="T29" fmla="*/ 24 h 24"/>
                <a:gd name="T30" fmla="*/ 21 w 24"/>
                <a:gd name="T31" fmla="*/ 20 h 24"/>
                <a:gd name="T32" fmla="*/ 24 w 24"/>
                <a:gd name="T33" fmla="*/ 12 h 24"/>
                <a:gd name="T34" fmla="*/ 21 w 24"/>
                <a:gd name="T35" fmla="*/ 4 h 24"/>
                <a:gd name="T36" fmla="*/ 12 w 24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5" name="Freeform 450"/>
            <p:cNvSpPr>
              <a:spLocks noEditPoints="1"/>
            </p:cNvSpPr>
            <p:nvPr/>
          </p:nvSpPr>
          <p:spPr bwMode="auto">
            <a:xfrm flipV="1">
              <a:off x="474664" y="2717798"/>
              <a:ext cx="101600" cy="100013"/>
            </a:xfrm>
            <a:custGeom>
              <a:avLst/>
              <a:gdLst>
                <a:gd name="T0" fmla="*/ 14 w 27"/>
                <a:gd name="T1" fmla="*/ 6 h 27"/>
                <a:gd name="T2" fmla="*/ 21 w 27"/>
                <a:gd name="T3" fmla="*/ 13 h 27"/>
                <a:gd name="T4" fmla="*/ 14 w 27"/>
                <a:gd name="T5" fmla="*/ 20 h 27"/>
                <a:gd name="T6" fmla="*/ 14 w 27"/>
                <a:gd name="T7" fmla="*/ 20 h 27"/>
                <a:gd name="T8" fmla="*/ 7 w 27"/>
                <a:gd name="T9" fmla="*/ 13 h 27"/>
                <a:gd name="T10" fmla="*/ 14 w 27"/>
                <a:gd name="T11" fmla="*/ 6 h 27"/>
                <a:gd name="T12" fmla="*/ 14 w 27"/>
                <a:gd name="T13" fmla="*/ 6 h 27"/>
                <a:gd name="T14" fmla="*/ 14 w 27"/>
                <a:gd name="T15" fmla="*/ 0 h 27"/>
                <a:gd name="T16" fmla="*/ 14 w 27"/>
                <a:gd name="T17" fmla="*/ 0 h 27"/>
                <a:gd name="T18" fmla="*/ 0 w 27"/>
                <a:gd name="T19" fmla="*/ 13 h 27"/>
                <a:gd name="T20" fmla="*/ 4 w 27"/>
                <a:gd name="T21" fmla="*/ 23 h 27"/>
                <a:gd name="T22" fmla="*/ 14 w 27"/>
                <a:gd name="T23" fmla="*/ 27 h 27"/>
                <a:gd name="T24" fmla="*/ 27 w 27"/>
                <a:gd name="T25" fmla="*/ 13 h 27"/>
                <a:gd name="T26" fmla="*/ 14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4" y="6"/>
                  </a:moveTo>
                  <a:cubicBezTo>
                    <a:pt x="18" y="6"/>
                    <a:pt x="21" y="10"/>
                    <a:pt x="21" y="13"/>
                  </a:cubicBezTo>
                  <a:cubicBezTo>
                    <a:pt x="21" y="17"/>
                    <a:pt x="18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0" y="20"/>
                    <a:pt x="7" y="17"/>
                    <a:pt x="7" y="13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7" y="26"/>
                    <a:pt x="10" y="27"/>
                    <a:pt x="14" y="27"/>
                  </a:cubicBezTo>
                  <a:cubicBezTo>
                    <a:pt x="21" y="27"/>
                    <a:pt x="27" y="21"/>
                    <a:pt x="27" y="13"/>
                  </a:cubicBezTo>
                  <a:cubicBezTo>
                    <a:pt x="27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6" name="Freeform 451"/>
            <p:cNvSpPr>
              <a:spLocks noEditPoints="1"/>
            </p:cNvSpPr>
            <p:nvPr/>
          </p:nvSpPr>
          <p:spPr bwMode="auto">
            <a:xfrm flipV="1">
              <a:off x="-17461" y="2600323"/>
              <a:ext cx="101600" cy="101600"/>
            </a:xfrm>
            <a:custGeom>
              <a:avLst/>
              <a:gdLst>
                <a:gd name="T0" fmla="*/ 13 w 27"/>
                <a:gd name="T1" fmla="*/ 7 h 27"/>
                <a:gd name="T2" fmla="*/ 20 w 27"/>
                <a:gd name="T3" fmla="*/ 14 h 27"/>
                <a:gd name="T4" fmla="*/ 13 w 27"/>
                <a:gd name="T5" fmla="*/ 21 h 27"/>
                <a:gd name="T6" fmla="*/ 13 w 27"/>
                <a:gd name="T7" fmla="*/ 21 h 27"/>
                <a:gd name="T8" fmla="*/ 7 w 27"/>
                <a:gd name="T9" fmla="*/ 14 h 27"/>
                <a:gd name="T10" fmla="*/ 13 w 27"/>
                <a:gd name="T11" fmla="*/ 7 h 27"/>
                <a:gd name="T12" fmla="*/ 13 w 27"/>
                <a:gd name="T13" fmla="*/ 7 h 27"/>
                <a:gd name="T14" fmla="*/ 13 w 27"/>
                <a:gd name="T15" fmla="*/ 0 h 27"/>
                <a:gd name="T16" fmla="*/ 13 w 27"/>
                <a:gd name="T17" fmla="*/ 0 h 27"/>
                <a:gd name="T18" fmla="*/ 0 w 27"/>
                <a:gd name="T19" fmla="*/ 14 h 27"/>
                <a:gd name="T20" fmla="*/ 13 w 27"/>
                <a:gd name="T21" fmla="*/ 27 h 27"/>
                <a:gd name="T22" fmla="*/ 27 w 27"/>
                <a:gd name="T23" fmla="*/ 14 h 27"/>
                <a:gd name="T24" fmla="*/ 23 w 27"/>
                <a:gd name="T25" fmla="*/ 4 h 27"/>
                <a:gd name="T26" fmla="*/ 13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3" y="7"/>
                  </a:moveTo>
                  <a:cubicBezTo>
                    <a:pt x="17" y="7"/>
                    <a:pt x="20" y="10"/>
                    <a:pt x="20" y="14"/>
                  </a:cubicBezTo>
                  <a:cubicBezTo>
                    <a:pt x="20" y="18"/>
                    <a:pt x="17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21" y="27"/>
                    <a:pt x="27" y="21"/>
                    <a:pt x="27" y="14"/>
                  </a:cubicBezTo>
                  <a:cubicBezTo>
                    <a:pt x="27" y="10"/>
                    <a:pt x="26" y="7"/>
                    <a:pt x="23" y="4"/>
                  </a:cubicBezTo>
                  <a:cubicBezTo>
                    <a:pt x="21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7" name="Freeform 452"/>
            <p:cNvSpPr>
              <a:spLocks noEditPoints="1"/>
            </p:cNvSpPr>
            <p:nvPr/>
          </p:nvSpPr>
          <p:spPr bwMode="auto">
            <a:xfrm flipV="1">
              <a:off x="295277" y="2905123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0 h 24"/>
                <a:gd name="T28" fmla="*/ 24 w 24"/>
                <a:gd name="T29" fmla="*/ 12 h 24"/>
                <a:gd name="T30" fmla="*/ 21 w 24"/>
                <a:gd name="T31" fmla="*/ 3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8" name="Freeform 453"/>
            <p:cNvSpPr>
              <a:spLocks noEditPoints="1"/>
            </p:cNvSpPr>
            <p:nvPr/>
          </p:nvSpPr>
          <p:spPr bwMode="auto">
            <a:xfrm flipV="1">
              <a:off x="-815973" y="3062285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9" name="Freeform 454"/>
            <p:cNvSpPr>
              <a:spLocks noEditPoints="1"/>
            </p:cNvSpPr>
            <p:nvPr/>
          </p:nvSpPr>
          <p:spPr bwMode="auto">
            <a:xfrm flipV="1">
              <a:off x="-614361" y="324961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0" name="Freeform 455"/>
            <p:cNvSpPr>
              <a:spLocks noEditPoints="1"/>
            </p:cNvSpPr>
            <p:nvPr/>
          </p:nvSpPr>
          <p:spPr bwMode="auto">
            <a:xfrm flipV="1">
              <a:off x="-366711" y="3213098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1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5"/>
                    <a:pt x="2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1" name="Freeform 456"/>
            <p:cNvSpPr>
              <a:spLocks noEditPoints="1"/>
            </p:cNvSpPr>
            <p:nvPr/>
          </p:nvSpPr>
          <p:spPr bwMode="auto">
            <a:xfrm flipV="1">
              <a:off x="-820736" y="32686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2" name="Freeform 457"/>
            <p:cNvSpPr>
              <a:spLocks noEditPoints="1"/>
            </p:cNvSpPr>
            <p:nvPr/>
          </p:nvSpPr>
          <p:spPr bwMode="auto">
            <a:xfrm flipV="1">
              <a:off x="-573086" y="3006723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3 h 24"/>
                <a:gd name="T18" fmla="*/ 0 w 24"/>
                <a:gd name="T19" fmla="*/ 12 h 24"/>
                <a:gd name="T20" fmla="*/ 4 w 24"/>
                <a:gd name="T21" fmla="*/ 20 h 24"/>
                <a:gd name="T22" fmla="*/ 12 w 24"/>
                <a:gd name="T23" fmla="*/ 24 h 24"/>
                <a:gd name="T24" fmla="*/ 21 w 24"/>
                <a:gd name="T25" fmla="*/ 20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3" name="Freeform 458"/>
            <p:cNvSpPr>
              <a:spLocks noEditPoints="1"/>
            </p:cNvSpPr>
            <p:nvPr/>
          </p:nvSpPr>
          <p:spPr bwMode="auto">
            <a:xfrm flipV="1">
              <a:off x="-23811" y="36893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4" name="Freeform 459"/>
            <p:cNvSpPr>
              <a:spLocks noEditPoints="1"/>
            </p:cNvSpPr>
            <p:nvPr/>
          </p:nvSpPr>
          <p:spPr bwMode="auto">
            <a:xfrm flipV="1">
              <a:off x="331789" y="367029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5" name="Freeform 460"/>
            <p:cNvSpPr>
              <a:spLocks noEditPoints="1"/>
            </p:cNvSpPr>
            <p:nvPr/>
          </p:nvSpPr>
          <p:spPr bwMode="auto">
            <a:xfrm flipV="1">
              <a:off x="-392111" y="39147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6" name="Freeform 461"/>
            <p:cNvSpPr>
              <a:spLocks noEditPoints="1"/>
            </p:cNvSpPr>
            <p:nvPr/>
          </p:nvSpPr>
          <p:spPr bwMode="auto">
            <a:xfrm flipV="1">
              <a:off x="-125411" y="40465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0 w 24"/>
                <a:gd name="T17" fmla="*/ 12 h 24"/>
                <a:gd name="T18" fmla="*/ 4 w 24"/>
                <a:gd name="T19" fmla="*/ 20 h 24"/>
                <a:gd name="T20" fmla="*/ 12 w 24"/>
                <a:gd name="T21" fmla="*/ 24 h 24"/>
                <a:gd name="T22" fmla="*/ 21 w 24"/>
                <a:gd name="T23" fmla="*/ 20 h 24"/>
                <a:gd name="T24" fmla="*/ 24 w 24"/>
                <a:gd name="T25" fmla="*/ 12 h 24"/>
                <a:gd name="T26" fmla="*/ 21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7" name="Freeform 462"/>
            <p:cNvSpPr>
              <a:spLocks noEditPoints="1"/>
            </p:cNvSpPr>
            <p:nvPr/>
          </p:nvSpPr>
          <p:spPr bwMode="auto">
            <a:xfrm flipV="1">
              <a:off x="295277" y="254158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8" name="Freeform 463"/>
            <p:cNvSpPr>
              <a:spLocks noEditPoints="1"/>
            </p:cNvSpPr>
            <p:nvPr/>
          </p:nvSpPr>
          <p:spPr bwMode="auto">
            <a:xfrm flipV="1">
              <a:off x="488952" y="23574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3 w 24"/>
                <a:gd name="T17" fmla="*/ 21 h 24"/>
                <a:gd name="T18" fmla="*/ 12 w 24"/>
                <a:gd name="T19" fmla="*/ 24 h 24"/>
                <a:gd name="T20" fmla="*/ 20 w 24"/>
                <a:gd name="T21" fmla="*/ 21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9" name="Freeform 464"/>
            <p:cNvSpPr>
              <a:spLocks noEditPoints="1"/>
            </p:cNvSpPr>
            <p:nvPr/>
          </p:nvSpPr>
          <p:spPr bwMode="auto">
            <a:xfrm flipV="1">
              <a:off x="1038227" y="3279773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0" name="Freeform 465"/>
            <p:cNvSpPr>
              <a:spLocks noEditPoints="1"/>
            </p:cNvSpPr>
            <p:nvPr/>
          </p:nvSpPr>
          <p:spPr bwMode="auto">
            <a:xfrm flipV="1">
              <a:off x="1049339" y="2897185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5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5 w 25"/>
                <a:gd name="T25" fmla="*/ 12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1" name="Freeform 466"/>
            <p:cNvSpPr>
              <a:spLocks/>
            </p:cNvSpPr>
            <p:nvPr/>
          </p:nvSpPr>
          <p:spPr bwMode="auto">
            <a:xfrm flipV="1">
              <a:off x="-1776411" y="3678236"/>
              <a:ext cx="3582987" cy="1906588"/>
            </a:xfrm>
            <a:custGeom>
              <a:avLst/>
              <a:gdLst>
                <a:gd name="T0" fmla="*/ 955 w 955"/>
                <a:gd name="T1" fmla="*/ 508 h 508"/>
                <a:gd name="T2" fmla="*/ 906 w 955"/>
                <a:gd name="T3" fmla="*/ 508 h 508"/>
                <a:gd name="T4" fmla="*/ 903 w 955"/>
                <a:gd name="T5" fmla="*/ 506 h 508"/>
                <a:gd name="T6" fmla="*/ 807 w 955"/>
                <a:gd name="T7" fmla="*/ 410 h 508"/>
                <a:gd name="T8" fmla="*/ 698 w 955"/>
                <a:gd name="T9" fmla="*/ 410 h 508"/>
                <a:gd name="T10" fmla="*/ 694 w 955"/>
                <a:gd name="T11" fmla="*/ 409 h 508"/>
                <a:gd name="T12" fmla="*/ 655 w 955"/>
                <a:gd name="T13" fmla="*/ 370 h 508"/>
                <a:gd name="T14" fmla="*/ 365 w 955"/>
                <a:gd name="T15" fmla="*/ 370 h 508"/>
                <a:gd name="T16" fmla="*/ 362 w 955"/>
                <a:gd name="T17" fmla="*/ 369 h 508"/>
                <a:gd name="T18" fmla="*/ 0 w 955"/>
                <a:gd name="T19" fmla="*/ 7 h 508"/>
                <a:gd name="T20" fmla="*/ 7 w 955"/>
                <a:gd name="T21" fmla="*/ 0 h 508"/>
                <a:gd name="T22" fmla="*/ 367 w 955"/>
                <a:gd name="T23" fmla="*/ 360 h 508"/>
                <a:gd name="T24" fmla="*/ 657 w 955"/>
                <a:gd name="T25" fmla="*/ 360 h 508"/>
                <a:gd name="T26" fmla="*/ 661 w 955"/>
                <a:gd name="T27" fmla="*/ 361 h 508"/>
                <a:gd name="T28" fmla="*/ 700 w 955"/>
                <a:gd name="T29" fmla="*/ 400 h 508"/>
                <a:gd name="T30" fmla="*/ 809 w 955"/>
                <a:gd name="T31" fmla="*/ 400 h 508"/>
                <a:gd name="T32" fmla="*/ 812 w 955"/>
                <a:gd name="T33" fmla="*/ 401 h 508"/>
                <a:gd name="T34" fmla="*/ 908 w 955"/>
                <a:gd name="T35" fmla="*/ 497 h 508"/>
                <a:gd name="T36" fmla="*/ 955 w 955"/>
                <a:gd name="T37" fmla="*/ 497 h 508"/>
                <a:gd name="T38" fmla="*/ 955 w 955"/>
                <a:gd name="T39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5" h="508">
                  <a:moveTo>
                    <a:pt x="955" y="508"/>
                  </a:moveTo>
                  <a:cubicBezTo>
                    <a:pt x="906" y="508"/>
                    <a:pt x="906" y="508"/>
                    <a:pt x="906" y="508"/>
                  </a:cubicBezTo>
                  <a:cubicBezTo>
                    <a:pt x="905" y="508"/>
                    <a:pt x="904" y="507"/>
                    <a:pt x="903" y="506"/>
                  </a:cubicBezTo>
                  <a:cubicBezTo>
                    <a:pt x="807" y="410"/>
                    <a:pt x="807" y="410"/>
                    <a:pt x="807" y="410"/>
                  </a:cubicBezTo>
                  <a:cubicBezTo>
                    <a:pt x="698" y="410"/>
                    <a:pt x="698" y="410"/>
                    <a:pt x="698" y="410"/>
                  </a:cubicBezTo>
                  <a:cubicBezTo>
                    <a:pt x="696" y="410"/>
                    <a:pt x="695" y="410"/>
                    <a:pt x="694" y="409"/>
                  </a:cubicBezTo>
                  <a:cubicBezTo>
                    <a:pt x="655" y="370"/>
                    <a:pt x="655" y="370"/>
                    <a:pt x="655" y="370"/>
                  </a:cubicBezTo>
                  <a:cubicBezTo>
                    <a:pt x="365" y="370"/>
                    <a:pt x="365" y="370"/>
                    <a:pt x="365" y="370"/>
                  </a:cubicBezTo>
                  <a:cubicBezTo>
                    <a:pt x="364" y="370"/>
                    <a:pt x="363" y="369"/>
                    <a:pt x="362" y="36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67" y="360"/>
                    <a:pt x="367" y="360"/>
                    <a:pt x="367" y="360"/>
                  </a:cubicBezTo>
                  <a:cubicBezTo>
                    <a:pt x="657" y="360"/>
                    <a:pt x="657" y="360"/>
                    <a:pt x="657" y="360"/>
                  </a:cubicBezTo>
                  <a:cubicBezTo>
                    <a:pt x="659" y="360"/>
                    <a:pt x="660" y="360"/>
                    <a:pt x="661" y="361"/>
                  </a:cubicBezTo>
                  <a:cubicBezTo>
                    <a:pt x="700" y="400"/>
                    <a:pt x="700" y="400"/>
                    <a:pt x="700" y="400"/>
                  </a:cubicBezTo>
                  <a:cubicBezTo>
                    <a:pt x="809" y="400"/>
                    <a:pt x="809" y="400"/>
                    <a:pt x="809" y="400"/>
                  </a:cubicBezTo>
                  <a:cubicBezTo>
                    <a:pt x="810" y="400"/>
                    <a:pt x="811" y="400"/>
                    <a:pt x="812" y="401"/>
                  </a:cubicBezTo>
                  <a:cubicBezTo>
                    <a:pt x="908" y="497"/>
                    <a:pt x="908" y="497"/>
                    <a:pt x="908" y="497"/>
                  </a:cubicBezTo>
                  <a:cubicBezTo>
                    <a:pt x="955" y="497"/>
                    <a:pt x="955" y="497"/>
                    <a:pt x="955" y="497"/>
                  </a:cubicBezTo>
                  <a:lnTo>
                    <a:pt x="955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2" name="Freeform 467"/>
            <p:cNvSpPr>
              <a:spLocks/>
            </p:cNvSpPr>
            <p:nvPr/>
          </p:nvSpPr>
          <p:spPr bwMode="auto">
            <a:xfrm flipV="1">
              <a:off x="-50798" y="3378198"/>
              <a:ext cx="1504950" cy="715963"/>
            </a:xfrm>
            <a:custGeom>
              <a:avLst/>
              <a:gdLst>
                <a:gd name="T0" fmla="*/ 401 w 401"/>
                <a:gd name="T1" fmla="*/ 191 h 191"/>
                <a:gd name="T2" fmla="*/ 398 w 401"/>
                <a:gd name="T3" fmla="*/ 191 h 191"/>
                <a:gd name="T4" fmla="*/ 398 w 401"/>
                <a:gd name="T5" fmla="*/ 158 h 191"/>
                <a:gd name="T6" fmla="*/ 366 w 401"/>
                <a:gd name="T7" fmla="*/ 127 h 191"/>
                <a:gd name="T8" fmla="*/ 313 w 401"/>
                <a:gd name="T9" fmla="*/ 127 h 191"/>
                <a:gd name="T10" fmla="*/ 312 w 401"/>
                <a:gd name="T11" fmla="*/ 127 h 191"/>
                <a:gd name="T12" fmla="*/ 189 w 401"/>
                <a:gd name="T13" fmla="*/ 4 h 191"/>
                <a:gd name="T14" fmla="*/ 0 w 401"/>
                <a:gd name="T15" fmla="*/ 4 h 191"/>
                <a:gd name="T16" fmla="*/ 0 w 401"/>
                <a:gd name="T17" fmla="*/ 0 h 191"/>
                <a:gd name="T18" fmla="*/ 190 w 401"/>
                <a:gd name="T19" fmla="*/ 0 h 191"/>
                <a:gd name="T20" fmla="*/ 191 w 401"/>
                <a:gd name="T21" fmla="*/ 1 h 191"/>
                <a:gd name="T22" fmla="*/ 314 w 401"/>
                <a:gd name="T23" fmla="*/ 124 h 191"/>
                <a:gd name="T24" fmla="*/ 367 w 401"/>
                <a:gd name="T25" fmla="*/ 124 h 191"/>
                <a:gd name="T26" fmla="*/ 368 w 401"/>
                <a:gd name="T27" fmla="*/ 124 h 191"/>
                <a:gd name="T28" fmla="*/ 401 w 401"/>
                <a:gd name="T29" fmla="*/ 156 h 191"/>
                <a:gd name="T30" fmla="*/ 401 w 401"/>
                <a:gd name="T31" fmla="*/ 158 h 191"/>
                <a:gd name="T32" fmla="*/ 401 w 401"/>
                <a:gd name="T33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1" h="191">
                  <a:moveTo>
                    <a:pt x="401" y="191"/>
                  </a:moveTo>
                  <a:cubicBezTo>
                    <a:pt x="398" y="191"/>
                    <a:pt x="398" y="191"/>
                    <a:pt x="398" y="191"/>
                  </a:cubicBezTo>
                  <a:cubicBezTo>
                    <a:pt x="398" y="158"/>
                    <a:pt x="398" y="158"/>
                    <a:pt x="398" y="158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13" y="127"/>
                    <a:pt x="313" y="127"/>
                    <a:pt x="313" y="127"/>
                  </a:cubicBezTo>
                  <a:cubicBezTo>
                    <a:pt x="313" y="127"/>
                    <a:pt x="312" y="127"/>
                    <a:pt x="312" y="127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91" y="0"/>
                    <a:pt x="191" y="1"/>
                  </a:cubicBezTo>
                  <a:cubicBezTo>
                    <a:pt x="314" y="124"/>
                    <a:pt x="314" y="124"/>
                    <a:pt x="314" y="124"/>
                  </a:cubicBezTo>
                  <a:cubicBezTo>
                    <a:pt x="367" y="124"/>
                    <a:pt x="367" y="124"/>
                    <a:pt x="367" y="124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7"/>
                    <a:pt x="401" y="157"/>
                    <a:pt x="401" y="158"/>
                  </a:cubicBezTo>
                  <a:lnTo>
                    <a:pt x="401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3" name="Freeform 468"/>
            <p:cNvSpPr>
              <a:spLocks/>
            </p:cNvSpPr>
            <p:nvPr/>
          </p:nvSpPr>
          <p:spPr bwMode="auto">
            <a:xfrm flipV="1">
              <a:off x="-320673" y="3467098"/>
              <a:ext cx="1576387" cy="496888"/>
            </a:xfrm>
            <a:custGeom>
              <a:avLst/>
              <a:gdLst>
                <a:gd name="T0" fmla="*/ 420 w 420"/>
                <a:gd name="T1" fmla="*/ 132 h 132"/>
                <a:gd name="T2" fmla="*/ 382 w 420"/>
                <a:gd name="T3" fmla="*/ 132 h 132"/>
                <a:gd name="T4" fmla="*/ 381 w 420"/>
                <a:gd name="T5" fmla="*/ 132 h 132"/>
                <a:gd name="T6" fmla="*/ 252 w 420"/>
                <a:gd name="T7" fmla="*/ 3 h 132"/>
                <a:gd name="T8" fmla="*/ 0 w 420"/>
                <a:gd name="T9" fmla="*/ 3 h 132"/>
                <a:gd name="T10" fmla="*/ 0 w 420"/>
                <a:gd name="T11" fmla="*/ 0 h 132"/>
                <a:gd name="T12" fmla="*/ 253 w 420"/>
                <a:gd name="T13" fmla="*/ 0 h 132"/>
                <a:gd name="T14" fmla="*/ 254 w 420"/>
                <a:gd name="T15" fmla="*/ 0 h 132"/>
                <a:gd name="T16" fmla="*/ 383 w 420"/>
                <a:gd name="T17" fmla="*/ 129 h 132"/>
                <a:gd name="T18" fmla="*/ 420 w 420"/>
                <a:gd name="T19" fmla="*/ 129 h 132"/>
                <a:gd name="T20" fmla="*/ 420 w 420"/>
                <a:gd name="T2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0" h="132">
                  <a:moveTo>
                    <a:pt x="420" y="132"/>
                  </a:move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252" y="3"/>
                    <a:pt x="252" y="3"/>
                    <a:pt x="25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53" y="0"/>
                    <a:pt x="254" y="0"/>
                    <a:pt x="254" y="0"/>
                  </a:cubicBezTo>
                  <a:cubicBezTo>
                    <a:pt x="383" y="129"/>
                    <a:pt x="383" y="129"/>
                    <a:pt x="383" y="129"/>
                  </a:cubicBezTo>
                  <a:cubicBezTo>
                    <a:pt x="420" y="129"/>
                    <a:pt x="420" y="129"/>
                    <a:pt x="420" y="129"/>
                  </a:cubicBezTo>
                  <a:lnTo>
                    <a:pt x="42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4" name="Freeform 469"/>
            <p:cNvSpPr>
              <a:spLocks/>
            </p:cNvSpPr>
            <p:nvPr/>
          </p:nvSpPr>
          <p:spPr bwMode="auto">
            <a:xfrm flipV="1">
              <a:off x="34927" y="3325811"/>
              <a:ext cx="1009650" cy="514350"/>
            </a:xfrm>
            <a:custGeom>
              <a:avLst/>
              <a:gdLst>
                <a:gd name="T0" fmla="*/ 237 w 269"/>
                <a:gd name="T1" fmla="*/ 137 h 137"/>
                <a:gd name="T2" fmla="*/ 236 w 269"/>
                <a:gd name="T3" fmla="*/ 136 h 137"/>
                <a:gd name="T4" fmla="*/ 103 w 269"/>
                <a:gd name="T5" fmla="*/ 3 h 137"/>
                <a:gd name="T6" fmla="*/ 22 w 269"/>
                <a:gd name="T7" fmla="*/ 3 h 137"/>
                <a:gd name="T8" fmla="*/ 2 w 269"/>
                <a:gd name="T9" fmla="*/ 24 h 137"/>
                <a:gd name="T10" fmla="*/ 0 w 269"/>
                <a:gd name="T11" fmla="*/ 21 h 137"/>
                <a:gd name="T12" fmla="*/ 20 w 269"/>
                <a:gd name="T13" fmla="*/ 0 h 137"/>
                <a:gd name="T14" fmla="*/ 22 w 269"/>
                <a:gd name="T15" fmla="*/ 0 h 137"/>
                <a:gd name="T16" fmla="*/ 22 w 269"/>
                <a:gd name="T17" fmla="*/ 0 h 137"/>
                <a:gd name="T18" fmla="*/ 104 w 269"/>
                <a:gd name="T19" fmla="*/ 0 h 137"/>
                <a:gd name="T20" fmla="*/ 105 w 269"/>
                <a:gd name="T21" fmla="*/ 0 h 137"/>
                <a:gd name="T22" fmla="*/ 238 w 269"/>
                <a:gd name="T23" fmla="*/ 133 h 137"/>
                <a:gd name="T24" fmla="*/ 269 w 269"/>
                <a:gd name="T25" fmla="*/ 133 h 137"/>
                <a:gd name="T26" fmla="*/ 269 w 269"/>
                <a:gd name="T27" fmla="*/ 137 h 137"/>
                <a:gd name="T28" fmla="*/ 237 w 269"/>
                <a:gd name="T29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9" h="137">
                  <a:moveTo>
                    <a:pt x="237" y="137"/>
                  </a:moveTo>
                  <a:cubicBezTo>
                    <a:pt x="237" y="137"/>
                    <a:pt x="237" y="136"/>
                    <a:pt x="236" y="136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238" y="133"/>
                    <a:pt x="238" y="133"/>
                    <a:pt x="238" y="133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7"/>
                    <a:pt x="269" y="137"/>
                    <a:pt x="269" y="137"/>
                  </a:cubicBezTo>
                  <a:lnTo>
                    <a:pt x="237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5" name="Freeform 470"/>
            <p:cNvSpPr>
              <a:spLocks/>
            </p:cNvSpPr>
            <p:nvPr/>
          </p:nvSpPr>
          <p:spPr bwMode="auto">
            <a:xfrm flipV="1">
              <a:off x="-2035173" y="3171823"/>
              <a:ext cx="2941637" cy="2135188"/>
            </a:xfrm>
            <a:custGeom>
              <a:avLst/>
              <a:gdLst>
                <a:gd name="T0" fmla="*/ 784 w 784"/>
                <a:gd name="T1" fmla="*/ 569 h 569"/>
                <a:gd name="T2" fmla="*/ 781 w 784"/>
                <a:gd name="T3" fmla="*/ 569 h 569"/>
                <a:gd name="T4" fmla="*/ 781 w 784"/>
                <a:gd name="T5" fmla="*/ 536 h 569"/>
                <a:gd name="T6" fmla="*/ 687 w 784"/>
                <a:gd name="T7" fmla="*/ 441 h 569"/>
                <a:gd name="T8" fmla="*/ 672 w 784"/>
                <a:gd name="T9" fmla="*/ 441 h 569"/>
                <a:gd name="T10" fmla="*/ 646 w 784"/>
                <a:gd name="T11" fmla="*/ 467 h 569"/>
                <a:gd name="T12" fmla="*/ 645 w 784"/>
                <a:gd name="T13" fmla="*/ 467 h 569"/>
                <a:gd name="T14" fmla="*/ 466 w 784"/>
                <a:gd name="T15" fmla="*/ 467 h 569"/>
                <a:gd name="T16" fmla="*/ 465 w 784"/>
                <a:gd name="T17" fmla="*/ 467 h 569"/>
                <a:gd name="T18" fmla="*/ 0 w 784"/>
                <a:gd name="T19" fmla="*/ 2 h 569"/>
                <a:gd name="T20" fmla="*/ 2 w 784"/>
                <a:gd name="T21" fmla="*/ 0 h 569"/>
                <a:gd name="T22" fmla="*/ 467 w 784"/>
                <a:gd name="T23" fmla="*/ 464 h 569"/>
                <a:gd name="T24" fmla="*/ 644 w 784"/>
                <a:gd name="T25" fmla="*/ 464 h 569"/>
                <a:gd name="T26" fmla="*/ 670 w 784"/>
                <a:gd name="T27" fmla="*/ 439 h 569"/>
                <a:gd name="T28" fmla="*/ 671 w 784"/>
                <a:gd name="T29" fmla="*/ 438 h 569"/>
                <a:gd name="T30" fmla="*/ 687 w 784"/>
                <a:gd name="T31" fmla="*/ 438 h 569"/>
                <a:gd name="T32" fmla="*/ 689 w 784"/>
                <a:gd name="T33" fmla="*/ 439 h 569"/>
                <a:gd name="T34" fmla="*/ 784 w 784"/>
                <a:gd name="T35" fmla="*/ 534 h 569"/>
                <a:gd name="T36" fmla="*/ 784 w 784"/>
                <a:gd name="T37" fmla="*/ 535 h 569"/>
                <a:gd name="T38" fmla="*/ 784 w 784"/>
                <a:gd name="T39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4" h="569">
                  <a:moveTo>
                    <a:pt x="784" y="569"/>
                  </a:moveTo>
                  <a:cubicBezTo>
                    <a:pt x="781" y="569"/>
                    <a:pt x="781" y="569"/>
                    <a:pt x="781" y="569"/>
                  </a:cubicBezTo>
                  <a:cubicBezTo>
                    <a:pt x="781" y="536"/>
                    <a:pt x="781" y="536"/>
                    <a:pt x="781" y="536"/>
                  </a:cubicBezTo>
                  <a:cubicBezTo>
                    <a:pt x="687" y="441"/>
                    <a:pt x="687" y="441"/>
                    <a:pt x="687" y="441"/>
                  </a:cubicBezTo>
                  <a:cubicBezTo>
                    <a:pt x="672" y="441"/>
                    <a:pt x="672" y="441"/>
                    <a:pt x="672" y="441"/>
                  </a:cubicBezTo>
                  <a:cubicBezTo>
                    <a:pt x="646" y="467"/>
                    <a:pt x="646" y="467"/>
                    <a:pt x="646" y="467"/>
                  </a:cubicBezTo>
                  <a:cubicBezTo>
                    <a:pt x="646" y="467"/>
                    <a:pt x="646" y="467"/>
                    <a:pt x="645" y="467"/>
                  </a:cubicBezTo>
                  <a:cubicBezTo>
                    <a:pt x="466" y="467"/>
                    <a:pt x="466" y="467"/>
                    <a:pt x="466" y="467"/>
                  </a:cubicBezTo>
                  <a:cubicBezTo>
                    <a:pt x="465" y="467"/>
                    <a:pt x="465" y="467"/>
                    <a:pt x="465" y="4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67" y="464"/>
                    <a:pt x="467" y="464"/>
                    <a:pt x="467" y="464"/>
                  </a:cubicBezTo>
                  <a:cubicBezTo>
                    <a:pt x="644" y="464"/>
                    <a:pt x="644" y="464"/>
                    <a:pt x="644" y="464"/>
                  </a:cubicBezTo>
                  <a:cubicBezTo>
                    <a:pt x="670" y="439"/>
                    <a:pt x="670" y="439"/>
                    <a:pt x="670" y="439"/>
                  </a:cubicBezTo>
                  <a:cubicBezTo>
                    <a:pt x="670" y="438"/>
                    <a:pt x="671" y="438"/>
                    <a:pt x="671" y="438"/>
                  </a:cubicBezTo>
                  <a:cubicBezTo>
                    <a:pt x="687" y="438"/>
                    <a:pt x="687" y="438"/>
                    <a:pt x="687" y="438"/>
                  </a:cubicBezTo>
                  <a:cubicBezTo>
                    <a:pt x="688" y="438"/>
                    <a:pt x="688" y="438"/>
                    <a:pt x="689" y="439"/>
                  </a:cubicBezTo>
                  <a:cubicBezTo>
                    <a:pt x="784" y="534"/>
                    <a:pt x="784" y="534"/>
                    <a:pt x="784" y="534"/>
                  </a:cubicBezTo>
                  <a:cubicBezTo>
                    <a:pt x="784" y="534"/>
                    <a:pt x="784" y="535"/>
                    <a:pt x="784" y="535"/>
                  </a:cubicBezTo>
                  <a:lnTo>
                    <a:pt x="784" y="5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6" name="Freeform 471"/>
            <p:cNvSpPr>
              <a:spLocks/>
            </p:cNvSpPr>
            <p:nvPr/>
          </p:nvSpPr>
          <p:spPr bwMode="auto">
            <a:xfrm flipV="1">
              <a:off x="-763586" y="3328986"/>
              <a:ext cx="1452562" cy="206375"/>
            </a:xfrm>
            <a:custGeom>
              <a:avLst/>
              <a:gdLst>
                <a:gd name="T0" fmla="*/ 3 w 387"/>
                <a:gd name="T1" fmla="*/ 55 h 55"/>
                <a:gd name="T2" fmla="*/ 0 w 387"/>
                <a:gd name="T3" fmla="*/ 52 h 55"/>
                <a:gd name="T4" fmla="*/ 52 w 387"/>
                <a:gd name="T5" fmla="*/ 1 h 55"/>
                <a:gd name="T6" fmla="*/ 53 w 387"/>
                <a:gd name="T7" fmla="*/ 0 h 55"/>
                <a:gd name="T8" fmla="*/ 53 w 387"/>
                <a:gd name="T9" fmla="*/ 0 h 55"/>
                <a:gd name="T10" fmla="*/ 80 w 387"/>
                <a:gd name="T11" fmla="*/ 0 h 55"/>
                <a:gd name="T12" fmla="*/ 81 w 387"/>
                <a:gd name="T13" fmla="*/ 1 h 55"/>
                <a:gd name="T14" fmla="*/ 93 w 387"/>
                <a:gd name="T15" fmla="*/ 13 h 55"/>
                <a:gd name="T16" fmla="*/ 305 w 387"/>
                <a:gd name="T17" fmla="*/ 13 h 55"/>
                <a:gd name="T18" fmla="*/ 306 w 387"/>
                <a:gd name="T19" fmla="*/ 13 h 55"/>
                <a:gd name="T20" fmla="*/ 326 w 387"/>
                <a:gd name="T21" fmla="*/ 33 h 55"/>
                <a:gd name="T22" fmla="*/ 373 w 387"/>
                <a:gd name="T23" fmla="*/ 33 h 55"/>
                <a:gd name="T24" fmla="*/ 374 w 387"/>
                <a:gd name="T25" fmla="*/ 34 h 55"/>
                <a:gd name="T26" fmla="*/ 387 w 387"/>
                <a:gd name="T27" fmla="*/ 46 h 55"/>
                <a:gd name="T28" fmla="*/ 384 w 387"/>
                <a:gd name="T29" fmla="*/ 48 h 55"/>
                <a:gd name="T30" fmla="*/ 372 w 387"/>
                <a:gd name="T31" fmla="*/ 37 h 55"/>
                <a:gd name="T32" fmla="*/ 325 w 387"/>
                <a:gd name="T33" fmla="*/ 37 h 55"/>
                <a:gd name="T34" fmla="*/ 324 w 387"/>
                <a:gd name="T35" fmla="*/ 36 h 55"/>
                <a:gd name="T36" fmla="*/ 304 w 387"/>
                <a:gd name="T37" fmla="*/ 16 h 55"/>
                <a:gd name="T38" fmla="*/ 93 w 387"/>
                <a:gd name="T39" fmla="*/ 16 h 55"/>
                <a:gd name="T40" fmla="*/ 91 w 387"/>
                <a:gd name="T41" fmla="*/ 16 h 55"/>
                <a:gd name="T42" fmla="*/ 79 w 387"/>
                <a:gd name="T43" fmla="*/ 4 h 55"/>
                <a:gd name="T44" fmla="*/ 54 w 387"/>
                <a:gd name="T45" fmla="*/ 4 h 55"/>
                <a:gd name="T46" fmla="*/ 3 w 387"/>
                <a:gd name="T4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7" h="55">
                  <a:moveTo>
                    <a:pt x="3" y="55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1" y="0"/>
                    <a:pt x="81" y="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305" y="13"/>
                    <a:pt x="305" y="13"/>
                    <a:pt x="305" y="13"/>
                  </a:cubicBezTo>
                  <a:cubicBezTo>
                    <a:pt x="305" y="13"/>
                    <a:pt x="306" y="13"/>
                    <a:pt x="306" y="1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73" y="33"/>
                    <a:pt x="373" y="33"/>
                    <a:pt x="373" y="33"/>
                  </a:cubicBezTo>
                  <a:cubicBezTo>
                    <a:pt x="374" y="33"/>
                    <a:pt x="374" y="33"/>
                    <a:pt x="374" y="34"/>
                  </a:cubicBezTo>
                  <a:cubicBezTo>
                    <a:pt x="387" y="46"/>
                    <a:pt x="387" y="46"/>
                    <a:pt x="387" y="46"/>
                  </a:cubicBezTo>
                  <a:cubicBezTo>
                    <a:pt x="384" y="48"/>
                    <a:pt x="384" y="48"/>
                    <a:pt x="384" y="48"/>
                  </a:cubicBezTo>
                  <a:cubicBezTo>
                    <a:pt x="372" y="37"/>
                    <a:pt x="372" y="37"/>
                    <a:pt x="372" y="37"/>
                  </a:cubicBezTo>
                  <a:cubicBezTo>
                    <a:pt x="325" y="37"/>
                    <a:pt x="325" y="37"/>
                    <a:pt x="325" y="37"/>
                  </a:cubicBezTo>
                  <a:cubicBezTo>
                    <a:pt x="325" y="37"/>
                    <a:pt x="324" y="37"/>
                    <a:pt x="324" y="36"/>
                  </a:cubicBezTo>
                  <a:cubicBezTo>
                    <a:pt x="304" y="16"/>
                    <a:pt x="304" y="16"/>
                    <a:pt x="304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2" y="16"/>
                    <a:pt x="92" y="16"/>
                    <a:pt x="91" y="16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54" y="4"/>
                    <a:pt x="54" y="4"/>
                    <a:pt x="54" y="4"/>
                  </a:cubicBezTo>
                  <a:lnTo>
                    <a:pt x="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7" name="Freeform 472"/>
            <p:cNvSpPr>
              <a:spLocks/>
            </p:cNvSpPr>
            <p:nvPr/>
          </p:nvSpPr>
          <p:spPr bwMode="auto">
            <a:xfrm flipV="1">
              <a:off x="-306386" y="2938460"/>
              <a:ext cx="1362075" cy="465138"/>
            </a:xfrm>
            <a:custGeom>
              <a:avLst/>
              <a:gdLst>
                <a:gd name="T0" fmla="*/ 363 w 363"/>
                <a:gd name="T1" fmla="*/ 124 h 124"/>
                <a:gd name="T2" fmla="*/ 320 w 363"/>
                <a:gd name="T3" fmla="*/ 124 h 124"/>
                <a:gd name="T4" fmla="*/ 319 w 363"/>
                <a:gd name="T5" fmla="*/ 124 h 124"/>
                <a:gd name="T6" fmla="*/ 229 w 363"/>
                <a:gd name="T7" fmla="*/ 33 h 124"/>
                <a:gd name="T8" fmla="*/ 201 w 363"/>
                <a:gd name="T9" fmla="*/ 33 h 124"/>
                <a:gd name="T10" fmla="*/ 200 w 363"/>
                <a:gd name="T11" fmla="*/ 33 h 124"/>
                <a:gd name="T12" fmla="*/ 171 w 363"/>
                <a:gd name="T13" fmla="*/ 4 h 124"/>
                <a:gd name="T14" fmla="*/ 34 w 363"/>
                <a:gd name="T15" fmla="*/ 4 h 124"/>
                <a:gd name="T16" fmla="*/ 2 w 363"/>
                <a:gd name="T17" fmla="*/ 35 h 124"/>
                <a:gd name="T18" fmla="*/ 0 w 363"/>
                <a:gd name="T19" fmla="*/ 33 h 124"/>
                <a:gd name="T20" fmla="*/ 32 w 363"/>
                <a:gd name="T21" fmla="*/ 1 h 124"/>
                <a:gd name="T22" fmla="*/ 33 w 363"/>
                <a:gd name="T23" fmla="*/ 0 h 124"/>
                <a:gd name="T24" fmla="*/ 172 w 363"/>
                <a:gd name="T25" fmla="*/ 0 h 124"/>
                <a:gd name="T26" fmla="*/ 173 w 363"/>
                <a:gd name="T27" fmla="*/ 1 h 124"/>
                <a:gd name="T28" fmla="*/ 202 w 363"/>
                <a:gd name="T29" fmla="*/ 30 h 124"/>
                <a:gd name="T30" fmla="*/ 230 w 363"/>
                <a:gd name="T31" fmla="*/ 30 h 124"/>
                <a:gd name="T32" fmla="*/ 231 w 363"/>
                <a:gd name="T33" fmla="*/ 31 h 124"/>
                <a:gd name="T34" fmla="*/ 321 w 363"/>
                <a:gd name="T35" fmla="*/ 121 h 124"/>
                <a:gd name="T36" fmla="*/ 363 w 363"/>
                <a:gd name="T37" fmla="*/ 121 h 124"/>
                <a:gd name="T38" fmla="*/ 363 w 363"/>
                <a:gd name="T3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3" h="124">
                  <a:moveTo>
                    <a:pt x="363" y="124"/>
                  </a:moveTo>
                  <a:cubicBezTo>
                    <a:pt x="320" y="124"/>
                    <a:pt x="320" y="124"/>
                    <a:pt x="320" y="124"/>
                  </a:cubicBezTo>
                  <a:cubicBezTo>
                    <a:pt x="320" y="124"/>
                    <a:pt x="320" y="124"/>
                    <a:pt x="319" y="124"/>
                  </a:cubicBezTo>
                  <a:cubicBezTo>
                    <a:pt x="229" y="33"/>
                    <a:pt x="229" y="33"/>
                    <a:pt x="229" y="33"/>
                  </a:cubicBezTo>
                  <a:cubicBezTo>
                    <a:pt x="201" y="33"/>
                    <a:pt x="201" y="33"/>
                    <a:pt x="201" y="33"/>
                  </a:cubicBezTo>
                  <a:cubicBezTo>
                    <a:pt x="201" y="33"/>
                    <a:pt x="201" y="33"/>
                    <a:pt x="200" y="33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0"/>
                    <a:pt x="173" y="1"/>
                    <a:pt x="173" y="1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30" y="30"/>
                    <a:pt x="230" y="30"/>
                    <a:pt x="230" y="30"/>
                  </a:cubicBezTo>
                  <a:cubicBezTo>
                    <a:pt x="230" y="30"/>
                    <a:pt x="231" y="30"/>
                    <a:pt x="231" y="31"/>
                  </a:cubicBezTo>
                  <a:cubicBezTo>
                    <a:pt x="321" y="121"/>
                    <a:pt x="321" y="121"/>
                    <a:pt x="321" y="121"/>
                  </a:cubicBezTo>
                  <a:cubicBezTo>
                    <a:pt x="363" y="121"/>
                    <a:pt x="363" y="121"/>
                    <a:pt x="363" y="121"/>
                  </a:cubicBezTo>
                  <a:lnTo>
                    <a:pt x="363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8" name="Freeform 473"/>
            <p:cNvSpPr>
              <a:spLocks/>
            </p:cNvSpPr>
            <p:nvPr/>
          </p:nvSpPr>
          <p:spPr bwMode="auto">
            <a:xfrm flipV="1">
              <a:off x="-755648" y="2795585"/>
              <a:ext cx="1079500" cy="354013"/>
            </a:xfrm>
            <a:custGeom>
              <a:avLst/>
              <a:gdLst>
                <a:gd name="T0" fmla="*/ 115 w 288"/>
                <a:gd name="T1" fmla="*/ 94 h 94"/>
                <a:gd name="T2" fmla="*/ 78 w 288"/>
                <a:gd name="T3" fmla="*/ 94 h 94"/>
                <a:gd name="T4" fmla="*/ 77 w 288"/>
                <a:gd name="T5" fmla="*/ 94 h 94"/>
                <a:gd name="T6" fmla="*/ 0 w 288"/>
                <a:gd name="T7" fmla="*/ 18 h 94"/>
                <a:gd name="T8" fmla="*/ 3 w 288"/>
                <a:gd name="T9" fmla="*/ 15 h 94"/>
                <a:gd name="T10" fmla="*/ 79 w 288"/>
                <a:gd name="T11" fmla="*/ 91 h 94"/>
                <a:gd name="T12" fmla="*/ 115 w 288"/>
                <a:gd name="T13" fmla="*/ 91 h 94"/>
                <a:gd name="T14" fmla="*/ 205 w 288"/>
                <a:gd name="T15" fmla="*/ 1 h 94"/>
                <a:gd name="T16" fmla="*/ 206 w 288"/>
                <a:gd name="T17" fmla="*/ 0 h 94"/>
                <a:gd name="T18" fmla="*/ 244 w 288"/>
                <a:gd name="T19" fmla="*/ 0 h 94"/>
                <a:gd name="T20" fmla="*/ 245 w 288"/>
                <a:gd name="T21" fmla="*/ 1 h 94"/>
                <a:gd name="T22" fmla="*/ 288 w 288"/>
                <a:gd name="T23" fmla="*/ 44 h 94"/>
                <a:gd name="T24" fmla="*/ 285 w 288"/>
                <a:gd name="T25" fmla="*/ 46 h 94"/>
                <a:gd name="T26" fmla="*/ 243 w 288"/>
                <a:gd name="T27" fmla="*/ 4 h 94"/>
                <a:gd name="T28" fmla="*/ 207 w 288"/>
                <a:gd name="T29" fmla="*/ 4 h 94"/>
                <a:gd name="T30" fmla="*/ 117 w 288"/>
                <a:gd name="T31" fmla="*/ 94 h 94"/>
                <a:gd name="T32" fmla="*/ 115 w 288"/>
                <a:gd name="T3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8" h="94">
                  <a:moveTo>
                    <a:pt x="115" y="94"/>
                  </a:moveTo>
                  <a:cubicBezTo>
                    <a:pt x="78" y="94"/>
                    <a:pt x="78" y="94"/>
                    <a:pt x="78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115" y="91"/>
                    <a:pt x="115" y="91"/>
                    <a:pt x="115" y="9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5" y="0"/>
                    <a:pt x="206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44" y="0"/>
                    <a:pt x="245" y="1"/>
                    <a:pt x="245" y="1"/>
                  </a:cubicBezTo>
                  <a:cubicBezTo>
                    <a:pt x="288" y="44"/>
                    <a:pt x="288" y="44"/>
                    <a:pt x="288" y="44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6" y="94"/>
                    <a:pt x="116" y="94"/>
                    <a:pt x="115" y="9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9" name="Freeform 474"/>
            <p:cNvSpPr>
              <a:spLocks/>
            </p:cNvSpPr>
            <p:nvPr/>
          </p:nvSpPr>
          <p:spPr bwMode="auto">
            <a:xfrm flipV="1">
              <a:off x="-441323" y="2363785"/>
              <a:ext cx="930275" cy="649288"/>
            </a:xfrm>
            <a:custGeom>
              <a:avLst/>
              <a:gdLst>
                <a:gd name="T0" fmla="*/ 56 w 248"/>
                <a:gd name="T1" fmla="*/ 173 h 173"/>
                <a:gd name="T2" fmla="*/ 28 w 248"/>
                <a:gd name="T3" fmla="*/ 173 h 173"/>
                <a:gd name="T4" fmla="*/ 24 w 248"/>
                <a:gd name="T5" fmla="*/ 171 h 173"/>
                <a:gd name="T6" fmla="*/ 1 w 248"/>
                <a:gd name="T7" fmla="*/ 148 h 173"/>
                <a:gd name="T8" fmla="*/ 0 w 248"/>
                <a:gd name="T9" fmla="*/ 144 h 173"/>
                <a:gd name="T10" fmla="*/ 0 w 248"/>
                <a:gd name="T11" fmla="*/ 115 h 173"/>
                <a:gd name="T12" fmla="*/ 1 w 248"/>
                <a:gd name="T13" fmla="*/ 112 h 173"/>
                <a:gd name="T14" fmla="*/ 111 w 248"/>
                <a:gd name="T15" fmla="*/ 2 h 173"/>
                <a:gd name="T16" fmla="*/ 115 w 248"/>
                <a:gd name="T17" fmla="*/ 0 h 173"/>
                <a:gd name="T18" fmla="*/ 115 w 248"/>
                <a:gd name="T19" fmla="*/ 0 h 173"/>
                <a:gd name="T20" fmla="*/ 145 w 248"/>
                <a:gd name="T21" fmla="*/ 0 h 173"/>
                <a:gd name="T22" fmla="*/ 149 w 248"/>
                <a:gd name="T23" fmla="*/ 2 h 173"/>
                <a:gd name="T24" fmla="*/ 207 w 248"/>
                <a:gd name="T25" fmla="*/ 60 h 173"/>
                <a:gd name="T26" fmla="*/ 248 w 248"/>
                <a:gd name="T27" fmla="*/ 60 h 173"/>
                <a:gd name="T28" fmla="*/ 248 w 248"/>
                <a:gd name="T29" fmla="*/ 70 h 173"/>
                <a:gd name="T30" fmla="*/ 205 w 248"/>
                <a:gd name="T31" fmla="*/ 70 h 173"/>
                <a:gd name="T32" fmla="*/ 201 w 248"/>
                <a:gd name="T33" fmla="*/ 69 h 173"/>
                <a:gd name="T34" fmla="*/ 143 w 248"/>
                <a:gd name="T35" fmla="*/ 11 h 173"/>
                <a:gd name="T36" fmla="*/ 117 w 248"/>
                <a:gd name="T37" fmla="*/ 11 h 173"/>
                <a:gd name="T38" fmla="*/ 10 w 248"/>
                <a:gd name="T39" fmla="*/ 117 h 173"/>
                <a:gd name="T40" fmla="*/ 10 w 248"/>
                <a:gd name="T41" fmla="*/ 142 h 173"/>
                <a:gd name="T42" fmla="*/ 30 w 248"/>
                <a:gd name="T43" fmla="*/ 162 h 173"/>
                <a:gd name="T44" fmla="*/ 54 w 248"/>
                <a:gd name="T45" fmla="*/ 162 h 173"/>
                <a:gd name="T46" fmla="*/ 116 w 248"/>
                <a:gd name="T47" fmla="*/ 100 h 173"/>
                <a:gd name="T48" fmla="*/ 123 w 248"/>
                <a:gd name="T49" fmla="*/ 107 h 173"/>
                <a:gd name="T50" fmla="*/ 60 w 248"/>
                <a:gd name="T51" fmla="*/ 171 h 173"/>
                <a:gd name="T52" fmla="*/ 56 w 248"/>
                <a:gd name="T53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173">
                  <a:moveTo>
                    <a:pt x="56" y="173"/>
                  </a:moveTo>
                  <a:cubicBezTo>
                    <a:pt x="28" y="173"/>
                    <a:pt x="28" y="173"/>
                    <a:pt x="28" y="173"/>
                  </a:cubicBezTo>
                  <a:cubicBezTo>
                    <a:pt x="27" y="173"/>
                    <a:pt x="25" y="172"/>
                    <a:pt x="24" y="171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0" y="147"/>
                    <a:pt x="0" y="146"/>
                    <a:pt x="0" y="144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0" y="113"/>
                    <a:pt x="1" y="11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3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7" y="0"/>
                    <a:pt x="148" y="1"/>
                    <a:pt x="149" y="2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48" y="60"/>
                    <a:pt x="248" y="60"/>
                    <a:pt x="248" y="60"/>
                  </a:cubicBezTo>
                  <a:cubicBezTo>
                    <a:pt x="248" y="70"/>
                    <a:pt x="248" y="70"/>
                    <a:pt x="248" y="70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4" y="70"/>
                    <a:pt x="202" y="70"/>
                    <a:pt x="201" y="69"/>
                  </a:cubicBezTo>
                  <a:cubicBezTo>
                    <a:pt x="143" y="11"/>
                    <a:pt x="143" y="11"/>
                    <a:pt x="143" y="11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116" y="100"/>
                    <a:pt x="116" y="100"/>
                    <a:pt x="116" y="100"/>
                  </a:cubicBezTo>
                  <a:cubicBezTo>
                    <a:pt x="123" y="107"/>
                    <a:pt x="123" y="107"/>
                    <a:pt x="123" y="107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59" y="172"/>
                    <a:pt x="57" y="173"/>
                    <a:pt x="56" y="1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0" name="Freeform 475"/>
            <p:cNvSpPr>
              <a:spLocks/>
            </p:cNvSpPr>
            <p:nvPr/>
          </p:nvSpPr>
          <p:spPr bwMode="auto">
            <a:xfrm flipV="1">
              <a:off x="-554036" y="2946398"/>
              <a:ext cx="1227137" cy="371475"/>
            </a:xfrm>
            <a:custGeom>
              <a:avLst/>
              <a:gdLst>
                <a:gd name="T0" fmla="*/ 327 w 327"/>
                <a:gd name="T1" fmla="*/ 99 h 99"/>
                <a:gd name="T2" fmla="*/ 296 w 327"/>
                <a:gd name="T3" fmla="*/ 99 h 99"/>
                <a:gd name="T4" fmla="*/ 295 w 327"/>
                <a:gd name="T5" fmla="*/ 98 h 99"/>
                <a:gd name="T6" fmla="*/ 200 w 327"/>
                <a:gd name="T7" fmla="*/ 3 h 99"/>
                <a:gd name="T8" fmla="*/ 120 w 327"/>
                <a:gd name="T9" fmla="*/ 3 h 99"/>
                <a:gd name="T10" fmla="*/ 67 w 327"/>
                <a:gd name="T11" fmla="*/ 57 h 99"/>
                <a:gd name="T12" fmla="*/ 66 w 327"/>
                <a:gd name="T13" fmla="*/ 57 h 99"/>
                <a:gd name="T14" fmla="*/ 45 w 327"/>
                <a:gd name="T15" fmla="*/ 57 h 99"/>
                <a:gd name="T16" fmla="*/ 44 w 327"/>
                <a:gd name="T17" fmla="*/ 57 h 99"/>
                <a:gd name="T18" fmla="*/ 0 w 327"/>
                <a:gd name="T19" fmla="*/ 13 h 99"/>
                <a:gd name="T20" fmla="*/ 2 w 327"/>
                <a:gd name="T21" fmla="*/ 10 h 99"/>
                <a:gd name="T22" fmla="*/ 46 w 327"/>
                <a:gd name="T23" fmla="*/ 54 h 99"/>
                <a:gd name="T24" fmla="*/ 65 w 327"/>
                <a:gd name="T25" fmla="*/ 54 h 99"/>
                <a:gd name="T26" fmla="*/ 118 w 327"/>
                <a:gd name="T27" fmla="*/ 0 h 99"/>
                <a:gd name="T28" fmla="*/ 119 w 327"/>
                <a:gd name="T29" fmla="*/ 0 h 99"/>
                <a:gd name="T30" fmla="*/ 201 w 327"/>
                <a:gd name="T31" fmla="*/ 0 h 99"/>
                <a:gd name="T32" fmla="*/ 202 w 327"/>
                <a:gd name="T33" fmla="*/ 0 h 99"/>
                <a:gd name="T34" fmla="*/ 297 w 327"/>
                <a:gd name="T35" fmla="*/ 95 h 99"/>
                <a:gd name="T36" fmla="*/ 327 w 327"/>
                <a:gd name="T37" fmla="*/ 95 h 99"/>
                <a:gd name="T38" fmla="*/ 327 w 327"/>
                <a:gd name="T3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7" h="99">
                  <a:moveTo>
                    <a:pt x="327" y="99"/>
                  </a:moveTo>
                  <a:cubicBezTo>
                    <a:pt x="296" y="99"/>
                    <a:pt x="296" y="99"/>
                    <a:pt x="296" y="99"/>
                  </a:cubicBezTo>
                  <a:cubicBezTo>
                    <a:pt x="296" y="99"/>
                    <a:pt x="295" y="98"/>
                    <a:pt x="295" y="98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67" y="57"/>
                    <a:pt x="67" y="57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2" y="0"/>
                    <a:pt x="202" y="0"/>
                  </a:cubicBezTo>
                  <a:cubicBezTo>
                    <a:pt x="297" y="95"/>
                    <a:pt x="297" y="95"/>
                    <a:pt x="297" y="95"/>
                  </a:cubicBezTo>
                  <a:cubicBezTo>
                    <a:pt x="327" y="95"/>
                    <a:pt x="327" y="95"/>
                    <a:pt x="327" y="95"/>
                  </a:cubicBezTo>
                  <a:lnTo>
                    <a:pt x="327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1" name="Freeform 476"/>
            <p:cNvSpPr>
              <a:spLocks/>
            </p:cNvSpPr>
            <p:nvPr/>
          </p:nvSpPr>
          <p:spPr bwMode="auto">
            <a:xfrm flipV="1">
              <a:off x="-512761" y="2762248"/>
              <a:ext cx="1366837" cy="495300"/>
            </a:xfrm>
            <a:custGeom>
              <a:avLst/>
              <a:gdLst>
                <a:gd name="T0" fmla="*/ 364 w 364"/>
                <a:gd name="T1" fmla="*/ 132 h 132"/>
                <a:gd name="T2" fmla="*/ 314 w 364"/>
                <a:gd name="T3" fmla="*/ 132 h 132"/>
                <a:gd name="T4" fmla="*/ 312 w 364"/>
                <a:gd name="T5" fmla="*/ 131 h 132"/>
                <a:gd name="T6" fmla="*/ 184 w 364"/>
                <a:gd name="T7" fmla="*/ 3 h 132"/>
                <a:gd name="T8" fmla="*/ 122 w 364"/>
                <a:gd name="T9" fmla="*/ 3 h 132"/>
                <a:gd name="T10" fmla="*/ 44 w 364"/>
                <a:gd name="T11" fmla="*/ 81 h 132"/>
                <a:gd name="T12" fmla="*/ 43 w 364"/>
                <a:gd name="T13" fmla="*/ 82 h 132"/>
                <a:gd name="T14" fmla="*/ 21 w 364"/>
                <a:gd name="T15" fmla="*/ 82 h 132"/>
                <a:gd name="T16" fmla="*/ 20 w 364"/>
                <a:gd name="T17" fmla="*/ 81 h 132"/>
                <a:gd name="T18" fmla="*/ 0 w 364"/>
                <a:gd name="T19" fmla="*/ 61 h 132"/>
                <a:gd name="T20" fmla="*/ 2 w 364"/>
                <a:gd name="T21" fmla="*/ 59 h 132"/>
                <a:gd name="T22" fmla="*/ 22 w 364"/>
                <a:gd name="T23" fmla="*/ 78 h 132"/>
                <a:gd name="T24" fmla="*/ 42 w 364"/>
                <a:gd name="T25" fmla="*/ 78 h 132"/>
                <a:gd name="T26" fmla="*/ 120 w 364"/>
                <a:gd name="T27" fmla="*/ 0 h 132"/>
                <a:gd name="T28" fmla="*/ 122 w 364"/>
                <a:gd name="T29" fmla="*/ 0 h 132"/>
                <a:gd name="T30" fmla="*/ 185 w 364"/>
                <a:gd name="T31" fmla="*/ 0 h 132"/>
                <a:gd name="T32" fmla="*/ 186 w 364"/>
                <a:gd name="T33" fmla="*/ 0 h 132"/>
                <a:gd name="T34" fmla="*/ 314 w 364"/>
                <a:gd name="T35" fmla="*/ 128 h 132"/>
                <a:gd name="T36" fmla="*/ 364 w 364"/>
                <a:gd name="T37" fmla="*/ 128 h 132"/>
                <a:gd name="T38" fmla="*/ 364 w 364"/>
                <a:gd name="T39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4" h="132">
                  <a:moveTo>
                    <a:pt x="364" y="132"/>
                  </a:moveTo>
                  <a:cubicBezTo>
                    <a:pt x="314" y="132"/>
                    <a:pt x="314" y="132"/>
                    <a:pt x="314" y="132"/>
                  </a:cubicBezTo>
                  <a:cubicBezTo>
                    <a:pt x="313" y="132"/>
                    <a:pt x="313" y="132"/>
                    <a:pt x="312" y="131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4" y="82"/>
                    <a:pt x="44" y="82"/>
                    <a:pt x="43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0" y="82"/>
                    <a:pt x="20" y="8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0"/>
                    <a:pt x="121" y="0"/>
                    <a:pt x="122" y="0"/>
                  </a:cubicBez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314" y="128"/>
                    <a:pt x="314" y="128"/>
                    <a:pt x="314" y="128"/>
                  </a:cubicBezTo>
                  <a:cubicBezTo>
                    <a:pt x="364" y="128"/>
                    <a:pt x="364" y="128"/>
                    <a:pt x="364" y="128"/>
                  </a:cubicBezTo>
                  <a:lnTo>
                    <a:pt x="364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2" name="Freeform 477"/>
            <p:cNvSpPr>
              <a:spLocks/>
            </p:cNvSpPr>
            <p:nvPr/>
          </p:nvSpPr>
          <p:spPr bwMode="auto">
            <a:xfrm flipV="1">
              <a:off x="-2117723" y="2217736"/>
              <a:ext cx="2424112" cy="387350"/>
            </a:xfrm>
            <a:custGeom>
              <a:avLst/>
              <a:gdLst>
                <a:gd name="T0" fmla="*/ 545 w 646"/>
                <a:gd name="T1" fmla="*/ 103 h 103"/>
                <a:gd name="T2" fmla="*/ 0 w 646"/>
                <a:gd name="T3" fmla="*/ 103 h 103"/>
                <a:gd name="T4" fmla="*/ 0 w 646"/>
                <a:gd name="T5" fmla="*/ 99 h 103"/>
                <a:gd name="T6" fmla="*/ 544 w 646"/>
                <a:gd name="T7" fmla="*/ 99 h 103"/>
                <a:gd name="T8" fmla="*/ 566 w 646"/>
                <a:gd name="T9" fmla="*/ 77 h 103"/>
                <a:gd name="T10" fmla="*/ 566 w 646"/>
                <a:gd name="T11" fmla="*/ 49 h 103"/>
                <a:gd name="T12" fmla="*/ 567 w 646"/>
                <a:gd name="T13" fmla="*/ 48 h 103"/>
                <a:gd name="T14" fmla="*/ 613 w 646"/>
                <a:gd name="T15" fmla="*/ 1 h 103"/>
                <a:gd name="T16" fmla="*/ 614 w 646"/>
                <a:gd name="T17" fmla="*/ 0 h 103"/>
                <a:gd name="T18" fmla="*/ 646 w 646"/>
                <a:gd name="T19" fmla="*/ 0 h 103"/>
                <a:gd name="T20" fmla="*/ 646 w 646"/>
                <a:gd name="T21" fmla="*/ 4 h 103"/>
                <a:gd name="T22" fmla="*/ 615 w 646"/>
                <a:gd name="T23" fmla="*/ 4 h 103"/>
                <a:gd name="T24" fmla="*/ 570 w 646"/>
                <a:gd name="T25" fmla="*/ 49 h 103"/>
                <a:gd name="T26" fmla="*/ 570 w 646"/>
                <a:gd name="T27" fmla="*/ 78 h 103"/>
                <a:gd name="T28" fmla="*/ 569 w 646"/>
                <a:gd name="T29" fmla="*/ 79 h 103"/>
                <a:gd name="T30" fmla="*/ 546 w 646"/>
                <a:gd name="T31" fmla="*/ 102 h 103"/>
                <a:gd name="T32" fmla="*/ 545 w 646"/>
                <a:gd name="T3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6" h="103">
                  <a:moveTo>
                    <a:pt x="545" y="103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544" y="99"/>
                    <a:pt x="544" y="99"/>
                    <a:pt x="544" y="99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6" y="49"/>
                    <a:pt x="566" y="49"/>
                    <a:pt x="566" y="49"/>
                  </a:cubicBezTo>
                  <a:cubicBezTo>
                    <a:pt x="566" y="48"/>
                    <a:pt x="566" y="48"/>
                    <a:pt x="567" y="48"/>
                  </a:cubicBezTo>
                  <a:cubicBezTo>
                    <a:pt x="613" y="1"/>
                    <a:pt x="613" y="1"/>
                    <a:pt x="613" y="1"/>
                  </a:cubicBezTo>
                  <a:cubicBezTo>
                    <a:pt x="614" y="1"/>
                    <a:pt x="614" y="0"/>
                    <a:pt x="614" y="0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615" y="4"/>
                    <a:pt x="615" y="4"/>
                    <a:pt x="615" y="4"/>
                  </a:cubicBezTo>
                  <a:cubicBezTo>
                    <a:pt x="570" y="49"/>
                    <a:pt x="570" y="49"/>
                    <a:pt x="570" y="49"/>
                  </a:cubicBezTo>
                  <a:cubicBezTo>
                    <a:pt x="570" y="78"/>
                    <a:pt x="570" y="78"/>
                    <a:pt x="570" y="78"/>
                  </a:cubicBezTo>
                  <a:cubicBezTo>
                    <a:pt x="570" y="79"/>
                    <a:pt x="569" y="79"/>
                    <a:pt x="569" y="79"/>
                  </a:cubicBezTo>
                  <a:cubicBezTo>
                    <a:pt x="546" y="102"/>
                    <a:pt x="546" y="102"/>
                    <a:pt x="546" y="102"/>
                  </a:cubicBezTo>
                  <a:cubicBezTo>
                    <a:pt x="546" y="103"/>
                    <a:pt x="546" y="103"/>
                    <a:pt x="545" y="1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3" name="Freeform 478"/>
            <p:cNvSpPr>
              <a:spLocks/>
            </p:cNvSpPr>
            <p:nvPr/>
          </p:nvSpPr>
          <p:spPr bwMode="auto">
            <a:xfrm flipV="1">
              <a:off x="-1949448" y="1989136"/>
              <a:ext cx="2443162" cy="428625"/>
            </a:xfrm>
            <a:custGeom>
              <a:avLst/>
              <a:gdLst>
                <a:gd name="T0" fmla="*/ 496 w 651"/>
                <a:gd name="T1" fmla="*/ 114 h 114"/>
                <a:gd name="T2" fmla="*/ 0 w 651"/>
                <a:gd name="T3" fmla="*/ 114 h 114"/>
                <a:gd name="T4" fmla="*/ 0 w 651"/>
                <a:gd name="T5" fmla="*/ 110 h 114"/>
                <a:gd name="T6" fmla="*/ 496 w 651"/>
                <a:gd name="T7" fmla="*/ 110 h 114"/>
                <a:gd name="T8" fmla="*/ 606 w 651"/>
                <a:gd name="T9" fmla="*/ 0 h 114"/>
                <a:gd name="T10" fmla="*/ 607 w 651"/>
                <a:gd name="T11" fmla="*/ 0 h 114"/>
                <a:gd name="T12" fmla="*/ 651 w 651"/>
                <a:gd name="T13" fmla="*/ 0 h 114"/>
                <a:gd name="T14" fmla="*/ 651 w 651"/>
                <a:gd name="T15" fmla="*/ 3 h 114"/>
                <a:gd name="T16" fmla="*/ 608 w 651"/>
                <a:gd name="T17" fmla="*/ 3 h 114"/>
                <a:gd name="T18" fmla="*/ 498 w 651"/>
                <a:gd name="T19" fmla="*/ 113 h 114"/>
                <a:gd name="T20" fmla="*/ 496 w 651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1" h="114">
                  <a:moveTo>
                    <a:pt x="496" y="114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496" y="110"/>
                    <a:pt x="496" y="110"/>
                    <a:pt x="496" y="11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6" y="0"/>
                    <a:pt x="606" y="0"/>
                    <a:pt x="607" y="0"/>
                  </a:cubicBezTo>
                  <a:cubicBezTo>
                    <a:pt x="651" y="0"/>
                    <a:pt x="651" y="0"/>
                    <a:pt x="651" y="0"/>
                  </a:cubicBezTo>
                  <a:cubicBezTo>
                    <a:pt x="651" y="3"/>
                    <a:pt x="651" y="3"/>
                    <a:pt x="651" y="3"/>
                  </a:cubicBezTo>
                  <a:cubicBezTo>
                    <a:pt x="608" y="3"/>
                    <a:pt x="608" y="3"/>
                    <a:pt x="608" y="3"/>
                  </a:cubicBezTo>
                  <a:cubicBezTo>
                    <a:pt x="498" y="113"/>
                    <a:pt x="498" y="113"/>
                    <a:pt x="498" y="113"/>
                  </a:cubicBezTo>
                  <a:cubicBezTo>
                    <a:pt x="497" y="114"/>
                    <a:pt x="497" y="114"/>
                    <a:pt x="496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4" name="Freeform 479"/>
            <p:cNvSpPr>
              <a:spLocks noEditPoints="1"/>
            </p:cNvSpPr>
            <p:nvPr/>
          </p:nvSpPr>
          <p:spPr bwMode="auto">
            <a:xfrm flipV="1">
              <a:off x="5311777" y="6561136"/>
              <a:ext cx="101600" cy="100013"/>
            </a:xfrm>
            <a:custGeom>
              <a:avLst/>
              <a:gdLst>
                <a:gd name="T0" fmla="*/ 13 w 27"/>
                <a:gd name="T1" fmla="*/ 6 h 27"/>
                <a:gd name="T2" fmla="*/ 13 w 27"/>
                <a:gd name="T3" fmla="*/ 6 h 27"/>
                <a:gd name="T4" fmla="*/ 13 w 27"/>
                <a:gd name="T5" fmla="*/ 6 h 27"/>
                <a:gd name="T6" fmla="*/ 20 w 27"/>
                <a:gd name="T7" fmla="*/ 13 h 27"/>
                <a:gd name="T8" fmla="*/ 13 w 27"/>
                <a:gd name="T9" fmla="*/ 20 h 27"/>
                <a:gd name="T10" fmla="*/ 13 w 27"/>
                <a:gd name="T11" fmla="*/ 20 h 27"/>
                <a:gd name="T12" fmla="*/ 13 w 27"/>
                <a:gd name="T13" fmla="*/ 20 h 27"/>
                <a:gd name="T14" fmla="*/ 6 w 27"/>
                <a:gd name="T15" fmla="*/ 13 h 27"/>
                <a:gd name="T16" fmla="*/ 13 w 27"/>
                <a:gd name="T17" fmla="*/ 6 h 27"/>
                <a:gd name="T18" fmla="*/ 13 w 27"/>
                <a:gd name="T19" fmla="*/ 0 h 27"/>
                <a:gd name="T20" fmla="*/ 13 w 27"/>
                <a:gd name="T21" fmla="*/ 0 h 27"/>
                <a:gd name="T22" fmla="*/ 13 w 27"/>
                <a:gd name="T23" fmla="*/ 0 h 27"/>
                <a:gd name="T24" fmla="*/ 4 w 27"/>
                <a:gd name="T25" fmla="*/ 4 h 27"/>
                <a:gd name="T26" fmla="*/ 0 w 27"/>
                <a:gd name="T27" fmla="*/ 13 h 27"/>
                <a:gd name="T28" fmla="*/ 13 w 27"/>
                <a:gd name="T29" fmla="*/ 27 h 27"/>
                <a:gd name="T30" fmla="*/ 23 w 27"/>
                <a:gd name="T31" fmla="*/ 23 h 27"/>
                <a:gd name="T32" fmla="*/ 27 w 27"/>
                <a:gd name="T33" fmla="*/ 13 h 27"/>
                <a:gd name="T34" fmla="*/ 13 w 27"/>
                <a:gd name="T3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7">
                  <a:moveTo>
                    <a:pt x="13" y="6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7" y="6"/>
                    <a:pt x="20" y="10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10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6"/>
                    <a:pt x="0" y="10"/>
                    <a:pt x="0" y="13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17" y="27"/>
                    <a:pt x="20" y="26"/>
                    <a:pt x="23" y="23"/>
                  </a:cubicBezTo>
                  <a:cubicBezTo>
                    <a:pt x="26" y="20"/>
                    <a:pt x="27" y="17"/>
                    <a:pt x="27" y="13"/>
                  </a:cubicBezTo>
                  <a:cubicBezTo>
                    <a:pt x="27" y="6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5" name="Freeform 480"/>
            <p:cNvSpPr>
              <a:spLocks noEditPoints="1"/>
            </p:cNvSpPr>
            <p:nvPr/>
          </p:nvSpPr>
          <p:spPr bwMode="auto">
            <a:xfrm flipV="1">
              <a:off x="5322889" y="6924673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6" name="Freeform 481"/>
            <p:cNvSpPr>
              <a:spLocks noEditPoints="1"/>
            </p:cNvSpPr>
            <p:nvPr/>
          </p:nvSpPr>
          <p:spPr bwMode="auto">
            <a:xfrm flipV="1">
              <a:off x="3360739" y="99790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7" name="Freeform 482"/>
            <p:cNvSpPr>
              <a:spLocks noEditPoints="1"/>
            </p:cNvSpPr>
            <p:nvPr/>
          </p:nvSpPr>
          <p:spPr bwMode="auto">
            <a:xfrm flipV="1">
              <a:off x="5138739" y="67405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8" name="Freeform 483"/>
            <p:cNvSpPr>
              <a:spLocks noEditPoints="1"/>
            </p:cNvSpPr>
            <p:nvPr/>
          </p:nvSpPr>
          <p:spPr bwMode="auto">
            <a:xfrm flipV="1">
              <a:off x="2733677" y="96345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9" name="Freeform 484"/>
            <p:cNvSpPr>
              <a:spLocks noEditPoints="1"/>
            </p:cNvSpPr>
            <p:nvPr/>
          </p:nvSpPr>
          <p:spPr bwMode="auto">
            <a:xfrm flipV="1">
              <a:off x="4973639" y="69167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0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0" name="Freeform 485"/>
            <p:cNvSpPr>
              <a:spLocks noEditPoints="1"/>
            </p:cNvSpPr>
            <p:nvPr/>
          </p:nvSpPr>
          <p:spPr bwMode="auto">
            <a:xfrm flipV="1">
              <a:off x="3698877" y="8823323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1" name="Freeform 486"/>
            <p:cNvSpPr>
              <a:spLocks noEditPoints="1"/>
            </p:cNvSpPr>
            <p:nvPr/>
          </p:nvSpPr>
          <p:spPr bwMode="auto">
            <a:xfrm flipV="1">
              <a:off x="497363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5"/>
                    <a:pt x="15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2" name="Freeform 487"/>
            <p:cNvSpPr>
              <a:spLocks noEditPoints="1"/>
            </p:cNvSpPr>
            <p:nvPr/>
          </p:nvSpPr>
          <p:spPr bwMode="auto">
            <a:xfrm flipV="1">
              <a:off x="3041652" y="99948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3" name="Freeform 488"/>
            <p:cNvSpPr>
              <a:spLocks noEditPoints="1"/>
            </p:cNvSpPr>
            <p:nvPr/>
          </p:nvSpPr>
          <p:spPr bwMode="auto">
            <a:xfrm flipV="1">
              <a:off x="532288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0 w 24"/>
                <a:gd name="T19" fmla="*/ 20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4" name="Freeform 489"/>
            <p:cNvSpPr>
              <a:spLocks noEditPoints="1"/>
            </p:cNvSpPr>
            <p:nvPr/>
          </p:nvSpPr>
          <p:spPr bwMode="auto">
            <a:xfrm flipV="1">
              <a:off x="3187702" y="99901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4 w 24"/>
                <a:gd name="T15" fmla="*/ 4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5" name="Freeform 490"/>
            <p:cNvSpPr>
              <a:spLocks noEditPoints="1"/>
            </p:cNvSpPr>
            <p:nvPr/>
          </p:nvSpPr>
          <p:spPr bwMode="auto">
            <a:xfrm flipV="1">
              <a:off x="5492752" y="7097711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6" name="Freeform 491"/>
            <p:cNvSpPr>
              <a:spLocks noEditPoints="1"/>
            </p:cNvSpPr>
            <p:nvPr/>
          </p:nvSpPr>
          <p:spPr bwMode="auto">
            <a:xfrm flipV="1">
              <a:off x="2973389" y="10133011"/>
              <a:ext cx="90487" cy="93663"/>
            </a:xfrm>
            <a:custGeom>
              <a:avLst/>
              <a:gdLst>
                <a:gd name="T0" fmla="*/ 12 w 24"/>
                <a:gd name="T1" fmla="*/ 6 h 25"/>
                <a:gd name="T2" fmla="*/ 12 w 24"/>
                <a:gd name="T3" fmla="*/ 6 h 25"/>
                <a:gd name="T4" fmla="*/ 19 w 24"/>
                <a:gd name="T5" fmla="*/ 13 h 25"/>
                <a:gd name="T6" fmla="*/ 12 w 24"/>
                <a:gd name="T7" fmla="*/ 19 h 25"/>
                <a:gd name="T8" fmla="*/ 5 w 24"/>
                <a:gd name="T9" fmla="*/ 13 h 25"/>
                <a:gd name="T10" fmla="*/ 12 w 24"/>
                <a:gd name="T11" fmla="*/ 6 h 25"/>
                <a:gd name="T12" fmla="*/ 12 w 24"/>
                <a:gd name="T13" fmla="*/ 0 h 25"/>
                <a:gd name="T14" fmla="*/ 12 w 24"/>
                <a:gd name="T15" fmla="*/ 0 h 25"/>
                <a:gd name="T16" fmla="*/ 3 w 24"/>
                <a:gd name="T17" fmla="*/ 4 h 25"/>
                <a:gd name="T18" fmla="*/ 0 w 24"/>
                <a:gd name="T19" fmla="*/ 13 h 25"/>
                <a:gd name="T20" fmla="*/ 12 w 24"/>
                <a:gd name="T21" fmla="*/ 25 h 25"/>
                <a:gd name="T22" fmla="*/ 20 w 24"/>
                <a:gd name="T23" fmla="*/ 21 h 25"/>
                <a:gd name="T24" fmla="*/ 24 w 24"/>
                <a:gd name="T25" fmla="*/ 12 h 25"/>
                <a:gd name="T26" fmla="*/ 12 w 24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5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3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5" y="25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7" name="Oval 492"/>
            <p:cNvSpPr>
              <a:spLocks noChangeArrowheads="1"/>
            </p:cNvSpPr>
            <p:nvPr/>
          </p:nvSpPr>
          <p:spPr bwMode="auto">
            <a:xfrm flipV="1">
              <a:off x="5514977" y="6913561"/>
              <a:ext cx="107950" cy="1079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8" name="Freeform 493"/>
            <p:cNvSpPr>
              <a:spLocks/>
            </p:cNvSpPr>
            <p:nvPr/>
          </p:nvSpPr>
          <p:spPr bwMode="auto">
            <a:xfrm flipV="1">
              <a:off x="3049589" y="7156449"/>
              <a:ext cx="2944812" cy="3028950"/>
            </a:xfrm>
            <a:custGeom>
              <a:avLst/>
              <a:gdLst>
                <a:gd name="T0" fmla="*/ 673 w 785"/>
                <a:gd name="T1" fmla="*/ 807 h 807"/>
                <a:gd name="T2" fmla="*/ 670 w 785"/>
                <a:gd name="T3" fmla="*/ 804 h 807"/>
                <a:gd name="T4" fmla="*/ 688 w 785"/>
                <a:gd name="T5" fmla="*/ 787 h 807"/>
                <a:gd name="T6" fmla="*/ 689 w 785"/>
                <a:gd name="T7" fmla="*/ 786 h 807"/>
                <a:gd name="T8" fmla="*/ 728 w 785"/>
                <a:gd name="T9" fmla="*/ 786 h 807"/>
                <a:gd name="T10" fmla="*/ 782 w 785"/>
                <a:gd name="T11" fmla="*/ 733 h 807"/>
                <a:gd name="T12" fmla="*/ 782 w 785"/>
                <a:gd name="T13" fmla="*/ 692 h 807"/>
                <a:gd name="T14" fmla="*/ 93 w 785"/>
                <a:gd name="T15" fmla="*/ 3 h 807"/>
                <a:gd name="T16" fmla="*/ 0 w 785"/>
                <a:gd name="T17" fmla="*/ 3 h 807"/>
                <a:gd name="T18" fmla="*/ 0 w 785"/>
                <a:gd name="T19" fmla="*/ 0 h 807"/>
                <a:gd name="T20" fmla="*/ 94 w 785"/>
                <a:gd name="T21" fmla="*/ 0 h 807"/>
                <a:gd name="T22" fmla="*/ 95 w 785"/>
                <a:gd name="T23" fmla="*/ 0 h 807"/>
                <a:gd name="T24" fmla="*/ 785 w 785"/>
                <a:gd name="T25" fmla="*/ 690 h 807"/>
                <a:gd name="T26" fmla="*/ 785 w 785"/>
                <a:gd name="T27" fmla="*/ 692 h 807"/>
                <a:gd name="T28" fmla="*/ 785 w 785"/>
                <a:gd name="T29" fmla="*/ 733 h 807"/>
                <a:gd name="T30" fmla="*/ 785 w 785"/>
                <a:gd name="T31" fmla="*/ 735 h 807"/>
                <a:gd name="T32" fmla="*/ 730 w 785"/>
                <a:gd name="T33" fmla="*/ 789 h 807"/>
                <a:gd name="T34" fmla="*/ 729 w 785"/>
                <a:gd name="T35" fmla="*/ 790 h 807"/>
                <a:gd name="T36" fmla="*/ 690 w 785"/>
                <a:gd name="T37" fmla="*/ 790 h 807"/>
                <a:gd name="T38" fmla="*/ 673 w 785"/>
                <a:gd name="T3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5" h="807">
                  <a:moveTo>
                    <a:pt x="673" y="807"/>
                  </a:moveTo>
                  <a:cubicBezTo>
                    <a:pt x="670" y="804"/>
                    <a:pt x="670" y="804"/>
                    <a:pt x="670" y="804"/>
                  </a:cubicBezTo>
                  <a:cubicBezTo>
                    <a:pt x="688" y="787"/>
                    <a:pt x="688" y="787"/>
                    <a:pt x="688" y="787"/>
                  </a:cubicBezTo>
                  <a:cubicBezTo>
                    <a:pt x="688" y="787"/>
                    <a:pt x="689" y="786"/>
                    <a:pt x="689" y="786"/>
                  </a:cubicBezTo>
                  <a:cubicBezTo>
                    <a:pt x="728" y="786"/>
                    <a:pt x="728" y="786"/>
                    <a:pt x="728" y="786"/>
                  </a:cubicBezTo>
                  <a:cubicBezTo>
                    <a:pt x="782" y="733"/>
                    <a:pt x="782" y="733"/>
                    <a:pt x="782" y="733"/>
                  </a:cubicBezTo>
                  <a:cubicBezTo>
                    <a:pt x="782" y="692"/>
                    <a:pt x="782" y="692"/>
                    <a:pt x="782" y="692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0"/>
                  </a:cubicBezTo>
                  <a:cubicBezTo>
                    <a:pt x="785" y="690"/>
                    <a:pt x="785" y="690"/>
                    <a:pt x="785" y="690"/>
                  </a:cubicBezTo>
                  <a:cubicBezTo>
                    <a:pt x="785" y="691"/>
                    <a:pt x="785" y="691"/>
                    <a:pt x="785" y="692"/>
                  </a:cubicBezTo>
                  <a:cubicBezTo>
                    <a:pt x="785" y="733"/>
                    <a:pt x="785" y="733"/>
                    <a:pt x="785" y="733"/>
                  </a:cubicBezTo>
                  <a:cubicBezTo>
                    <a:pt x="785" y="734"/>
                    <a:pt x="785" y="734"/>
                    <a:pt x="785" y="735"/>
                  </a:cubicBezTo>
                  <a:cubicBezTo>
                    <a:pt x="730" y="789"/>
                    <a:pt x="730" y="789"/>
                    <a:pt x="730" y="789"/>
                  </a:cubicBezTo>
                  <a:cubicBezTo>
                    <a:pt x="730" y="790"/>
                    <a:pt x="729" y="790"/>
                    <a:pt x="729" y="790"/>
                  </a:cubicBezTo>
                  <a:cubicBezTo>
                    <a:pt x="690" y="790"/>
                    <a:pt x="690" y="790"/>
                    <a:pt x="690" y="790"/>
                  </a:cubicBezTo>
                  <a:lnTo>
                    <a:pt x="673" y="8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9" name="Freeform 494"/>
            <p:cNvSpPr>
              <a:spLocks/>
            </p:cNvSpPr>
            <p:nvPr/>
          </p:nvSpPr>
          <p:spPr bwMode="auto">
            <a:xfrm flipV="1">
              <a:off x="3297239" y="7007223"/>
              <a:ext cx="2435225" cy="2998788"/>
            </a:xfrm>
            <a:custGeom>
              <a:avLst/>
              <a:gdLst>
                <a:gd name="T0" fmla="*/ 550 w 649"/>
                <a:gd name="T1" fmla="*/ 799 h 799"/>
                <a:gd name="T2" fmla="*/ 550 w 649"/>
                <a:gd name="T3" fmla="*/ 764 h 799"/>
                <a:gd name="T4" fmla="*/ 551 w 649"/>
                <a:gd name="T5" fmla="*/ 762 h 799"/>
                <a:gd name="T6" fmla="*/ 646 w 649"/>
                <a:gd name="T7" fmla="*/ 671 h 799"/>
                <a:gd name="T8" fmla="*/ 646 w 649"/>
                <a:gd name="T9" fmla="*/ 644 h 799"/>
                <a:gd name="T10" fmla="*/ 216 w 649"/>
                <a:gd name="T11" fmla="*/ 214 h 799"/>
                <a:gd name="T12" fmla="*/ 164 w 649"/>
                <a:gd name="T13" fmla="*/ 214 h 799"/>
                <a:gd name="T14" fmla="*/ 162 w 649"/>
                <a:gd name="T15" fmla="*/ 214 h 799"/>
                <a:gd name="T16" fmla="*/ 0 w 649"/>
                <a:gd name="T17" fmla="*/ 52 h 799"/>
                <a:gd name="T18" fmla="*/ 0 w 649"/>
                <a:gd name="T19" fmla="*/ 51 h 799"/>
                <a:gd name="T20" fmla="*/ 0 w 649"/>
                <a:gd name="T21" fmla="*/ 22 h 799"/>
                <a:gd name="T22" fmla="*/ 0 w 649"/>
                <a:gd name="T23" fmla="*/ 21 h 799"/>
                <a:gd name="T24" fmla="*/ 22 w 649"/>
                <a:gd name="T25" fmla="*/ 0 h 799"/>
                <a:gd name="T26" fmla="*/ 24 w 649"/>
                <a:gd name="T27" fmla="*/ 2 h 799"/>
                <a:gd name="T28" fmla="*/ 3 w 649"/>
                <a:gd name="T29" fmla="*/ 23 h 799"/>
                <a:gd name="T30" fmla="*/ 3 w 649"/>
                <a:gd name="T31" fmla="*/ 50 h 799"/>
                <a:gd name="T32" fmla="*/ 164 w 649"/>
                <a:gd name="T33" fmla="*/ 211 h 799"/>
                <a:gd name="T34" fmla="*/ 217 w 649"/>
                <a:gd name="T35" fmla="*/ 211 h 799"/>
                <a:gd name="T36" fmla="*/ 218 w 649"/>
                <a:gd name="T37" fmla="*/ 211 h 799"/>
                <a:gd name="T38" fmla="*/ 649 w 649"/>
                <a:gd name="T39" fmla="*/ 642 h 799"/>
                <a:gd name="T40" fmla="*/ 649 w 649"/>
                <a:gd name="T41" fmla="*/ 644 h 799"/>
                <a:gd name="T42" fmla="*/ 649 w 649"/>
                <a:gd name="T43" fmla="*/ 671 h 799"/>
                <a:gd name="T44" fmla="*/ 649 w 649"/>
                <a:gd name="T45" fmla="*/ 673 h 799"/>
                <a:gd name="T46" fmla="*/ 554 w 649"/>
                <a:gd name="T47" fmla="*/ 764 h 799"/>
                <a:gd name="T48" fmla="*/ 554 w 649"/>
                <a:gd name="T49" fmla="*/ 799 h 799"/>
                <a:gd name="T50" fmla="*/ 550 w 649"/>
                <a:gd name="T51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9" h="799">
                  <a:moveTo>
                    <a:pt x="550" y="799"/>
                  </a:moveTo>
                  <a:cubicBezTo>
                    <a:pt x="550" y="764"/>
                    <a:pt x="550" y="764"/>
                    <a:pt x="550" y="764"/>
                  </a:cubicBezTo>
                  <a:cubicBezTo>
                    <a:pt x="550" y="763"/>
                    <a:pt x="550" y="763"/>
                    <a:pt x="551" y="762"/>
                  </a:cubicBezTo>
                  <a:cubicBezTo>
                    <a:pt x="646" y="671"/>
                    <a:pt x="646" y="671"/>
                    <a:pt x="646" y="671"/>
                  </a:cubicBezTo>
                  <a:cubicBezTo>
                    <a:pt x="646" y="644"/>
                    <a:pt x="646" y="644"/>
                    <a:pt x="646" y="644"/>
                  </a:cubicBezTo>
                  <a:cubicBezTo>
                    <a:pt x="216" y="214"/>
                    <a:pt x="216" y="214"/>
                    <a:pt x="216" y="214"/>
                  </a:cubicBezTo>
                  <a:cubicBezTo>
                    <a:pt x="164" y="214"/>
                    <a:pt x="164" y="214"/>
                    <a:pt x="164" y="214"/>
                  </a:cubicBezTo>
                  <a:cubicBezTo>
                    <a:pt x="163" y="214"/>
                    <a:pt x="163" y="214"/>
                    <a:pt x="162" y="2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0" y="5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164" y="211"/>
                    <a:pt x="164" y="211"/>
                    <a:pt x="164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7" y="211"/>
                    <a:pt x="218" y="211"/>
                    <a:pt x="218" y="211"/>
                  </a:cubicBezTo>
                  <a:cubicBezTo>
                    <a:pt x="649" y="642"/>
                    <a:pt x="649" y="642"/>
                    <a:pt x="649" y="642"/>
                  </a:cubicBezTo>
                  <a:cubicBezTo>
                    <a:pt x="649" y="643"/>
                    <a:pt x="649" y="643"/>
                    <a:pt x="649" y="644"/>
                  </a:cubicBezTo>
                  <a:cubicBezTo>
                    <a:pt x="649" y="671"/>
                    <a:pt x="649" y="671"/>
                    <a:pt x="649" y="671"/>
                  </a:cubicBezTo>
                  <a:cubicBezTo>
                    <a:pt x="649" y="672"/>
                    <a:pt x="649" y="672"/>
                    <a:pt x="649" y="673"/>
                  </a:cubicBezTo>
                  <a:cubicBezTo>
                    <a:pt x="554" y="764"/>
                    <a:pt x="554" y="764"/>
                    <a:pt x="554" y="764"/>
                  </a:cubicBezTo>
                  <a:cubicBezTo>
                    <a:pt x="554" y="799"/>
                    <a:pt x="554" y="799"/>
                    <a:pt x="554" y="799"/>
                  </a:cubicBezTo>
                  <a:lnTo>
                    <a:pt x="550" y="7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0" name="Freeform 495"/>
            <p:cNvSpPr>
              <a:spLocks/>
            </p:cNvSpPr>
            <p:nvPr/>
          </p:nvSpPr>
          <p:spPr bwMode="auto">
            <a:xfrm flipV="1">
              <a:off x="3127377" y="7356474"/>
              <a:ext cx="2330450" cy="2663825"/>
            </a:xfrm>
            <a:custGeom>
              <a:avLst/>
              <a:gdLst>
                <a:gd name="T0" fmla="*/ 606 w 621"/>
                <a:gd name="T1" fmla="*/ 710 h 710"/>
                <a:gd name="T2" fmla="*/ 603 w 621"/>
                <a:gd name="T3" fmla="*/ 707 h 710"/>
                <a:gd name="T4" fmla="*/ 617 w 621"/>
                <a:gd name="T5" fmla="*/ 693 h 710"/>
                <a:gd name="T6" fmla="*/ 617 w 621"/>
                <a:gd name="T7" fmla="*/ 621 h 710"/>
                <a:gd name="T8" fmla="*/ 247 w 621"/>
                <a:gd name="T9" fmla="*/ 250 h 710"/>
                <a:gd name="T10" fmla="*/ 200 w 621"/>
                <a:gd name="T11" fmla="*/ 250 h 710"/>
                <a:gd name="T12" fmla="*/ 198 w 621"/>
                <a:gd name="T13" fmla="*/ 250 h 710"/>
                <a:gd name="T14" fmla="*/ 0 w 621"/>
                <a:gd name="T15" fmla="*/ 52 h 710"/>
                <a:gd name="T16" fmla="*/ 0 w 621"/>
                <a:gd name="T17" fmla="*/ 50 h 710"/>
                <a:gd name="T18" fmla="*/ 0 w 621"/>
                <a:gd name="T19" fmla="*/ 23 h 710"/>
                <a:gd name="T20" fmla="*/ 0 w 621"/>
                <a:gd name="T21" fmla="*/ 22 h 710"/>
                <a:gd name="T22" fmla="*/ 22 w 621"/>
                <a:gd name="T23" fmla="*/ 0 h 710"/>
                <a:gd name="T24" fmla="*/ 24 w 621"/>
                <a:gd name="T25" fmla="*/ 2 h 710"/>
                <a:gd name="T26" fmla="*/ 3 w 621"/>
                <a:gd name="T27" fmla="*/ 24 h 710"/>
                <a:gd name="T28" fmla="*/ 3 w 621"/>
                <a:gd name="T29" fmla="*/ 50 h 710"/>
                <a:gd name="T30" fmla="*/ 200 w 621"/>
                <a:gd name="T31" fmla="*/ 247 h 710"/>
                <a:gd name="T32" fmla="*/ 248 w 621"/>
                <a:gd name="T33" fmla="*/ 247 h 710"/>
                <a:gd name="T34" fmla="*/ 249 w 621"/>
                <a:gd name="T35" fmla="*/ 247 h 710"/>
                <a:gd name="T36" fmla="*/ 620 w 621"/>
                <a:gd name="T37" fmla="*/ 619 h 710"/>
                <a:gd name="T38" fmla="*/ 621 w 621"/>
                <a:gd name="T39" fmla="*/ 620 h 710"/>
                <a:gd name="T40" fmla="*/ 621 w 621"/>
                <a:gd name="T41" fmla="*/ 694 h 710"/>
                <a:gd name="T42" fmla="*/ 620 w 621"/>
                <a:gd name="T43" fmla="*/ 695 h 710"/>
                <a:gd name="T44" fmla="*/ 606 w 621"/>
                <a:gd name="T45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1" h="710">
                  <a:moveTo>
                    <a:pt x="606" y="710"/>
                  </a:moveTo>
                  <a:cubicBezTo>
                    <a:pt x="603" y="707"/>
                    <a:pt x="603" y="707"/>
                    <a:pt x="603" y="707"/>
                  </a:cubicBezTo>
                  <a:cubicBezTo>
                    <a:pt x="617" y="693"/>
                    <a:pt x="617" y="693"/>
                    <a:pt x="617" y="693"/>
                  </a:cubicBezTo>
                  <a:cubicBezTo>
                    <a:pt x="617" y="621"/>
                    <a:pt x="617" y="621"/>
                    <a:pt x="617" y="621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00" y="250"/>
                    <a:pt x="200" y="250"/>
                    <a:pt x="200" y="250"/>
                  </a:cubicBezTo>
                  <a:cubicBezTo>
                    <a:pt x="199" y="250"/>
                    <a:pt x="199" y="250"/>
                    <a:pt x="198" y="25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1"/>
                    <a:pt x="0" y="51"/>
                    <a:pt x="0" y="5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00" y="247"/>
                    <a:pt x="200" y="247"/>
                    <a:pt x="200" y="247"/>
                  </a:cubicBezTo>
                  <a:cubicBezTo>
                    <a:pt x="248" y="247"/>
                    <a:pt x="248" y="247"/>
                    <a:pt x="248" y="247"/>
                  </a:cubicBezTo>
                  <a:cubicBezTo>
                    <a:pt x="248" y="247"/>
                    <a:pt x="248" y="247"/>
                    <a:pt x="249" y="247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1" y="619"/>
                    <a:pt x="621" y="620"/>
                  </a:cubicBezTo>
                  <a:cubicBezTo>
                    <a:pt x="621" y="694"/>
                    <a:pt x="621" y="694"/>
                    <a:pt x="621" y="694"/>
                  </a:cubicBezTo>
                  <a:cubicBezTo>
                    <a:pt x="621" y="695"/>
                    <a:pt x="620" y="695"/>
                    <a:pt x="620" y="695"/>
                  </a:cubicBezTo>
                  <a:lnTo>
                    <a:pt x="606" y="7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1" name="Freeform 496"/>
            <p:cNvSpPr>
              <a:spLocks/>
            </p:cNvSpPr>
            <p:nvPr/>
          </p:nvSpPr>
          <p:spPr bwMode="auto">
            <a:xfrm flipV="1">
              <a:off x="2986089" y="7318373"/>
              <a:ext cx="2389187" cy="2706688"/>
            </a:xfrm>
            <a:custGeom>
              <a:avLst/>
              <a:gdLst>
                <a:gd name="T0" fmla="*/ 552 w 637"/>
                <a:gd name="T1" fmla="*/ 721 h 721"/>
                <a:gd name="T2" fmla="*/ 552 w 637"/>
                <a:gd name="T3" fmla="*/ 716 h 721"/>
                <a:gd name="T4" fmla="*/ 593 w 637"/>
                <a:gd name="T5" fmla="*/ 716 h 721"/>
                <a:gd name="T6" fmla="*/ 632 w 637"/>
                <a:gd name="T7" fmla="*/ 677 h 721"/>
                <a:gd name="T8" fmla="*/ 632 w 637"/>
                <a:gd name="T9" fmla="*/ 635 h 721"/>
                <a:gd name="T10" fmla="*/ 279 w 637"/>
                <a:gd name="T11" fmla="*/ 283 h 721"/>
                <a:gd name="T12" fmla="*/ 219 w 637"/>
                <a:gd name="T13" fmla="*/ 283 h 721"/>
                <a:gd name="T14" fmla="*/ 217 w 637"/>
                <a:gd name="T15" fmla="*/ 282 h 721"/>
                <a:gd name="T16" fmla="*/ 1 w 637"/>
                <a:gd name="T17" fmla="*/ 66 h 721"/>
                <a:gd name="T18" fmla="*/ 0 w 637"/>
                <a:gd name="T19" fmla="*/ 64 h 721"/>
                <a:gd name="T20" fmla="*/ 0 w 637"/>
                <a:gd name="T21" fmla="*/ 20 h 721"/>
                <a:gd name="T22" fmla="*/ 1 w 637"/>
                <a:gd name="T23" fmla="*/ 18 h 721"/>
                <a:gd name="T24" fmla="*/ 19 w 637"/>
                <a:gd name="T25" fmla="*/ 0 h 721"/>
                <a:gd name="T26" fmla="*/ 23 w 637"/>
                <a:gd name="T27" fmla="*/ 3 h 721"/>
                <a:gd name="T28" fmla="*/ 5 w 637"/>
                <a:gd name="T29" fmla="*/ 21 h 721"/>
                <a:gd name="T30" fmla="*/ 5 w 637"/>
                <a:gd name="T31" fmla="*/ 63 h 721"/>
                <a:gd name="T32" fmla="*/ 220 w 637"/>
                <a:gd name="T33" fmla="*/ 277 h 721"/>
                <a:gd name="T34" fmla="*/ 280 w 637"/>
                <a:gd name="T35" fmla="*/ 277 h 721"/>
                <a:gd name="T36" fmla="*/ 282 w 637"/>
                <a:gd name="T37" fmla="*/ 278 h 721"/>
                <a:gd name="T38" fmla="*/ 636 w 637"/>
                <a:gd name="T39" fmla="*/ 633 h 721"/>
                <a:gd name="T40" fmla="*/ 637 w 637"/>
                <a:gd name="T41" fmla="*/ 634 h 721"/>
                <a:gd name="T42" fmla="*/ 637 w 637"/>
                <a:gd name="T43" fmla="*/ 678 h 721"/>
                <a:gd name="T44" fmla="*/ 636 w 637"/>
                <a:gd name="T45" fmla="*/ 680 h 721"/>
                <a:gd name="T46" fmla="*/ 596 w 637"/>
                <a:gd name="T47" fmla="*/ 720 h 721"/>
                <a:gd name="T48" fmla="*/ 594 w 637"/>
                <a:gd name="T49" fmla="*/ 721 h 721"/>
                <a:gd name="T50" fmla="*/ 552 w 637"/>
                <a:gd name="T51" fmla="*/ 72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7" h="721">
                  <a:moveTo>
                    <a:pt x="552" y="721"/>
                  </a:moveTo>
                  <a:cubicBezTo>
                    <a:pt x="552" y="716"/>
                    <a:pt x="552" y="716"/>
                    <a:pt x="552" y="716"/>
                  </a:cubicBezTo>
                  <a:cubicBezTo>
                    <a:pt x="593" y="716"/>
                    <a:pt x="593" y="716"/>
                    <a:pt x="593" y="716"/>
                  </a:cubicBezTo>
                  <a:cubicBezTo>
                    <a:pt x="632" y="677"/>
                    <a:pt x="632" y="677"/>
                    <a:pt x="632" y="677"/>
                  </a:cubicBezTo>
                  <a:cubicBezTo>
                    <a:pt x="632" y="635"/>
                    <a:pt x="632" y="635"/>
                    <a:pt x="632" y="635"/>
                  </a:cubicBezTo>
                  <a:cubicBezTo>
                    <a:pt x="279" y="283"/>
                    <a:pt x="279" y="283"/>
                    <a:pt x="279" y="283"/>
                  </a:cubicBezTo>
                  <a:cubicBezTo>
                    <a:pt x="219" y="283"/>
                    <a:pt x="219" y="283"/>
                    <a:pt x="219" y="283"/>
                  </a:cubicBezTo>
                  <a:cubicBezTo>
                    <a:pt x="218" y="283"/>
                    <a:pt x="218" y="282"/>
                    <a:pt x="217" y="282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0" y="65"/>
                    <a:pt x="0" y="6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9"/>
                    <a:pt x="1" y="18"/>
                    <a:pt x="1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220" y="277"/>
                    <a:pt x="220" y="277"/>
                    <a:pt x="220" y="277"/>
                  </a:cubicBezTo>
                  <a:cubicBezTo>
                    <a:pt x="280" y="277"/>
                    <a:pt x="280" y="277"/>
                    <a:pt x="280" y="277"/>
                  </a:cubicBezTo>
                  <a:cubicBezTo>
                    <a:pt x="281" y="277"/>
                    <a:pt x="282" y="278"/>
                    <a:pt x="282" y="278"/>
                  </a:cubicBezTo>
                  <a:cubicBezTo>
                    <a:pt x="636" y="633"/>
                    <a:pt x="636" y="633"/>
                    <a:pt x="636" y="633"/>
                  </a:cubicBezTo>
                  <a:cubicBezTo>
                    <a:pt x="637" y="633"/>
                    <a:pt x="637" y="634"/>
                    <a:pt x="637" y="634"/>
                  </a:cubicBezTo>
                  <a:cubicBezTo>
                    <a:pt x="637" y="678"/>
                    <a:pt x="637" y="678"/>
                    <a:pt x="637" y="678"/>
                  </a:cubicBezTo>
                  <a:cubicBezTo>
                    <a:pt x="637" y="679"/>
                    <a:pt x="637" y="680"/>
                    <a:pt x="636" y="680"/>
                  </a:cubicBezTo>
                  <a:cubicBezTo>
                    <a:pt x="596" y="720"/>
                    <a:pt x="596" y="720"/>
                    <a:pt x="596" y="720"/>
                  </a:cubicBezTo>
                  <a:cubicBezTo>
                    <a:pt x="596" y="721"/>
                    <a:pt x="595" y="721"/>
                    <a:pt x="594" y="721"/>
                  </a:cubicBezTo>
                  <a:lnTo>
                    <a:pt x="552" y="72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2" name="Freeform 497"/>
            <p:cNvSpPr>
              <a:spLocks/>
            </p:cNvSpPr>
            <p:nvPr/>
          </p:nvSpPr>
          <p:spPr bwMode="auto">
            <a:xfrm flipV="1">
              <a:off x="3776664" y="7004048"/>
              <a:ext cx="1512887" cy="1871663"/>
            </a:xfrm>
            <a:custGeom>
              <a:avLst/>
              <a:gdLst>
                <a:gd name="T0" fmla="*/ 333 w 403"/>
                <a:gd name="T1" fmla="*/ 499 h 499"/>
                <a:gd name="T2" fmla="*/ 328 w 403"/>
                <a:gd name="T3" fmla="*/ 499 h 499"/>
                <a:gd name="T4" fmla="*/ 328 w 403"/>
                <a:gd name="T5" fmla="*/ 468 h 499"/>
                <a:gd name="T6" fmla="*/ 300 w 403"/>
                <a:gd name="T7" fmla="*/ 440 h 499"/>
                <a:gd name="T8" fmla="*/ 299 w 403"/>
                <a:gd name="T9" fmla="*/ 438 h 499"/>
                <a:gd name="T10" fmla="*/ 299 w 403"/>
                <a:gd name="T11" fmla="*/ 398 h 499"/>
                <a:gd name="T12" fmla="*/ 300 w 403"/>
                <a:gd name="T13" fmla="*/ 396 h 499"/>
                <a:gd name="T14" fmla="*/ 322 w 403"/>
                <a:gd name="T15" fmla="*/ 374 h 499"/>
                <a:gd name="T16" fmla="*/ 323 w 403"/>
                <a:gd name="T17" fmla="*/ 374 h 499"/>
                <a:gd name="T18" fmla="*/ 374 w 403"/>
                <a:gd name="T19" fmla="*/ 374 h 499"/>
                <a:gd name="T20" fmla="*/ 398 w 403"/>
                <a:gd name="T21" fmla="*/ 349 h 499"/>
                <a:gd name="T22" fmla="*/ 398 w 403"/>
                <a:gd name="T23" fmla="*/ 340 h 499"/>
                <a:gd name="T24" fmla="*/ 63 w 403"/>
                <a:gd name="T25" fmla="*/ 5 h 499"/>
                <a:gd name="T26" fmla="*/ 0 w 403"/>
                <a:gd name="T27" fmla="*/ 5 h 499"/>
                <a:gd name="T28" fmla="*/ 0 w 403"/>
                <a:gd name="T29" fmla="*/ 0 h 499"/>
                <a:gd name="T30" fmla="*/ 64 w 403"/>
                <a:gd name="T31" fmla="*/ 0 h 499"/>
                <a:gd name="T32" fmla="*/ 66 w 403"/>
                <a:gd name="T33" fmla="*/ 0 h 499"/>
                <a:gd name="T34" fmla="*/ 403 w 403"/>
                <a:gd name="T35" fmla="*/ 337 h 499"/>
                <a:gd name="T36" fmla="*/ 403 w 403"/>
                <a:gd name="T37" fmla="*/ 339 h 499"/>
                <a:gd name="T38" fmla="*/ 403 w 403"/>
                <a:gd name="T39" fmla="*/ 350 h 499"/>
                <a:gd name="T40" fmla="*/ 403 w 403"/>
                <a:gd name="T41" fmla="*/ 352 h 499"/>
                <a:gd name="T42" fmla="*/ 377 w 403"/>
                <a:gd name="T43" fmla="*/ 378 h 499"/>
                <a:gd name="T44" fmla="*/ 375 w 403"/>
                <a:gd name="T45" fmla="*/ 379 h 499"/>
                <a:gd name="T46" fmla="*/ 325 w 403"/>
                <a:gd name="T47" fmla="*/ 379 h 499"/>
                <a:gd name="T48" fmla="*/ 304 w 403"/>
                <a:gd name="T49" fmla="*/ 399 h 499"/>
                <a:gd name="T50" fmla="*/ 304 w 403"/>
                <a:gd name="T51" fmla="*/ 437 h 499"/>
                <a:gd name="T52" fmla="*/ 332 w 403"/>
                <a:gd name="T53" fmla="*/ 465 h 499"/>
                <a:gd name="T54" fmla="*/ 333 w 403"/>
                <a:gd name="T55" fmla="*/ 467 h 499"/>
                <a:gd name="T56" fmla="*/ 333 w 403"/>
                <a:gd name="T57" fmla="*/ 49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3" h="499">
                  <a:moveTo>
                    <a:pt x="333" y="499"/>
                  </a:moveTo>
                  <a:cubicBezTo>
                    <a:pt x="328" y="499"/>
                    <a:pt x="328" y="499"/>
                    <a:pt x="328" y="499"/>
                  </a:cubicBezTo>
                  <a:cubicBezTo>
                    <a:pt x="328" y="468"/>
                    <a:pt x="328" y="468"/>
                    <a:pt x="328" y="468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9" y="439"/>
                    <a:pt x="299" y="438"/>
                    <a:pt x="299" y="438"/>
                  </a:cubicBezTo>
                  <a:cubicBezTo>
                    <a:pt x="299" y="398"/>
                    <a:pt x="299" y="398"/>
                    <a:pt x="299" y="398"/>
                  </a:cubicBezTo>
                  <a:cubicBezTo>
                    <a:pt x="299" y="397"/>
                    <a:pt x="299" y="397"/>
                    <a:pt x="300" y="396"/>
                  </a:cubicBezTo>
                  <a:cubicBezTo>
                    <a:pt x="322" y="374"/>
                    <a:pt x="322" y="374"/>
                    <a:pt x="322" y="374"/>
                  </a:cubicBezTo>
                  <a:cubicBezTo>
                    <a:pt x="322" y="374"/>
                    <a:pt x="323" y="374"/>
                    <a:pt x="323" y="374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98" y="349"/>
                    <a:pt x="398" y="349"/>
                    <a:pt x="398" y="349"/>
                  </a:cubicBezTo>
                  <a:cubicBezTo>
                    <a:pt x="398" y="340"/>
                    <a:pt x="398" y="340"/>
                    <a:pt x="398" y="340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5" y="0"/>
                    <a:pt x="66" y="0"/>
                    <a:pt x="66" y="0"/>
                  </a:cubicBezTo>
                  <a:cubicBezTo>
                    <a:pt x="403" y="337"/>
                    <a:pt x="403" y="337"/>
                    <a:pt x="403" y="337"/>
                  </a:cubicBezTo>
                  <a:cubicBezTo>
                    <a:pt x="403" y="337"/>
                    <a:pt x="403" y="338"/>
                    <a:pt x="403" y="339"/>
                  </a:cubicBezTo>
                  <a:cubicBezTo>
                    <a:pt x="403" y="350"/>
                    <a:pt x="403" y="350"/>
                    <a:pt x="403" y="350"/>
                  </a:cubicBezTo>
                  <a:cubicBezTo>
                    <a:pt x="403" y="351"/>
                    <a:pt x="403" y="351"/>
                    <a:pt x="403" y="352"/>
                  </a:cubicBezTo>
                  <a:cubicBezTo>
                    <a:pt x="377" y="378"/>
                    <a:pt x="377" y="378"/>
                    <a:pt x="377" y="378"/>
                  </a:cubicBezTo>
                  <a:cubicBezTo>
                    <a:pt x="376" y="378"/>
                    <a:pt x="375" y="379"/>
                    <a:pt x="375" y="379"/>
                  </a:cubicBezTo>
                  <a:cubicBezTo>
                    <a:pt x="325" y="379"/>
                    <a:pt x="325" y="379"/>
                    <a:pt x="325" y="379"/>
                  </a:cubicBezTo>
                  <a:cubicBezTo>
                    <a:pt x="304" y="399"/>
                    <a:pt x="304" y="399"/>
                    <a:pt x="304" y="399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32" y="465"/>
                    <a:pt x="332" y="465"/>
                    <a:pt x="332" y="465"/>
                  </a:cubicBezTo>
                  <a:cubicBezTo>
                    <a:pt x="333" y="465"/>
                    <a:pt x="333" y="466"/>
                    <a:pt x="333" y="467"/>
                  </a:cubicBezTo>
                  <a:lnTo>
                    <a:pt x="333" y="49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3" name="Freeform 498"/>
            <p:cNvSpPr>
              <a:spLocks/>
            </p:cNvSpPr>
            <p:nvPr/>
          </p:nvSpPr>
          <p:spPr bwMode="auto">
            <a:xfrm flipV="1">
              <a:off x="3228977" y="6650036"/>
              <a:ext cx="3013075" cy="3941763"/>
            </a:xfrm>
            <a:custGeom>
              <a:avLst/>
              <a:gdLst>
                <a:gd name="T0" fmla="*/ 564 w 803"/>
                <a:gd name="T1" fmla="*/ 1050 h 1050"/>
                <a:gd name="T2" fmla="*/ 564 w 803"/>
                <a:gd name="T3" fmla="*/ 1017 h 1050"/>
                <a:gd name="T4" fmla="*/ 566 w 803"/>
                <a:gd name="T5" fmla="*/ 1013 h 1050"/>
                <a:gd name="T6" fmla="*/ 660 w 803"/>
                <a:gd name="T7" fmla="*/ 920 h 1050"/>
                <a:gd name="T8" fmla="*/ 663 w 803"/>
                <a:gd name="T9" fmla="*/ 918 h 1050"/>
                <a:gd name="T10" fmla="*/ 663 w 803"/>
                <a:gd name="T11" fmla="*/ 918 h 1050"/>
                <a:gd name="T12" fmla="*/ 706 w 803"/>
                <a:gd name="T13" fmla="*/ 918 h 1050"/>
                <a:gd name="T14" fmla="*/ 793 w 803"/>
                <a:gd name="T15" fmla="*/ 832 h 1050"/>
                <a:gd name="T16" fmla="*/ 793 w 803"/>
                <a:gd name="T17" fmla="*/ 800 h 1050"/>
                <a:gd name="T18" fmla="*/ 0 w 803"/>
                <a:gd name="T19" fmla="*/ 7 h 1050"/>
                <a:gd name="T20" fmla="*/ 7 w 803"/>
                <a:gd name="T21" fmla="*/ 0 h 1050"/>
                <a:gd name="T22" fmla="*/ 802 w 803"/>
                <a:gd name="T23" fmla="*/ 794 h 1050"/>
                <a:gd name="T24" fmla="*/ 803 w 803"/>
                <a:gd name="T25" fmla="*/ 797 h 1050"/>
                <a:gd name="T26" fmla="*/ 803 w 803"/>
                <a:gd name="T27" fmla="*/ 834 h 1050"/>
                <a:gd name="T28" fmla="*/ 802 w 803"/>
                <a:gd name="T29" fmla="*/ 837 h 1050"/>
                <a:gd name="T30" fmla="*/ 712 w 803"/>
                <a:gd name="T31" fmla="*/ 927 h 1050"/>
                <a:gd name="T32" fmla="*/ 708 w 803"/>
                <a:gd name="T33" fmla="*/ 929 h 1050"/>
                <a:gd name="T34" fmla="*/ 708 w 803"/>
                <a:gd name="T35" fmla="*/ 929 h 1050"/>
                <a:gd name="T36" fmla="*/ 665 w 803"/>
                <a:gd name="T37" fmla="*/ 928 h 1050"/>
                <a:gd name="T38" fmla="*/ 575 w 803"/>
                <a:gd name="T39" fmla="*/ 1019 h 1050"/>
                <a:gd name="T40" fmla="*/ 575 w 803"/>
                <a:gd name="T41" fmla="*/ 1050 h 1050"/>
                <a:gd name="T42" fmla="*/ 564 w 803"/>
                <a:gd name="T43" fmla="*/ 105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3" h="1050">
                  <a:moveTo>
                    <a:pt x="564" y="1050"/>
                  </a:moveTo>
                  <a:cubicBezTo>
                    <a:pt x="564" y="1017"/>
                    <a:pt x="564" y="1017"/>
                    <a:pt x="564" y="1017"/>
                  </a:cubicBezTo>
                  <a:cubicBezTo>
                    <a:pt x="564" y="1016"/>
                    <a:pt x="565" y="1014"/>
                    <a:pt x="566" y="1013"/>
                  </a:cubicBezTo>
                  <a:cubicBezTo>
                    <a:pt x="660" y="920"/>
                    <a:pt x="660" y="920"/>
                    <a:pt x="660" y="920"/>
                  </a:cubicBezTo>
                  <a:cubicBezTo>
                    <a:pt x="661" y="919"/>
                    <a:pt x="662" y="918"/>
                    <a:pt x="663" y="918"/>
                  </a:cubicBezTo>
                  <a:cubicBezTo>
                    <a:pt x="663" y="918"/>
                    <a:pt x="663" y="918"/>
                    <a:pt x="663" y="918"/>
                  </a:cubicBezTo>
                  <a:cubicBezTo>
                    <a:pt x="706" y="918"/>
                    <a:pt x="706" y="918"/>
                    <a:pt x="706" y="918"/>
                  </a:cubicBezTo>
                  <a:cubicBezTo>
                    <a:pt x="793" y="832"/>
                    <a:pt x="793" y="832"/>
                    <a:pt x="793" y="832"/>
                  </a:cubicBezTo>
                  <a:cubicBezTo>
                    <a:pt x="793" y="800"/>
                    <a:pt x="793" y="800"/>
                    <a:pt x="793" y="80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02" y="794"/>
                    <a:pt x="802" y="794"/>
                    <a:pt x="802" y="794"/>
                  </a:cubicBezTo>
                  <a:cubicBezTo>
                    <a:pt x="803" y="795"/>
                    <a:pt x="803" y="796"/>
                    <a:pt x="803" y="797"/>
                  </a:cubicBezTo>
                  <a:cubicBezTo>
                    <a:pt x="803" y="834"/>
                    <a:pt x="803" y="834"/>
                    <a:pt x="803" y="834"/>
                  </a:cubicBezTo>
                  <a:cubicBezTo>
                    <a:pt x="803" y="835"/>
                    <a:pt x="803" y="836"/>
                    <a:pt x="802" y="837"/>
                  </a:cubicBezTo>
                  <a:cubicBezTo>
                    <a:pt x="712" y="927"/>
                    <a:pt x="712" y="927"/>
                    <a:pt x="712" y="927"/>
                  </a:cubicBezTo>
                  <a:cubicBezTo>
                    <a:pt x="711" y="928"/>
                    <a:pt x="710" y="929"/>
                    <a:pt x="708" y="929"/>
                  </a:cubicBezTo>
                  <a:cubicBezTo>
                    <a:pt x="708" y="929"/>
                    <a:pt x="708" y="929"/>
                    <a:pt x="708" y="929"/>
                  </a:cubicBezTo>
                  <a:cubicBezTo>
                    <a:pt x="665" y="928"/>
                    <a:pt x="665" y="928"/>
                    <a:pt x="665" y="928"/>
                  </a:cubicBezTo>
                  <a:cubicBezTo>
                    <a:pt x="575" y="1019"/>
                    <a:pt x="575" y="1019"/>
                    <a:pt x="575" y="1019"/>
                  </a:cubicBezTo>
                  <a:cubicBezTo>
                    <a:pt x="575" y="1050"/>
                    <a:pt x="575" y="1050"/>
                    <a:pt x="575" y="1050"/>
                  </a:cubicBezTo>
                  <a:lnTo>
                    <a:pt x="564" y="1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4" name="Freeform 499"/>
            <p:cNvSpPr>
              <a:spLocks noEditPoints="1"/>
            </p:cNvSpPr>
            <p:nvPr/>
          </p:nvSpPr>
          <p:spPr bwMode="auto">
            <a:xfrm flipV="1">
              <a:off x="4595814" y="65611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0 w 24"/>
                <a:gd name="T23" fmla="*/ 21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5" name="Freeform 500"/>
            <p:cNvSpPr>
              <a:spLocks noEditPoints="1"/>
            </p:cNvSpPr>
            <p:nvPr/>
          </p:nvSpPr>
          <p:spPr bwMode="auto">
            <a:xfrm flipV="1">
              <a:off x="2309814" y="9299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6" name="Freeform 501"/>
            <p:cNvSpPr>
              <a:spLocks noEditPoints="1"/>
            </p:cNvSpPr>
            <p:nvPr/>
          </p:nvSpPr>
          <p:spPr bwMode="auto">
            <a:xfrm flipV="1">
              <a:off x="4854577" y="670718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4 w 24"/>
                <a:gd name="T17" fmla="*/ 20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7" name="Freeform 502"/>
            <p:cNvSpPr>
              <a:spLocks noEditPoints="1"/>
            </p:cNvSpPr>
            <p:nvPr/>
          </p:nvSpPr>
          <p:spPr bwMode="auto">
            <a:xfrm flipV="1">
              <a:off x="4572002" y="73151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8" name="Freeform 503"/>
            <p:cNvSpPr>
              <a:spLocks noEditPoints="1"/>
            </p:cNvSpPr>
            <p:nvPr/>
          </p:nvSpPr>
          <p:spPr bwMode="auto">
            <a:xfrm flipV="1">
              <a:off x="2816227" y="92281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1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9" name="Freeform 504"/>
            <p:cNvSpPr>
              <a:spLocks noEditPoints="1"/>
            </p:cNvSpPr>
            <p:nvPr/>
          </p:nvSpPr>
          <p:spPr bwMode="auto">
            <a:xfrm flipV="1">
              <a:off x="4775202" y="707866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0" name="Freeform 505"/>
            <p:cNvSpPr>
              <a:spLocks noEditPoints="1"/>
            </p:cNvSpPr>
            <p:nvPr/>
          </p:nvSpPr>
          <p:spPr bwMode="auto">
            <a:xfrm flipV="1">
              <a:off x="4411664" y="63833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1" name="Freeform 506"/>
            <p:cNvSpPr>
              <a:spLocks noEditPoints="1"/>
            </p:cNvSpPr>
            <p:nvPr/>
          </p:nvSpPr>
          <p:spPr bwMode="auto">
            <a:xfrm flipV="1">
              <a:off x="4227514" y="619601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2" name="Freeform 507"/>
            <p:cNvSpPr>
              <a:spLocks noEditPoints="1"/>
            </p:cNvSpPr>
            <p:nvPr/>
          </p:nvSpPr>
          <p:spPr bwMode="auto">
            <a:xfrm flipV="1">
              <a:off x="2336802" y="91043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3" name="Freeform 508"/>
            <p:cNvSpPr>
              <a:spLocks noEditPoints="1"/>
            </p:cNvSpPr>
            <p:nvPr/>
          </p:nvSpPr>
          <p:spPr bwMode="auto">
            <a:xfrm flipV="1">
              <a:off x="4213227" y="65262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4" name="Freeform 509"/>
            <p:cNvSpPr>
              <a:spLocks noEditPoints="1"/>
            </p:cNvSpPr>
            <p:nvPr/>
          </p:nvSpPr>
          <p:spPr bwMode="auto">
            <a:xfrm flipV="1">
              <a:off x="3889377" y="65611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4 w 24"/>
                <a:gd name="T21" fmla="*/ 4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5" name="Freeform 510"/>
            <p:cNvSpPr>
              <a:spLocks noEditPoints="1"/>
            </p:cNvSpPr>
            <p:nvPr/>
          </p:nvSpPr>
          <p:spPr bwMode="auto">
            <a:xfrm flipV="1">
              <a:off x="4065589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5" y="16"/>
                    <a:pt x="5" y="12"/>
                  </a:cubicBezTo>
                  <a:cubicBezTo>
                    <a:pt x="5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6" name="Freeform 511"/>
            <p:cNvSpPr>
              <a:spLocks noEditPoints="1"/>
            </p:cNvSpPr>
            <p:nvPr/>
          </p:nvSpPr>
          <p:spPr bwMode="auto">
            <a:xfrm flipV="1">
              <a:off x="3724277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1 w 24"/>
                <a:gd name="T19" fmla="*/ 21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7" name="Freeform 512"/>
            <p:cNvSpPr>
              <a:spLocks noEditPoints="1"/>
            </p:cNvSpPr>
            <p:nvPr/>
          </p:nvSpPr>
          <p:spPr bwMode="auto">
            <a:xfrm flipV="1">
              <a:off x="2767014" y="7593011"/>
              <a:ext cx="90487" cy="88900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6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8" name="Freeform 513"/>
            <p:cNvSpPr>
              <a:spLocks noEditPoints="1"/>
            </p:cNvSpPr>
            <p:nvPr/>
          </p:nvSpPr>
          <p:spPr bwMode="auto">
            <a:xfrm flipV="1">
              <a:off x="2928939" y="75326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9" y="18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9" name="Freeform 514"/>
            <p:cNvSpPr>
              <a:spLocks noEditPoints="1"/>
            </p:cNvSpPr>
            <p:nvPr/>
          </p:nvSpPr>
          <p:spPr bwMode="auto">
            <a:xfrm flipV="1">
              <a:off x="2876552" y="76977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3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0" name="Freeform 515"/>
            <p:cNvSpPr>
              <a:spLocks noEditPoints="1"/>
            </p:cNvSpPr>
            <p:nvPr/>
          </p:nvSpPr>
          <p:spPr bwMode="auto">
            <a:xfrm flipV="1">
              <a:off x="3698877" y="63690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1" name="Freeform 516"/>
            <p:cNvSpPr>
              <a:spLocks noEditPoints="1"/>
            </p:cNvSpPr>
            <p:nvPr/>
          </p:nvSpPr>
          <p:spPr bwMode="auto">
            <a:xfrm flipV="1">
              <a:off x="3836989" y="58133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12 w 24"/>
                <a:gd name="T13" fmla="*/ 19 h 24"/>
                <a:gd name="T14" fmla="*/ 5 w 24"/>
                <a:gd name="T15" fmla="*/ 12 h 24"/>
                <a:gd name="T16" fmla="*/ 12 w 24"/>
                <a:gd name="T17" fmla="*/ 5 h 24"/>
                <a:gd name="T18" fmla="*/ 12 w 24"/>
                <a:gd name="T19" fmla="*/ 0 h 24"/>
                <a:gd name="T20" fmla="*/ 12 w 24"/>
                <a:gd name="T21" fmla="*/ 0 h 24"/>
                <a:gd name="T22" fmla="*/ 12 w 24"/>
                <a:gd name="T23" fmla="*/ 0 h 24"/>
                <a:gd name="T24" fmla="*/ 4 w 24"/>
                <a:gd name="T25" fmla="*/ 4 h 24"/>
                <a:gd name="T26" fmla="*/ 0 w 24"/>
                <a:gd name="T27" fmla="*/ 12 h 24"/>
                <a:gd name="T28" fmla="*/ 12 w 24"/>
                <a:gd name="T29" fmla="*/ 24 h 24"/>
                <a:gd name="T30" fmla="*/ 24 w 24"/>
                <a:gd name="T31" fmla="*/ 12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2" name="Freeform 517"/>
            <p:cNvSpPr>
              <a:spLocks noEditPoints="1"/>
            </p:cNvSpPr>
            <p:nvPr/>
          </p:nvSpPr>
          <p:spPr bwMode="auto">
            <a:xfrm flipV="1">
              <a:off x="3671889" y="5629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4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3" name="Freeform 518"/>
            <p:cNvSpPr>
              <a:spLocks noEditPoints="1"/>
            </p:cNvSpPr>
            <p:nvPr/>
          </p:nvSpPr>
          <p:spPr bwMode="auto">
            <a:xfrm flipV="1">
              <a:off x="3492502" y="5445122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21 w 24"/>
                <a:gd name="T23" fmla="*/ 3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 w="317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4" name="Freeform 519"/>
            <p:cNvSpPr>
              <a:spLocks noEditPoints="1"/>
            </p:cNvSpPr>
            <p:nvPr/>
          </p:nvSpPr>
          <p:spPr bwMode="auto">
            <a:xfrm flipV="1">
              <a:off x="3308352" y="52625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5" name="Freeform 520"/>
            <p:cNvSpPr>
              <a:spLocks noEditPoints="1"/>
            </p:cNvSpPr>
            <p:nvPr/>
          </p:nvSpPr>
          <p:spPr bwMode="auto">
            <a:xfrm flipV="1">
              <a:off x="3138489" y="54451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6" name="Freeform 521"/>
            <p:cNvSpPr>
              <a:spLocks noEditPoints="1"/>
            </p:cNvSpPr>
            <p:nvPr/>
          </p:nvSpPr>
          <p:spPr bwMode="auto">
            <a:xfrm flipV="1">
              <a:off x="3090864" y="5788024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7" name="Freeform 522"/>
            <p:cNvSpPr>
              <a:spLocks noEditPoints="1"/>
            </p:cNvSpPr>
            <p:nvPr/>
          </p:nvSpPr>
          <p:spPr bwMode="auto">
            <a:xfrm flipV="1">
              <a:off x="3275014" y="5970586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9" y="19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8" name="Freeform 523"/>
            <p:cNvSpPr>
              <a:spLocks noEditPoints="1"/>
            </p:cNvSpPr>
            <p:nvPr/>
          </p:nvSpPr>
          <p:spPr bwMode="auto">
            <a:xfrm flipV="1">
              <a:off x="4024314" y="59896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9" name="Freeform 524"/>
            <p:cNvSpPr>
              <a:spLocks noEditPoints="1"/>
            </p:cNvSpPr>
            <p:nvPr/>
          </p:nvSpPr>
          <p:spPr bwMode="auto">
            <a:xfrm flipV="1">
              <a:off x="2928939" y="5637211"/>
              <a:ext cx="93662" cy="90488"/>
            </a:xfrm>
            <a:custGeom>
              <a:avLst/>
              <a:gdLst>
                <a:gd name="T0" fmla="*/ 12 w 25"/>
                <a:gd name="T1" fmla="*/ 6 h 24"/>
                <a:gd name="T2" fmla="*/ 19 w 25"/>
                <a:gd name="T3" fmla="*/ 12 h 24"/>
                <a:gd name="T4" fmla="*/ 12 w 25"/>
                <a:gd name="T5" fmla="*/ 19 h 24"/>
                <a:gd name="T6" fmla="*/ 6 w 25"/>
                <a:gd name="T7" fmla="*/ 12 h 24"/>
                <a:gd name="T8" fmla="*/ 12 w 25"/>
                <a:gd name="T9" fmla="*/ 6 h 24"/>
                <a:gd name="T10" fmla="*/ 12 w 25"/>
                <a:gd name="T11" fmla="*/ 0 h 24"/>
                <a:gd name="T12" fmla="*/ 12 w 25"/>
                <a:gd name="T13" fmla="*/ 0 h 24"/>
                <a:gd name="T14" fmla="*/ 4 w 25"/>
                <a:gd name="T15" fmla="*/ 4 h 24"/>
                <a:gd name="T16" fmla="*/ 0 w 25"/>
                <a:gd name="T17" fmla="*/ 12 h 24"/>
                <a:gd name="T18" fmla="*/ 12 w 25"/>
                <a:gd name="T19" fmla="*/ 24 h 24"/>
                <a:gd name="T20" fmla="*/ 21 w 25"/>
                <a:gd name="T21" fmla="*/ 21 h 24"/>
                <a:gd name="T22" fmla="*/ 24 w 25"/>
                <a:gd name="T23" fmla="*/ 12 h 24"/>
                <a:gd name="T24" fmla="*/ 12 w 25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9"/>
                    <a:pt x="25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0" name="Freeform 525"/>
            <p:cNvSpPr>
              <a:spLocks noEditPoints="1"/>
            </p:cNvSpPr>
            <p:nvPr/>
          </p:nvSpPr>
          <p:spPr bwMode="auto">
            <a:xfrm flipV="1">
              <a:off x="2538414" y="600551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0 w 24"/>
                <a:gd name="T29" fmla="*/ 21 h 24"/>
                <a:gd name="T30" fmla="*/ 24 w 24"/>
                <a:gd name="T31" fmla="*/ 12 h 24"/>
                <a:gd name="T32" fmla="*/ 20 w 24"/>
                <a:gd name="T33" fmla="*/ 4 h 24"/>
                <a:gd name="T34" fmla="*/ 12 w 24"/>
                <a:gd name="T3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9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1" name="Freeform 526"/>
            <p:cNvSpPr>
              <a:spLocks noEditPoints="1"/>
            </p:cNvSpPr>
            <p:nvPr/>
          </p:nvSpPr>
          <p:spPr bwMode="auto">
            <a:xfrm flipV="1">
              <a:off x="1773239" y="66389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2" name="Freeform 527"/>
            <p:cNvSpPr>
              <a:spLocks noEditPoints="1"/>
            </p:cNvSpPr>
            <p:nvPr/>
          </p:nvSpPr>
          <p:spPr bwMode="auto">
            <a:xfrm flipV="1">
              <a:off x="1825627" y="70072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3 w 24"/>
                <a:gd name="T15" fmla="*/ 3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0 w 24"/>
                <a:gd name="T23" fmla="*/ 20 h 24"/>
                <a:gd name="T24" fmla="*/ 24 w 24"/>
                <a:gd name="T25" fmla="*/ 12 h 24"/>
                <a:gd name="T26" fmla="*/ 20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3" name="Freeform 528"/>
            <p:cNvSpPr>
              <a:spLocks noEditPoints="1"/>
            </p:cNvSpPr>
            <p:nvPr/>
          </p:nvSpPr>
          <p:spPr bwMode="auto">
            <a:xfrm flipV="1">
              <a:off x="1663702" y="70516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3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4" name="Oval 529"/>
            <p:cNvSpPr>
              <a:spLocks noChangeArrowheads="1"/>
            </p:cNvSpPr>
            <p:nvPr/>
          </p:nvSpPr>
          <p:spPr bwMode="auto">
            <a:xfrm flipV="1">
              <a:off x="2501902" y="7304086"/>
              <a:ext cx="69850" cy="71438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5" name="Freeform 530"/>
            <p:cNvSpPr>
              <a:spLocks/>
            </p:cNvSpPr>
            <p:nvPr/>
          </p:nvSpPr>
          <p:spPr bwMode="auto">
            <a:xfrm flipV="1">
              <a:off x="681039" y="7100886"/>
              <a:ext cx="990600" cy="927100"/>
            </a:xfrm>
            <a:custGeom>
              <a:avLst/>
              <a:gdLst>
                <a:gd name="T0" fmla="*/ 264 w 264"/>
                <a:gd name="T1" fmla="*/ 247 h 247"/>
                <a:gd name="T2" fmla="*/ 245 w 264"/>
                <a:gd name="T3" fmla="*/ 247 h 247"/>
                <a:gd name="T4" fmla="*/ 244 w 264"/>
                <a:gd name="T5" fmla="*/ 246 h 247"/>
                <a:gd name="T6" fmla="*/ 0 w 264"/>
                <a:gd name="T7" fmla="*/ 3 h 247"/>
                <a:gd name="T8" fmla="*/ 3 w 264"/>
                <a:gd name="T9" fmla="*/ 0 h 247"/>
                <a:gd name="T10" fmla="*/ 246 w 264"/>
                <a:gd name="T11" fmla="*/ 243 h 247"/>
                <a:gd name="T12" fmla="*/ 264 w 264"/>
                <a:gd name="T13" fmla="*/ 243 h 247"/>
                <a:gd name="T14" fmla="*/ 264 w 264"/>
                <a:gd name="T1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47">
                  <a:moveTo>
                    <a:pt x="264" y="247"/>
                  </a:moveTo>
                  <a:cubicBezTo>
                    <a:pt x="245" y="247"/>
                    <a:pt x="245" y="247"/>
                    <a:pt x="245" y="247"/>
                  </a:cubicBezTo>
                  <a:cubicBezTo>
                    <a:pt x="245" y="247"/>
                    <a:pt x="244" y="247"/>
                    <a:pt x="244" y="24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6" y="243"/>
                    <a:pt x="246" y="243"/>
                    <a:pt x="246" y="243"/>
                  </a:cubicBezTo>
                  <a:cubicBezTo>
                    <a:pt x="264" y="243"/>
                    <a:pt x="264" y="243"/>
                    <a:pt x="264" y="243"/>
                  </a:cubicBezTo>
                  <a:lnTo>
                    <a:pt x="264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6" name="Freeform 531"/>
            <p:cNvSpPr>
              <a:spLocks/>
            </p:cNvSpPr>
            <p:nvPr/>
          </p:nvSpPr>
          <p:spPr bwMode="auto">
            <a:xfrm flipV="1">
              <a:off x="760414" y="7092949"/>
              <a:ext cx="1114425" cy="1009650"/>
            </a:xfrm>
            <a:custGeom>
              <a:avLst/>
              <a:gdLst>
                <a:gd name="T0" fmla="*/ 297 w 297"/>
                <a:gd name="T1" fmla="*/ 269 h 269"/>
                <a:gd name="T2" fmla="*/ 294 w 297"/>
                <a:gd name="T3" fmla="*/ 269 h 269"/>
                <a:gd name="T4" fmla="*/ 294 w 297"/>
                <a:gd name="T5" fmla="*/ 253 h 269"/>
                <a:gd name="T6" fmla="*/ 268 w 297"/>
                <a:gd name="T7" fmla="*/ 227 h 269"/>
                <a:gd name="T8" fmla="*/ 226 w 297"/>
                <a:gd name="T9" fmla="*/ 227 h 269"/>
                <a:gd name="T10" fmla="*/ 225 w 297"/>
                <a:gd name="T11" fmla="*/ 226 h 269"/>
                <a:gd name="T12" fmla="*/ 0 w 297"/>
                <a:gd name="T13" fmla="*/ 2 h 269"/>
                <a:gd name="T14" fmla="*/ 3 w 297"/>
                <a:gd name="T15" fmla="*/ 0 h 269"/>
                <a:gd name="T16" fmla="*/ 226 w 297"/>
                <a:gd name="T17" fmla="*/ 223 h 269"/>
                <a:gd name="T18" fmla="*/ 269 w 297"/>
                <a:gd name="T19" fmla="*/ 223 h 269"/>
                <a:gd name="T20" fmla="*/ 270 w 297"/>
                <a:gd name="T21" fmla="*/ 224 h 269"/>
                <a:gd name="T22" fmla="*/ 297 w 297"/>
                <a:gd name="T23" fmla="*/ 251 h 269"/>
                <a:gd name="T24" fmla="*/ 297 w 297"/>
                <a:gd name="T25" fmla="*/ 252 h 269"/>
                <a:gd name="T26" fmla="*/ 297 w 297"/>
                <a:gd name="T2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7" h="269">
                  <a:moveTo>
                    <a:pt x="297" y="269"/>
                  </a:moveTo>
                  <a:cubicBezTo>
                    <a:pt x="294" y="269"/>
                    <a:pt x="294" y="269"/>
                    <a:pt x="294" y="269"/>
                  </a:cubicBezTo>
                  <a:cubicBezTo>
                    <a:pt x="294" y="253"/>
                    <a:pt x="294" y="253"/>
                    <a:pt x="294" y="253"/>
                  </a:cubicBezTo>
                  <a:cubicBezTo>
                    <a:pt x="268" y="227"/>
                    <a:pt x="268" y="227"/>
                    <a:pt x="268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5" y="227"/>
                    <a:pt x="225" y="227"/>
                    <a:pt x="225" y="22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69" y="223"/>
                    <a:pt x="269" y="223"/>
                    <a:pt x="269" y="223"/>
                  </a:cubicBezTo>
                  <a:cubicBezTo>
                    <a:pt x="269" y="223"/>
                    <a:pt x="269" y="224"/>
                    <a:pt x="270" y="224"/>
                  </a:cubicBezTo>
                  <a:cubicBezTo>
                    <a:pt x="297" y="251"/>
                    <a:pt x="297" y="251"/>
                    <a:pt x="297" y="251"/>
                  </a:cubicBezTo>
                  <a:cubicBezTo>
                    <a:pt x="297" y="251"/>
                    <a:pt x="297" y="252"/>
                    <a:pt x="297" y="252"/>
                  </a:cubicBezTo>
                  <a:lnTo>
                    <a:pt x="297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7" name="Freeform 532"/>
            <p:cNvSpPr>
              <a:spLocks/>
            </p:cNvSpPr>
            <p:nvPr/>
          </p:nvSpPr>
          <p:spPr bwMode="auto">
            <a:xfrm flipV="1">
              <a:off x="530227" y="6677024"/>
              <a:ext cx="1250950" cy="1196975"/>
            </a:xfrm>
            <a:custGeom>
              <a:avLst/>
              <a:gdLst>
                <a:gd name="T0" fmla="*/ 317 w 333"/>
                <a:gd name="T1" fmla="*/ 319 h 319"/>
                <a:gd name="T2" fmla="*/ 316 w 333"/>
                <a:gd name="T3" fmla="*/ 318 h 319"/>
                <a:gd name="T4" fmla="*/ 0 w 333"/>
                <a:gd name="T5" fmla="*/ 2 h 319"/>
                <a:gd name="T6" fmla="*/ 2 w 333"/>
                <a:gd name="T7" fmla="*/ 0 h 319"/>
                <a:gd name="T8" fmla="*/ 318 w 333"/>
                <a:gd name="T9" fmla="*/ 315 h 319"/>
                <a:gd name="T10" fmla="*/ 333 w 333"/>
                <a:gd name="T11" fmla="*/ 315 h 319"/>
                <a:gd name="T12" fmla="*/ 333 w 333"/>
                <a:gd name="T13" fmla="*/ 319 h 319"/>
                <a:gd name="T14" fmla="*/ 317 w 333"/>
                <a:gd name="T1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19">
                  <a:moveTo>
                    <a:pt x="317" y="319"/>
                  </a:moveTo>
                  <a:cubicBezTo>
                    <a:pt x="317" y="319"/>
                    <a:pt x="316" y="319"/>
                    <a:pt x="316" y="3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18" y="315"/>
                    <a:pt x="318" y="315"/>
                    <a:pt x="318" y="315"/>
                  </a:cubicBezTo>
                  <a:cubicBezTo>
                    <a:pt x="333" y="315"/>
                    <a:pt x="333" y="315"/>
                    <a:pt x="333" y="315"/>
                  </a:cubicBezTo>
                  <a:cubicBezTo>
                    <a:pt x="333" y="319"/>
                    <a:pt x="333" y="319"/>
                    <a:pt x="333" y="319"/>
                  </a:cubicBezTo>
                  <a:cubicBezTo>
                    <a:pt x="317" y="319"/>
                    <a:pt x="317" y="319"/>
                    <a:pt x="317" y="3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8" name="Freeform 533"/>
            <p:cNvSpPr>
              <a:spLocks/>
            </p:cNvSpPr>
            <p:nvPr/>
          </p:nvSpPr>
          <p:spPr bwMode="auto">
            <a:xfrm flipV="1">
              <a:off x="433389" y="6064249"/>
              <a:ext cx="2135187" cy="1724025"/>
            </a:xfrm>
            <a:custGeom>
              <a:avLst/>
              <a:gdLst>
                <a:gd name="T0" fmla="*/ 564 w 569"/>
                <a:gd name="T1" fmla="*/ 459 h 459"/>
                <a:gd name="T2" fmla="*/ 435 w 569"/>
                <a:gd name="T3" fmla="*/ 330 h 459"/>
                <a:gd name="T4" fmla="*/ 345 w 569"/>
                <a:gd name="T5" fmla="*/ 330 h 459"/>
                <a:gd name="T6" fmla="*/ 343 w 569"/>
                <a:gd name="T7" fmla="*/ 329 h 459"/>
                <a:gd name="T8" fmla="*/ 205 w 569"/>
                <a:gd name="T9" fmla="*/ 191 h 459"/>
                <a:gd name="T10" fmla="*/ 187 w 569"/>
                <a:gd name="T11" fmla="*/ 191 h 459"/>
                <a:gd name="T12" fmla="*/ 185 w 569"/>
                <a:gd name="T13" fmla="*/ 190 h 459"/>
                <a:gd name="T14" fmla="*/ 0 w 569"/>
                <a:gd name="T15" fmla="*/ 5 h 459"/>
                <a:gd name="T16" fmla="*/ 5 w 569"/>
                <a:gd name="T17" fmla="*/ 0 h 459"/>
                <a:gd name="T18" fmla="*/ 189 w 569"/>
                <a:gd name="T19" fmla="*/ 184 h 459"/>
                <a:gd name="T20" fmla="*/ 206 w 569"/>
                <a:gd name="T21" fmla="*/ 184 h 459"/>
                <a:gd name="T22" fmla="*/ 209 w 569"/>
                <a:gd name="T23" fmla="*/ 185 h 459"/>
                <a:gd name="T24" fmla="*/ 347 w 569"/>
                <a:gd name="T25" fmla="*/ 323 h 459"/>
                <a:gd name="T26" fmla="*/ 436 w 569"/>
                <a:gd name="T27" fmla="*/ 323 h 459"/>
                <a:gd name="T28" fmla="*/ 439 w 569"/>
                <a:gd name="T29" fmla="*/ 324 h 459"/>
                <a:gd name="T30" fmla="*/ 569 w 569"/>
                <a:gd name="T31" fmla="*/ 454 h 459"/>
                <a:gd name="T32" fmla="*/ 564 w 569"/>
                <a:gd name="T33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9" h="459">
                  <a:moveTo>
                    <a:pt x="564" y="459"/>
                  </a:moveTo>
                  <a:cubicBezTo>
                    <a:pt x="435" y="330"/>
                    <a:pt x="435" y="330"/>
                    <a:pt x="435" y="330"/>
                  </a:cubicBezTo>
                  <a:cubicBezTo>
                    <a:pt x="345" y="330"/>
                    <a:pt x="345" y="330"/>
                    <a:pt x="345" y="330"/>
                  </a:cubicBezTo>
                  <a:cubicBezTo>
                    <a:pt x="344" y="330"/>
                    <a:pt x="343" y="330"/>
                    <a:pt x="343" y="329"/>
                  </a:cubicBezTo>
                  <a:cubicBezTo>
                    <a:pt x="205" y="191"/>
                    <a:pt x="205" y="191"/>
                    <a:pt x="205" y="191"/>
                  </a:cubicBezTo>
                  <a:cubicBezTo>
                    <a:pt x="187" y="191"/>
                    <a:pt x="187" y="191"/>
                    <a:pt x="187" y="191"/>
                  </a:cubicBezTo>
                  <a:cubicBezTo>
                    <a:pt x="186" y="191"/>
                    <a:pt x="185" y="191"/>
                    <a:pt x="185" y="19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89" y="184"/>
                    <a:pt x="189" y="184"/>
                    <a:pt x="189" y="184"/>
                  </a:cubicBezTo>
                  <a:cubicBezTo>
                    <a:pt x="206" y="184"/>
                    <a:pt x="206" y="184"/>
                    <a:pt x="206" y="184"/>
                  </a:cubicBezTo>
                  <a:cubicBezTo>
                    <a:pt x="207" y="184"/>
                    <a:pt x="208" y="184"/>
                    <a:pt x="209" y="185"/>
                  </a:cubicBezTo>
                  <a:cubicBezTo>
                    <a:pt x="347" y="323"/>
                    <a:pt x="347" y="323"/>
                    <a:pt x="347" y="323"/>
                  </a:cubicBezTo>
                  <a:cubicBezTo>
                    <a:pt x="436" y="323"/>
                    <a:pt x="436" y="323"/>
                    <a:pt x="436" y="323"/>
                  </a:cubicBezTo>
                  <a:cubicBezTo>
                    <a:pt x="437" y="323"/>
                    <a:pt x="438" y="323"/>
                    <a:pt x="439" y="324"/>
                  </a:cubicBezTo>
                  <a:cubicBezTo>
                    <a:pt x="569" y="454"/>
                    <a:pt x="569" y="454"/>
                    <a:pt x="569" y="454"/>
                  </a:cubicBezTo>
                  <a:lnTo>
                    <a:pt x="564" y="45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9" name="Freeform 534"/>
            <p:cNvSpPr>
              <a:spLocks/>
            </p:cNvSpPr>
            <p:nvPr/>
          </p:nvSpPr>
          <p:spPr bwMode="auto">
            <a:xfrm flipV="1">
              <a:off x="361952" y="5667373"/>
              <a:ext cx="2578100" cy="2049463"/>
            </a:xfrm>
            <a:custGeom>
              <a:avLst/>
              <a:gdLst>
                <a:gd name="T0" fmla="*/ 687 w 687"/>
                <a:gd name="T1" fmla="*/ 546 h 546"/>
                <a:gd name="T2" fmla="*/ 678 w 687"/>
                <a:gd name="T3" fmla="*/ 546 h 546"/>
                <a:gd name="T4" fmla="*/ 675 w 687"/>
                <a:gd name="T5" fmla="*/ 545 h 546"/>
                <a:gd name="T6" fmla="*/ 627 w 687"/>
                <a:gd name="T7" fmla="*/ 496 h 546"/>
                <a:gd name="T8" fmla="*/ 600 w 687"/>
                <a:gd name="T9" fmla="*/ 496 h 546"/>
                <a:gd name="T10" fmla="*/ 597 w 687"/>
                <a:gd name="T11" fmla="*/ 495 h 546"/>
                <a:gd name="T12" fmla="*/ 487 w 687"/>
                <a:gd name="T13" fmla="*/ 385 h 546"/>
                <a:gd name="T14" fmla="*/ 402 w 687"/>
                <a:gd name="T15" fmla="*/ 385 h 546"/>
                <a:gd name="T16" fmla="*/ 399 w 687"/>
                <a:gd name="T17" fmla="*/ 384 h 546"/>
                <a:gd name="T18" fmla="*/ 209 w 687"/>
                <a:gd name="T19" fmla="*/ 194 h 546"/>
                <a:gd name="T20" fmla="*/ 190 w 687"/>
                <a:gd name="T21" fmla="*/ 194 h 546"/>
                <a:gd name="T22" fmla="*/ 188 w 687"/>
                <a:gd name="T23" fmla="*/ 193 h 546"/>
                <a:gd name="T24" fmla="*/ 0 w 687"/>
                <a:gd name="T25" fmla="*/ 5 h 546"/>
                <a:gd name="T26" fmla="*/ 5 w 687"/>
                <a:gd name="T27" fmla="*/ 0 h 546"/>
                <a:gd name="T28" fmla="*/ 192 w 687"/>
                <a:gd name="T29" fmla="*/ 187 h 546"/>
                <a:gd name="T30" fmla="*/ 210 w 687"/>
                <a:gd name="T31" fmla="*/ 187 h 546"/>
                <a:gd name="T32" fmla="*/ 213 w 687"/>
                <a:gd name="T33" fmla="*/ 188 h 546"/>
                <a:gd name="T34" fmla="*/ 403 w 687"/>
                <a:gd name="T35" fmla="*/ 378 h 546"/>
                <a:gd name="T36" fmla="*/ 488 w 687"/>
                <a:gd name="T37" fmla="*/ 378 h 546"/>
                <a:gd name="T38" fmla="*/ 491 w 687"/>
                <a:gd name="T39" fmla="*/ 379 h 546"/>
                <a:gd name="T40" fmla="*/ 601 w 687"/>
                <a:gd name="T41" fmla="*/ 489 h 546"/>
                <a:gd name="T42" fmla="*/ 628 w 687"/>
                <a:gd name="T43" fmla="*/ 489 h 546"/>
                <a:gd name="T44" fmla="*/ 631 w 687"/>
                <a:gd name="T45" fmla="*/ 490 h 546"/>
                <a:gd name="T46" fmla="*/ 679 w 687"/>
                <a:gd name="T47" fmla="*/ 539 h 546"/>
                <a:gd name="T48" fmla="*/ 687 w 687"/>
                <a:gd name="T49" fmla="*/ 539 h 546"/>
                <a:gd name="T50" fmla="*/ 687 w 687"/>
                <a:gd name="T51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87" h="546">
                  <a:moveTo>
                    <a:pt x="687" y="546"/>
                  </a:moveTo>
                  <a:cubicBezTo>
                    <a:pt x="678" y="546"/>
                    <a:pt x="678" y="546"/>
                    <a:pt x="678" y="546"/>
                  </a:cubicBezTo>
                  <a:cubicBezTo>
                    <a:pt x="677" y="546"/>
                    <a:pt x="676" y="546"/>
                    <a:pt x="675" y="545"/>
                  </a:cubicBezTo>
                  <a:cubicBezTo>
                    <a:pt x="627" y="496"/>
                    <a:pt x="627" y="496"/>
                    <a:pt x="627" y="496"/>
                  </a:cubicBezTo>
                  <a:cubicBezTo>
                    <a:pt x="600" y="496"/>
                    <a:pt x="600" y="496"/>
                    <a:pt x="600" y="496"/>
                  </a:cubicBezTo>
                  <a:cubicBezTo>
                    <a:pt x="599" y="496"/>
                    <a:pt x="598" y="496"/>
                    <a:pt x="597" y="495"/>
                  </a:cubicBezTo>
                  <a:cubicBezTo>
                    <a:pt x="487" y="385"/>
                    <a:pt x="487" y="385"/>
                    <a:pt x="487" y="385"/>
                  </a:cubicBezTo>
                  <a:cubicBezTo>
                    <a:pt x="402" y="385"/>
                    <a:pt x="402" y="385"/>
                    <a:pt x="402" y="385"/>
                  </a:cubicBezTo>
                  <a:cubicBezTo>
                    <a:pt x="401" y="385"/>
                    <a:pt x="400" y="385"/>
                    <a:pt x="399" y="384"/>
                  </a:cubicBezTo>
                  <a:cubicBezTo>
                    <a:pt x="209" y="194"/>
                    <a:pt x="209" y="194"/>
                    <a:pt x="209" y="194"/>
                  </a:cubicBezTo>
                  <a:cubicBezTo>
                    <a:pt x="190" y="194"/>
                    <a:pt x="190" y="194"/>
                    <a:pt x="190" y="194"/>
                  </a:cubicBezTo>
                  <a:cubicBezTo>
                    <a:pt x="189" y="194"/>
                    <a:pt x="188" y="193"/>
                    <a:pt x="188" y="19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92" y="187"/>
                    <a:pt x="192" y="187"/>
                    <a:pt x="192" y="187"/>
                  </a:cubicBezTo>
                  <a:cubicBezTo>
                    <a:pt x="210" y="187"/>
                    <a:pt x="210" y="187"/>
                    <a:pt x="210" y="187"/>
                  </a:cubicBezTo>
                  <a:cubicBezTo>
                    <a:pt x="211" y="187"/>
                    <a:pt x="212" y="187"/>
                    <a:pt x="213" y="188"/>
                  </a:cubicBezTo>
                  <a:cubicBezTo>
                    <a:pt x="403" y="378"/>
                    <a:pt x="403" y="378"/>
                    <a:pt x="403" y="378"/>
                  </a:cubicBezTo>
                  <a:cubicBezTo>
                    <a:pt x="488" y="378"/>
                    <a:pt x="488" y="378"/>
                    <a:pt x="488" y="378"/>
                  </a:cubicBezTo>
                  <a:cubicBezTo>
                    <a:pt x="489" y="378"/>
                    <a:pt x="490" y="378"/>
                    <a:pt x="491" y="379"/>
                  </a:cubicBezTo>
                  <a:cubicBezTo>
                    <a:pt x="601" y="489"/>
                    <a:pt x="601" y="489"/>
                    <a:pt x="601" y="489"/>
                  </a:cubicBezTo>
                  <a:cubicBezTo>
                    <a:pt x="628" y="489"/>
                    <a:pt x="628" y="489"/>
                    <a:pt x="628" y="489"/>
                  </a:cubicBezTo>
                  <a:cubicBezTo>
                    <a:pt x="629" y="489"/>
                    <a:pt x="630" y="490"/>
                    <a:pt x="631" y="490"/>
                  </a:cubicBezTo>
                  <a:cubicBezTo>
                    <a:pt x="679" y="539"/>
                    <a:pt x="679" y="539"/>
                    <a:pt x="679" y="539"/>
                  </a:cubicBezTo>
                  <a:cubicBezTo>
                    <a:pt x="687" y="539"/>
                    <a:pt x="687" y="539"/>
                    <a:pt x="687" y="539"/>
                  </a:cubicBezTo>
                  <a:lnTo>
                    <a:pt x="687" y="54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0" name="Freeform 535"/>
            <p:cNvSpPr>
              <a:spLocks/>
            </p:cNvSpPr>
            <p:nvPr/>
          </p:nvSpPr>
          <p:spPr bwMode="auto">
            <a:xfrm flipV="1">
              <a:off x="617539" y="5299074"/>
              <a:ext cx="2701925" cy="2660650"/>
            </a:xfrm>
            <a:custGeom>
              <a:avLst/>
              <a:gdLst>
                <a:gd name="T0" fmla="*/ 720 w 720"/>
                <a:gd name="T1" fmla="*/ 709 h 709"/>
                <a:gd name="T2" fmla="*/ 690 w 720"/>
                <a:gd name="T3" fmla="*/ 709 h 709"/>
                <a:gd name="T4" fmla="*/ 689 w 720"/>
                <a:gd name="T5" fmla="*/ 708 h 709"/>
                <a:gd name="T6" fmla="*/ 648 w 720"/>
                <a:gd name="T7" fmla="*/ 667 h 709"/>
                <a:gd name="T8" fmla="*/ 647 w 720"/>
                <a:gd name="T9" fmla="*/ 665 h 709"/>
                <a:gd name="T10" fmla="*/ 647 w 720"/>
                <a:gd name="T11" fmla="*/ 635 h 709"/>
                <a:gd name="T12" fmla="*/ 648 w 720"/>
                <a:gd name="T13" fmla="*/ 634 h 709"/>
                <a:gd name="T14" fmla="*/ 665 w 720"/>
                <a:gd name="T15" fmla="*/ 617 h 709"/>
                <a:gd name="T16" fmla="*/ 665 w 720"/>
                <a:gd name="T17" fmla="*/ 601 h 709"/>
                <a:gd name="T18" fmla="*/ 619 w 720"/>
                <a:gd name="T19" fmla="*/ 556 h 709"/>
                <a:gd name="T20" fmla="*/ 607 w 720"/>
                <a:gd name="T21" fmla="*/ 556 h 709"/>
                <a:gd name="T22" fmla="*/ 606 w 720"/>
                <a:gd name="T23" fmla="*/ 556 h 709"/>
                <a:gd name="T24" fmla="*/ 567 w 720"/>
                <a:gd name="T25" fmla="*/ 517 h 709"/>
                <a:gd name="T26" fmla="*/ 566 w 720"/>
                <a:gd name="T27" fmla="*/ 515 h 709"/>
                <a:gd name="T28" fmla="*/ 566 w 720"/>
                <a:gd name="T29" fmla="*/ 470 h 709"/>
                <a:gd name="T30" fmla="*/ 494 w 720"/>
                <a:gd name="T31" fmla="*/ 398 h 709"/>
                <a:gd name="T32" fmla="*/ 447 w 720"/>
                <a:gd name="T33" fmla="*/ 398 h 709"/>
                <a:gd name="T34" fmla="*/ 446 w 720"/>
                <a:gd name="T35" fmla="*/ 397 h 709"/>
                <a:gd name="T36" fmla="*/ 355 w 720"/>
                <a:gd name="T37" fmla="*/ 306 h 709"/>
                <a:gd name="T38" fmla="*/ 304 w 720"/>
                <a:gd name="T39" fmla="*/ 306 h 709"/>
                <a:gd name="T40" fmla="*/ 303 w 720"/>
                <a:gd name="T41" fmla="*/ 305 h 709"/>
                <a:gd name="T42" fmla="*/ 0 w 720"/>
                <a:gd name="T43" fmla="*/ 2 h 709"/>
                <a:gd name="T44" fmla="*/ 2 w 720"/>
                <a:gd name="T45" fmla="*/ 0 h 709"/>
                <a:gd name="T46" fmla="*/ 305 w 720"/>
                <a:gd name="T47" fmla="*/ 302 h 709"/>
                <a:gd name="T48" fmla="*/ 355 w 720"/>
                <a:gd name="T49" fmla="*/ 302 h 709"/>
                <a:gd name="T50" fmla="*/ 356 w 720"/>
                <a:gd name="T51" fmla="*/ 303 h 709"/>
                <a:gd name="T52" fmla="*/ 448 w 720"/>
                <a:gd name="T53" fmla="*/ 394 h 709"/>
                <a:gd name="T54" fmla="*/ 495 w 720"/>
                <a:gd name="T55" fmla="*/ 394 h 709"/>
                <a:gd name="T56" fmla="*/ 496 w 720"/>
                <a:gd name="T57" fmla="*/ 395 h 709"/>
                <a:gd name="T58" fmla="*/ 569 w 720"/>
                <a:gd name="T59" fmla="*/ 468 h 709"/>
                <a:gd name="T60" fmla="*/ 570 w 720"/>
                <a:gd name="T61" fmla="*/ 469 h 709"/>
                <a:gd name="T62" fmla="*/ 570 w 720"/>
                <a:gd name="T63" fmla="*/ 515 h 709"/>
                <a:gd name="T64" fmla="*/ 608 w 720"/>
                <a:gd name="T65" fmla="*/ 553 h 709"/>
                <a:gd name="T66" fmla="*/ 620 w 720"/>
                <a:gd name="T67" fmla="*/ 553 h 709"/>
                <a:gd name="T68" fmla="*/ 621 w 720"/>
                <a:gd name="T69" fmla="*/ 553 h 709"/>
                <a:gd name="T70" fmla="*/ 668 w 720"/>
                <a:gd name="T71" fmla="*/ 600 h 709"/>
                <a:gd name="T72" fmla="*/ 668 w 720"/>
                <a:gd name="T73" fmla="*/ 601 h 709"/>
                <a:gd name="T74" fmla="*/ 668 w 720"/>
                <a:gd name="T75" fmla="*/ 617 h 709"/>
                <a:gd name="T76" fmla="*/ 668 w 720"/>
                <a:gd name="T77" fmla="*/ 618 h 709"/>
                <a:gd name="T78" fmla="*/ 650 w 720"/>
                <a:gd name="T79" fmla="*/ 636 h 709"/>
                <a:gd name="T80" fmla="*/ 650 w 720"/>
                <a:gd name="T81" fmla="*/ 665 h 709"/>
                <a:gd name="T82" fmla="*/ 691 w 720"/>
                <a:gd name="T83" fmla="*/ 705 h 709"/>
                <a:gd name="T84" fmla="*/ 720 w 720"/>
                <a:gd name="T85" fmla="*/ 705 h 709"/>
                <a:gd name="T86" fmla="*/ 720 w 720"/>
                <a:gd name="T87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20" h="709">
                  <a:moveTo>
                    <a:pt x="720" y="709"/>
                  </a:moveTo>
                  <a:cubicBezTo>
                    <a:pt x="690" y="709"/>
                    <a:pt x="690" y="709"/>
                    <a:pt x="690" y="709"/>
                  </a:cubicBezTo>
                  <a:cubicBezTo>
                    <a:pt x="690" y="709"/>
                    <a:pt x="690" y="709"/>
                    <a:pt x="689" y="708"/>
                  </a:cubicBezTo>
                  <a:cubicBezTo>
                    <a:pt x="648" y="667"/>
                    <a:pt x="648" y="667"/>
                    <a:pt x="648" y="667"/>
                  </a:cubicBezTo>
                  <a:cubicBezTo>
                    <a:pt x="647" y="666"/>
                    <a:pt x="647" y="666"/>
                    <a:pt x="647" y="665"/>
                  </a:cubicBezTo>
                  <a:cubicBezTo>
                    <a:pt x="647" y="635"/>
                    <a:pt x="647" y="635"/>
                    <a:pt x="647" y="635"/>
                  </a:cubicBezTo>
                  <a:cubicBezTo>
                    <a:pt x="647" y="635"/>
                    <a:pt x="647" y="634"/>
                    <a:pt x="648" y="634"/>
                  </a:cubicBezTo>
                  <a:cubicBezTo>
                    <a:pt x="665" y="617"/>
                    <a:pt x="665" y="617"/>
                    <a:pt x="665" y="617"/>
                  </a:cubicBezTo>
                  <a:cubicBezTo>
                    <a:pt x="665" y="601"/>
                    <a:pt x="665" y="601"/>
                    <a:pt x="665" y="601"/>
                  </a:cubicBezTo>
                  <a:cubicBezTo>
                    <a:pt x="619" y="556"/>
                    <a:pt x="619" y="556"/>
                    <a:pt x="619" y="556"/>
                  </a:cubicBezTo>
                  <a:cubicBezTo>
                    <a:pt x="607" y="556"/>
                    <a:pt x="607" y="556"/>
                    <a:pt x="607" y="556"/>
                  </a:cubicBezTo>
                  <a:cubicBezTo>
                    <a:pt x="607" y="556"/>
                    <a:pt x="606" y="556"/>
                    <a:pt x="606" y="556"/>
                  </a:cubicBezTo>
                  <a:cubicBezTo>
                    <a:pt x="567" y="517"/>
                    <a:pt x="567" y="517"/>
                    <a:pt x="567" y="517"/>
                  </a:cubicBezTo>
                  <a:cubicBezTo>
                    <a:pt x="566" y="516"/>
                    <a:pt x="566" y="516"/>
                    <a:pt x="566" y="515"/>
                  </a:cubicBezTo>
                  <a:cubicBezTo>
                    <a:pt x="566" y="470"/>
                    <a:pt x="566" y="470"/>
                    <a:pt x="566" y="470"/>
                  </a:cubicBezTo>
                  <a:cubicBezTo>
                    <a:pt x="494" y="398"/>
                    <a:pt x="494" y="398"/>
                    <a:pt x="494" y="398"/>
                  </a:cubicBezTo>
                  <a:cubicBezTo>
                    <a:pt x="447" y="398"/>
                    <a:pt x="447" y="398"/>
                    <a:pt x="447" y="398"/>
                  </a:cubicBezTo>
                  <a:cubicBezTo>
                    <a:pt x="447" y="398"/>
                    <a:pt x="446" y="398"/>
                    <a:pt x="446" y="397"/>
                  </a:cubicBezTo>
                  <a:cubicBezTo>
                    <a:pt x="355" y="306"/>
                    <a:pt x="355" y="306"/>
                    <a:pt x="355" y="306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06"/>
                    <a:pt x="303" y="305"/>
                    <a:pt x="303" y="30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55" y="302"/>
                    <a:pt x="355" y="302"/>
                    <a:pt x="355" y="302"/>
                  </a:cubicBezTo>
                  <a:cubicBezTo>
                    <a:pt x="356" y="302"/>
                    <a:pt x="356" y="302"/>
                    <a:pt x="356" y="303"/>
                  </a:cubicBezTo>
                  <a:cubicBezTo>
                    <a:pt x="448" y="394"/>
                    <a:pt x="448" y="394"/>
                    <a:pt x="448" y="394"/>
                  </a:cubicBezTo>
                  <a:cubicBezTo>
                    <a:pt x="495" y="394"/>
                    <a:pt x="495" y="394"/>
                    <a:pt x="495" y="394"/>
                  </a:cubicBezTo>
                  <a:cubicBezTo>
                    <a:pt x="495" y="394"/>
                    <a:pt x="496" y="394"/>
                    <a:pt x="496" y="395"/>
                  </a:cubicBezTo>
                  <a:cubicBezTo>
                    <a:pt x="569" y="468"/>
                    <a:pt x="569" y="468"/>
                    <a:pt x="569" y="468"/>
                  </a:cubicBezTo>
                  <a:cubicBezTo>
                    <a:pt x="569" y="468"/>
                    <a:pt x="570" y="469"/>
                    <a:pt x="570" y="469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608" y="553"/>
                    <a:pt x="608" y="553"/>
                    <a:pt x="608" y="553"/>
                  </a:cubicBezTo>
                  <a:cubicBezTo>
                    <a:pt x="620" y="553"/>
                    <a:pt x="620" y="553"/>
                    <a:pt x="620" y="553"/>
                  </a:cubicBezTo>
                  <a:cubicBezTo>
                    <a:pt x="621" y="553"/>
                    <a:pt x="621" y="553"/>
                    <a:pt x="621" y="553"/>
                  </a:cubicBezTo>
                  <a:cubicBezTo>
                    <a:pt x="668" y="600"/>
                    <a:pt x="668" y="600"/>
                    <a:pt x="668" y="600"/>
                  </a:cubicBezTo>
                  <a:cubicBezTo>
                    <a:pt x="668" y="600"/>
                    <a:pt x="668" y="600"/>
                    <a:pt x="668" y="601"/>
                  </a:cubicBezTo>
                  <a:cubicBezTo>
                    <a:pt x="668" y="617"/>
                    <a:pt x="668" y="617"/>
                    <a:pt x="668" y="617"/>
                  </a:cubicBezTo>
                  <a:cubicBezTo>
                    <a:pt x="668" y="618"/>
                    <a:pt x="668" y="618"/>
                    <a:pt x="668" y="618"/>
                  </a:cubicBezTo>
                  <a:cubicBezTo>
                    <a:pt x="650" y="636"/>
                    <a:pt x="650" y="636"/>
                    <a:pt x="650" y="636"/>
                  </a:cubicBezTo>
                  <a:cubicBezTo>
                    <a:pt x="650" y="665"/>
                    <a:pt x="650" y="665"/>
                    <a:pt x="650" y="665"/>
                  </a:cubicBezTo>
                  <a:cubicBezTo>
                    <a:pt x="691" y="705"/>
                    <a:pt x="691" y="705"/>
                    <a:pt x="691" y="705"/>
                  </a:cubicBezTo>
                  <a:cubicBezTo>
                    <a:pt x="720" y="705"/>
                    <a:pt x="720" y="705"/>
                    <a:pt x="720" y="705"/>
                  </a:cubicBezTo>
                  <a:lnTo>
                    <a:pt x="720" y="7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1" name="Freeform 536"/>
            <p:cNvSpPr>
              <a:spLocks/>
            </p:cNvSpPr>
            <p:nvPr/>
          </p:nvSpPr>
          <p:spPr bwMode="auto">
            <a:xfrm flipV="1">
              <a:off x="819152" y="5851524"/>
              <a:ext cx="2293937" cy="2311400"/>
            </a:xfrm>
            <a:custGeom>
              <a:avLst/>
              <a:gdLst>
                <a:gd name="T0" fmla="*/ 609 w 611"/>
                <a:gd name="T1" fmla="*/ 616 h 616"/>
                <a:gd name="T2" fmla="*/ 585 w 611"/>
                <a:gd name="T3" fmla="*/ 592 h 616"/>
                <a:gd name="T4" fmla="*/ 561 w 611"/>
                <a:gd name="T5" fmla="*/ 592 h 616"/>
                <a:gd name="T6" fmla="*/ 560 w 611"/>
                <a:gd name="T7" fmla="*/ 591 h 616"/>
                <a:gd name="T8" fmla="*/ 538 w 611"/>
                <a:gd name="T9" fmla="*/ 570 h 616"/>
                <a:gd name="T10" fmla="*/ 538 w 611"/>
                <a:gd name="T11" fmla="*/ 569 h 616"/>
                <a:gd name="T12" fmla="*/ 538 w 611"/>
                <a:gd name="T13" fmla="*/ 513 h 616"/>
                <a:gd name="T14" fmla="*/ 439 w 611"/>
                <a:gd name="T15" fmla="*/ 413 h 616"/>
                <a:gd name="T16" fmla="*/ 396 w 611"/>
                <a:gd name="T17" fmla="*/ 413 h 616"/>
                <a:gd name="T18" fmla="*/ 395 w 611"/>
                <a:gd name="T19" fmla="*/ 413 h 616"/>
                <a:gd name="T20" fmla="*/ 322 w 611"/>
                <a:gd name="T21" fmla="*/ 339 h 616"/>
                <a:gd name="T22" fmla="*/ 321 w 611"/>
                <a:gd name="T23" fmla="*/ 338 h 616"/>
                <a:gd name="T24" fmla="*/ 321 w 611"/>
                <a:gd name="T25" fmla="*/ 281 h 616"/>
                <a:gd name="T26" fmla="*/ 254 w 611"/>
                <a:gd name="T27" fmla="*/ 214 h 616"/>
                <a:gd name="T28" fmla="*/ 212 w 611"/>
                <a:gd name="T29" fmla="*/ 214 h 616"/>
                <a:gd name="T30" fmla="*/ 211 w 611"/>
                <a:gd name="T31" fmla="*/ 214 h 616"/>
                <a:gd name="T32" fmla="*/ 0 w 611"/>
                <a:gd name="T33" fmla="*/ 2 h 616"/>
                <a:gd name="T34" fmla="*/ 2 w 611"/>
                <a:gd name="T35" fmla="*/ 0 h 616"/>
                <a:gd name="T36" fmla="*/ 213 w 611"/>
                <a:gd name="T37" fmla="*/ 211 h 616"/>
                <a:gd name="T38" fmla="*/ 255 w 611"/>
                <a:gd name="T39" fmla="*/ 211 h 616"/>
                <a:gd name="T40" fmla="*/ 256 w 611"/>
                <a:gd name="T41" fmla="*/ 211 h 616"/>
                <a:gd name="T42" fmla="*/ 324 w 611"/>
                <a:gd name="T43" fmla="*/ 279 h 616"/>
                <a:gd name="T44" fmla="*/ 325 w 611"/>
                <a:gd name="T45" fmla="*/ 280 h 616"/>
                <a:gd name="T46" fmla="*/ 325 w 611"/>
                <a:gd name="T47" fmla="*/ 337 h 616"/>
                <a:gd name="T48" fmla="*/ 397 w 611"/>
                <a:gd name="T49" fmla="*/ 410 h 616"/>
                <a:gd name="T50" fmla="*/ 439 w 611"/>
                <a:gd name="T51" fmla="*/ 410 h 616"/>
                <a:gd name="T52" fmla="*/ 441 w 611"/>
                <a:gd name="T53" fmla="*/ 410 h 616"/>
                <a:gd name="T54" fmla="*/ 541 w 611"/>
                <a:gd name="T55" fmla="*/ 511 h 616"/>
                <a:gd name="T56" fmla="*/ 541 w 611"/>
                <a:gd name="T57" fmla="*/ 512 h 616"/>
                <a:gd name="T58" fmla="*/ 541 w 611"/>
                <a:gd name="T59" fmla="*/ 568 h 616"/>
                <a:gd name="T60" fmla="*/ 562 w 611"/>
                <a:gd name="T61" fmla="*/ 588 h 616"/>
                <a:gd name="T62" fmla="*/ 586 w 611"/>
                <a:gd name="T63" fmla="*/ 588 h 616"/>
                <a:gd name="T64" fmla="*/ 587 w 611"/>
                <a:gd name="T65" fmla="*/ 589 h 616"/>
                <a:gd name="T66" fmla="*/ 611 w 611"/>
                <a:gd name="T67" fmla="*/ 613 h 616"/>
                <a:gd name="T68" fmla="*/ 609 w 611"/>
                <a:gd name="T69" fmla="*/ 61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1" h="616">
                  <a:moveTo>
                    <a:pt x="609" y="616"/>
                  </a:moveTo>
                  <a:cubicBezTo>
                    <a:pt x="585" y="592"/>
                    <a:pt x="585" y="592"/>
                    <a:pt x="585" y="592"/>
                  </a:cubicBezTo>
                  <a:cubicBezTo>
                    <a:pt x="561" y="592"/>
                    <a:pt x="561" y="592"/>
                    <a:pt x="561" y="592"/>
                  </a:cubicBezTo>
                  <a:cubicBezTo>
                    <a:pt x="561" y="592"/>
                    <a:pt x="560" y="592"/>
                    <a:pt x="560" y="591"/>
                  </a:cubicBezTo>
                  <a:cubicBezTo>
                    <a:pt x="538" y="570"/>
                    <a:pt x="538" y="570"/>
                    <a:pt x="538" y="570"/>
                  </a:cubicBezTo>
                  <a:cubicBezTo>
                    <a:pt x="538" y="570"/>
                    <a:pt x="538" y="569"/>
                    <a:pt x="538" y="569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39" y="413"/>
                    <a:pt x="439" y="413"/>
                    <a:pt x="439" y="413"/>
                  </a:cubicBezTo>
                  <a:cubicBezTo>
                    <a:pt x="396" y="413"/>
                    <a:pt x="396" y="413"/>
                    <a:pt x="396" y="413"/>
                  </a:cubicBezTo>
                  <a:cubicBezTo>
                    <a:pt x="396" y="413"/>
                    <a:pt x="395" y="413"/>
                    <a:pt x="395" y="413"/>
                  </a:cubicBezTo>
                  <a:cubicBezTo>
                    <a:pt x="322" y="339"/>
                    <a:pt x="322" y="339"/>
                    <a:pt x="322" y="339"/>
                  </a:cubicBezTo>
                  <a:cubicBezTo>
                    <a:pt x="321" y="339"/>
                    <a:pt x="321" y="338"/>
                    <a:pt x="321" y="338"/>
                  </a:cubicBezTo>
                  <a:cubicBezTo>
                    <a:pt x="321" y="281"/>
                    <a:pt x="321" y="281"/>
                    <a:pt x="321" y="281"/>
                  </a:cubicBezTo>
                  <a:cubicBezTo>
                    <a:pt x="254" y="214"/>
                    <a:pt x="254" y="214"/>
                    <a:pt x="254" y="214"/>
                  </a:cubicBezTo>
                  <a:cubicBezTo>
                    <a:pt x="212" y="214"/>
                    <a:pt x="212" y="214"/>
                    <a:pt x="212" y="214"/>
                  </a:cubicBezTo>
                  <a:cubicBezTo>
                    <a:pt x="212" y="214"/>
                    <a:pt x="211" y="214"/>
                    <a:pt x="211" y="2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55" y="211"/>
                    <a:pt x="255" y="211"/>
                    <a:pt x="255" y="211"/>
                  </a:cubicBezTo>
                  <a:cubicBezTo>
                    <a:pt x="256" y="211"/>
                    <a:pt x="256" y="211"/>
                    <a:pt x="256" y="211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79"/>
                    <a:pt x="325" y="280"/>
                    <a:pt x="325" y="280"/>
                  </a:cubicBezTo>
                  <a:cubicBezTo>
                    <a:pt x="325" y="337"/>
                    <a:pt x="325" y="337"/>
                    <a:pt x="325" y="337"/>
                  </a:cubicBezTo>
                  <a:cubicBezTo>
                    <a:pt x="397" y="410"/>
                    <a:pt x="397" y="410"/>
                    <a:pt x="397" y="410"/>
                  </a:cubicBezTo>
                  <a:cubicBezTo>
                    <a:pt x="439" y="410"/>
                    <a:pt x="439" y="410"/>
                    <a:pt x="439" y="410"/>
                  </a:cubicBezTo>
                  <a:cubicBezTo>
                    <a:pt x="440" y="410"/>
                    <a:pt x="440" y="410"/>
                    <a:pt x="441" y="410"/>
                  </a:cubicBezTo>
                  <a:cubicBezTo>
                    <a:pt x="541" y="511"/>
                    <a:pt x="541" y="511"/>
                    <a:pt x="541" y="511"/>
                  </a:cubicBezTo>
                  <a:cubicBezTo>
                    <a:pt x="541" y="511"/>
                    <a:pt x="541" y="511"/>
                    <a:pt x="541" y="512"/>
                  </a:cubicBezTo>
                  <a:cubicBezTo>
                    <a:pt x="541" y="568"/>
                    <a:pt x="541" y="568"/>
                    <a:pt x="541" y="568"/>
                  </a:cubicBezTo>
                  <a:cubicBezTo>
                    <a:pt x="562" y="588"/>
                    <a:pt x="562" y="588"/>
                    <a:pt x="562" y="588"/>
                  </a:cubicBezTo>
                  <a:cubicBezTo>
                    <a:pt x="586" y="588"/>
                    <a:pt x="586" y="588"/>
                    <a:pt x="586" y="588"/>
                  </a:cubicBezTo>
                  <a:cubicBezTo>
                    <a:pt x="586" y="588"/>
                    <a:pt x="587" y="589"/>
                    <a:pt x="587" y="589"/>
                  </a:cubicBezTo>
                  <a:cubicBezTo>
                    <a:pt x="611" y="613"/>
                    <a:pt x="611" y="613"/>
                    <a:pt x="611" y="613"/>
                  </a:cubicBezTo>
                  <a:lnTo>
                    <a:pt x="609" y="61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2" name="Freeform 537"/>
            <p:cNvSpPr>
              <a:spLocks/>
            </p:cNvSpPr>
            <p:nvPr/>
          </p:nvSpPr>
          <p:spPr bwMode="auto">
            <a:xfrm flipV="1">
              <a:off x="895352" y="5483223"/>
              <a:ext cx="2573337" cy="2754313"/>
            </a:xfrm>
            <a:custGeom>
              <a:avLst/>
              <a:gdLst>
                <a:gd name="T0" fmla="*/ 621 w 686"/>
                <a:gd name="T1" fmla="*/ 734 h 734"/>
                <a:gd name="T2" fmla="*/ 621 w 686"/>
                <a:gd name="T3" fmla="*/ 731 h 734"/>
                <a:gd name="T4" fmla="*/ 663 w 686"/>
                <a:gd name="T5" fmla="*/ 731 h 734"/>
                <a:gd name="T6" fmla="*/ 682 w 686"/>
                <a:gd name="T7" fmla="*/ 712 h 734"/>
                <a:gd name="T8" fmla="*/ 682 w 686"/>
                <a:gd name="T9" fmla="*/ 685 h 734"/>
                <a:gd name="T10" fmla="*/ 593 w 686"/>
                <a:gd name="T11" fmla="*/ 596 h 734"/>
                <a:gd name="T12" fmla="*/ 592 w 686"/>
                <a:gd name="T13" fmla="*/ 595 h 734"/>
                <a:gd name="T14" fmla="*/ 592 w 686"/>
                <a:gd name="T15" fmla="*/ 567 h 734"/>
                <a:gd name="T16" fmla="*/ 430 w 686"/>
                <a:gd name="T17" fmla="*/ 404 h 734"/>
                <a:gd name="T18" fmla="*/ 375 w 686"/>
                <a:gd name="T19" fmla="*/ 404 h 734"/>
                <a:gd name="T20" fmla="*/ 374 w 686"/>
                <a:gd name="T21" fmla="*/ 404 h 734"/>
                <a:gd name="T22" fmla="*/ 334 w 686"/>
                <a:gd name="T23" fmla="*/ 364 h 734"/>
                <a:gd name="T24" fmla="*/ 334 w 686"/>
                <a:gd name="T25" fmla="*/ 363 h 734"/>
                <a:gd name="T26" fmla="*/ 334 w 686"/>
                <a:gd name="T27" fmla="*/ 308 h 734"/>
                <a:gd name="T28" fmla="*/ 219 w 686"/>
                <a:gd name="T29" fmla="*/ 194 h 734"/>
                <a:gd name="T30" fmla="*/ 193 w 686"/>
                <a:gd name="T31" fmla="*/ 194 h 734"/>
                <a:gd name="T32" fmla="*/ 191 w 686"/>
                <a:gd name="T33" fmla="*/ 193 h 734"/>
                <a:gd name="T34" fmla="*/ 0 w 686"/>
                <a:gd name="T35" fmla="*/ 2 h 734"/>
                <a:gd name="T36" fmla="*/ 2 w 686"/>
                <a:gd name="T37" fmla="*/ 0 h 734"/>
                <a:gd name="T38" fmla="*/ 193 w 686"/>
                <a:gd name="T39" fmla="*/ 190 h 734"/>
                <a:gd name="T40" fmla="*/ 220 w 686"/>
                <a:gd name="T41" fmla="*/ 190 h 734"/>
                <a:gd name="T42" fmla="*/ 221 w 686"/>
                <a:gd name="T43" fmla="*/ 191 h 734"/>
                <a:gd name="T44" fmla="*/ 337 w 686"/>
                <a:gd name="T45" fmla="*/ 306 h 734"/>
                <a:gd name="T46" fmla="*/ 337 w 686"/>
                <a:gd name="T47" fmla="*/ 307 h 734"/>
                <a:gd name="T48" fmla="*/ 337 w 686"/>
                <a:gd name="T49" fmla="*/ 362 h 734"/>
                <a:gd name="T50" fmla="*/ 376 w 686"/>
                <a:gd name="T51" fmla="*/ 401 h 734"/>
                <a:gd name="T52" fmla="*/ 430 w 686"/>
                <a:gd name="T53" fmla="*/ 401 h 734"/>
                <a:gd name="T54" fmla="*/ 432 w 686"/>
                <a:gd name="T55" fmla="*/ 401 h 734"/>
                <a:gd name="T56" fmla="*/ 595 w 686"/>
                <a:gd name="T57" fmla="*/ 565 h 734"/>
                <a:gd name="T58" fmla="*/ 596 w 686"/>
                <a:gd name="T59" fmla="*/ 566 h 734"/>
                <a:gd name="T60" fmla="*/ 596 w 686"/>
                <a:gd name="T61" fmla="*/ 594 h 734"/>
                <a:gd name="T62" fmla="*/ 685 w 686"/>
                <a:gd name="T63" fmla="*/ 684 h 734"/>
                <a:gd name="T64" fmla="*/ 686 w 686"/>
                <a:gd name="T65" fmla="*/ 685 h 734"/>
                <a:gd name="T66" fmla="*/ 686 w 686"/>
                <a:gd name="T67" fmla="*/ 712 h 734"/>
                <a:gd name="T68" fmla="*/ 685 w 686"/>
                <a:gd name="T69" fmla="*/ 714 h 734"/>
                <a:gd name="T70" fmla="*/ 665 w 686"/>
                <a:gd name="T71" fmla="*/ 734 h 734"/>
                <a:gd name="T72" fmla="*/ 664 w 686"/>
                <a:gd name="T73" fmla="*/ 734 h 734"/>
                <a:gd name="T74" fmla="*/ 621 w 686"/>
                <a:gd name="T75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6" h="734">
                  <a:moveTo>
                    <a:pt x="621" y="734"/>
                  </a:moveTo>
                  <a:cubicBezTo>
                    <a:pt x="621" y="731"/>
                    <a:pt x="621" y="731"/>
                    <a:pt x="621" y="731"/>
                  </a:cubicBezTo>
                  <a:cubicBezTo>
                    <a:pt x="663" y="731"/>
                    <a:pt x="663" y="731"/>
                    <a:pt x="663" y="731"/>
                  </a:cubicBezTo>
                  <a:cubicBezTo>
                    <a:pt x="682" y="712"/>
                    <a:pt x="682" y="712"/>
                    <a:pt x="682" y="712"/>
                  </a:cubicBezTo>
                  <a:cubicBezTo>
                    <a:pt x="682" y="685"/>
                    <a:pt x="682" y="685"/>
                    <a:pt x="682" y="685"/>
                  </a:cubicBezTo>
                  <a:cubicBezTo>
                    <a:pt x="593" y="596"/>
                    <a:pt x="593" y="596"/>
                    <a:pt x="593" y="596"/>
                  </a:cubicBezTo>
                  <a:cubicBezTo>
                    <a:pt x="592" y="596"/>
                    <a:pt x="592" y="595"/>
                    <a:pt x="592" y="595"/>
                  </a:cubicBezTo>
                  <a:cubicBezTo>
                    <a:pt x="592" y="567"/>
                    <a:pt x="592" y="567"/>
                    <a:pt x="592" y="567"/>
                  </a:cubicBezTo>
                  <a:cubicBezTo>
                    <a:pt x="430" y="404"/>
                    <a:pt x="430" y="404"/>
                    <a:pt x="430" y="404"/>
                  </a:cubicBezTo>
                  <a:cubicBezTo>
                    <a:pt x="375" y="404"/>
                    <a:pt x="375" y="404"/>
                    <a:pt x="375" y="404"/>
                  </a:cubicBezTo>
                  <a:cubicBezTo>
                    <a:pt x="374" y="404"/>
                    <a:pt x="374" y="404"/>
                    <a:pt x="374" y="404"/>
                  </a:cubicBezTo>
                  <a:cubicBezTo>
                    <a:pt x="334" y="364"/>
                    <a:pt x="334" y="364"/>
                    <a:pt x="334" y="364"/>
                  </a:cubicBezTo>
                  <a:cubicBezTo>
                    <a:pt x="334" y="364"/>
                    <a:pt x="334" y="363"/>
                    <a:pt x="334" y="363"/>
                  </a:cubicBezTo>
                  <a:cubicBezTo>
                    <a:pt x="334" y="308"/>
                    <a:pt x="334" y="308"/>
                    <a:pt x="334" y="308"/>
                  </a:cubicBezTo>
                  <a:cubicBezTo>
                    <a:pt x="219" y="194"/>
                    <a:pt x="219" y="194"/>
                    <a:pt x="219" y="194"/>
                  </a:cubicBezTo>
                  <a:cubicBezTo>
                    <a:pt x="193" y="194"/>
                    <a:pt x="193" y="194"/>
                    <a:pt x="193" y="194"/>
                  </a:cubicBezTo>
                  <a:cubicBezTo>
                    <a:pt x="192" y="194"/>
                    <a:pt x="192" y="194"/>
                    <a:pt x="191" y="19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3" y="190"/>
                    <a:pt x="193" y="190"/>
                    <a:pt x="193" y="190"/>
                  </a:cubicBezTo>
                  <a:cubicBezTo>
                    <a:pt x="220" y="190"/>
                    <a:pt x="220" y="190"/>
                    <a:pt x="220" y="190"/>
                  </a:cubicBezTo>
                  <a:cubicBezTo>
                    <a:pt x="221" y="190"/>
                    <a:pt x="221" y="191"/>
                    <a:pt x="221" y="191"/>
                  </a:cubicBezTo>
                  <a:cubicBezTo>
                    <a:pt x="337" y="306"/>
                    <a:pt x="337" y="306"/>
                    <a:pt x="337" y="306"/>
                  </a:cubicBezTo>
                  <a:cubicBezTo>
                    <a:pt x="337" y="306"/>
                    <a:pt x="337" y="307"/>
                    <a:pt x="337" y="307"/>
                  </a:cubicBezTo>
                  <a:cubicBezTo>
                    <a:pt x="337" y="362"/>
                    <a:pt x="337" y="362"/>
                    <a:pt x="337" y="362"/>
                  </a:cubicBezTo>
                  <a:cubicBezTo>
                    <a:pt x="376" y="401"/>
                    <a:pt x="376" y="401"/>
                    <a:pt x="376" y="401"/>
                  </a:cubicBezTo>
                  <a:cubicBezTo>
                    <a:pt x="430" y="401"/>
                    <a:pt x="430" y="401"/>
                    <a:pt x="430" y="401"/>
                  </a:cubicBezTo>
                  <a:cubicBezTo>
                    <a:pt x="431" y="401"/>
                    <a:pt x="431" y="401"/>
                    <a:pt x="432" y="401"/>
                  </a:cubicBezTo>
                  <a:cubicBezTo>
                    <a:pt x="595" y="565"/>
                    <a:pt x="595" y="565"/>
                    <a:pt x="595" y="565"/>
                  </a:cubicBezTo>
                  <a:cubicBezTo>
                    <a:pt x="595" y="565"/>
                    <a:pt x="596" y="566"/>
                    <a:pt x="596" y="566"/>
                  </a:cubicBezTo>
                  <a:cubicBezTo>
                    <a:pt x="596" y="594"/>
                    <a:pt x="596" y="594"/>
                    <a:pt x="596" y="594"/>
                  </a:cubicBezTo>
                  <a:cubicBezTo>
                    <a:pt x="685" y="684"/>
                    <a:pt x="685" y="684"/>
                    <a:pt x="685" y="684"/>
                  </a:cubicBezTo>
                  <a:cubicBezTo>
                    <a:pt x="685" y="684"/>
                    <a:pt x="686" y="684"/>
                    <a:pt x="686" y="685"/>
                  </a:cubicBezTo>
                  <a:cubicBezTo>
                    <a:pt x="686" y="712"/>
                    <a:pt x="686" y="712"/>
                    <a:pt x="686" y="712"/>
                  </a:cubicBezTo>
                  <a:cubicBezTo>
                    <a:pt x="686" y="713"/>
                    <a:pt x="685" y="713"/>
                    <a:pt x="685" y="714"/>
                  </a:cubicBezTo>
                  <a:cubicBezTo>
                    <a:pt x="665" y="734"/>
                    <a:pt x="665" y="734"/>
                    <a:pt x="665" y="734"/>
                  </a:cubicBezTo>
                  <a:cubicBezTo>
                    <a:pt x="664" y="734"/>
                    <a:pt x="664" y="734"/>
                    <a:pt x="664" y="734"/>
                  </a:cubicBezTo>
                  <a:lnTo>
                    <a:pt x="621" y="73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3" name="Freeform 538"/>
            <p:cNvSpPr>
              <a:spLocks/>
            </p:cNvSpPr>
            <p:nvPr/>
          </p:nvSpPr>
          <p:spPr bwMode="auto">
            <a:xfrm flipV="1">
              <a:off x="996952" y="6038848"/>
              <a:ext cx="2303462" cy="2303463"/>
            </a:xfrm>
            <a:custGeom>
              <a:avLst/>
              <a:gdLst>
                <a:gd name="T0" fmla="*/ 1446 w 1451"/>
                <a:gd name="T1" fmla="*/ 1451 h 1451"/>
                <a:gd name="T2" fmla="*/ 0 w 1451"/>
                <a:gd name="T3" fmla="*/ 7 h 1451"/>
                <a:gd name="T4" fmla="*/ 7 w 1451"/>
                <a:gd name="T5" fmla="*/ 0 h 1451"/>
                <a:gd name="T6" fmla="*/ 1451 w 1451"/>
                <a:gd name="T7" fmla="*/ 1446 h 1451"/>
                <a:gd name="T8" fmla="*/ 1446 w 1451"/>
                <a:gd name="T9" fmla="*/ 1451 h 1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1" h="1451">
                  <a:moveTo>
                    <a:pt x="1446" y="1451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451" y="1446"/>
                  </a:lnTo>
                  <a:lnTo>
                    <a:pt x="1446" y="14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4" name="Freeform 539"/>
            <p:cNvSpPr>
              <a:spLocks/>
            </p:cNvSpPr>
            <p:nvPr/>
          </p:nvSpPr>
          <p:spPr bwMode="auto">
            <a:xfrm flipV="1">
              <a:off x="1096964" y="5513386"/>
              <a:ext cx="2544762" cy="2927350"/>
            </a:xfrm>
            <a:custGeom>
              <a:avLst/>
              <a:gdLst>
                <a:gd name="T0" fmla="*/ 659 w 678"/>
                <a:gd name="T1" fmla="*/ 780 h 780"/>
                <a:gd name="T2" fmla="*/ 656 w 678"/>
                <a:gd name="T3" fmla="*/ 777 h 780"/>
                <a:gd name="T4" fmla="*/ 664 w 678"/>
                <a:gd name="T5" fmla="*/ 770 h 780"/>
                <a:gd name="T6" fmla="*/ 664 w 678"/>
                <a:gd name="T7" fmla="*/ 716 h 780"/>
                <a:gd name="T8" fmla="*/ 664 w 678"/>
                <a:gd name="T9" fmla="*/ 714 h 780"/>
                <a:gd name="T10" fmla="*/ 674 w 678"/>
                <a:gd name="T11" fmla="*/ 704 h 780"/>
                <a:gd name="T12" fmla="*/ 674 w 678"/>
                <a:gd name="T13" fmla="*/ 687 h 780"/>
                <a:gd name="T14" fmla="*/ 265 w 678"/>
                <a:gd name="T15" fmla="*/ 277 h 780"/>
                <a:gd name="T16" fmla="*/ 264 w 678"/>
                <a:gd name="T17" fmla="*/ 276 h 780"/>
                <a:gd name="T18" fmla="*/ 264 w 678"/>
                <a:gd name="T19" fmla="*/ 267 h 780"/>
                <a:gd name="T20" fmla="*/ 0 w 678"/>
                <a:gd name="T21" fmla="*/ 2 h 780"/>
                <a:gd name="T22" fmla="*/ 2 w 678"/>
                <a:gd name="T23" fmla="*/ 0 h 780"/>
                <a:gd name="T24" fmla="*/ 267 w 678"/>
                <a:gd name="T25" fmla="*/ 265 h 780"/>
                <a:gd name="T26" fmla="*/ 268 w 678"/>
                <a:gd name="T27" fmla="*/ 266 h 780"/>
                <a:gd name="T28" fmla="*/ 268 w 678"/>
                <a:gd name="T29" fmla="*/ 275 h 780"/>
                <a:gd name="T30" fmla="*/ 677 w 678"/>
                <a:gd name="T31" fmla="*/ 685 h 780"/>
                <a:gd name="T32" fmla="*/ 678 w 678"/>
                <a:gd name="T33" fmla="*/ 686 h 780"/>
                <a:gd name="T34" fmla="*/ 678 w 678"/>
                <a:gd name="T35" fmla="*/ 705 h 780"/>
                <a:gd name="T36" fmla="*/ 677 w 678"/>
                <a:gd name="T37" fmla="*/ 706 h 780"/>
                <a:gd name="T38" fmla="*/ 667 w 678"/>
                <a:gd name="T39" fmla="*/ 716 h 780"/>
                <a:gd name="T40" fmla="*/ 667 w 678"/>
                <a:gd name="T41" fmla="*/ 771 h 780"/>
                <a:gd name="T42" fmla="*/ 667 w 678"/>
                <a:gd name="T43" fmla="*/ 772 h 780"/>
                <a:gd name="T44" fmla="*/ 659 w 678"/>
                <a:gd name="T45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8" h="780">
                  <a:moveTo>
                    <a:pt x="659" y="780"/>
                  </a:moveTo>
                  <a:cubicBezTo>
                    <a:pt x="656" y="777"/>
                    <a:pt x="656" y="777"/>
                    <a:pt x="656" y="777"/>
                  </a:cubicBezTo>
                  <a:cubicBezTo>
                    <a:pt x="664" y="770"/>
                    <a:pt x="664" y="770"/>
                    <a:pt x="664" y="770"/>
                  </a:cubicBezTo>
                  <a:cubicBezTo>
                    <a:pt x="664" y="716"/>
                    <a:pt x="664" y="716"/>
                    <a:pt x="664" y="716"/>
                  </a:cubicBezTo>
                  <a:cubicBezTo>
                    <a:pt x="664" y="715"/>
                    <a:pt x="664" y="715"/>
                    <a:pt x="664" y="714"/>
                  </a:cubicBezTo>
                  <a:cubicBezTo>
                    <a:pt x="674" y="704"/>
                    <a:pt x="674" y="704"/>
                    <a:pt x="674" y="704"/>
                  </a:cubicBezTo>
                  <a:cubicBezTo>
                    <a:pt x="674" y="687"/>
                    <a:pt x="674" y="687"/>
                    <a:pt x="674" y="687"/>
                  </a:cubicBezTo>
                  <a:cubicBezTo>
                    <a:pt x="265" y="277"/>
                    <a:pt x="265" y="277"/>
                    <a:pt x="265" y="277"/>
                  </a:cubicBezTo>
                  <a:cubicBezTo>
                    <a:pt x="264" y="277"/>
                    <a:pt x="264" y="276"/>
                    <a:pt x="264" y="276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67" y="265"/>
                    <a:pt x="267" y="265"/>
                    <a:pt x="267" y="265"/>
                  </a:cubicBezTo>
                  <a:cubicBezTo>
                    <a:pt x="267" y="265"/>
                    <a:pt x="268" y="266"/>
                    <a:pt x="268" y="266"/>
                  </a:cubicBezTo>
                  <a:cubicBezTo>
                    <a:pt x="268" y="275"/>
                    <a:pt x="268" y="275"/>
                    <a:pt x="268" y="275"/>
                  </a:cubicBezTo>
                  <a:cubicBezTo>
                    <a:pt x="677" y="685"/>
                    <a:pt x="677" y="685"/>
                    <a:pt x="677" y="685"/>
                  </a:cubicBezTo>
                  <a:cubicBezTo>
                    <a:pt x="678" y="685"/>
                    <a:pt x="678" y="686"/>
                    <a:pt x="678" y="686"/>
                  </a:cubicBezTo>
                  <a:cubicBezTo>
                    <a:pt x="678" y="705"/>
                    <a:pt x="678" y="705"/>
                    <a:pt x="678" y="705"/>
                  </a:cubicBezTo>
                  <a:cubicBezTo>
                    <a:pt x="678" y="705"/>
                    <a:pt x="678" y="706"/>
                    <a:pt x="677" y="706"/>
                  </a:cubicBezTo>
                  <a:cubicBezTo>
                    <a:pt x="667" y="716"/>
                    <a:pt x="667" y="716"/>
                    <a:pt x="667" y="716"/>
                  </a:cubicBezTo>
                  <a:cubicBezTo>
                    <a:pt x="667" y="771"/>
                    <a:pt x="667" y="771"/>
                    <a:pt x="667" y="771"/>
                  </a:cubicBezTo>
                  <a:cubicBezTo>
                    <a:pt x="667" y="771"/>
                    <a:pt x="667" y="771"/>
                    <a:pt x="667" y="772"/>
                  </a:cubicBezTo>
                  <a:lnTo>
                    <a:pt x="659" y="78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5" name="Freeform 540"/>
            <p:cNvSpPr>
              <a:spLocks/>
            </p:cNvSpPr>
            <p:nvPr/>
          </p:nvSpPr>
          <p:spPr bwMode="auto">
            <a:xfrm flipV="1">
              <a:off x="1173164" y="5711824"/>
              <a:ext cx="2551112" cy="2803525"/>
            </a:xfrm>
            <a:custGeom>
              <a:avLst/>
              <a:gdLst>
                <a:gd name="T0" fmla="*/ 680 w 680"/>
                <a:gd name="T1" fmla="*/ 747 h 747"/>
                <a:gd name="T2" fmla="*/ 676 w 680"/>
                <a:gd name="T3" fmla="*/ 747 h 747"/>
                <a:gd name="T4" fmla="*/ 676 w 680"/>
                <a:gd name="T5" fmla="*/ 705 h 747"/>
                <a:gd name="T6" fmla="*/ 275 w 680"/>
                <a:gd name="T7" fmla="*/ 304 h 747"/>
                <a:gd name="T8" fmla="*/ 275 w 680"/>
                <a:gd name="T9" fmla="*/ 303 h 747"/>
                <a:gd name="T10" fmla="*/ 275 w 680"/>
                <a:gd name="T11" fmla="*/ 277 h 747"/>
                <a:gd name="T12" fmla="*/ 0 w 680"/>
                <a:gd name="T13" fmla="*/ 2 h 747"/>
                <a:gd name="T14" fmla="*/ 2 w 680"/>
                <a:gd name="T15" fmla="*/ 0 h 747"/>
                <a:gd name="T16" fmla="*/ 278 w 680"/>
                <a:gd name="T17" fmla="*/ 275 h 747"/>
                <a:gd name="T18" fmla="*/ 278 w 680"/>
                <a:gd name="T19" fmla="*/ 276 h 747"/>
                <a:gd name="T20" fmla="*/ 278 w 680"/>
                <a:gd name="T21" fmla="*/ 302 h 747"/>
                <a:gd name="T22" fmla="*/ 679 w 680"/>
                <a:gd name="T23" fmla="*/ 703 h 747"/>
                <a:gd name="T24" fmla="*/ 680 w 680"/>
                <a:gd name="T25" fmla="*/ 704 h 747"/>
                <a:gd name="T26" fmla="*/ 680 w 680"/>
                <a:gd name="T27" fmla="*/ 74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0" h="747">
                  <a:moveTo>
                    <a:pt x="680" y="747"/>
                  </a:moveTo>
                  <a:cubicBezTo>
                    <a:pt x="676" y="747"/>
                    <a:pt x="676" y="747"/>
                    <a:pt x="676" y="747"/>
                  </a:cubicBezTo>
                  <a:cubicBezTo>
                    <a:pt x="676" y="705"/>
                    <a:pt x="676" y="705"/>
                    <a:pt x="676" y="705"/>
                  </a:cubicBezTo>
                  <a:cubicBezTo>
                    <a:pt x="275" y="304"/>
                    <a:pt x="275" y="304"/>
                    <a:pt x="275" y="304"/>
                  </a:cubicBezTo>
                  <a:cubicBezTo>
                    <a:pt x="275" y="304"/>
                    <a:pt x="275" y="303"/>
                    <a:pt x="275" y="303"/>
                  </a:cubicBezTo>
                  <a:cubicBezTo>
                    <a:pt x="275" y="277"/>
                    <a:pt x="275" y="277"/>
                    <a:pt x="275" y="27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78" y="275"/>
                    <a:pt x="278" y="275"/>
                    <a:pt x="278" y="275"/>
                  </a:cubicBezTo>
                  <a:cubicBezTo>
                    <a:pt x="278" y="275"/>
                    <a:pt x="278" y="276"/>
                    <a:pt x="278" y="276"/>
                  </a:cubicBezTo>
                  <a:cubicBezTo>
                    <a:pt x="278" y="302"/>
                    <a:pt x="278" y="302"/>
                    <a:pt x="278" y="302"/>
                  </a:cubicBezTo>
                  <a:cubicBezTo>
                    <a:pt x="679" y="703"/>
                    <a:pt x="679" y="703"/>
                    <a:pt x="679" y="703"/>
                  </a:cubicBezTo>
                  <a:cubicBezTo>
                    <a:pt x="680" y="703"/>
                    <a:pt x="680" y="704"/>
                    <a:pt x="680" y="704"/>
                  </a:cubicBezTo>
                  <a:lnTo>
                    <a:pt x="680" y="7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6" name="Freeform 541"/>
            <p:cNvSpPr>
              <a:spLocks/>
            </p:cNvSpPr>
            <p:nvPr/>
          </p:nvSpPr>
          <p:spPr bwMode="auto">
            <a:xfrm flipV="1">
              <a:off x="1250952" y="5876923"/>
              <a:ext cx="2616200" cy="2728913"/>
            </a:xfrm>
            <a:custGeom>
              <a:avLst/>
              <a:gdLst>
                <a:gd name="T0" fmla="*/ 693 w 697"/>
                <a:gd name="T1" fmla="*/ 727 h 727"/>
                <a:gd name="T2" fmla="*/ 675 w 697"/>
                <a:gd name="T3" fmla="*/ 710 h 727"/>
                <a:gd name="T4" fmla="*/ 657 w 697"/>
                <a:gd name="T5" fmla="*/ 710 h 727"/>
                <a:gd name="T6" fmla="*/ 654 w 697"/>
                <a:gd name="T7" fmla="*/ 709 h 727"/>
                <a:gd name="T8" fmla="*/ 300 w 697"/>
                <a:gd name="T9" fmla="*/ 355 h 727"/>
                <a:gd name="T10" fmla="*/ 299 w 697"/>
                <a:gd name="T11" fmla="*/ 353 h 727"/>
                <a:gd name="T12" fmla="*/ 299 w 697"/>
                <a:gd name="T13" fmla="*/ 304 h 727"/>
                <a:gd name="T14" fmla="*/ 0 w 697"/>
                <a:gd name="T15" fmla="*/ 5 h 727"/>
                <a:gd name="T16" fmla="*/ 5 w 697"/>
                <a:gd name="T17" fmla="*/ 0 h 727"/>
                <a:gd name="T18" fmla="*/ 305 w 697"/>
                <a:gd name="T19" fmla="*/ 300 h 727"/>
                <a:gd name="T20" fmla="*/ 306 w 697"/>
                <a:gd name="T21" fmla="*/ 303 h 727"/>
                <a:gd name="T22" fmla="*/ 306 w 697"/>
                <a:gd name="T23" fmla="*/ 351 h 727"/>
                <a:gd name="T24" fmla="*/ 658 w 697"/>
                <a:gd name="T25" fmla="*/ 703 h 727"/>
                <a:gd name="T26" fmla="*/ 677 w 697"/>
                <a:gd name="T27" fmla="*/ 703 h 727"/>
                <a:gd name="T28" fmla="*/ 679 w 697"/>
                <a:gd name="T29" fmla="*/ 704 h 727"/>
                <a:gd name="T30" fmla="*/ 697 w 697"/>
                <a:gd name="T31" fmla="*/ 722 h 727"/>
                <a:gd name="T32" fmla="*/ 693 w 697"/>
                <a:gd name="T33" fmla="*/ 727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7" h="727">
                  <a:moveTo>
                    <a:pt x="693" y="727"/>
                  </a:moveTo>
                  <a:cubicBezTo>
                    <a:pt x="675" y="710"/>
                    <a:pt x="675" y="710"/>
                    <a:pt x="675" y="710"/>
                  </a:cubicBezTo>
                  <a:cubicBezTo>
                    <a:pt x="657" y="710"/>
                    <a:pt x="657" y="710"/>
                    <a:pt x="657" y="710"/>
                  </a:cubicBezTo>
                  <a:cubicBezTo>
                    <a:pt x="656" y="710"/>
                    <a:pt x="655" y="710"/>
                    <a:pt x="654" y="709"/>
                  </a:cubicBezTo>
                  <a:cubicBezTo>
                    <a:pt x="300" y="355"/>
                    <a:pt x="300" y="355"/>
                    <a:pt x="300" y="355"/>
                  </a:cubicBezTo>
                  <a:cubicBezTo>
                    <a:pt x="300" y="354"/>
                    <a:pt x="299" y="354"/>
                    <a:pt x="299" y="353"/>
                  </a:cubicBezTo>
                  <a:cubicBezTo>
                    <a:pt x="299" y="304"/>
                    <a:pt x="299" y="304"/>
                    <a:pt x="299" y="30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306" y="301"/>
                    <a:pt x="306" y="302"/>
                    <a:pt x="306" y="303"/>
                  </a:cubicBezTo>
                  <a:cubicBezTo>
                    <a:pt x="306" y="351"/>
                    <a:pt x="306" y="351"/>
                    <a:pt x="306" y="351"/>
                  </a:cubicBezTo>
                  <a:cubicBezTo>
                    <a:pt x="658" y="703"/>
                    <a:pt x="658" y="703"/>
                    <a:pt x="658" y="703"/>
                  </a:cubicBezTo>
                  <a:cubicBezTo>
                    <a:pt x="677" y="703"/>
                    <a:pt x="677" y="703"/>
                    <a:pt x="677" y="703"/>
                  </a:cubicBezTo>
                  <a:cubicBezTo>
                    <a:pt x="678" y="703"/>
                    <a:pt x="679" y="704"/>
                    <a:pt x="679" y="704"/>
                  </a:cubicBezTo>
                  <a:cubicBezTo>
                    <a:pt x="697" y="722"/>
                    <a:pt x="697" y="722"/>
                    <a:pt x="697" y="722"/>
                  </a:cubicBezTo>
                  <a:lnTo>
                    <a:pt x="693" y="72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7" name="Freeform 542"/>
            <p:cNvSpPr>
              <a:spLocks/>
            </p:cNvSpPr>
            <p:nvPr/>
          </p:nvSpPr>
          <p:spPr bwMode="auto">
            <a:xfrm flipV="1">
              <a:off x="1333502" y="6053136"/>
              <a:ext cx="2717800" cy="2627313"/>
            </a:xfrm>
            <a:custGeom>
              <a:avLst/>
              <a:gdLst>
                <a:gd name="T0" fmla="*/ 720 w 724"/>
                <a:gd name="T1" fmla="*/ 700 h 700"/>
                <a:gd name="T2" fmla="*/ 712 w 724"/>
                <a:gd name="T3" fmla="*/ 692 h 700"/>
                <a:gd name="T4" fmla="*/ 629 w 724"/>
                <a:gd name="T5" fmla="*/ 692 h 700"/>
                <a:gd name="T6" fmla="*/ 628 w 724"/>
                <a:gd name="T7" fmla="*/ 691 h 700"/>
                <a:gd name="T8" fmla="*/ 319 w 724"/>
                <a:gd name="T9" fmla="*/ 382 h 700"/>
                <a:gd name="T10" fmla="*/ 318 w 724"/>
                <a:gd name="T11" fmla="*/ 380 h 700"/>
                <a:gd name="T12" fmla="*/ 318 w 724"/>
                <a:gd name="T13" fmla="*/ 322 h 700"/>
                <a:gd name="T14" fmla="*/ 0 w 724"/>
                <a:gd name="T15" fmla="*/ 3 h 700"/>
                <a:gd name="T16" fmla="*/ 3 w 724"/>
                <a:gd name="T17" fmla="*/ 0 h 700"/>
                <a:gd name="T18" fmla="*/ 323 w 724"/>
                <a:gd name="T19" fmla="*/ 319 h 700"/>
                <a:gd name="T20" fmla="*/ 323 w 724"/>
                <a:gd name="T21" fmla="*/ 321 h 700"/>
                <a:gd name="T22" fmla="*/ 323 w 724"/>
                <a:gd name="T23" fmla="*/ 379 h 700"/>
                <a:gd name="T24" fmla="*/ 630 w 724"/>
                <a:gd name="T25" fmla="*/ 687 h 700"/>
                <a:gd name="T26" fmla="*/ 713 w 724"/>
                <a:gd name="T27" fmla="*/ 687 h 700"/>
                <a:gd name="T28" fmla="*/ 715 w 724"/>
                <a:gd name="T29" fmla="*/ 687 h 700"/>
                <a:gd name="T30" fmla="*/ 724 w 724"/>
                <a:gd name="T31" fmla="*/ 696 h 700"/>
                <a:gd name="T32" fmla="*/ 720 w 724"/>
                <a:gd name="T33" fmla="*/ 70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4" h="700">
                  <a:moveTo>
                    <a:pt x="720" y="700"/>
                  </a:moveTo>
                  <a:cubicBezTo>
                    <a:pt x="712" y="692"/>
                    <a:pt x="712" y="692"/>
                    <a:pt x="712" y="692"/>
                  </a:cubicBezTo>
                  <a:cubicBezTo>
                    <a:pt x="629" y="692"/>
                    <a:pt x="629" y="692"/>
                    <a:pt x="629" y="692"/>
                  </a:cubicBezTo>
                  <a:cubicBezTo>
                    <a:pt x="629" y="692"/>
                    <a:pt x="628" y="691"/>
                    <a:pt x="628" y="691"/>
                  </a:cubicBezTo>
                  <a:cubicBezTo>
                    <a:pt x="319" y="382"/>
                    <a:pt x="319" y="382"/>
                    <a:pt x="319" y="382"/>
                  </a:cubicBezTo>
                  <a:cubicBezTo>
                    <a:pt x="318" y="382"/>
                    <a:pt x="318" y="381"/>
                    <a:pt x="318" y="380"/>
                  </a:cubicBezTo>
                  <a:cubicBezTo>
                    <a:pt x="318" y="322"/>
                    <a:pt x="318" y="322"/>
                    <a:pt x="318" y="3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23" y="319"/>
                    <a:pt x="323" y="319"/>
                    <a:pt x="323" y="319"/>
                  </a:cubicBezTo>
                  <a:cubicBezTo>
                    <a:pt x="323" y="319"/>
                    <a:pt x="323" y="320"/>
                    <a:pt x="323" y="321"/>
                  </a:cubicBezTo>
                  <a:cubicBezTo>
                    <a:pt x="323" y="379"/>
                    <a:pt x="323" y="379"/>
                    <a:pt x="323" y="379"/>
                  </a:cubicBezTo>
                  <a:cubicBezTo>
                    <a:pt x="630" y="687"/>
                    <a:pt x="630" y="687"/>
                    <a:pt x="630" y="687"/>
                  </a:cubicBezTo>
                  <a:cubicBezTo>
                    <a:pt x="713" y="687"/>
                    <a:pt x="713" y="687"/>
                    <a:pt x="713" y="687"/>
                  </a:cubicBezTo>
                  <a:cubicBezTo>
                    <a:pt x="714" y="687"/>
                    <a:pt x="714" y="687"/>
                    <a:pt x="715" y="687"/>
                  </a:cubicBezTo>
                  <a:cubicBezTo>
                    <a:pt x="724" y="696"/>
                    <a:pt x="724" y="696"/>
                    <a:pt x="724" y="696"/>
                  </a:cubicBezTo>
                  <a:lnTo>
                    <a:pt x="720" y="7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8" name="Freeform 543"/>
            <p:cNvSpPr>
              <a:spLocks/>
            </p:cNvSpPr>
            <p:nvPr/>
          </p:nvSpPr>
          <p:spPr bwMode="auto">
            <a:xfrm flipV="1">
              <a:off x="1487489" y="6451598"/>
              <a:ext cx="2263775" cy="2379663"/>
            </a:xfrm>
            <a:custGeom>
              <a:avLst/>
              <a:gdLst>
                <a:gd name="T0" fmla="*/ 603 w 603"/>
                <a:gd name="T1" fmla="*/ 634 h 634"/>
                <a:gd name="T2" fmla="*/ 599 w 603"/>
                <a:gd name="T3" fmla="*/ 634 h 634"/>
                <a:gd name="T4" fmla="*/ 599 w 603"/>
                <a:gd name="T5" fmla="*/ 602 h 634"/>
                <a:gd name="T6" fmla="*/ 0 w 603"/>
                <a:gd name="T7" fmla="*/ 2 h 634"/>
                <a:gd name="T8" fmla="*/ 2 w 603"/>
                <a:gd name="T9" fmla="*/ 0 h 634"/>
                <a:gd name="T10" fmla="*/ 602 w 603"/>
                <a:gd name="T11" fmla="*/ 600 h 634"/>
                <a:gd name="T12" fmla="*/ 603 w 603"/>
                <a:gd name="T13" fmla="*/ 601 h 634"/>
                <a:gd name="T14" fmla="*/ 603 w 603"/>
                <a:gd name="T15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634">
                  <a:moveTo>
                    <a:pt x="603" y="634"/>
                  </a:moveTo>
                  <a:cubicBezTo>
                    <a:pt x="599" y="634"/>
                    <a:pt x="599" y="634"/>
                    <a:pt x="599" y="634"/>
                  </a:cubicBezTo>
                  <a:cubicBezTo>
                    <a:pt x="599" y="602"/>
                    <a:pt x="599" y="602"/>
                    <a:pt x="599" y="60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2" y="600"/>
                    <a:pt x="602" y="600"/>
                    <a:pt x="602" y="600"/>
                  </a:cubicBezTo>
                  <a:cubicBezTo>
                    <a:pt x="603" y="600"/>
                    <a:pt x="603" y="601"/>
                    <a:pt x="603" y="601"/>
                  </a:cubicBezTo>
                  <a:lnTo>
                    <a:pt x="603" y="6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9" name="Freeform 544"/>
            <p:cNvSpPr>
              <a:spLocks/>
            </p:cNvSpPr>
            <p:nvPr/>
          </p:nvSpPr>
          <p:spPr bwMode="auto">
            <a:xfrm flipV="1">
              <a:off x="2095502" y="6819898"/>
              <a:ext cx="1658937" cy="1808163"/>
            </a:xfrm>
            <a:custGeom>
              <a:avLst/>
              <a:gdLst>
                <a:gd name="T0" fmla="*/ 439 w 442"/>
                <a:gd name="T1" fmla="*/ 482 h 482"/>
                <a:gd name="T2" fmla="*/ 314 w 442"/>
                <a:gd name="T3" fmla="*/ 356 h 482"/>
                <a:gd name="T4" fmla="*/ 313 w 442"/>
                <a:gd name="T5" fmla="*/ 355 h 482"/>
                <a:gd name="T6" fmla="*/ 313 w 442"/>
                <a:gd name="T7" fmla="*/ 274 h 482"/>
                <a:gd name="T8" fmla="*/ 42 w 442"/>
                <a:gd name="T9" fmla="*/ 3 h 482"/>
                <a:gd name="T10" fmla="*/ 17 w 442"/>
                <a:gd name="T11" fmla="*/ 3 h 482"/>
                <a:gd name="T12" fmla="*/ 4 w 442"/>
                <a:gd name="T13" fmla="*/ 16 h 482"/>
                <a:gd name="T14" fmla="*/ 4 w 442"/>
                <a:gd name="T15" fmla="*/ 46 h 482"/>
                <a:gd name="T16" fmla="*/ 231 w 442"/>
                <a:gd name="T17" fmla="*/ 273 h 482"/>
                <a:gd name="T18" fmla="*/ 228 w 442"/>
                <a:gd name="T19" fmla="*/ 276 h 482"/>
                <a:gd name="T20" fmla="*/ 1 w 442"/>
                <a:gd name="T21" fmla="*/ 48 h 482"/>
                <a:gd name="T22" fmla="*/ 0 w 442"/>
                <a:gd name="T23" fmla="*/ 47 h 482"/>
                <a:gd name="T24" fmla="*/ 0 w 442"/>
                <a:gd name="T25" fmla="*/ 16 h 482"/>
                <a:gd name="T26" fmla="*/ 1 w 442"/>
                <a:gd name="T27" fmla="*/ 15 h 482"/>
                <a:gd name="T28" fmla="*/ 15 w 442"/>
                <a:gd name="T29" fmla="*/ 0 h 482"/>
                <a:gd name="T30" fmla="*/ 16 w 442"/>
                <a:gd name="T31" fmla="*/ 0 h 482"/>
                <a:gd name="T32" fmla="*/ 43 w 442"/>
                <a:gd name="T33" fmla="*/ 0 h 482"/>
                <a:gd name="T34" fmla="*/ 44 w 442"/>
                <a:gd name="T35" fmla="*/ 0 h 482"/>
                <a:gd name="T36" fmla="*/ 316 w 442"/>
                <a:gd name="T37" fmla="*/ 272 h 482"/>
                <a:gd name="T38" fmla="*/ 317 w 442"/>
                <a:gd name="T39" fmla="*/ 274 h 482"/>
                <a:gd name="T40" fmla="*/ 317 w 442"/>
                <a:gd name="T41" fmla="*/ 354 h 482"/>
                <a:gd name="T42" fmla="*/ 442 w 442"/>
                <a:gd name="T43" fmla="*/ 479 h 482"/>
                <a:gd name="T44" fmla="*/ 439 w 442"/>
                <a:gd name="T45" fmla="*/ 48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2" h="482">
                  <a:moveTo>
                    <a:pt x="439" y="482"/>
                  </a:moveTo>
                  <a:cubicBezTo>
                    <a:pt x="314" y="356"/>
                    <a:pt x="314" y="356"/>
                    <a:pt x="314" y="356"/>
                  </a:cubicBezTo>
                  <a:cubicBezTo>
                    <a:pt x="313" y="356"/>
                    <a:pt x="313" y="355"/>
                    <a:pt x="313" y="355"/>
                  </a:cubicBezTo>
                  <a:cubicBezTo>
                    <a:pt x="313" y="274"/>
                    <a:pt x="313" y="274"/>
                    <a:pt x="313" y="27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31" y="273"/>
                    <a:pt x="231" y="273"/>
                    <a:pt x="231" y="273"/>
                  </a:cubicBezTo>
                  <a:cubicBezTo>
                    <a:pt x="228" y="276"/>
                    <a:pt x="228" y="276"/>
                    <a:pt x="228" y="276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7"/>
                    <a:pt x="0" y="4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0"/>
                    <a:pt x="44" y="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3"/>
                    <a:pt x="317" y="273"/>
                    <a:pt x="317" y="274"/>
                  </a:cubicBezTo>
                  <a:cubicBezTo>
                    <a:pt x="317" y="354"/>
                    <a:pt x="317" y="354"/>
                    <a:pt x="317" y="354"/>
                  </a:cubicBezTo>
                  <a:cubicBezTo>
                    <a:pt x="442" y="479"/>
                    <a:pt x="442" y="479"/>
                    <a:pt x="442" y="479"/>
                  </a:cubicBezTo>
                  <a:lnTo>
                    <a:pt x="439" y="4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0" name="Freeform 545"/>
            <p:cNvSpPr>
              <a:spLocks/>
            </p:cNvSpPr>
            <p:nvPr/>
          </p:nvSpPr>
          <p:spPr bwMode="auto">
            <a:xfrm flipV="1">
              <a:off x="2009777" y="6635749"/>
              <a:ext cx="1914525" cy="2079625"/>
            </a:xfrm>
            <a:custGeom>
              <a:avLst/>
              <a:gdLst>
                <a:gd name="T0" fmla="*/ 508 w 510"/>
                <a:gd name="T1" fmla="*/ 554 h 554"/>
                <a:gd name="T2" fmla="*/ 499 w 510"/>
                <a:gd name="T3" fmla="*/ 546 h 554"/>
                <a:gd name="T4" fmla="*/ 499 w 510"/>
                <a:gd name="T5" fmla="*/ 545 h 554"/>
                <a:gd name="T6" fmla="*/ 499 w 510"/>
                <a:gd name="T7" fmla="*/ 500 h 554"/>
                <a:gd name="T8" fmla="*/ 364 w 510"/>
                <a:gd name="T9" fmla="*/ 365 h 554"/>
                <a:gd name="T10" fmla="*/ 364 w 510"/>
                <a:gd name="T11" fmla="*/ 364 h 554"/>
                <a:gd name="T12" fmla="*/ 364 w 510"/>
                <a:gd name="T13" fmla="*/ 299 h 554"/>
                <a:gd name="T14" fmla="*/ 68 w 510"/>
                <a:gd name="T15" fmla="*/ 3 h 554"/>
                <a:gd name="T16" fmla="*/ 34 w 510"/>
                <a:gd name="T17" fmla="*/ 3 h 554"/>
                <a:gd name="T18" fmla="*/ 4 w 510"/>
                <a:gd name="T19" fmla="*/ 34 h 554"/>
                <a:gd name="T20" fmla="*/ 4 w 510"/>
                <a:gd name="T21" fmla="*/ 73 h 554"/>
                <a:gd name="T22" fmla="*/ 210 w 510"/>
                <a:gd name="T23" fmla="*/ 279 h 554"/>
                <a:gd name="T24" fmla="*/ 207 w 510"/>
                <a:gd name="T25" fmla="*/ 282 h 554"/>
                <a:gd name="T26" fmla="*/ 1 w 510"/>
                <a:gd name="T27" fmla="*/ 75 h 554"/>
                <a:gd name="T28" fmla="*/ 0 w 510"/>
                <a:gd name="T29" fmla="*/ 74 h 554"/>
                <a:gd name="T30" fmla="*/ 0 w 510"/>
                <a:gd name="T31" fmla="*/ 33 h 554"/>
                <a:gd name="T32" fmla="*/ 1 w 510"/>
                <a:gd name="T33" fmla="*/ 32 h 554"/>
                <a:gd name="T34" fmla="*/ 32 w 510"/>
                <a:gd name="T35" fmla="*/ 0 h 554"/>
                <a:gd name="T36" fmla="*/ 34 w 510"/>
                <a:gd name="T37" fmla="*/ 0 h 554"/>
                <a:gd name="T38" fmla="*/ 34 w 510"/>
                <a:gd name="T39" fmla="*/ 0 h 554"/>
                <a:gd name="T40" fmla="*/ 68 w 510"/>
                <a:gd name="T41" fmla="*/ 0 h 554"/>
                <a:gd name="T42" fmla="*/ 70 w 510"/>
                <a:gd name="T43" fmla="*/ 0 h 554"/>
                <a:gd name="T44" fmla="*/ 366 w 510"/>
                <a:gd name="T45" fmla="*/ 297 h 554"/>
                <a:gd name="T46" fmla="*/ 367 w 510"/>
                <a:gd name="T47" fmla="*/ 298 h 554"/>
                <a:gd name="T48" fmla="*/ 367 w 510"/>
                <a:gd name="T49" fmla="*/ 363 h 554"/>
                <a:gd name="T50" fmla="*/ 502 w 510"/>
                <a:gd name="T51" fmla="*/ 498 h 554"/>
                <a:gd name="T52" fmla="*/ 502 w 510"/>
                <a:gd name="T53" fmla="*/ 499 h 554"/>
                <a:gd name="T54" fmla="*/ 502 w 510"/>
                <a:gd name="T55" fmla="*/ 544 h 554"/>
                <a:gd name="T56" fmla="*/ 510 w 510"/>
                <a:gd name="T57" fmla="*/ 552 h 554"/>
                <a:gd name="T58" fmla="*/ 508 w 510"/>
                <a:gd name="T59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0" h="554">
                  <a:moveTo>
                    <a:pt x="508" y="554"/>
                  </a:moveTo>
                  <a:cubicBezTo>
                    <a:pt x="499" y="546"/>
                    <a:pt x="499" y="546"/>
                    <a:pt x="499" y="546"/>
                  </a:cubicBezTo>
                  <a:cubicBezTo>
                    <a:pt x="499" y="546"/>
                    <a:pt x="499" y="545"/>
                    <a:pt x="499" y="545"/>
                  </a:cubicBezTo>
                  <a:cubicBezTo>
                    <a:pt x="499" y="500"/>
                    <a:pt x="499" y="500"/>
                    <a:pt x="499" y="500"/>
                  </a:cubicBezTo>
                  <a:cubicBezTo>
                    <a:pt x="364" y="365"/>
                    <a:pt x="364" y="365"/>
                    <a:pt x="364" y="365"/>
                  </a:cubicBezTo>
                  <a:cubicBezTo>
                    <a:pt x="364" y="365"/>
                    <a:pt x="364" y="364"/>
                    <a:pt x="364" y="364"/>
                  </a:cubicBezTo>
                  <a:cubicBezTo>
                    <a:pt x="364" y="299"/>
                    <a:pt x="364" y="299"/>
                    <a:pt x="364" y="299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210" y="279"/>
                    <a:pt x="210" y="279"/>
                    <a:pt x="210" y="27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0" y="75"/>
                    <a:pt x="0" y="7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2"/>
                    <a:pt x="1" y="32"/>
                    <a:pt x="1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366" y="297"/>
                    <a:pt x="366" y="297"/>
                    <a:pt x="366" y="297"/>
                  </a:cubicBezTo>
                  <a:cubicBezTo>
                    <a:pt x="367" y="297"/>
                    <a:pt x="367" y="298"/>
                    <a:pt x="367" y="298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502" y="498"/>
                    <a:pt x="502" y="498"/>
                    <a:pt x="502" y="498"/>
                  </a:cubicBezTo>
                  <a:cubicBezTo>
                    <a:pt x="502" y="498"/>
                    <a:pt x="502" y="499"/>
                    <a:pt x="502" y="499"/>
                  </a:cubicBezTo>
                  <a:cubicBezTo>
                    <a:pt x="502" y="544"/>
                    <a:pt x="502" y="544"/>
                    <a:pt x="502" y="544"/>
                  </a:cubicBezTo>
                  <a:cubicBezTo>
                    <a:pt x="510" y="552"/>
                    <a:pt x="510" y="552"/>
                    <a:pt x="510" y="552"/>
                  </a:cubicBezTo>
                  <a:lnTo>
                    <a:pt x="508" y="5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1" name="Freeform 546"/>
            <p:cNvSpPr>
              <a:spLocks/>
            </p:cNvSpPr>
            <p:nvPr/>
          </p:nvSpPr>
          <p:spPr bwMode="auto">
            <a:xfrm flipV="1">
              <a:off x="2171702" y="6492874"/>
              <a:ext cx="2044700" cy="2060575"/>
            </a:xfrm>
            <a:custGeom>
              <a:avLst/>
              <a:gdLst>
                <a:gd name="T0" fmla="*/ 480 w 545"/>
                <a:gd name="T1" fmla="*/ 549 h 549"/>
                <a:gd name="T2" fmla="*/ 453 w 545"/>
                <a:gd name="T3" fmla="*/ 549 h 549"/>
                <a:gd name="T4" fmla="*/ 451 w 545"/>
                <a:gd name="T5" fmla="*/ 548 h 549"/>
                <a:gd name="T6" fmla="*/ 438 w 545"/>
                <a:gd name="T7" fmla="*/ 535 h 549"/>
                <a:gd name="T8" fmla="*/ 437 w 545"/>
                <a:gd name="T9" fmla="*/ 534 h 549"/>
                <a:gd name="T10" fmla="*/ 437 w 545"/>
                <a:gd name="T11" fmla="*/ 520 h 549"/>
                <a:gd name="T12" fmla="*/ 275 w 545"/>
                <a:gd name="T13" fmla="*/ 357 h 549"/>
                <a:gd name="T14" fmla="*/ 274 w 545"/>
                <a:gd name="T15" fmla="*/ 356 h 549"/>
                <a:gd name="T16" fmla="*/ 274 w 545"/>
                <a:gd name="T17" fmla="*/ 256 h 549"/>
                <a:gd name="T18" fmla="*/ 22 w 545"/>
                <a:gd name="T19" fmla="*/ 3 h 549"/>
                <a:gd name="T20" fmla="*/ 9 w 545"/>
                <a:gd name="T21" fmla="*/ 3 h 549"/>
                <a:gd name="T22" fmla="*/ 3 w 545"/>
                <a:gd name="T23" fmla="*/ 9 h 549"/>
                <a:gd name="T24" fmla="*/ 3 w 545"/>
                <a:gd name="T25" fmla="*/ 17 h 549"/>
                <a:gd name="T26" fmla="*/ 194 w 545"/>
                <a:gd name="T27" fmla="*/ 208 h 549"/>
                <a:gd name="T28" fmla="*/ 192 w 545"/>
                <a:gd name="T29" fmla="*/ 211 h 549"/>
                <a:gd name="T30" fmla="*/ 0 w 545"/>
                <a:gd name="T31" fmla="*/ 19 h 549"/>
                <a:gd name="T32" fmla="*/ 0 w 545"/>
                <a:gd name="T33" fmla="*/ 18 h 549"/>
                <a:gd name="T34" fmla="*/ 0 w 545"/>
                <a:gd name="T35" fmla="*/ 8 h 549"/>
                <a:gd name="T36" fmla="*/ 0 w 545"/>
                <a:gd name="T37" fmla="*/ 7 h 549"/>
                <a:gd name="T38" fmla="*/ 7 w 545"/>
                <a:gd name="T39" fmla="*/ 0 h 549"/>
                <a:gd name="T40" fmla="*/ 8 w 545"/>
                <a:gd name="T41" fmla="*/ 0 h 549"/>
                <a:gd name="T42" fmla="*/ 8 w 545"/>
                <a:gd name="T43" fmla="*/ 0 h 549"/>
                <a:gd name="T44" fmla="*/ 22 w 545"/>
                <a:gd name="T45" fmla="*/ 0 h 549"/>
                <a:gd name="T46" fmla="*/ 24 w 545"/>
                <a:gd name="T47" fmla="*/ 0 h 549"/>
                <a:gd name="T48" fmla="*/ 277 w 545"/>
                <a:gd name="T49" fmla="*/ 254 h 549"/>
                <a:gd name="T50" fmla="*/ 278 w 545"/>
                <a:gd name="T51" fmla="*/ 255 h 549"/>
                <a:gd name="T52" fmla="*/ 278 w 545"/>
                <a:gd name="T53" fmla="*/ 355 h 549"/>
                <a:gd name="T54" fmla="*/ 440 w 545"/>
                <a:gd name="T55" fmla="*/ 518 h 549"/>
                <a:gd name="T56" fmla="*/ 441 w 545"/>
                <a:gd name="T57" fmla="*/ 519 h 549"/>
                <a:gd name="T58" fmla="*/ 441 w 545"/>
                <a:gd name="T59" fmla="*/ 533 h 549"/>
                <a:gd name="T60" fmla="*/ 453 w 545"/>
                <a:gd name="T61" fmla="*/ 545 h 549"/>
                <a:gd name="T62" fmla="*/ 480 w 545"/>
                <a:gd name="T63" fmla="*/ 545 h 549"/>
                <a:gd name="T64" fmla="*/ 500 w 545"/>
                <a:gd name="T65" fmla="*/ 525 h 549"/>
                <a:gd name="T66" fmla="*/ 501 w 545"/>
                <a:gd name="T67" fmla="*/ 524 h 549"/>
                <a:gd name="T68" fmla="*/ 545 w 545"/>
                <a:gd name="T69" fmla="*/ 524 h 549"/>
                <a:gd name="T70" fmla="*/ 545 w 545"/>
                <a:gd name="T71" fmla="*/ 528 h 549"/>
                <a:gd name="T72" fmla="*/ 502 w 545"/>
                <a:gd name="T73" fmla="*/ 528 h 549"/>
                <a:gd name="T74" fmla="*/ 481 w 545"/>
                <a:gd name="T75" fmla="*/ 548 h 549"/>
                <a:gd name="T76" fmla="*/ 480 w 545"/>
                <a:gd name="T77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5" h="549">
                  <a:moveTo>
                    <a:pt x="480" y="549"/>
                  </a:moveTo>
                  <a:cubicBezTo>
                    <a:pt x="453" y="549"/>
                    <a:pt x="453" y="549"/>
                    <a:pt x="453" y="549"/>
                  </a:cubicBezTo>
                  <a:cubicBezTo>
                    <a:pt x="452" y="549"/>
                    <a:pt x="452" y="548"/>
                    <a:pt x="451" y="548"/>
                  </a:cubicBezTo>
                  <a:cubicBezTo>
                    <a:pt x="438" y="535"/>
                    <a:pt x="438" y="535"/>
                    <a:pt x="438" y="535"/>
                  </a:cubicBezTo>
                  <a:cubicBezTo>
                    <a:pt x="438" y="534"/>
                    <a:pt x="437" y="534"/>
                    <a:pt x="437" y="534"/>
                  </a:cubicBezTo>
                  <a:cubicBezTo>
                    <a:pt x="437" y="520"/>
                    <a:pt x="437" y="520"/>
                    <a:pt x="437" y="520"/>
                  </a:cubicBezTo>
                  <a:cubicBezTo>
                    <a:pt x="275" y="357"/>
                    <a:pt x="275" y="357"/>
                    <a:pt x="275" y="357"/>
                  </a:cubicBezTo>
                  <a:cubicBezTo>
                    <a:pt x="274" y="357"/>
                    <a:pt x="274" y="356"/>
                    <a:pt x="274" y="356"/>
                  </a:cubicBezTo>
                  <a:cubicBezTo>
                    <a:pt x="274" y="256"/>
                    <a:pt x="274" y="256"/>
                    <a:pt x="274" y="256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94" y="208"/>
                    <a:pt x="194" y="208"/>
                    <a:pt x="194" y="208"/>
                  </a:cubicBezTo>
                  <a:cubicBezTo>
                    <a:pt x="192" y="211"/>
                    <a:pt x="192" y="211"/>
                    <a:pt x="192" y="2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8"/>
                    <a:pt x="0" y="1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77" y="254"/>
                    <a:pt x="277" y="254"/>
                    <a:pt x="277" y="254"/>
                  </a:cubicBezTo>
                  <a:cubicBezTo>
                    <a:pt x="277" y="254"/>
                    <a:pt x="278" y="255"/>
                    <a:pt x="278" y="255"/>
                  </a:cubicBezTo>
                  <a:cubicBezTo>
                    <a:pt x="278" y="355"/>
                    <a:pt x="278" y="355"/>
                    <a:pt x="278" y="355"/>
                  </a:cubicBezTo>
                  <a:cubicBezTo>
                    <a:pt x="440" y="518"/>
                    <a:pt x="440" y="518"/>
                    <a:pt x="440" y="518"/>
                  </a:cubicBezTo>
                  <a:cubicBezTo>
                    <a:pt x="441" y="518"/>
                    <a:pt x="441" y="519"/>
                    <a:pt x="441" y="519"/>
                  </a:cubicBezTo>
                  <a:cubicBezTo>
                    <a:pt x="441" y="533"/>
                    <a:pt x="441" y="533"/>
                    <a:pt x="441" y="533"/>
                  </a:cubicBezTo>
                  <a:cubicBezTo>
                    <a:pt x="453" y="545"/>
                    <a:pt x="453" y="545"/>
                    <a:pt x="453" y="545"/>
                  </a:cubicBezTo>
                  <a:cubicBezTo>
                    <a:pt x="480" y="545"/>
                    <a:pt x="480" y="545"/>
                    <a:pt x="480" y="545"/>
                  </a:cubicBezTo>
                  <a:cubicBezTo>
                    <a:pt x="500" y="525"/>
                    <a:pt x="500" y="525"/>
                    <a:pt x="500" y="525"/>
                  </a:cubicBezTo>
                  <a:cubicBezTo>
                    <a:pt x="500" y="525"/>
                    <a:pt x="501" y="524"/>
                    <a:pt x="501" y="524"/>
                  </a:cubicBezTo>
                  <a:cubicBezTo>
                    <a:pt x="545" y="524"/>
                    <a:pt x="545" y="524"/>
                    <a:pt x="545" y="524"/>
                  </a:cubicBezTo>
                  <a:cubicBezTo>
                    <a:pt x="545" y="528"/>
                    <a:pt x="545" y="528"/>
                    <a:pt x="545" y="528"/>
                  </a:cubicBezTo>
                  <a:cubicBezTo>
                    <a:pt x="502" y="528"/>
                    <a:pt x="502" y="528"/>
                    <a:pt x="502" y="528"/>
                  </a:cubicBezTo>
                  <a:cubicBezTo>
                    <a:pt x="481" y="548"/>
                    <a:pt x="481" y="548"/>
                    <a:pt x="481" y="548"/>
                  </a:cubicBezTo>
                  <a:cubicBezTo>
                    <a:pt x="481" y="548"/>
                    <a:pt x="481" y="549"/>
                    <a:pt x="480" y="5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2" name="Freeform 547"/>
            <p:cNvSpPr>
              <a:spLocks/>
            </p:cNvSpPr>
            <p:nvPr/>
          </p:nvSpPr>
          <p:spPr bwMode="auto">
            <a:xfrm flipV="1">
              <a:off x="1874839" y="6440486"/>
              <a:ext cx="2644775" cy="2781300"/>
            </a:xfrm>
            <a:custGeom>
              <a:avLst/>
              <a:gdLst>
                <a:gd name="T0" fmla="*/ 699 w 705"/>
                <a:gd name="T1" fmla="*/ 741 h 741"/>
                <a:gd name="T2" fmla="*/ 697 w 705"/>
                <a:gd name="T3" fmla="*/ 739 h 741"/>
                <a:gd name="T4" fmla="*/ 701 w 705"/>
                <a:gd name="T5" fmla="*/ 734 h 741"/>
                <a:gd name="T6" fmla="*/ 701 w 705"/>
                <a:gd name="T7" fmla="*/ 703 h 741"/>
                <a:gd name="T8" fmla="*/ 656 w 705"/>
                <a:gd name="T9" fmla="*/ 657 h 741"/>
                <a:gd name="T10" fmla="*/ 627 w 705"/>
                <a:gd name="T11" fmla="*/ 657 h 741"/>
                <a:gd name="T12" fmla="*/ 607 w 705"/>
                <a:gd name="T13" fmla="*/ 678 h 741"/>
                <a:gd name="T14" fmla="*/ 606 w 705"/>
                <a:gd name="T15" fmla="*/ 678 h 741"/>
                <a:gd name="T16" fmla="*/ 606 w 705"/>
                <a:gd name="T17" fmla="*/ 678 h 741"/>
                <a:gd name="T18" fmla="*/ 579 w 705"/>
                <a:gd name="T19" fmla="*/ 678 h 741"/>
                <a:gd name="T20" fmla="*/ 578 w 705"/>
                <a:gd name="T21" fmla="*/ 678 h 741"/>
                <a:gd name="T22" fmla="*/ 564 w 705"/>
                <a:gd name="T23" fmla="*/ 664 h 741"/>
                <a:gd name="T24" fmla="*/ 564 w 705"/>
                <a:gd name="T25" fmla="*/ 663 h 741"/>
                <a:gd name="T26" fmla="*/ 564 w 705"/>
                <a:gd name="T27" fmla="*/ 634 h 741"/>
                <a:gd name="T28" fmla="*/ 564 w 705"/>
                <a:gd name="T29" fmla="*/ 633 h 741"/>
                <a:gd name="T30" fmla="*/ 584 w 705"/>
                <a:gd name="T31" fmla="*/ 614 h 741"/>
                <a:gd name="T32" fmla="*/ 584 w 705"/>
                <a:gd name="T33" fmla="*/ 586 h 741"/>
                <a:gd name="T34" fmla="*/ 0 w 705"/>
                <a:gd name="T35" fmla="*/ 3 h 741"/>
                <a:gd name="T36" fmla="*/ 3 w 705"/>
                <a:gd name="T37" fmla="*/ 0 h 741"/>
                <a:gd name="T38" fmla="*/ 587 w 705"/>
                <a:gd name="T39" fmla="*/ 584 h 741"/>
                <a:gd name="T40" fmla="*/ 587 w 705"/>
                <a:gd name="T41" fmla="*/ 585 h 741"/>
                <a:gd name="T42" fmla="*/ 587 w 705"/>
                <a:gd name="T43" fmla="*/ 614 h 741"/>
                <a:gd name="T44" fmla="*/ 587 w 705"/>
                <a:gd name="T45" fmla="*/ 615 h 741"/>
                <a:gd name="T46" fmla="*/ 567 w 705"/>
                <a:gd name="T47" fmla="*/ 635 h 741"/>
                <a:gd name="T48" fmla="*/ 567 w 705"/>
                <a:gd name="T49" fmla="*/ 662 h 741"/>
                <a:gd name="T50" fmla="*/ 580 w 705"/>
                <a:gd name="T51" fmla="*/ 675 h 741"/>
                <a:gd name="T52" fmla="*/ 605 w 705"/>
                <a:gd name="T53" fmla="*/ 675 h 741"/>
                <a:gd name="T54" fmla="*/ 625 w 705"/>
                <a:gd name="T55" fmla="*/ 654 h 741"/>
                <a:gd name="T56" fmla="*/ 627 w 705"/>
                <a:gd name="T57" fmla="*/ 654 h 741"/>
                <a:gd name="T58" fmla="*/ 656 w 705"/>
                <a:gd name="T59" fmla="*/ 654 h 741"/>
                <a:gd name="T60" fmla="*/ 658 w 705"/>
                <a:gd name="T61" fmla="*/ 654 h 741"/>
                <a:gd name="T62" fmla="*/ 704 w 705"/>
                <a:gd name="T63" fmla="*/ 701 h 741"/>
                <a:gd name="T64" fmla="*/ 705 w 705"/>
                <a:gd name="T65" fmla="*/ 702 h 741"/>
                <a:gd name="T66" fmla="*/ 705 w 705"/>
                <a:gd name="T67" fmla="*/ 735 h 741"/>
                <a:gd name="T68" fmla="*/ 704 w 705"/>
                <a:gd name="T69" fmla="*/ 736 h 741"/>
                <a:gd name="T70" fmla="*/ 699 w 705"/>
                <a:gd name="T71" fmla="*/ 74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5" h="741">
                  <a:moveTo>
                    <a:pt x="699" y="741"/>
                  </a:moveTo>
                  <a:cubicBezTo>
                    <a:pt x="697" y="739"/>
                    <a:pt x="697" y="739"/>
                    <a:pt x="697" y="739"/>
                  </a:cubicBezTo>
                  <a:cubicBezTo>
                    <a:pt x="701" y="734"/>
                    <a:pt x="701" y="734"/>
                    <a:pt x="701" y="734"/>
                  </a:cubicBezTo>
                  <a:cubicBezTo>
                    <a:pt x="701" y="703"/>
                    <a:pt x="701" y="703"/>
                    <a:pt x="701" y="703"/>
                  </a:cubicBezTo>
                  <a:cubicBezTo>
                    <a:pt x="656" y="657"/>
                    <a:pt x="656" y="657"/>
                    <a:pt x="656" y="657"/>
                  </a:cubicBezTo>
                  <a:cubicBezTo>
                    <a:pt x="627" y="657"/>
                    <a:pt x="627" y="657"/>
                    <a:pt x="627" y="657"/>
                  </a:cubicBezTo>
                  <a:cubicBezTo>
                    <a:pt x="607" y="678"/>
                    <a:pt x="607" y="678"/>
                    <a:pt x="607" y="678"/>
                  </a:cubicBezTo>
                  <a:cubicBezTo>
                    <a:pt x="607" y="678"/>
                    <a:pt x="606" y="678"/>
                    <a:pt x="606" y="678"/>
                  </a:cubicBezTo>
                  <a:cubicBezTo>
                    <a:pt x="606" y="678"/>
                    <a:pt x="606" y="678"/>
                    <a:pt x="606" y="678"/>
                  </a:cubicBezTo>
                  <a:cubicBezTo>
                    <a:pt x="579" y="678"/>
                    <a:pt x="579" y="678"/>
                    <a:pt x="579" y="678"/>
                  </a:cubicBezTo>
                  <a:cubicBezTo>
                    <a:pt x="579" y="678"/>
                    <a:pt x="578" y="678"/>
                    <a:pt x="578" y="678"/>
                  </a:cubicBezTo>
                  <a:cubicBezTo>
                    <a:pt x="564" y="664"/>
                    <a:pt x="564" y="664"/>
                    <a:pt x="564" y="664"/>
                  </a:cubicBezTo>
                  <a:cubicBezTo>
                    <a:pt x="564" y="664"/>
                    <a:pt x="564" y="663"/>
                    <a:pt x="564" y="663"/>
                  </a:cubicBezTo>
                  <a:cubicBezTo>
                    <a:pt x="564" y="634"/>
                    <a:pt x="564" y="634"/>
                    <a:pt x="564" y="634"/>
                  </a:cubicBezTo>
                  <a:cubicBezTo>
                    <a:pt x="564" y="634"/>
                    <a:pt x="564" y="633"/>
                    <a:pt x="564" y="633"/>
                  </a:cubicBezTo>
                  <a:cubicBezTo>
                    <a:pt x="584" y="614"/>
                    <a:pt x="584" y="614"/>
                    <a:pt x="584" y="614"/>
                  </a:cubicBezTo>
                  <a:cubicBezTo>
                    <a:pt x="584" y="586"/>
                    <a:pt x="584" y="586"/>
                    <a:pt x="584" y="58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87" y="584"/>
                    <a:pt x="587" y="584"/>
                    <a:pt x="587" y="584"/>
                  </a:cubicBezTo>
                  <a:cubicBezTo>
                    <a:pt x="587" y="584"/>
                    <a:pt x="587" y="585"/>
                    <a:pt x="587" y="585"/>
                  </a:cubicBezTo>
                  <a:cubicBezTo>
                    <a:pt x="587" y="614"/>
                    <a:pt x="587" y="614"/>
                    <a:pt x="587" y="614"/>
                  </a:cubicBezTo>
                  <a:cubicBezTo>
                    <a:pt x="587" y="615"/>
                    <a:pt x="587" y="615"/>
                    <a:pt x="587" y="615"/>
                  </a:cubicBezTo>
                  <a:cubicBezTo>
                    <a:pt x="567" y="635"/>
                    <a:pt x="567" y="635"/>
                    <a:pt x="567" y="635"/>
                  </a:cubicBezTo>
                  <a:cubicBezTo>
                    <a:pt x="567" y="662"/>
                    <a:pt x="567" y="662"/>
                    <a:pt x="567" y="662"/>
                  </a:cubicBezTo>
                  <a:cubicBezTo>
                    <a:pt x="580" y="675"/>
                    <a:pt x="580" y="675"/>
                    <a:pt x="580" y="675"/>
                  </a:cubicBezTo>
                  <a:cubicBezTo>
                    <a:pt x="605" y="675"/>
                    <a:pt x="605" y="675"/>
                    <a:pt x="605" y="675"/>
                  </a:cubicBezTo>
                  <a:cubicBezTo>
                    <a:pt x="625" y="654"/>
                    <a:pt x="625" y="654"/>
                    <a:pt x="625" y="654"/>
                  </a:cubicBezTo>
                  <a:cubicBezTo>
                    <a:pt x="626" y="654"/>
                    <a:pt x="626" y="654"/>
                    <a:pt x="627" y="654"/>
                  </a:cubicBezTo>
                  <a:cubicBezTo>
                    <a:pt x="656" y="654"/>
                    <a:pt x="656" y="654"/>
                    <a:pt x="656" y="654"/>
                  </a:cubicBezTo>
                  <a:cubicBezTo>
                    <a:pt x="657" y="654"/>
                    <a:pt x="657" y="654"/>
                    <a:pt x="658" y="654"/>
                  </a:cubicBezTo>
                  <a:cubicBezTo>
                    <a:pt x="704" y="701"/>
                    <a:pt x="704" y="701"/>
                    <a:pt x="704" y="701"/>
                  </a:cubicBezTo>
                  <a:cubicBezTo>
                    <a:pt x="705" y="701"/>
                    <a:pt x="705" y="702"/>
                    <a:pt x="705" y="702"/>
                  </a:cubicBezTo>
                  <a:cubicBezTo>
                    <a:pt x="705" y="735"/>
                    <a:pt x="705" y="735"/>
                    <a:pt x="705" y="735"/>
                  </a:cubicBezTo>
                  <a:cubicBezTo>
                    <a:pt x="705" y="735"/>
                    <a:pt x="705" y="736"/>
                    <a:pt x="704" y="736"/>
                  </a:cubicBezTo>
                  <a:lnTo>
                    <a:pt x="699" y="74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3" name="Freeform 548"/>
            <p:cNvSpPr>
              <a:spLocks/>
            </p:cNvSpPr>
            <p:nvPr/>
          </p:nvSpPr>
          <p:spPr bwMode="auto">
            <a:xfrm flipV="1">
              <a:off x="1922464" y="6811961"/>
              <a:ext cx="2260600" cy="2454275"/>
            </a:xfrm>
            <a:custGeom>
              <a:avLst/>
              <a:gdLst>
                <a:gd name="T0" fmla="*/ 594 w 602"/>
                <a:gd name="T1" fmla="*/ 654 h 654"/>
                <a:gd name="T2" fmla="*/ 591 w 602"/>
                <a:gd name="T3" fmla="*/ 651 h 654"/>
                <a:gd name="T4" fmla="*/ 598 w 602"/>
                <a:gd name="T5" fmla="*/ 644 h 654"/>
                <a:gd name="T6" fmla="*/ 598 w 602"/>
                <a:gd name="T7" fmla="*/ 601 h 654"/>
                <a:gd name="T8" fmla="*/ 0 w 602"/>
                <a:gd name="T9" fmla="*/ 2 h 654"/>
                <a:gd name="T10" fmla="*/ 2 w 602"/>
                <a:gd name="T11" fmla="*/ 0 h 654"/>
                <a:gd name="T12" fmla="*/ 601 w 602"/>
                <a:gd name="T13" fmla="*/ 599 h 654"/>
                <a:gd name="T14" fmla="*/ 602 w 602"/>
                <a:gd name="T15" fmla="*/ 600 h 654"/>
                <a:gd name="T16" fmla="*/ 602 w 602"/>
                <a:gd name="T17" fmla="*/ 645 h 654"/>
                <a:gd name="T18" fmla="*/ 601 w 602"/>
                <a:gd name="T19" fmla="*/ 646 h 654"/>
                <a:gd name="T20" fmla="*/ 594 w 602"/>
                <a:gd name="T21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2" h="654">
                  <a:moveTo>
                    <a:pt x="594" y="654"/>
                  </a:moveTo>
                  <a:cubicBezTo>
                    <a:pt x="591" y="651"/>
                    <a:pt x="591" y="651"/>
                    <a:pt x="591" y="651"/>
                  </a:cubicBezTo>
                  <a:cubicBezTo>
                    <a:pt x="598" y="644"/>
                    <a:pt x="598" y="644"/>
                    <a:pt x="598" y="644"/>
                  </a:cubicBezTo>
                  <a:cubicBezTo>
                    <a:pt x="598" y="601"/>
                    <a:pt x="598" y="601"/>
                    <a:pt x="598" y="60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1" y="599"/>
                    <a:pt x="601" y="599"/>
                    <a:pt x="601" y="599"/>
                  </a:cubicBezTo>
                  <a:cubicBezTo>
                    <a:pt x="602" y="599"/>
                    <a:pt x="602" y="600"/>
                    <a:pt x="602" y="600"/>
                  </a:cubicBezTo>
                  <a:cubicBezTo>
                    <a:pt x="602" y="645"/>
                    <a:pt x="602" y="645"/>
                    <a:pt x="602" y="645"/>
                  </a:cubicBezTo>
                  <a:cubicBezTo>
                    <a:pt x="602" y="645"/>
                    <a:pt x="602" y="646"/>
                    <a:pt x="601" y="646"/>
                  </a:cubicBezTo>
                  <a:lnTo>
                    <a:pt x="594" y="65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4" name="Freeform 549"/>
            <p:cNvSpPr>
              <a:spLocks/>
            </p:cNvSpPr>
            <p:nvPr/>
          </p:nvSpPr>
          <p:spPr bwMode="auto">
            <a:xfrm flipV="1">
              <a:off x="2249489" y="6627811"/>
              <a:ext cx="2371725" cy="2701925"/>
            </a:xfrm>
            <a:custGeom>
              <a:avLst/>
              <a:gdLst>
                <a:gd name="T0" fmla="*/ 630 w 632"/>
                <a:gd name="T1" fmla="*/ 720 h 720"/>
                <a:gd name="T2" fmla="*/ 624 w 632"/>
                <a:gd name="T3" fmla="*/ 714 h 720"/>
                <a:gd name="T4" fmla="*/ 623 w 632"/>
                <a:gd name="T5" fmla="*/ 713 h 720"/>
                <a:gd name="T6" fmla="*/ 623 w 632"/>
                <a:gd name="T7" fmla="*/ 670 h 720"/>
                <a:gd name="T8" fmla="*/ 591 w 632"/>
                <a:gd name="T9" fmla="*/ 639 h 720"/>
                <a:gd name="T10" fmla="*/ 562 w 632"/>
                <a:gd name="T11" fmla="*/ 639 h 720"/>
                <a:gd name="T12" fmla="*/ 560 w 632"/>
                <a:gd name="T13" fmla="*/ 638 h 720"/>
                <a:gd name="T14" fmla="*/ 404 w 632"/>
                <a:gd name="T15" fmla="*/ 482 h 720"/>
                <a:gd name="T16" fmla="*/ 404 w 632"/>
                <a:gd name="T17" fmla="*/ 481 h 720"/>
                <a:gd name="T18" fmla="*/ 404 w 632"/>
                <a:gd name="T19" fmla="*/ 436 h 720"/>
                <a:gd name="T20" fmla="*/ 57 w 632"/>
                <a:gd name="T21" fmla="*/ 89 h 720"/>
                <a:gd name="T22" fmla="*/ 31 w 632"/>
                <a:gd name="T23" fmla="*/ 89 h 720"/>
                <a:gd name="T24" fmla="*/ 30 w 632"/>
                <a:gd name="T25" fmla="*/ 88 h 720"/>
                <a:gd name="T26" fmla="*/ 0 w 632"/>
                <a:gd name="T27" fmla="*/ 59 h 720"/>
                <a:gd name="T28" fmla="*/ 0 w 632"/>
                <a:gd name="T29" fmla="*/ 58 h 720"/>
                <a:gd name="T30" fmla="*/ 0 w 632"/>
                <a:gd name="T31" fmla="*/ 21 h 720"/>
                <a:gd name="T32" fmla="*/ 0 w 632"/>
                <a:gd name="T33" fmla="*/ 20 h 720"/>
                <a:gd name="T34" fmla="*/ 21 w 632"/>
                <a:gd name="T35" fmla="*/ 0 h 720"/>
                <a:gd name="T36" fmla="*/ 24 w 632"/>
                <a:gd name="T37" fmla="*/ 2 h 720"/>
                <a:gd name="T38" fmla="*/ 3 w 632"/>
                <a:gd name="T39" fmla="*/ 22 h 720"/>
                <a:gd name="T40" fmla="*/ 3 w 632"/>
                <a:gd name="T41" fmla="*/ 57 h 720"/>
                <a:gd name="T42" fmla="*/ 32 w 632"/>
                <a:gd name="T43" fmla="*/ 85 h 720"/>
                <a:gd name="T44" fmla="*/ 57 w 632"/>
                <a:gd name="T45" fmla="*/ 85 h 720"/>
                <a:gd name="T46" fmla="*/ 59 w 632"/>
                <a:gd name="T47" fmla="*/ 86 h 720"/>
                <a:gd name="T48" fmla="*/ 407 w 632"/>
                <a:gd name="T49" fmla="*/ 434 h 720"/>
                <a:gd name="T50" fmla="*/ 407 w 632"/>
                <a:gd name="T51" fmla="*/ 435 h 720"/>
                <a:gd name="T52" fmla="*/ 407 w 632"/>
                <a:gd name="T53" fmla="*/ 480 h 720"/>
                <a:gd name="T54" fmla="*/ 562 w 632"/>
                <a:gd name="T55" fmla="*/ 635 h 720"/>
                <a:gd name="T56" fmla="*/ 592 w 632"/>
                <a:gd name="T57" fmla="*/ 635 h 720"/>
                <a:gd name="T58" fmla="*/ 593 w 632"/>
                <a:gd name="T59" fmla="*/ 636 h 720"/>
                <a:gd name="T60" fmla="*/ 626 w 632"/>
                <a:gd name="T61" fmla="*/ 669 h 720"/>
                <a:gd name="T62" fmla="*/ 627 w 632"/>
                <a:gd name="T63" fmla="*/ 670 h 720"/>
                <a:gd name="T64" fmla="*/ 627 w 632"/>
                <a:gd name="T65" fmla="*/ 712 h 720"/>
                <a:gd name="T66" fmla="*/ 632 w 632"/>
                <a:gd name="T67" fmla="*/ 717 h 720"/>
                <a:gd name="T68" fmla="*/ 630 w 632"/>
                <a:gd name="T69" fmla="*/ 72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20">
                  <a:moveTo>
                    <a:pt x="630" y="720"/>
                  </a:moveTo>
                  <a:cubicBezTo>
                    <a:pt x="624" y="714"/>
                    <a:pt x="624" y="714"/>
                    <a:pt x="624" y="714"/>
                  </a:cubicBezTo>
                  <a:cubicBezTo>
                    <a:pt x="623" y="714"/>
                    <a:pt x="623" y="713"/>
                    <a:pt x="623" y="713"/>
                  </a:cubicBezTo>
                  <a:cubicBezTo>
                    <a:pt x="623" y="670"/>
                    <a:pt x="623" y="670"/>
                    <a:pt x="623" y="670"/>
                  </a:cubicBezTo>
                  <a:cubicBezTo>
                    <a:pt x="591" y="639"/>
                    <a:pt x="591" y="639"/>
                    <a:pt x="591" y="639"/>
                  </a:cubicBezTo>
                  <a:cubicBezTo>
                    <a:pt x="562" y="639"/>
                    <a:pt x="562" y="639"/>
                    <a:pt x="562" y="639"/>
                  </a:cubicBezTo>
                  <a:cubicBezTo>
                    <a:pt x="561" y="639"/>
                    <a:pt x="561" y="638"/>
                    <a:pt x="560" y="638"/>
                  </a:cubicBezTo>
                  <a:cubicBezTo>
                    <a:pt x="404" y="482"/>
                    <a:pt x="404" y="482"/>
                    <a:pt x="404" y="482"/>
                  </a:cubicBezTo>
                  <a:cubicBezTo>
                    <a:pt x="404" y="482"/>
                    <a:pt x="404" y="481"/>
                    <a:pt x="404" y="481"/>
                  </a:cubicBezTo>
                  <a:cubicBezTo>
                    <a:pt x="404" y="436"/>
                    <a:pt x="404" y="436"/>
                    <a:pt x="404" y="436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8" y="86"/>
                    <a:pt x="59" y="86"/>
                  </a:cubicBezTo>
                  <a:cubicBezTo>
                    <a:pt x="407" y="434"/>
                    <a:pt x="407" y="434"/>
                    <a:pt x="407" y="434"/>
                  </a:cubicBezTo>
                  <a:cubicBezTo>
                    <a:pt x="407" y="434"/>
                    <a:pt x="407" y="435"/>
                    <a:pt x="407" y="435"/>
                  </a:cubicBezTo>
                  <a:cubicBezTo>
                    <a:pt x="407" y="480"/>
                    <a:pt x="407" y="480"/>
                    <a:pt x="407" y="480"/>
                  </a:cubicBezTo>
                  <a:cubicBezTo>
                    <a:pt x="562" y="635"/>
                    <a:pt x="562" y="635"/>
                    <a:pt x="562" y="635"/>
                  </a:cubicBezTo>
                  <a:cubicBezTo>
                    <a:pt x="592" y="635"/>
                    <a:pt x="592" y="635"/>
                    <a:pt x="592" y="635"/>
                  </a:cubicBezTo>
                  <a:cubicBezTo>
                    <a:pt x="593" y="635"/>
                    <a:pt x="593" y="635"/>
                    <a:pt x="593" y="636"/>
                  </a:cubicBezTo>
                  <a:cubicBezTo>
                    <a:pt x="626" y="669"/>
                    <a:pt x="626" y="669"/>
                    <a:pt x="626" y="669"/>
                  </a:cubicBezTo>
                  <a:cubicBezTo>
                    <a:pt x="627" y="669"/>
                    <a:pt x="627" y="669"/>
                    <a:pt x="627" y="670"/>
                  </a:cubicBezTo>
                  <a:cubicBezTo>
                    <a:pt x="627" y="712"/>
                    <a:pt x="627" y="712"/>
                    <a:pt x="627" y="712"/>
                  </a:cubicBezTo>
                  <a:cubicBezTo>
                    <a:pt x="632" y="717"/>
                    <a:pt x="632" y="717"/>
                    <a:pt x="632" y="717"/>
                  </a:cubicBezTo>
                  <a:lnTo>
                    <a:pt x="630" y="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5" name="Freeform 550"/>
            <p:cNvSpPr>
              <a:spLocks/>
            </p:cNvSpPr>
            <p:nvPr/>
          </p:nvSpPr>
          <p:spPr bwMode="auto">
            <a:xfrm flipV="1">
              <a:off x="2406652" y="6234111"/>
              <a:ext cx="2371725" cy="2919413"/>
            </a:xfrm>
            <a:custGeom>
              <a:avLst/>
              <a:gdLst>
                <a:gd name="T0" fmla="*/ 507 w 632"/>
                <a:gd name="T1" fmla="*/ 778 h 778"/>
                <a:gd name="T2" fmla="*/ 507 w 632"/>
                <a:gd name="T3" fmla="*/ 774 h 778"/>
                <a:gd name="T4" fmla="*/ 554 w 632"/>
                <a:gd name="T5" fmla="*/ 774 h 778"/>
                <a:gd name="T6" fmla="*/ 629 w 632"/>
                <a:gd name="T7" fmla="*/ 699 h 778"/>
                <a:gd name="T8" fmla="*/ 629 w 632"/>
                <a:gd name="T9" fmla="*/ 661 h 778"/>
                <a:gd name="T10" fmla="*/ 609 w 632"/>
                <a:gd name="T11" fmla="*/ 641 h 778"/>
                <a:gd name="T12" fmla="*/ 609 w 632"/>
                <a:gd name="T13" fmla="*/ 640 h 778"/>
                <a:gd name="T14" fmla="*/ 609 w 632"/>
                <a:gd name="T15" fmla="*/ 614 h 778"/>
                <a:gd name="T16" fmla="*/ 563 w 632"/>
                <a:gd name="T17" fmla="*/ 568 h 778"/>
                <a:gd name="T18" fmla="*/ 522 w 632"/>
                <a:gd name="T19" fmla="*/ 568 h 778"/>
                <a:gd name="T20" fmla="*/ 520 w 632"/>
                <a:gd name="T21" fmla="*/ 568 h 778"/>
                <a:gd name="T22" fmla="*/ 394 w 632"/>
                <a:gd name="T23" fmla="*/ 441 h 778"/>
                <a:gd name="T24" fmla="*/ 393 w 632"/>
                <a:gd name="T25" fmla="*/ 440 h 778"/>
                <a:gd name="T26" fmla="*/ 393 w 632"/>
                <a:gd name="T27" fmla="*/ 371 h 778"/>
                <a:gd name="T28" fmla="*/ 25 w 632"/>
                <a:gd name="T29" fmla="*/ 3 h 778"/>
                <a:gd name="T30" fmla="*/ 0 w 632"/>
                <a:gd name="T31" fmla="*/ 3 h 778"/>
                <a:gd name="T32" fmla="*/ 0 w 632"/>
                <a:gd name="T33" fmla="*/ 0 h 778"/>
                <a:gd name="T34" fmla="*/ 26 w 632"/>
                <a:gd name="T35" fmla="*/ 0 h 778"/>
                <a:gd name="T36" fmla="*/ 27 w 632"/>
                <a:gd name="T37" fmla="*/ 0 h 778"/>
                <a:gd name="T38" fmla="*/ 396 w 632"/>
                <a:gd name="T39" fmla="*/ 369 h 778"/>
                <a:gd name="T40" fmla="*/ 397 w 632"/>
                <a:gd name="T41" fmla="*/ 371 h 778"/>
                <a:gd name="T42" fmla="*/ 397 w 632"/>
                <a:gd name="T43" fmla="*/ 439 h 778"/>
                <a:gd name="T44" fmla="*/ 522 w 632"/>
                <a:gd name="T45" fmla="*/ 565 h 778"/>
                <a:gd name="T46" fmla="*/ 564 w 632"/>
                <a:gd name="T47" fmla="*/ 565 h 778"/>
                <a:gd name="T48" fmla="*/ 565 w 632"/>
                <a:gd name="T49" fmla="*/ 565 h 778"/>
                <a:gd name="T50" fmla="*/ 612 w 632"/>
                <a:gd name="T51" fmla="*/ 612 h 778"/>
                <a:gd name="T52" fmla="*/ 612 w 632"/>
                <a:gd name="T53" fmla="*/ 613 h 778"/>
                <a:gd name="T54" fmla="*/ 612 w 632"/>
                <a:gd name="T55" fmla="*/ 640 h 778"/>
                <a:gd name="T56" fmla="*/ 632 w 632"/>
                <a:gd name="T57" fmla="*/ 659 h 778"/>
                <a:gd name="T58" fmla="*/ 632 w 632"/>
                <a:gd name="T59" fmla="*/ 660 h 778"/>
                <a:gd name="T60" fmla="*/ 632 w 632"/>
                <a:gd name="T61" fmla="*/ 700 h 778"/>
                <a:gd name="T62" fmla="*/ 632 w 632"/>
                <a:gd name="T63" fmla="*/ 701 h 778"/>
                <a:gd name="T64" fmla="*/ 556 w 632"/>
                <a:gd name="T65" fmla="*/ 777 h 778"/>
                <a:gd name="T66" fmla="*/ 554 w 632"/>
                <a:gd name="T67" fmla="*/ 778 h 778"/>
                <a:gd name="T68" fmla="*/ 507 w 632"/>
                <a:gd name="T69" fmla="*/ 778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78">
                  <a:moveTo>
                    <a:pt x="507" y="778"/>
                  </a:moveTo>
                  <a:cubicBezTo>
                    <a:pt x="507" y="774"/>
                    <a:pt x="507" y="774"/>
                    <a:pt x="507" y="774"/>
                  </a:cubicBezTo>
                  <a:cubicBezTo>
                    <a:pt x="554" y="774"/>
                    <a:pt x="554" y="774"/>
                    <a:pt x="554" y="774"/>
                  </a:cubicBezTo>
                  <a:cubicBezTo>
                    <a:pt x="629" y="699"/>
                    <a:pt x="629" y="699"/>
                    <a:pt x="629" y="699"/>
                  </a:cubicBezTo>
                  <a:cubicBezTo>
                    <a:pt x="629" y="661"/>
                    <a:pt x="629" y="661"/>
                    <a:pt x="629" y="661"/>
                  </a:cubicBezTo>
                  <a:cubicBezTo>
                    <a:pt x="609" y="641"/>
                    <a:pt x="609" y="641"/>
                    <a:pt x="609" y="641"/>
                  </a:cubicBezTo>
                  <a:cubicBezTo>
                    <a:pt x="609" y="641"/>
                    <a:pt x="609" y="641"/>
                    <a:pt x="609" y="640"/>
                  </a:cubicBezTo>
                  <a:cubicBezTo>
                    <a:pt x="609" y="614"/>
                    <a:pt x="609" y="614"/>
                    <a:pt x="609" y="614"/>
                  </a:cubicBezTo>
                  <a:cubicBezTo>
                    <a:pt x="563" y="568"/>
                    <a:pt x="563" y="568"/>
                    <a:pt x="563" y="568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1" y="568"/>
                    <a:pt x="521" y="568"/>
                    <a:pt x="520" y="568"/>
                  </a:cubicBezTo>
                  <a:cubicBezTo>
                    <a:pt x="394" y="441"/>
                    <a:pt x="394" y="441"/>
                    <a:pt x="394" y="441"/>
                  </a:cubicBezTo>
                  <a:cubicBezTo>
                    <a:pt x="393" y="441"/>
                    <a:pt x="393" y="441"/>
                    <a:pt x="393" y="440"/>
                  </a:cubicBezTo>
                  <a:cubicBezTo>
                    <a:pt x="393" y="371"/>
                    <a:pt x="393" y="371"/>
                    <a:pt x="393" y="371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396" y="369"/>
                    <a:pt x="396" y="369"/>
                    <a:pt x="396" y="369"/>
                  </a:cubicBezTo>
                  <a:cubicBezTo>
                    <a:pt x="396" y="370"/>
                    <a:pt x="397" y="370"/>
                    <a:pt x="397" y="371"/>
                  </a:cubicBezTo>
                  <a:cubicBezTo>
                    <a:pt x="397" y="439"/>
                    <a:pt x="397" y="439"/>
                    <a:pt x="397" y="439"/>
                  </a:cubicBezTo>
                  <a:cubicBezTo>
                    <a:pt x="522" y="565"/>
                    <a:pt x="522" y="565"/>
                    <a:pt x="522" y="565"/>
                  </a:cubicBezTo>
                  <a:cubicBezTo>
                    <a:pt x="564" y="565"/>
                    <a:pt x="564" y="565"/>
                    <a:pt x="564" y="565"/>
                  </a:cubicBezTo>
                  <a:cubicBezTo>
                    <a:pt x="565" y="565"/>
                    <a:pt x="565" y="565"/>
                    <a:pt x="565" y="565"/>
                  </a:cubicBezTo>
                  <a:cubicBezTo>
                    <a:pt x="612" y="612"/>
                    <a:pt x="612" y="612"/>
                    <a:pt x="612" y="612"/>
                  </a:cubicBezTo>
                  <a:cubicBezTo>
                    <a:pt x="612" y="612"/>
                    <a:pt x="612" y="612"/>
                    <a:pt x="612" y="613"/>
                  </a:cubicBezTo>
                  <a:cubicBezTo>
                    <a:pt x="612" y="640"/>
                    <a:pt x="612" y="640"/>
                    <a:pt x="612" y="640"/>
                  </a:cubicBezTo>
                  <a:cubicBezTo>
                    <a:pt x="632" y="659"/>
                    <a:pt x="632" y="659"/>
                    <a:pt x="632" y="659"/>
                  </a:cubicBezTo>
                  <a:cubicBezTo>
                    <a:pt x="632" y="660"/>
                    <a:pt x="632" y="660"/>
                    <a:pt x="632" y="660"/>
                  </a:cubicBezTo>
                  <a:cubicBezTo>
                    <a:pt x="632" y="700"/>
                    <a:pt x="632" y="700"/>
                    <a:pt x="632" y="700"/>
                  </a:cubicBezTo>
                  <a:cubicBezTo>
                    <a:pt x="632" y="700"/>
                    <a:pt x="632" y="700"/>
                    <a:pt x="632" y="701"/>
                  </a:cubicBezTo>
                  <a:cubicBezTo>
                    <a:pt x="556" y="777"/>
                    <a:pt x="556" y="777"/>
                    <a:pt x="556" y="777"/>
                  </a:cubicBezTo>
                  <a:cubicBezTo>
                    <a:pt x="555" y="777"/>
                    <a:pt x="555" y="778"/>
                    <a:pt x="554" y="778"/>
                  </a:cubicBezTo>
                  <a:lnTo>
                    <a:pt x="507" y="77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6" name="Freeform 551"/>
            <p:cNvSpPr>
              <a:spLocks/>
            </p:cNvSpPr>
            <p:nvPr/>
          </p:nvSpPr>
          <p:spPr bwMode="auto">
            <a:xfrm flipV="1">
              <a:off x="2235202" y="6778623"/>
              <a:ext cx="2641600" cy="2798763"/>
            </a:xfrm>
            <a:custGeom>
              <a:avLst/>
              <a:gdLst>
                <a:gd name="T0" fmla="*/ 702 w 704"/>
                <a:gd name="T1" fmla="*/ 746 h 746"/>
                <a:gd name="T2" fmla="*/ 632 w 704"/>
                <a:gd name="T3" fmla="*/ 676 h 746"/>
                <a:gd name="T4" fmla="*/ 631 w 704"/>
                <a:gd name="T5" fmla="*/ 675 h 746"/>
                <a:gd name="T6" fmla="*/ 631 w 704"/>
                <a:gd name="T7" fmla="*/ 633 h 746"/>
                <a:gd name="T8" fmla="*/ 0 w 704"/>
                <a:gd name="T9" fmla="*/ 2 h 746"/>
                <a:gd name="T10" fmla="*/ 2 w 704"/>
                <a:gd name="T11" fmla="*/ 0 h 746"/>
                <a:gd name="T12" fmla="*/ 634 w 704"/>
                <a:gd name="T13" fmla="*/ 632 h 746"/>
                <a:gd name="T14" fmla="*/ 635 w 704"/>
                <a:gd name="T15" fmla="*/ 633 h 746"/>
                <a:gd name="T16" fmla="*/ 635 w 704"/>
                <a:gd name="T17" fmla="*/ 674 h 746"/>
                <a:gd name="T18" fmla="*/ 704 w 704"/>
                <a:gd name="T19" fmla="*/ 744 h 746"/>
                <a:gd name="T20" fmla="*/ 702 w 704"/>
                <a:gd name="T21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4" h="746">
                  <a:moveTo>
                    <a:pt x="702" y="746"/>
                  </a:moveTo>
                  <a:cubicBezTo>
                    <a:pt x="632" y="676"/>
                    <a:pt x="632" y="676"/>
                    <a:pt x="632" y="676"/>
                  </a:cubicBezTo>
                  <a:cubicBezTo>
                    <a:pt x="632" y="676"/>
                    <a:pt x="631" y="675"/>
                    <a:pt x="631" y="675"/>
                  </a:cubicBezTo>
                  <a:cubicBezTo>
                    <a:pt x="631" y="633"/>
                    <a:pt x="631" y="633"/>
                    <a:pt x="631" y="6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34" y="632"/>
                    <a:pt x="634" y="632"/>
                    <a:pt x="634" y="632"/>
                  </a:cubicBezTo>
                  <a:cubicBezTo>
                    <a:pt x="635" y="632"/>
                    <a:pt x="635" y="632"/>
                    <a:pt x="635" y="633"/>
                  </a:cubicBezTo>
                  <a:cubicBezTo>
                    <a:pt x="635" y="674"/>
                    <a:pt x="635" y="674"/>
                    <a:pt x="635" y="674"/>
                  </a:cubicBezTo>
                  <a:cubicBezTo>
                    <a:pt x="704" y="744"/>
                    <a:pt x="704" y="744"/>
                    <a:pt x="704" y="744"/>
                  </a:cubicBezTo>
                  <a:lnTo>
                    <a:pt x="702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7" name="Freeform 552"/>
            <p:cNvSpPr>
              <a:spLocks/>
            </p:cNvSpPr>
            <p:nvPr/>
          </p:nvSpPr>
          <p:spPr bwMode="auto">
            <a:xfrm flipV="1">
              <a:off x="2879727" y="7400924"/>
              <a:ext cx="1812925" cy="1854200"/>
            </a:xfrm>
            <a:custGeom>
              <a:avLst/>
              <a:gdLst>
                <a:gd name="T0" fmla="*/ 464 w 483"/>
                <a:gd name="T1" fmla="*/ 494 h 494"/>
                <a:gd name="T2" fmla="*/ 461 w 483"/>
                <a:gd name="T3" fmla="*/ 494 h 494"/>
                <a:gd name="T4" fmla="*/ 461 w 483"/>
                <a:gd name="T5" fmla="*/ 465 h 494"/>
                <a:gd name="T6" fmla="*/ 462 w 483"/>
                <a:gd name="T7" fmla="*/ 463 h 494"/>
                <a:gd name="T8" fmla="*/ 480 w 483"/>
                <a:gd name="T9" fmla="*/ 445 h 494"/>
                <a:gd name="T10" fmla="*/ 480 w 483"/>
                <a:gd name="T11" fmla="*/ 429 h 494"/>
                <a:gd name="T12" fmla="*/ 269 w 483"/>
                <a:gd name="T13" fmla="*/ 218 h 494"/>
                <a:gd name="T14" fmla="*/ 217 w 483"/>
                <a:gd name="T15" fmla="*/ 218 h 494"/>
                <a:gd name="T16" fmla="*/ 215 w 483"/>
                <a:gd name="T17" fmla="*/ 218 h 494"/>
                <a:gd name="T18" fmla="*/ 0 w 483"/>
                <a:gd name="T19" fmla="*/ 2 h 494"/>
                <a:gd name="T20" fmla="*/ 2 w 483"/>
                <a:gd name="T21" fmla="*/ 0 h 494"/>
                <a:gd name="T22" fmla="*/ 217 w 483"/>
                <a:gd name="T23" fmla="*/ 215 h 494"/>
                <a:gd name="T24" fmla="*/ 270 w 483"/>
                <a:gd name="T25" fmla="*/ 215 h 494"/>
                <a:gd name="T26" fmla="*/ 271 w 483"/>
                <a:gd name="T27" fmla="*/ 215 h 494"/>
                <a:gd name="T28" fmla="*/ 483 w 483"/>
                <a:gd name="T29" fmla="*/ 427 h 494"/>
                <a:gd name="T30" fmla="*/ 483 w 483"/>
                <a:gd name="T31" fmla="*/ 428 h 494"/>
                <a:gd name="T32" fmla="*/ 483 w 483"/>
                <a:gd name="T33" fmla="*/ 446 h 494"/>
                <a:gd name="T34" fmla="*/ 483 w 483"/>
                <a:gd name="T35" fmla="*/ 447 h 494"/>
                <a:gd name="T36" fmla="*/ 464 w 483"/>
                <a:gd name="T37" fmla="*/ 465 h 494"/>
                <a:gd name="T38" fmla="*/ 464 w 483"/>
                <a:gd name="T39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4">
                  <a:moveTo>
                    <a:pt x="464" y="494"/>
                  </a:moveTo>
                  <a:cubicBezTo>
                    <a:pt x="461" y="494"/>
                    <a:pt x="461" y="494"/>
                    <a:pt x="461" y="494"/>
                  </a:cubicBezTo>
                  <a:cubicBezTo>
                    <a:pt x="461" y="465"/>
                    <a:pt x="461" y="465"/>
                    <a:pt x="461" y="465"/>
                  </a:cubicBezTo>
                  <a:cubicBezTo>
                    <a:pt x="461" y="464"/>
                    <a:pt x="461" y="464"/>
                    <a:pt x="462" y="463"/>
                  </a:cubicBezTo>
                  <a:cubicBezTo>
                    <a:pt x="480" y="445"/>
                    <a:pt x="480" y="445"/>
                    <a:pt x="480" y="445"/>
                  </a:cubicBezTo>
                  <a:cubicBezTo>
                    <a:pt x="480" y="429"/>
                    <a:pt x="480" y="429"/>
                    <a:pt x="480" y="429"/>
                  </a:cubicBezTo>
                  <a:cubicBezTo>
                    <a:pt x="269" y="218"/>
                    <a:pt x="269" y="218"/>
                    <a:pt x="269" y="218"/>
                  </a:cubicBezTo>
                  <a:cubicBezTo>
                    <a:pt x="217" y="218"/>
                    <a:pt x="217" y="218"/>
                    <a:pt x="217" y="218"/>
                  </a:cubicBezTo>
                  <a:cubicBezTo>
                    <a:pt x="216" y="218"/>
                    <a:pt x="216" y="218"/>
                    <a:pt x="215" y="2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70" y="215"/>
                    <a:pt x="270" y="215"/>
                    <a:pt x="270" y="215"/>
                  </a:cubicBezTo>
                  <a:cubicBezTo>
                    <a:pt x="270" y="215"/>
                    <a:pt x="271" y="215"/>
                    <a:pt x="271" y="215"/>
                  </a:cubicBezTo>
                  <a:cubicBezTo>
                    <a:pt x="483" y="427"/>
                    <a:pt x="483" y="427"/>
                    <a:pt x="483" y="427"/>
                  </a:cubicBezTo>
                  <a:cubicBezTo>
                    <a:pt x="483" y="427"/>
                    <a:pt x="483" y="428"/>
                    <a:pt x="483" y="428"/>
                  </a:cubicBezTo>
                  <a:cubicBezTo>
                    <a:pt x="483" y="446"/>
                    <a:pt x="483" y="446"/>
                    <a:pt x="483" y="446"/>
                  </a:cubicBezTo>
                  <a:cubicBezTo>
                    <a:pt x="483" y="446"/>
                    <a:pt x="483" y="447"/>
                    <a:pt x="483" y="447"/>
                  </a:cubicBezTo>
                  <a:cubicBezTo>
                    <a:pt x="464" y="465"/>
                    <a:pt x="464" y="465"/>
                    <a:pt x="464" y="465"/>
                  </a:cubicBezTo>
                  <a:lnTo>
                    <a:pt x="464" y="4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8" name="Freeform 553"/>
            <p:cNvSpPr>
              <a:spLocks/>
            </p:cNvSpPr>
            <p:nvPr/>
          </p:nvSpPr>
          <p:spPr bwMode="auto">
            <a:xfrm flipV="1">
              <a:off x="2786064" y="6770686"/>
              <a:ext cx="2360612" cy="2897188"/>
            </a:xfrm>
            <a:custGeom>
              <a:avLst/>
              <a:gdLst>
                <a:gd name="T0" fmla="*/ 629 w 629"/>
                <a:gd name="T1" fmla="*/ 772 h 772"/>
                <a:gd name="T2" fmla="*/ 590 w 629"/>
                <a:gd name="T3" fmla="*/ 772 h 772"/>
                <a:gd name="T4" fmla="*/ 587 w 629"/>
                <a:gd name="T5" fmla="*/ 771 h 772"/>
                <a:gd name="T6" fmla="*/ 505 w 629"/>
                <a:gd name="T7" fmla="*/ 688 h 772"/>
                <a:gd name="T8" fmla="*/ 504 w 629"/>
                <a:gd name="T9" fmla="*/ 686 h 772"/>
                <a:gd name="T10" fmla="*/ 504 w 629"/>
                <a:gd name="T11" fmla="*/ 645 h 772"/>
                <a:gd name="T12" fmla="*/ 505 w 629"/>
                <a:gd name="T13" fmla="*/ 643 h 772"/>
                <a:gd name="T14" fmla="*/ 519 w 629"/>
                <a:gd name="T15" fmla="*/ 628 h 772"/>
                <a:gd name="T16" fmla="*/ 519 w 629"/>
                <a:gd name="T17" fmla="*/ 582 h 772"/>
                <a:gd name="T18" fmla="*/ 520 w 629"/>
                <a:gd name="T19" fmla="*/ 580 h 772"/>
                <a:gd name="T20" fmla="*/ 549 w 629"/>
                <a:gd name="T21" fmla="*/ 551 h 772"/>
                <a:gd name="T22" fmla="*/ 549 w 629"/>
                <a:gd name="T23" fmla="*/ 539 h 772"/>
                <a:gd name="T24" fmla="*/ 294 w 629"/>
                <a:gd name="T25" fmla="*/ 284 h 772"/>
                <a:gd name="T26" fmla="*/ 256 w 629"/>
                <a:gd name="T27" fmla="*/ 284 h 772"/>
                <a:gd name="T28" fmla="*/ 253 w 629"/>
                <a:gd name="T29" fmla="*/ 283 h 772"/>
                <a:gd name="T30" fmla="*/ 175 w 629"/>
                <a:gd name="T31" fmla="*/ 204 h 772"/>
                <a:gd name="T32" fmla="*/ 173 w 629"/>
                <a:gd name="T33" fmla="*/ 201 h 772"/>
                <a:gd name="T34" fmla="*/ 174 w 629"/>
                <a:gd name="T35" fmla="*/ 178 h 772"/>
                <a:gd name="T36" fmla="*/ 0 w 629"/>
                <a:gd name="T37" fmla="*/ 5 h 772"/>
                <a:gd name="T38" fmla="*/ 5 w 629"/>
                <a:gd name="T39" fmla="*/ 0 h 772"/>
                <a:gd name="T40" fmla="*/ 179 w 629"/>
                <a:gd name="T41" fmla="*/ 174 h 772"/>
                <a:gd name="T42" fmla="*/ 180 w 629"/>
                <a:gd name="T43" fmla="*/ 177 h 772"/>
                <a:gd name="T44" fmla="*/ 180 w 629"/>
                <a:gd name="T45" fmla="*/ 200 h 772"/>
                <a:gd name="T46" fmla="*/ 257 w 629"/>
                <a:gd name="T47" fmla="*/ 277 h 772"/>
                <a:gd name="T48" fmla="*/ 295 w 629"/>
                <a:gd name="T49" fmla="*/ 277 h 772"/>
                <a:gd name="T50" fmla="*/ 298 w 629"/>
                <a:gd name="T51" fmla="*/ 278 h 772"/>
                <a:gd name="T52" fmla="*/ 555 w 629"/>
                <a:gd name="T53" fmla="*/ 535 h 772"/>
                <a:gd name="T54" fmla="*/ 556 w 629"/>
                <a:gd name="T55" fmla="*/ 537 h 772"/>
                <a:gd name="T56" fmla="*/ 556 w 629"/>
                <a:gd name="T57" fmla="*/ 552 h 772"/>
                <a:gd name="T58" fmla="*/ 555 w 629"/>
                <a:gd name="T59" fmla="*/ 555 h 772"/>
                <a:gd name="T60" fmla="*/ 526 w 629"/>
                <a:gd name="T61" fmla="*/ 584 h 772"/>
                <a:gd name="T62" fmla="*/ 526 w 629"/>
                <a:gd name="T63" fmla="*/ 630 h 772"/>
                <a:gd name="T64" fmla="*/ 525 w 629"/>
                <a:gd name="T65" fmla="*/ 632 h 772"/>
                <a:gd name="T66" fmla="*/ 511 w 629"/>
                <a:gd name="T67" fmla="*/ 647 h 772"/>
                <a:gd name="T68" fmla="*/ 511 w 629"/>
                <a:gd name="T69" fmla="*/ 684 h 772"/>
                <a:gd name="T70" fmla="*/ 591 w 629"/>
                <a:gd name="T71" fmla="*/ 765 h 772"/>
                <a:gd name="T72" fmla="*/ 629 w 629"/>
                <a:gd name="T73" fmla="*/ 765 h 772"/>
                <a:gd name="T74" fmla="*/ 629 w 629"/>
                <a:gd name="T75" fmla="*/ 772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9" h="772">
                  <a:moveTo>
                    <a:pt x="629" y="772"/>
                  </a:moveTo>
                  <a:cubicBezTo>
                    <a:pt x="590" y="772"/>
                    <a:pt x="590" y="772"/>
                    <a:pt x="590" y="772"/>
                  </a:cubicBezTo>
                  <a:cubicBezTo>
                    <a:pt x="589" y="772"/>
                    <a:pt x="588" y="771"/>
                    <a:pt x="587" y="771"/>
                  </a:cubicBezTo>
                  <a:cubicBezTo>
                    <a:pt x="505" y="688"/>
                    <a:pt x="505" y="688"/>
                    <a:pt x="505" y="688"/>
                  </a:cubicBezTo>
                  <a:cubicBezTo>
                    <a:pt x="504" y="687"/>
                    <a:pt x="504" y="687"/>
                    <a:pt x="504" y="686"/>
                  </a:cubicBezTo>
                  <a:cubicBezTo>
                    <a:pt x="504" y="645"/>
                    <a:pt x="504" y="645"/>
                    <a:pt x="504" y="645"/>
                  </a:cubicBezTo>
                  <a:cubicBezTo>
                    <a:pt x="504" y="644"/>
                    <a:pt x="504" y="644"/>
                    <a:pt x="505" y="643"/>
                  </a:cubicBezTo>
                  <a:cubicBezTo>
                    <a:pt x="519" y="628"/>
                    <a:pt x="519" y="628"/>
                    <a:pt x="519" y="628"/>
                  </a:cubicBezTo>
                  <a:cubicBezTo>
                    <a:pt x="519" y="582"/>
                    <a:pt x="519" y="582"/>
                    <a:pt x="519" y="582"/>
                  </a:cubicBezTo>
                  <a:cubicBezTo>
                    <a:pt x="519" y="581"/>
                    <a:pt x="520" y="580"/>
                    <a:pt x="520" y="580"/>
                  </a:cubicBezTo>
                  <a:cubicBezTo>
                    <a:pt x="549" y="551"/>
                    <a:pt x="549" y="551"/>
                    <a:pt x="549" y="551"/>
                  </a:cubicBezTo>
                  <a:cubicBezTo>
                    <a:pt x="549" y="539"/>
                    <a:pt x="549" y="539"/>
                    <a:pt x="549" y="539"/>
                  </a:cubicBezTo>
                  <a:cubicBezTo>
                    <a:pt x="294" y="284"/>
                    <a:pt x="294" y="284"/>
                    <a:pt x="294" y="284"/>
                  </a:cubicBezTo>
                  <a:cubicBezTo>
                    <a:pt x="256" y="284"/>
                    <a:pt x="256" y="284"/>
                    <a:pt x="256" y="284"/>
                  </a:cubicBezTo>
                  <a:cubicBezTo>
                    <a:pt x="255" y="284"/>
                    <a:pt x="254" y="283"/>
                    <a:pt x="253" y="283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03"/>
                    <a:pt x="173" y="202"/>
                    <a:pt x="173" y="201"/>
                  </a:cubicBezTo>
                  <a:cubicBezTo>
                    <a:pt x="174" y="178"/>
                    <a:pt x="174" y="178"/>
                    <a:pt x="174" y="17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79" y="174"/>
                    <a:pt x="179" y="174"/>
                    <a:pt x="179" y="174"/>
                  </a:cubicBezTo>
                  <a:cubicBezTo>
                    <a:pt x="180" y="175"/>
                    <a:pt x="180" y="176"/>
                    <a:pt x="180" y="177"/>
                  </a:cubicBezTo>
                  <a:cubicBezTo>
                    <a:pt x="180" y="200"/>
                    <a:pt x="180" y="200"/>
                    <a:pt x="180" y="200"/>
                  </a:cubicBezTo>
                  <a:cubicBezTo>
                    <a:pt x="257" y="277"/>
                    <a:pt x="257" y="277"/>
                    <a:pt x="257" y="277"/>
                  </a:cubicBezTo>
                  <a:cubicBezTo>
                    <a:pt x="295" y="277"/>
                    <a:pt x="295" y="277"/>
                    <a:pt x="295" y="277"/>
                  </a:cubicBezTo>
                  <a:cubicBezTo>
                    <a:pt x="296" y="277"/>
                    <a:pt x="297" y="277"/>
                    <a:pt x="298" y="278"/>
                  </a:cubicBezTo>
                  <a:cubicBezTo>
                    <a:pt x="555" y="535"/>
                    <a:pt x="555" y="535"/>
                    <a:pt x="555" y="535"/>
                  </a:cubicBezTo>
                  <a:cubicBezTo>
                    <a:pt x="556" y="536"/>
                    <a:pt x="556" y="536"/>
                    <a:pt x="556" y="537"/>
                  </a:cubicBezTo>
                  <a:cubicBezTo>
                    <a:pt x="556" y="552"/>
                    <a:pt x="556" y="552"/>
                    <a:pt x="556" y="552"/>
                  </a:cubicBezTo>
                  <a:cubicBezTo>
                    <a:pt x="556" y="553"/>
                    <a:pt x="556" y="554"/>
                    <a:pt x="555" y="555"/>
                  </a:cubicBezTo>
                  <a:cubicBezTo>
                    <a:pt x="526" y="584"/>
                    <a:pt x="526" y="584"/>
                    <a:pt x="526" y="584"/>
                  </a:cubicBezTo>
                  <a:cubicBezTo>
                    <a:pt x="526" y="630"/>
                    <a:pt x="526" y="630"/>
                    <a:pt x="526" y="630"/>
                  </a:cubicBezTo>
                  <a:cubicBezTo>
                    <a:pt x="526" y="631"/>
                    <a:pt x="526" y="632"/>
                    <a:pt x="525" y="632"/>
                  </a:cubicBezTo>
                  <a:cubicBezTo>
                    <a:pt x="511" y="647"/>
                    <a:pt x="511" y="647"/>
                    <a:pt x="511" y="647"/>
                  </a:cubicBezTo>
                  <a:cubicBezTo>
                    <a:pt x="511" y="684"/>
                    <a:pt x="511" y="684"/>
                    <a:pt x="511" y="684"/>
                  </a:cubicBezTo>
                  <a:cubicBezTo>
                    <a:pt x="591" y="765"/>
                    <a:pt x="591" y="765"/>
                    <a:pt x="591" y="765"/>
                  </a:cubicBezTo>
                  <a:cubicBezTo>
                    <a:pt x="629" y="765"/>
                    <a:pt x="629" y="765"/>
                    <a:pt x="629" y="765"/>
                  </a:cubicBezTo>
                  <a:lnTo>
                    <a:pt x="629" y="77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9" name="Freeform 554"/>
            <p:cNvSpPr>
              <a:spLocks/>
            </p:cNvSpPr>
            <p:nvPr/>
          </p:nvSpPr>
          <p:spPr bwMode="auto">
            <a:xfrm flipV="1">
              <a:off x="2620964" y="7164386"/>
              <a:ext cx="2536825" cy="2800350"/>
            </a:xfrm>
            <a:custGeom>
              <a:avLst/>
              <a:gdLst>
                <a:gd name="T0" fmla="*/ 589 w 676"/>
                <a:gd name="T1" fmla="*/ 746 h 746"/>
                <a:gd name="T2" fmla="*/ 586 w 676"/>
                <a:gd name="T3" fmla="*/ 746 h 746"/>
                <a:gd name="T4" fmla="*/ 586 w 676"/>
                <a:gd name="T5" fmla="*/ 682 h 746"/>
                <a:gd name="T6" fmla="*/ 586 w 676"/>
                <a:gd name="T7" fmla="*/ 681 h 746"/>
                <a:gd name="T8" fmla="*/ 619 w 676"/>
                <a:gd name="T9" fmla="*/ 648 h 746"/>
                <a:gd name="T10" fmla="*/ 620 w 676"/>
                <a:gd name="T11" fmla="*/ 647 h 746"/>
                <a:gd name="T12" fmla="*/ 663 w 676"/>
                <a:gd name="T13" fmla="*/ 647 h 746"/>
                <a:gd name="T14" fmla="*/ 673 w 676"/>
                <a:gd name="T15" fmla="*/ 638 h 746"/>
                <a:gd name="T16" fmla="*/ 673 w 676"/>
                <a:gd name="T17" fmla="*/ 627 h 746"/>
                <a:gd name="T18" fmla="*/ 381 w 676"/>
                <a:gd name="T19" fmla="*/ 336 h 746"/>
                <a:gd name="T20" fmla="*/ 300 w 676"/>
                <a:gd name="T21" fmla="*/ 336 h 746"/>
                <a:gd name="T22" fmla="*/ 299 w 676"/>
                <a:gd name="T23" fmla="*/ 335 h 746"/>
                <a:gd name="T24" fmla="*/ 255 w 676"/>
                <a:gd name="T25" fmla="*/ 291 h 746"/>
                <a:gd name="T26" fmla="*/ 254 w 676"/>
                <a:gd name="T27" fmla="*/ 290 h 746"/>
                <a:gd name="T28" fmla="*/ 254 w 676"/>
                <a:gd name="T29" fmla="*/ 257 h 746"/>
                <a:gd name="T30" fmla="*/ 0 w 676"/>
                <a:gd name="T31" fmla="*/ 2 h 746"/>
                <a:gd name="T32" fmla="*/ 2 w 676"/>
                <a:gd name="T33" fmla="*/ 0 h 746"/>
                <a:gd name="T34" fmla="*/ 257 w 676"/>
                <a:gd name="T35" fmla="*/ 255 h 746"/>
                <a:gd name="T36" fmla="*/ 258 w 676"/>
                <a:gd name="T37" fmla="*/ 257 h 746"/>
                <a:gd name="T38" fmla="*/ 258 w 676"/>
                <a:gd name="T39" fmla="*/ 290 h 746"/>
                <a:gd name="T40" fmla="*/ 300 w 676"/>
                <a:gd name="T41" fmla="*/ 332 h 746"/>
                <a:gd name="T42" fmla="*/ 382 w 676"/>
                <a:gd name="T43" fmla="*/ 332 h 746"/>
                <a:gd name="T44" fmla="*/ 383 w 676"/>
                <a:gd name="T45" fmla="*/ 333 h 746"/>
                <a:gd name="T46" fmla="*/ 676 w 676"/>
                <a:gd name="T47" fmla="*/ 625 h 746"/>
                <a:gd name="T48" fmla="*/ 676 w 676"/>
                <a:gd name="T49" fmla="*/ 627 h 746"/>
                <a:gd name="T50" fmla="*/ 676 w 676"/>
                <a:gd name="T51" fmla="*/ 638 h 746"/>
                <a:gd name="T52" fmla="*/ 676 w 676"/>
                <a:gd name="T53" fmla="*/ 639 h 746"/>
                <a:gd name="T54" fmla="*/ 665 w 676"/>
                <a:gd name="T55" fmla="*/ 650 h 746"/>
                <a:gd name="T56" fmla="*/ 664 w 676"/>
                <a:gd name="T57" fmla="*/ 651 h 746"/>
                <a:gd name="T58" fmla="*/ 621 w 676"/>
                <a:gd name="T59" fmla="*/ 651 h 746"/>
                <a:gd name="T60" fmla="*/ 589 w 676"/>
                <a:gd name="T61" fmla="*/ 683 h 746"/>
                <a:gd name="T62" fmla="*/ 589 w 676"/>
                <a:gd name="T63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6" h="746">
                  <a:moveTo>
                    <a:pt x="589" y="746"/>
                  </a:moveTo>
                  <a:cubicBezTo>
                    <a:pt x="586" y="746"/>
                    <a:pt x="586" y="746"/>
                    <a:pt x="586" y="746"/>
                  </a:cubicBezTo>
                  <a:cubicBezTo>
                    <a:pt x="586" y="682"/>
                    <a:pt x="586" y="682"/>
                    <a:pt x="586" y="682"/>
                  </a:cubicBezTo>
                  <a:cubicBezTo>
                    <a:pt x="586" y="682"/>
                    <a:pt x="586" y="681"/>
                    <a:pt x="586" y="681"/>
                  </a:cubicBezTo>
                  <a:cubicBezTo>
                    <a:pt x="619" y="648"/>
                    <a:pt x="619" y="648"/>
                    <a:pt x="619" y="648"/>
                  </a:cubicBezTo>
                  <a:cubicBezTo>
                    <a:pt x="619" y="648"/>
                    <a:pt x="620" y="647"/>
                    <a:pt x="620" y="647"/>
                  </a:cubicBezTo>
                  <a:cubicBezTo>
                    <a:pt x="663" y="647"/>
                    <a:pt x="663" y="647"/>
                    <a:pt x="663" y="647"/>
                  </a:cubicBezTo>
                  <a:cubicBezTo>
                    <a:pt x="673" y="638"/>
                    <a:pt x="673" y="638"/>
                    <a:pt x="673" y="638"/>
                  </a:cubicBezTo>
                  <a:cubicBezTo>
                    <a:pt x="673" y="627"/>
                    <a:pt x="673" y="627"/>
                    <a:pt x="673" y="627"/>
                  </a:cubicBezTo>
                  <a:cubicBezTo>
                    <a:pt x="381" y="336"/>
                    <a:pt x="381" y="336"/>
                    <a:pt x="381" y="336"/>
                  </a:cubicBezTo>
                  <a:cubicBezTo>
                    <a:pt x="300" y="336"/>
                    <a:pt x="300" y="336"/>
                    <a:pt x="300" y="336"/>
                  </a:cubicBezTo>
                  <a:cubicBezTo>
                    <a:pt x="299" y="336"/>
                    <a:pt x="299" y="335"/>
                    <a:pt x="299" y="335"/>
                  </a:cubicBezTo>
                  <a:cubicBezTo>
                    <a:pt x="255" y="291"/>
                    <a:pt x="255" y="291"/>
                    <a:pt x="255" y="291"/>
                  </a:cubicBezTo>
                  <a:cubicBezTo>
                    <a:pt x="255" y="291"/>
                    <a:pt x="254" y="291"/>
                    <a:pt x="254" y="290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58" y="256"/>
                    <a:pt x="258" y="256"/>
                    <a:pt x="258" y="257"/>
                  </a:cubicBezTo>
                  <a:cubicBezTo>
                    <a:pt x="258" y="290"/>
                    <a:pt x="258" y="290"/>
                    <a:pt x="258" y="290"/>
                  </a:cubicBezTo>
                  <a:cubicBezTo>
                    <a:pt x="300" y="332"/>
                    <a:pt x="300" y="332"/>
                    <a:pt x="300" y="332"/>
                  </a:cubicBezTo>
                  <a:cubicBezTo>
                    <a:pt x="382" y="332"/>
                    <a:pt x="382" y="332"/>
                    <a:pt x="382" y="332"/>
                  </a:cubicBezTo>
                  <a:cubicBezTo>
                    <a:pt x="382" y="332"/>
                    <a:pt x="383" y="332"/>
                    <a:pt x="383" y="333"/>
                  </a:cubicBezTo>
                  <a:cubicBezTo>
                    <a:pt x="676" y="625"/>
                    <a:pt x="676" y="625"/>
                    <a:pt x="676" y="625"/>
                  </a:cubicBezTo>
                  <a:cubicBezTo>
                    <a:pt x="676" y="626"/>
                    <a:pt x="676" y="626"/>
                    <a:pt x="676" y="627"/>
                  </a:cubicBezTo>
                  <a:cubicBezTo>
                    <a:pt x="676" y="638"/>
                    <a:pt x="676" y="638"/>
                    <a:pt x="676" y="638"/>
                  </a:cubicBezTo>
                  <a:cubicBezTo>
                    <a:pt x="676" y="639"/>
                    <a:pt x="676" y="639"/>
                    <a:pt x="676" y="639"/>
                  </a:cubicBezTo>
                  <a:cubicBezTo>
                    <a:pt x="665" y="650"/>
                    <a:pt x="665" y="650"/>
                    <a:pt x="665" y="650"/>
                  </a:cubicBezTo>
                  <a:cubicBezTo>
                    <a:pt x="664" y="651"/>
                    <a:pt x="664" y="651"/>
                    <a:pt x="664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589" y="683"/>
                    <a:pt x="589" y="683"/>
                    <a:pt x="589" y="683"/>
                  </a:cubicBezTo>
                  <a:lnTo>
                    <a:pt x="589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0" name="Freeform 555"/>
            <p:cNvSpPr>
              <a:spLocks/>
            </p:cNvSpPr>
            <p:nvPr/>
          </p:nvSpPr>
          <p:spPr bwMode="auto">
            <a:xfrm flipV="1">
              <a:off x="1401764" y="6016623"/>
              <a:ext cx="3921125" cy="2751138"/>
            </a:xfrm>
            <a:custGeom>
              <a:avLst/>
              <a:gdLst>
                <a:gd name="T0" fmla="*/ 770 w 1045"/>
                <a:gd name="T1" fmla="*/ 733 h 733"/>
                <a:gd name="T2" fmla="*/ 766 w 1045"/>
                <a:gd name="T3" fmla="*/ 731 h 733"/>
                <a:gd name="T4" fmla="*/ 719 w 1045"/>
                <a:gd name="T5" fmla="*/ 684 h 733"/>
                <a:gd name="T6" fmla="*/ 617 w 1045"/>
                <a:gd name="T7" fmla="*/ 684 h 733"/>
                <a:gd name="T8" fmla="*/ 613 w 1045"/>
                <a:gd name="T9" fmla="*/ 682 h 733"/>
                <a:gd name="T10" fmla="*/ 406 w 1045"/>
                <a:gd name="T11" fmla="*/ 474 h 733"/>
                <a:gd name="T12" fmla="*/ 404 w 1045"/>
                <a:gd name="T13" fmla="*/ 470 h 733"/>
                <a:gd name="T14" fmla="*/ 404 w 1045"/>
                <a:gd name="T15" fmla="*/ 411 h 733"/>
                <a:gd name="T16" fmla="*/ 0 w 1045"/>
                <a:gd name="T17" fmla="*/ 8 h 733"/>
                <a:gd name="T18" fmla="*/ 8 w 1045"/>
                <a:gd name="T19" fmla="*/ 0 h 733"/>
                <a:gd name="T20" fmla="*/ 413 w 1045"/>
                <a:gd name="T21" fmla="*/ 405 h 733"/>
                <a:gd name="T22" fmla="*/ 414 w 1045"/>
                <a:gd name="T23" fmla="*/ 409 h 733"/>
                <a:gd name="T24" fmla="*/ 414 w 1045"/>
                <a:gd name="T25" fmla="*/ 468 h 733"/>
                <a:gd name="T26" fmla="*/ 619 w 1045"/>
                <a:gd name="T27" fmla="*/ 673 h 733"/>
                <a:gd name="T28" fmla="*/ 721 w 1045"/>
                <a:gd name="T29" fmla="*/ 673 h 733"/>
                <a:gd name="T30" fmla="*/ 724 w 1045"/>
                <a:gd name="T31" fmla="*/ 675 h 733"/>
                <a:gd name="T32" fmla="*/ 772 w 1045"/>
                <a:gd name="T33" fmla="*/ 722 h 733"/>
                <a:gd name="T34" fmla="*/ 861 w 1045"/>
                <a:gd name="T35" fmla="*/ 722 h 733"/>
                <a:gd name="T36" fmla="*/ 1013 w 1045"/>
                <a:gd name="T37" fmla="*/ 571 h 733"/>
                <a:gd name="T38" fmla="*/ 1016 w 1045"/>
                <a:gd name="T39" fmla="*/ 569 h 733"/>
                <a:gd name="T40" fmla="*/ 1045 w 1045"/>
                <a:gd name="T41" fmla="*/ 569 h 733"/>
                <a:gd name="T42" fmla="*/ 1045 w 1045"/>
                <a:gd name="T43" fmla="*/ 579 h 733"/>
                <a:gd name="T44" fmla="*/ 1018 w 1045"/>
                <a:gd name="T45" fmla="*/ 579 h 733"/>
                <a:gd name="T46" fmla="*/ 867 w 1045"/>
                <a:gd name="T47" fmla="*/ 731 h 733"/>
                <a:gd name="T48" fmla="*/ 863 w 1045"/>
                <a:gd name="T49" fmla="*/ 733 h 733"/>
                <a:gd name="T50" fmla="*/ 770 w 1045"/>
                <a:gd name="T51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45" h="733">
                  <a:moveTo>
                    <a:pt x="770" y="733"/>
                  </a:moveTo>
                  <a:cubicBezTo>
                    <a:pt x="768" y="733"/>
                    <a:pt x="767" y="732"/>
                    <a:pt x="766" y="731"/>
                  </a:cubicBezTo>
                  <a:cubicBezTo>
                    <a:pt x="719" y="684"/>
                    <a:pt x="719" y="684"/>
                    <a:pt x="719" y="684"/>
                  </a:cubicBezTo>
                  <a:cubicBezTo>
                    <a:pt x="617" y="684"/>
                    <a:pt x="617" y="684"/>
                    <a:pt x="617" y="684"/>
                  </a:cubicBezTo>
                  <a:cubicBezTo>
                    <a:pt x="616" y="684"/>
                    <a:pt x="614" y="683"/>
                    <a:pt x="613" y="682"/>
                  </a:cubicBezTo>
                  <a:cubicBezTo>
                    <a:pt x="406" y="474"/>
                    <a:pt x="406" y="474"/>
                    <a:pt x="406" y="474"/>
                  </a:cubicBezTo>
                  <a:cubicBezTo>
                    <a:pt x="405" y="473"/>
                    <a:pt x="404" y="472"/>
                    <a:pt x="404" y="470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13" y="405"/>
                    <a:pt x="413" y="405"/>
                    <a:pt x="413" y="405"/>
                  </a:cubicBezTo>
                  <a:cubicBezTo>
                    <a:pt x="414" y="406"/>
                    <a:pt x="414" y="408"/>
                    <a:pt x="414" y="409"/>
                  </a:cubicBezTo>
                  <a:cubicBezTo>
                    <a:pt x="414" y="468"/>
                    <a:pt x="414" y="468"/>
                    <a:pt x="414" y="468"/>
                  </a:cubicBezTo>
                  <a:cubicBezTo>
                    <a:pt x="619" y="673"/>
                    <a:pt x="619" y="673"/>
                    <a:pt x="619" y="673"/>
                  </a:cubicBezTo>
                  <a:cubicBezTo>
                    <a:pt x="721" y="673"/>
                    <a:pt x="721" y="673"/>
                    <a:pt x="721" y="673"/>
                  </a:cubicBezTo>
                  <a:cubicBezTo>
                    <a:pt x="722" y="673"/>
                    <a:pt x="723" y="674"/>
                    <a:pt x="724" y="675"/>
                  </a:cubicBezTo>
                  <a:cubicBezTo>
                    <a:pt x="772" y="722"/>
                    <a:pt x="772" y="722"/>
                    <a:pt x="772" y="722"/>
                  </a:cubicBezTo>
                  <a:cubicBezTo>
                    <a:pt x="861" y="722"/>
                    <a:pt x="861" y="722"/>
                    <a:pt x="861" y="722"/>
                  </a:cubicBezTo>
                  <a:cubicBezTo>
                    <a:pt x="1013" y="571"/>
                    <a:pt x="1013" y="571"/>
                    <a:pt x="1013" y="571"/>
                  </a:cubicBezTo>
                  <a:cubicBezTo>
                    <a:pt x="1014" y="570"/>
                    <a:pt x="1015" y="569"/>
                    <a:pt x="1016" y="569"/>
                  </a:cubicBezTo>
                  <a:cubicBezTo>
                    <a:pt x="1045" y="569"/>
                    <a:pt x="1045" y="569"/>
                    <a:pt x="1045" y="569"/>
                  </a:cubicBezTo>
                  <a:cubicBezTo>
                    <a:pt x="1045" y="579"/>
                    <a:pt x="1045" y="579"/>
                    <a:pt x="1045" y="579"/>
                  </a:cubicBezTo>
                  <a:cubicBezTo>
                    <a:pt x="1018" y="579"/>
                    <a:pt x="1018" y="579"/>
                    <a:pt x="1018" y="579"/>
                  </a:cubicBezTo>
                  <a:cubicBezTo>
                    <a:pt x="867" y="731"/>
                    <a:pt x="867" y="731"/>
                    <a:pt x="867" y="731"/>
                  </a:cubicBezTo>
                  <a:cubicBezTo>
                    <a:pt x="866" y="732"/>
                    <a:pt x="865" y="733"/>
                    <a:pt x="863" y="733"/>
                  </a:cubicBezTo>
                  <a:lnTo>
                    <a:pt x="770" y="7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1" name="Oval 556"/>
            <p:cNvSpPr>
              <a:spLocks noChangeArrowheads="1"/>
            </p:cNvSpPr>
            <p:nvPr/>
          </p:nvSpPr>
          <p:spPr bwMode="auto">
            <a:xfrm flipV="1">
              <a:off x="3803652" y="6165849"/>
              <a:ext cx="101600" cy="1016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2" name="Freeform 557"/>
            <p:cNvSpPr>
              <a:spLocks noEditPoints="1"/>
            </p:cNvSpPr>
            <p:nvPr/>
          </p:nvSpPr>
          <p:spPr bwMode="auto">
            <a:xfrm flipV="1">
              <a:off x="2295527" y="53403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3 h 25"/>
                <a:gd name="T12" fmla="*/ 12 w 25"/>
                <a:gd name="T13" fmla="*/ 5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3" name="Freeform 558"/>
            <p:cNvSpPr>
              <a:spLocks noEditPoints="1"/>
            </p:cNvSpPr>
            <p:nvPr/>
          </p:nvSpPr>
          <p:spPr bwMode="auto">
            <a:xfrm flipV="1">
              <a:off x="2681289" y="4984748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5 w 25"/>
                <a:gd name="T23" fmla="*/ 13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4" name="Freeform 559"/>
            <p:cNvSpPr>
              <a:spLocks/>
            </p:cNvSpPr>
            <p:nvPr/>
          </p:nvSpPr>
          <p:spPr bwMode="auto">
            <a:xfrm flipV="1">
              <a:off x="-1900236" y="1797048"/>
              <a:ext cx="3981450" cy="1446213"/>
            </a:xfrm>
            <a:custGeom>
              <a:avLst/>
              <a:gdLst>
                <a:gd name="T0" fmla="*/ 603 w 1061"/>
                <a:gd name="T1" fmla="*/ 385 h 385"/>
                <a:gd name="T2" fmla="*/ 0 w 1061"/>
                <a:gd name="T3" fmla="*/ 385 h 385"/>
                <a:gd name="T4" fmla="*/ 0 w 1061"/>
                <a:gd name="T5" fmla="*/ 371 h 385"/>
                <a:gd name="T6" fmla="*/ 600 w 1061"/>
                <a:gd name="T7" fmla="*/ 371 h 385"/>
                <a:gd name="T8" fmla="*/ 969 w 1061"/>
                <a:gd name="T9" fmla="*/ 2 h 385"/>
                <a:gd name="T10" fmla="*/ 974 w 1061"/>
                <a:gd name="T11" fmla="*/ 0 h 385"/>
                <a:gd name="T12" fmla="*/ 1061 w 1061"/>
                <a:gd name="T13" fmla="*/ 0 h 385"/>
                <a:gd name="T14" fmla="*/ 1061 w 1061"/>
                <a:gd name="T15" fmla="*/ 13 h 385"/>
                <a:gd name="T16" fmla="*/ 977 w 1061"/>
                <a:gd name="T17" fmla="*/ 13 h 385"/>
                <a:gd name="T18" fmla="*/ 607 w 1061"/>
                <a:gd name="T19" fmla="*/ 383 h 385"/>
                <a:gd name="T20" fmla="*/ 603 w 1061"/>
                <a:gd name="T21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1" h="385">
                  <a:moveTo>
                    <a:pt x="603" y="385"/>
                  </a:moveTo>
                  <a:cubicBezTo>
                    <a:pt x="0" y="385"/>
                    <a:pt x="0" y="385"/>
                    <a:pt x="0" y="385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600" y="371"/>
                    <a:pt x="600" y="371"/>
                    <a:pt x="600" y="371"/>
                  </a:cubicBezTo>
                  <a:cubicBezTo>
                    <a:pt x="969" y="2"/>
                    <a:pt x="969" y="2"/>
                    <a:pt x="969" y="2"/>
                  </a:cubicBezTo>
                  <a:cubicBezTo>
                    <a:pt x="971" y="0"/>
                    <a:pt x="972" y="0"/>
                    <a:pt x="974" y="0"/>
                  </a:cubicBezTo>
                  <a:cubicBezTo>
                    <a:pt x="1061" y="0"/>
                    <a:pt x="1061" y="0"/>
                    <a:pt x="1061" y="0"/>
                  </a:cubicBezTo>
                  <a:cubicBezTo>
                    <a:pt x="1061" y="13"/>
                    <a:pt x="1061" y="13"/>
                    <a:pt x="1061" y="13"/>
                  </a:cubicBezTo>
                  <a:cubicBezTo>
                    <a:pt x="977" y="13"/>
                    <a:pt x="977" y="13"/>
                    <a:pt x="977" y="13"/>
                  </a:cubicBezTo>
                  <a:cubicBezTo>
                    <a:pt x="607" y="383"/>
                    <a:pt x="607" y="383"/>
                    <a:pt x="607" y="383"/>
                  </a:cubicBezTo>
                  <a:cubicBezTo>
                    <a:pt x="606" y="384"/>
                    <a:pt x="604" y="385"/>
                    <a:pt x="603" y="3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5" name="Freeform 560"/>
            <p:cNvSpPr>
              <a:spLocks/>
            </p:cNvSpPr>
            <p:nvPr/>
          </p:nvSpPr>
          <p:spPr bwMode="auto">
            <a:xfrm flipV="1">
              <a:off x="-77786" y="3543299"/>
              <a:ext cx="962025" cy="355600"/>
            </a:xfrm>
            <a:custGeom>
              <a:avLst/>
              <a:gdLst>
                <a:gd name="T0" fmla="*/ 253 w 256"/>
                <a:gd name="T1" fmla="*/ 95 h 95"/>
                <a:gd name="T2" fmla="*/ 162 w 256"/>
                <a:gd name="T3" fmla="*/ 3 h 95"/>
                <a:gd name="T4" fmla="*/ 22 w 256"/>
                <a:gd name="T5" fmla="*/ 3 h 95"/>
                <a:gd name="T6" fmla="*/ 3 w 256"/>
                <a:gd name="T7" fmla="*/ 22 h 95"/>
                <a:gd name="T8" fmla="*/ 3 w 256"/>
                <a:gd name="T9" fmla="*/ 47 h 95"/>
                <a:gd name="T10" fmla="*/ 24 w 256"/>
                <a:gd name="T11" fmla="*/ 68 h 95"/>
                <a:gd name="T12" fmla="*/ 99 w 256"/>
                <a:gd name="T13" fmla="*/ 68 h 95"/>
                <a:gd name="T14" fmla="*/ 113 w 256"/>
                <a:gd name="T15" fmla="*/ 53 h 95"/>
                <a:gd name="T16" fmla="*/ 115 w 256"/>
                <a:gd name="T17" fmla="*/ 56 h 95"/>
                <a:gd name="T18" fmla="*/ 100 w 256"/>
                <a:gd name="T19" fmla="*/ 71 h 95"/>
                <a:gd name="T20" fmla="*/ 99 w 256"/>
                <a:gd name="T21" fmla="*/ 71 h 95"/>
                <a:gd name="T22" fmla="*/ 24 w 256"/>
                <a:gd name="T23" fmla="*/ 71 h 95"/>
                <a:gd name="T24" fmla="*/ 22 w 256"/>
                <a:gd name="T25" fmla="*/ 71 h 95"/>
                <a:gd name="T26" fmla="*/ 0 w 256"/>
                <a:gd name="T27" fmla="*/ 49 h 95"/>
                <a:gd name="T28" fmla="*/ 0 w 256"/>
                <a:gd name="T29" fmla="*/ 48 h 95"/>
                <a:gd name="T30" fmla="*/ 0 w 256"/>
                <a:gd name="T31" fmla="*/ 21 h 95"/>
                <a:gd name="T32" fmla="*/ 0 w 256"/>
                <a:gd name="T33" fmla="*/ 20 h 95"/>
                <a:gd name="T34" fmla="*/ 20 w 256"/>
                <a:gd name="T35" fmla="*/ 0 h 95"/>
                <a:gd name="T36" fmla="*/ 22 w 256"/>
                <a:gd name="T37" fmla="*/ 0 h 95"/>
                <a:gd name="T38" fmla="*/ 162 w 256"/>
                <a:gd name="T39" fmla="*/ 0 h 95"/>
                <a:gd name="T40" fmla="*/ 164 w 256"/>
                <a:gd name="T41" fmla="*/ 0 h 95"/>
                <a:gd name="T42" fmla="*/ 256 w 256"/>
                <a:gd name="T43" fmla="*/ 92 h 95"/>
                <a:gd name="T44" fmla="*/ 253 w 256"/>
                <a:gd name="T4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95">
                  <a:moveTo>
                    <a:pt x="253" y="95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00" y="71"/>
                    <a:pt x="100" y="71"/>
                    <a:pt x="100" y="71"/>
                  </a:cubicBezTo>
                  <a:cubicBezTo>
                    <a:pt x="100" y="71"/>
                    <a:pt x="100" y="71"/>
                    <a:pt x="99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3" y="71"/>
                    <a:pt x="23" y="71"/>
                    <a:pt x="22" y="7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3" y="0"/>
                    <a:pt x="163" y="0"/>
                    <a:pt x="164" y="0"/>
                  </a:cubicBezTo>
                  <a:cubicBezTo>
                    <a:pt x="256" y="92"/>
                    <a:pt x="256" y="92"/>
                    <a:pt x="256" y="92"/>
                  </a:cubicBezTo>
                  <a:lnTo>
                    <a:pt x="253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6" name="Freeform 561"/>
            <p:cNvSpPr>
              <a:spLocks noEditPoints="1"/>
            </p:cNvSpPr>
            <p:nvPr/>
          </p:nvSpPr>
          <p:spPr bwMode="auto">
            <a:xfrm flipV="1">
              <a:off x="-2411411" y="43910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4 w 25"/>
                <a:gd name="T19" fmla="*/ 3 h 24"/>
                <a:gd name="T20" fmla="*/ 0 w 25"/>
                <a:gd name="T21" fmla="*/ 12 h 24"/>
                <a:gd name="T22" fmla="*/ 4 w 25"/>
                <a:gd name="T23" fmla="*/ 21 h 24"/>
                <a:gd name="T24" fmla="*/ 12 w 25"/>
                <a:gd name="T25" fmla="*/ 24 h 24"/>
                <a:gd name="T26" fmla="*/ 21 w 25"/>
                <a:gd name="T27" fmla="*/ 21 h 24"/>
                <a:gd name="T28" fmla="*/ 25 w 25"/>
                <a:gd name="T29" fmla="*/ 12 h 24"/>
                <a:gd name="T30" fmla="*/ 21 w 25"/>
                <a:gd name="T31" fmla="*/ 3 h 24"/>
                <a:gd name="T32" fmla="*/ 12 w 25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6" y="6"/>
                    <a:pt x="17" y="7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9"/>
                    <a:pt x="14" y="19"/>
                    <a:pt x="12" y="19"/>
                  </a:cubicBezTo>
                  <a:cubicBezTo>
                    <a:pt x="10" y="19"/>
                    <a:pt x="9" y="19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9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8"/>
                    <a:pt x="25" y="15"/>
                    <a:pt x="25" y="12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7" name="Freeform 562"/>
            <p:cNvSpPr>
              <a:spLocks noEditPoints="1"/>
            </p:cNvSpPr>
            <p:nvPr/>
          </p:nvSpPr>
          <p:spPr bwMode="auto">
            <a:xfrm flipV="1">
              <a:off x="-2212973" y="4379911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9 w 26"/>
                <a:gd name="T3" fmla="*/ 8 h 25"/>
                <a:gd name="T4" fmla="*/ 19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2 h 25"/>
                <a:gd name="T22" fmla="*/ 13 w 26"/>
                <a:gd name="T23" fmla="*/ 25 h 25"/>
                <a:gd name="T24" fmla="*/ 22 w 26"/>
                <a:gd name="T25" fmla="*/ 22 h 25"/>
                <a:gd name="T26" fmla="*/ 26 w 26"/>
                <a:gd name="T27" fmla="*/ 13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7" y="6"/>
                    <a:pt x="19" y="8"/>
                  </a:cubicBezTo>
                  <a:cubicBezTo>
                    <a:pt x="21" y="11"/>
                    <a:pt x="21" y="15"/>
                    <a:pt x="19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2" y="20"/>
                    <a:pt x="10" y="19"/>
                    <a:pt x="8" y="18"/>
                  </a:cubicBezTo>
                  <a:cubicBezTo>
                    <a:pt x="6" y="15"/>
                    <a:pt x="6" y="11"/>
                    <a:pt x="8" y="8"/>
                  </a:cubicBezTo>
                  <a:cubicBezTo>
                    <a:pt x="10" y="6"/>
                    <a:pt x="12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2"/>
                    <a:pt x="5" y="4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7" y="24"/>
                    <a:pt x="10" y="25"/>
                    <a:pt x="13" y="25"/>
                  </a:cubicBezTo>
                  <a:cubicBezTo>
                    <a:pt x="17" y="25"/>
                    <a:pt x="20" y="24"/>
                    <a:pt x="22" y="22"/>
                  </a:cubicBezTo>
                  <a:cubicBezTo>
                    <a:pt x="25" y="19"/>
                    <a:pt x="26" y="16"/>
                    <a:pt x="26" y="13"/>
                  </a:cubicBezTo>
                  <a:cubicBezTo>
                    <a:pt x="26" y="10"/>
                    <a:pt x="25" y="6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8" name="Freeform 563"/>
            <p:cNvSpPr>
              <a:spLocks noEditPoints="1"/>
            </p:cNvSpPr>
            <p:nvPr/>
          </p:nvSpPr>
          <p:spPr bwMode="auto">
            <a:xfrm flipV="1">
              <a:off x="-1893886" y="4132261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18 w 25"/>
                <a:gd name="T3" fmla="*/ 8 h 25"/>
                <a:gd name="T4" fmla="*/ 18 w 25"/>
                <a:gd name="T5" fmla="*/ 18 h 25"/>
                <a:gd name="T6" fmla="*/ 13 w 25"/>
                <a:gd name="T7" fmla="*/ 20 h 25"/>
                <a:gd name="T8" fmla="*/ 8 w 25"/>
                <a:gd name="T9" fmla="*/ 18 h 25"/>
                <a:gd name="T10" fmla="*/ 8 w 25"/>
                <a:gd name="T11" fmla="*/ 8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4 w 25"/>
                <a:gd name="T19" fmla="*/ 4 h 25"/>
                <a:gd name="T20" fmla="*/ 0 w 25"/>
                <a:gd name="T21" fmla="*/ 13 h 25"/>
                <a:gd name="T22" fmla="*/ 4 w 25"/>
                <a:gd name="T23" fmla="*/ 22 h 25"/>
                <a:gd name="T24" fmla="*/ 13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3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5" y="6"/>
                    <a:pt x="16" y="6"/>
                    <a:pt x="18" y="8"/>
                  </a:cubicBezTo>
                  <a:cubicBezTo>
                    <a:pt x="21" y="11"/>
                    <a:pt x="21" y="15"/>
                    <a:pt x="18" y="18"/>
                  </a:cubicBezTo>
                  <a:cubicBezTo>
                    <a:pt x="16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1"/>
                    <a:pt x="8" y="8"/>
                  </a:cubicBezTo>
                  <a:cubicBezTo>
                    <a:pt x="9" y="6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2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1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9"/>
                    <a:pt x="24" y="6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9" name="Freeform 564"/>
            <p:cNvSpPr>
              <a:spLocks noEditPoints="1"/>
            </p:cNvSpPr>
            <p:nvPr/>
          </p:nvSpPr>
          <p:spPr bwMode="auto">
            <a:xfrm flipV="1">
              <a:off x="-1127123" y="3659185"/>
              <a:ext cx="100012" cy="90488"/>
            </a:xfrm>
            <a:custGeom>
              <a:avLst/>
              <a:gdLst>
                <a:gd name="T0" fmla="*/ 14 w 27"/>
                <a:gd name="T1" fmla="*/ 5 h 24"/>
                <a:gd name="T2" fmla="*/ 18 w 27"/>
                <a:gd name="T3" fmla="*/ 7 h 24"/>
                <a:gd name="T4" fmla="*/ 18 w 27"/>
                <a:gd name="T5" fmla="*/ 17 h 24"/>
                <a:gd name="T6" fmla="*/ 14 w 27"/>
                <a:gd name="T7" fmla="*/ 19 h 24"/>
                <a:gd name="T8" fmla="*/ 9 w 27"/>
                <a:gd name="T9" fmla="*/ 17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4"/>
                    <a:pt x="18" y="17"/>
                  </a:cubicBezTo>
                  <a:cubicBezTo>
                    <a:pt x="17" y="18"/>
                    <a:pt x="15" y="19"/>
                    <a:pt x="14" y="19"/>
                  </a:cubicBezTo>
                  <a:cubicBezTo>
                    <a:pt x="12" y="19"/>
                    <a:pt x="10" y="18"/>
                    <a:pt x="9" y="17"/>
                  </a:cubicBezTo>
                  <a:cubicBezTo>
                    <a:pt x="6" y="14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0" name="Freeform 565"/>
            <p:cNvSpPr>
              <a:spLocks noEditPoints="1"/>
            </p:cNvSpPr>
            <p:nvPr/>
          </p:nvSpPr>
          <p:spPr bwMode="auto">
            <a:xfrm flipV="1">
              <a:off x="-1390648" y="3898898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9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13 w 26"/>
                <a:gd name="T17" fmla="*/ 0 h 24"/>
                <a:gd name="T18" fmla="*/ 5 w 26"/>
                <a:gd name="T19" fmla="*/ 3 h 24"/>
                <a:gd name="T20" fmla="*/ 5 w 26"/>
                <a:gd name="T21" fmla="*/ 20 h 24"/>
                <a:gd name="T22" fmla="*/ 13 w 26"/>
                <a:gd name="T23" fmla="*/ 24 h 24"/>
                <a:gd name="T24" fmla="*/ 22 w 26"/>
                <a:gd name="T25" fmla="*/ 20 h 24"/>
                <a:gd name="T26" fmla="*/ 22 w 26"/>
                <a:gd name="T27" fmla="*/ 3 h 24"/>
                <a:gd name="T28" fmla="*/ 13 w 26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7" y="5"/>
                    <a:pt x="18" y="7"/>
                  </a:cubicBezTo>
                  <a:cubicBezTo>
                    <a:pt x="21" y="9"/>
                    <a:pt x="21" y="14"/>
                    <a:pt x="18" y="16"/>
                  </a:cubicBezTo>
                  <a:cubicBezTo>
                    <a:pt x="17" y="18"/>
                    <a:pt x="15" y="19"/>
                    <a:pt x="13" y="19"/>
                  </a:cubicBezTo>
                  <a:cubicBezTo>
                    <a:pt x="11" y="19"/>
                    <a:pt x="10" y="18"/>
                    <a:pt x="8" y="16"/>
                  </a:cubicBezTo>
                  <a:cubicBezTo>
                    <a:pt x="6" y="14"/>
                    <a:pt x="6" y="9"/>
                    <a:pt x="8" y="7"/>
                  </a:cubicBezTo>
                  <a:cubicBezTo>
                    <a:pt x="10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3" y="24"/>
                  </a:cubicBezTo>
                  <a:cubicBezTo>
                    <a:pt x="16" y="24"/>
                    <a:pt x="19" y="22"/>
                    <a:pt x="22" y="20"/>
                  </a:cubicBezTo>
                  <a:cubicBezTo>
                    <a:pt x="26" y="15"/>
                    <a:pt x="26" y="8"/>
                    <a:pt x="22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1" name="Freeform 566"/>
            <p:cNvSpPr>
              <a:spLocks noEditPoints="1"/>
            </p:cNvSpPr>
            <p:nvPr/>
          </p:nvSpPr>
          <p:spPr bwMode="auto">
            <a:xfrm flipV="1">
              <a:off x="-708023" y="3557585"/>
              <a:ext cx="101600" cy="90488"/>
            </a:xfrm>
            <a:custGeom>
              <a:avLst/>
              <a:gdLst>
                <a:gd name="T0" fmla="*/ 14 w 27"/>
                <a:gd name="T1" fmla="*/ 5 h 24"/>
                <a:gd name="T2" fmla="*/ 19 w 27"/>
                <a:gd name="T3" fmla="*/ 7 h 24"/>
                <a:gd name="T4" fmla="*/ 19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5"/>
                    <a:pt x="19" y="7"/>
                  </a:cubicBezTo>
                  <a:cubicBezTo>
                    <a:pt x="21" y="9"/>
                    <a:pt x="21" y="14"/>
                    <a:pt x="19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6" y="14"/>
                    <a:pt x="6" y="9"/>
                    <a:pt x="9" y="7"/>
                  </a:cubicBezTo>
                  <a:cubicBezTo>
                    <a:pt x="10" y="5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5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2" name="Freeform 567"/>
            <p:cNvSpPr>
              <a:spLocks noEditPoints="1"/>
            </p:cNvSpPr>
            <p:nvPr/>
          </p:nvSpPr>
          <p:spPr bwMode="auto">
            <a:xfrm flipV="1">
              <a:off x="-796923" y="3843336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7 w 24"/>
                <a:gd name="T3" fmla="*/ 8 h 24"/>
                <a:gd name="T4" fmla="*/ 17 w 24"/>
                <a:gd name="T5" fmla="*/ 17 h 24"/>
                <a:gd name="T6" fmla="*/ 12 w 24"/>
                <a:gd name="T7" fmla="*/ 19 h 24"/>
                <a:gd name="T8" fmla="*/ 7 w 24"/>
                <a:gd name="T9" fmla="*/ 17 h 24"/>
                <a:gd name="T10" fmla="*/ 7 w 24"/>
                <a:gd name="T11" fmla="*/ 8 h 24"/>
                <a:gd name="T12" fmla="*/ 12 w 24"/>
                <a:gd name="T13" fmla="*/ 6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0 w 24"/>
                <a:gd name="T27" fmla="*/ 21 h 24"/>
                <a:gd name="T28" fmla="*/ 24 w 24"/>
                <a:gd name="T29" fmla="*/ 12 h 24"/>
                <a:gd name="T30" fmla="*/ 20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4" y="6"/>
                    <a:pt x="15" y="6"/>
                    <a:pt x="17" y="8"/>
                  </a:cubicBezTo>
                  <a:cubicBezTo>
                    <a:pt x="19" y="10"/>
                    <a:pt x="19" y="15"/>
                    <a:pt x="17" y="17"/>
                  </a:cubicBezTo>
                  <a:cubicBezTo>
                    <a:pt x="15" y="19"/>
                    <a:pt x="14" y="19"/>
                    <a:pt x="12" y="19"/>
                  </a:cubicBezTo>
                  <a:cubicBezTo>
                    <a:pt x="10" y="19"/>
                    <a:pt x="8" y="19"/>
                    <a:pt x="7" y="17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3" name="Freeform 568"/>
            <p:cNvSpPr>
              <a:spLocks noEditPoints="1"/>
            </p:cNvSpPr>
            <p:nvPr/>
          </p:nvSpPr>
          <p:spPr bwMode="auto">
            <a:xfrm flipV="1">
              <a:off x="-2163761" y="41211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19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3 h 25"/>
                <a:gd name="T20" fmla="*/ 0 w 26"/>
                <a:gd name="T21" fmla="*/ 12 h 25"/>
                <a:gd name="T22" fmla="*/ 4 w 26"/>
                <a:gd name="T23" fmla="*/ 21 h 25"/>
                <a:gd name="T24" fmla="*/ 13 w 26"/>
                <a:gd name="T25" fmla="*/ 25 h 25"/>
                <a:gd name="T26" fmla="*/ 21 w 26"/>
                <a:gd name="T27" fmla="*/ 21 h 25"/>
                <a:gd name="T28" fmla="*/ 21 w 26"/>
                <a:gd name="T29" fmla="*/ 3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6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6" y="16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4" name="Freeform 569"/>
            <p:cNvSpPr>
              <a:spLocks/>
            </p:cNvSpPr>
            <p:nvPr/>
          </p:nvSpPr>
          <p:spPr bwMode="auto">
            <a:xfrm flipV="1">
              <a:off x="-2339973" y="3898899"/>
              <a:ext cx="1568450" cy="657225"/>
            </a:xfrm>
            <a:custGeom>
              <a:avLst/>
              <a:gdLst>
                <a:gd name="T0" fmla="*/ 416 w 418"/>
                <a:gd name="T1" fmla="*/ 175 h 175"/>
                <a:gd name="T2" fmla="*/ 282 w 418"/>
                <a:gd name="T3" fmla="*/ 41 h 175"/>
                <a:gd name="T4" fmla="*/ 108 w 418"/>
                <a:gd name="T5" fmla="*/ 41 h 175"/>
                <a:gd name="T6" fmla="*/ 107 w 418"/>
                <a:gd name="T7" fmla="*/ 41 h 175"/>
                <a:gd name="T8" fmla="*/ 69 w 418"/>
                <a:gd name="T9" fmla="*/ 3 h 175"/>
                <a:gd name="T10" fmla="*/ 25 w 418"/>
                <a:gd name="T11" fmla="*/ 3 h 175"/>
                <a:gd name="T12" fmla="*/ 2 w 418"/>
                <a:gd name="T13" fmla="*/ 26 h 175"/>
                <a:gd name="T14" fmla="*/ 0 w 418"/>
                <a:gd name="T15" fmla="*/ 23 h 175"/>
                <a:gd name="T16" fmla="*/ 23 w 418"/>
                <a:gd name="T17" fmla="*/ 0 h 175"/>
                <a:gd name="T18" fmla="*/ 24 w 418"/>
                <a:gd name="T19" fmla="*/ 0 h 175"/>
                <a:gd name="T20" fmla="*/ 24 w 418"/>
                <a:gd name="T21" fmla="*/ 0 h 175"/>
                <a:gd name="T22" fmla="*/ 70 w 418"/>
                <a:gd name="T23" fmla="*/ 0 h 175"/>
                <a:gd name="T24" fmla="*/ 71 w 418"/>
                <a:gd name="T25" fmla="*/ 0 h 175"/>
                <a:gd name="T26" fmla="*/ 109 w 418"/>
                <a:gd name="T27" fmla="*/ 38 h 175"/>
                <a:gd name="T28" fmla="*/ 283 w 418"/>
                <a:gd name="T29" fmla="*/ 38 h 175"/>
                <a:gd name="T30" fmla="*/ 284 w 418"/>
                <a:gd name="T31" fmla="*/ 38 h 175"/>
                <a:gd name="T32" fmla="*/ 418 w 418"/>
                <a:gd name="T33" fmla="*/ 173 h 175"/>
                <a:gd name="T34" fmla="*/ 416 w 418"/>
                <a:gd name="T3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8" h="175">
                  <a:moveTo>
                    <a:pt x="416" y="175"/>
                  </a:moveTo>
                  <a:cubicBezTo>
                    <a:pt x="282" y="41"/>
                    <a:pt x="282" y="41"/>
                    <a:pt x="282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8" y="41"/>
                    <a:pt x="107" y="41"/>
                    <a:pt x="107" y="41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1" y="0"/>
                    <a:pt x="71" y="0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283" y="38"/>
                    <a:pt x="283" y="38"/>
                    <a:pt x="283" y="38"/>
                  </a:cubicBezTo>
                  <a:cubicBezTo>
                    <a:pt x="283" y="38"/>
                    <a:pt x="283" y="38"/>
                    <a:pt x="284" y="38"/>
                  </a:cubicBezTo>
                  <a:cubicBezTo>
                    <a:pt x="418" y="173"/>
                    <a:pt x="418" y="173"/>
                    <a:pt x="418" y="173"/>
                  </a:cubicBezTo>
                  <a:lnTo>
                    <a:pt x="416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5" name="Freeform 570"/>
            <p:cNvSpPr>
              <a:spLocks/>
            </p:cNvSpPr>
            <p:nvPr/>
          </p:nvSpPr>
          <p:spPr bwMode="auto">
            <a:xfrm flipV="1">
              <a:off x="-2141536" y="3617911"/>
              <a:ext cx="1471612" cy="781050"/>
            </a:xfrm>
            <a:custGeom>
              <a:avLst/>
              <a:gdLst>
                <a:gd name="T0" fmla="*/ 389 w 392"/>
                <a:gd name="T1" fmla="*/ 208 h 208"/>
                <a:gd name="T2" fmla="*/ 211 w 392"/>
                <a:gd name="T3" fmla="*/ 30 h 208"/>
                <a:gd name="T4" fmla="*/ 28 w 392"/>
                <a:gd name="T5" fmla="*/ 30 h 208"/>
                <a:gd name="T6" fmla="*/ 27 w 392"/>
                <a:gd name="T7" fmla="*/ 29 h 208"/>
                <a:gd name="T8" fmla="*/ 0 w 392"/>
                <a:gd name="T9" fmla="*/ 3 h 208"/>
                <a:gd name="T10" fmla="*/ 3 w 392"/>
                <a:gd name="T11" fmla="*/ 0 h 208"/>
                <a:gd name="T12" fmla="*/ 29 w 392"/>
                <a:gd name="T13" fmla="*/ 26 h 208"/>
                <a:gd name="T14" fmla="*/ 211 w 392"/>
                <a:gd name="T15" fmla="*/ 26 h 208"/>
                <a:gd name="T16" fmla="*/ 213 w 392"/>
                <a:gd name="T17" fmla="*/ 27 h 208"/>
                <a:gd name="T18" fmla="*/ 392 w 392"/>
                <a:gd name="T19" fmla="*/ 206 h 208"/>
                <a:gd name="T20" fmla="*/ 389 w 392"/>
                <a:gd name="T21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2" h="208">
                  <a:moveTo>
                    <a:pt x="389" y="208"/>
                  </a:moveTo>
                  <a:cubicBezTo>
                    <a:pt x="211" y="30"/>
                    <a:pt x="211" y="30"/>
                    <a:pt x="211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7" y="2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11" y="26"/>
                    <a:pt x="211" y="26"/>
                    <a:pt x="211" y="26"/>
                  </a:cubicBezTo>
                  <a:cubicBezTo>
                    <a:pt x="212" y="26"/>
                    <a:pt x="212" y="27"/>
                    <a:pt x="213" y="27"/>
                  </a:cubicBezTo>
                  <a:cubicBezTo>
                    <a:pt x="392" y="206"/>
                    <a:pt x="392" y="206"/>
                    <a:pt x="392" y="206"/>
                  </a:cubicBezTo>
                  <a:lnTo>
                    <a:pt x="389" y="2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6" name="Freeform 571"/>
            <p:cNvSpPr>
              <a:spLocks/>
            </p:cNvSpPr>
            <p:nvPr/>
          </p:nvSpPr>
          <p:spPr bwMode="auto">
            <a:xfrm flipV="1">
              <a:off x="-2089148" y="3733798"/>
              <a:ext cx="1020762" cy="417513"/>
            </a:xfrm>
            <a:custGeom>
              <a:avLst/>
              <a:gdLst>
                <a:gd name="T0" fmla="*/ 272 w 272"/>
                <a:gd name="T1" fmla="*/ 111 h 111"/>
                <a:gd name="T2" fmla="*/ 269 w 272"/>
                <a:gd name="T3" fmla="*/ 111 h 111"/>
                <a:gd name="T4" fmla="*/ 269 w 272"/>
                <a:gd name="T5" fmla="*/ 83 h 111"/>
                <a:gd name="T6" fmla="*/ 211 w 272"/>
                <a:gd name="T7" fmla="*/ 25 h 111"/>
                <a:gd name="T8" fmla="*/ 23 w 272"/>
                <a:gd name="T9" fmla="*/ 25 h 111"/>
                <a:gd name="T10" fmla="*/ 22 w 272"/>
                <a:gd name="T11" fmla="*/ 25 h 111"/>
                <a:gd name="T12" fmla="*/ 0 w 272"/>
                <a:gd name="T13" fmla="*/ 3 h 111"/>
                <a:gd name="T14" fmla="*/ 3 w 272"/>
                <a:gd name="T15" fmla="*/ 0 h 111"/>
                <a:gd name="T16" fmla="*/ 24 w 272"/>
                <a:gd name="T17" fmla="*/ 22 h 111"/>
                <a:gd name="T18" fmla="*/ 212 w 272"/>
                <a:gd name="T19" fmla="*/ 22 h 111"/>
                <a:gd name="T20" fmla="*/ 213 w 272"/>
                <a:gd name="T21" fmla="*/ 22 h 111"/>
                <a:gd name="T22" fmla="*/ 271 w 272"/>
                <a:gd name="T23" fmla="*/ 81 h 111"/>
                <a:gd name="T24" fmla="*/ 272 w 272"/>
                <a:gd name="T25" fmla="*/ 82 h 111"/>
                <a:gd name="T26" fmla="*/ 272 w 272"/>
                <a:gd name="T2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2" h="111">
                  <a:moveTo>
                    <a:pt x="272" y="111"/>
                  </a:moveTo>
                  <a:cubicBezTo>
                    <a:pt x="269" y="111"/>
                    <a:pt x="269" y="111"/>
                    <a:pt x="269" y="111"/>
                  </a:cubicBezTo>
                  <a:cubicBezTo>
                    <a:pt x="269" y="83"/>
                    <a:pt x="269" y="83"/>
                    <a:pt x="269" y="83"/>
                  </a:cubicBezTo>
                  <a:cubicBezTo>
                    <a:pt x="211" y="25"/>
                    <a:pt x="211" y="25"/>
                    <a:pt x="211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12" y="22"/>
                    <a:pt x="212" y="22"/>
                    <a:pt x="212" y="22"/>
                  </a:cubicBezTo>
                  <a:cubicBezTo>
                    <a:pt x="212" y="22"/>
                    <a:pt x="213" y="22"/>
                    <a:pt x="213" y="22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2" y="81"/>
                    <a:pt x="272" y="82"/>
                  </a:cubicBezTo>
                  <a:lnTo>
                    <a:pt x="272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7" name="Freeform 572"/>
            <p:cNvSpPr>
              <a:spLocks/>
            </p:cNvSpPr>
            <p:nvPr/>
          </p:nvSpPr>
          <p:spPr bwMode="auto">
            <a:xfrm flipV="1">
              <a:off x="-1814511" y="3625849"/>
              <a:ext cx="869950" cy="561975"/>
            </a:xfrm>
            <a:custGeom>
              <a:avLst/>
              <a:gdLst>
                <a:gd name="T0" fmla="*/ 211 w 232"/>
                <a:gd name="T1" fmla="*/ 150 h 150"/>
                <a:gd name="T2" fmla="*/ 180 w 232"/>
                <a:gd name="T3" fmla="*/ 150 h 150"/>
                <a:gd name="T4" fmla="*/ 179 w 232"/>
                <a:gd name="T5" fmla="*/ 150 h 150"/>
                <a:gd name="T6" fmla="*/ 126 w 232"/>
                <a:gd name="T7" fmla="*/ 96 h 150"/>
                <a:gd name="T8" fmla="*/ 125 w 232"/>
                <a:gd name="T9" fmla="*/ 95 h 150"/>
                <a:gd name="T10" fmla="*/ 125 w 232"/>
                <a:gd name="T11" fmla="*/ 74 h 150"/>
                <a:gd name="T12" fmla="*/ 128 w 232"/>
                <a:gd name="T13" fmla="*/ 74 h 150"/>
                <a:gd name="T14" fmla="*/ 128 w 232"/>
                <a:gd name="T15" fmla="*/ 94 h 150"/>
                <a:gd name="T16" fmla="*/ 181 w 232"/>
                <a:gd name="T17" fmla="*/ 147 h 150"/>
                <a:gd name="T18" fmla="*/ 211 w 232"/>
                <a:gd name="T19" fmla="*/ 147 h 150"/>
                <a:gd name="T20" fmla="*/ 228 w 232"/>
                <a:gd name="T21" fmla="*/ 129 h 150"/>
                <a:gd name="T22" fmla="*/ 228 w 232"/>
                <a:gd name="T23" fmla="*/ 103 h 150"/>
                <a:gd name="T24" fmla="*/ 130 w 232"/>
                <a:gd name="T25" fmla="*/ 4 h 150"/>
                <a:gd name="T26" fmla="*/ 0 w 232"/>
                <a:gd name="T27" fmla="*/ 4 h 150"/>
                <a:gd name="T28" fmla="*/ 0 w 232"/>
                <a:gd name="T29" fmla="*/ 0 h 150"/>
                <a:gd name="T30" fmla="*/ 130 w 232"/>
                <a:gd name="T31" fmla="*/ 0 h 150"/>
                <a:gd name="T32" fmla="*/ 131 w 232"/>
                <a:gd name="T33" fmla="*/ 1 h 150"/>
                <a:gd name="T34" fmla="*/ 231 w 232"/>
                <a:gd name="T35" fmla="*/ 101 h 150"/>
                <a:gd name="T36" fmla="*/ 232 w 232"/>
                <a:gd name="T37" fmla="*/ 102 h 150"/>
                <a:gd name="T38" fmla="*/ 232 w 232"/>
                <a:gd name="T39" fmla="*/ 130 h 150"/>
                <a:gd name="T40" fmla="*/ 231 w 232"/>
                <a:gd name="T41" fmla="*/ 131 h 150"/>
                <a:gd name="T42" fmla="*/ 213 w 232"/>
                <a:gd name="T43" fmla="*/ 150 h 150"/>
                <a:gd name="T44" fmla="*/ 211 w 232"/>
                <a:gd name="T4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50">
                  <a:moveTo>
                    <a:pt x="211" y="150"/>
                  </a:moveTo>
                  <a:cubicBezTo>
                    <a:pt x="180" y="150"/>
                    <a:pt x="180" y="150"/>
                    <a:pt x="180" y="150"/>
                  </a:cubicBezTo>
                  <a:cubicBezTo>
                    <a:pt x="180" y="150"/>
                    <a:pt x="179" y="150"/>
                    <a:pt x="179" y="150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5" y="96"/>
                    <a:pt x="125" y="95"/>
                    <a:pt x="125" y="95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8" y="74"/>
                    <a:pt x="128" y="74"/>
                    <a:pt x="128" y="7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81" y="147"/>
                    <a:pt x="181" y="147"/>
                    <a:pt x="181" y="147"/>
                  </a:cubicBezTo>
                  <a:cubicBezTo>
                    <a:pt x="211" y="147"/>
                    <a:pt x="211" y="147"/>
                    <a:pt x="211" y="147"/>
                  </a:cubicBezTo>
                  <a:cubicBezTo>
                    <a:pt x="228" y="129"/>
                    <a:pt x="228" y="129"/>
                    <a:pt x="228" y="129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1" y="0"/>
                    <a:pt x="131" y="1"/>
                    <a:pt x="131" y="1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1" y="101"/>
                    <a:pt x="232" y="101"/>
                    <a:pt x="232" y="102"/>
                  </a:cubicBezTo>
                  <a:cubicBezTo>
                    <a:pt x="232" y="130"/>
                    <a:pt x="232" y="130"/>
                    <a:pt x="232" y="130"/>
                  </a:cubicBezTo>
                  <a:cubicBezTo>
                    <a:pt x="232" y="130"/>
                    <a:pt x="231" y="131"/>
                    <a:pt x="231" y="131"/>
                  </a:cubicBezTo>
                  <a:cubicBezTo>
                    <a:pt x="213" y="150"/>
                    <a:pt x="213" y="150"/>
                    <a:pt x="213" y="150"/>
                  </a:cubicBezTo>
                  <a:cubicBezTo>
                    <a:pt x="212" y="150"/>
                    <a:pt x="212" y="150"/>
                    <a:pt x="211" y="1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8" name="Freeform 573"/>
            <p:cNvSpPr>
              <a:spLocks noEditPoints="1"/>
            </p:cNvSpPr>
            <p:nvPr/>
          </p:nvSpPr>
          <p:spPr bwMode="auto">
            <a:xfrm flipV="1">
              <a:off x="-3063873" y="3543298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7 w 24"/>
                <a:gd name="T3" fmla="*/ 8 h 25"/>
                <a:gd name="T4" fmla="*/ 17 w 24"/>
                <a:gd name="T5" fmla="*/ 18 h 25"/>
                <a:gd name="T6" fmla="*/ 12 w 24"/>
                <a:gd name="T7" fmla="*/ 20 h 25"/>
                <a:gd name="T8" fmla="*/ 7 w 24"/>
                <a:gd name="T9" fmla="*/ 18 h 25"/>
                <a:gd name="T10" fmla="*/ 7 w 24"/>
                <a:gd name="T11" fmla="*/ 8 h 25"/>
                <a:gd name="T12" fmla="*/ 12 w 24"/>
                <a:gd name="T13" fmla="*/ 5 h 25"/>
                <a:gd name="T14" fmla="*/ 12 w 24"/>
                <a:gd name="T15" fmla="*/ 0 h 25"/>
                <a:gd name="T16" fmla="*/ 12 w 24"/>
                <a:gd name="T17" fmla="*/ 0 h 25"/>
                <a:gd name="T18" fmla="*/ 3 w 24"/>
                <a:gd name="T19" fmla="*/ 4 h 25"/>
                <a:gd name="T20" fmla="*/ 0 w 24"/>
                <a:gd name="T21" fmla="*/ 13 h 25"/>
                <a:gd name="T22" fmla="*/ 3 w 24"/>
                <a:gd name="T23" fmla="*/ 21 h 25"/>
                <a:gd name="T24" fmla="*/ 12 w 24"/>
                <a:gd name="T25" fmla="*/ 25 h 25"/>
                <a:gd name="T26" fmla="*/ 21 w 24"/>
                <a:gd name="T27" fmla="*/ 21 h 25"/>
                <a:gd name="T28" fmla="*/ 24 w 24"/>
                <a:gd name="T29" fmla="*/ 13 h 25"/>
                <a:gd name="T30" fmla="*/ 21 w 24"/>
                <a:gd name="T31" fmla="*/ 4 h 25"/>
                <a:gd name="T32" fmla="*/ 12 w 2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4" y="5"/>
                    <a:pt x="16" y="6"/>
                    <a:pt x="17" y="8"/>
                  </a:cubicBezTo>
                  <a:cubicBezTo>
                    <a:pt x="20" y="10"/>
                    <a:pt x="20" y="15"/>
                    <a:pt x="17" y="18"/>
                  </a:cubicBezTo>
                  <a:cubicBezTo>
                    <a:pt x="16" y="19"/>
                    <a:pt x="14" y="20"/>
                    <a:pt x="12" y="20"/>
                  </a:cubicBezTo>
                  <a:cubicBezTo>
                    <a:pt x="10" y="20"/>
                    <a:pt x="8" y="19"/>
                    <a:pt x="7" y="18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8" y="24"/>
                    <a:pt x="21" y="21"/>
                  </a:cubicBezTo>
                  <a:cubicBezTo>
                    <a:pt x="23" y="19"/>
                    <a:pt x="24" y="16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9" name="Freeform 574"/>
            <p:cNvSpPr>
              <a:spLocks noEditPoints="1"/>
            </p:cNvSpPr>
            <p:nvPr/>
          </p:nvSpPr>
          <p:spPr bwMode="auto">
            <a:xfrm flipV="1">
              <a:off x="-3055936" y="3744911"/>
              <a:ext cx="96837" cy="95250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4 h 25"/>
                <a:gd name="T20" fmla="*/ 0 w 26"/>
                <a:gd name="T21" fmla="*/ 13 h 25"/>
                <a:gd name="T22" fmla="*/ 4 w 26"/>
                <a:gd name="T23" fmla="*/ 21 h 25"/>
                <a:gd name="T24" fmla="*/ 13 w 26"/>
                <a:gd name="T25" fmla="*/ 25 h 25"/>
                <a:gd name="T26" fmla="*/ 22 w 26"/>
                <a:gd name="T27" fmla="*/ 21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10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0" name="Freeform 575"/>
            <p:cNvSpPr>
              <a:spLocks noEditPoints="1"/>
            </p:cNvSpPr>
            <p:nvPr/>
          </p:nvSpPr>
          <p:spPr bwMode="auto">
            <a:xfrm flipV="1">
              <a:off x="-2813048" y="4060823"/>
              <a:ext cx="101600" cy="93663"/>
            </a:xfrm>
            <a:custGeom>
              <a:avLst/>
              <a:gdLst>
                <a:gd name="T0" fmla="*/ 14 w 27"/>
                <a:gd name="T1" fmla="*/ 5 h 25"/>
                <a:gd name="T2" fmla="*/ 19 w 27"/>
                <a:gd name="T3" fmla="*/ 7 h 25"/>
                <a:gd name="T4" fmla="*/ 19 w 27"/>
                <a:gd name="T5" fmla="*/ 17 h 25"/>
                <a:gd name="T6" fmla="*/ 14 w 27"/>
                <a:gd name="T7" fmla="*/ 20 h 25"/>
                <a:gd name="T8" fmla="*/ 9 w 27"/>
                <a:gd name="T9" fmla="*/ 17 h 25"/>
                <a:gd name="T10" fmla="*/ 9 w 27"/>
                <a:gd name="T11" fmla="*/ 7 h 25"/>
                <a:gd name="T12" fmla="*/ 14 w 27"/>
                <a:gd name="T13" fmla="*/ 5 h 25"/>
                <a:gd name="T14" fmla="*/ 14 w 27"/>
                <a:gd name="T15" fmla="*/ 0 h 25"/>
                <a:gd name="T16" fmla="*/ 14 w 27"/>
                <a:gd name="T17" fmla="*/ 0 h 25"/>
                <a:gd name="T18" fmla="*/ 5 w 27"/>
                <a:gd name="T19" fmla="*/ 4 h 25"/>
                <a:gd name="T20" fmla="*/ 5 w 27"/>
                <a:gd name="T21" fmla="*/ 21 h 25"/>
                <a:gd name="T22" fmla="*/ 14 w 27"/>
                <a:gd name="T23" fmla="*/ 25 h 25"/>
                <a:gd name="T24" fmla="*/ 23 w 27"/>
                <a:gd name="T25" fmla="*/ 21 h 25"/>
                <a:gd name="T26" fmla="*/ 23 w 27"/>
                <a:gd name="T27" fmla="*/ 4 h 25"/>
                <a:gd name="T28" fmla="*/ 14 w 27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14" y="5"/>
                  </a:moveTo>
                  <a:cubicBezTo>
                    <a:pt x="16" y="5"/>
                    <a:pt x="17" y="6"/>
                    <a:pt x="19" y="7"/>
                  </a:cubicBezTo>
                  <a:cubicBezTo>
                    <a:pt x="22" y="10"/>
                    <a:pt x="22" y="15"/>
                    <a:pt x="19" y="17"/>
                  </a:cubicBezTo>
                  <a:cubicBezTo>
                    <a:pt x="18" y="19"/>
                    <a:pt x="16" y="20"/>
                    <a:pt x="14" y="20"/>
                  </a:cubicBezTo>
                  <a:cubicBezTo>
                    <a:pt x="12" y="20"/>
                    <a:pt x="10" y="19"/>
                    <a:pt x="9" y="17"/>
                  </a:cubicBezTo>
                  <a:cubicBezTo>
                    <a:pt x="6" y="15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1" y="25"/>
                    <a:pt x="14" y="25"/>
                  </a:cubicBezTo>
                  <a:cubicBezTo>
                    <a:pt x="17" y="25"/>
                    <a:pt x="20" y="23"/>
                    <a:pt x="23" y="21"/>
                  </a:cubicBezTo>
                  <a:cubicBezTo>
                    <a:pt x="27" y="16"/>
                    <a:pt x="27" y="8"/>
                    <a:pt x="23" y="4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1" name="Freeform 576"/>
            <p:cNvSpPr>
              <a:spLocks noEditPoints="1"/>
            </p:cNvSpPr>
            <p:nvPr/>
          </p:nvSpPr>
          <p:spPr bwMode="auto">
            <a:xfrm flipV="1">
              <a:off x="-1052511" y="24923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6 w 24"/>
                <a:gd name="T3" fmla="*/ 7 h 24"/>
                <a:gd name="T4" fmla="*/ 16 w 24"/>
                <a:gd name="T5" fmla="*/ 16 h 24"/>
                <a:gd name="T6" fmla="*/ 12 w 24"/>
                <a:gd name="T7" fmla="*/ 19 h 24"/>
                <a:gd name="T8" fmla="*/ 7 w 24"/>
                <a:gd name="T9" fmla="*/ 16 h 24"/>
                <a:gd name="T10" fmla="*/ 7 w 24"/>
                <a:gd name="T11" fmla="*/ 7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3 w 24"/>
                <a:gd name="T21" fmla="*/ 20 h 24"/>
                <a:gd name="T22" fmla="*/ 12 w 24"/>
                <a:gd name="T23" fmla="*/ 24 h 24"/>
                <a:gd name="T24" fmla="*/ 20 w 24"/>
                <a:gd name="T25" fmla="*/ 20 h 24"/>
                <a:gd name="T26" fmla="*/ 24 w 24"/>
                <a:gd name="T27" fmla="*/ 12 h 24"/>
                <a:gd name="T28" fmla="*/ 20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3" y="5"/>
                    <a:pt x="15" y="5"/>
                    <a:pt x="16" y="7"/>
                  </a:cubicBezTo>
                  <a:cubicBezTo>
                    <a:pt x="19" y="9"/>
                    <a:pt x="19" y="14"/>
                    <a:pt x="16" y="16"/>
                  </a:cubicBezTo>
                  <a:cubicBezTo>
                    <a:pt x="15" y="18"/>
                    <a:pt x="13" y="19"/>
                    <a:pt x="12" y="19"/>
                  </a:cubicBezTo>
                  <a:cubicBezTo>
                    <a:pt x="10" y="19"/>
                    <a:pt x="8" y="18"/>
                    <a:pt x="7" y="16"/>
                  </a:cubicBezTo>
                  <a:cubicBezTo>
                    <a:pt x="4" y="14"/>
                    <a:pt x="4" y="9"/>
                    <a:pt x="7" y="7"/>
                  </a:cubicBezTo>
                  <a:cubicBezTo>
                    <a:pt x="8" y="5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2"/>
                    <a:pt x="8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8"/>
                    <a:pt x="22" y="5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2" name="Freeform 577"/>
            <p:cNvSpPr>
              <a:spLocks noEditPoints="1"/>
            </p:cNvSpPr>
            <p:nvPr/>
          </p:nvSpPr>
          <p:spPr bwMode="auto">
            <a:xfrm flipV="1">
              <a:off x="-1319211" y="2735260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3 w 25"/>
                <a:gd name="T17" fmla="*/ 4 h 24"/>
                <a:gd name="T18" fmla="*/ 0 w 25"/>
                <a:gd name="T19" fmla="*/ 12 h 24"/>
                <a:gd name="T20" fmla="*/ 3 w 25"/>
                <a:gd name="T21" fmla="*/ 21 h 24"/>
                <a:gd name="T22" fmla="*/ 12 w 25"/>
                <a:gd name="T23" fmla="*/ 24 h 24"/>
                <a:gd name="T24" fmla="*/ 20 w 25"/>
                <a:gd name="T25" fmla="*/ 21 h 24"/>
                <a:gd name="T26" fmla="*/ 20 w 25"/>
                <a:gd name="T27" fmla="*/ 4 h 24"/>
                <a:gd name="T28" fmla="*/ 12 w 25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5" y="6"/>
                    <a:pt x="17" y="7"/>
                  </a:cubicBezTo>
                  <a:cubicBezTo>
                    <a:pt x="19" y="10"/>
                    <a:pt x="19" y="14"/>
                    <a:pt x="17" y="17"/>
                  </a:cubicBezTo>
                  <a:cubicBezTo>
                    <a:pt x="15" y="18"/>
                    <a:pt x="14" y="19"/>
                    <a:pt x="12" y="19"/>
                  </a:cubicBezTo>
                  <a:cubicBezTo>
                    <a:pt x="10" y="19"/>
                    <a:pt x="8" y="18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5" y="16"/>
                    <a:pt x="25" y="8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3" name="Freeform 578"/>
            <p:cNvSpPr>
              <a:spLocks noEditPoints="1"/>
            </p:cNvSpPr>
            <p:nvPr/>
          </p:nvSpPr>
          <p:spPr bwMode="auto">
            <a:xfrm flipV="1">
              <a:off x="-636586" y="2390773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8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3 h 24"/>
                <a:gd name="T18" fmla="*/ 4 w 26"/>
                <a:gd name="T19" fmla="*/ 20 h 24"/>
                <a:gd name="T20" fmla="*/ 13 w 26"/>
                <a:gd name="T21" fmla="*/ 24 h 24"/>
                <a:gd name="T22" fmla="*/ 21 w 26"/>
                <a:gd name="T23" fmla="*/ 20 h 24"/>
                <a:gd name="T24" fmla="*/ 21 w 26"/>
                <a:gd name="T25" fmla="*/ 3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4" y="5"/>
                    <a:pt x="16" y="5"/>
                    <a:pt x="18" y="7"/>
                  </a:cubicBezTo>
                  <a:cubicBezTo>
                    <a:pt x="20" y="9"/>
                    <a:pt x="20" y="14"/>
                    <a:pt x="18" y="16"/>
                  </a:cubicBezTo>
                  <a:cubicBezTo>
                    <a:pt x="16" y="18"/>
                    <a:pt x="14" y="18"/>
                    <a:pt x="13" y="18"/>
                  </a:cubicBezTo>
                  <a:cubicBezTo>
                    <a:pt x="11" y="18"/>
                    <a:pt x="9" y="18"/>
                    <a:pt x="8" y="16"/>
                  </a:cubicBezTo>
                  <a:cubicBezTo>
                    <a:pt x="5" y="14"/>
                    <a:pt x="5" y="9"/>
                    <a:pt x="8" y="7"/>
                  </a:cubicBezTo>
                  <a:cubicBezTo>
                    <a:pt x="9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6" y="22"/>
                    <a:pt x="9" y="24"/>
                    <a:pt x="13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6" y="15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4" name="Freeform 579"/>
            <p:cNvSpPr>
              <a:spLocks noEditPoints="1"/>
            </p:cNvSpPr>
            <p:nvPr/>
          </p:nvSpPr>
          <p:spPr bwMode="auto">
            <a:xfrm flipV="1">
              <a:off x="-733423" y="2676523"/>
              <a:ext cx="96837" cy="88900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8 h 24"/>
                <a:gd name="T4" fmla="*/ 18 w 26"/>
                <a:gd name="T5" fmla="*/ 17 h 24"/>
                <a:gd name="T6" fmla="*/ 13 w 26"/>
                <a:gd name="T7" fmla="*/ 19 h 24"/>
                <a:gd name="T8" fmla="*/ 8 w 26"/>
                <a:gd name="T9" fmla="*/ 17 h 24"/>
                <a:gd name="T10" fmla="*/ 8 w 26"/>
                <a:gd name="T11" fmla="*/ 8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1 w 26"/>
                <a:gd name="T23" fmla="*/ 21 h 24"/>
                <a:gd name="T24" fmla="*/ 21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6" y="6"/>
                    <a:pt x="18" y="8"/>
                  </a:cubicBezTo>
                  <a:cubicBezTo>
                    <a:pt x="20" y="10"/>
                    <a:pt x="20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8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6" y="16"/>
                    <a:pt x="26" y="9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5" name="Freeform 580"/>
            <p:cNvSpPr>
              <a:spLocks noEditPoints="1"/>
            </p:cNvSpPr>
            <p:nvPr/>
          </p:nvSpPr>
          <p:spPr bwMode="auto">
            <a:xfrm flipV="1">
              <a:off x="-2801936" y="37909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20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1 h 25"/>
                <a:gd name="T22" fmla="*/ 13 w 26"/>
                <a:gd name="T23" fmla="*/ 25 h 25"/>
                <a:gd name="T24" fmla="*/ 22 w 26"/>
                <a:gd name="T25" fmla="*/ 21 h 25"/>
                <a:gd name="T26" fmla="*/ 26 w 26"/>
                <a:gd name="T27" fmla="*/ 12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10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10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7" y="25"/>
                    <a:pt x="20" y="23"/>
                    <a:pt x="22" y="21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9"/>
                    <a:pt x="24" y="6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6" name="Freeform 581"/>
            <p:cNvSpPr>
              <a:spLocks/>
            </p:cNvSpPr>
            <p:nvPr/>
          </p:nvSpPr>
          <p:spPr bwMode="auto">
            <a:xfrm flipV="1">
              <a:off x="-3003548" y="2555873"/>
              <a:ext cx="1984375" cy="1017588"/>
            </a:xfrm>
            <a:custGeom>
              <a:avLst/>
              <a:gdLst>
                <a:gd name="T0" fmla="*/ 526 w 529"/>
                <a:gd name="T1" fmla="*/ 271 h 271"/>
                <a:gd name="T2" fmla="*/ 512 w 529"/>
                <a:gd name="T3" fmla="*/ 257 h 271"/>
                <a:gd name="T4" fmla="*/ 512 w 529"/>
                <a:gd name="T5" fmla="*/ 256 h 271"/>
                <a:gd name="T6" fmla="*/ 512 w 529"/>
                <a:gd name="T7" fmla="*/ 226 h 271"/>
                <a:gd name="T8" fmla="*/ 418 w 529"/>
                <a:gd name="T9" fmla="*/ 132 h 271"/>
                <a:gd name="T10" fmla="*/ 307 w 529"/>
                <a:gd name="T11" fmla="*/ 132 h 271"/>
                <a:gd name="T12" fmla="*/ 243 w 529"/>
                <a:gd name="T13" fmla="*/ 197 h 271"/>
                <a:gd name="T14" fmla="*/ 242 w 529"/>
                <a:gd name="T15" fmla="*/ 197 h 271"/>
                <a:gd name="T16" fmla="*/ 196 w 529"/>
                <a:gd name="T17" fmla="*/ 197 h 271"/>
                <a:gd name="T18" fmla="*/ 194 w 529"/>
                <a:gd name="T19" fmla="*/ 197 h 271"/>
                <a:gd name="T20" fmla="*/ 0 w 529"/>
                <a:gd name="T21" fmla="*/ 2 h 271"/>
                <a:gd name="T22" fmla="*/ 2 w 529"/>
                <a:gd name="T23" fmla="*/ 0 h 271"/>
                <a:gd name="T24" fmla="*/ 196 w 529"/>
                <a:gd name="T25" fmla="*/ 194 h 271"/>
                <a:gd name="T26" fmla="*/ 241 w 529"/>
                <a:gd name="T27" fmla="*/ 194 h 271"/>
                <a:gd name="T28" fmla="*/ 305 w 529"/>
                <a:gd name="T29" fmla="*/ 129 h 271"/>
                <a:gd name="T30" fmla="*/ 306 w 529"/>
                <a:gd name="T31" fmla="*/ 129 h 271"/>
                <a:gd name="T32" fmla="*/ 419 w 529"/>
                <a:gd name="T33" fmla="*/ 129 h 271"/>
                <a:gd name="T34" fmla="*/ 420 w 529"/>
                <a:gd name="T35" fmla="*/ 129 h 271"/>
                <a:gd name="T36" fmla="*/ 515 w 529"/>
                <a:gd name="T37" fmla="*/ 224 h 271"/>
                <a:gd name="T38" fmla="*/ 515 w 529"/>
                <a:gd name="T39" fmla="*/ 225 h 271"/>
                <a:gd name="T40" fmla="*/ 515 w 529"/>
                <a:gd name="T41" fmla="*/ 255 h 271"/>
                <a:gd name="T42" fmla="*/ 529 w 529"/>
                <a:gd name="T43" fmla="*/ 269 h 271"/>
                <a:gd name="T44" fmla="*/ 526 w 529"/>
                <a:gd name="T45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9" h="271">
                  <a:moveTo>
                    <a:pt x="526" y="271"/>
                  </a:moveTo>
                  <a:cubicBezTo>
                    <a:pt x="512" y="257"/>
                    <a:pt x="512" y="257"/>
                    <a:pt x="512" y="257"/>
                  </a:cubicBezTo>
                  <a:cubicBezTo>
                    <a:pt x="512" y="257"/>
                    <a:pt x="512" y="257"/>
                    <a:pt x="512" y="256"/>
                  </a:cubicBezTo>
                  <a:cubicBezTo>
                    <a:pt x="512" y="226"/>
                    <a:pt x="512" y="226"/>
                    <a:pt x="512" y="226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307" y="132"/>
                    <a:pt x="307" y="132"/>
                    <a:pt x="307" y="132"/>
                  </a:cubicBezTo>
                  <a:cubicBezTo>
                    <a:pt x="243" y="197"/>
                    <a:pt x="243" y="197"/>
                    <a:pt x="243" y="197"/>
                  </a:cubicBezTo>
                  <a:cubicBezTo>
                    <a:pt x="243" y="197"/>
                    <a:pt x="242" y="197"/>
                    <a:pt x="242" y="197"/>
                  </a:cubicBezTo>
                  <a:cubicBezTo>
                    <a:pt x="196" y="197"/>
                    <a:pt x="196" y="197"/>
                    <a:pt x="196" y="197"/>
                  </a:cubicBezTo>
                  <a:cubicBezTo>
                    <a:pt x="195" y="197"/>
                    <a:pt x="195" y="197"/>
                    <a:pt x="194" y="1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241" y="194"/>
                    <a:pt x="241" y="194"/>
                    <a:pt x="241" y="194"/>
                  </a:cubicBezTo>
                  <a:cubicBezTo>
                    <a:pt x="305" y="129"/>
                    <a:pt x="305" y="129"/>
                    <a:pt x="305" y="129"/>
                  </a:cubicBezTo>
                  <a:cubicBezTo>
                    <a:pt x="306" y="129"/>
                    <a:pt x="306" y="129"/>
                    <a:pt x="306" y="129"/>
                  </a:cubicBezTo>
                  <a:cubicBezTo>
                    <a:pt x="419" y="129"/>
                    <a:pt x="419" y="129"/>
                    <a:pt x="419" y="129"/>
                  </a:cubicBezTo>
                  <a:cubicBezTo>
                    <a:pt x="419" y="129"/>
                    <a:pt x="419" y="129"/>
                    <a:pt x="420" y="129"/>
                  </a:cubicBezTo>
                  <a:cubicBezTo>
                    <a:pt x="515" y="224"/>
                    <a:pt x="515" y="224"/>
                    <a:pt x="515" y="224"/>
                  </a:cubicBezTo>
                  <a:cubicBezTo>
                    <a:pt x="515" y="225"/>
                    <a:pt x="515" y="225"/>
                    <a:pt x="515" y="225"/>
                  </a:cubicBezTo>
                  <a:cubicBezTo>
                    <a:pt x="515" y="255"/>
                    <a:pt x="515" y="255"/>
                    <a:pt x="515" y="255"/>
                  </a:cubicBezTo>
                  <a:cubicBezTo>
                    <a:pt x="529" y="269"/>
                    <a:pt x="529" y="269"/>
                    <a:pt x="529" y="269"/>
                  </a:cubicBezTo>
                  <a:lnTo>
                    <a:pt x="526" y="2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7" name="Freeform 582"/>
            <p:cNvSpPr>
              <a:spLocks/>
            </p:cNvSpPr>
            <p:nvPr/>
          </p:nvSpPr>
          <p:spPr bwMode="auto">
            <a:xfrm flipV="1">
              <a:off x="-2992436" y="2412998"/>
              <a:ext cx="2127250" cy="1366838"/>
            </a:xfrm>
            <a:custGeom>
              <a:avLst/>
              <a:gdLst>
                <a:gd name="T0" fmla="*/ 532 w 567"/>
                <a:gd name="T1" fmla="*/ 364 h 364"/>
                <a:gd name="T2" fmla="*/ 494 w 567"/>
                <a:gd name="T3" fmla="*/ 364 h 364"/>
                <a:gd name="T4" fmla="*/ 493 w 567"/>
                <a:gd name="T5" fmla="*/ 364 h 364"/>
                <a:gd name="T6" fmla="*/ 442 w 567"/>
                <a:gd name="T7" fmla="*/ 313 h 364"/>
                <a:gd name="T8" fmla="*/ 442 w 567"/>
                <a:gd name="T9" fmla="*/ 312 h 364"/>
                <a:gd name="T10" fmla="*/ 442 w 567"/>
                <a:gd name="T11" fmla="*/ 280 h 364"/>
                <a:gd name="T12" fmla="*/ 442 w 567"/>
                <a:gd name="T13" fmla="*/ 279 h 364"/>
                <a:gd name="T14" fmla="*/ 452 w 567"/>
                <a:gd name="T15" fmla="*/ 270 h 364"/>
                <a:gd name="T16" fmla="*/ 454 w 567"/>
                <a:gd name="T17" fmla="*/ 272 h 364"/>
                <a:gd name="T18" fmla="*/ 445 w 567"/>
                <a:gd name="T19" fmla="*/ 281 h 364"/>
                <a:gd name="T20" fmla="*/ 445 w 567"/>
                <a:gd name="T21" fmla="*/ 311 h 364"/>
                <a:gd name="T22" fmla="*/ 495 w 567"/>
                <a:gd name="T23" fmla="*/ 361 h 364"/>
                <a:gd name="T24" fmla="*/ 531 w 567"/>
                <a:gd name="T25" fmla="*/ 361 h 364"/>
                <a:gd name="T26" fmla="*/ 564 w 567"/>
                <a:gd name="T27" fmla="*/ 329 h 364"/>
                <a:gd name="T28" fmla="*/ 564 w 567"/>
                <a:gd name="T29" fmla="*/ 288 h 364"/>
                <a:gd name="T30" fmla="*/ 418 w 567"/>
                <a:gd name="T31" fmla="*/ 142 h 364"/>
                <a:gd name="T32" fmla="*/ 291 w 567"/>
                <a:gd name="T33" fmla="*/ 142 h 364"/>
                <a:gd name="T34" fmla="*/ 229 w 567"/>
                <a:gd name="T35" fmla="*/ 204 h 364"/>
                <a:gd name="T36" fmla="*/ 228 w 567"/>
                <a:gd name="T37" fmla="*/ 205 h 364"/>
                <a:gd name="T38" fmla="*/ 202 w 567"/>
                <a:gd name="T39" fmla="*/ 205 h 364"/>
                <a:gd name="T40" fmla="*/ 201 w 567"/>
                <a:gd name="T41" fmla="*/ 204 h 364"/>
                <a:gd name="T42" fmla="*/ 0 w 567"/>
                <a:gd name="T43" fmla="*/ 3 h 364"/>
                <a:gd name="T44" fmla="*/ 2 w 567"/>
                <a:gd name="T45" fmla="*/ 0 h 364"/>
                <a:gd name="T46" fmla="*/ 203 w 567"/>
                <a:gd name="T47" fmla="*/ 201 h 364"/>
                <a:gd name="T48" fmla="*/ 227 w 567"/>
                <a:gd name="T49" fmla="*/ 201 h 364"/>
                <a:gd name="T50" fmla="*/ 289 w 567"/>
                <a:gd name="T51" fmla="*/ 140 h 364"/>
                <a:gd name="T52" fmla="*/ 290 w 567"/>
                <a:gd name="T53" fmla="*/ 139 h 364"/>
                <a:gd name="T54" fmla="*/ 419 w 567"/>
                <a:gd name="T55" fmla="*/ 139 h 364"/>
                <a:gd name="T56" fmla="*/ 420 w 567"/>
                <a:gd name="T57" fmla="*/ 140 h 364"/>
                <a:gd name="T58" fmla="*/ 567 w 567"/>
                <a:gd name="T59" fmla="*/ 286 h 364"/>
                <a:gd name="T60" fmla="*/ 567 w 567"/>
                <a:gd name="T61" fmla="*/ 287 h 364"/>
                <a:gd name="T62" fmla="*/ 567 w 567"/>
                <a:gd name="T63" fmla="*/ 329 h 364"/>
                <a:gd name="T64" fmla="*/ 567 w 567"/>
                <a:gd name="T65" fmla="*/ 330 h 364"/>
                <a:gd name="T66" fmla="*/ 533 w 567"/>
                <a:gd name="T67" fmla="*/ 364 h 364"/>
                <a:gd name="T68" fmla="*/ 532 w 567"/>
                <a:gd name="T6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7" h="364">
                  <a:moveTo>
                    <a:pt x="532" y="364"/>
                  </a:moveTo>
                  <a:cubicBezTo>
                    <a:pt x="494" y="364"/>
                    <a:pt x="494" y="364"/>
                    <a:pt x="494" y="364"/>
                  </a:cubicBezTo>
                  <a:cubicBezTo>
                    <a:pt x="494" y="364"/>
                    <a:pt x="493" y="364"/>
                    <a:pt x="493" y="364"/>
                  </a:cubicBezTo>
                  <a:cubicBezTo>
                    <a:pt x="442" y="313"/>
                    <a:pt x="442" y="313"/>
                    <a:pt x="442" y="313"/>
                  </a:cubicBezTo>
                  <a:cubicBezTo>
                    <a:pt x="442" y="313"/>
                    <a:pt x="442" y="312"/>
                    <a:pt x="442" y="312"/>
                  </a:cubicBezTo>
                  <a:cubicBezTo>
                    <a:pt x="442" y="280"/>
                    <a:pt x="442" y="280"/>
                    <a:pt x="442" y="280"/>
                  </a:cubicBezTo>
                  <a:cubicBezTo>
                    <a:pt x="442" y="280"/>
                    <a:pt x="442" y="279"/>
                    <a:pt x="442" y="279"/>
                  </a:cubicBezTo>
                  <a:cubicBezTo>
                    <a:pt x="452" y="270"/>
                    <a:pt x="452" y="270"/>
                    <a:pt x="452" y="270"/>
                  </a:cubicBezTo>
                  <a:cubicBezTo>
                    <a:pt x="454" y="272"/>
                    <a:pt x="454" y="272"/>
                    <a:pt x="454" y="272"/>
                  </a:cubicBezTo>
                  <a:cubicBezTo>
                    <a:pt x="445" y="281"/>
                    <a:pt x="445" y="281"/>
                    <a:pt x="445" y="281"/>
                  </a:cubicBezTo>
                  <a:cubicBezTo>
                    <a:pt x="445" y="311"/>
                    <a:pt x="445" y="311"/>
                    <a:pt x="445" y="311"/>
                  </a:cubicBezTo>
                  <a:cubicBezTo>
                    <a:pt x="495" y="361"/>
                    <a:pt x="495" y="361"/>
                    <a:pt x="495" y="361"/>
                  </a:cubicBezTo>
                  <a:cubicBezTo>
                    <a:pt x="531" y="361"/>
                    <a:pt x="531" y="361"/>
                    <a:pt x="531" y="361"/>
                  </a:cubicBezTo>
                  <a:cubicBezTo>
                    <a:pt x="564" y="329"/>
                    <a:pt x="564" y="329"/>
                    <a:pt x="564" y="329"/>
                  </a:cubicBezTo>
                  <a:cubicBezTo>
                    <a:pt x="564" y="288"/>
                    <a:pt x="564" y="288"/>
                    <a:pt x="564" y="288"/>
                  </a:cubicBezTo>
                  <a:cubicBezTo>
                    <a:pt x="418" y="142"/>
                    <a:pt x="418" y="142"/>
                    <a:pt x="418" y="142"/>
                  </a:cubicBezTo>
                  <a:cubicBezTo>
                    <a:pt x="291" y="142"/>
                    <a:pt x="291" y="142"/>
                    <a:pt x="291" y="142"/>
                  </a:cubicBezTo>
                  <a:cubicBezTo>
                    <a:pt x="229" y="204"/>
                    <a:pt x="229" y="204"/>
                    <a:pt x="229" y="204"/>
                  </a:cubicBezTo>
                  <a:cubicBezTo>
                    <a:pt x="229" y="205"/>
                    <a:pt x="228" y="205"/>
                    <a:pt x="228" y="205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1" y="20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03" y="201"/>
                    <a:pt x="203" y="201"/>
                    <a:pt x="203" y="201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39"/>
                    <a:pt x="290" y="139"/>
                    <a:pt x="290" y="139"/>
                  </a:cubicBezTo>
                  <a:cubicBezTo>
                    <a:pt x="419" y="139"/>
                    <a:pt x="419" y="139"/>
                    <a:pt x="419" y="139"/>
                  </a:cubicBezTo>
                  <a:cubicBezTo>
                    <a:pt x="420" y="139"/>
                    <a:pt x="420" y="139"/>
                    <a:pt x="420" y="140"/>
                  </a:cubicBezTo>
                  <a:cubicBezTo>
                    <a:pt x="567" y="286"/>
                    <a:pt x="567" y="286"/>
                    <a:pt x="567" y="286"/>
                  </a:cubicBezTo>
                  <a:cubicBezTo>
                    <a:pt x="567" y="286"/>
                    <a:pt x="567" y="287"/>
                    <a:pt x="567" y="287"/>
                  </a:cubicBezTo>
                  <a:cubicBezTo>
                    <a:pt x="567" y="329"/>
                    <a:pt x="567" y="329"/>
                    <a:pt x="567" y="329"/>
                  </a:cubicBezTo>
                  <a:cubicBezTo>
                    <a:pt x="567" y="330"/>
                    <a:pt x="567" y="330"/>
                    <a:pt x="567" y="330"/>
                  </a:cubicBezTo>
                  <a:cubicBezTo>
                    <a:pt x="533" y="364"/>
                    <a:pt x="533" y="364"/>
                    <a:pt x="533" y="364"/>
                  </a:cubicBezTo>
                  <a:cubicBezTo>
                    <a:pt x="533" y="364"/>
                    <a:pt x="532" y="364"/>
                    <a:pt x="532" y="3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8" name="Freeform 583"/>
            <p:cNvSpPr>
              <a:spLocks/>
            </p:cNvSpPr>
            <p:nvPr/>
          </p:nvSpPr>
          <p:spPr bwMode="auto">
            <a:xfrm flipV="1">
              <a:off x="-2725736" y="2451099"/>
              <a:ext cx="2124075" cy="1358900"/>
            </a:xfrm>
            <a:custGeom>
              <a:avLst/>
              <a:gdLst>
                <a:gd name="T0" fmla="*/ 564 w 566"/>
                <a:gd name="T1" fmla="*/ 362 h 362"/>
                <a:gd name="T2" fmla="*/ 509 w 566"/>
                <a:gd name="T3" fmla="*/ 307 h 362"/>
                <a:gd name="T4" fmla="*/ 508 w 566"/>
                <a:gd name="T5" fmla="*/ 306 h 362"/>
                <a:gd name="T6" fmla="*/ 508 w 566"/>
                <a:gd name="T7" fmla="*/ 277 h 362"/>
                <a:gd name="T8" fmla="*/ 355 w 566"/>
                <a:gd name="T9" fmla="*/ 123 h 362"/>
                <a:gd name="T10" fmla="*/ 213 w 566"/>
                <a:gd name="T11" fmla="*/ 123 h 362"/>
                <a:gd name="T12" fmla="*/ 183 w 566"/>
                <a:gd name="T13" fmla="*/ 154 h 362"/>
                <a:gd name="T14" fmla="*/ 181 w 566"/>
                <a:gd name="T15" fmla="*/ 154 h 362"/>
                <a:gd name="T16" fmla="*/ 153 w 566"/>
                <a:gd name="T17" fmla="*/ 154 h 362"/>
                <a:gd name="T18" fmla="*/ 152 w 566"/>
                <a:gd name="T19" fmla="*/ 154 h 362"/>
                <a:gd name="T20" fmla="*/ 0 w 566"/>
                <a:gd name="T21" fmla="*/ 2 h 362"/>
                <a:gd name="T22" fmla="*/ 2 w 566"/>
                <a:gd name="T23" fmla="*/ 0 h 362"/>
                <a:gd name="T24" fmla="*/ 154 w 566"/>
                <a:gd name="T25" fmla="*/ 151 h 362"/>
                <a:gd name="T26" fmla="*/ 181 w 566"/>
                <a:gd name="T27" fmla="*/ 151 h 362"/>
                <a:gd name="T28" fmla="*/ 211 w 566"/>
                <a:gd name="T29" fmla="*/ 120 h 362"/>
                <a:gd name="T30" fmla="*/ 213 w 566"/>
                <a:gd name="T31" fmla="*/ 120 h 362"/>
                <a:gd name="T32" fmla="*/ 355 w 566"/>
                <a:gd name="T33" fmla="*/ 120 h 362"/>
                <a:gd name="T34" fmla="*/ 357 w 566"/>
                <a:gd name="T35" fmla="*/ 120 h 362"/>
                <a:gd name="T36" fmla="*/ 511 w 566"/>
                <a:gd name="T37" fmla="*/ 275 h 362"/>
                <a:gd name="T38" fmla="*/ 512 w 566"/>
                <a:gd name="T39" fmla="*/ 276 h 362"/>
                <a:gd name="T40" fmla="*/ 512 w 566"/>
                <a:gd name="T41" fmla="*/ 305 h 362"/>
                <a:gd name="T42" fmla="*/ 566 w 566"/>
                <a:gd name="T43" fmla="*/ 359 h 362"/>
                <a:gd name="T44" fmla="*/ 564 w 566"/>
                <a:gd name="T45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6" h="362">
                  <a:moveTo>
                    <a:pt x="564" y="362"/>
                  </a:moveTo>
                  <a:cubicBezTo>
                    <a:pt x="509" y="307"/>
                    <a:pt x="509" y="307"/>
                    <a:pt x="509" y="307"/>
                  </a:cubicBezTo>
                  <a:cubicBezTo>
                    <a:pt x="509" y="307"/>
                    <a:pt x="508" y="306"/>
                    <a:pt x="508" y="306"/>
                  </a:cubicBezTo>
                  <a:cubicBezTo>
                    <a:pt x="508" y="277"/>
                    <a:pt x="508" y="277"/>
                    <a:pt x="508" y="277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213" y="123"/>
                    <a:pt x="213" y="123"/>
                    <a:pt x="213" y="123"/>
                  </a:cubicBezTo>
                  <a:cubicBezTo>
                    <a:pt x="183" y="154"/>
                    <a:pt x="183" y="154"/>
                    <a:pt x="183" y="154"/>
                  </a:cubicBezTo>
                  <a:cubicBezTo>
                    <a:pt x="182" y="154"/>
                    <a:pt x="182" y="154"/>
                    <a:pt x="181" y="154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3" y="154"/>
                    <a:pt x="152" y="154"/>
                    <a:pt x="152" y="1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81" y="151"/>
                    <a:pt x="181" y="151"/>
                    <a:pt x="181" y="151"/>
                  </a:cubicBezTo>
                  <a:cubicBezTo>
                    <a:pt x="211" y="120"/>
                    <a:pt x="211" y="120"/>
                    <a:pt x="211" y="120"/>
                  </a:cubicBezTo>
                  <a:cubicBezTo>
                    <a:pt x="212" y="120"/>
                    <a:pt x="212" y="120"/>
                    <a:pt x="213" y="120"/>
                  </a:cubicBezTo>
                  <a:cubicBezTo>
                    <a:pt x="355" y="120"/>
                    <a:pt x="355" y="120"/>
                    <a:pt x="355" y="120"/>
                  </a:cubicBezTo>
                  <a:cubicBezTo>
                    <a:pt x="356" y="120"/>
                    <a:pt x="356" y="120"/>
                    <a:pt x="357" y="120"/>
                  </a:cubicBezTo>
                  <a:cubicBezTo>
                    <a:pt x="511" y="275"/>
                    <a:pt x="511" y="275"/>
                    <a:pt x="511" y="275"/>
                  </a:cubicBezTo>
                  <a:cubicBezTo>
                    <a:pt x="512" y="275"/>
                    <a:pt x="512" y="276"/>
                    <a:pt x="512" y="276"/>
                  </a:cubicBezTo>
                  <a:cubicBezTo>
                    <a:pt x="512" y="305"/>
                    <a:pt x="512" y="305"/>
                    <a:pt x="512" y="305"/>
                  </a:cubicBezTo>
                  <a:cubicBezTo>
                    <a:pt x="566" y="359"/>
                    <a:pt x="566" y="359"/>
                    <a:pt x="566" y="359"/>
                  </a:cubicBezTo>
                  <a:lnTo>
                    <a:pt x="564" y="3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9" name="Freeform 584"/>
            <p:cNvSpPr>
              <a:spLocks/>
            </p:cNvSpPr>
            <p:nvPr/>
          </p:nvSpPr>
          <p:spPr bwMode="auto">
            <a:xfrm flipV="1">
              <a:off x="-2741611" y="2754311"/>
              <a:ext cx="2071687" cy="1333500"/>
            </a:xfrm>
            <a:custGeom>
              <a:avLst/>
              <a:gdLst>
                <a:gd name="T0" fmla="*/ 552 w 552"/>
                <a:gd name="T1" fmla="*/ 355 h 355"/>
                <a:gd name="T2" fmla="*/ 549 w 552"/>
                <a:gd name="T3" fmla="*/ 355 h 355"/>
                <a:gd name="T4" fmla="*/ 549 w 552"/>
                <a:gd name="T5" fmla="*/ 337 h 355"/>
                <a:gd name="T6" fmla="*/ 360 w 552"/>
                <a:gd name="T7" fmla="*/ 148 h 355"/>
                <a:gd name="T8" fmla="*/ 211 w 552"/>
                <a:gd name="T9" fmla="*/ 148 h 355"/>
                <a:gd name="T10" fmla="*/ 195 w 552"/>
                <a:gd name="T11" fmla="*/ 164 h 355"/>
                <a:gd name="T12" fmla="*/ 193 w 552"/>
                <a:gd name="T13" fmla="*/ 165 h 355"/>
                <a:gd name="T14" fmla="*/ 163 w 552"/>
                <a:gd name="T15" fmla="*/ 165 h 355"/>
                <a:gd name="T16" fmla="*/ 162 w 552"/>
                <a:gd name="T17" fmla="*/ 164 h 355"/>
                <a:gd name="T18" fmla="*/ 0 w 552"/>
                <a:gd name="T19" fmla="*/ 2 h 355"/>
                <a:gd name="T20" fmla="*/ 3 w 552"/>
                <a:gd name="T21" fmla="*/ 0 h 355"/>
                <a:gd name="T22" fmla="*/ 164 w 552"/>
                <a:gd name="T23" fmla="*/ 161 h 355"/>
                <a:gd name="T24" fmla="*/ 193 w 552"/>
                <a:gd name="T25" fmla="*/ 161 h 355"/>
                <a:gd name="T26" fmla="*/ 209 w 552"/>
                <a:gd name="T27" fmla="*/ 145 h 355"/>
                <a:gd name="T28" fmla="*/ 210 w 552"/>
                <a:gd name="T29" fmla="*/ 145 h 355"/>
                <a:gd name="T30" fmla="*/ 361 w 552"/>
                <a:gd name="T31" fmla="*/ 145 h 355"/>
                <a:gd name="T32" fmla="*/ 362 w 552"/>
                <a:gd name="T33" fmla="*/ 145 h 355"/>
                <a:gd name="T34" fmla="*/ 552 w 552"/>
                <a:gd name="T35" fmla="*/ 335 h 355"/>
                <a:gd name="T36" fmla="*/ 552 w 552"/>
                <a:gd name="T37" fmla="*/ 336 h 355"/>
                <a:gd name="T38" fmla="*/ 552 w 552"/>
                <a:gd name="T39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2" h="355">
                  <a:moveTo>
                    <a:pt x="552" y="355"/>
                  </a:moveTo>
                  <a:cubicBezTo>
                    <a:pt x="549" y="355"/>
                    <a:pt x="549" y="355"/>
                    <a:pt x="549" y="355"/>
                  </a:cubicBezTo>
                  <a:cubicBezTo>
                    <a:pt x="549" y="337"/>
                    <a:pt x="549" y="337"/>
                    <a:pt x="549" y="337"/>
                  </a:cubicBezTo>
                  <a:cubicBezTo>
                    <a:pt x="360" y="148"/>
                    <a:pt x="360" y="148"/>
                    <a:pt x="360" y="148"/>
                  </a:cubicBezTo>
                  <a:cubicBezTo>
                    <a:pt x="211" y="148"/>
                    <a:pt x="211" y="148"/>
                    <a:pt x="211" y="148"/>
                  </a:cubicBezTo>
                  <a:cubicBezTo>
                    <a:pt x="195" y="164"/>
                    <a:pt x="195" y="164"/>
                    <a:pt x="195" y="164"/>
                  </a:cubicBezTo>
                  <a:cubicBezTo>
                    <a:pt x="194" y="164"/>
                    <a:pt x="194" y="165"/>
                    <a:pt x="193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3" y="165"/>
                    <a:pt x="162" y="164"/>
                    <a:pt x="162" y="16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64" y="161"/>
                    <a:pt x="164" y="161"/>
                    <a:pt x="164" y="161"/>
                  </a:cubicBezTo>
                  <a:cubicBezTo>
                    <a:pt x="193" y="161"/>
                    <a:pt x="193" y="161"/>
                    <a:pt x="193" y="161"/>
                  </a:cubicBezTo>
                  <a:cubicBezTo>
                    <a:pt x="209" y="145"/>
                    <a:pt x="209" y="145"/>
                    <a:pt x="209" y="145"/>
                  </a:cubicBezTo>
                  <a:cubicBezTo>
                    <a:pt x="209" y="145"/>
                    <a:pt x="210" y="145"/>
                    <a:pt x="210" y="145"/>
                  </a:cubicBezTo>
                  <a:cubicBezTo>
                    <a:pt x="361" y="145"/>
                    <a:pt x="361" y="145"/>
                    <a:pt x="361" y="145"/>
                  </a:cubicBezTo>
                  <a:cubicBezTo>
                    <a:pt x="361" y="145"/>
                    <a:pt x="362" y="145"/>
                    <a:pt x="362" y="145"/>
                  </a:cubicBezTo>
                  <a:cubicBezTo>
                    <a:pt x="552" y="335"/>
                    <a:pt x="552" y="335"/>
                    <a:pt x="552" y="335"/>
                  </a:cubicBezTo>
                  <a:cubicBezTo>
                    <a:pt x="552" y="335"/>
                    <a:pt x="552" y="336"/>
                    <a:pt x="552" y="336"/>
                  </a:cubicBezTo>
                  <a:lnTo>
                    <a:pt x="552" y="3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0" name="Freeform 801"/>
            <p:cNvSpPr>
              <a:spLocks noEditPoints="1"/>
            </p:cNvSpPr>
            <p:nvPr/>
          </p:nvSpPr>
          <p:spPr bwMode="auto">
            <a:xfrm flipV="1">
              <a:off x="1960564" y="6110285"/>
              <a:ext cx="98425" cy="90488"/>
            </a:xfrm>
            <a:custGeom>
              <a:avLst/>
              <a:gdLst>
                <a:gd name="T0" fmla="*/ 13 w 26"/>
                <a:gd name="T1" fmla="*/ 6 h 24"/>
                <a:gd name="T2" fmla="*/ 17 w 26"/>
                <a:gd name="T3" fmla="*/ 8 h 24"/>
                <a:gd name="T4" fmla="*/ 17 w 26"/>
                <a:gd name="T5" fmla="*/ 17 h 24"/>
                <a:gd name="T6" fmla="*/ 13 w 26"/>
                <a:gd name="T7" fmla="*/ 18 h 24"/>
                <a:gd name="T8" fmla="*/ 9 w 26"/>
                <a:gd name="T9" fmla="*/ 17 h 24"/>
                <a:gd name="T10" fmla="*/ 9 w 26"/>
                <a:gd name="T11" fmla="*/ 8 h 24"/>
                <a:gd name="T12" fmla="*/ 13 w 26"/>
                <a:gd name="T13" fmla="*/ 6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2 w 26"/>
                <a:gd name="T23" fmla="*/ 21 h 24"/>
                <a:gd name="T24" fmla="*/ 22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8"/>
                    <a:pt x="13" y="18"/>
                  </a:cubicBezTo>
                  <a:cubicBezTo>
                    <a:pt x="11" y="18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1"/>
                    <a:pt x="4" y="4"/>
                  </a:cubicBezTo>
                  <a:cubicBezTo>
                    <a:pt x="0" y="8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2" y="21"/>
                  </a:cubicBezTo>
                  <a:cubicBezTo>
                    <a:pt x="26" y="16"/>
                    <a:pt x="26" y="8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1" name="Freeform 802"/>
            <p:cNvSpPr>
              <a:spLocks noEditPoints="1"/>
            </p:cNvSpPr>
            <p:nvPr/>
          </p:nvSpPr>
          <p:spPr bwMode="auto">
            <a:xfrm flipV="1">
              <a:off x="2609852" y="5637210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7 w 26"/>
                <a:gd name="T3" fmla="*/ 8 h 25"/>
                <a:gd name="T4" fmla="*/ 17 w 26"/>
                <a:gd name="T5" fmla="*/ 17 h 25"/>
                <a:gd name="T6" fmla="*/ 13 w 26"/>
                <a:gd name="T7" fmla="*/ 19 h 25"/>
                <a:gd name="T8" fmla="*/ 9 w 26"/>
                <a:gd name="T9" fmla="*/ 17 h 25"/>
                <a:gd name="T10" fmla="*/ 9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4 w 26"/>
                <a:gd name="T17" fmla="*/ 4 h 25"/>
                <a:gd name="T18" fmla="*/ 4 w 26"/>
                <a:gd name="T19" fmla="*/ 21 h 25"/>
                <a:gd name="T20" fmla="*/ 13 w 26"/>
                <a:gd name="T21" fmla="*/ 25 h 25"/>
                <a:gd name="T22" fmla="*/ 22 w 26"/>
                <a:gd name="T23" fmla="*/ 21 h 25"/>
                <a:gd name="T24" fmla="*/ 22 w 26"/>
                <a:gd name="T25" fmla="*/ 4 h 25"/>
                <a:gd name="T26" fmla="*/ 13 w 26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9"/>
                    <a:pt x="13" y="19"/>
                  </a:cubicBezTo>
                  <a:cubicBezTo>
                    <a:pt x="11" y="19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6" y="25"/>
                    <a:pt x="19" y="23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2" name="Freeform 804"/>
            <p:cNvSpPr>
              <a:spLocks noEditPoints="1"/>
            </p:cNvSpPr>
            <p:nvPr/>
          </p:nvSpPr>
          <p:spPr bwMode="auto">
            <a:xfrm flipV="1">
              <a:off x="2191985" y="3470273"/>
              <a:ext cx="101600" cy="90488"/>
            </a:xfrm>
            <a:custGeom>
              <a:avLst/>
              <a:gdLst>
                <a:gd name="T0" fmla="*/ 14 w 27"/>
                <a:gd name="T1" fmla="*/ 6 h 24"/>
                <a:gd name="T2" fmla="*/ 18 w 27"/>
                <a:gd name="T3" fmla="*/ 8 h 24"/>
                <a:gd name="T4" fmla="*/ 18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8 h 24"/>
                <a:gd name="T12" fmla="*/ 14 w 27"/>
                <a:gd name="T13" fmla="*/ 6 h 24"/>
                <a:gd name="T14" fmla="*/ 14 w 27"/>
                <a:gd name="T15" fmla="*/ 0 h 24"/>
                <a:gd name="T16" fmla="*/ 5 w 27"/>
                <a:gd name="T17" fmla="*/ 3 h 24"/>
                <a:gd name="T18" fmla="*/ 5 w 27"/>
                <a:gd name="T19" fmla="*/ 21 h 24"/>
                <a:gd name="T20" fmla="*/ 14 w 27"/>
                <a:gd name="T21" fmla="*/ 24 h 24"/>
                <a:gd name="T22" fmla="*/ 22 w 27"/>
                <a:gd name="T23" fmla="*/ 21 h 24"/>
                <a:gd name="T24" fmla="*/ 22 w 27"/>
                <a:gd name="T25" fmla="*/ 3 h 24"/>
                <a:gd name="T26" fmla="*/ 14 w 27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4">
                  <a:moveTo>
                    <a:pt x="14" y="6"/>
                  </a:moveTo>
                  <a:cubicBezTo>
                    <a:pt x="15" y="6"/>
                    <a:pt x="17" y="6"/>
                    <a:pt x="18" y="8"/>
                  </a:cubicBezTo>
                  <a:cubicBezTo>
                    <a:pt x="20" y="10"/>
                    <a:pt x="20" y="14"/>
                    <a:pt x="18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7" y="14"/>
                    <a:pt x="7" y="10"/>
                    <a:pt x="9" y="8"/>
                  </a:cubicBezTo>
                  <a:cubicBezTo>
                    <a:pt x="10" y="6"/>
                    <a:pt x="12" y="6"/>
                    <a:pt x="14" y="6"/>
                  </a:cubicBezTo>
                  <a:close/>
                  <a:moveTo>
                    <a:pt x="14" y="0"/>
                  </a:move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4"/>
                    <a:pt x="14" y="24"/>
                  </a:cubicBezTo>
                  <a:cubicBezTo>
                    <a:pt x="17" y="24"/>
                    <a:pt x="20" y="23"/>
                    <a:pt x="22" y="21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3" name="任意多边形 1579"/>
            <p:cNvSpPr>
              <a:spLocks/>
            </p:cNvSpPr>
            <p:nvPr/>
          </p:nvSpPr>
          <p:spPr bwMode="auto">
            <a:xfrm flipV="1">
              <a:off x="3314562" y="4770340"/>
              <a:ext cx="3033852" cy="2698846"/>
            </a:xfrm>
            <a:custGeom>
              <a:avLst/>
              <a:gdLst>
                <a:gd name="connsiteX0" fmla="*/ 17697 w 3033852"/>
                <a:gd name="connsiteY0" fmla="*/ 2698846 h 2698846"/>
                <a:gd name="connsiteX1" fmla="*/ 114308 w 3033852"/>
                <a:gd name="connsiteY1" fmla="*/ 2602405 h 2698846"/>
                <a:gd name="connsiteX2" fmla="*/ 1206037 w 3033852"/>
                <a:gd name="connsiteY2" fmla="*/ 1512600 h 2698846"/>
                <a:gd name="connsiteX3" fmla="*/ 1382438 w 3033852"/>
                <a:gd name="connsiteY3" fmla="*/ 1512600 h 2698846"/>
                <a:gd name="connsiteX4" fmla="*/ 1393698 w 3033852"/>
                <a:gd name="connsiteY4" fmla="*/ 1508846 h 2698846"/>
                <a:gd name="connsiteX5" fmla="*/ 1926654 w 3033852"/>
                <a:gd name="connsiteY5" fmla="*/ 972118 h 2698846"/>
                <a:gd name="connsiteX6" fmla="*/ 2076783 w 3033852"/>
                <a:gd name="connsiteY6" fmla="*/ 972118 h 2698846"/>
                <a:gd name="connsiteX7" fmla="*/ 2084289 w 3033852"/>
                <a:gd name="connsiteY7" fmla="*/ 968364 h 2698846"/>
                <a:gd name="connsiteX8" fmla="*/ 3033852 w 3033852"/>
                <a:gd name="connsiteY8" fmla="*/ 18767 h 2698846"/>
                <a:gd name="connsiteX9" fmla="*/ 3015086 w 3033852"/>
                <a:gd name="connsiteY9" fmla="*/ 0 h 2698846"/>
                <a:gd name="connsiteX10" fmla="*/ 2069277 w 3033852"/>
                <a:gd name="connsiteY10" fmla="*/ 945844 h 2698846"/>
                <a:gd name="connsiteX11" fmla="*/ 1922901 w 3033852"/>
                <a:gd name="connsiteY11" fmla="*/ 945844 h 2698846"/>
                <a:gd name="connsiteX12" fmla="*/ 1911641 w 3033852"/>
                <a:gd name="connsiteY12" fmla="*/ 949597 h 2698846"/>
                <a:gd name="connsiteX13" fmla="*/ 1378685 w 3033852"/>
                <a:gd name="connsiteY13" fmla="*/ 1486326 h 2698846"/>
                <a:gd name="connsiteX14" fmla="*/ 1198531 w 3033852"/>
                <a:gd name="connsiteY14" fmla="*/ 1486326 h 2698846"/>
                <a:gd name="connsiteX15" fmla="*/ 1191025 w 3033852"/>
                <a:gd name="connsiteY15" fmla="*/ 1490080 h 2698846"/>
                <a:gd name="connsiteX16" fmla="*/ 67694 w 3033852"/>
                <a:gd name="connsiteY16" fmla="*/ 2613451 h 2698846"/>
                <a:gd name="connsiteX17" fmla="*/ 0 w 3033852"/>
                <a:gd name="connsiteY17" fmla="*/ 2681148 h 269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33852" h="2698846">
                  <a:moveTo>
                    <a:pt x="17697" y="2698846"/>
                  </a:moveTo>
                  <a:lnTo>
                    <a:pt x="114308" y="2602405"/>
                  </a:lnTo>
                  <a:cubicBezTo>
                    <a:pt x="392924" y="2324280"/>
                    <a:pt x="749553" y="1968280"/>
                    <a:pt x="1206037" y="1512600"/>
                  </a:cubicBezTo>
                  <a:cubicBezTo>
                    <a:pt x="1206037" y="1512600"/>
                    <a:pt x="1206037" y="1512600"/>
                    <a:pt x="1382438" y="1512600"/>
                  </a:cubicBezTo>
                  <a:cubicBezTo>
                    <a:pt x="1386192" y="1512600"/>
                    <a:pt x="1389945" y="1508846"/>
                    <a:pt x="1393698" y="1508846"/>
                  </a:cubicBezTo>
                  <a:cubicBezTo>
                    <a:pt x="1393698" y="1508846"/>
                    <a:pt x="1393698" y="1508846"/>
                    <a:pt x="1926654" y="972118"/>
                  </a:cubicBezTo>
                  <a:cubicBezTo>
                    <a:pt x="1926654" y="972118"/>
                    <a:pt x="1926654" y="972118"/>
                    <a:pt x="2076783" y="972118"/>
                  </a:cubicBezTo>
                  <a:cubicBezTo>
                    <a:pt x="2076783" y="972118"/>
                    <a:pt x="2080536" y="972118"/>
                    <a:pt x="2084289" y="968364"/>
                  </a:cubicBezTo>
                  <a:cubicBezTo>
                    <a:pt x="2084289" y="968364"/>
                    <a:pt x="2084289" y="968364"/>
                    <a:pt x="3033852" y="18767"/>
                  </a:cubicBezTo>
                  <a:cubicBezTo>
                    <a:pt x="3033852" y="18767"/>
                    <a:pt x="3033852" y="18767"/>
                    <a:pt x="3015086" y="0"/>
                  </a:cubicBezTo>
                  <a:cubicBezTo>
                    <a:pt x="3015086" y="0"/>
                    <a:pt x="3015086" y="0"/>
                    <a:pt x="2069277" y="945844"/>
                  </a:cubicBezTo>
                  <a:cubicBezTo>
                    <a:pt x="2069277" y="945844"/>
                    <a:pt x="2069277" y="945844"/>
                    <a:pt x="1922901" y="945844"/>
                  </a:cubicBezTo>
                  <a:cubicBezTo>
                    <a:pt x="1919148" y="945844"/>
                    <a:pt x="1915395" y="949597"/>
                    <a:pt x="1911641" y="949597"/>
                  </a:cubicBezTo>
                  <a:cubicBezTo>
                    <a:pt x="1911641" y="949597"/>
                    <a:pt x="1911641" y="949597"/>
                    <a:pt x="1378685" y="1486326"/>
                  </a:cubicBezTo>
                  <a:cubicBezTo>
                    <a:pt x="1378685" y="1486326"/>
                    <a:pt x="1378685" y="1486326"/>
                    <a:pt x="1198531" y="1486326"/>
                  </a:cubicBezTo>
                  <a:cubicBezTo>
                    <a:pt x="1194778" y="1486326"/>
                    <a:pt x="1191025" y="1486326"/>
                    <a:pt x="1191025" y="1490080"/>
                  </a:cubicBezTo>
                  <a:cubicBezTo>
                    <a:pt x="1191025" y="1490080"/>
                    <a:pt x="1191025" y="1490080"/>
                    <a:pt x="67694" y="2613451"/>
                  </a:cubicBezTo>
                  <a:lnTo>
                    <a:pt x="0" y="268114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4" name="任意多边形 1536"/>
            <p:cNvSpPr>
              <a:spLocks/>
            </p:cNvSpPr>
            <p:nvPr/>
          </p:nvSpPr>
          <p:spPr bwMode="auto">
            <a:xfrm flipV="1">
              <a:off x="2328508" y="3317874"/>
              <a:ext cx="663931" cy="2341563"/>
            </a:xfrm>
            <a:custGeom>
              <a:avLst/>
              <a:gdLst>
                <a:gd name="connsiteX0" fmla="*/ 0 w 663931"/>
                <a:gd name="connsiteY0" fmla="*/ 2341563 h 2341563"/>
                <a:gd name="connsiteX1" fmla="*/ 18755 w 663931"/>
                <a:gd name="connsiteY1" fmla="*/ 2341563 h 2341563"/>
                <a:gd name="connsiteX2" fmla="*/ 18755 w 663931"/>
                <a:gd name="connsiteY2" fmla="*/ 2312254 h 2341563"/>
                <a:gd name="connsiteX3" fmla="*/ 18755 w 663931"/>
                <a:gd name="connsiteY3" fmla="*/ 1756289 h 2341563"/>
                <a:gd name="connsiteX4" fmla="*/ 660180 w 663931"/>
                <a:gd name="connsiteY4" fmla="*/ 1114568 h 2341563"/>
                <a:gd name="connsiteX5" fmla="*/ 663931 w 663931"/>
                <a:gd name="connsiteY5" fmla="*/ 1107063 h 2341563"/>
                <a:gd name="connsiteX6" fmla="*/ 663931 w 663931"/>
                <a:gd name="connsiteY6" fmla="*/ 476600 h 2341563"/>
                <a:gd name="connsiteX7" fmla="*/ 660180 w 663931"/>
                <a:gd name="connsiteY7" fmla="*/ 469095 h 2341563"/>
                <a:gd name="connsiteX8" fmla="*/ 337592 w 663931"/>
                <a:gd name="connsiteY8" fmla="*/ 146358 h 2341563"/>
                <a:gd name="connsiteX9" fmla="*/ 337592 w 663931"/>
                <a:gd name="connsiteY9" fmla="*/ 0 h 2341563"/>
                <a:gd name="connsiteX10" fmla="*/ 315086 w 663931"/>
                <a:gd name="connsiteY10" fmla="*/ 0 h 2341563"/>
                <a:gd name="connsiteX11" fmla="*/ 315086 w 663931"/>
                <a:gd name="connsiteY11" fmla="*/ 150110 h 2341563"/>
                <a:gd name="connsiteX12" fmla="*/ 318837 w 663931"/>
                <a:gd name="connsiteY12" fmla="*/ 157616 h 2341563"/>
                <a:gd name="connsiteX13" fmla="*/ 641425 w 663931"/>
                <a:gd name="connsiteY13" fmla="*/ 480353 h 2341563"/>
                <a:gd name="connsiteX14" fmla="*/ 641425 w 663931"/>
                <a:gd name="connsiteY14" fmla="*/ 1103310 h 2341563"/>
                <a:gd name="connsiteX15" fmla="*/ 0 w 663931"/>
                <a:gd name="connsiteY15" fmla="*/ 1741278 h 2341563"/>
                <a:gd name="connsiteX16" fmla="*/ 0 w 663931"/>
                <a:gd name="connsiteY16" fmla="*/ 1748784 h 2341563"/>
                <a:gd name="connsiteX17" fmla="*/ 0 w 663931"/>
                <a:gd name="connsiteY17" fmla="*/ 2244052 h 234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3931" h="2341563">
                  <a:moveTo>
                    <a:pt x="0" y="2341563"/>
                  </a:moveTo>
                  <a:lnTo>
                    <a:pt x="18755" y="2341563"/>
                  </a:lnTo>
                  <a:lnTo>
                    <a:pt x="18755" y="2312254"/>
                  </a:lnTo>
                  <a:cubicBezTo>
                    <a:pt x="18755" y="2204509"/>
                    <a:pt x="18755" y="2032117"/>
                    <a:pt x="18755" y="1756289"/>
                  </a:cubicBezTo>
                  <a:cubicBezTo>
                    <a:pt x="18755" y="1756289"/>
                    <a:pt x="18755" y="1756289"/>
                    <a:pt x="660180" y="1114568"/>
                  </a:cubicBezTo>
                  <a:cubicBezTo>
                    <a:pt x="663931" y="1110816"/>
                    <a:pt x="663931" y="1110816"/>
                    <a:pt x="663931" y="1107063"/>
                  </a:cubicBezTo>
                  <a:cubicBezTo>
                    <a:pt x="663931" y="1107063"/>
                    <a:pt x="663931" y="1107063"/>
                    <a:pt x="663931" y="476600"/>
                  </a:cubicBezTo>
                  <a:cubicBezTo>
                    <a:pt x="663931" y="472847"/>
                    <a:pt x="663931" y="469095"/>
                    <a:pt x="660180" y="469095"/>
                  </a:cubicBezTo>
                  <a:cubicBezTo>
                    <a:pt x="660180" y="469095"/>
                    <a:pt x="660180" y="469095"/>
                    <a:pt x="337592" y="146358"/>
                  </a:cubicBezTo>
                  <a:cubicBezTo>
                    <a:pt x="337592" y="146358"/>
                    <a:pt x="337592" y="146358"/>
                    <a:pt x="337592" y="0"/>
                  </a:cubicBezTo>
                  <a:cubicBezTo>
                    <a:pt x="337592" y="0"/>
                    <a:pt x="337592" y="0"/>
                    <a:pt x="315086" y="0"/>
                  </a:cubicBezTo>
                  <a:cubicBezTo>
                    <a:pt x="315086" y="0"/>
                    <a:pt x="315086" y="0"/>
                    <a:pt x="315086" y="150110"/>
                  </a:cubicBezTo>
                  <a:cubicBezTo>
                    <a:pt x="315086" y="153863"/>
                    <a:pt x="318837" y="157616"/>
                    <a:pt x="318837" y="157616"/>
                  </a:cubicBezTo>
                  <a:cubicBezTo>
                    <a:pt x="318837" y="157616"/>
                    <a:pt x="318837" y="157616"/>
                    <a:pt x="641425" y="480353"/>
                  </a:cubicBezTo>
                  <a:cubicBezTo>
                    <a:pt x="641425" y="480353"/>
                    <a:pt x="641425" y="480353"/>
                    <a:pt x="641425" y="1103310"/>
                  </a:cubicBezTo>
                  <a:cubicBezTo>
                    <a:pt x="641425" y="1103310"/>
                    <a:pt x="641425" y="1103310"/>
                    <a:pt x="0" y="1741278"/>
                  </a:cubicBezTo>
                  <a:cubicBezTo>
                    <a:pt x="0" y="1745031"/>
                    <a:pt x="0" y="1748784"/>
                    <a:pt x="0" y="1748784"/>
                  </a:cubicBezTo>
                  <a:cubicBezTo>
                    <a:pt x="0" y="1748784"/>
                    <a:pt x="0" y="1748784"/>
                    <a:pt x="0" y="224405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5" name="任意多边形 1539"/>
            <p:cNvSpPr>
              <a:spLocks/>
            </p:cNvSpPr>
            <p:nvPr/>
          </p:nvSpPr>
          <p:spPr bwMode="auto">
            <a:xfrm flipV="1">
              <a:off x="1998243" y="3553617"/>
              <a:ext cx="886246" cy="2578894"/>
            </a:xfrm>
            <a:custGeom>
              <a:avLst/>
              <a:gdLst>
                <a:gd name="connsiteX0" fmla="*/ 232828 w 886246"/>
                <a:gd name="connsiteY0" fmla="*/ 2578894 h 2578894"/>
                <a:gd name="connsiteX1" fmla="*/ 255359 w 886246"/>
                <a:gd name="connsiteY1" fmla="*/ 2578894 h 2578894"/>
                <a:gd name="connsiteX2" fmla="*/ 255359 w 886246"/>
                <a:gd name="connsiteY2" fmla="*/ 2434465 h 2578894"/>
                <a:gd name="connsiteX3" fmla="*/ 255359 w 886246"/>
                <a:gd name="connsiteY3" fmla="*/ 2187952 h 2578894"/>
                <a:gd name="connsiteX4" fmla="*/ 882491 w 886246"/>
                <a:gd name="connsiteY4" fmla="*/ 1557462 h 2578894"/>
                <a:gd name="connsiteX5" fmla="*/ 886246 w 886246"/>
                <a:gd name="connsiteY5" fmla="*/ 1549956 h 2578894"/>
                <a:gd name="connsiteX6" fmla="*/ 886246 w 886246"/>
                <a:gd name="connsiteY6" fmla="*/ 1013288 h 2578894"/>
                <a:gd name="connsiteX7" fmla="*/ 882491 w 886246"/>
                <a:gd name="connsiteY7" fmla="*/ 1005783 h 2578894"/>
                <a:gd name="connsiteX8" fmla="*/ 22532 w 886246"/>
                <a:gd name="connsiteY8" fmla="*/ 142611 h 2578894"/>
                <a:gd name="connsiteX9" fmla="*/ 22532 w 886246"/>
                <a:gd name="connsiteY9" fmla="*/ 0 h 2578894"/>
                <a:gd name="connsiteX10" fmla="*/ 0 w 886246"/>
                <a:gd name="connsiteY10" fmla="*/ 0 h 2578894"/>
                <a:gd name="connsiteX11" fmla="*/ 0 w 886246"/>
                <a:gd name="connsiteY11" fmla="*/ 146364 h 2578894"/>
                <a:gd name="connsiteX12" fmla="*/ 3756 w 886246"/>
                <a:gd name="connsiteY12" fmla="*/ 153870 h 2578894"/>
                <a:gd name="connsiteX13" fmla="*/ 863715 w 886246"/>
                <a:gd name="connsiteY13" fmla="*/ 1017041 h 2578894"/>
                <a:gd name="connsiteX14" fmla="*/ 863715 w 886246"/>
                <a:gd name="connsiteY14" fmla="*/ 1546203 h 2578894"/>
                <a:gd name="connsiteX15" fmla="*/ 236583 w 886246"/>
                <a:gd name="connsiteY15" fmla="*/ 2176693 h 2578894"/>
                <a:gd name="connsiteX16" fmla="*/ 232828 w 886246"/>
                <a:gd name="connsiteY16" fmla="*/ 2184199 h 2578894"/>
                <a:gd name="connsiteX17" fmla="*/ 232828 w 886246"/>
                <a:gd name="connsiteY17" fmla="*/ 2517689 h 257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86246" h="2578894">
                  <a:moveTo>
                    <a:pt x="232828" y="2578894"/>
                  </a:moveTo>
                  <a:lnTo>
                    <a:pt x="255359" y="2578894"/>
                  </a:lnTo>
                  <a:lnTo>
                    <a:pt x="255359" y="2434465"/>
                  </a:lnTo>
                  <a:cubicBezTo>
                    <a:pt x="255359" y="2362991"/>
                    <a:pt x="255359" y="2281306"/>
                    <a:pt x="255359" y="2187952"/>
                  </a:cubicBezTo>
                  <a:cubicBezTo>
                    <a:pt x="255359" y="2187952"/>
                    <a:pt x="255359" y="2187952"/>
                    <a:pt x="882491" y="1557462"/>
                  </a:cubicBezTo>
                  <a:cubicBezTo>
                    <a:pt x="886246" y="1557462"/>
                    <a:pt x="886246" y="1553709"/>
                    <a:pt x="886246" y="1549956"/>
                  </a:cubicBezTo>
                  <a:cubicBezTo>
                    <a:pt x="886246" y="1549956"/>
                    <a:pt x="886246" y="1549956"/>
                    <a:pt x="886246" y="1013288"/>
                  </a:cubicBezTo>
                  <a:cubicBezTo>
                    <a:pt x="886246" y="1009536"/>
                    <a:pt x="886246" y="1005783"/>
                    <a:pt x="882491" y="1005783"/>
                  </a:cubicBezTo>
                  <a:cubicBezTo>
                    <a:pt x="882491" y="1005783"/>
                    <a:pt x="882491" y="1005783"/>
                    <a:pt x="22532" y="142611"/>
                  </a:cubicBezTo>
                  <a:cubicBezTo>
                    <a:pt x="22532" y="142611"/>
                    <a:pt x="22532" y="142611"/>
                    <a:pt x="22532" y="0"/>
                  </a:cubicBezTo>
                  <a:cubicBezTo>
                    <a:pt x="22532" y="0"/>
                    <a:pt x="22532" y="0"/>
                    <a:pt x="0" y="0"/>
                  </a:cubicBezTo>
                  <a:cubicBezTo>
                    <a:pt x="0" y="0"/>
                    <a:pt x="0" y="0"/>
                    <a:pt x="0" y="146364"/>
                  </a:cubicBezTo>
                  <a:cubicBezTo>
                    <a:pt x="0" y="150117"/>
                    <a:pt x="0" y="153870"/>
                    <a:pt x="3756" y="153870"/>
                  </a:cubicBezTo>
                  <a:cubicBezTo>
                    <a:pt x="3756" y="153870"/>
                    <a:pt x="3756" y="153870"/>
                    <a:pt x="863715" y="1017041"/>
                  </a:cubicBezTo>
                  <a:cubicBezTo>
                    <a:pt x="863715" y="1017041"/>
                    <a:pt x="863715" y="1017041"/>
                    <a:pt x="863715" y="1546203"/>
                  </a:cubicBezTo>
                  <a:cubicBezTo>
                    <a:pt x="863715" y="1546203"/>
                    <a:pt x="863715" y="1546203"/>
                    <a:pt x="236583" y="2176693"/>
                  </a:cubicBezTo>
                  <a:cubicBezTo>
                    <a:pt x="232828" y="2176693"/>
                    <a:pt x="232828" y="2180446"/>
                    <a:pt x="232828" y="2184199"/>
                  </a:cubicBezTo>
                  <a:cubicBezTo>
                    <a:pt x="232828" y="2184199"/>
                    <a:pt x="232828" y="2184199"/>
                    <a:pt x="232828" y="251768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6" name="椭圆 1537"/>
            <p:cNvSpPr>
              <a:spLocks noChangeAspect="1"/>
            </p:cNvSpPr>
            <p:nvPr/>
          </p:nvSpPr>
          <p:spPr>
            <a:xfrm>
              <a:off x="2295590" y="3240505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solidFill>
                <a:srgbClr val="4D4D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7" name="椭圆 1540"/>
            <p:cNvSpPr>
              <a:spLocks noChangeAspect="1"/>
            </p:cNvSpPr>
            <p:nvPr/>
          </p:nvSpPr>
          <p:spPr>
            <a:xfrm>
              <a:off x="3254922" y="471169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8" name="椭圆 1541"/>
            <p:cNvSpPr>
              <a:spLocks noChangeAspect="1"/>
            </p:cNvSpPr>
            <p:nvPr/>
          </p:nvSpPr>
          <p:spPr>
            <a:xfrm>
              <a:off x="3495552" y="544896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9" name="椭圆 1542"/>
            <p:cNvSpPr/>
            <p:nvPr/>
          </p:nvSpPr>
          <p:spPr>
            <a:xfrm>
              <a:off x="2318942" y="4220764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0" name="椭圆 1543"/>
            <p:cNvSpPr/>
            <p:nvPr/>
          </p:nvSpPr>
          <p:spPr>
            <a:xfrm>
              <a:off x="1061246" y="29114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1" name="椭圆 1544"/>
            <p:cNvSpPr/>
            <p:nvPr/>
          </p:nvSpPr>
          <p:spPr>
            <a:xfrm>
              <a:off x="1049339" y="328929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2" name="椭圆 1545"/>
            <p:cNvSpPr/>
            <p:nvPr/>
          </p:nvSpPr>
          <p:spPr>
            <a:xfrm>
              <a:off x="680641" y="291345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3" name="椭圆 1546"/>
            <p:cNvSpPr/>
            <p:nvPr/>
          </p:nvSpPr>
          <p:spPr>
            <a:xfrm>
              <a:off x="305992" y="254833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4" name="椭圆 1547"/>
            <p:cNvSpPr/>
            <p:nvPr/>
          </p:nvSpPr>
          <p:spPr>
            <a:xfrm>
              <a:off x="1575198" y="382468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5" name="椭圆 1548"/>
            <p:cNvSpPr/>
            <p:nvPr/>
          </p:nvSpPr>
          <p:spPr>
            <a:xfrm>
              <a:off x="2307036" y="4965299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6" name="椭圆 1549"/>
            <p:cNvSpPr/>
            <p:nvPr/>
          </p:nvSpPr>
          <p:spPr>
            <a:xfrm>
              <a:off x="2694385" y="4996257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7" name="椭圆 1550"/>
            <p:cNvSpPr/>
            <p:nvPr/>
          </p:nvSpPr>
          <p:spPr>
            <a:xfrm>
              <a:off x="2940448" y="564713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8" name="椭圆 1551"/>
            <p:cNvSpPr>
              <a:spLocks noChangeAspect="1"/>
            </p:cNvSpPr>
            <p:nvPr/>
          </p:nvSpPr>
          <p:spPr>
            <a:xfrm>
              <a:off x="3840832" y="5817204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9" name="椭圆 1552"/>
            <p:cNvSpPr/>
            <p:nvPr/>
          </p:nvSpPr>
          <p:spPr>
            <a:xfrm>
              <a:off x="4421585" y="6393258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20" name="椭圆 1553"/>
            <p:cNvSpPr/>
            <p:nvPr/>
          </p:nvSpPr>
          <p:spPr>
            <a:xfrm>
              <a:off x="3898504" y="65690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21" name="椭圆 1554"/>
            <p:cNvSpPr/>
            <p:nvPr/>
          </p:nvSpPr>
          <p:spPr>
            <a:xfrm>
              <a:off x="5148660" y="6750445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10279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806"/>
          <a:stretch/>
        </p:blipFill>
        <p:spPr>
          <a:xfrm>
            <a:off x="0" y="961786"/>
            <a:ext cx="8728364" cy="5896213"/>
          </a:xfrm>
          <a:prstGeom prst="rect">
            <a:avLst/>
          </a:prstGeom>
        </p:spPr>
      </p:pic>
      <p:grpSp>
        <p:nvGrpSpPr>
          <p:cNvPr id="4" name="组合 4"/>
          <p:cNvGrpSpPr/>
          <p:nvPr/>
        </p:nvGrpSpPr>
        <p:grpSpPr>
          <a:xfrm>
            <a:off x="0" y="508124"/>
            <a:ext cx="3395006" cy="431295"/>
            <a:chOff x="-22274" y="526055"/>
            <a:chExt cx="3395006" cy="431295"/>
          </a:xfrm>
        </p:grpSpPr>
        <p:grpSp>
          <p:nvGrpSpPr>
            <p:cNvPr id="5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0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1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6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7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5" name="文本框 6"/>
          <p:cNvSpPr txBox="1"/>
          <p:nvPr/>
        </p:nvSpPr>
        <p:spPr>
          <a:xfrm>
            <a:off x="484806" y="113018"/>
            <a:ext cx="5686802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ID/W </a:t>
            </a:r>
            <a:r>
              <a:rPr lang="en-US" altLang="zh-CN" sz="2600" b="1" dirty="0" err="1">
                <a:solidFill>
                  <a:prstClr val="black"/>
                </a:solidFill>
                <a:ea typeface="方正清刻本悦宋简体" panose="02000000000000000000" pitchFamily="2" charset="-122"/>
              </a:rPr>
              <a:t>vs</a:t>
            </a:r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 GM/ID for NMOS input pair 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15867" y="1824879"/>
            <a:ext cx="3158002" cy="4170025"/>
          </a:xfrm>
          <a:prstGeom prst="rect">
            <a:avLst/>
          </a:prstGeom>
        </p:spPr>
      </p:pic>
      <p:sp>
        <p:nvSpPr>
          <p:cNvPr id="16" name="Rounded Rectangle 15"/>
          <p:cNvSpPr/>
          <p:nvPr/>
        </p:nvSpPr>
        <p:spPr>
          <a:xfrm>
            <a:off x="8589400" y="3598222"/>
            <a:ext cx="3384469" cy="878775"/>
          </a:xfrm>
          <a:prstGeom prst="round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17" name="组合 1"/>
          <p:cNvGrpSpPr/>
          <p:nvPr/>
        </p:nvGrpSpPr>
        <p:grpSpPr>
          <a:xfrm rot="10359241">
            <a:off x="6347865" y="-5609521"/>
            <a:ext cx="9412287" cy="8794751"/>
            <a:chOff x="-3063873" y="1797048"/>
            <a:chExt cx="9412287" cy="8794751"/>
          </a:xfrm>
        </p:grpSpPr>
        <p:sp>
          <p:nvSpPr>
            <p:cNvPr id="18" name="Freeform 412"/>
            <p:cNvSpPr>
              <a:spLocks noEditPoints="1"/>
            </p:cNvSpPr>
            <p:nvPr/>
          </p:nvSpPr>
          <p:spPr bwMode="auto">
            <a:xfrm flipV="1">
              <a:off x="1371602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2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4 w 25"/>
                <a:gd name="T17" fmla="*/ 3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1 w 25"/>
                <a:gd name="T25" fmla="*/ 21 h 25"/>
                <a:gd name="T26" fmla="*/ 25 w 25"/>
                <a:gd name="T27" fmla="*/ 12 h 25"/>
                <a:gd name="T28" fmla="*/ 21 w 25"/>
                <a:gd name="T29" fmla="*/ 3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" name="Freeform 413"/>
            <p:cNvSpPr>
              <a:spLocks noEditPoints="1"/>
            </p:cNvSpPr>
            <p:nvPr/>
          </p:nvSpPr>
          <p:spPr bwMode="auto">
            <a:xfrm flipV="1">
              <a:off x="1038227" y="61436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4 w 25"/>
                <a:gd name="T17" fmla="*/ 3 h 24"/>
                <a:gd name="T18" fmla="*/ 0 w 25"/>
                <a:gd name="T19" fmla="*/ 12 h 24"/>
                <a:gd name="T20" fmla="*/ 12 w 25"/>
                <a:gd name="T21" fmla="*/ 24 h 24"/>
                <a:gd name="T22" fmla="*/ 25 w 25"/>
                <a:gd name="T23" fmla="*/ 12 h 24"/>
                <a:gd name="T24" fmla="*/ 21 w 25"/>
                <a:gd name="T25" fmla="*/ 3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" name="Freeform 414"/>
            <p:cNvSpPr>
              <a:spLocks noEditPoints="1"/>
            </p:cNvSpPr>
            <p:nvPr/>
          </p:nvSpPr>
          <p:spPr bwMode="auto">
            <a:xfrm flipV="1">
              <a:off x="1165227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3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1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7"/>
                    <a:pt x="5" y="13"/>
                  </a:cubicBezTo>
                  <a:cubicBezTo>
                    <a:pt x="5" y="9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" name="Freeform 415"/>
            <p:cNvSpPr>
              <a:spLocks noEditPoints="1"/>
            </p:cNvSpPr>
            <p:nvPr/>
          </p:nvSpPr>
          <p:spPr bwMode="auto">
            <a:xfrm flipV="1">
              <a:off x="2106614" y="5149849"/>
              <a:ext cx="106362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6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14 w 28"/>
                <a:gd name="T19" fmla="*/ 0 h 28"/>
                <a:gd name="T20" fmla="*/ 0 w 28"/>
                <a:gd name="T21" fmla="*/ 14 h 28"/>
                <a:gd name="T22" fmla="*/ 14 w 28"/>
                <a:gd name="T23" fmla="*/ 28 h 28"/>
                <a:gd name="T24" fmla="*/ 28 w 28"/>
                <a:gd name="T25" fmla="*/ 1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" name="Freeform 416"/>
            <p:cNvSpPr>
              <a:spLocks noEditPoints="1"/>
            </p:cNvSpPr>
            <p:nvPr/>
          </p:nvSpPr>
          <p:spPr bwMode="auto">
            <a:xfrm flipV="1">
              <a:off x="2295527" y="4954586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2 w 25"/>
                <a:gd name="T3" fmla="*/ 5 h 25"/>
                <a:gd name="T4" fmla="*/ 20 w 25"/>
                <a:gd name="T5" fmla="*/ 12 h 25"/>
                <a:gd name="T6" fmla="*/ 12 w 25"/>
                <a:gd name="T7" fmla="*/ 20 h 25"/>
                <a:gd name="T8" fmla="*/ 5 w 25"/>
                <a:gd name="T9" fmla="*/ 12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12 w 25"/>
                <a:gd name="T17" fmla="*/ 0 h 25"/>
                <a:gd name="T18" fmla="*/ 0 w 25"/>
                <a:gd name="T19" fmla="*/ 12 h 25"/>
                <a:gd name="T20" fmla="*/ 12 w 25"/>
                <a:gd name="T21" fmla="*/ 25 h 25"/>
                <a:gd name="T22" fmla="*/ 25 w 25"/>
                <a:gd name="T23" fmla="*/ 12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" name="Freeform 417"/>
            <p:cNvSpPr>
              <a:spLocks noEditPoints="1"/>
            </p:cNvSpPr>
            <p:nvPr/>
          </p:nvSpPr>
          <p:spPr bwMode="auto">
            <a:xfrm flipV="1">
              <a:off x="2684464" y="4600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12 w 24"/>
                <a:gd name="T19" fmla="*/ 0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 418"/>
            <p:cNvSpPr>
              <a:spLocks noEditPoints="1"/>
            </p:cNvSpPr>
            <p:nvPr/>
          </p:nvSpPr>
          <p:spPr bwMode="auto">
            <a:xfrm flipV="1">
              <a:off x="2519364" y="44132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2 h 25"/>
                <a:gd name="T4" fmla="*/ 12 w 25"/>
                <a:gd name="T5" fmla="*/ 19 h 25"/>
                <a:gd name="T6" fmla="*/ 12 w 25"/>
                <a:gd name="T7" fmla="*/ 19 h 25"/>
                <a:gd name="T8" fmla="*/ 12 w 25"/>
                <a:gd name="T9" fmla="*/ 19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0 h 25"/>
                <a:gd name="T16" fmla="*/ 12 w 25"/>
                <a:gd name="T17" fmla="*/ 0 h 25"/>
                <a:gd name="T18" fmla="*/ 4 w 25"/>
                <a:gd name="T19" fmla="*/ 3 h 25"/>
                <a:gd name="T20" fmla="*/ 0 w 25"/>
                <a:gd name="T21" fmla="*/ 12 h 25"/>
                <a:gd name="T22" fmla="*/ 12 w 25"/>
                <a:gd name="T23" fmla="*/ 25 h 25"/>
                <a:gd name="T24" fmla="*/ 25 w 25"/>
                <a:gd name="T25" fmla="*/ 12 h 25"/>
                <a:gd name="T26" fmla="*/ 21 w 25"/>
                <a:gd name="T27" fmla="*/ 3 h 25"/>
                <a:gd name="T28" fmla="*/ 12 w 25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" name="Freeform 419"/>
            <p:cNvSpPr>
              <a:spLocks noEditPoints="1"/>
            </p:cNvSpPr>
            <p:nvPr/>
          </p:nvSpPr>
          <p:spPr bwMode="auto">
            <a:xfrm flipV="1">
              <a:off x="2309814" y="4586286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6" name="Freeform 420"/>
            <p:cNvSpPr>
              <a:spLocks noEditPoints="1"/>
            </p:cNvSpPr>
            <p:nvPr/>
          </p:nvSpPr>
          <p:spPr bwMode="auto">
            <a:xfrm flipV="1">
              <a:off x="2136777" y="4368798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2 w 25"/>
                <a:gd name="T25" fmla="*/ 21 h 25"/>
                <a:gd name="T26" fmla="*/ 25 w 25"/>
                <a:gd name="T27" fmla="*/ 12 h 25"/>
                <a:gd name="T28" fmla="*/ 22 w 25"/>
                <a:gd name="T29" fmla="*/ 4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6"/>
                    <a:pt x="6" y="12"/>
                  </a:cubicBezTo>
                  <a:cubicBezTo>
                    <a:pt x="6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7" name="Freeform 421"/>
            <p:cNvSpPr>
              <a:spLocks noEditPoints="1"/>
            </p:cNvSpPr>
            <p:nvPr/>
          </p:nvSpPr>
          <p:spPr bwMode="auto">
            <a:xfrm flipV="1">
              <a:off x="2301877" y="4203699"/>
              <a:ext cx="104775" cy="104775"/>
            </a:xfrm>
            <a:custGeom>
              <a:avLst/>
              <a:gdLst>
                <a:gd name="T0" fmla="*/ 14 w 28"/>
                <a:gd name="T1" fmla="*/ 7 h 28"/>
                <a:gd name="T2" fmla="*/ 14 w 28"/>
                <a:gd name="T3" fmla="*/ 7 h 28"/>
                <a:gd name="T4" fmla="*/ 21 w 28"/>
                <a:gd name="T5" fmla="*/ 14 h 28"/>
                <a:gd name="T6" fmla="*/ 14 w 28"/>
                <a:gd name="T7" fmla="*/ 21 h 28"/>
                <a:gd name="T8" fmla="*/ 14 w 28"/>
                <a:gd name="T9" fmla="*/ 21 h 28"/>
                <a:gd name="T10" fmla="*/ 7 w 28"/>
                <a:gd name="T11" fmla="*/ 14 h 28"/>
                <a:gd name="T12" fmla="*/ 14 w 28"/>
                <a:gd name="T13" fmla="*/ 7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14 w 28"/>
                <a:gd name="T21" fmla="*/ 28 h 28"/>
                <a:gd name="T22" fmla="*/ 28 w 28"/>
                <a:gd name="T23" fmla="*/ 14 h 28"/>
                <a:gd name="T24" fmla="*/ 24 w 28"/>
                <a:gd name="T25" fmla="*/ 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8" y="7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4" y="7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10"/>
                    <a:pt x="27" y="7"/>
                    <a:pt x="24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8" name="Freeform 422"/>
            <p:cNvSpPr>
              <a:spLocks noEditPoints="1"/>
            </p:cNvSpPr>
            <p:nvPr/>
          </p:nvSpPr>
          <p:spPr bwMode="auto">
            <a:xfrm flipV="1">
              <a:off x="1765302" y="400049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2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5 h 25"/>
                <a:gd name="T16" fmla="*/ 12 w 25"/>
                <a:gd name="T17" fmla="*/ 0 h 25"/>
                <a:gd name="T18" fmla="*/ 12 w 25"/>
                <a:gd name="T19" fmla="*/ 0 h 25"/>
                <a:gd name="T20" fmla="*/ 3 w 25"/>
                <a:gd name="T21" fmla="*/ 4 h 25"/>
                <a:gd name="T22" fmla="*/ 0 w 25"/>
                <a:gd name="T23" fmla="*/ 12 h 25"/>
                <a:gd name="T24" fmla="*/ 3 w 25"/>
                <a:gd name="T25" fmla="*/ 21 h 25"/>
                <a:gd name="T26" fmla="*/ 12 w 25"/>
                <a:gd name="T27" fmla="*/ 25 h 25"/>
                <a:gd name="T28" fmla="*/ 25 w 25"/>
                <a:gd name="T29" fmla="*/ 12 h 25"/>
                <a:gd name="T30" fmla="*/ 12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9" name="Freeform 423"/>
            <p:cNvSpPr>
              <a:spLocks noEditPoints="1"/>
            </p:cNvSpPr>
            <p:nvPr/>
          </p:nvSpPr>
          <p:spPr bwMode="auto">
            <a:xfrm flipV="1">
              <a:off x="2009777" y="38544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0 w 25"/>
                <a:gd name="T15" fmla="*/ 13 h 25"/>
                <a:gd name="T16" fmla="*/ 4 w 25"/>
                <a:gd name="T17" fmla="*/ 21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20" y="9"/>
                    <a:pt x="20" y="13"/>
                  </a:cubicBezTo>
                  <a:cubicBezTo>
                    <a:pt x="20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4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0" name="Freeform 424"/>
            <p:cNvSpPr>
              <a:spLocks noEditPoints="1"/>
            </p:cNvSpPr>
            <p:nvPr/>
          </p:nvSpPr>
          <p:spPr bwMode="auto">
            <a:xfrm flipV="1">
              <a:off x="1563689" y="3813173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2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 425"/>
            <p:cNvSpPr>
              <a:spLocks/>
            </p:cNvSpPr>
            <p:nvPr/>
          </p:nvSpPr>
          <p:spPr bwMode="auto">
            <a:xfrm flipV="1">
              <a:off x="309564" y="5400674"/>
              <a:ext cx="2014537" cy="2251075"/>
            </a:xfrm>
            <a:custGeom>
              <a:avLst/>
              <a:gdLst>
                <a:gd name="T0" fmla="*/ 534 w 537"/>
                <a:gd name="T1" fmla="*/ 600 h 600"/>
                <a:gd name="T2" fmla="*/ 345 w 537"/>
                <a:gd name="T3" fmla="*/ 411 h 600"/>
                <a:gd name="T4" fmla="*/ 345 w 537"/>
                <a:gd name="T5" fmla="*/ 410 h 600"/>
                <a:gd name="T6" fmla="*/ 345 w 537"/>
                <a:gd name="T7" fmla="*/ 347 h 600"/>
                <a:gd name="T8" fmla="*/ 0 w 537"/>
                <a:gd name="T9" fmla="*/ 3 h 600"/>
                <a:gd name="T10" fmla="*/ 2 w 537"/>
                <a:gd name="T11" fmla="*/ 0 h 600"/>
                <a:gd name="T12" fmla="*/ 347 w 537"/>
                <a:gd name="T13" fmla="*/ 346 h 600"/>
                <a:gd name="T14" fmla="*/ 348 w 537"/>
                <a:gd name="T15" fmla="*/ 347 h 600"/>
                <a:gd name="T16" fmla="*/ 348 w 537"/>
                <a:gd name="T17" fmla="*/ 409 h 600"/>
                <a:gd name="T18" fmla="*/ 537 w 537"/>
                <a:gd name="T19" fmla="*/ 598 h 600"/>
                <a:gd name="T20" fmla="*/ 534 w 537"/>
                <a:gd name="T21" fmla="*/ 6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7" h="600">
                  <a:moveTo>
                    <a:pt x="534" y="600"/>
                  </a:moveTo>
                  <a:cubicBezTo>
                    <a:pt x="345" y="411"/>
                    <a:pt x="345" y="411"/>
                    <a:pt x="345" y="411"/>
                  </a:cubicBezTo>
                  <a:cubicBezTo>
                    <a:pt x="345" y="411"/>
                    <a:pt x="345" y="410"/>
                    <a:pt x="345" y="410"/>
                  </a:cubicBezTo>
                  <a:cubicBezTo>
                    <a:pt x="345" y="347"/>
                    <a:pt x="345" y="347"/>
                    <a:pt x="345" y="34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47" y="346"/>
                    <a:pt x="347" y="346"/>
                    <a:pt x="347" y="346"/>
                  </a:cubicBezTo>
                  <a:cubicBezTo>
                    <a:pt x="348" y="346"/>
                    <a:pt x="348" y="346"/>
                    <a:pt x="348" y="347"/>
                  </a:cubicBezTo>
                  <a:cubicBezTo>
                    <a:pt x="348" y="409"/>
                    <a:pt x="348" y="409"/>
                    <a:pt x="348" y="409"/>
                  </a:cubicBezTo>
                  <a:cubicBezTo>
                    <a:pt x="537" y="598"/>
                    <a:pt x="537" y="598"/>
                    <a:pt x="537" y="598"/>
                  </a:cubicBezTo>
                  <a:lnTo>
                    <a:pt x="534" y="6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2" name="Freeform 426"/>
            <p:cNvSpPr>
              <a:spLocks/>
            </p:cNvSpPr>
            <p:nvPr/>
          </p:nvSpPr>
          <p:spPr bwMode="auto">
            <a:xfrm flipV="1">
              <a:off x="246064" y="5026024"/>
              <a:ext cx="2446337" cy="2562225"/>
            </a:xfrm>
            <a:custGeom>
              <a:avLst/>
              <a:gdLst>
                <a:gd name="T0" fmla="*/ 652 w 652"/>
                <a:gd name="T1" fmla="*/ 683 h 683"/>
                <a:gd name="T2" fmla="*/ 613 w 652"/>
                <a:gd name="T3" fmla="*/ 683 h 683"/>
                <a:gd name="T4" fmla="*/ 612 w 652"/>
                <a:gd name="T5" fmla="*/ 682 h 683"/>
                <a:gd name="T6" fmla="*/ 335 w 652"/>
                <a:gd name="T7" fmla="*/ 405 h 683"/>
                <a:gd name="T8" fmla="*/ 335 w 652"/>
                <a:gd name="T9" fmla="*/ 404 h 683"/>
                <a:gd name="T10" fmla="*/ 335 w 652"/>
                <a:gd name="T11" fmla="*/ 337 h 683"/>
                <a:gd name="T12" fmla="*/ 0 w 652"/>
                <a:gd name="T13" fmla="*/ 2 h 683"/>
                <a:gd name="T14" fmla="*/ 2 w 652"/>
                <a:gd name="T15" fmla="*/ 0 h 683"/>
                <a:gd name="T16" fmla="*/ 338 w 652"/>
                <a:gd name="T17" fmla="*/ 335 h 683"/>
                <a:gd name="T18" fmla="*/ 338 w 652"/>
                <a:gd name="T19" fmla="*/ 336 h 683"/>
                <a:gd name="T20" fmla="*/ 338 w 652"/>
                <a:gd name="T21" fmla="*/ 403 h 683"/>
                <a:gd name="T22" fmla="*/ 614 w 652"/>
                <a:gd name="T23" fmla="*/ 679 h 683"/>
                <a:gd name="T24" fmla="*/ 652 w 652"/>
                <a:gd name="T25" fmla="*/ 679 h 683"/>
                <a:gd name="T26" fmla="*/ 652 w 652"/>
                <a:gd name="T27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2" h="683">
                  <a:moveTo>
                    <a:pt x="652" y="683"/>
                  </a:moveTo>
                  <a:cubicBezTo>
                    <a:pt x="613" y="683"/>
                    <a:pt x="613" y="683"/>
                    <a:pt x="613" y="683"/>
                  </a:cubicBezTo>
                  <a:cubicBezTo>
                    <a:pt x="613" y="683"/>
                    <a:pt x="612" y="682"/>
                    <a:pt x="612" y="682"/>
                  </a:cubicBezTo>
                  <a:cubicBezTo>
                    <a:pt x="335" y="405"/>
                    <a:pt x="335" y="405"/>
                    <a:pt x="335" y="405"/>
                  </a:cubicBezTo>
                  <a:cubicBezTo>
                    <a:pt x="335" y="405"/>
                    <a:pt x="335" y="404"/>
                    <a:pt x="335" y="404"/>
                  </a:cubicBezTo>
                  <a:cubicBezTo>
                    <a:pt x="335" y="337"/>
                    <a:pt x="335" y="337"/>
                    <a:pt x="335" y="3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38" y="335"/>
                    <a:pt x="338" y="335"/>
                    <a:pt x="338" y="335"/>
                  </a:cubicBezTo>
                  <a:cubicBezTo>
                    <a:pt x="338" y="335"/>
                    <a:pt x="338" y="335"/>
                    <a:pt x="338" y="336"/>
                  </a:cubicBezTo>
                  <a:cubicBezTo>
                    <a:pt x="338" y="403"/>
                    <a:pt x="338" y="403"/>
                    <a:pt x="338" y="403"/>
                  </a:cubicBezTo>
                  <a:cubicBezTo>
                    <a:pt x="614" y="679"/>
                    <a:pt x="614" y="679"/>
                    <a:pt x="614" y="679"/>
                  </a:cubicBezTo>
                  <a:cubicBezTo>
                    <a:pt x="652" y="679"/>
                    <a:pt x="652" y="679"/>
                    <a:pt x="652" y="679"/>
                  </a:cubicBezTo>
                  <a:lnTo>
                    <a:pt x="652" y="68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3" name="Freeform 427"/>
            <p:cNvSpPr>
              <a:spLocks/>
            </p:cNvSpPr>
            <p:nvPr/>
          </p:nvSpPr>
          <p:spPr bwMode="auto">
            <a:xfrm flipV="1">
              <a:off x="174627" y="5929311"/>
              <a:ext cx="1257300" cy="1598613"/>
            </a:xfrm>
            <a:custGeom>
              <a:avLst/>
              <a:gdLst>
                <a:gd name="T0" fmla="*/ 335 w 335"/>
                <a:gd name="T1" fmla="*/ 426 h 426"/>
                <a:gd name="T2" fmla="*/ 328 w 335"/>
                <a:gd name="T3" fmla="*/ 426 h 426"/>
                <a:gd name="T4" fmla="*/ 328 w 335"/>
                <a:gd name="T5" fmla="*/ 333 h 426"/>
                <a:gd name="T6" fmla="*/ 0 w 335"/>
                <a:gd name="T7" fmla="*/ 5 h 426"/>
                <a:gd name="T8" fmla="*/ 5 w 335"/>
                <a:gd name="T9" fmla="*/ 0 h 426"/>
                <a:gd name="T10" fmla="*/ 334 w 335"/>
                <a:gd name="T11" fmla="*/ 329 h 426"/>
                <a:gd name="T12" fmla="*/ 335 w 335"/>
                <a:gd name="T13" fmla="*/ 332 h 426"/>
                <a:gd name="T14" fmla="*/ 335 w 335"/>
                <a:gd name="T15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" h="426">
                  <a:moveTo>
                    <a:pt x="335" y="426"/>
                  </a:moveTo>
                  <a:cubicBezTo>
                    <a:pt x="328" y="426"/>
                    <a:pt x="328" y="426"/>
                    <a:pt x="328" y="426"/>
                  </a:cubicBezTo>
                  <a:cubicBezTo>
                    <a:pt x="328" y="333"/>
                    <a:pt x="328" y="333"/>
                    <a:pt x="328" y="33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34" y="329"/>
                    <a:pt x="334" y="329"/>
                    <a:pt x="334" y="329"/>
                  </a:cubicBezTo>
                  <a:cubicBezTo>
                    <a:pt x="334" y="330"/>
                    <a:pt x="335" y="331"/>
                    <a:pt x="335" y="332"/>
                  </a:cubicBezTo>
                  <a:lnTo>
                    <a:pt x="335" y="4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4" name="Freeform 428"/>
            <p:cNvSpPr>
              <a:spLocks/>
            </p:cNvSpPr>
            <p:nvPr/>
          </p:nvSpPr>
          <p:spPr bwMode="auto">
            <a:xfrm flipV="1">
              <a:off x="106364" y="6226173"/>
              <a:ext cx="984250" cy="1227138"/>
            </a:xfrm>
            <a:custGeom>
              <a:avLst/>
              <a:gdLst>
                <a:gd name="T0" fmla="*/ 259 w 262"/>
                <a:gd name="T1" fmla="*/ 327 h 327"/>
                <a:gd name="T2" fmla="*/ 259 w 262"/>
                <a:gd name="T3" fmla="*/ 261 h 327"/>
                <a:gd name="T4" fmla="*/ 0 w 262"/>
                <a:gd name="T5" fmla="*/ 3 h 327"/>
                <a:gd name="T6" fmla="*/ 3 w 262"/>
                <a:gd name="T7" fmla="*/ 0 h 327"/>
                <a:gd name="T8" fmla="*/ 262 w 262"/>
                <a:gd name="T9" fmla="*/ 259 h 327"/>
                <a:gd name="T10" fmla="*/ 262 w 262"/>
                <a:gd name="T11" fmla="*/ 260 h 327"/>
                <a:gd name="T12" fmla="*/ 262 w 262"/>
                <a:gd name="T13" fmla="*/ 327 h 327"/>
                <a:gd name="T14" fmla="*/ 259 w 262"/>
                <a:gd name="T15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2" h="327">
                  <a:moveTo>
                    <a:pt x="259" y="327"/>
                  </a:moveTo>
                  <a:cubicBezTo>
                    <a:pt x="259" y="261"/>
                    <a:pt x="259" y="261"/>
                    <a:pt x="259" y="26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62" y="259"/>
                    <a:pt x="262" y="259"/>
                    <a:pt x="262" y="259"/>
                  </a:cubicBezTo>
                  <a:cubicBezTo>
                    <a:pt x="262" y="259"/>
                    <a:pt x="262" y="260"/>
                    <a:pt x="262" y="260"/>
                  </a:cubicBezTo>
                  <a:cubicBezTo>
                    <a:pt x="262" y="327"/>
                    <a:pt x="262" y="327"/>
                    <a:pt x="262" y="327"/>
                  </a:cubicBezTo>
                  <a:lnTo>
                    <a:pt x="259" y="327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5" name="Freeform 429"/>
            <p:cNvSpPr>
              <a:spLocks/>
            </p:cNvSpPr>
            <p:nvPr/>
          </p:nvSpPr>
          <p:spPr bwMode="auto">
            <a:xfrm flipV="1">
              <a:off x="-406398" y="5899149"/>
              <a:ext cx="1593850" cy="1685925"/>
            </a:xfrm>
            <a:custGeom>
              <a:avLst/>
              <a:gdLst>
                <a:gd name="T0" fmla="*/ 423 w 425"/>
                <a:gd name="T1" fmla="*/ 449 h 449"/>
                <a:gd name="T2" fmla="*/ 272 w 425"/>
                <a:gd name="T3" fmla="*/ 299 h 449"/>
                <a:gd name="T4" fmla="*/ 272 w 425"/>
                <a:gd name="T5" fmla="*/ 297 h 449"/>
                <a:gd name="T6" fmla="*/ 272 w 425"/>
                <a:gd name="T7" fmla="*/ 285 h 449"/>
                <a:gd name="T8" fmla="*/ 272 w 425"/>
                <a:gd name="T9" fmla="*/ 284 h 449"/>
                <a:gd name="T10" fmla="*/ 304 w 425"/>
                <a:gd name="T11" fmla="*/ 252 h 449"/>
                <a:gd name="T12" fmla="*/ 304 w 425"/>
                <a:gd name="T13" fmla="*/ 237 h 449"/>
                <a:gd name="T14" fmla="*/ 217 w 425"/>
                <a:gd name="T15" fmla="*/ 151 h 449"/>
                <a:gd name="T16" fmla="*/ 207 w 425"/>
                <a:gd name="T17" fmla="*/ 151 h 449"/>
                <a:gd name="T18" fmla="*/ 200 w 425"/>
                <a:gd name="T19" fmla="*/ 158 h 449"/>
                <a:gd name="T20" fmla="*/ 200 w 425"/>
                <a:gd name="T21" fmla="*/ 168 h 449"/>
                <a:gd name="T22" fmla="*/ 232 w 425"/>
                <a:gd name="T23" fmla="*/ 199 h 449"/>
                <a:gd name="T24" fmla="*/ 232 w 425"/>
                <a:gd name="T25" fmla="*/ 201 h 449"/>
                <a:gd name="T26" fmla="*/ 232 w 425"/>
                <a:gd name="T27" fmla="*/ 209 h 449"/>
                <a:gd name="T28" fmla="*/ 232 w 425"/>
                <a:gd name="T29" fmla="*/ 211 h 449"/>
                <a:gd name="T30" fmla="*/ 226 w 425"/>
                <a:gd name="T31" fmla="*/ 216 h 449"/>
                <a:gd name="T32" fmla="*/ 225 w 425"/>
                <a:gd name="T33" fmla="*/ 216 h 449"/>
                <a:gd name="T34" fmla="*/ 225 w 425"/>
                <a:gd name="T35" fmla="*/ 216 h 449"/>
                <a:gd name="T36" fmla="*/ 215 w 425"/>
                <a:gd name="T37" fmla="*/ 216 h 449"/>
                <a:gd name="T38" fmla="*/ 214 w 425"/>
                <a:gd name="T39" fmla="*/ 216 h 449"/>
                <a:gd name="T40" fmla="*/ 0 w 425"/>
                <a:gd name="T41" fmla="*/ 2 h 449"/>
                <a:gd name="T42" fmla="*/ 2 w 425"/>
                <a:gd name="T43" fmla="*/ 0 h 449"/>
                <a:gd name="T44" fmla="*/ 216 w 425"/>
                <a:gd name="T45" fmla="*/ 213 h 449"/>
                <a:gd name="T46" fmla="*/ 225 w 425"/>
                <a:gd name="T47" fmla="*/ 213 h 449"/>
                <a:gd name="T48" fmla="*/ 229 w 425"/>
                <a:gd name="T49" fmla="*/ 209 h 449"/>
                <a:gd name="T50" fmla="*/ 229 w 425"/>
                <a:gd name="T51" fmla="*/ 201 h 449"/>
                <a:gd name="T52" fmla="*/ 197 w 425"/>
                <a:gd name="T53" fmla="*/ 170 h 449"/>
                <a:gd name="T54" fmla="*/ 197 w 425"/>
                <a:gd name="T55" fmla="*/ 169 h 449"/>
                <a:gd name="T56" fmla="*/ 197 w 425"/>
                <a:gd name="T57" fmla="*/ 157 h 449"/>
                <a:gd name="T58" fmla="*/ 197 w 425"/>
                <a:gd name="T59" fmla="*/ 156 h 449"/>
                <a:gd name="T60" fmla="*/ 205 w 425"/>
                <a:gd name="T61" fmla="*/ 148 h 449"/>
                <a:gd name="T62" fmla="*/ 206 w 425"/>
                <a:gd name="T63" fmla="*/ 148 h 449"/>
                <a:gd name="T64" fmla="*/ 206 w 425"/>
                <a:gd name="T65" fmla="*/ 148 h 449"/>
                <a:gd name="T66" fmla="*/ 218 w 425"/>
                <a:gd name="T67" fmla="*/ 148 h 449"/>
                <a:gd name="T68" fmla="*/ 219 w 425"/>
                <a:gd name="T69" fmla="*/ 148 h 449"/>
                <a:gd name="T70" fmla="*/ 307 w 425"/>
                <a:gd name="T71" fmla="*/ 235 h 449"/>
                <a:gd name="T72" fmla="*/ 307 w 425"/>
                <a:gd name="T73" fmla="*/ 237 h 449"/>
                <a:gd name="T74" fmla="*/ 307 w 425"/>
                <a:gd name="T75" fmla="*/ 253 h 449"/>
                <a:gd name="T76" fmla="*/ 307 w 425"/>
                <a:gd name="T77" fmla="*/ 254 h 449"/>
                <a:gd name="T78" fmla="*/ 275 w 425"/>
                <a:gd name="T79" fmla="*/ 286 h 449"/>
                <a:gd name="T80" fmla="*/ 275 w 425"/>
                <a:gd name="T81" fmla="*/ 297 h 449"/>
                <a:gd name="T82" fmla="*/ 425 w 425"/>
                <a:gd name="T83" fmla="*/ 447 h 449"/>
                <a:gd name="T84" fmla="*/ 423 w 425"/>
                <a:gd name="T8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5" h="449">
                  <a:moveTo>
                    <a:pt x="423" y="449"/>
                  </a:moveTo>
                  <a:cubicBezTo>
                    <a:pt x="272" y="299"/>
                    <a:pt x="272" y="299"/>
                    <a:pt x="272" y="299"/>
                  </a:cubicBezTo>
                  <a:cubicBezTo>
                    <a:pt x="272" y="298"/>
                    <a:pt x="272" y="298"/>
                    <a:pt x="272" y="297"/>
                  </a:cubicBezTo>
                  <a:cubicBezTo>
                    <a:pt x="272" y="285"/>
                    <a:pt x="272" y="285"/>
                    <a:pt x="272" y="285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304" y="252"/>
                    <a:pt x="304" y="252"/>
                    <a:pt x="304" y="252"/>
                  </a:cubicBezTo>
                  <a:cubicBezTo>
                    <a:pt x="304" y="237"/>
                    <a:pt x="304" y="237"/>
                    <a:pt x="304" y="237"/>
                  </a:cubicBezTo>
                  <a:cubicBezTo>
                    <a:pt x="217" y="151"/>
                    <a:pt x="217" y="151"/>
                    <a:pt x="217" y="151"/>
                  </a:cubicBezTo>
                  <a:cubicBezTo>
                    <a:pt x="207" y="151"/>
                    <a:pt x="207" y="151"/>
                    <a:pt x="207" y="151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32" y="199"/>
                    <a:pt x="232" y="199"/>
                    <a:pt x="232" y="199"/>
                  </a:cubicBezTo>
                  <a:cubicBezTo>
                    <a:pt x="232" y="200"/>
                    <a:pt x="232" y="200"/>
                    <a:pt x="232" y="201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10"/>
                    <a:pt x="232" y="210"/>
                    <a:pt x="232" y="211"/>
                  </a:cubicBezTo>
                  <a:cubicBezTo>
                    <a:pt x="226" y="216"/>
                    <a:pt x="226" y="216"/>
                    <a:pt x="226" y="216"/>
                  </a:cubicBezTo>
                  <a:cubicBezTo>
                    <a:pt x="226" y="216"/>
                    <a:pt x="226" y="216"/>
                    <a:pt x="225" y="216"/>
                  </a:cubicBezTo>
                  <a:cubicBezTo>
                    <a:pt x="225" y="216"/>
                    <a:pt x="225" y="216"/>
                    <a:pt x="225" y="216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6"/>
                    <a:pt x="214" y="216"/>
                    <a:pt x="214" y="2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6" y="213"/>
                    <a:pt x="216" y="213"/>
                    <a:pt x="216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9" y="209"/>
                    <a:pt x="229" y="209"/>
                    <a:pt x="229" y="209"/>
                  </a:cubicBezTo>
                  <a:cubicBezTo>
                    <a:pt x="229" y="201"/>
                    <a:pt x="229" y="201"/>
                    <a:pt x="229" y="201"/>
                  </a:cubicBezTo>
                  <a:cubicBezTo>
                    <a:pt x="197" y="170"/>
                    <a:pt x="197" y="170"/>
                    <a:pt x="197" y="170"/>
                  </a:cubicBezTo>
                  <a:cubicBezTo>
                    <a:pt x="197" y="170"/>
                    <a:pt x="197" y="169"/>
                    <a:pt x="197" y="169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7" y="157"/>
                    <a:pt x="197" y="156"/>
                    <a:pt x="197" y="156"/>
                  </a:cubicBezTo>
                  <a:cubicBezTo>
                    <a:pt x="205" y="148"/>
                    <a:pt x="205" y="148"/>
                    <a:pt x="205" y="148"/>
                  </a:cubicBezTo>
                  <a:cubicBezTo>
                    <a:pt x="205" y="148"/>
                    <a:pt x="206" y="148"/>
                    <a:pt x="206" y="148"/>
                  </a:cubicBezTo>
                  <a:cubicBezTo>
                    <a:pt x="206" y="148"/>
                    <a:pt x="206" y="148"/>
                    <a:pt x="206" y="148"/>
                  </a:cubicBezTo>
                  <a:cubicBezTo>
                    <a:pt x="218" y="148"/>
                    <a:pt x="218" y="148"/>
                    <a:pt x="218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307" y="235"/>
                    <a:pt x="307" y="235"/>
                    <a:pt x="307" y="235"/>
                  </a:cubicBezTo>
                  <a:cubicBezTo>
                    <a:pt x="307" y="236"/>
                    <a:pt x="307" y="236"/>
                    <a:pt x="307" y="237"/>
                  </a:cubicBezTo>
                  <a:cubicBezTo>
                    <a:pt x="307" y="253"/>
                    <a:pt x="307" y="253"/>
                    <a:pt x="307" y="253"/>
                  </a:cubicBezTo>
                  <a:cubicBezTo>
                    <a:pt x="307" y="253"/>
                    <a:pt x="307" y="254"/>
                    <a:pt x="307" y="254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97"/>
                    <a:pt x="275" y="297"/>
                    <a:pt x="275" y="297"/>
                  </a:cubicBezTo>
                  <a:cubicBezTo>
                    <a:pt x="425" y="447"/>
                    <a:pt x="425" y="447"/>
                    <a:pt x="425" y="447"/>
                  </a:cubicBezTo>
                  <a:lnTo>
                    <a:pt x="423" y="44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6" name="Freeform 430"/>
            <p:cNvSpPr>
              <a:spLocks/>
            </p:cNvSpPr>
            <p:nvPr/>
          </p:nvSpPr>
          <p:spPr bwMode="auto">
            <a:xfrm flipV="1">
              <a:off x="-485773" y="5243511"/>
              <a:ext cx="2663825" cy="2292350"/>
            </a:xfrm>
            <a:custGeom>
              <a:avLst/>
              <a:gdLst>
                <a:gd name="T0" fmla="*/ 710 w 710"/>
                <a:gd name="T1" fmla="*/ 611 h 611"/>
                <a:gd name="T2" fmla="*/ 700 w 710"/>
                <a:gd name="T3" fmla="*/ 611 h 611"/>
                <a:gd name="T4" fmla="*/ 700 w 710"/>
                <a:gd name="T5" fmla="*/ 596 h 611"/>
                <a:gd name="T6" fmla="*/ 586 w 710"/>
                <a:gd name="T7" fmla="*/ 482 h 611"/>
                <a:gd name="T8" fmla="*/ 447 w 710"/>
                <a:gd name="T9" fmla="*/ 482 h 611"/>
                <a:gd name="T10" fmla="*/ 443 w 710"/>
                <a:gd name="T11" fmla="*/ 480 h 611"/>
                <a:gd name="T12" fmla="*/ 221 w 710"/>
                <a:gd name="T13" fmla="*/ 258 h 611"/>
                <a:gd name="T14" fmla="*/ 219 w 710"/>
                <a:gd name="T15" fmla="*/ 254 h 611"/>
                <a:gd name="T16" fmla="*/ 219 w 710"/>
                <a:gd name="T17" fmla="*/ 227 h 611"/>
                <a:gd name="T18" fmla="*/ 0 w 710"/>
                <a:gd name="T19" fmla="*/ 7 h 611"/>
                <a:gd name="T20" fmla="*/ 7 w 710"/>
                <a:gd name="T21" fmla="*/ 0 h 611"/>
                <a:gd name="T22" fmla="*/ 228 w 710"/>
                <a:gd name="T23" fmla="*/ 221 h 611"/>
                <a:gd name="T24" fmla="*/ 229 w 710"/>
                <a:gd name="T25" fmla="*/ 225 h 611"/>
                <a:gd name="T26" fmla="*/ 229 w 710"/>
                <a:gd name="T27" fmla="*/ 252 h 611"/>
                <a:gd name="T28" fmla="*/ 449 w 710"/>
                <a:gd name="T29" fmla="*/ 472 h 611"/>
                <a:gd name="T30" fmla="*/ 588 w 710"/>
                <a:gd name="T31" fmla="*/ 472 h 611"/>
                <a:gd name="T32" fmla="*/ 591 w 710"/>
                <a:gd name="T33" fmla="*/ 473 h 611"/>
                <a:gd name="T34" fmla="*/ 709 w 710"/>
                <a:gd name="T35" fmla="*/ 591 h 611"/>
                <a:gd name="T36" fmla="*/ 710 w 710"/>
                <a:gd name="T37" fmla="*/ 594 h 611"/>
                <a:gd name="T38" fmla="*/ 710 w 71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0" h="611">
                  <a:moveTo>
                    <a:pt x="710" y="611"/>
                  </a:moveTo>
                  <a:cubicBezTo>
                    <a:pt x="700" y="611"/>
                    <a:pt x="700" y="611"/>
                    <a:pt x="700" y="611"/>
                  </a:cubicBezTo>
                  <a:cubicBezTo>
                    <a:pt x="700" y="596"/>
                    <a:pt x="700" y="596"/>
                    <a:pt x="700" y="596"/>
                  </a:cubicBezTo>
                  <a:cubicBezTo>
                    <a:pt x="586" y="482"/>
                    <a:pt x="586" y="482"/>
                    <a:pt x="586" y="482"/>
                  </a:cubicBezTo>
                  <a:cubicBezTo>
                    <a:pt x="447" y="482"/>
                    <a:pt x="447" y="482"/>
                    <a:pt x="447" y="482"/>
                  </a:cubicBezTo>
                  <a:cubicBezTo>
                    <a:pt x="445" y="482"/>
                    <a:pt x="444" y="481"/>
                    <a:pt x="443" y="480"/>
                  </a:cubicBezTo>
                  <a:cubicBezTo>
                    <a:pt x="221" y="258"/>
                    <a:pt x="221" y="258"/>
                    <a:pt x="221" y="258"/>
                  </a:cubicBezTo>
                  <a:cubicBezTo>
                    <a:pt x="220" y="257"/>
                    <a:pt x="219" y="256"/>
                    <a:pt x="219" y="254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28" y="221"/>
                    <a:pt x="228" y="221"/>
                    <a:pt x="228" y="221"/>
                  </a:cubicBezTo>
                  <a:cubicBezTo>
                    <a:pt x="229" y="222"/>
                    <a:pt x="229" y="223"/>
                    <a:pt x="229" y="225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449" y="472"/>
                    <a:pt x="449" y="472"/>
                    <a:pt x="449" y="472"/>
                  </a:cubicBezTo>
                  <a:cubicBezTo>
                    <a:pt x="588" y="472"/>
                    <a:pt x="588" y="472"/>
                    <a:pt x="588" y="472"/>
                  </a:cubicBezTo>
                  <a:cubicBezTo>
                    <a:pt x="589" y="472"/>
                    <a:pt x="590" y="472"/>
                    <a:pt x="591" y="473"/>
                  </a:cubicBezTo>
                  <a:cubicBezTo>
                    <a:pt x="709" y="591"/>
                    <a:pt x="709" y="591"/>
                    <a:pt x="709" y="591"/>
                  </a:cubicBezTo>
                  <a:cubicBezTo>
                    <a:pt x="710" y="591"/>
                    <a:pt x="710" y="593"/>
                    <a:pt x="710" y="594"/>
                  </a:cubicBezTo>
                  <a:lnTo>
                    <a:pt x="71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7" name="Freeform 431"/>
            <p:cNvSpPr>
              <a:spLocks/>
            </p:cNvSpPr>
            <p:nvPr/>
          </p:nvSpPr>
          <p:spPr bwMode="auto">
            <a:xfrm flipV="1">
              <a:off x="-565148" y="4995861"/>
              <a:ext cx="2871787" cy="2484438"/>
            </a:xfrm>
            <a:custGeom>
              <a:avLst/>
              <a:gdLst>
                <a:gd name="T0" fmla="*/ 738 w 765"/>
                <a:gd name="T1" fmla="*/ 662 h 662"/>
                <a:gd name="T2" fmla="*/ 737 w 765"/>
                <a:gd name="T3" fmla="*/ 662 h 662"/>
                <a:gd name="T4" fmla="*/ 566 w 765"/>
                <a:gd name="T5" fmla="*/ 490 h 662"/>
                <a:gd name="T6" fmla="*/ 459 w 765"/>
                <a:gd name="T7" fmla="*/ 490 h 662"/>
                <a:gd name="T8" fmla="*/ 457 w 765"/>
                <a:gd name="T9" fmla="*/ 490 h 662"/>
                <a:gd name="T10" fmla="*/ 218 w 765"/>
                <a:gd name="T11" fmla="*/ 251 h 662"/>
                <a:gd name="T12" fmla="*/ 217 w 765"/>
                <a:gd name="T13" fmla="*/ 249 h 662"/>
                <a:gd name="T14" fmla="*/ 217 w 765"/>
                <a:gd name="T15" fmla="*/ 221 h 662"/>
                <a:gd name="T16" fmla="*/ 0 w 765"/>
                <a:gd name="T17" fmla="*/ 3 h 662"/>
                <a:gd name="T18" fmla="*/ 3 w 765"/>
                <a:gd name="T19" fmla="*/ 0 h 662"/>
                <a:gd name="T20" fmla="*/ 220 w 765"/>
                <a:gd name="T21" fmla="*/ 219 h 662"/>
                <a:gd name="T22" fmla="*/ 221 w 765"/>
                <a:gd name="T23" fmla="*/ 220 h 662"/>
                <a:gd name="T24" fmla="*/ 221 w 765"/>
                <a:gd name="T25" fmla="*/ 249 h 662"/>
                <a:gd name="T26" fmla="*/ 459 w 765"/>
                <a:gd name="T27" fmla="*/ 487 h 662"/>
                <a:gd name="T28" fmla="*/ 567 w 765"/>
                <a:gd name="T29" fmla="*/ 487 h 662"/>
                <a:gd name="T30" fmla="*/ 568 w 765"/>
                <a:gd name="T31" fmla="*/ 488 h 662"/>
                <a:gd name="T32" fmla="*/ 739 w 765"/>
                <a:gd name="T33" fmla="*/ 659 h 662"/>
                <a:gd name="T34" fmla="*/ 765 w 765"/>
                <a:gd name="T35" fmla="*/ 659 h 662"/>
                <a:gd name="T36" fmla="*/ 765 w 765"/>
                <a:gd name="T37" fmla="*/ 662 h 662"/>
                <a:gd name="T38" fmla="*/ 738 w 765"/>
                <a:gd name="T39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5" h="662">
                  <a:moveTo>
                    <a:pt x="738" y="662"/>
                  </a:moveTo>
                  <a:cubicBezTo>
                    <a:pt x="738" y="662"/>
                    <a:pt x="737" y="662"/>
                    <a:pt x="737" y="662"/>
                  </a:cubicBezTo>
                  <a:cubicBezTo>
                    <a:pt x="566" y="490"/>
                    <a:pt x="566" y="490"/>
                    <a:pt x="566" y="490"/>
                  </a:cubicBezTo>
                  <a:cubicBezTo>
                    <a:pt x="459" y="490"/>
                    <a:pt x="459" y="490"/>
                    <a:pt x="459" y="490"/>
                  </a:cubicBezTo>
                  <a:cubicBezTo>
                    <a:pt x="458" y="490"/>
                    <a:pt x="458" y="490"/>
                    <a:pt x="457" y="490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8" y="250"/>
                    <a:pt x="217" y="250"/>
                    <a:pt x="217" y="249"/>
                  </a:cubicBezTo>
                  <a:cubicBezTo>
                    <a:pt x="217" y="221"/>
                    <a:pt x="217" y="221"/>
                    <a:pt x="217" y="2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1" y="219"/>
                    <a:pt x="221" y="219"/>
                    <a:pt x="221" y="220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459" y="487"/>
                    <a:pt x="459" y="487"/>
                    <a:pt x="459" y="487"/>
                  </a:cubicBezTo>
                  <a:cubicBezTo>
                    <a:pt x="567" y="487"/>
                    <a:pt x="567" y="487"/>
                    <a:pt x="567" y="487"/>
                  </a:cubicBezTo>
                  <a:cubicBezTo>
                    <a:pt x="567" y="487"/>
                    <a:pt x="568" y="487"/>
                    <a:pt x="568" y="488"/>
                  </a:cubicBezTo>
                  <a:cubicBezTo>
                    <a:pt x="739" y="659"/>
                    <a:pt x="739" y="659"/>
                    <a:pt x="739" y="659"/>
                  </a:cubicBezTo>
                  <a:cubicBezTo>
                    <a:pt x="765" y="659"/>
                    <a:pt x="765" y="659"/>
                    <a:pt x="765" y="659"/>
                  </a:cubicBezTo>
                  <a:cubicBezTo>
                    <a:pt x="765" y="662"/>
                    <a:pt x="765" y="662"/>
                    <a:pt x="765" y="662"/>
                  </a:cubicBezTo>
                  <a:lnTo>
                    <a:pt x="738" y="6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8" name="Freeform 432"/>
            <p:cNvSpPr>
              <a:spLocks/>
            </p:cNvSpPr>
            <p:nvPr/>
          </p:nvSpPr>
          <p:spPr bwMode="auto">
            <a:xfrm flipV="1">
              <a:off x="-642936" y="4679949"/>
              <a:ext cx="3379787" cy="2759075"/>
            </a:xfrm>
            <a:custGeom>
              <a:avLst/>
              <a:gdLst>
                <a:gd name="T0" fmla="*/ 901 w 901"/>
                <a:gd name="T1" fmla="*/ 735 h 735"/>
                <a:gd name="T2" fmla="*/ 897 w 901"/>
                <a:gd name="T3" fmla="*/ 735 h 735"/>
                <a:gd name="T4" fmla="*/ 897 w 901"/>
                <a:gd name="T5" fmla="*/ 700 h 735"/>
                <a:gd name="T6" fmla="*/ 868 w 901"/>
                <a:gd name="T7" fmla="*/ 671 h 735"/>
                <a:gd name="T8" fmla="*/ 835 w 901"/>
                <a:gd name="T9" fmla="*/ 671 h 735"/>
                <a:gd name="T10" fmla="*/ 825 w 901"/>
                <a:gd name="T11" fmla="*/ 681 h 735"/>
                <a:gd name="T12" fmla="*/ 824 w 901"/>
                <a:gd name="T13" fmla="*/ 681 h 735"/>
                <a:gd name="T14" fmla="*/ 761 w 901"/>
                <a:gd name="T15" fmla="*/ 681 h 735"/>
                <a:gd name="T16" fmla="*/ 760 w 901"/>
                <a:gd name="T17" fmla="*/ 681 h 735"/>
                <a:gd name="T18" fmla="*/ 588 w 901"/>
                <a:gd name="T19" fmla="*/ 509 h 735"/>
                <a:gd name="T20" fmla="*/ 474 w 901"/>
                <a:gd name="T21" fmla="*/ 509 h 735"/>
                <a:gd name="T22" fmla="*/ 473 w 901"/>
                <a:gd name="T23" fmla="*/ 508 h 735"/>
                <a:gd name="T24" fmla="*/ 212 w 901"/>
                <a:gd name="T25" fmla="*/ 247 h 735"/>
                <a:gd name="T26" fmla="*/ 212 w 901"/>
                <a:gd name="T27" fmla="*/ 246 h 735"/>
                <a:gd name="T28" fmla="*/ 212 w 901"/>
                <a:gd name="T29" fmla="*/ 215 h 735"/>
                <a:gd name="T30" fmla="*/ 0 w 901"/>
                <a:gd name="T31" fmla="*/ 2 h 735"/>
                <a:gd name="T32" fmla="*/ 2 w 901"/>
                <a:gd name="T33" fmla="*/ 0 h 735"/>
                <a:gd name="T34" fmla="*/ 215 w 901"/>
                <a:gd name="T35" fmla="*/ 213 h 735"/>
                <a:gd name="T36" fmla="*/ 215 w 901"/>
                <a:gd name="T37" fmla="*/ 214 h 735"/>
                <a:gd name="T38" fmla="*/ 215 w 901"/>
                <a:gd name="T39" fmla="*/ 245 h 735"/>
                <a:gd name="T40" fmla="*/ 475 w 901"/>
                <a:gd name="T41" fmla="*/ 505 h 735"/>
                <a:gd name="T42" fmla="*/ 589 w 901"/>
                <a:gd name="T43" fmla="*/ 505 h 735"/>
                <a:gd name="T44" fmla="*/ 590 w 901"/>
                <a:gd name="T45" fmla="*/ 506 h 735"/>
                <a:gd name="T46" fmla="*/ 762 w 901"/>
                <a:gd name="T47" fmla="*/ 678 h 735"/>
                <a:gd name="T48" fmla="*/ 823 w 901"/>
                <a:gd name="T49" fmla="*/ 678 h 735"/>
                <a:gd name="T50" fmla="*/ 833 w 901"/>
                <a:gd name="T51" fmla="*/ 668 h 735"/>
                <a:gd name="T52" fmla="*/ 834 w 901"/>
                <a:gd name="T53" fmla="*/ 667 h 735"/>
                <a:gd name="T54" fmla="*/ 869 w 901"/>
                <a:gd name="T55" fmla="*/ 667 h 735"/>
                <a:gd name="T56" fmla="*/ 870 w 901"/>
                <a:gd name="T57" fmla="*/ 668 h 735"/>
                <a:gd name="T58" fmla="*/ 900 w 901"/>
                <a:gd name="T59" fmla="*/ 698 h 735"/>
                <a:gd name="T60" fmla="*/ 901 w 901"/>
                <a:gd name="T61" fmla="*/ 699 h 735"/>
                <a:gd name="T62" fmla="*/ 901 w 901"/>
                <a:gd name="T63" fmla="*/ 735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1" h="735">
                  <a:moveTo>
                    <a:pt x="901" y="735"/>
                  </a:moveTo>
                  <a:cubicBezTo>
                    <a:pt x="897" y="735"/>
                    <a:pt x="897" y="735"/>
                    <a:pt x="897" y="735"/>
                  </a:cubicBezTo>
                  <a:cubicBezTo>
                    <a:pt x="897" y="700"/>
                    <a:pt x="897" y="700"/>
                    <a:pt x="897" y="700"/>
                  </a:cubicBezTo>
                  <a:cubicBezTo>
                    <a:pt x="868" y="671"/>
                    <a:pt x="868" y="671"/>
                    <a:pt x="868" y="671"/>
                  </a:cubicBezTo>
                  <a:cubicBezTo>
                    <a:pt x="835" y="671"/>
                    <a:pt x="835" y="671"/>
                    <a:pt x="835" y="671"/>
                  </a:cubicBezTo>
                  <a:cubicBezTo>
                    <a:pt x="825" y="681"/>
                    <a:pt x="825" y="681"/>
                    <a:pt x="825" y="681"/>
                  </a:cubicBezTo>
                  <a:cubicBezTo>
                    <a:pt x="825" y="681"/>
                    <a:pt x="824" y="681"/>
                    <a:pt x="824" y="681"/>
                  </a:cubicBezTo>
                  <a:cubicBezTo>
                    <a:pt x="761" y="681"/>
                    <a:pt x="761" y="681"/>
                    <a:pt x="761" y="681"/>
                  </a:cubicBezTo>
                  <a:cubicBezTo>
                    <a:pt x="761" y="681"/>
                    <a:pt x="760" y="681"/>
                    <a:pt x="760" y="681"/>
                  </a:cubicBezTo>
                  <a:cubicBezTo>
                    <a:pt x="588" y="509"/>
                    <a:pt x="588" y="509"/>
                    <a:pt x="588" y="509"/>
                  </a:cubicBezTo>
                  <a:cubicBezTo>
                    <a:pt x="474" y="509"/>
                    <a:pt x="474" y="509"/>
                    <a:pt x="474" y="509"/>
                  </a:cubicBezTo>
                  <a:cubicBezTo>
                    <a:pt x="474" y="509"/>
                    <a:pt x="474" y="509"/>
                    <a:pt x="473" y="508"/>
                  </a:cubicBezTo>
                  <a:cubicBezTo>
                    <a:pt x="212" y="247"/>
                    <a:pt x="212" y="247"/>
                    <a:pt x="212" y="247"/>
                  </a:cubicBezTo>
                  <a:cubicBezTo>
                    <a:pt x="212" y="247"/>
                    <a:pt x="212" y="247"/>
                    <a:pt x="212" y="246"/>
                  </a:cubicBezTo>
                  <a:cubicBezTo>
                    <a:pt x="212" y="215"/>
                    <a:pt x="212" y="215"/>
                    <a:pt x="212" y="21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3"/>
                    <a:pt x="215" y="214"/>
                    <a:pt x="215" y="214"/>
                  </a:cubicBezTo>
                  <a:cubicBezTo>
                    <a:pt x="215" y="245"/>
                    <a:pt x="215" y="245"/>
                    <a:pt x="215" y="245"/>
                  </a:cubicBezTo>
                  <a:cubicBezTo>
                    <a:pt x="475" y="505"/>
                    <a:pt x="475" y="505"/>
                    <a:pt x="475" y="505"/>
                  </a:cubicBezTo>
                  <a:cubicBezTo>
                    <a:pt x="589" y="505"/>
                    <a:pt x="589" y="505"/>
                    <a:pt x="589" y="505"/>
                  </a:cubicBezTo>
                  <a:cubicBezTo>
                    <a:pt x="589" y="505"/>
                    <a:pt x="590" y="506"/>
                    <a:pt x="590" y="506"/>
                  </a:cubicBezTo>
                  <a:cubicBezTo>
                    <a:pt x="762" y="678"/>
                    <a:pt x="762" y="678"/>
                    <a:pt x="762" y="678"/>
                  </a:cubicBezTo>
                  <a:cubicBezTo>
                    <a:pt x="823" y="678"/>
                    <a:pt x="823" y="678"/>
                    <a:pt x="823" y="678"/>
                  </a:cubicBezTo>
                  <a:cubicBezTo>
                    <a:pt x="833" y="668"/>
                    <a:pt x="833" y="668"/>
                    <a:pt x="833" y="668"/>
                  </a:cubicBezTo>
                  <a:cubicBezTo>
                    <a:pt x="833" y="668"/>
                    <a:pt x="834" y="667"/>
                    <a:pt x="834" y="667"/>
                  </a:cubicBezTo>
                  <a:cubicBezTo>
                    <a:pt x="869" y="667"/>
                    <a:pt x="869" y="667"/>
                    <a:pt x="869" y="667"/>
                  </a:cubicBezTo>
                  <a:cubicBezTo>
                    <a:pt x="869" y="667"/>
                    <a:pt x="870" y="668"/>
                    <a:pt x="870" y="668"/>
                  </a:cubicBezTo>
                  <a:cubicBezTo>
                    <a:pt x="900" y="698"/>
                    <a:pt x="900" y="698"/>
                    <a:pt x="900" y="698"/>
                  </a:cubicBezTo>
                  <a:cubicBezTo>
                    <a:pt x="900" y="698"/>
                    <a:pt x="901" y="699"/>
                    <a:pt x="901" y="699"/>
                  </a:cubicBezTo>
                  <a:lnTo>
                    <a:pt x="901" y="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9" name="Freeform 433"/>
            <p:cNvSpPr>
              <a:spLocks/>
            </p:cNvSpPr>
            <p:nvPr/>
          </p:nvSpPr>
          <p:spPr bwMode="auto">
            <a:xfrm flipV="1">
              <a:off x="-430211" y="4500561"/>
              <a:ext cx="3001962" cy="2413000"/>
            </a:xfrm>
            <a:custGeom>
              <a:avLst/>
              <a:gdLst>
                <a:gd name="T0" fmla="*/ 797 w 800"/>
                <a:gd name="T1" fmla="*/ 643 h 643"/>
                <a:gd name="T2" fmla="*/ 797 w 800"/>
                <a:gd name="T3" fmla="*/ 609 h 643"/>
                <a:gd name="T4" fmla="*/ 767 w 800"/>
                <a:gd name="T5" fmla="*/ 579 h 643"/>
                <a:gd name="T6" fmla="*/ 693 w 800"/>
                <a:gd name="T7" fmla="*/ 579 h 643"/>
                <a:gd name="T8" fmla="*/ 692 w 800"/>
                <a:gd name="T9" fmla="*/ 578 h 643"/>
                <a:gd name="T10" fmla="*/ 518 w 800"/>
                <a:gd name="T11" fmla="*/ 404 h 643"/>
                <a:gd name="T12" fmla="*/ 402 w 800"/>
                <a:gd name="T13" fmla="*/ 404 h 643"/>
                <a:gd name="T14" fmla="*/ 401 w 800"/>
                <a:gd name="T15" fmla="*/ 404 h 643"/>
                <a:gd name="T16" fmla="*/ 0 w 800"/>
                <a:gd name="T17" fmla="*/ 2 h 643"/>
                <a:gd name="T18" fmla="*/ 2 w 800"/>
                <a:gd name="T19" fmla="*/ 0 h 643"/>
                <a:gd name="T20" fmla="*/ 403 w 800"/>
                <a:gd name="T21" fmla="*/ 401 h 643"/>
                <a:gd name="T22" fmla="*/ 519 w 800"/>
                <a:gd name="T23" fmla="*/ 401 h 643"/>
                <a:gd name="T24" fmla="*/ 520 w 800"/>
                <a:gd name="T25" fmla="*/ 401 h 643"/>
                <a:gd name="T26" fmla="*/ 694 w 800"/>
                <a:gd name="T27" fmla="*/ 575 h 643"/>
                <a:gd name="T28" fmla="*/ 767 w 800"/>
                <a:gd name="T29" fmla="*/ 575 h 643"/>
                <a:gd name="T30" fmla="*/ 768 w 800"/>
                <a:gd name="T31" fmla="*/ 576 h 643"/>
                <a:gd name="T32" fmla="*/ 800 w 800"/>
                <a:gd name="T33" fmla="*/ 607 h 643"/>
                <a:gd name="T34" fmla="*/ 800 w 800"/>
                <a:gd name="T35" fmla="*/ 608 h 643"/>
                <a:gd name="T36" fmla="*/ 800 w 800"/>
                <a:gd name="T37" fmla="*/ 643 h 643"/>
                <a:gd name="T38" fmla="*/ 797 w 800"/>
                <a:gd name="T39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0" h="643">
                  <a:moveTo>
                    <a:pt x="797" y="643"/>
                  </a:moveTo>
                  <a:cubicBezTo>
                    <a:pt x="797" y="609"/>
                    <a:pt x="797" y="609"/>
                    <a:pt x="797" y="609"/>
                  </a:cubicBezTo>
                  <a:cubicBezTo>
                    <a:pt x="767" y="579"/>
                    <a:pt x="767" y="579"/>
                    <a:pt x="767" y="579"/>
                  </a:cubicBezTo>
                  <a:cubicBezTo>
                    <a:pt x="693" y="579"/>
                    <a:pt x="693" y="579"/>
                    <a:pt x="693" y="579"/>
                  </a:cubicBezTo>
                  <a:cubicBezTo>
                    <a:pt x="693" y="579"/>
                    <a:pt x="692" y="579"/>
                    <a:pt x="692" y="578"/>
                  </a:cubicBezTo>
                  <a:cubicBezTo>
                    <a:pt x="518" y="404"/>
                    <a:pt x="518" y="404"/>
                    <a:pt x="518" y="404"/>
                  </a:cubicBezTo>
                  <a:cubicBezTo>
                    <a:pt x="402" y="404"/>
                    <a:pt x="402" y="404"/>
                    <a:pt x="402" y="404"/>
                  </a:cubicBezTo>
                  <a:cubicBezTo>
                    <a:pt x="402" y="404"/>
                    <a:pt x="401" y="404"/>
                    <a:pt x="401" y="40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519" y="401"/>
                    <a:pt x="519" y="401"/>
                    <a:pt x="519" y="401"/>
                  </a:cubicBezTo>
                  <a:cubicBezTo>
                    <a:pt x="519" y="401"/>
                    <a:pt x="519" y="401"/>
                    <a:pt x="520" y="401"/>
                  </a:cubicBezTo>
                  <a:cubicBezTo>
                    <a:pt x="694" y="575"/>
                    <a:pt x="694" y="575"/>
                    <a:pt x="694" y="575"/>
                  </a:cubicBezTo>
                  <a:cubicBezTo>
                    <a:pt x="767" y="575"/>
                    <a:pt x="767" y="575"/>
                    <a:pt x="767" y="575"/>
                  </a:cubicBezTo>
                  <a:cubicBezTo>
                    <a:pt x="768" y="575"/>
                    <a:pt x="768" y="576"/>
                    <a:pt x="768" y="576"/>
                  </a:cubicBezTo>
                  <a:cubicBezTo>
                    <a:pt x="800" y="607"/>
                    <a:pt x="800" y="607"/>
                    <a:pt x="800" y="607"/>
                  </a:cubicBezTo>
                  <a:cubicBezTo>
                    <a:pt x="800" y="607"/>
                    <a:pt x="800" y="608"/>
                    <a:pt x="800" y="608"/>
                  </a:cubicBezTo>
                  <a:cubicBezTo>
                    <a:pt x="800" y="643"/>
                    <a:pt x="800" y="643"/>
                    <a:pt x="800" y="643"/>
                  </a:cubicBezTo>
                  <a:lnTo>
                    <a:pt x="797" y="64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0" name="Freeform 434"/>
            <p:cNvSpPr>
              <a:spLocks/>
            </p:cNvSpPr>
            <p:nvPr/>
          </p:nvSpPr>
          <p:spPr bwMode="auto">
            <a:xfrm flipV="1">
              <a:off x="-538161" y="4627561"/>
              <a:ext cx="2859087" cy="2176463"/>
            </a:xfrm>
            <a:custGeom>
              <a:avLst/>
              <a:gdLst>
                <a:gd name="T0" fmla="*/ 720 w 762"/>
                <a:gd name="T1" fmla="*/ 580 h 580"/>
                <a:gd name="T2" fmla="*/ 719 w 762"/>
                <a:gd name="T3" fmla="*/ 580 h 580"/>
                <a:gd name="T4" fmla="*/ 549 w 762"/>
                <a:gd name="T5" fmla="*/ 410 h 580"/>
                <a:gd name="T6" fmla="*/ 409 w 762"/>
                <a:gd name="T7" fmla="*/ 410 h 580"/>
                <a:gd name="T8" fmla="*/ 407 w 762"/>
                <a:gd name="T9" fmla="*/ 410 h 580"/>
                <a:gd name="T10" fmla="*/ 0 w 762"/>
                <a:gd name="T11" fmla="*/ 2 h 580"/>
                <a:gd name="T12" fmla="*/ 2 w 762"/>
                <a:gd name="T13" fmla="*/ 0 h 580"/>
                <a:gd name="T14" fmla="*/ 409 w 762"/>
                <a:gd name="T15" fmla="*/ 407 h 580"/>
                <a:gd name="T16" fmla="*/ 550 w 762"/>
                <a:gd name="T17" fmla="*/ 407 h 580"/>
                <a:gd name="T18" fmla="*/ 551 w 762"/>
                <a:gd name="T19" fmla="*/ 407 h 580"/>
                <a:gd name="T20" fmla="*/ 721 w 762"/>
                <a:gd name="T21" fmla="*/ 577 h 580"/>
                <a:gd name="T22" fmla="*/ 762 w 762"/>
                <a:gd name="T23" fmla="*/ 577 h 580"/>
                <a:gd name="T24" fmla="*/ 762 w 762"/>
                <a:gd name="T25" fmla="*/ 580 h 580"/>
                <a:gd name="T26" fmla="*/ 720 w 762"/>
                <a:gd name="T27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580">
                  <a:moveTo>
                    <a:pt x="720" y="580"/>
                  </a:moveTo>
                  <a:cubicBezTo>
                    <a:pt x="720" y="580"/>
                    <a:pt x="720" y="580"/>
                    <a:pt x="719" y="580"/>
                  </a:cubicBezTo>
                  <a:cubicBezTo>
                    <a:pt x="549" y="410"/>
                    <a:pt x="549" y="410"/>
                    <a:pt x="549" y="410"/>
                  </a:cubicBezTo>
                  <a:cubicBezTo>
                    <a:pt x="409" y="410"/>
                    <a:pt x="409" y="410"/>
                    <a:pt x="409" y="410"/>
                  </a:cubicBezTo>
                  <a:cubicBezTo>
                    <a:pt x="408" y="410"/>
                    <a:pt x="408" y="410"/>
                    <a:pt x="407" y="4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9" y="407"/>
                    <a:pt x="409" y="407"/>
                    <a:pt x="409" y="407"/>
                  </a:cubicBezTo>
                  <a:cubicBezTo>
                    <a:pt x="550" y="407"/>
                    <a:pt x="550" y="407"/>
                    <a:pt x="550" y="407"/>
                  </a:cubicBezTo>
                  <a:cubicBezTo>
                    <a:pt x="550" y="407"/>
                    <a:pt x="551" y="407"/>
                    <a:pt x="551" y="407"/>
                  </a:cubicBezTo>
                  <a:cubicBezTo>
                    <a:pt x="721" y="577"/>
                    <a:pt x="721" y="577"/>
                    <a:pt x="721" y="577"/>
                  </a:cubicBezTo>
                  <a:cubicBezTo>
                    <a:pt x="762" y="577"/>
                    <a:pt x="762" y="577"/>
                    <a:pt x="762" y="577"/>
                  </a:cubicBezTo>
                  <a:cubicBezTo>
                    <a:pt x="762" y="580"/>
                    <a:pt x="762" y="580"/>
                    <a:pt x="762" y="580"/>
                  </a:cubicBezTo>
                  <a:lnTo>
                    <a:pt x="720" y="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1" name="Freeform 435"/>
            <p:cNvSpPr>
              <a:spLocks/>
            </p:cNvSpPr>
            <p:nvPr/>
          </p:nvSpPr>
          <p:spPr bwMode="auto">
            <a:xfrm flipV="1">
              <a:off x="-639761" y="4435473"/>
              <a:ext cx="2806700" cy="2271713"/>
            </a:xfrm>
            <a:custGeom>
              <a:avLst/>
              <a:gdLst>
                <a:gd name="T0" fmla="*/ 745 w 748"/>
                <a:gd name="T1" fmla="*/ 605 h 605"/>
                <a:gd name="T2" fmla="*/ 683 w 748"/>
                <a:gd name="T3" fmla="*/ 543 h 605"/>
                <a:gd name="T4" fmla="*/ 637 w 748"/>
                <a:gd name="T5" fmla="*/ 543 h 605"/>
                <a:gd name="T6" fmla="*/ 635 w 748"/>
                <a:gd name="T7" fmla="*/ 543 h 605"/>
                <a:gd name="T8" fmla="*/ 512 w 748"/>
                <a:gd name="T9" fmla="*/ 419 h 605"/>
                <a:gd name="T10" fmla="*/ 375 w 748"/>
                <a:gd name="T11" fmla="*/ 419 h 605"/>
                <a:gd name="T12" fmla="*/ 374 w 748"/>
                <a:gd name="T13" fmla="*/ 419 h 605"/>
                <a:gd name="T14" fmla="*/ 341 w 748"/>
                <a:gd name="T15" fmla="*/ 386 h 605"/>
                <a:gd name="T16" fmla="*/ 340 w 748"/>
                <a:gd name="T17" fmla="*/ 385 h 605"/>
                <a:gd name="T18" fmla="*/ 340 w 748"/>
                <a:gd name="T19" fmla="*/ 343 h 605"/>
                <a:gd name="T20" fmla="*/ 0 w 748"/>
                <a:gd name="T21" fmla="*/ 3 h 605"/>
                <a:gd name="T22" fmla="*/ 3 w 748"/>
                <a:gd name="T23" fmla="*/ 0 h 605"/>
                <a:gd name="T24" fmla="*/ 343 w 748"/>
                <a:gd name="T25" fmla="*/ 341 h 605"/>
                <a:gd name="T26" fmla="*/ 344 w 748"/>
                <a:gd name="T27" fmla="*/ 342 h 605"/>
                <a:gd name="T28" fmla="*/ 344 w 748"/>
                <a:gd name="T29" fmla="*/ 384 h 605"/>
                <a:gd name="T30" fmla="*/ 376 w 748"/>
                <a:gd name="T31" fmla="*/ 416 h 605"/>
                <a:gd name="T32" fmla="*/ 513 w 748"/>
                <a:gd name="T33" fmla="*/ 416 h 605"/>
                <a:gd name="T34" fmla="*/ 514 w 748"/>
                <a:gd name="T35" fmla="*/ 417 h 605"/>
                <a:gd name="T36" fmla="*/ 637 w 748"/>
                <a:gd name="T37" fmla="*/ 540 h 605"/>
                <a:gd name="T38" fmla="*/ 683 w 748"/>
                <a:gd name="T39" fmla="*/ 540 h 605"/>
                <a:gd name="T40" fmla="*/ 685 w 748"/>
                <a:gd name="T41" fmla="*/ 540 h 605"/>
                <a:gd name="T42" fmla="*/ 748 w 748"/>
                <a:gd name="T43" fmla="*/ 603 h 605"/>
                <a:gd name="T44" fmla="*/ 745 w 748"/>
                <a:gd name="T45" fmla="*/ 60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8" h="605">
                  <a:moveTo>
                    <a:pt x="745" y="605"/>
                  </a:moveTo>
                  <a:cubicBezTo>
                    <a:pt x="683" y="543"/>
                    <a:pt x="683" y="543"/>
                    <a:pt x="683" y="543"/>
                  </a:cubicBezTo>
                  <a:cubicBezTo>
                    <a:pt x="637" y="543"/>
                    <a:pt x="637" y="543"/>
                    <a:pt x="637" y="543"/>
                  </a:cubicBezTo>
                  <a:cubicBezTo>
                    <a:pt x="636" y="543"/>
                    <a:pt x="636" y="543"/>
                    <a:pt x="635" y="543"/>
                  </a:cubicBezTo>
                  <a:cubicBezTo>
                    <a:pt x="512" y="419"/>
                    <a:pt x="512" y="419"/>
                    <a:pt x="512" y="419"/>
                  </a:cubicBezTo>
                  <a:cubicBezTo>
                    <a:pt x="375" y="419"/>
                    <a:pt x="375" y="419"/>
                    <a:pt x="375" y="419"/>
                  </a:cubicBezTo>
                  <a:cubicBezTo>
                    <a:pt x="375" y="419"/>
                    <a:pt x="374" y="419"/>
                    <a:pt x="374" y="419"/>
                  </a:cubicBezTo>
                  <a:cubicBezTo>
                    <a:pt x="341" y="386"/>
                    <a:pt x="341" y="386"/>
                    <a:pt x="341" y="386"/>
                  </a:cubicBezTo>
                  <a:cubicBezTo>
                    <a:pt x="341" y="386"/>
                    <a:pt x="340" y="385"/>
                    <a:pt x="340" y="385"/>
                  </a:cubicBezTo>
                  <a:cubicBezTo>
                    <a:pt x="340" y="343"/>
                    <a:pt x="340" y="343"/>
                    <a:pt x="340" y="34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3" y="341"/>
                    <a:pt x="343" y="341"/>
                    <a:pt x="343" y="341"/>
                  </a:cubicBezTo>
                  <a:cubicBezTo>
                    <a:pt x="344" y="341"/>
                    <a:pt x="344" y="342"/>
                    <a:pt x="344" y="342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76" y="416"/>
                    <a:pt x="376" y="416"/>
                    <a:pt x="376" y="416"/>
                  </a:cubicBezTo>
                  <a:cubicBezTo>
                    <a:pt x="513" y="416"/>
                    <a:pt x="513" y="416"/>
                    <a:pt x="513" y="416"/>
                  </a:cubicBezTo>
                  <a:cubicBezTo>
                    <a:pt x="513" y="416"/>
                    <a:pt x="514" y="416"/>
                    <a:pt x="514" y="417"/>
                  </a:cubicBezTo>
                  <a:cubicBezTo>
                    <a:pt x="637" y="540"/>
                    <a:pt x="637" y="540"/>
                    <a:pt x="637" y="540"/>
                  </a:cubicBezTo>
                  <a:cubicBezTo>
                    <a:pt x="683" y="540"/>
                    <a:pt x="683" y="540"/>
                    <a:pt x="683" y="540"/>
                  </a:cubicBezTo>
                  <a:cubicBezTo>
                    <a:pt x="684" y="540"/>
                    <a:pt x="684" y="540"/>
                    <a:pt x="685" y="540"/>
                  </a:cubicBezTo>
                  <a:cubicBezTo>
                    <a:pt x="748" y="603"/>
                    <a:pt x="748" y="603"/>
                    <a:pt x="748" y="603"/>
                  </a:cubicBezTo>
                  <a:lnTo>
                    <a:pt x="745" y="605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2" name="Freeform 436"/>
            <p:cNvSpPr>
              <a:spLocks/>
            </p:cNvSpPr>
            <p:nvPr/>
          </p:nvSpPr>
          <p:spPr bwMode="auto">
            <a:xfrm flipV="1">
              <a:off x="-835023" y="4233861"/>
              <a:ext cx="3152775" cy="2292350"/>
            </a:xfrm>
            <a:custGeom>
              <a:avLst/>
              <a:gdLst>
                <a:gd name="T0" fmla="*/ 840 w 840"/>
                <a:gd name="T1" fmla="*/ 611 h 611"/>
                <a:gd name="T2" fmla="*/ 800 w 840"/>
                <a:gd name="T3" fmla="*/ 611 h 611"/>
                <a:gd name="T4" fmla="*/ 796 w 840"/>
                <a:gd name="T5" fmla="*/ 609 h 611"/>
                <a:gd name="T6" fmla="*/ 718 w 840"/>
                <a:gd name="T7" fmla="*/ 531 h 611"/>
                <a:gd name="T8" fmla="*/ 665 w 840"/>
                <a:gd name="T9" fmla="*/ 531 h 611"/>
                <a:gd name="T10" fmla="*/ 661 w 840"/>
                <a:gd name="T11" fmla="*/ 530 h 611"/>
                <a:gd name="T12" fmla="*/ 542 w 840"/>
                <a:gd name="T13" fmla="*/ 410 h 611"/>
                <a:gd name="T14" fmla="*/ 405 w 840"/>
                <a:gd name="T15" fmla="*/ 410 h 611"/>
                <a:gd name="T16" fmla="*/ 402 w 840"/>
                <a:gd name="T17" fmla="*/ 409 h 611"/>
                <a:gd name="T18" fmla="*/ 0 w 840"/>
                <a:gd name="T19" fmla="*/ 7 h 611"/>
                <a:gd name="T20" fmla="*/ 7 w 840"/>
                <a:gd name="T21" fmla="*/ 0 h 611"/>
                <a:gd name="T22" fmla="*/ 407 w 840"/>
                <a:gd name="T23" fmla="*/ 400 h 611"/>
                <a:gd name="T24" fmla="*/ 544 w 840"/>
                <a:gd name="T25" fmla="*/ 400 h 611"/>
                <a:gd name="T26" fmla="*/ 548 w 840"/>
                <a:gd name="T27" fmla="*/ 401 h 611"/>
                <a:gd name="T28" fmla="*/ 667 w 840"/>
                <a:gd name="T29" fmla="*/ 521 h 611"/>
                <a:gd name="T30" fmla="*/ 721 w 840"/>
                <a:gd name="T31" fmla="*/ 521 h 611"/>
                <a:gd name="T32" fmla="*/ 724 w 840"/>
                <a:gd name="T33" fmla="*/ 522 h 611"/>
                <a:gd name="T34" fmla="*/ 802 w 840"/>
                <a:gd name="T35" fmla="*/ 600 h 611"/>
                <a:gd name="T36" fmla="*/ 840 w 840"/>
                <a:gd name="T37" fmla="*/ 600 h 611"/>
                <a:gd name="T38" fmla="*/ 840 w 84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40" h="611">
                  <a:moveTo>
                    <a:pt x="840" y="611"/>
                  </a:moveTo>
                  <a:cubicBezTo>
                    <a:pt x="800" y="611"/>
                    <a:pt x="800" y="611"/>
                    <a:pt x="800" y="611"/>
                  </a:cubicBezTo>
                  <a:cubicBezTo>
                    <a:pt x="799" y="611"/>
                    <a:pt x="797" y="610"/>
                    <a:pt x="796" y="609"/>
                  </a:cubicBezTo>
                  <a:cubicBezTo>
                    <a:pt x="718" y="531"/>
                    <a:pt x="718" y="531"/>
                    <a:pt x="718" y="531"/>
                  </a:cubicBezTo>
                  <a:cubicBezTo>
                    <a:pt x="665" y="531"/>
                    <a:pt x="665" y="531"/>
                    <a:pt x="665" y="531"/>
                  </a:cubicBezTo>
                  <a:cubicBezTo>
                    <a:pt x="664" y="531"/>
                    <a:pt x="662" y="531"/>
                    <a:pt x="661" y="530"/>
                  </a:cubicBezTo>
                  <a:cubicBezTo>
                    <a:pt x="542" y="410"/>
                    <a:pt x="542" y="410"/>
                    <a:pt x="542" y="410"/>
                  </a:cubicBezTo>
                  <a:cubicBezTo>
                    <a:pt x="405" y="410"/>
                    <a:pt x="405" y="410"/>
                    <a:pt x="405" y="410"/>
                  </a:cubicBezTo>
                  <a:cubicBezTo>
                    <a:pt x="404" y="410"/>
                    <a:pt x="403" y="410"/>
                    <a:pt x="402" y="40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07" y="400"/>
                    <a:pt x="407" y="400"/>
                    <a:pt x="407" y="400"/>
                  </a:cubicBezTo>
                  <a:cubicBezTo>
                    <a:pt x="544" y="400"/>
                    <a:pt x="544" y="400"/>
                    <a:pt x="544" y="400"/>
                  </a:cubicBezTo>
                  <a:cubicBezTo>
                    <a:pt x="545" y="400"/>
                    <a:pt x="547" y="400"/>
                    <a:pt x="548" y="401"/>
                  </a:cubicBezTo>
                  <a:cubicBezTo>
                    <a:pt x="667" y="521"/>
                    <a:pt x="667" y="521"/>
                    <a:pt x="667" y="521"/>
                  </a:cubicBezTo>
                  <a:cubicBezTo>
                    <a:pt x="721" y="521"/>
                    <a:pt x="721" y="521"/>
                    <a:pt x="721" y="521"/>
                  </a:cubicBezTo>
                  <a:cubicBezTo>
                    <a:pt x="722" y="521"/>
                    <a:pt x="723" y="521"/>
                    <a:pt x="724" y="522"/>
                  </a:cubicBezTo>
                  <a:cubicBezTo>
                    <a:pt x="802" y="600"/>
                    <a:pt x="802" y="600"/>
                    <a:pt x="802" y="600"/>
                  </a:cubicBezTo>
                  <a:cubicBezTo>
                    <a:pt x="840" y="600"/>
                    <a:pt x="840" y="600"/>
                    <a:pt x="840" y="600"/>
                  </a:cubicBezTo>
                  <a:lnTo>
                    <a:pt x="84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3" name="Freeform 437"/>
            <p:cNvSpPr>
              <a:spLocks/>
            </p:cNvSpPr>
            <p:nvPr/>
          </p:nvSpPr>
          <p:spPr bwMode="auto">
            <a:xfrm flipV="1">
              <a:off x="-1131886" y="4090986"/>
              <a:ext cx="2949575" cy="2120900"/>
            </a:xfrm>
            <a:custGeom>
              <a:avLst/>
              <a:gdLst>
                <a:gd name="T0" fmla="*/ 786 w 786"/>
                <a:gd name="T1" fmla="*/ 565 h 565"/>
                <a:gd name="T2" fmla="*/ 782 w 786"/>
                <a:gd name="T3" fmla="*/ 565 h 565"/>
                <a:gd name="T4" fmla="*/ 782 w 786"/>
                <a:gd name="T5" fmla="*/ 517 h 565"/>
                <a:gd name="T6" fmla="*/ 621 w 786"/>
                <a:gd name="T7" fmla="*/ 356 h 565"/>
                <a:gd name="T8" fmla="*/ 354 w 786"/>
                <a:gd name="T9" fmla="*/ 356 h 565"/>
                <a:gd name="T10" fmla="*/ 353 w 786"/>
                <a:gd name="T11" fmla="*/ 355 h 565"/>
                <a:gd name="T12" fmla="*/ 0 w 786"/>
                <a:gd name="T13" fmla="*/ 2 h 565"/>
                <a:gd name="T14" fmla="*/ 2 w 786"/>
                <a:gd name="T15" fmla="*/ 0 h 565"/>
                <a:gd name="T16" fmla="*/ 355 w 786"/>
                <a:gd name="T17" fmla="*/ 352 h 565"/>
                <a:gd name="T18" fmla="*/ 622 w 786"/>
                <a:gd name="T19" fmla="*/ 352 h 565"/>
                <a:gd name="T20" fmla="*/ 623 w 786"/>
                <a:gd name="T21" fmla="*/ 353 h 565"/>
                <a:gd name="T22" fmla="*/ 785 w 786"/>
                <a:gd name="T23" fmla="*/ 515 h 565"/>
                <a:gd name="T24" fmla="*/ 786 w 786"/>
                <a:gd name="T25" fmla="*/ 516 h 565"/>
                <a:gd name="T26" fmla="*/ 786 w 786"/>
                <a:gd name="T27" fmla="*/ 565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6" h="565">
                  <a:moveTo>
                    <a:pt x="786" y="565"/>
                  </a:moveTo>
                  <a:cubicBezTo>
                    <a:pt x="782" y="565"/>
                    <a:pt x="782" y="565"/>
                    <a:pt x="782" y="565"/>
                  </a:cubicBezTo>
                  <a:cubicBezTo>
                    <a:pt x="782" y="517"/>
                    <a:pt x="782" y="517"/>
                    <a:pt x="782" y="517"/>
                  </a:cubicBezTo>
                  <a:cubicBezTo>
                    <a:pt x="621" y="356"/>
                    <a:pt x="621" y="356"/>
                    <a:pt x="621" y="356"/>
                  </a:cubicBezTo>
                  <a:cubicBezTo>
                    <a:pt x="354" y="356"/>
                    <a:pt x="354" y="356"/>
                    <a:pt x="354" y="356"/>
                  </a:cubicBezTo>
                  <a:cubicBezTo>
                    <a:pt x="354" y="356"/>
                    <a:pt x="354" y="356"/>
                    <a:pt x="353" y="35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55" y="352"/>
                    <a:pt x="355" y="352"/>
                    <a:pt x="355" y="352"/>
                  </a:cubicBezTo>
                  <a:cubicBezTo>
                    <a:pt x="622" y="352"/>
                    <a:pt x="622" y="352"/>
                    <a:pt x="622" y="352"/>
                  </a:cubicBezTo>
                  <a:cubicBezTo>
                    <a:pt x="622" y="352"/>
                    <a:pt x="623" y="353"/>
                    <a:pt x="623" y="353"/>
                  </a:cubicBezTo>
                  <a:cubicBezTo>
                    <a:pt x="785" y="515"/>
                    <a:pt x="785" y="515"/>
                    <a:pt x="785" y="515"/>
                  </a:cubicBezTo>
                  <a:cubicBezTo>
                    <a:pt x="786" y="515"/>
                    <a:pt x="786" y="516"/>
                    <a:pt x="786" y="516"/>
                  </a:cubicBezTo>
                  <a:lnTo>
                    <a:pt x="786" y="5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4" name="Freeform 438"/>
            <p:cNvSpPr>
              <a:spLocks/>
            </p:cNvSpPr>
            <p:nvPr/>
          </p:nvSpPr>
          <p:spPr bwMode="auto">
            <a:xfrm flipV="1">
              <a:off x="-1330323" y="3827461"/>
              <a:ext cx="3370262" cy="2189163"/>
            </a:xfrm>
            <a:custGeom>
              <a:avLst/>
              <a:gdLst>
                <a:gd name="T0" fmla="*/ 843 w 898"/>
                <a:gd name="T1" fmla="*/ 583 h 583"/>
                <a:gd name="T2" fmla="*/ 842 w 898"/>
                <a:gd name="T3" fmla="*/ 582 h 583"/>
                <a:gd name="T4" fmla="*/ 753 w 898"/>
                <a:gd name="T5" fmla="*/ 493 h 583"/>
                <a:gd name="T6" fmla="*/ 752 w 898"/>
                <a:gd name="T7" fmla="*/ 492 h 583"/>
                <a:gd name="T8" fmla="*/ 752 w 898"/>
                <a:gd name="T9" fmla="*/ 428 h 583"/>
                <a:gd name="T10" fmla="*/ 666 w 898"/>
                <a:gd name="T11" fmla="*/ 342 h 583"/>
                <a:gd name="T12" fmla="*/ 341 w 898"/>
                <a:gd name="T13" fmla="*/ 342 h 583"/>
                <a:gd name="T14" fmla="*/ 339 w 898"/>
                <a:gd name="T15" fmla="*/ 342 h 583"/>
                <a:gd name="T16" fmla="*/ 0 w 898"/>
                <a:gd name="T17" fmla="*/ 3 h 583"/>
                <a:gd name="T18" fmla="*/ 3 w 898"/>
                <a:gd name="T19" fmla="*/ 0 h 583"/>
                <a:gd name="T20" fmla="*/ 341 w 898"/>
                <a:gd name="T21" fmla="*/ 339 h 583"/>
                <a:gd name="T22" fmla="*/ 666 w 898"/>
                <a:gd name="T23" fmla="*/ 339 h 583"/>
                <a:gd name="T24" fmla="*/ 668 w 898"/>
                <a:gd name="T25" fmla="*/ 339 h 583"/>
                <a:gd name="T26" fmla="*/ 755 w 898"/>
                <a:gd name="T27" fmla="*/ 426 h 583"/>
                <a:gd name="T28" fmla="*/ 755 w 898"/>
                <a:gd name="T29" fmla="*/ 428 h 583"/>
                <a:gd name="T30" fmla="*/ 755 w 898"/>
                <a:gd name="T31" fmla="*/ 491 h 583"/>
                <a:gd name="T32" fmla="*/ 844 w 898"/>
                <a:gd name="T33" fmla="*/ 579 h 583"/>
                <a:gd name="T34" fmla="*/ 886 w 898"/>
                <a:gd name="T35" fmla="*/ 579 h 583"/>
                <a:gd name="T36" fmla="*/ 895 w 898"/>
                <a:gd name="T37" fmla="*/ 570 h 583"/>
                <a:gd name="T38" fmla="*/ 898 w 898"/>
                <a:gd name="T39" fmla="*/ 572 h 583"/>
                <a:gd name="T40" fmla="*/ 888 w 898"/>
                <a:gd name="T41" fmla="*/ 582 h 583"/>
                <a:gd name="T42" fmla="*/ 887 w 898"/>
                <a:gd name="T43" fmla="*/ 583 h 583"/>
                <a:gd name="T44" fmla="*/ 843 w 898"/>
                <a:gd name="T45" fmla="*/ 58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583">
                  <a:moveTo>
                    <a:pt x="843" y="583"/>
                  </a:moveTo>
                  <a:cubicBezTo>
                    <a:pt x="842" y="583"/>
                    <a:pt x="842" y="583"/>
                    <a:pt x="842" y="582"/>
                  </a:cubicBezTo>
                  <a:cubicBezTo>
                    <a:pt x="753" y="493"/>
                    <a:pt x="753" y="493"/>
                    <a:pt x="753" y="493"/>
                  </a:cubicBezTo>
                  <a:cubicBezTo>
                    <a:pt x="752" y="493"/>
                    <a:pt x="752" y="492"/>
                    <a:pt x="752" y="492"/>
                  </a:cubicBezTo>
                  <a:cubicBezTo>
                    <a:pt x="752" y="428"/>
                    <a:pt x="752" y="428"/>
                    <a:pt x="752" y="428"/>
                  </a:cubicBezTo>
                  <a:cubicBezTo>
                    <a:pt x="666" y="342"/>
                    <a:pt x="666" y="342"/>
                    <a:pt x="666" y="342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0" y="342"/>
                    <a:pt x="340" y="342"/>
                    <a:pt x="339" y="34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1" y="339"/>
                    <a:pt x="341" y="339"/>
                    <a:pt x="341" y="339"/>
                  </a:cubicBezTo>
                  <a:cubicBezTo>
                    <a:pt x="666" y="339"/>
                    <a:pt x="666" y="339"/>
                    <a:pt x="666" y="339"/>
                  </a:cubicBezTo>
                  <a:cubicBezTo>
                    <a:pt x="667" y="339"/>
                    <a:pt x="667" y="339"/>
                    <a:pt x="668" y="339"/>
                  </a:cubicBezTo>
                  <a:cubicBezTo>
                    <a:pt x="755" y="426"/>
                    <a:pt x="755" y="426"/>
                    <a:pt x="755" y="426"/>
                  </a:cubicBezTo>
                  <a:cubicBezTo>
                    <a:pt x="755" y="427"/>
                    <a:pt x="755" y="427"/>
                    <a:pt x="755" y="428"/>
                  </a:cubicBezTo>
                  <a:cubicBezTo>
                    <a:pt x="755" y="491"/>
                    <a:pt x="755" y="491"/>
                    <a:pt x="755" y="491"/>
                  </a:cubicBezTo>
                  <a:cubicBezTo>
                    <a:pt x="844" y="579"/>
                    <a:pt x="844" y="579"/>
                    <a:pt x="844" y="579"/>
                  </a:cubicBezTo>
                  <a:cubicBezTo>
                    <a:pt x="886" y="579"/>
                    <a:pt x="886" y="579"/>
                    <a:pt x="886" y="579"/>
                  </a:cubicBezTo>
                  <a:cubicBezTo>
                    <a:pt x="895" y="570"/>
                    <a:pt x="895" y="570"/>
                    <a:pt x="895" y="570"/>
                  </a:cubicBezTo>
                  <a:cubicBezTo>
                    <a:pt x="898" y="572"/>
                    <a:pt x="898" y="572"/>
                    <a:pt x="898" y="572"/>
                  </a:cubicBezTo>
                  <a:cubicBezTo>
                    <a:pt x="888" y="582"/>
                    <a:pt x="888" y="582"/>
                    <a:pt x="888" y="582"/>
                  </a:cubicBezTo>
                  <a:cubicBezTo>
                    <a:pt x="887" y="583"/>
                    <a:pt x="887" y="583"/>
                    <a:pt x="887" y="583"/>
                  </a:cubicBezTo>
                  <a:lnTo>
                    <a:pt x="843" y="5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5" name="Freeform 439"/>
            <p:cNvSpPr>
              <a:spLocks/>
            </p:cNvSpPr>
            <p:nvPr/>
          </p:nvSpPr>
          <p:spPr bwMode="auto">
            <a:xfrm flipV="1">
              <a:off x="-1619248" y="3881436"/>
              <a:ext cx="3205162" cy="1846263"/>
            </a:xfrm>
            <a:custGeom>
              <a:avLst/>
              <a:gdLst>
                <a:gd name="T0" fmla="*/ 671 w 854"/>
                <a:gd name="T1" fmla="*/ 312 h 492"/>
                <a:gd name="T2" fmla="*/ 654 w 854"/>
                <a:gd name="T3" fmla="*/ 315 h 492"/>
                <a:gd name="T4" fmla="*/ 722 w 854"/>
                <a:gd name="T5" fmla="*/ 392 h 492"/>
                <a:gd name="T6" fmla="*/ 723 w 854"/>
                <a:gd name="T7" fmla="*/ 402 h 492"/>
                <a:gd name="T8" fmla="*/ 715 w 854"/>
                <a:gd name="T9" fmla="*/ 410 h 492"/>
                <a:gd name="T10" fmla="*/ 705 w 854"/>
                <a:gd name="T11" fmla="*/ 410 h 492"/>
                <a:gd name="T12" fmla="*/ 603 w 854"/>
                <a:gd name="T13" fmla="*/ 309 h 492"/>
                <a:gd name="T14" fmla="*/ 469 w 854"/>
                <a:gd name="T15" fmla="*/ 319 h 492"/>
                <a:gd name="T16" fmla="*/ 475 w 854"/>
                <a:gd name="T17" fmla="*/ 333 h 492"/>
                <a:gd name="T18" fmla="*/ 575 w 854"/>
                <a:gd name="T19" fmla="*/ 333 h 492"/>
                <a:gd name="T20" fmla="*/ 583 w 854"/>
                <a:gd name="T21" fmla="*/ 342 h 492"/>
                <a:gd name="T22" fmla="*/ 583 w 854"/>
                <a:gd name="T23" fmla="*/ 353 h 492"/>
                <a:gd name="T24" fmla="*/ 573 w 854"/>
                <a:gd name="T25" fmla="*/ 362 h 492"/>
                <a:gd name="T26" fmla="*/ 354 w 854"/>
                <a:gd name="T27" fmla="*/ 362 h 492"/>
                <a:gd name="T28" fmla="*/ 247 w 854"/>
                <a:gd name="T29" fmla="*/ 255 h 492"/>
                <a:gd name="T30" fmla="*/ 248 w 854"/>
                <a:gd name="T31" fmla="*/ 240 h 492"/>
                <a:gd name="T32" fmla="*/ 259 w 854"/>
                <a:gd name="T33" fmla="*/ 229 h 492"/>
                <a:gd name="T34" fmla="*/ 273 w 854"/>
                <a:gd name="T35" fmla="*/ 230 h 492"/>
                <a:gd name="T36" fmla="*/ 387 w 854"/>
                <a:gd name="T37" fmla="*/ 332 h 492"/>
                <a:gd name="T38" fmla="*/ 397 w 854"/>
                <a:gd name="T39" fmla="*/ 311 h 492"/>
                <a:gd name="T40" fmla="*/ 118 w 854"/>
                <a:gd name="T41" fmla="*/ 43 h 492"/>
                <a:gd name="T42" fmla="*/ 108 w 854"/>
                <a:gd name="T43" fmla="*/ 65 h 492"/>
                <a:gd name="T44" fmla="*/ 199 w 854"/>
                <a:gd name="T45" fmla="*/ 157 h 492"/>
                <a:gd name="T46" fmla="*/ 199 w 854"/>
                <a:gd name="T47" fmla="*/ 167 h 492"/>
                <a:gd name="T48" fmla="*/ 187 w 854"/>
                <a:gd name="T49" fmla="*/ 178 h 492"/>
                <a:gd name="T50" fmla="*/ 176 w 854"/>
                <a:gd name="T51" fmla="*/ 178 h 492"/>
                <a:gd name="T52" fmla="*/ 0 w 854"/>
                <a:gd name="T53" fmla="*/ 3 h 492"/>
                <a:gd name="T54" fmla="*/ 177 w 854"/>
                <a:gd name="T55" fmla="*/ 174 h 492"/>
                <a:gd name="T56" fmla="*/ 196 w 854"/>
                <a:gd name="T57" fmla="*/ 165 h 492"/>
                <a:gd name="T58" fmla="*/ 105 w 854"/>
                <a:gd name="T59" fmla="*/ 67 h 492"/>
                <a:gd name="T60" fmla="*/ 104 w 854"/>
                <a:gd name="T61" fmla="*/ 53 h 492"/>
                <a:gd name="T62" fmla="*/ 116 w 854"/>
                <a:gd name="T63" fmla="*/ 40 h 492"/>
                <a:gd name="T64" fmla="*/ 130 w 854"/>
                <a:gd name="T65" fmla="*/ 40 h 492"/>
                <a:gd name="T66" fmla="*/ 400 w 854"/>
                <a:gd name="T67" fmla="*/ 309 h 492"/>
                <a:gd name="T68" fmla="*/ 400 w 854"/>
                <a:gd name="T69" fmla="*/ 323 h 492"/>
                <a:gd name="T70" fmla="*/ 389 w 854"/>
                <a:gd name="T71" fmla="*/ 335 h 492"/>
                <a:gd name="T72" fmla="*/ 374 w 854"/>
                <a:gd name="T73" fmla="*/ 335 h 492"/>
                <a:gd name="T74" fmla="*/ 271 w 854"/>
                <a:gd name="T75" fmla="*/ 233 h 492"/>
                <a:gd name="T76" fmla="*/ 251 w 854"/>
                <a:gd name="T77" fmla="*/ 242 h 492"/>
                <a:gd name="T78" fmla="*/ 356 w 854"/>
                <a:gd name="T79" fmla="*/ 359 h 492"/>
                <a:gd name="T80" fmla="*/ 580 w 854"/>
                <a:gd name="T81" fmla="*/ 351 h 492"/>
                <a:gd name="T82" fmla="*/ 573 w 854"/>
                <a:gd name="T83" fmla="*/ 336 h 492"/>
                <a:gd name="T84" fmla="*/ 473 w 854"/>
                <a:gd name="T85" fmla="*/ 336 h 492"/>
                <a:gd name="T86" fmla="*/ 465 w 854"/>
                <a:gd name="T87" fmla="*/ 327 h 492"/>
                <a:gd name="T88" fmla="*/ 466 w 854"/>
                <a:gd name="T89" fmla="*/ 317 h 492"/>
                <a:gd name="T90" fmla="*/ 478 w 854"/>
                <a:gd name="T91" fmla="*/ 306 h 492"/>
                <a:gd name="T92" fmla="*/ 605 w 854"/>
                <a:gd name="T93" fmla="*/ 306 h 492"/>
                <a:gd name="T94" fmla="*/ 713 w 854"/>
                <a:gd name="T95" fmla="*/ 407 h 492"/>
                <a:gd name="T96" fmla="*/ 720 w 854"/>
                <a:gd name="T97" fmla="*/ 394 h 492"/>
                <a:gd name="T98" fmla="*/ 651 w 854"/>
                <a:gd name="T99" fmla="*/ 324 h 492"/>
                <a:gd name="T100" fmla="*/ 651 w 854"/>
                <a:gd name="T101" fmla="*/ 313 h 492"/>
                <a:gd name="T102" fmla="*/ 657 w 854"/>
                <a:gd name="T103" fmla="*/ 308 h 492"/>
                <a:gd name="T104" fmla="*/ 672 w 854"/>
                <a:gd name="T105" fmla="*/ 309 h 492"/>
                <a:gd name="T106" fmla="*/ 851 w 854"/>
                <a:gd name="T107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54" h="492">
                  <a:moveTo>
                    <a:pt x="851" y="492"/>
                  </a:moveTo>
                  <a:cubicBezTo>
                    <a:pt x="671" y="312"/>
                    <a:pt x="671" y="312"/>
                    <a:pt x="671" y="312"/>
                  </a:cubicBezTo>
                  <a:cubicBezTo>
                    <a:pt x="658" y="312"/>
                    <a:pt x="658" y="312"/>
                    <a:pt x="658" y="312"/>
                  </a:cubicBezTo>
                  <a:cubicBezTo>
                    <a:pt x="654" y="315"/>
                    <a:pt x="654" y="315"/>
                    <a:pt x="654" y="315"/>
                  </a:cubicBezTo>
                  <a:cubicBezTo>
                    <a:pt x="654" y="324"/>
                    <a:pt x="654" y="324"/>
                    <a:pt x="654" y="324"/>
                  </a:cubicBezTo>
                  <a:cubicBezTo>
                    <a:pt x="722" y="392"/>
                    <a:pt x="722" y="392"/>
                    <a:pt x="722" y="392"/>
                  </a:cubicBezTo>
                  <a:cubicBezTo>
                    <a:pt x="723" y="392"/>
                    <a:pt x="723" y="393"/>
                    <a:pt x="723" y="393"/>
                  </a:cubicBezTo>
                  <a:cubicBezTo>
                    <a:pt x="723" y="402"/>
                    <a:pt x="723" y="402"/>
                    <a:pt x="723" y="402"/>
                  </a:cubicBezTo>
                  <a:cubicBezTo>
                    <a:pt x="723" y="402"/>
                    <a:pt x="723" y="402"/>
                    <a:pt x="722" y="403"/>
                  </a:cubicBezTo>
                  <a:cubicBezTo>
                    <a:pt x="715" y="410"/>
                    <a:pt x="715" y="410"/>
                    <a:pt x="715" y="410"/>
                  </a:cubicBezTo>
                  <a:cubicBezTo>
                    <a:pt x="715" y="410"/>
                    <a:pt x="715" y="410"/>
                    <a:pt x="714" y="410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704" y="410"/>
                    <a:pt x="704" y="410"/>
                    <a:pt x="704" y="410"/>
                  </a:cubicBezTo>
                  <a:cubicBezTo>
                    <a:pt x="603" y="309"/>
                    <a:pt x="603" y="309"/>
                    <a:pt x="603" y="309"/>
                  </a:cubicBezTo>
                  <a:cubicBezTo>
                    <a:pt x="479" y="309"/>
                    <a:pt x="479" y="309"/>
                    <a:pt x="479" y="309"/>
                  </a:cubicBezTo>
                  <a:cubicBezTo>
                    <a:pt x="469" y="319"/>
                    <a:pt x="469" y="319"/>
                    <a:pt x="469" y="319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75" y="333"/>
                    <a:pt x="475" y="333"/>
                    <a:pt x="475" y="333"/>
                  </a:cubicBezTo>
                  <a:cubicBezTo>
                    <a:pt x="574" y="333"/>
                    <a:pt x="574" y="333"/>
                    <a:pt x="574" y="333"/>
                  </a:cubicBezTo>
                  <a:cubicBezTo>
                    <a:pt x="574" y="333"/>
                    <a:pt x="575" y="333"/>
                    <a:pt x="575" y="333"/>
                  </a:cubicBezTo>
                  <a:cubicBezTo>
                    <a:pt x="583" y="341"/>
                    <a:pt x="583" y="341"/>
                    <a:pt x="583" y="341"/>
                  </a:cubicBezTo>
                  <a:cubicBezTo>
                    <a:pt x="583" y="341"/>
                    <a:pt x="583" y="342"/>
                    <a:pt x="583" y="342"/>
                  </a:cubicBezTo>
                  <a:cubicBezTo>
                    <a:pt x="583" y="352"/>
                    <a:pt x="583" y="352"/>
                    <a:pt x="583" y="352"/>
                  </a:cubicBezTo>
                  <a:cubicBezTo>
                    <a:pt x="583" y="352"/>
                    <a:pt x="583" y="353"/>
                    <a:pt x="583" y="353"/>
                  </a:cubicBezTo>
                  <a:cubicBezTo>
                    <a:pt x="574" y="362"/>
                    <a:pt x="574" y="362"/>
                    <a:pt x="574" y="362"/>
                  </a:cubicBezTo>
                  <a:cubicBezTo>
                    <a:pt x="574" y="362"/>
                    <a:pt x="573" y="362"/>
                    <a:pt x="573" y="362"/>
                  </a:cubicBezTo>
                  <a:cubicBezTo>
                    <a:pt x="355" y="362"/>
                    <a:pt x="355" y="362"/>
                    <a:pt x="355" y="362"/>
                  </a:cubicBezTo>
                  <a:cubicBezTo>
                    <a:pt x="355" y="362"/>
                    <a:pt x="354" y="362"/>
                    <a:pt x="354" y="362"/>
                  </a:cubicBezTo>
                  <a:cubicBezTo>
                    <a:pt x="248" y="256"/>
                    <a:pt x="248" y="256"/>
                    <a:pt x="248" y="256"/>
                  </a:cubicBezTo>
                  <a:cubicBezTo>
                    <a:pt x="248" y="256"/>
                    <a:pt x="247" y="255"/>
                    <a:pt x="247" y="255"/>
                  </a:cubicBezTo>
                  <a:cubicBezTo>
                    <a:pt x="247" y="241"/>
                    <a:pt x="247" y="241"/>
                    <a:pt x="247" y="241"/>
                  </a:cubicBezTo>
                  <a:cubicBezTo>
                    <a:pt x="247" y="241"/>
                    <a:pt x="248" y="240"/>
                    <a:pt x="248" y="240"/>
                  </a:cubicBezTo>
                  <a:cubicBezTo>
                    <a:pt x="258" y="230"/>
                    <a:pt x="258" y="230"/>
                    <a:pt x="258" y="230"/>
                  </a:cubicBezTo>
                  <a:cubicBezTo>
                    <a:pt x="259" y="230"/>
                    <a:pt x="259" y="229"/>
                    <a:pt x="259" y="229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9"/>
                    <a:pt x="273" y="229"/>
                    <a:pt x="273" y="230"/>
                  </a:cubicBezTo>
                  <a:cubicBezTo>
                    <a:pt x="375" y="332"/>
                    <a:pt x="375" y="332"/>
                    <a:pt x="375" y="332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97" y="322"/>
                    <a:pt x="397" y="322"/>
                    <a:pt x="397" y="322"/>
                  </a:cubicBezTo>
                  <a:cubicBezTo>
                    <a:pt x="397" y="311"/>
                    <a:pt x="397" y="311"/>
                    <a:pt x="397" y="311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99" y="156"/>
                    <a:pt x="199" y="156"/>
                    <a:pt x="199" y="156"/>
                  </a:cubicBezTo>
                  <a:cubicBezTo>
                    <a:pt x="199" y="156"/>
                    <a:pt x="199" y="157"/>
                    <a:pt x="199" y="157"/>
                  </a:cubicBezTo>
                  <a:cubicBezTo>
                    <a:pt x="199" y="166"/>
                    <a:pt x="199" y="166"/>
                    <a:pt x="199" y="166"/>
                  </a:cubicBezTo>
                  <a:cubicBezTo>
                    <a:pt x="199" y="166"/>
                    <a:pt x="199" y="167"/>
                    <a:pt x="199" y="167"/>
                  </a:cubicBezTo>
                  <a:cubicBezTo>
                    <a:pt x="189" y="177"/>
                    <a:pt x="189" y="177"/>
                    <a:pt x="189" y="177"/>
                  </a:cubicBezTo>
                  <a:cubicBezTo>
                    <a:pt x="188" y="177"/>
                    <a:pt x="188" y="178"/>
                    <a:pt x="187" y="178"/>
                  </a:cubicBezTo>
                  <a:cubicBezTo>
                    <a:pt x="187" y="178"/>
                    <a:pt x="187" y="178"/>
                    <a:pt x="187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5" y="178"/>
                    <a:pt x="175" y="177"/>
                    <a:pt x="175" y="17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77" y="174"/>
                    <a:pt x="177" y="174"/>
                    <a:pt x="17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96" y="165"/>
                    <a:pt x="196" y="165"/>
                    <a:pt x="196" y="165"/>
                  </a:cubicBezTo>
                  <a:cubicBezTo>
                    <a:pt x="196" y="158"/>
                    <a:pt x="196" y="158"/>
                    <a:pt x="196" y="158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4" y="67"/>
                    <a:pt x="104" y="66"/>
                    <a:pt x="104" y="6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4" y="53"/>
                    <a:pt x="104" y="52"/>
                    <a:pt x="105" y="52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7" y="40"/>
                    <a:pt x="117" y="40"/>
                    <a:pt x="118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0"/>
                    <a:pt x="131" y="40"/>
                    <a:pt x="131" y="40"/>
                  </a:cubicBezTo>
                  <a:cubicBezTo>
                    <a:pt x="400" y="309"/>
                    <a:pt x="400" y="309"/>
                    <a:pt x="400" y="309"/>
                  </a:cubicBezTo>
                  <a:cubicBezTo>
                    <a:pt x="400" y="309"/>
                    <a:pt x="400" y="310"/>
                    <a:pt x="400" y="310"/>
                  </a:cubicBezTo>
                  <a:cubicBezTo>
                    <a:pt x="400" y="323"/>
                    <a:pt x="400" y="323"/>
                    <a:pt x="400" y="323"/>
                  </a:cubicBezTo>
                  <a:cubicBezTo>
                    <a:pt x="400" y="323"/>
                    <a:pt x="400" y="324"/>
                    <a:pt x="400" y="324"/>
                  </a:cubicBezTo>
                  <a:cubicBezTo>
                    <a:pt x="389" y="335"/>
                    <a:pt x="389" y="335"/>
                    <a:pt x="389" y="335"/>
                  </a:cubicBezTo>
                  <a:cubicBezTo>
                    <a:pt x="389" y="335"/>
                    <a:pt x="388" y="335"/>
                    <a:pt x="388" y="335"/>
                  </a:cubicBezTo>
                  <a:cubicBezTo>
                    <a:pt x="374" y="335"/>
                    <a:pt x="374" y="335"/>
                    <a:pt x="374" y="335"/>
                  </a:cubicBezTo>
                  <a:cubicBezTo>
                    <a:pt x="374" y="335"/>
                    <a:pt x="373" y="335"/>
                    <a:pt x="373" y="335"/>
                  </a:cubicBezTo>
                  <a:cubicBezTo>
                    <a:pt x="271" y="233"/>
                    <a:pt x="271" y="233"/>
                    <a:pt x="271" y="233"/>
                  </a:cubicBezTo>
                  <a:cubicBezTo>
                    <a:pt x="260" y="233"/>
                    <a:pt x="260" y="233"/>
                    <a:pt x="260" y="233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356" y="359"/>
                    <a:pt x="356" y="359"/>
                    <a:pt x="356" y="359"/>
                  </a:cubicBezTo>
                  <a:cubicBezTo>
                    <a:pt x="572" y="359"/>
                    <a:pt x="572" y="359"/>
                    <a:pt x="572" y="359"/>
                  </a:cubicBezTo>
                  <a:cubicBezTo>
                    <a:pt x="580" y="351"/>
                    <a:pt x="580" y="351"/>
                    <a:pt x="580" y="351"/>
                  </a:cubicBezTo>
                  <a:cubicBezTo>
                    <a:pt x="580" y="343"/>
                    <a:pt x="580" y="343"/>
                    <a:pt x="580" y="343"/>
                  </a:cubicBezTo>
                  <a:cubicBezTo>
                    <a:pt x="573" y="336"/>
                    <a:pt x="573" y="336"/>
                    <a:pt x="573" y="336"/>
                  </a:cubicBezTo>
                  <a:cubicBezTo>
                    <a:pt x="474" y="336"/>
                    <a:pt x="474" y="336"/>
                    <a:pt x="474" y="336"/>
                  </a:cubicBezTo>
                  <a:cubicBezTo>
                    <a:pt x="474" y="336"/>
                    <a:pt x="473" y="336"/>
                    <a:pt x="473" y="336"/>
                  </a:cubicBezTo>
                  <a:cubicBezTo>
                    <a:pt x="466" y="328"/>
                    <a:pt x="466" y="328"/>
                    <a:pt x="466" y="328"/>
                  </a:cubicBezTo>
                  <a:cubicBezTo>
                    <a:pt x="465" y="328"/>
                    <a:pt x="465" y="328"/>
                    <a:pt x="465" y="327"/>
                  </a:cubicBezTo>
                  <a:cubicBezTo>
                    <a:pt x="465" y="319"/>
                    <a:pt x="465" y="319"/>
                    <a:pt x="465" y="319"/>
                  </a:cubicBezTo>
                  <a:cubicBezTo>
                    <a:pt x="465" y="318"/>
                    <a:pt x="465" y="318"/>
                    <a:pt x="466" y="317"/>
                  </a:cubicBezTo>
                  <a:cubicBezTo>
                    <a:pt x="477" y="306"/>
                    <a:pt x="477" y="306"/>
                    <a:pt x="477" y="306"/>
                  </a:cubicBezTo>
                  <a:cubicBezTo>
                    <a:pt x="477" y="306"/>
                    <a:pt x="478" y="306"/>
                    <a:pt x="478" y="306"/>
                  </a:cubicBezTo>
                  <a:cubicBezTo>
                    <a:pt x="603" y="306"/>
                    <a:pt x="603" y="306"/>
                    <a:pt x="603" y="306"/>
                  </a:cubicBezTo>
                  <a:cubicBezTo>
                    <a:pt x="604" y="306"/>
                    <a:pt x="604" y="306"/>
                    <a:pt x="605" y="306"/>
                  </a:cubicBezTo>
                  <a:cubicBezTo>
                    <a:pt x="705" y="407"/>
                    <a:pt x="705" y="407"/>
                    <a:pt x="705" y="407"/>
                  </a:cubicBezTo>
                  <a:cubicBezTo>
                    <a:pt x="713" y="407"/>
                    <a:pt x="713" y="407"/>
                    <a:pt x="713" y="407"/>
                  </a:cubicBezTo>
                  <a:cubicBezTo>
                    <a:pt x="720" y="401"/>
                    <a:pt x="720" y="401"/>
                    <a:pt x="720" y="401"/>
                  </a:cubicBezTo>
                  <a:cubicBezTo>
                    <a:pt x="720" y="394"/>
                    <a:pt x="720" y="394"/>
                    <a:pt x="720" y="394"/>
                  </a:cubicBezTo>
                  <a:cubicBezTo>
                    <a:pt x="651" y="326"/>
                    <a:pt x="651" y="326"/>
                    <a:pt x="651" y="326"/>
                  </a:cubicBezTo>
                  <a:cubicBezTo>
                    <a:pt x="651" y="325"/>
                    <a:pt x="651" y="325"/>
                    <a:pt x="651" y="324"/>
                  </a:cubicBezTo>
                  <a:cubicBezTo>
                    <a:pt x="651" y="315"/>
                    <a:pt x="651" y="315"/>
                    <a:pt x="651" y="315"/>
                  </a:cubicBezTo>
                  <a:cubicBezTo>
                    <a:pt x="651" y="314"/>
                    <a:pt x="651" y="314"/>
                    <a:pt x="651" y="313"/>
                  </a:cubicBezTo>
                  <a:cubicBezTo>
                    <a:pt x="656" y="309"/>
                    <a:pt x="656" y="309"/>
                    <a:pt x="656" y="309"/>
                  </a:cubicBezTo>
                  <a:cubicBezTo>
                    <a:pt x="656" y="308"/>
                    <a:pt x="657" y="308"/>
                    <a:pt x="657" y="308"/>
                  </a:cubicBezTo>
                  <a:cubicBezTo>
                    <a:pt x="671" y="308"/>
                    <a:pt x="671" y="308"/>
                    <a:pt x="671" y="308"/>
                  </a:cubicBezTo>
                  <a:cubicBezTo>
                    <a:pt x="672" y="308"/>
                    <a:pt x="672" y="308"/>
                    <a:pt x="672" y="309"/>
                  </a:cubicBezTo>
                  <a:cubicBezTo>
                    <a:pt x="854" y="490"/>
                    <a:pt x="854" y="490"/>
                    <a:pt x="854" y="490"/>
                  </a:cubicBezTo>
                  <a:lnTo>
                    <a:pt x="851" y="4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6" name="Freeform 440"/>
            <p:cNvSpPr>
              <a:spLocks noEditPoints="1"/>
            </p:cNvSpPr>
            <p:nvPr/>
          </p:nvSpPr>
          <p:spPr bwMode="auto">
            <a:xfrm flipV="1">
              <a:off x="1792289" y="3648073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0 h 28"/>
                <a:gd name="T12" fmla="*/ 14 w 28"/>
                <a:gd name="T13" fmla="*/ 0 h 28"/>
                <a:gd name="T14" fmla="*/ 0 w 28"/>
                <a:gd name="T15" fmla="*/ 14 h 28"/>
                <a:gd name="T16" fmla="*/ 4 w 28"/>
                <a:gd name="T17" fmla="*/ 24 h 28"/>
                <a:gd name="T18" fmla="*/ 14 w 28"/>
                <a:gd name="T19" fmla="*/ 28 h 28"/>
                <a:gd name="T20" fmla="*/ 28 w 28"/>
                <a:gd name="T21" fmla="*/ 14 h 28"/>
                <a:gd name="T22" fmla="*/ 14 w 28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7" y="26"/>
                    <a:pt x="10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7" name="Freeform 441"/>
            <p:cNvSpPr>
              <a:spLocks noEditPoints="1"/>
            </p:cNvSpPr>
            <p:nvPr/>
          </p:nvSpPr>
          <p:spPr bwMode="auto">
            <a:xfrm flipV="1">
              <a:off x="2058989" y="3163886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14 w 28"/>
                <a:gd name="T3" fmla="*/ 6 h 28"/>
                <a:gd name="T4" fmla="*/ 14 w 28"/>
                <a:gd name="T5" fmla="*/ 6 h 28"/>
                <a:gd name="T6" fmla="*/ 21 w 28"/>
                <a:gd name="T7" fmla="*/ 14 h 28"/>
                <a:gd name="T8" fmla="*/ 14 w 28"/>
                <a:gd name="T9" fmla="*/ 21 h 28"/>
                <a:gd name="T10" fmla="*/ 6 w 28"/>
                <a:gd name="T11" fmla="*/ 14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4 w 28"/>
                <a:gd name="T21" fmla="*/ 24 h 28"/>
                <a:gd name="T22" fmla="*/ 14 w 28"/>
                <a:gd name="T23" fmla="*/ 28 h 28"/>
                <a:gd name="T24" fmla="*/ 24 w 28"/>
                <a:gd name="T25" fmla="*/ 24 h 28"/>
                <a:gd name="T26" fmla="*/ 28 w 28"/>
                <a:gd name="T27" fmla="*/ 14 h 28"/>
                <a:gd name="T28" fmla="*/ 14 w 28"/>
                <a:gd name="T2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6" y="18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6" y="26"/>
                    <a:pt x="10" y="28"/>
                    <a:pt x="14" y="28"/>
                  </a:cubicBezTo>
                  <a:cubicBezTo>
                    <a:pt x="17" y="28"/>
                    <a:pt x="21" y="26"/>
                    <a:pt x="24" y="24"/>
                  </a:cubicBezTo>
                  <a:cubicBezTo>
                    <a:pt x="26" y="21"/>
                    <a:pt x="28" y="17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8" name="Freeform 442"/>
            <p:cNvSpPr>
              <a:spLocks noEditPoints="1"/>
            </p:cNvSpPr>
            <p:nvPr/>
          </p:nvSpPr>
          <p:spPr bwMode="auto">
            <a:xfrm flipV="1">
              <a:off x="1401764" y="3295648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0 h 24"/>
                <a:gd name="T12" fmla="*/ 12 w 25"/>
                <a:gd name="T13" fmla="*/ 0 h 24"/>
                <a:gd name="T14" fmla="*/ 0 w 25"/>
                <a:gd name="T15" fmla="*/ 12 h 24"/>
                <a:gd name="T16" fmla="*/ 12 w 25"/>
                <a:gd name="T17" fmla="*/ 24 h 24"/>
                <a:gd name="T18" fmla="*/ 25 w 25"/>
                <a:gd name="T19" fmla="*/ 12 h 24"/>
                <a:gd name="T20" fmla="*/ 12 w 25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9" name="Freeform 443"/>
            <p:cNvSpPr>
              <a:spLocks noEditPoints="1"/>
            </p:cNvSpPr>
            <p:nvPr/>
          </p:nvSpPr>
          <p:spPr bwMode="auto">
            <a:xfrm flipV="1">
              <a:off x="1250952" y="3430585"/>
              <a:ext cx="93662" cy="93663"/>
            </a:xfrm>
            <a:custGeom>
              <a:avLst/>
              <a:gdLst>
                <a:gd name="T0" fmla="*/ 12 w 25"/>
                <a:gd name="T1" fmla="*/ 6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6 h 25"/>
                <a:gd name="T12" fmla="*/ 12 w 25"/>
                <a:gd name="T13" fmla="*/ 6 h 25"/>
                <a:gd name="T14" fmla="*/ 12 w 25"/>
                <a:gd name="T15" fmla="*/ 6 h 25"/>
                <a:gd name="T16" fmla="*/ 12 w 25"/>
                <a:gd name="T17" fmla="*/ 0 h 25"/>
                <a:gd name="T18" fmla="*/ 12 w 25"/>
                <a:gd name="T19" fmla="*/ 0 h 25"/>
                <a:gd name="T20" fmla="*/ 0 w 25"/>
                <a:gd name="T21" fmla="*/ 13 h 25"/>
                <a:gd name="T22" fmla="*/ 3 w 25"/>
                <a:gd name="T23" fmla="*/ 22 h 25"/>
                <a:gd name="T24" fmla="*/ 12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2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2" y="6"/>
                  </a:moveTo>
                  <a:cubicBezTo>
                    <a:pt x="16" y="6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2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9" y="24"/>
                    <a:pt x="21" y="22"/>
                  </a:cubicBezTo>
                  <a:cubicBezTo>
                    <a:pt x="23" y="19"/>
                    <a:pt x="25" y="16"/>
                    <a:pt x="25" y="13"/>
                  </a:cubicBezTo>
                  <a:cubicBezTo>
                    <a:pt x="25" y="10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0" name="Freeform 444"/>
            <p:cNvSpPr>
              <a:spLocks noEditPoints="1"/>
            </p:cNvSpPr>
            <p:nvPr/>
          </p:nvSpPr>
          <p:spPr bwMode="auto">
            <a:xfrm flipV="1">
              <a:off x="854077" y="3479798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1" name="Freeform 445"/>
            <p:cNvSpPr>
              <a:spLocks noEditPoints="1"/>
            </p:cNvSpPr>
            <p:nvPr/>
          </p:nvSpPr>
          <p:spPr bwMode="auto">
            <a:xfrm flipV="1">
              <a:off x="666752" y="3284536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12 w 25"/>
                <a:gd name="T7" fmla="*/ 19 h 24"/>
                <a:gd name="T8" fmla="*/ 5 w 25"/>
                <a:gd name="T9" fmla="*/ 12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0 w 25"/>
                <a:gd name="T17" fmla="*/ 12 h 24"/>
                <a:gd name="T18" fmla="*/ 12 w 25"/>
                <a:gd name="T19" fmla="*/ 24 h 24"/>
                <a:gd name="T20" fmla="*/ 25 w 25"/>
                <a:gd name="T21" fmla="*/ 12 h 24"/>
                <a:gd name="T22" fmla="*/ 12 w 2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2" name="Freeform 446"/>
            <p:cNvSpPr>
              <a:spLocks noEditPoints="1"/>
            </p:cNvSpPr>
            <p:nvPr/>
          </p:nvSpPr>
          <p:spPr bwMode="auto">
            <a:xfrm flipV="1">
              <a:off x="857252" y="3084510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9 w 24"/>
                <a:gd name="T3" fmla="*/ 13 h 25"/>
                <a:gd name="T4" fmla="*/ 12 w 24"/>
                <a:gd name="T5" fmla="*/ 20 h 25"/>
                <a:gd name="T6" fmla="*/ 12 w 24"/>
                <a:gd name="T7" fmla="*/ 20 h 25"/>
                <a:gd name="T8" fmla="*/ 5 w 24"/>
                <a:gd name="T9" fmla="*/ 13 h 25"/>
                <a:gd name="T10" fmla="*/ 12 w 24"/>
                <a:gd name="T11" fmla="*/ 5 h 25"/>
                <a:gd name="T12" fmla="*/ 12 w 24"/>
                <a:gd name="T13" fmla="*/ 0 h 25"/>
                <a:gd name="T14" fmla="*/ 0 w 24"/>
                <a:gd name="T15" fmla="*/ 13 h 25"/>
                <a:gd name="T16" fmla="*/ 3 w 24"/>
                <a:gd name="T17" fmla="*/ 21 h 25"/>
                <a:gd name="T18" fmla="*/ 12 w 24"/>
                <a:gd name="T19" fmla="*/ 25 h 25"/>
                <a:gd name="T20" fmla="*/ 24 w 24"/>
                <a:gd name="T21" fmla="*/ 13 h 25"/>
                <a:gd name="T22" fmla="*/ 21 w 24"/>
                <a:gd name="T23" fmla="*/ 4 h 25"/>
                <a:gd name="T24" fmla="*/ 12 w 24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4" y="19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3" name="Freeform 448"/>
            <p:cNvSpPr>
              <a:spLocks noEditPoints="1"/>
            </p:cNvSpPr>
            <p:nvPr/>
          </p:nvSpPr>
          <p:spPr bwMode="auto">
            <a:xfrm flipV="1">
              <a:off x="666752" y="29051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2 w 25"/>
                <a:gd name="T3" fmla="*/ 5 h 24"/>
                <a:gd name="T4" fmla="*/ 19 w 25"/>
                <a:gd name="T5" fmla="*/ 12 h 24"/>
                <a:gd name="T6" fmla="*/ 12 w 25"/>
                <a:gd name="T7" fmla="*/ 19 h 24"/>
                <a:gd name="T8" fmla="*/ 12 w 25"/>
                <a:gd name="T9" fmla="*/ 19 h 24"/>
                <a:gd name="T10" fmla="*/ 6 w 25"/>
                <a:gd name="T11" fmla="*/ 12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4" name="Freeform 449"/>
            <p:cNvSpPr>
              <a:spLocks noEditPoints="1"/>
            </p:cNvSpPr>
            <p:nvPr/>
          </p:nvSpPr>
          <p:spPr bwMode="auto">
            <a:xfrm flipV="1">
              <a:off x="846139" y="272414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4 w 24"/>
                <a:gd name="T27" fmla="*/ 21 h 24"/>
                <a:gd name="T28" fmla="*/ 12 w 24"/>
                <a:gd name="T29" fmla="*/ 24 h 24"/>
                <a:gd name="T30" fmla="*/ 21 w 24"/>
                <a:gd name="T31" fmla="*/ 20 h 24"/>
                <a:gd name="T32" fmla="*/ 24 w 24"/>
                <a:gd name="T33" fmla="*/ 12 h 24"/>
                <a:gd name="T34" fmla="*/ 21 w 24"/>
                <a:gd name="T35" fmla="*/ 4 h 24"/>
                <a:gd name="T36" fmla="*/ 12 w 24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5" name="Freeform 450"/>
            <p:cNvSpPr>
              <a:spLocks noEditPoints="1"/>
            </p:cNvSpPr>
            <p:nvPr/>
          </p:nvSpPr>
          <p:spPr bwMode="auto">
            <a:xfrm flipV="1">
              <a:off x="474664" y="2717798"/>
              <a:ext cx="101600" cy="100013"/>
            </a:xfrm>
            <a:custGeom>
              <a:avLst/>
              <a:gdLst>
                <a:gd name="T0" fmla="*/ 14 w 27"/>
                <a:gd name="T1" fmla="*/ 6 h 27"/>
                <a:gd name="T2" fmla="*/ 21 w 27"/>
                <a:gd name="T3" fmla="*/ 13 h 27"/>
                <a:gd name="T4" fmla="*/ 14 w 27"/>
                <a:gd name="T5" fmla="*/ 20 h 27"/>
                <a:gd name="T6" fmla="*/ 14 w 27"/>
                <a:gd name="T7" fmla="*/ 20 h 27"/>
                <a:gd name="T8" fmla="*/ 7 w 27"/>
                <a:gd name="T9" fmla="*/ 13 h 27"/>
                <a:gd name="T10" fmla="*/ 14 w 27"/>
                <a:gd name="T11" fmla="*/ 6 h 27"/>
                <a:gd name="T12" fmla="*/ 14 w 27"/>
                <a:gd name="T13" fmla="*/ 6 h 27"/>
                <a:gd name="T14" fmla="*/ 14 w 27"/>
                <a:gd name="T15" fmla="*/ 0 h 27"/>
                <a:gd name="T16" fmla="*/ 14 w 27"/>
                <a:gd name="T17" fmla="*/ 0 h 27"/>
                <a:gd name="T18" fmla="*/ 0 w 27"/>
                <a:gd name="T19" fmla="*/ 13 h 27"/>
                <a:gd name="T20" fmla="*/ 4 w 27"/>
                <a:gd name="T21" fmla="*/ 23 h 27"/>
                <a:gd name="T22" fmla="*/ 14 w 27"/>
                <a:gd name="T23" fmla="*/ 27 h 27"/>
                <a:gd name="T24" fmla="*/ 27 w 27"/>
                <a:gd name="T25" fmla="*/ 13 h 27"/>
                <a:gd name="T26" fmla="*/ 14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4" y="6"/>
                  </a:moveTo>
                  <a:cubicBezTo>
                    <a:pt x="18" y="6"/>
                    <a:pt x="21" y="10"/>
                    <a:pt x="21" y="13"/>
                  </a:cubicBezTo>
                  <a:cubicBezTo>
                    <a:pt x="21" y="17"/>
                    <a:pt x="18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0" y="20"/>
                    <a:pt x="7" y="17"/>
                    <a:pt x="7" y="13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7" y="26"/>
                    <a:pt x="10" y="27"/>
                    <a:pt x="14" y="27"/>
                  </a:cubicBezTo>
                  <a:cubicBezTo>
                    <a:pt x="21" y="27"/>
                    <a:pt x="27" y="21"/>
                    <a:pt x="27" y="13"/>
                  </a:cubicBezTo>
                  <a:cubicBezTo>
                    <a:pt x="27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6" name="Freeform 451"/>
            <p:cNvSpPr>
              <a:spLocks noEditPoints="1"/>
            </p:cNvSpPr>
            <p:nvPr/>
          </p:nvSpPr>
          <p:spPr bwMode="auto">
            <a:xfrm flipV="1">
              <a:off x="-17461" y="2600323"/>
              <a:ext cx="101600" cy="101600"/>
            </a:xfrm>
            <a:custGeom>
              <a:avLst/>
              <a:gdLst>
                <a:gd name="T0" fmla="*/ 13 w 27"/>
                <a:gd name="T1" fmla="*/ 7 h 27"/>
                <a:gd name="T2" fmla="*/ 20 w 27"/>
                <a:gd name="T3" fmla="*/ 14 h 27"/>
                <a:gd name="T4" fmla="*/ 13 w 27"/>
                <a:gd name="T5" fmla="*/ 21 h 27"/>
                <a:gd name="T6" fmla="*/ 13 w 27"/>
                <a:gd name="T7" fmla="*/ 21 h 27"/>
                <a:gd name="T8" fmla="*/ 7 w 27"/>
                <a:gd name="T9" fmla="*/ 14 h 27"/>
                <a:gd name="T10" fmla="*/ 13 w 27"/>
                <a:gd name="T11" fmla="*/ 7 h 27"/>
                <a:gd name="T12" fmla="*/ 13 w 27"/>
                <a:gd name="T13" fmla="*/ 7 h 27"/>
                <a:gd name="T14" fmla="*/ 13 w 27"/>
                <a:gd name="T15" fmla="*/ 0 h 27"/>
                <a:gd name="T16" fmla="*/ 13 w 27"/>
                <a:gd name="T17" fmla="*/ 0 h 27"/>
                <a:gd name="T18" fmla="*/ 0 w 27"/>
                <a:gd name="T19" fmla="*/ 14 h 27"/>
                <a:gd name="T20" fmla="*/ 13 w 27"/>
                <a:gd name="T21" fmla="*/ 27 h 27"/>
                <a:gd name="T22" fmla="*/ 27 w 27"/>
                <a:gd name="T23" fmla="*/ 14 h 27"/>
                <a:gd name="T24" fmla="*/ 23 w 27"/>
                <a:gd name="T25" fmla="*/ 4 h 27"/>
                <a:gd name="T26" fmla="*/ 13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3" y="7"/>
                  </a:moveTo>
                  <a:cubicBezTo>
                    <a:pt x="17" y="7"/>
                    <a:pt x="20" y="10"/>
                    <a:pt x="20" y="14"/>
                  </a:cubicBezTo>
                  <a:cubicBezTo>
                    <a:pt x="20" y="18"/>
                    <a:pt x="17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21" y="27"/>
                    <a:pt x="27" y="21"/>
                    <a:pt x="27" y="14"/>
                  </a:cubicBezTo>
                  <a:cubicBezTo>
                    <a:pt x="27" y="10"/>
                    <a:pt x="26" y="7"/>
                    <a:pt x="23" y="4"/>
                  </a:cubicBezTo>
                  <a:cubicBezTo>
                    <a:pt x="21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7" name="Freeform 452"/>
            <p:cNvSpPr>
              <a:spLocks noEditPoints="1"/>
            </p:cNvSpPr>
            <p:nvPr/>
          </p:nvSpPr>
          <p:spPr bwMode="auto">
            <a:xfrm flipV="1">
              <a:off x="295277" y="2905123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0 h 24"/>
                <a:gd name="T28" fmla="*/ 24 w 24"/>
                <a:gd name="T29" fmla="*/ 12 h 24"/>
                <a:gd name="T30" fmla="*/ 21 w 24"/>
                <a:gd name="T31" fmla="*/ 3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8" name="Freeform 453"/>
            <p:cNvSpPr>
              <a:spLocks noEditPoints="1"/>
            </p:cNvSpPr>
            <p:nvPr/>
          </p:nvSpPr>
          <p:spPr bwMode="auto">
            <a:xfrm flipV="1">
              <a:off x="-815973" y="3062285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9" name="Freeform 454"/>
            <p:cNvSpPr>
              <a:spLocks noEditPoints="1"/>
            </p:cNvSpPr>
            <p:nvPr/>
          </p:nvSpPr>
          <p:spPr bwMode="auto">
            <a:xfrm flipV="1">
              <a:off x="-614361" y="324961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0" name="Freeform 455"/>
            <p:cNvSpPr>
              <a:spLocks noEditPoints="1"/>
            </p:cNvSpPr>
            <p:nvPr/>
          </p:nvSpPr>
          <p:spPr bwMode="auto">
            <a:xfrm flipV="1">
              <a:off x="-366711" y="3213098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1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5"/>
                    <a:pt x="2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1" name="Freeform 456"/>
            <p:cNvSpPr>
              <a:spLocks noEditPoints="1"/>
            </p:cNvSpPr>
            <p:nvPr/>
          </p:nvSpPr>
          <p:spPr bwMode="auto">
            <a:xfrm flipV="1">
              <a:off x="-820736" y="32686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2" name="Freeform 457"/>
            <p:cNvSpPr>
              <a:spLocks noEditPoints="1"/>
            </p:cNvSpPr>
            <p:nvPr/>
          </p:nvSpPr>
          <p:spPr bwMode="auto">
            <a:xfrm flipV="1">
              <a:off x="-573086" y="3006723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3 h 24"/>
                <a:gd name="T18" fmla="*/ 0 w 24"/>
                <a:gd name="T19" fmla="*/ 12 h 24"/>
                <a:gd name="T20" fmla="*/ 4 w 24"/>
                <a:gd name="T21" fmla="*/ 20 h 24"/>
                <a:gd name="T22" fmla="*/ 12 w 24"/>
                <a:gd name="T23" fmla="*/ 24 h 24"/>
                <a:gd name="T24" fmla="*/ 21 w 24"/>
                <a:gd name="T25" fmla="*/ 20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3" name="Freeform 458"/>
            <p:cNvSpPr>
              <a:spLocks noEditPoints="1"/>
            </p:cNvSpPr>
            <p:nvPr/>
          </p:nvSpPr>
          <p:spPr bwMode="auto">
            <a:xfrm flipV="1">
              <a:off x="-23811" y="36893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4" name="Freeform 459"/>
            <p:cNvSpPr>
              <a:spLocks noEditPoints="1"/>
            </p:cNvSpPr>
            <p:nvPr/>
          </p:nvSpPr>
          <p:spPr bwMode="auto">
            <a:xfrm flipV="1">
              <a:off x="331789" y="367029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5" name="Freeform 460"/>
            <p:cNvSpPr>
              <a:spLocks noEditPoints="1"/>
            </p:cNvSpPr>
            <p:nvPr/>
          </p:nvSpPr>
          <p:spPr bwMode="auto">
            <a:xfrm flipV="1">
              <a:off x="-392111" y="39147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6" name="Freeform 461"/>
            <p:cNvSpPr>
              <a:spLocks noEditPoints="1"/>
            </p:cNvSpPr>
            <p:nvPr/>
          </p:nvSpPr>
          <p:spPr bwMode="auto">
            <a:xfrm flipV="1">
              <a:off x="-125411" y="40465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0 w 24"/>
                <a:gd name="T17" fmla="*/ 12 h 24"/>
                <a:gd name="T18" fmla="*/ 4 w 24"/>
                <a:gd name="T19" fmla="*/ 20 h 24"/>
                <a:gd name="T20" fmla="*/ 12 w 24"/>
                <a:gd name="T21" fmla="*/ 24 h 24"/>
                <a:gd name="T22" fmla="*/ 21 w 24"/>
                <a:gd name="T23" fmla="*/ 20 h 24"/>
                <a:gd name="T24" fmla="*/ 24 w 24"/>
                <a:gd name="T25" fmla="*/ 12 h 24"/>
                <a:gd name="T26" fmla="*/ 21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7" name="Freeform 462"/>
            <p:cNvSpPr>
              <a:spLocks noEditPoints="1"/>
            </p:cNvSpPr>
            <p:nvPr/>
          </p:nvSpPr>
          <p:spPr bwMode="auto">
            <a:xfrm flipV="1">
              <a:off x="295277" y="254158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8" name="Freeform 463"/>
            <p:cNvSpPr>
              <a:spLocks noEditPoints="1"/>
            </p:cNvSpPr>
            <p:nvPr/>
          </p:nvSpPr>
          <p:spPr bwMode="auto">
            <a:xfrm flipV="1">
              <a:off x="488952" y="23574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3 w 24"/>
                <a:gd name="T17" fmla="*/ 21 h 24"/>
                <a:gd name="T18" fmla="*/ 12 w 24"/>
                <a:gd name="T19" fmla="*/ 24 h 24"/>
                <a:gd name="T20" fmla="*/ 20 w 24"/>
                <a:gd name="T21" fmla="*/ 21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9" name="Freeform 464"/>
            <p:cNvSpPr>
              <a:spLocks noEditPoints="1"/>
            </p:cNvSpPr>
            <p:nvPr/>
          </p:nvSpPr>
          <p:spPr bwMode="auto">
            <a:xfrm flipV="1">
              <a:off x="1038227" y="3279773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0" name="Freeform 465"/>
            <p:cNvSpPr>
              <a:spLocks noEditPoints="1"/>
            </p:cNvSpPr>
            <p:nvPr/>
          </p:nvSpPr>
          <p:spPr bwMode="auto">
            <a:xfrm flipV="1">
              <a:off x="1049339" y="2897185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5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5 w 25"/>
                <a:gd name="T25" fmla="*/ 12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1" name="Freeform 466"/>
            <p:cNvSpPr>
              <a:spLocks/>
            </p:cNvSpPr>
            <p:nvPr/>
          </p:nvSpPr>
          <p:spPr bwMode="auto">
            <a:xfrm flipV="1">
              <a:off x="-1776411" y="3678236"/>
              <a:ext cx="3582987" cy="1906588"/>
            </a:xfrm>
            <a:custGeom>
              <a:avLst/>
              <a:gdLst>
                <a:gd name="T0" fmla="*/ 955 w 955"/>
                <a:gd name="T1" fmla="*/ 508 h 508"/>
                <a:gd name="T2" fmla="*/ 906 w 955"/>
                <a:gd name="T3" fmla="*/ 508 h 508"/>
                <a:gd name="T4" fmla="*/ 903 w 955"/>
                <a:gd name="T5" fmla="*/ 506 h 508"/>
                <a:gd name="T6" fmla="*/ 807 w 955"/>
                <a:gd name="T7" fmla="*/ 410 h 508"/>
                <a:gd name="T8" fmla="*/ 698 w 955"/>
                <a:gd name="T9" fmla="*/ 410 h 508"/>
                <a:gd name="T10" fmla="*/ 694 w 955"/>
                <a:gd name="T11" fmla="*/ 409 h 508"/>
                <a:gd name="T12" fmla="*/ 655 w 955"/>
                <a:gd name="T13" fmla="*/ 370 h 508"/>
                <a:gd name="T14" fmla="*/ 365 w 955"/>
                <a:gd name="T15" fmla="*/ 370 h 508"/>
                <a:gd name="T16" fmla="*/ 362 w 955"/>
                <a:gd name="T17" fmla="*/ 369 h 508"/>
                <a:gd name="T18" fmla="*/ 0 w 955"/>
                <a:gd name="T19" fmla="*/ 7 h 508"/>
                <a:gd name="T20" fmla="*/ 7 w 955"/>
                <a:gd name="T21" fmla="*/ 0 h 508"/>
                <a:gd name="T22" fmla="*/ 367 w 955"/>
                <a:gd name="T23" fmla="*/ 360 h 508"/>
                <a:gd name="T24" fmla="*/ 657 w 955"/>
                <a:gd name="T25" fmla="*/ 360 h 508"/>
                <a:gd name="T26" fmla="*/ 661 w 955"/>
                <a:gd name="T27" fmla="*/ 361 h 508"/>
                <a:gd name="T28" fmla="*/ 700 w 955"/>
                <a:gd name="T29" fmla="*/ 400 h 508"/>
                <a:gd name="T30" fmla="*/ 809 w 955"/>
                <a:gd name="T31" fmla="*/ 400 h 508"/>
                <a:gd name="T32" fmla="*/ 812 w 955"/>
                <a:gd name="T33" fmla="*/ 401 h 508"/>
                <a:gd name="T34" fmla="*/ 908 w 955"/>
                <a:gd name="T35" fmla="*/ 497 h 508"/>
                <a:gd name="T36" fmla="*/ 955 w 955"/>
                <a:gd name="T37" fmla="*/ 497 h 508"/>
                <a:gd name="T38" fmla="*/ 955 w 955"/>
                <a:gd name="T39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5" h="508">
                  <a:moveTo>
                    <a:pt x="955" y="508"/>
                  </a:moveTo>
                  <a:cubicBezTo>
                    <a:pt x="906" y="508"/>
                    <a:pt x="906" y="508"/>
                    <a:pt x="906" y="508"/>
                  </a:cubicBezTo>
                  <a:cubicBezTo>
                    <a:pt x="905" y="508"/>
                    <a:pt x="904" y="507"/>
                    <a:pt x="903" y="506"/>
                  </a:cubicBezTo>
                  <a:cubicBezTo>
                    <a:pt x="807" y="410"/>
                    <a:pt x="807" y="410"/>
                    <a:pt x="807" y="410"/>
                  </a:cubicBezTo>
                  <a:cubicBezTo>
                    <a:pt x="698" y="410"/>
                    <a:pt x="698" y="410"/>
                    <a:pt x="698" y="410"/>
                  </a:cubicBezTo>
                  <a:cubicBezTo>
                    <a:pt x="696" y="410"/>
                    <a:pt x="695" y="410"/>
                    <a:pt x="694" y="409"/>
                  </a:cubicBezTo>
                  <a:cubicBezTo>
                    <a:pt x="655" y="370"/>
                    <a:pt x="655" y="370"/>
                    <a:pt x="655" y="370"/>
                  </a:cubicBezTo>
                  <a:cubicBezTo>
                    <a:pt x="365" y="370"/>
                    <a:pt x="365" y="370"/>
                    <a:pt x="365" y="370"/>
                  </a:cubicBezTo>
                  <a:cubicBezTo>
                    <a:pt x="364" y="370"/>
                    <a:pt x="363" y="369"/>
                    <a:pt x="362" y="36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67" y="360"/>
                    <a:pt x="367" y="360"/>
                    <a:pt x="367" y="360"/>
                  </a:cubicBezTo>
                  <a:cubicBezTo>
                    <a:pt x="657" y="360"/>
                    <a:pt x="657" y="360"/>
                    <a:pt x="657" y="360"/>
                  </a:cubicBezTo>
                  <a:cubicBezTo>
                    <a:pt x="659" y="360"/>
                    <a:pt x="660" y="360"/>
                    <a:pt x="661" y="361"/>
                  </a:cubicBezTo>
                  <a:cubicBezTo>
                    <a:pt x="700" y="400"/>
                    <a:pt x="700" y="400"/>
                    <a:pt x="700" y="400"/>
                  </a:cubicBezTo>
                  <a:cubicBezTo>
                    <a:pt x="809" y="400"/>
                    <a:pt x="809" y="400"/>
                    <a:pt x="809" y="400"/>
                  </a:cubicBezTo>
                  <a:cubicBezTo>
                    <a:pt x="810" y="400"/>
                    <a:pt x="811" y="400"/>
                    <a:pt x="812" y="401"/>
                  </a:cubicBezTo>
                  <a:cubicBezTo>
                    <a:pt x="908" y="497"/>
                    <a:pt x="908" y="497"/>
                    <a:pt x="908" y="497"/>
                  </a:cubicBezTo>
                  <a:cubicBezTo>
                    <a:pt x="955" y="497"/>
                    <a:pt x="955" y="497"/>
                    <a:pt x="955" y="497"/>
                  </a:cubicBezTo>
                  <a:lnTo>
                    <a:pt x="955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2" name="Freeform 467"/>
            <p:cNvSpPr>
              <a:spLocks/>
            </p:cNvSpPr>
            <p:nvPr/>
          </p:nvSpPr>
          <p:spPr bwMode="auto">
            <a:xfrm flipV="1">
              <a:off x="-50798" y="3378198"/>
              <a:ext cx="1504950" cy="715963"/>
            </a:xfrm>
            <a:custGeom>
              <a:avLst/>
              <a:gdLst>
                <a:gd name="T0" fmla="*/ 401 w 401"/>
                <a:gd name="T1" fmla="*/ 191 h 191"/>
                <a:gd name="T2" fmla="*/ 398 w 401"/>
                <a:gd name="T3" fmla="*/ 191 h 191"/>
                <a:gd name="T4" fmla="*/ 398 w 401"/>
                <a:gd name="T5" fmla="*/ 158 h 191"/>
                <a:gd name="T6" fmla="*/ 366 w 401"/>
                <a:gd name="T7" fmla="*/ 127 h 191"/>
                <a:gd name="T8" fmla="*/ 313 w 401"/>
                <a:gd name="T9" fmla="*/ 127 h 191"/>
                <a:gd name="T10" fmla="*/ 312 w 401"/>
                <a:gd name="T11" fmla="*/ 127 h 191"/>
                <a:gd name="T12" fmla="*/ 189 w 401"/>
                <a:gd name="T13" fmla="*/ 4 h 191"/>
                <a:gd name="T14" fmla="*/ 0 w 401"/>
                <a:gd name="T15" fmla="*/ 4 h 191"/>
                <a:gd name="T16" fmla="*/ 0 w 401"/>
                <a:gd name="T17" fmla="*/ 0 h 191"/>
                <a:gd name="T18" fmla="*/ 190 w 401"/>
                <a:gd name="T19" fmla="*/ 0 h 191"/>
                <a:gd name="T20" fmla="*/ 191 w 401"/>
                <a:gd name="T21" fmla="*/ 1 h 191"/>
                <a:gd name="T22" fmla="*/ 314 w 401"/>
                <a:gd name="T23" fmla="*/ 124 h 191"/>
                <a:gd name="T24" fmla="*/ 367 w 401"/>
                <a:gd name="T25" fmla="*/ 124 h 191"/>
                <a:gd name="T26" fmla="*/ 368 w 401"/>
                <a:gd name="T27" fmla="*/ 124 h 191"/>
                <a:gd name="T28" fmla="*/ 401 w 401"/>
                <a:gd name="T29" fmla="*/ 156 h 191"/>
                <a:gd name="T30" fmla="*/ 401 w 401"/>
                <a:gd name="T31" fmla="*/ 158 h 191"/>
                <a:gd name="T32" fmla="*/ 401 w 401"/>
                <a:gd name="T33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1" h="191">
                  <a:moveTo>
                    <a:pt x="401" y="191"/>
                  </a:moveTo>
                  <a:cubicBezTo>
                    <a:pt x="398" y="191"/>
                    <a:pt x="398" y="191"/>
                    <a:pt x="398" y="191"/>
                  </a:cubicBezTo>
                  <a:cubicBezTo>
                    <a:pt x="398" y="158"/>
                    <a:pt x="398" y="158"/>
                    <a:pt x="398" y="158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13" y="127"/>
                    <a:pt x="313" y="127"/>
                    <a:pt x="313" y="127"/>
                  </a:cubicBezTo>
                  <a:cubicBezTo>
                    <a:pt x="313" y="127"/>
                    <a:pt x="312" y="127"/>
                    <a:pt x="312" y="127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91" y="0"/>
                    <a:pt x="191" y="1"/>
                  </a:cubicBezTo>
                  <a:cubicBezTo>
                    <a:pt x="314" y="124"/>
                    <a:pt x="314" y="124"/>
                    <a:pt x="314" y="124"/>
                  </a:cubicBezTo>
                  <a:cubicBezTo>
                    <a:pt x="367" y="124"/>
                    <a:pt x="367" y="124"/>
                    <a:pt x="367" y="124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7"/>
                    <a:pt x="401" y="157"/>
                    <a:pt x="401" y="158"/>
                  </a:cubicBezTo>
                  <a:lnTo>
                    <a:pt x="401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3" name="Freeform 468"/>
            <p:cNvSpPr>
              <a:spLocks/>
            </p:cNvSpPr>
            <p:nvPr/>
          </p:nvSpPr>
          <p:spPr bwMode="auto">
            <a:xfrm flipV="1">
              <a:off x="-320673" y="3467098"/>
              <a:ext cx="1576387" cy="496888"/>
            </a:xfrm>
            <a:custGeom>
              <a:avLst/>
              <a:gdLst>
                <a:gd name="T0" fmla="*/ 420 w 420"/>
                <a:gd name="T1" fmla="*/ 132 h 132"/>
                <a:gd name="T2" fmla="*/ 382 w 420"/>
                <a:gd name="T3" fmla="*/ 132 h 132"/>
                <a:gd name="T4" fmla="*/ 381 w 420"/>
                <a:gd name="T5" fmla="*/ 132 h 132"/>
                <a:gd name="T6" fmla="*/ 252 w 420"/>
                <a:gd name="T7" fmla="*/ 3 h 132"/>
                <a:gd name="T8" fmla="*/ 0 w 420"/>
                <a:gd name="T9" fmla="*/ 3 h 132"/>
                <a:gd name="T10" fmla="*/ 0 w 420"/>
                <a:gd name="T11" fmla="*/ 0 h 132"/>
                <a:gd name="T12" fmla="*/ 253 w 420"/>
                <a:gd name="T13" fmla="*/ 0 h 132"/>
                <a:gd name="T14" fmla="*/ 254 w 420"/>
                <a:gd name="T15" fmla="*/ 0 h 132"/>
                <a:gd name="T16" fmla="*/ 383 w 420"/>
                <a:gd name="T17" fmla="*/ 129 h 132"/>
                <a:gd name="T18" fmla="*/ 420 w 420"/>
                <a:gd name="T19" fmla="*/ 129 h 132"/>
                <a:gd name="T20" fmla="*/ 420 w 420"/>
                <a:gd name="T2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0" h="132">
                  <a:moveTo>
                    <a:pt x="420" y="132"/>
                  </a:move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252" y="3"/>
                    <a:pt x="252" y="3"/>
                    <a:pt x="25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53" y="0"/>
                    <a:pt x="254" y="0"/>
                    <a:pt x="254" y="0"/>
                  </a:cubicBezTo>
                  <a:cubicBezTo>
                    <a:pt x="383" y="129"/>
                    <a:pt x="383" y="129"/>
                    <a:pt x="383" y="129"/>
                  </a:cubicBezTo>
                  <a:cubicBezTo>
                    <a:pt x="420" y="129"/>
                    <a:pt x="420" y="129"/>
                    <a:pt x="420" y="129"/>
                  </a:cubicBezTo>
                  <a:lnTo>
                    <a:pt x="42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4" name="Freeform 469"/>
            <p:cNvSpPr>
              <a:spLocks/>
            </p:cNvSpPr>
            <p:nvPr/>
          </p:nvSpPr>
          <p:spPr bwMode="auto">
            <a:xfrm flipV="1">
              <a:off x="34927" y="3325811"/>
              <a:ext cx="1009650" cy="514350"/>
            </a:xfrm>
            <a:custGeom>
              <a:avLst/>
              <a:gdLst>
                <a:gd name="T0" fmla="*/ 237 w 269"/>
                <a:gd name="T1" fmla="*/ 137 h 137"/>
                <a:gd name="T2" fmla="*/ 236 w 269"/>
                <a:gd name="T3" fmla="*/ 136 h 137"/>
                <a:gd name="T4" fmla="*/ 103 w 269"/>
                <a:gd name="T5" fmla="*/ 3 h 137"/>
                <a:gd name="T6" fmla="*/ 22 w 269"/>
                <a:gd name="T7" fmla="*/ 3 h 137"/>
                <a:gd name="T8" fmla="*/ 2 w 269"/>
                <a:gd name="T9" fmla="*/ 24 h 137"/>
                <a:gd name="T10" fmla="*/ 0 w 269"/>
                <a:gd name="T11" fmla="*/ 21 h 137"/>
                <a:gd name="T12" fmla="*/ 20 w 269"/>
                <a:gd name="T13" fmla="*/ 0 h 137"/>
                <a:gd name="T14" fmla="*/ 22 w 269"/>
                <a:gd name="T15" fmla="*/ 0 h 137"/>
                <a:gd name="T16" fmla="*/ 22 w 269"/>
                <a:gd name="T17" fmla="*/ 0 h 137"/>
                <a:gd name="T18" fmla="*/ 104 w 269"/>
                <a:gd name="T19" fmla="*/ 0 h 137"/>
                <a:gd name="T20" fmla="*/ 105 w 269"/>
                <a:gd name="T21" fmla="*/ 0 h 137"/>
                <a:gd name="T22" fmla="*/ 238 w 269"/>
                <a:gd name="T23" fmla="*/ 133 h 137"/>
                <a:gd name="T24" fmla="*/ 269 w 269"/>
                <a:gd name="T25" fmla="*/ 133 h 137"/>
                <a:gd name="T26" fmla="*/ 269 w 269"/>
                <a:gd name="T27" fmla="*/ 137 h 137"/>
                <a:gd name="T28" fmla="*/ 237 w 269"/>
                <a:gd name="T29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9" h="137">
                  <a:moveTo>
                    <a:pt x="237" y="137"/>
                  </a:moveTo>
                  <a:cubicBezTo>
                    <a:pt x="237" y="137"/>
                    <a:pt x="237" y="136"/>
                    <a:pt x="236" y="136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238" y="133"/>
                    <a:pt x="238" y="133"/>
                    <a:pt x="238" y="133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7"/>
                    <a:pt x="269" y="137"/>
                    <a:pt x="269" y="137"/>
                  </a:cubicBezTo>
                  <a:lnTo>
                    <a:pt x="237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5" name="Freeform 470"/>
            <p:cNvSpPr>
              <a:spLocks/>
            </p:cNvSpPr>
            <p:nvPr/>
          </p:nvSpPr>
          <p:spPr bwMode="auto">
            <a:xfrm flipV="1">
              <a:off x="-2035173" y="3171823"/>
              <a:ext cx="2941637" cy="2135188"/>
            </a:xfrm>
            <a:custGeom>
              <a:avLst/>
              <a:gdLst>
                <a:gd name="T0" fmla="*/ 784 w 784"/>
                <a:gd name="T1" fmla="*/ 569 h 569"/>
                <a:gd name="T2" fmla="*/ 781 w 784"/>
                <a:gd name="T3" fmla="*/ 569 h 569"/>
                <a:gd name="T4" fmla="*/ 781 w 784"/>
                <a:gd name="T5" fmla="*/ 536 h 569"/>
                <a:gd name="T6" fmla="*/ 687 w 784"/>
                <a:gd name="T7" fmla="*/ 441 h 569"/>
                <a:gd name="T8" fmla="*/ 672 w 784"/>
                <a:gd name="T9" fmla="*/ 441 h 569"/>
                <a:gd name="T10" fmla="*/ 646 w 784"/>
                <a:gd name="T11" fmla="*/ 467 h 569"/>
                <a:gd name="T12" fmla="*/ 645 w 784"/>
                <a:gd name="T13" fmla="*/ 467 h 569"/>
                <a:gd name="T14" fmla="*/ 466 w 784"/>
                <a:gd name="T15" fmla="*/ 467 h 569"/>
                <a:gd name="T16" fmla="*/ 465 w 784"/>
                <a:gd name="T17" fmla="*/ 467 h 569"/>
                <a:gd name="T18" fmla="*/ 0 w 784"/>
                <a:gd name="T19" fmla="*/ 2 h 569"/>
                <a:gd name="T20" fmla="*/ 2 w 784"/>
                <a:gd name="T21" fmla="*/ 0 h 569"/>
                <a:gd name="T22" fmla="*/ 467 w 784"/>
                <a:gd name="T23" fmla="*/ 464 h 569"/>
                <a:gd name="T24" fmla="*/ 644 w 784"/>
                <a:gd name="T25" fmla="*/ 464 h 569"/>
                <a:gd name="T26" fmla="*/ 670 w 784"/>
                <a:gd name="T27" fmla="*/ 439 h 569"/>
                <a:gd name="T28" fmla="*/ 671 w 784"/>
                <a:gd name="T29" fmla="*/ 438 h 569"/>
                <a:gd name="T30" fmla="*/ 687 w 784"/>
                <a:gd name="T31" fmla="*/ 438 h 569"/>
                <a:gd name="T32" fmla="*/ 689 w 784"/>
                <a:gd name="T33" fmla="*/ 439 h 569"/>
                <a:gd name="T34" fmla="*/ 784 w 784"/>
                <a:gd name="T35" fmla="*/ 534 h 569"/>
                <a:gd name="T36" fmla="*/ 784 w 784"/>
                <a:gd name="T37" fmla="*/ 535 h 569"/>
                <a:gd name="T38" fmla="*/ 784 w 784"/>
                <a:gd name="T39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4" h="569">
                  <a:moveTo>
                    <a:pt x="784" y="569"/>
                  </a:moveTo>
                  <a:cubicBezTo>
                    <a:pt x="781" y="569"/>
                    <a:pt x="781" y="569"/>
                    <a:pt x="781" y="569"/>
                  </a:cubicBezTo>
                  <a:cubicBezTo>
                    <a:pt x="781" y="536"/>
                    <a:pt x="781" y="536"/>
                    <a:pt x="781" y="536"/>
                  </a:cubicBezTo>
                  <a:cubicBezTo>
                    <a:pt x="687" y="441"/>
                    <a:pt x="687" y="441"/>
                    <a:pt x="687" y="441"/>
                  </a:cubicBezTo>
                  <a:cubicBezTo>
                    <a:pt x="672" y="441"/>
                    <a:pt x="672" y="441"/>
                    <a:pt x="672" y="441"/>
                  </a:cubicBezTo>
                  <a:cubicBezTo>
                    <a:pt x="646" y="467"/>
                    <a:pt x="646" y="467"/>
                    <a:pt x="646" y="467"/>
                  </a:cubicBezTo>
                  <a:cubicBezTo>
                    <a:pt x="646" y="467"/>
                    <a:pt x="646" y="467"/>
                    <a:pt x="645" y="467"/>
                  </a:cubicBezTo>
                  <a:cubicBezTo>
                    <a:pt x="466" y="467"/>
                    <a:pt x="466" y="467"/>
                    <a:pt x="466" y="467"/>
                  </a:cubicBezTo>
                  <a:cubicBezTo>
                    <a:pt x="465" y="467"/>
                    <a:pt x="465" y="467"/>
                    <a:pt x="465" y="4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67" y="464"/>
                    <a:pt x="467" y="464"/>
                    <a:pt x="467" y="464"/>
                  </a:cubicBezTo>
                  <a:cubicBezTo>
                    <a:pt x="644" y="464"/>
                    <a:pt x="644" y="464"/>
                    <a:pt x="644" y="464"/>
                  </a:cubicBezTo>
                  <a:cubicBezTo>
                    <a:pt x="670" y="439"/>
                    <a:pt x="670" y="439"/>
                    <a:pt x="670" y="439"/>
                  </a:cubicBezTo>
                  <a:cubicBezTo>
                    <a:pt x="670" y="438"/>
                    <a:pt x="671" y="438"/>
                    <a:pt x="671" y="438"/>
                  </a:cubicBezTo>
                  <a:cubicBezTo>
                    <a:pt x="687" y="438"/>
                    <a:pt x="687" y="438"/>
                    <a:pt x="687" y="438"/>
                  </a:cubicBezTo>
                  <a:cubicBezTo>
                    <a:pt x="688" y="438"/>
                    <a:pt x="688" y="438"/>
                    <a:pt x="689" y="439"/>
                  </a:cubicBezTo>
                  <a:cubicBezTo>
                    <a:pt x="784" y="534"/>
                    <a:pt x="784" y="534"/>
                    <a:pt x="784" y="534"/>
                  </a:cubicBezTo>
                  <a:cubicBezTo>
                    <a:pt x="784" y="534"/>
                    <a:pt x="784" y="535"/>
                    <a:pt x="784" y="535"/>
                  </a:cubicBezTo>
                  <a:lnTo>
                    <a:pt x="784" y="5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6" name="Freeform 471"/>
            <p:cNvSpPr>
              <a:spLocks/>
            </p:cNvSpPr>
            <p:nvPr/>
          </p:nvSpPr>
          <p:spPr bwMode="auto">
            <a:xfrm flipV="1">
              <a:off x="-763586" y="3328986"/>
              <a:ext cx="1452562" cy="206375"/>
            </a:xfrm>
            <a:custGeom>
              <a:avLst/>
              <a:gdLst>
                <a:gd name="T0" fmla="*/ 3 w 387"/>
                <a:gd name="T1" fmla="*/ 55 h 55"/>
                <a:gd name="T2" fmla="*/ 0 w 387"/>
                <a:gd name="T3" fmla="*/ 52 h 55"/>
                <a:gd name="T4" fmla="*/ 52 w 387"/>
                <a:gd name="T5" fmla="*/ 1 h 55"/>
                <a:gd name="T6" fmla="*/ 53 w 387"/>
                <a:gd name="T7" fmla="*/ 0 h 55"/>
                <a:gd name="T8" fmla="*/ 53 w 387"/>
                <a:gd name="T9" fmla="*/ 0 h 55"/>
                <a:gd name="T10" fmla="*/ 80 w 387"/>
                <a:gd name="T11" fmla="*/ 0 h 55"/>
                <a:gd name="T12" fmla="*/ 81 w 387"/>
                <a:gd name="T13" fmla="*/ 1 h 55"/>
                <a:gd name="T14" fmla="*/ 93 w 387"/>
                <a:gd name="T15" fmla="*/ 13 h 55"/>
                <a:gd name="T16" fmla="*/ 305 w 387"/>
                <a:gd name="T17" fmla="*/ 13 h 55"/>
                <a:gd name="T18" fmla="*/ 306 w 387"/>
                <a:gd name="T19" fmla="*/ 13 h 55"/>
                <a:gd name="T20" fmla="*/ 326 w 387"/>
                <a:gd name="T21" fmla="*/ 33 h 55"/>
                <a:gd name="T22" fmla="*/ 373 w 387"/>
                <a:gd name="T23" fmla="*/ 33 h 55"/>
                <a:gd name="T24" fmla="*/ 374 w 387"/>
                <a:gd name="T25" fmla="*/ 34 h 55"/>
                <a:gd name="T26" fmla="*/ 387 w 387"/>
                <a:gd name="T27" fmla="*/ 46 h 55"/>
                <a:gd name="T28" fmla="*/ 384 w 387"/>
                <a:gd name="T29" fmla="*/ 48 h 55"/>
                <a:gd name="T30" fmla="*/ 372 w 387"/>
                <a:gd name="T31" fmla="*/ 37 h 55"/>
                <a:gd name="T32" fmla="*/ 325 w 387"/>
                <a:gd name="T33" fmla="*/ 37 h 55"/>
                <a:gd name="T34" fmla="*/ 324 w 387"/>
                <a:gd name="T35" fmla="*/ 36 h 55"/>
                <a:gd name="T36" fmla="*/ 304 w 387"/>
                <a:gd name="T37" fmla="*/ 16 h 55"/>
                <a:gd name="T38" fmla="*/ 93 w 387"/>
                <a:gd name="T39" fmla="*/ 16 h 55"/>
                <a:gd name="T40" fmla="*/ 91 w 387"/>
                <a:gd name="T41" fmla="*/ 16 h 55"/>
                <a:gd name="T42" fmla="*/ 79 w 387"/>
                <a:gd name="T43" fmla="*/ 4 h 55"/>
                <a:gd name="T44" fmla="*/ 54 w 387"/>
                <a:gd name="T45" fmla="*/ 4 h 55"/>
                <a:gd name="T46" fmla="*/ 3 w 387"/>
                <a:gd name="T4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7" h="55">
                  <a:moveTo>
                    <a:pt x="3" y="55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1" y="0"/>
                    <a:pt x="81" y="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305" y="13"/>
                    <a:pt x="305" y="13"/>
                    <a:pt x="305" y="13"/>
                  </a:cubicBezTo>
                  <a:cubicBezTo>
                    <a:pt x="305" y="13"/>
                    <a:pt x="306" y="13"/>
                    <a:pt x="306" y="1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73" y="33"/>
                    <a:pt x="373" y="33"/>
                    <a:pt x="373" y="33"/>
                  </a:cubicBezTo>
                  <a:cubicBezTo>
                    <a:pt x="374" y="33"/>
                    <a:pt x="374" y="33"/>
                    <a:pt x="374" y="34"/>
                  </a:cubicBezTo>
                  <a:cubicBezTo>
                    <a:pt x="387" y="46"/>
                    <a:pt x="387" y="46"/>
                    <a:pt x="387" y="46"/>
                  </a:cubicBezTo>
                  <a:cubicBezTo>
                    <a:pt x="384" y="48"/>
                    <a:pt x="384" y="48"/>
                    <a:pt x="384" y="48"/>
                  </a:cubicBezTo>
                  <a:cubicBezTo>
                    <a:pt x="372" y="37"/>
                    <a:pt x="372" y="37"/>
                    <a:pt x="372" y="37"/>
                  </a:cubicBezTo>
                  <a:cubicBezTo>
                    <a:pt x="325" y="37"/>
                    <a:pt x="325" y="37"/>
                    <a:pt x="325" y="37"/>
                  </a:cubicBezTo>
                  <a:cubicBezTo>
                    <a:pt x="325" y="37"/>
                    <a:pt x="324" y="37"/>
                    <a:pt x="324" y="36"/>
                  </a:cubicBezTo>
                  <a:cubicBezTo>
                    <a:pt x="304" y="16"/>
                    <a:pt x="304" y="16"/>
                    <a:pt x="304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2" y="16"/>
                    <a:pt x="92" y="16"/>
                    <a:pt x="91" y="16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54" y="4"/>
                    <a:pt x="54" y="4"/>
                    <a:pt x="54" y="4"/>
                  </a:cubicBezTo>
                  <a:lnTo>
                    <a:pt x="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7" name="Freeform 472"/>
            <p:cNvSpPr>
              <a:spLocks/>
            </p:cNvSpPr>
            <p:nvPr/>
          </p:nvSpPr>
          <p:spPr bwMode="auto">
            <a:xfrm flipV="1">
              <a:off x="-306386" y="2938460"/>
              <a:ext cx="1362075" cy="465138"/>
            </a:xfrm>
            <a:custGeom>
              <a:avLst/>
              <a:gdLst>
                <a:gd name="T0" fmla="*/ 363 w 363"/>
                <a:gd name="T1" fmla="*/ 124 h 124"/>
                <a:gd name="T2" fmla="*/ 320 w 363"/>
                <a:gd name="T3" fmla="*/ 124 h 124"/>
                <a:gd name="T4" fmla="*/ 319 w 363"/>
                <a:gd name="T5" fmla="*/ 124 h 124"/>
                <a:gd name="T6" fmla="*/ 229 w 363"/>
                <a:gd name="T7" fmla="*/ 33 h 124"/>
                <a:gd name="T8" fmla="*/ 201 w 363"/>
                <a:gd name="T9" fmla="*/ 33 h 124"/>
                <a:gd name="T10" fmla="*/ 200 w 363"/>
                <a:gd name="T11" fmla="*/ 33 h 124"/>
                <a:gd name="T12" fmla="*/ 171 w 363"/>
                <a:gd name="T13" fmla="*/ 4 h 124"/>
                <a:gd name="T14" fmla="*/ 34 w 363"/>
                <a:gd name="T15" fmla="*/ 4 h 124"/>
                <a:gd name="T16" fmla="*/ 2 w 363"/>
                <a:gd name="T17" fmla="*/ 35 h 124"/>
                <a:gd name="T18" fmla="*/ 0 w 363"/>
                <a:gd name="T19" fmla="*/ 33 h 124"/>
                <a:gd name="T20" fmla="*/ 32 w 363"/>
                <a:gd name="T21" fmla="*/ 1 h 124"/>
                <a:gd name="T22" fmla="*/ 33 w 363"/>
                <a:gd name="T23" fmla="*/ 0 h 124"/>
                <a:gd name="T24" fmla="*/ 172 w 363"/>
                <a:gd name="T25" fmla="*/ 0 h 124"/>
                <a:gd name="T26" fmla="*/ 173 w 363"/>
                <a:gd name="T27" fmla="*/ 1 h 124"/>
                <a:gd name="T28" fmla="*/ 202 w 363"/>
                <a:gd name="T29" fmla="*/ 30 h 124"/>
                <a:gd name="T30" fmla="*/ 230 w 363"/>
                <a:gd name="T31" fmla="*/ 30 h 124"/>
                <a:gd name="T32" fmla="*/ 231 w 363"/>
                <a:gd name="T33" fmla="*/ 31 h 124"/>
                <a:gd name="T34" fmla="*/ 321 w 363"/>
                <a:gd name="T35" fmla="*/ 121 h 124"/>
                <a:gd name="T36" fmla="*/ 363 w 363"/>
                <a:gd name="T37" fmla="*/ 121 h 124"/>
                <a:gd name="T38" fmla="*/ 363 w 363"/>
                <a:gd name="T3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3" h="124">
                  <a:moveTo>
                    <a:pt x="363" y="124"/>
                  </a:moveTo>
                  <a:cubicBezTo>
                    <a:pt x="320" y="124"/>
                    <a:pt x="320" y="124"/>
                    <a:pt x="320" y="124"/>
                  </a:cubicBezTo>
                  <a:cubicBezTo>
                    <a:pt x="320" y="124"/>
                    <a:pt x="320" y="124"/>
                    <a:pt x="319" y="124"/>
                  </a:cubicBezTo>
                  <a:cubicBezTo>
                    <a:pt x="229" y="33"/>
                    <a:pt x="229" y="33"/>
                    <a:pt x="229" y="33"/>
                  </a:cubicBezTo>
                  <a:cubicBezTo>
                    <a:pt x="201" y="33"/>
                    <a:pt x="201" y="33"/>
                    <a:pt x="201" y="33"/>
                  </a:cubicBezTo>
                  <a:cubicBezTo>
                    <a:pt x="201" y="33"/>
                    <a:pt x="201" y="33"/>
                    <a:pt x="200" y="33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0"/>
                    <a:pt x="173" y="1"/>
                    <a:pt x="173" y="1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30" y="30"/>
                    <a:pt x="230" y="30"/>
                    <a:pt x="230" y="30"/>
                  </a:cubicBezTo>
                  <a:cubicBezTo>
                    <a:pt x="230" y="30"/>
                    <a:pt x="231" y="30"/>
                    <a:pt x="231" y="31"/>
                  </a:cubicBezTo>
                  <a:cubicBezTo>
                    <a:pt x="321" y="121"/>
                    <a:pt x="321" y="121"/>
                    <a:pt x="321" y="121"/>
                  </a:cubicBezTo>
                  <a:cubicBezTo>
                    <a:pt x="363" y="121"/>
                    <a:pt x="363" y="121"/>
                    <a:pt x="363" y="121"/>
                  </a:cubicBezTo>
                  <a:lnTo>
                    <a:pt x="363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8" name="Freeform 473"/>
            <p:cNvSpPr>
              <a:spLocks/>
            </p:cNvSpPr>
            <p:nvPr/>
          </p:nvSpPr>
          <p:spPr bwMode="auto">
            <a:xfrm flipV="1">
              <a:off x="-755648" y="2795585"/>
              <a:ext cx="1079500" cy="354013"/>
            </a:xfrm>
            <a:custGeom>
              <a:avLst/>
              <a:gdLst>
                <a:gd name="T0" fmla="*/ 115 w 288"/>
                <a:gd name="T1" fmla="*/ 94 h 94"/>
                <a:gd name="T2" fmla="*/ 78 w 288"/>
                <a:gd name="T3" fmla="*/ 94 h 94"/>
                <a:gd name="T4" fmla="*/ 77 w 288"/>
                <a:gd name="T5" fmla="*/ 94 h 94"/>
                <a:gd name="T6" fmla="*/ 0 w 288"/>
                <a:gd name="T7" fmla="*/ 18 h 94"/>
                <a:gd name="T8" fmla="*/ 3 w 288"/>
                <a:gd name="T9" fmla="*/ 15 h 94"/>
                <a:gd name="T10" fmla="*/ 79 w 288"/>
                <a:gd name="T11" fmla="*/ 91 h 94"/>
                <a:gd name="T12" fmla="*/ 115 w 288"/>
                <a:gd name="T13" fmla="*/ 91 h 94"/>
                <a:gd name="T14" fmla="*/ 205 w 288"/>
                <a:gd name="T15" fmla="*/ 1 h 94"/>
                <a:gd name="T16" fmla="*/ 206 w 288"/>
                <a:gd name="T17" fmla="*/ 0 h 94"/>
                <a:gd name="T18" fmla="*/ 244 w 288"/>
                <a:gd name="T19" fmla="*/ 0 h 94"/>
                <a:gd name="T20" fmla="*/ 245 w 288"/>
                <a:gd name="T21" fmla="*/ 1 h 94"/>
                <a:gd name="T22" fmla="*/ 288 w 288"/>
                <a:gd name="T23" fmla="*/ 44 h 94"/>
                <a:gd name="T24" fmla="*/ 285 w 288"/>
                <a:gd name="T25" fmla="*/ 46 h 94"/>
                <a:gd name="T26" fmla="*/ 243 w 288"/>
                <a:gd name="T27" fmla="*/ 4 h 94"/>
                <a:gd name="T28" fmla="*/ 207 w 288"/>
                <a:gd name="T29" fmla="*/ 4 h 94"/>
                <a:gd name="T30" fmla="*/ 117 w 288"/>
                <a:gd name="T31" fmla="*/ 94 h 94"/>
                <a:gd name="T32" fmla="*/ 115 w 288"/>
                <a:gd name="T3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8" h="94">
                  <a:moveTo>
                    <a:pt x="115" y="94"/>
                  </a:moveTo>
                  <a:cubicBezTo>
                    <a:pt x="78" y="94"/>
                    <a:pt x="78" y="94"/>
                    <a:pt x="78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115" y="91"/>
                    <a:pt x="115" y="91"/>
                    <a:pt x="115" y="9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5" y="0"/>
                    <a:pt x="206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44" y="0"/>
                    <a:pt x="245" y="1"/>
                    <a:pt x="245" y="1"/>
                  </a:cubicBezTo>
                  <a:cubicBezTo>
                    <a:pt x="288" y="44"/>
                    <a:pt x="288" y="44"/>
                    <a:pt x="288" y="44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6" y="94"/>
                    <a:pt x="116" y="94"/>
                    <a:pt x="115" y="9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9" name="Freeform 474"/>
            <p:cNvSpPr>
              <a:spLocks/>
            </p:cNvSpPr>
            <p:nvPr/>
          </p:nvSpPr>
          <p:spPr bwMode="auto">
            <a:xfrm flipV="1">
              <a:off x="-441323" y="2363785"/>
              <a:ext cx="930275" cy="649288"/>
            </a:xfrm>
            <a:custGeom>
              <a:avLst/>
              <a:gdLst>
                <a:gd name="T0" fmla="*/ 56 w 248"/>
                <a:gd name="T1" fmla="*/ 173 h 173"/>
                <a:gd name="T2" fmla="*/ 28 w 248"/>
                <a:gd name="T3" fmla="*/ 173 h 173"/>
                <a:gd name="T4" fmla="*/ 24 w 248"/>
                <a:gd name="T5" fmla="*/ 171 h 173"/>
                <a:gd name="T6" fmla="*/ 1 w 248"/>
                <a:gd name="T7" fmla="*/ 148 h 173"/>
                <a:gd name="T8" fmla="*/ 0 w 248"/>
                <a:gd name="T9" fmla="*/ 144 h 173"/>
                <a:gd name="T10" fmla="*/ 0 w 248"/>
                <a:gd name="T11" fmla="*/ 115 h 173"/>
                <a:gd name="T12" fmla="*/ 1 w 248"/>
                <a:gd name="T13" fmla="*/ 112 h 173"/>
                <a:gd name="T14" fmla="*/ 111 w 248"/>
                <a:gd name="T15" fmla="*/ 2 h 173"/>
                <a:gd name="T16" fmla="*/ 115 w 248"/>
                <a:gd name="T17" fmla="*/ 0 h 173"/>
                <a:gd name="T18" fmla="*/ 115 w 248"/>
                <a:gd name="T19" fmla="*/ 0 h 173"/>
                <a:gd name="T20" fmla="*/ 145 w 248"/>
                <a:gd name="T21" fmla="*/ 0 h 173"/>
                <a:gd name="T22" fmla="*/ 149 w 248"/>
                <a:gd name="T23" fmla="*/ 2 h 173"/>
                <a:gd name="T24" fmla="*/ 207 w 248"/>
                <a:gd name="T25" fmla="*/ 60 h 173"/>
                <a:gd name="T26" fmla="*/ 248 w 248"/>
                <a:gd name="T27" fmla="*/ 60 h 173"/>
                <a:gd name="T28" fmla="*/ 248 w 248"/>
                <a:gd name="T29" fmla="*/ 70 h 173"/>
                <a:gd name="T30" fmla="*/ 205 w 248"/>
                <a:gd name="T31" fmla="*/ 70 h 173"/>
                <a:gd name="T32" fmla="*/ 201 w 248"/>
                <a:gd name="T33" fmla="*/ 69 h 173"/>
                <a:gd name="T34" fmla="*/ 143 w 248"/>
                <a:gd name="T35" fmla="*/ 11 h 173"/>
                <a:gd name="T36" fmla="*/ 117 w 248"/>
                <a:gd name="T37" fmla="*/ 11 h 173"/>
                <a:gd name="T38" fmla="*/ 10 w 248"/>
                <a:gd name="T39" fmla="*/ 117 h 173"/>
                <a:gd name="T40" fmla="*/ 10 w 248"/>
                <a:gd name="T41" fmla="*/ 142 h 173"/>
                <a:gd name="T42" fmla="*/ 30 w 248"/>
                <a:gd name="T43" fmla="*/ 162 h 173"/>
                <a:gd name="T44" fmla="*/ 54 w 248"/>
                <a:gd name="T45" fmla="*/ 162 h 173"/>
                <a:gd name="T46" fmla="*/ 116 w 248"/>
                <a:gd name="T47" fmla="*/ 100 h 173"/>
                <a:gd name="T48" fmla="*/ 123 w 248"/>
                <a:gd name="T49" fmla="*/ 107 h 173"/>
                <a:gd name="T50" fmla="*/ 60 w 248"/>
                <a:gd name="T51" fmla="*/ 171 h 173"/>
                <a:gd name="T52" fmla="*/ 56 w 248"/>
                <a:gd name="T53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173">
                  <a:moveTo>
                    <a:pt x="56" y="173"/>
                  </a:moveTo>
                  <a:cubicBezTo>
                    <a:pt x="28" y="173"/>
                    <a:pt x="28" y="173"/>
                    <a:pt x="28" y="173"/>
                  </a:cubicBezTo>
                  <a:cubicBezTo>
                    <a:pt x="27" y="173"/>
                    <a:pt x="25" y="172"/>
                    <a:pt x="24" y="171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0" y="147"/>
                    <a:pt x="0" y="146"/>
                    <a:pt x="0" y="144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0" y="113"/>
                    <a:pt x="1" y="11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3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7" y="0"/>
                    <a:pt x="148" y="1"/>
                    <a:pt x="149" y="2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48" y="60"/>
                    <a:pt x="248" y="60"/>
                    <a:pt x="248" y="60"/>
                  </a:cubicBezTo>
                  <a:cubicBezTo>
                    <a:pt x="248" y="70"/>
                    <a:pt x="248" y="70"/>
                    <a:pt x="248" y="70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4" y="70"/>
                    <a:pt x="202" y="70"/>
                    <a:pt x="201" y="69"/>
                  </a:cubicBezTo>
                  <a:cubicBezTo>
                    <a:pt x="143" y="11"/>
                    <a:pt x="143" y="11"/>
                    <a:pt x="143" y="11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116" y="100"/>
                    <a:pt x="116" y="100"/>
                    <a:pt x="116" y="100"/>
                  </a:cubicBezTo>
                  <a:cubicBezTo>
                    <a:pt x="123" y="107"/>
                    <a:pt x="123" y="107"/>
                    <a:pt x="123" y="107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59" y="172"/>
                    <a:pt x="57" y="173"/>
                    <a:pt x="56" y="1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0" name="Freeform 475"/>
            <p:cNvSpPr>
              <a:spLocks/>
            </p:cNvSpPr>
            <p:nvPr/>
          </p:nvSpPr>
          <p:spPr bwMode="auto">
            <a:xfrm flipV="1">
              <a:off x="-554036" y="2946398"/>
              <a:ext cx="1227137" cy="371475"/>
            </a:xfrm>
            <a:custGeom>
              <a:avLst/>
              <a:gdLst>
                <a:gd name="T0" fmla="*/ 327 w 327"/>
                <a:gd name="T1" fmla="*/ 99 h 99"/>
                <a:gd name="T2" fmla="*/ 296 w 327"/>
                <a:gd name="T3" fmla="*/ 99 h 99"/>
                <a:gd name="T4" fmla="*/ 295 w 327"/>
                <a:gd name="T5" fmla="*/ 98 h 99"/>
                <a:gd name="T6" fmla="*/ 200 w 327"/>
                <a:gd name="T7" fmla="*/ 3 h 99"/>
                <a:gd name="T8" fmla="*/ 120 w 327"/>
                <a:gd name="T9" fmla="*/ 3 h 99"/>
                <a:gd name="T10" fmla="*/ 67 w 327"/>
                <a:gd name="T11" fmla="*/ 57 h 99"/>
                <a:gd name="T12" fmla="*/ 66 w 327"/>
                <a:gd name="T13" fmla="*/ 57 h 99"/>
                <a:gd name="T14" fmla="*/ 45 w 327"/>
                <a:gd name="T15" fmla="*/ 57 h 99"/>
                <a:gd name="T16" fmla="*/ 44 w 327"/>
                <a:gd name="T17" fmla="*/ 57 h 99"/>
                <a:gd name="T18" fmla="*/ 0 w 327"/>
                <a:gd name="T19" fmla="*/ 13 h 99"/>
                <a:gd name="T20" fmla="*/ 2 w 327"/>
                <a:gd name="T21" fmla="*/ 10 h 99"/>
                <a:gd name="T22" fmla="*/ 46 w 327"/>
                <a:gd name="T23" fmla="*/ 54 h 99"/>
                <a:gd name="T24" fmla="*/ 65 w 327"/>
                <a:gd name="T25" fmla="*/ 54 h 99"/>
                <a:gd name="T26" fmla="*/ 118 w 327"/>
                <a:gd name="T27" fmla="*/ 0 h 99"/>
                <a:gd name="T28" fmla="*/ 119 w 327"/>
                <a:gd name="T29" fmla="*/ 0 h 99"/>
                <a:gd name="T30" fmla="*/ 201 w 327"/>
                <a:gd name="T31" fmla="*/ 0 h 99"/>
                <a:gd name="T32" fmla="*/ 202 w 327"/>
                <a:gd name="T33" fmla="*/ 0 h 99"/>
                <a:gd name="T34" fmla="*/ 297 w 327"/>
                <a:gd name="T35" fmla="*/ 95 h 99"/>
                <a:gd name="T36" fmla="*/ 327 w 327"/>
                <a:gd name="T37" fmla="*/ 95 h 99"/>
                <a:gd name="T38" fmla="*/ 327 w 327"/>
                <a:gd name="T3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7" h="99">
                  <a:moveTo>
                    <a:pt x="327" y="99"/>
                  </a:moveTo>
                  <a:cubicBezTo>
                    <a:pt x="296" y="99"/>
                    <a:pt x="296" y="99"/>
                    <a:pt x="296" y="99"/>
                  </a:cubicBezTo>
                  <a:cubicBezTo>
                    <a:pt x="296" y="99"/>
                    <a:pt x="295" y="98"/>
                    <a:pt x="295" y="98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67" y="57"/>
                    <a:pt x="67" y="57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2" y="0"/>
                    <a:pt x="202" y="0"/>
                  </a:cubicBezTo>
                  <a:cubicBezTo>
                    <a:pt x="297" y="95"/>
                    <a:pt x="297" y="95"/>
                    <a:pt x="297" y="95"/>
                  </a:cubicBezTo>
                  <a:cubicBezTo>
                    <a:pt x="327" y="95"/>
                    <a:pt x="327" y="95"/>
                    <a:pt x="327" y="95"/>
                  </a:cubicBezTo>
                  <a:lnTo>
                    <a:pt x="327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1" name="Freeform 476"/>
            <p:cNvSpPr>
              <a:spLocks/>
            </p:cNvSpPr>
            <p:nvPr/>
          </p:nvSpPr>
          <p:spPr bwMode="auto">
            <a:xfrm flipV="1">
              <a:off x="-512761" y="2762248"/>
              <a:ext cx="1366837" cy="495300"/>
            </a:xfrm>
            <a:custGeom>
              <a:avLst/>
              <a:gdLst>
                <a:gd name="T0" fmla="*/ 364 w 364"/>
                <a:gd name="T1" fmla="*/ 132 h 132"/>
                <a:gd name="T2" fmla="*/ 314 w 364"/>
                <a:gd name="T3" fmla="*/ 132 h 132"/>
                <a:gd name="T4" fmla="*/ 312 w 364"/>
                <a:gd name="T5" fmla="*/ 131 h 132"/>
                <a:gd name="T6" fmla="*/ 184 w 364"/>
                <a:gd name="T7" fmla="*/ 3 h 132"/>
                <a:gd name="T8" fmla="*/ 122 w 364"/>
                <a:gd name="T9" fmla="*/ 3 h 132"/>
                <a:gd name="T10" fmla="*/ 44 w 364"/>
                <a:gd name="T11" fmla="*/ 81 h 132"/>
                <a:gd name="T12" fmla="*/ 43 w 364"/>
                <a:gd name="T13" fmla="*/ 82 h 132"/>
                <a:gd name="T14" fmla="*/ 21 w 364"/>
                <a:gd name="T15" fmla="*/ 82 h 132"/>
                <a:gd name="T16" fmla="*/ 20 w 364"/>
                <a:gd name="T17" fmla="*/ 81 h 132"/>
                <a:gd name="T18" fmla="*/ 0 w 364"/>
                <a:gd name="T19" fmla="*/ 61 h 132"/>
                <a:gd name="T20" fmla="*/ 2 w 364"/>
                <a:gd name="T21" fmla="*/ 59 h 132"/>
                <a:gd name="T22" fmla="*/ 22 w 364"/>
                <a:gd name="T23" fmla="*/ 78 h 132"/>
                <a:gd name="T24" fmla="*/ 42 w 364"/>
                <a:gd name="T25" fmla="*/ 78 h 132"/>
                <a:gd name="T26" fmla="*/ 120 w 364"/>
                <a:gd name="T27" fmla="*/ 0 h 132"/>
                <a:gd name="T28" fmla="*/ 122 w 364"/>
                <a:gd name="T29" fmla="*/ 0 h 132"/>
                <a:gd name="T30" fmla="*/ 185 w 364"/>
                <a:gd name="T31" fmla="*/ 0 h 132"/>
                <a:gd name="T32" fmla="*/ 186 w 364"/>
                <a:gd name="T33" fmla="*/ 0 h 132"/>
                <a:gd name="T34" fmla="*/ 314 w 364"/>
                <a:gd name="T35" fmla="*/ 128 h 132"/>
                <a:gd name="T36" fmla="*/ 364 w 364"/>
                <a:gd name="T37" fmla="*/ 128 h 132"/>
                <a:gd name="T38" fmla="*/ 364 w 364"/>
                <a:gd name="T39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4" h="132">
                  <a:moveTo>
                    <a:pt x="364" y="132"/>
                  </a:moveTo>
                  <a:cubicBezTo>
                    <a:pt x="314" y="132"/>
                    <a:pt x="314" y="132"/>
                    <a:pt x="314" y="132"/>
                  </a:cubicBezTo>
                  <a:cubicBezTo>
                    <a:pt x="313" y="132"/>
                    <a:pt x="313" y="132"/>
                    <a:pt x="312" y="131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4" y="82"/>
                    <a:pt x="44" y="82"/>
                    <a:pt x="43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0" y="82"/>
                    <a:pt x="20" y="8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0"/>
                    <a:pt x="121" y="0"/>
                    <a:pt x="122" y="0"/>
                  </a:cubicBez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314" y="128"/>
                    <a:pt x="314" y="128"/>
                    <a:pt x="314" y="128"/>
                  </a:cubicBezTo>
                  <a:cubicBezTo>
                    <a:pt x="364" y="128"/>
                    <a:pt x="364" y="128"/>
                    <a:pt x="364" y="128"/>
                  </a:cubicBezTo>
                  <a:lnTo>
                    <a:pt x="364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2" name="Freeform 477"/>
            <p:cNvSpPr>
              <a:spLocks/>
            </p:cNvSpPr>
            <p:nvPr/>
          </p:nvSpPr>
          <p:spPr bwMode="auto">
            <a:xfrm flipV="1">
              <a:off x="-2117723" y="2217736"/>
              <a:ext cx="2424112" cy="387350"/>
            </a:xfrm>
            <a:custGeom>
              <a:avLst/>
              <a:gdLst>
                <a:gd name="T0" fmla="*/ 545 w 646"/>
                <a:gd name="T1" fmla="*/ 103 h 103"/>
                <a:gd name="T2" fmla="*/ 0 w 646"/>
                <a:gd name="T3" fmla="*/ 103 h 103"/>
                <a:gd name="T4" fmla="*/ 0 w 646"/>
                <a:gd name="T5" fmla="*/ 99 h 103"/>
                <a:gd name="T6" fmla="*/ 544 w 646"/>
                <a:gd name="T7" fmla="*/ 99 h 103"/>
                <a:gd name="T8" fmla="*/ 566 w 646"/>
                <a:gd name="T9" fmla="*/ 77 h 103"/>
                <a:gd name="T10" fmla="*/ 566 w 646"/>
                <a:gd name="T11" fmla="*/ 49 h 103"/>
                <a:gd name="T12" fmla="*/ 567 w 646"/>
                <a:gd name="T13" fmla="*/ 48 h 103"/>
                <a:gd name="T14" fmla="*/ 613 w 646"/>
                <a:gd name="T15" fmla="*/ 1 h 103"/>
                <a:gd name="T16" fmla="*/ 614 w 646"/>
                <a:gd name="T17" fmla="*/ 0 h 103"/>
                <a:gd name="T18" fmla="*/ 646 w 646"/>
                <a:gd name="T19" fmla="*/ 0 h 103"/>
                <a:gd name="T20" fmla="*/ 646 w 646"/>
                <a:gd name="T21" fmla="*/ 4 h 103"/>
                <a:gd name="T22" fmla="*/ 615 w 646"/>
                <a:gd name="T23" fmla="*/ 4 h 103"/>
                <a:gd name="T24" fmla="*/ 570 w 646"/>
                <a:gd name="T25" fmla="*/ 49 h 103"/>
                <a:gd name="T26" fmla="*/ 570 w 646"/>
                <a:gd name="T27" fmla="*/ 78 h 103"/>
                <a:gd name="T28" fmla="*/ 569 w 646"/>
                <a:gd name="T29" fmla="*/ 79 h 103"/>
                <a:gd name="T30" fmla="*/ 546 w 646"/>
                <a:gd name="T31" fmla="*/ 102 h 103"/>
                <a:gd name="T32" fmla="*/ 545 w 646"/>
                <a:gd name="T3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6" h="103">
                  <a:moveTo>
                    <a:pt x="545" y="103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544" y="99"/>
                    <a:pt x="544" y="99"/>
                    <a:pt x="544" y="99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6" y="49"/>
                    <a:pt x="566" y="49"/>
                    <a:pt x="566" y="49"/>
                  </a:cubicBezTo>
                  <a:cubicBezTo>
                    <a:pt x="566" y="48"/>
                    <a:pt x="566" y="48"/>
                    <a:pt x="567" y="48"/>
                  </a:cubicBezTo>
                  <a:cubicBezTo>
                    <a:pt x="613" y="1"/>
                    <a:pt x="613" y="1"/>
                    <a:pt x="613" y="1"/>
                  </a:cubicBezTo>
                  <a:cubicBezTo>
                    <a:pt x="614" y="1"/>
                    <a:pt x="614" y="0"/>
                    <a:pt x="614" y="0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615" y="4"/>
                    <a:pt x="615" y="4"/>
                    <a:pt x="615" y="4"/>
                  </a:cubicBezTo>
                  <a:cubicBezTo>
                    <a:pt x="570" y="49"/>
                    <a:pt x="570" y="49"/>
                    <a:pt x="570" y="49"/>
                  </a:cubicBezTo>
                  <a:cubicBezTo>
                    <a:pt x="570" y="78"/>
                    <a:pt x="570" y="78"/>
                    <a:pt x="570" y="78"/>
                  </a:cubicBezTo>
                  <a:cubicBezTo>
                    <a:pt x="570" y="79"/>
                    <a:pt x="569" y="79"/>
                    <a:pt x="569" y="79"/>
                  </a:cubicBezTo>
                  <a:cubicBezTo>
                    <a:pt x="546" y="102"/>
                    <a:pt x="546" y="102"/>
                    <a:pt x="546" y="102"/>
                  </a:cubicBezTo>
                  <a:cubicBezTo>
                    <a:pt x="546" y="103"/>
                    <a:pt x="546" y="103"/>
                    <a:pt x="545" y="1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3" name="Freeform 478"/>
            <p:cNvSpPr>
              <a:spLocks/>
            </p:cNvSpPr>
            <p:nvPr/>
          </p:nvSpPr>
          <p:spPr bwMode="auto">
            <a:xfrm flipV="1">
              <a:off x="-1949448" y="1989136"/>
              <a:ext cx="2443162" cy="428625"/>
            </a:xfrm>
            <a:custGeom>
              <a:avLst/>
              <a:gdLst>
                <a:gd name="T0" fmla="*/ 496 w 651"/>
                <a:gd name="T1" fmla="*/ 114 h 114"/>
                <a:gd name="T2" fmla="*/ 0 w 651"/>
                <a:gd name="T3" fmla="*/ 114 h 114"/>
                <a:gd name="T4" fmla="*/ 0 w 651"/>
                <a:gd name="T5" fmla="*/ 110 h 114"/>
                <a:gd name="T6" fmla="*/ 496 w 651"/>
                <a:gd name="T7" fmla="*/ 110 h 114"/>
                <a:gd name="T8" fmla="*/ 606 w 651"/>
                <a:gd name="T9" fmla="*/ 0 h 114"/>
                <a:gd name="T10" fmla="*/ 607 w 651"/>
                <a:gd name="T11" fmla="*/ 0 h 114"/>
                <a:gd name="T12" fmla="*/ 651 w 651"/>
                <a:gd name="T13" fmla="*/ 0 h 114"/>
                <a:gd name="T14" fmla="*/ 651 w 651"/>
                <a:gd name="T15" fmla="*/ 3 h 114"/>
                <a:gd name="T16" fmla="*/ 608 w 651"/>
                <a:gd name="T17" fmla="*/ 3 h 114"/>
                <a:gd name="T18" fmla="*/ 498 w 651"/>
                <a:gd name="T19" fmla="*/ 113 h 114"/>
                <a:gd name="T20" fmla="*/ 496 w 651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1" h="114">
                  <a:moveTo>
                    <a:pt x="496" y="114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496" y="110"/>
                    <a:pt x="496" y="110"/>
                    <a:pt x="496" y="11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6" y="0"/>
                    <a:pt x="606" y="0"/>
                    <a:pt x="607" y="0"/>
                  </a:cubicBezTo>
                  <a:cubicBezTo>
                    <a:pt x="651" y="0"/>
                    <a:pt x="651" y="0"/>
                    <a:pt x="651" y="0"/>
                  </a:cubicBezTo>
                  <a:cubicBezTo>
                    <a:pt x="651" y="3"/>
                    <a:pt x="651" y="3"/>
                    <a:pt x="651" y="3"/>
                  </a:cubicBezTo>
                  <a:cubicBezTo>
                    <a:pt x="608" y="3"/>
                    <a:pt x="608" y="3"/>
                    <a:pt x="608" y="3"/>
                  </a:cubicBezTo>
                  <a:cubicBezTo>
                    <a:pt x="498" y="113"/>
                    <a:pt x="498" y="113"/>
                    <a:pt x="498" y="113"/>
                  </a:cubicBezTo>
                  <a:cubicBezTo>
                    <a:pt x="497" y="114"/>
                    <a:pt x="497" y="114"/>
                    <a:pt x="496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4" name="Freeform 479"/>
            <p:cNvSpPr>
              <a:spLocks noEditPoints="1"/>
            </p:cNvSpPr>
            <p:nvPr/>
          </p:nvSpPr>
          <p:spPr bwMode="auto">
            <a:xfrm flipV="1">
              <a:off x="5311777" y="6561136"/>
              <a:ext cx="101600" cy="100013"/>
            </a:xfrm>
            <a:custGeom>
              <a:avLst/>
              <a:gdLst>
                <a:gd name="T0" fmla="*/ 13 w 27"/>
                <a:gd name="T1" fmla="*/ 6 h 27"/>
                <a:gd name="T2" fmla="*/ 13 w 27"/>
                <a:gd name="T3" fmla="*/ 6 h 27"/>
                <a:gd name="T4" fmla="*/ 13 w 27"/>
                <a:gd name="T5" fmla="*/ 6 h 27"/>
                <a:gd name="T6" fmla="*/ 20 w 27"/>
                <a:gd name="T7" fmla="*/ 13 h 27"/>
                <a:gd name="T8" fmla="*/ 13 w 27"/>
                <a:gd name="T9" fmla="*/ 20 h 27"/>
                <a:gd name="T10" fmla="*/ 13 w 27"/>
                <a:gd name="T11" fmla="*/ 20 h 27"/>
                <a:gd name="T12" fmla="*/ 13 w 27"/>
                <a:gd name="T13" fmla="*/ 20 h 27"/>
                <a:gd name="T14" fmla="*/ 6 w 27"/>
                <a:gd name="T15" fmla="*/ 13 h 27"/>
                <a:gd name="T16" fmla="*/ 13 w 27"/>
                <a:gd name="T17" fmla="*/ 6 h 27"/>
                <a:gd name="T18" fmla="*/ 13 w 27"/>
                <a:gd name="T19" fmla="*/ 0 h 27"/>
                <a:gd name="T20" fmla="*/ 13 w 27"/>
                <a:gd name="T21" fmla="*/ 0 h 27"/>
                <a:gd name="T22" fmla="*/ 13 w 27"/>
                <a:gd name="T23" fmla="*/ 0 h 27"/>
                <a:gd name="T24" fmla="*/ 4 w 27"/>
                <a:gd name="T25" fmla="*/ 4 h 27"/>
                <a:gd name="T26" fmla="*/ 0 w 27"/>
                <a:gd name="T27" fmla="*/ 13 h 27"/>
                <a:gd name="T28" fmla="*/ 13 w 27"/>
                <a:gd name="T29" fmla="*/ 27 h 27"/>
                <a:gd name="T30" fmla="*/ 23 w 27"/>
                <a:gd name="T31" fmla="*/ 23 h 27"/>
                <a:gd name="T32" fmla="*/ 27 w 27"/>
                <a:gd name="T33" fmla="*/ 13 h 27"/>
                <a:gd name="T34" fmla="*/ 13 w 27"/>
                <a:gd name="T3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7">
                  <a:moveTo>
                    <a:pt x="13" y="6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7" y="6"/>
                    <a:pt x="20" y="10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10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6"/>
                    <a:pt x="0" y="10"/>
                    <a:pt x="0" y="13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17" y="27"/>
                    <a:pt x="20" y="26"/>
                    <a:pt x="23" y="23"/>
                  </a:cubicBezTo>
                  <a:cubicBezTo>
                    <a:pt x="26" y="20"/>
                    <a:pt x="27" y="17"/>
                    <a:pt x="27" y="13"/>
                  </a:cubicBezTo>
                  <a:cubicBezTo>
                    <a:pt x="27" y="6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5" name="Freeform 480"/>
            <p:cNvSpPr>
              <a:spLocks noEditPoints="1"/>
            </p:cNvSpPr>
            <p:nvPr/>
          </p:nvSpPr>
          <p:spPr bwMode="auto">
            <a:xfrm flipV="1">
              <a:off x="5322889" y="6924673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6" name="Freeform 481"/>
            <p:cNvSpPr>
              <a:spLocks noEditPoints="1"/>
            </p:cNvSpPr>
            <p:nvPr/>
          </p:nvSpPr>
          <p:spPr bwMode="auto">
            <a:xfrm flipV="1">
              <a:off x="3360739" y="99790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7" name="Freeform 482"/>
            <p:cNvSpPr>
              <a:spLocks noEditPoints="1"/>
            </p:cNvSpPr>
            <p:nvPr/>
          </p:nvSpPr>
          <p:spPr bwMode="auto">
            <a:xfrm flipV="1">
              <a:off x="5138739" y="67405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8" name="Freeform 483"/>
            <p:cNvSpPr>
              <a:spLocks noEditPoints="1"/>
            </p:cNvSpPr>
            <p:nvPr/>
          </p:nvSpPr>
          <p:spPr bwMode="auto">
            <a:xfrm flipV="1">
              <a:off x="2733677" y="96345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9" name="Freeform 484"/>
            <p:cNvSpPr>
              <a:spLocks noEditPoints="1"/>
            </p:cNvSpPr>
            <p:nvPr/>
          </p:nvSpPr>
          <p:spPr bwMode="auto">
            <a:xfrm flipV="1">
              <a:off x="4973639" y="69167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0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0" name="Freeform 485"/>
            <p:cNvSpPr>
              <a:spLocks noEditPoints="1"/>
            </p:cNvSpPr>
            <p:nvPr/>
          </p:nvSpPr>
          <p:spPr bwMode="auto">
            <a:xfrm flipV="1">
              <a:off x="3698877" y="8823323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1" name="Freeform 486"/>
            <p:cNvSpPr>
              <a:spLocks noEditPoints="1"/>
            </p:cNvSpPr>
            <p:nvPr/>
          </p:nvSpPr>
          <p:spPr bwMode="auto">
            <a:xfrm flipV="1">
              <a:off x="497363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5"/>
                    <a:pt x="15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2" name="Freeform 487"/>
            <p:cNvSpPr>
              <a:spLocks noEditPoints="1"/>
            </p:cNvSpPr>
            <p:nvPr/>
          </p:nvSpPr>
          <p:spPr bwMode="auto">
            <a:xfrm flipV="1">
              <a:off x="3041652" y="99948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3" name="Freeform 488"/>
            <p:cNvSpPr>
              <a:spLocks noEditPoints="1"/>
            </p:cNvSpPr>
            <p:nvPr/>
          </p:nvSpPr>
          <p:spPr bwMode="auto">
            <a:xfrm flipV="1">
              <a:off x="532288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0 w 24"/>
                <a:gd name="T19" fmla="*/ 20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4" name="Freeform 489"/>
            <p:cNvSpPr>
              <a:spLocks noEditPoints="1"/>
            </p:cNvSpPr>
            <p:nvPr/>
          </p:nvSpPr>
          <p:spPr bwMode="auto">
            <a:xfrm flipV="1">
              <a:off x="3187702" y="99901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4 w 24"/>
                <a:gd name="T15" fmla="*/ 4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5" name="Freeform 490"/>
            <p:cNvSpPr>
              <a:spLocks noEditPoints="1"/>
            </p:cNvSpPr>
            <p:nvPr/>
          </p:nvSpPr>
          <p:spPr bwMode="auto">
            <a:xfrm flipV="1">
              <a:off x="5492752" y="7097711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6" name="Freeform 491"/>
            <p:cNvSpPr>
              <a:spLocks noEditPoints="1"/>
            </p:cNvSpPr>
            <p:nvPr/>
          </p:nvSpPr>
          <p:spPr bwMode="auto">
            <a:xfrm flipV="1">
              <a:off x="2973389" y="10133011"/>
              <a:ext cx="90487" cy="93663"/>
            </a:xfrm>
            <a:custGeom>
              <a:avLst/>
              <a:gdLst>
                <a:gd name="T0" fmla="*/ 12 w 24"/>
                <a:gd name="T1" fmla="*/ 6 h 25"/>
                <a:gd name="T2" fmla="*/ 12 w 24"/>
                <a:gd name="T3" fmla="*/ 6 h 25"/>
                <a:gd name="T4" fmla="*/ 19 w 24"/>
                <a:gd name="T5" fmla="*/ 13 h 25"/>
                <a:gd name="T6" fmla="*/ 12 w 24"/>
                <a:gd name="T7" fmla="*/ 19 h 25"/>
                <a:gd name="T8" fmla="*/ 5 w 24"/>
                <a:gd name="T9" fmla="*/ 13 h 25"/>
                <a:gd name="T10" fmla="*/ 12 w 24"/>
                <a:gd name="T11" fmla="*/ 6 h 25"/>
                <a:gd name="T12" fmla="*/ 12 w 24"/>
                <a:gd name="T13" fmla="*/ 0 h 25"/>
                <a:gd name="T14" fmla="*/ 12 w 24"/>
                <a:gd name="T15" fmla="*/ 0 h 25"/>
                <a:gd name="T16" fmla="*/ 3 w 24"/>
                <a:gd name="T17" fmla="*/ 4 h 25"/>
                <a:gd name="T18" fmla="*/ 0 w 24"/>
                <a:gd name="T19" fmla="*/ 13 h 25"/>
                <a:gd name="T20" fmla="*/ 12 w 24"/>
                <a:gd name="T21" fmla="*/ 25 h 25"/>
                <a:gd name="T22" fmla="*/ 20 w 24"/>
                <a:gd name="T23" fmla="*/ 21 h 25"/>
                <a:gd name="T24" fmla="*/ 24 w 24"/>
                <a:gd name="T25" fmla="*/ 12 h 25"/>
                <a:gd name="T26" fmla="*/ 12 w 24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5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3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5" y="25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7" name="Oval 492"/>
            <p:cNvSpPr>
              <a:spLocks noChangeArrowheads="1"/>
            </p:cNvSpPr>
            <p:nvPr/>
          </p:nvSpPr>
          <p:spPr bwMode="auto">
            <a:xfrm flipV="1">
              <a:off x="5514977" y="6913561"/>
              <a:ext cx="107950" cy="1079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8" name="Freeform 493"/>
            <p:cNvSpPr>
              <a:spLocks/>
            </p:cNvSpPr>
            <p:nvPr/>
          </p:nvSpPr>
          <p:spPr bwMode="auto">
            <a:xfrm flipV="1">
              <a:off x="3049589" y="7156449"/>
              <a:ext cx="2944812" cy="3028950"/>
            </a:xfrm>
            <a:custGeom>
              <a:avLst/>
              <a:gdLst>
                <a:gd name="T0" fmla="*/ 673 w 785"/>
                <a:gd name="T1" fmla="*/ 807 h 807"/>
                <a:gd name="T2" fmla="*/ 670 w 785"/>
                <a:gd name="T3" fmla="*/ 804 h 807"/>
                <a:gd name="T4" fmla="*/ 688 w 785"/>
                <a:gd name="T5" fmla="*/ 787 h 807"/>
                <a:gd name="T6" fmla="*/ 689 w 785"/>
                <a:gd name="T7" fmla="*/ 786 h 807"/>
                <a:gd name="T8" fmla="*/ 728 w 785"/>
                <a:gd name="T9" fmla="*/ 786 h 807"/>
                <a:gd name="T10" fmla="*/ 782 w 785"/>
                <a:gd name="T11" fmla="*/ 733 h 807"/>
                <a:gd name="T12" fmla="*/ 782 w 785"/>
                <a:gd name="T13" fmla="*/ 692 h 807"/>
                <a:gd name="T14" fmla="*/ 93 w 785"/>
                <a:gd name="T15" fmla="*/ 3 h 807"/>
                <a:gd name="T16" fmla="*/ 0 w 785"/>
                <a:gd name="T17" fmla="*/ 3 h 807"/>
                <a:gd name="T18" fmla="*/ 0 w 785"/>
                <a:gd name="T19" fmla="*/ 0 h 807"/>
                <a:gd name="T20" fmla="*/ 94 w 785"/>
                <a:gd name="T21" fmla="*/ 0 h 807"/>
                <a:gd name="T22" fmla="*/ 95 w 785"/>
                <a:gd name="T23" fmla="*/ 0 h 807"/>
                <a:gd name="T24" fmla="*/ 785 w 785"/>
                <a:gd name="T25" fmla="*/ 690 h 807"/>
                <a:gd name="T26" fmla="*/ 785 w 785"/>
                <a:gd name="T27" fmla="*/ 692 h 807"/>
                <a:gd name="T28" fmla="*/ 785 w 785"/>
                <a:gd name="T29" fmla="*/ 733 h 807"/>
                <a:gd name="T30" fmla="*/ 785 w 785"/>
                <a:gd name="T31" fmla="*/ 735 h 807"/>
                <a:gd name="T32" fmla="*/ 730 w 785"/>
                <a:gd name="T33" fmla="*/ 789 h 807"/>
                <a:gd name="T34" fmla="*/ 729 w 785"/>
                <a:gd name="T35" fmla="*/ 790 h 807"/>
                <a:gd name="T36" fmla="*/ 690 w 785"/>
                <a:gd name="T37" fmla="*/ 790 h 807"/>
                <a:gd name="T38" fmla="*/ 673 w 785"/>
                <a:gd name="T3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5" h="807">
                  <a:moveTo>
                    <a:pt x="673" y="807"/>
                  </a:moveTo>
                  <a:cubicBezTo>
                    <a:pt x="670" y="804"/>
                    <a:pt x="670" y="804"/>
                    <a:pt x="670" y="804"/>
                  </a:cubicBezTo>
                  <a:cubicBezTo>
                    <a:pt x="688" y="787"/>
                    <a:pt x="688" y="787"/>
                    <a:pt x="688" y="787"/>
                  </a:cubicBezTo>
                  <a:cubicBezTo>
                    <a:pt x="688" y="787"/>
                    <a:pt x="689" y="786"/>
                    <a:pt x="689" y="786"/>
                  </a:cubicBezTo>
                  <a:cubicBezTo>
                    <a:pt x="728" y="786"/>
                    <a:pt x="728" y="786"/>
                    <a:pt x="728" y="786"/>
                  </a:cubicBezTo>
                  <a:cubicBezTo>
                    <a:pt x="782" y="733"/>
                    <a:pt x="782" y="733"/>
                    <a:pt x="782" y="733"/>
                  </a:cubicBezTo>
                  <a:cubicBezTo>
                    <a:pt x="782" y="692"/>
                    <a:pt x="782" y="692"/>
                    <a:pt x="782" y="692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0"/>
                  </a:cubicBezTo>
                  <a:cubicBezTo>
                    <a:pt x="785" y="690"/>
                    <a:pt x="785" y="690"/>
                    <a:pt x="785" y="690"/>
                  </a:cubicBezTo>
                  <a:cubicBezTo>
                    <a:pt x="785" y="691"/>
                    <a:pt x="785" y="691"/>
                    <a:pt x="785" y="692"/>
                  </a:cubicBezTo>
                  <a:cubicBezTo>
                    <a:pt x="785" y="733"/>
                    <a:pt x="785" y="733"/>
                    <a:pt x="785" y="733"/>
                  </a:cubicBezTo>
                  <a:cubicBezTo>
                    <a:pt x="785" y="734"/>
                    <a:pt x="785" y="734"/>
                    <a:pt x="785" y="735"/>
                  </a:cubicBezTo>
                  <a:cubicBezTo>
                    <a:pt x="730" y="789"/>
                    <a:pt x="730" y="789"/>
                    <a:pt x="730" y="789"/>
                  </a:cubicBezTo>
                  <a:cubicBezTo>
                    <a:pt x="730" y="790"/>
                    <a:pt x="729" y="790"/>
                    <a:pt x="729" y="790"/>
                  </a:cubicBezTo>
                  <a:cubicBezTo>
                    <a:pt x="690" y="790"/>
                    <a:pt x="690" y="790"/>
                    <a:pt x="690" y="790"/>
                  </a:cubicBezTo>
                  <a:lnTo>
                    <a:pt x="673" y="8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9" name="Freeform 494"/>
            <p:cNvSpPr>
              <a:spLocks/>
            </p:cNvSpPr>
            <p:nvPr/>
          </p:nvSpPr>
          <p:spPr bwMode="auto">
            <a:xfrm flipV="1">
              <a:off x="3297239" y="7007223"/>
              <a:ext cx="2435225" cy="2998788"/>
            </a:xfrm>
            <a:custGeom>
              <a:avLst/>
              <a:gdLst>
                <a:gd name="T0" fmla="*/ 550 w 649"/>
                <a:gd name="T1" fmla="*/ 799 h 799"/>
                <a:gd name="T2" fmla="*/ 550 w 649"/>
                <a:gd name="T3" fmla="*/ 764 h 799"/>
                <a:gd name="T4" fmla="*/ 551 w 649"/>
                <a:gd name="T5" fmla="*/ 762 h 799"/>
                <a:gd name="T6" fmla="*/ 646 w 649"/>
                <a:gd name="T7" fmla="*/ 671 h 799"/>
                <a:gd name="T8" fmla="*/ 646 w 649"/>
                <a:gd name="T9" fmla="*/ 644 h 799"/>
                <a:gd name="T10" fmla="*/ 216 w 649"/>
                <a:gd name="T11" fmla="*/ 214 h 799"/>
                <a:gd name="T12" fmla="*/ 164 w 649"/>
                <a:gd name="T13" fmla="*/ 214 h 799"/>
                <a:gd name="T14" fmla="*/ 162 w 649"/>
                <a:gd name="T15" fmla="*/ 214 h 799"/>
                <a:gd name="T16" fmla="*/ 0 w 649"/>
                <a:gd name="T17" fmla="*/ 52 h 799"/>
                <a:gd name="T18" fmla="*/ 0 w 649"/>
                <a:gd name="T19" fmla="*/ 51 h 799"/>
                <a:gd name="T20" fmla="*/ 0 w 649"/>
                <a:gd name="T21" fmla="*/ 22 h 799"/>
                <a:gd name="T22" fmla="*/ 0 w 649"/>
                <a:gd name="T23" fmla="*/ 21 h 799"/>
                <a:gd name="T24" fmla="*/ 22 w 649"/>
                <a:gd name="T25" fmla="*/ 0 h 799"/>
                <a:gd name="T26" fmla="*/ 24 w 649"/>
                <a:gd name="T27" fmla="*/ 2 h 799"/>
                <a:gd name="T28" fmla="*/ 3 w 649"/>
                <a:gd name="T29" fmla="*/ 23 h 799"/>
                <a:gd name="T30" fmla="*/ 3 w 649"/>
                <a:gd name="T31" fmla="*/ 50 h 799"/>
                <a:gd name="T32" fmla="*/ 164 w 649"/>
                <a:gd name="T33" fmla="*/ 211 h 799"/>
                <a:gd name="T34" fmla="*/ 217 w 649"/>
                <a:gd name="T35" fmla="*/ 211 h 799"/>
                <a:gd name="T36" fmla="*/ 218 w 649"/>
                <a:gd name="T37" fmla="*/ 211 h 799"/>
                <a:gd name="T38" fmla="*/ 649 w 649"/>
                <a:gd name="T39" fmla="*/ 642 h 799"/>
                <a:gd name="T40" fmla="*/ 649 w 649"/>
                <a:gd name="T41" fmla="*/ 644 h 799"/>
                <a:gd name="T42" fmla="*/ 649 w 649"/>
                <a:gd name="T43" fmla="*/ 671 h 799"/>
                <a:gd name="T44" fmla="*/ 649 w 649"/>
                <a:gd name="T45" fmla="*/ 673 h 799"/>
                <a:gd name="T46" fmla="*/ 554 w 649"/>
                <a:gd name="T47" fmla="*/ 764 h 799"/>
                <a:gd name="T48" fmla="*/ 554 w 649"/>
                <a:gd name="T49" fmla="*/ 799 h 799"/>
                <a:gd name="T50" fmla="*/ 550 w 649"/>
                <a:gd name="T51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9" h="799">
                  <a:moveTo>
                    <a:pt x="550" y="799"/>
                  </a:moveTo>
                  <a:cubicBezTo>
                    <a:pt x="550" y="764"/>
                    <a:pt x="550" y="764"/>
                    <a:pt x="550" y="764"/>
                  </a:cubicBezTo>
                  <a:cubicBezTo>
                    <a:pt x="550" y="763"/>
                    <a:pt x="550" y="763"/>
                    <a:pt x="551" y="762"/>
                  </a:cubicBezTo>
                  <a:cubicBezTo>
                    <a:pt x="646" y="671"/>
                    <a:pt x="646" y="671"/>
                    <a:pt x="646" y="671"/>
                  </a:cubicBezTo>
                  <a:cubicBezTo>
                    <a:pt x="646" y="644"/>
                    <a:pt x="646" y="644"/>
                    <a:pt x="646" y="644"/>
                  </a:cubicBezTo>
                  <a:cubicBezTo>
                    <a:pt x="216" y="214"/>
                    <a:pt x="216" y="214"/>
                    <a:pt x="216" y="214"/>
                  </a:cubicBezTo>
                  <a:cubicBezTo>
                    <a:pt x="164" y="214"/>
                    <a:pt x="164" y="214"/>
                    <a:pt x="164" y="214"/>
                  </a:cubicBezTo>
                  <a:cubicBezTo>
                    <a:pt x="163" y="214"/>
                    <a:pt x="163" y="214"/>
                    <a:pt x="162" y="2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0" y="5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164" y="211"/>
                    <a:pt x="164" y="211"/>
                    <a:pt x="164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7" y="211"/>
                    <a:pt x="218" y="211"/>
                    <a:pt x="218" y="211"/>
                  </a:cubicBezTo>
                  <a:cubicBezTo>
                    <a:pt x="649" y="642"/>
                    <a:pt x="649" y="642"/>
                    <a:pt x="649" y="642"/>
                  </a:cubicBezTo>
                  <a:cubicBezTo>
                    <a:pt x="649" y="643"/>
                    <a:pt x="649" y="643"/>
                    <a:pt x="649" y="644"/>
                  </a:cubicBezTo>
                  <a:cubicBezTo>
                    <a:pt x="649" y="671"/>
                    <a:pt x="649" y="671"/>
                    <a:pt x="649" y="671"/>
                  </a:cubicBezTo>
                  <a:cubicBezTo>
                    <a:pt x="649" y="672"/>
                    <a:pt x="649" y="672"/>
                    <a:pt x="649" y="673"/>
                  </a:cubicBezTo>
                  <a:cubicBezTo>
                    <a:pt x="554" y="764"/>
                    <a:pt x="554" y="764"/>
                    <a:pt x="554" y="764"/>
                  </a:cubicBezTo>
                  <a:cubicBezTo>
                    <a:pt x="554" y="799"/>
                    <a:pt x="554" y="799"/>
                    <a:pt x="554" y="799"/>
                  </a:cubicBezTo>
                  <a:lnTo>
                    <a:pt x="550" y="7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0" name="Freeform 495"/>
            <p:cNvSpPr>
              <a:spLocks/>
            </p:cNvSpPr>
            <p:nvPr/>
          </p:nvSpPr>
          <p:spPr bwMode="auto">
            <a:xfrm flipV="1">
              <a:off x="3127377" y="7356474"/>
              <a:ext cx="2330450" cy="2663825"/>
            </a:xfrm>
            <a:custGeom>
              <a:avLst/>
              <a:gdLst>
                <a:gd name="T0" fmla="*/ 606 w 621"/>
                <a:gd name="T1" fmla="*/ 710 h 710"/>
                <a:gd name="T2" fmla="*/ 603 w 621"/>
                <a:gd name="T3" fmla="*/ 707 h 710"/>
                <a:gd name="T4" fmla="*/ 617 w 621"/>
                <a:gd name="T5" fmla="*/ 693 h 710"/>
                <a:gd name="T6" fmla="*/ 617 w 621"/>
                <a:gd name="T7" fmla="*/ 621 h 710"/>
                <a:gd name="T8" fmla="*/ 247 w 621"/>
                <a:gd name="T9" fmla="*/ 250 h 710"/>
                <a:gd name="T10" fmla="*/ 200 w 621"/>
                <a:gd name="T11" fmla="*/ 250 h 710"/>
                <a:gd name="T12" fmla="*/ 198 w 621"/>
                <a:gd name="T13" fmla="*/ 250 h 710"/>
                <a:gd name="T14" fmla="*/ 0 w 621"/>
                <a:gd name="T15" fmla="*/ 52 h 710"/>
                <a:gd name="T16" fmla="*/ 0 w 621"/>
                <a:gd name="T17" fmla="*/ 50 h 710"/>
                <a:gd name="T18" fmla="*/ 0 w 621"/>
                <a:gd name="T19" fmla="*/ 23 h 710"/>
                <a:gd name="T20" fmla="*/ 0 w 621"/>
                <a:gd name="T21" fmla="*/ 22 h 710"/>
                <a:gd name="T22" fmla="*/ 22 w 621"/>
                <a:gd name="T23" fmla="*/ 0 h 710"/>
                <a:gd name="T24" fmla="*/ 24 w 621"/>
                <a:gd name="T25" fmla="*/ 2 h 710"/>
                <a:gd name="T26" fmla="*/ 3 w 621"/>
                <a:gd name="T27" fmla="*/ 24 h 710"/>
                <a:gd name="T28" fmla="*/ 3 w 621"/>
                <a:gd name="T29" fmla="*/ 50 h 710"/>
                <a:gd name="T30" fmla="*/ 200 w 621"/>
                <a:gd name="T31" fmla="*/ 247 h 710"/>
                <a:gd name="T32" fmla="*/ 248 w 621"/>
                <a:gd name="T33" fmla="*/ 247 h 710"/>
                <a:gd name="T34" fmla="*/ 249 w 621"/>
                <a:gd name="T35" fmla="*/ 247 h 710"/>
                <a:gd name="T36" fmla="*/ 620 w 621"/>
                <a:gd name="T37" fmla="*/ 619 h 710"/>
                <a:gd name="T38" fmla="*/ 621 w 621"/>
                <a:gd name="T39" fmla="*/ 620 h 710"/>
                <a:gd name="T40" fmla="*/ 621 w 621"/>
                <a:gd name="T41" fmla="*/ 694 h 710"/>
                <a:gd name="T42" fmla="*/ 620 w 621"/>
                <a:gd name="T43" fmla="*/ 695 h 710"/>
                <a:gd name="T44" fmla="*/ 606 w 621"/>
                <a:gd name="T45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1" h="710">
                  <a:moveTo>
                    <a:pt x="606" y="710"/>
                  </a:moveTo>
                  <a:cubicBezTo>
                    <a:pt x="603" y="707"/>
                    <a:pt x="603" y="707"/>
                    <a:pt x="603" y="707"/>
                  </a:cubicBezTo>
                  <a:cubicBezTo>
                    <a:pt x="617" y="693"/>
                    <a:pt x="617" y="693"/>
                    <a:pt x="617" y="693"/>
                  </a:cubicBezTo>
                  <a:cubicBezTo>
                    <a:pt x="617" y="621"/>
                    <a:pt x="617" y="621"/>
                    <a:pt x="617" y="621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00" y="250"/>
                    <a:pt x="200" y="250"/>
                    <a:pt x="200" y="250"/>
                  </a:cubicBezTo>
                  <a:cubicBezTo>
                    <a:pt x="199" y="250"/>
                    <a:pt x="199" y="250"/>
                    <a:pt x="198" y="25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1"/>
                    <a:pt x="0" y="51"/>
                    <a:pt x="0" y="5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00" y="247"/>
                    <a:pt x="200" y="247"/>
                    <a:pt x="200" y="247"/>
                  </a:cubicBezTo>
                  <a:cubicBezTo>
                    <a:pt x="248" y="247"/>
                    <a:pt x="248" y="247"/>
                    <a:pt x="248" y="247"/>
                  </a:cubicBezTo>
                  <a:cubicBezTo>
                    <a:pt x="248" y="247"/>
                    <a:pt x="248" y="247"/>
                    <a:pt x="249" y="247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1" y="619"/>
                    <a:pt x="621" y="620"/>
                  </a:cubicBezTo>
                  <a:cubicBezTo>
                    <a:pt x="621" y="694"/>
                    <a:pt x="621" y="694"/>
                    <a:pt x="621" y="694"/>
                  </a:cubicBezTo>
                  <a:cubicBezTo>
                    <a:pt x="621" y="695"/>
                    <a:pt x="620" y="695"/>
                    <a:pt x="620" y="695"/>
                  </a:cubicBezTo>
                  <a:lnTo>
                    <a:pt x="606" y="7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1" name="Freeform 496"/>
            <p:cNvSpPr>
              <a:spLocks/>
            </p:cNvSpPr>
            <p:nvPr/>
          </p:nvSpPr>
          <p:spPr bwMode="auto">
            <a:xfrm flipV="1">
              <a:off x="2986089" y="7318373"/>
              <a:ext cx="2389187" cy="2706688"/>
            </a:xfrm>
            <a:custGeom>
              <a:avLst/>
              <a:gdLst>
                <a:gd name="T0" fmla="*/ 552 w 637"/>
                <a:gd name="T1" fmla="*/ 721 h 721"/>
                <a:gd name="T2" fmla="*/ 552 w 637"/>
                <a:gd name="T3" fmla="*/ 716 h 721"/>
                <a:gd name="T4" fmla="*/ 593 w 637"/>
                <a:gd name="T5" fmla="*/ 716 h 721"/>
                <a:gd name="T6" fmla="*/ 632 w 637"/>
                <a:gd name="T7" fmla="*/ 677 h 721"/>
                <a:gd name="T8" fmla="*/ 632 w 637"/>
                <a:gd name="T9" fmla="*/ 635 h 721"/>
                <a:gd name="T10" fmla="*/ 279 w 637"/>
                <a:gd name="T11" fmla="*/ 283 h 721"/>
                <a:gd name="T12" fmla="*/ 219 w 637"/>
                <a:gd name="T13" fmla="*/ 283 h 721"/>
                <a:gd name="T14" fmla="*/ 217 w 637"/>
                <a:gd name="T15" fmla="*/ 282 h 721"/>
                <a:gd name="T16" fmla="*/ 1 w 637"/>
                <a:gd name="T17" fmla="*/ 66 h 721"/>
                <a:gd name="T18" fmla="*/ 0 w 637"/>
                <a:gd name="T19" fmla="*/ 64 h 721"/>
                <a:gd name="T20" fmla="*/ 0 w 637"/>
                <a:gd name="T21" fmla="*/ 20 h 721"/>
                <a:gd name="T22" fmla="*/ 1 w 637"/>
                <a:gd name="T23" fmla="*/ 18 h 721"/>
                <a:gd name="T24" fmla="*/ 19 w 637"/>
                <a:gd name="T25" fmla="*/ 0 h 721"/>
                <a:gd name="T26" fmla="*/ 23 w 637"/>
                <a:gd name="T27" fmla="*/ 3 h 721"/>
                <a:gd name="T28" fmla="*/ 5 w 637"/>
                <a:gd name="T29" fmla="*/ 21 h 721"/>
                <a:gd name="T30" fmla="*/ 5 w 637"/>
                <a:gd name="T31" fmla="*/ 63 h 721"/>
                <a:gd name="T32" fmla="*/ 220 w 637"/>
                <a:gd name="T33" fmla="*/ 277 h 721"/>
                <a:gd name="T34" fmla="*/ 280 w 637"/>
                <a:gd name="T35" fmla="*/ 277 h 721"/>
                <a:gd name="T36" fmla="*/ 282 w 637"/>
                <a:gd name="T37" fmla="*/ 278 h 721"/>
                <a:gd name="T38" fmla="*/ 636 w 637"/>
                <a:gd name="T39" fmla="*/ 633 h 721"/>
                <a:gd name="T40" fmla="*/ 637 w 637"/>
                <a:gd name="T41" fmla="*/ 634 h 721"/>
                <a:gd name="T42" fmla="*/ 637 w 637"/>
                <a:gd name="T43" fmla="*/ 678 h 721"/>
                <a:gd name="T44" fmla="*/ 636 w 637"/>
                <a:gd name="T45" fmla="*/ 680 h 721"/>
                <a:gd name="T46" fmla="*/ 596 w 637"/>
                <a:gd name="T47" fmla="*/ 720 h 721"/>
                <a:gd name="T48" fmla="*/ 594 w 637"/>
                <a:gd name="T49" fmla="*/ 721 h 721"/>
                <a:gd name="T50" fmla="*/ 552 w 637"/>
                <a:gd name="T51" fmla="*/ 72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7" h="721">
                  <a:moveTo>
                    <a:pt x="552" y="721"/>
                  </a:moveTo>
                  <a:cubicBezTo>
                    <a:pt x="552" y="716"/>
                    <a:pt x="552" y="716"/>
                    <a:pt x="552" y="716"/>
                  </a:cubicBezTo>
                  <a:cubicBezTo>
                    <a:pt x="593" y="716"/>
                    <a:pt x="593" y="716"/>
                    <a:pt x="593" y="716"/>
                  </a:cubicBezTo>
                  <a:cubicBezTo>
                    <a:pt x="632" y="677"/>
                    <a:pt x="632" y="677"/>
                    <a:pt x="632" y="677"/>
                  </a:cubicBezTo>
                  <a:cubicBezTo>
                    <a:pt x="632" y="635"/>
                    <a:pt x="632" y="635"/>
                    <a:pt x="632" y="635"/>
                  </a:cubicBezTo>
                  <a:cubicBezTo>
                    <a:pt x="279" y="283"/>
                    <a:pt x="279" y="283"/>
                    <a:pt x="279" y="283"/>
                  </a:cubicBezTo>
                  <a:cubicBezTo>
                    <a:pt x="219" y="283"/>
                    <a:pt x="219" y="283"/>
                    <a:pt x="219" y="283"/>
                  </a:cubicBezTo>
                  <a:cubicBezTo>
                    <a:pt x="218" y="283"/>
                    <a:pt x="218" y="282"/>
                    <a:pt x="217" y="282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0" y="65"/>
                    <a:pt x="0" y="6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9"/>
                    <a:pt x="1" y="18"/>
                    <a:pt x="1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220" y="277"/>
                    <a:pt x="220" y="277"/>
                    <a:pt x="220" y="277"/>
                  </a:cubicBezTo>
                  <a:cubicBezTo>
                    <a:pt x="280" y="277"/>
                    <a:pt x="280" y="277"/>
                    <a:pt x="280" y="277"/>
                  </a:cubicBezTo>
                  <a:cubicBezTo>
                    <a:pt x="281" y="277"/>
                    <a:pt x="282" y="278"/>
                    <a:pt x="282" y="278"/>
                  </a:cubicBezTo>
                  <a:cubicBezTo>
                    <a:pt x="636" y="633"/>
                    <a:pt x="636" y="633"/>
                    <a:pt x="636" y="633"/>
                  </a:cubicBezTo>
                  <a:cubicBezTo>
                    <a:pt x="637" y="633"/>
                    <a:pt x="637" y="634"/>
                    <a:pt x="637" y="634"/>
                  </a:cubicBezTo>
                  <a:cubicBezTo>
                    <a:pt x="637" y="678"/>
                    <a:pt x="637" y="678"/>
                    <a:pt x="637" y="678"/>
                  </a:cubicBezTo>
                  <a:cubicBezTo>
                    <a:pt x="637" y="679"/>
                    <a:pt x="637" y="680"/>
                    <a:pt x="636" y="680"/>
                  </a:cubicBezTo>
                  <a:cubicBezTo>
                    <a:pt x="596" y="720"/>
                    <a:pt x="596" y="720"/>
                    <a:pt x="596" y="720"/>
                  </a:cubicBezTo>
                  <a:cubicBezTo>
                    <a:pt x="596" y="721"/>
                    <a:pt x="595" y="721"/>
                    <a:pt x="594" y="721"/>
                  </a:cubicBezTo>
                  <a:lnTo>
                    <a:pt x="552" y="72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2" name="Freeform 497"/>
            <p:cNvSpPr>
              <a:spLocks/>
            </p:cNvSpPr>
            <p:nvPr/>
          </p:nvSpPr>
          <p:spPr bwMode="auto">
            <a:xfrm flipV="1">
              <a:off x="3776664" y="7004048"/>
              <a:ext cx="1512887" cy="1871663"/>
            </a:xfrm>
            <a:custGeom>
              <a:avLst/>
              <a:gdLst>
                <a:gd name="T0" fmla="*/ 333 w 403"/>
                <a:gd name="T1" fmla="*/ 499 h 499"/>
                <a:gd name="T2" fmla="*/ 328 w 403"/>
                <a:gd name="T3" fmla="*/ 499 h 499"/>
                <a:gd name="T4" fmla="*/ 328 w 403"/>
                <a:gd name="T5" fmla="*/ 468 h 499"/>
                <a:gd name="T6" fmla="*/ 300 w 403"/>
                <a:gd name="T7" fmla="*/ 440 h 499"/>
                <a:gd name="T8" fmla="*/ 299 w 403"/>
                <a:gd name="T9" fmla="*/ 438 h 499"/>
                <a:gd name="T10" fmla="*/ 299 w 403"/>
                <a:gd name="T11" fmla="*/ 398 h 499"/>
                <a:gd name="T12" fmla="*/ 300 w 403"/>
                <a:gd name="T13" fmla="*/ 396 h 499"/>
                <a:gd name="T14" fmla="*/ 322 w 403"/>
                <a:gd name="T15" fmla="*/ 374 h 499"/>
                <a:gd name="T16" fmla="*/ 323 w 403"/>
                <a:gd name="T17" fmla="*/ 374 h 499"/>
                <a:gd name="T18" fmla="*/ 374 w 403"/>
                <a:gd name="T19" fmla="*/ 374 h 499"/>
                <a:gd name="T20" fmla="*/ 398 w 403"/>
                <a:gd name="T21" fmla="*/ 349 h 499"/>
                <a:gd name="T22" fmla="*/ 398 w 403"/>
                <a:gd name="T23" fmla="*/ 340 h 499"/>
                <a:gd name="T24" fmla="*/ 63 w 403"/>
                <a:gd name="T25" fmla="*/ 5 h 499"/>
                <a:gd name="T26" fmla="*/ 0 w 403"/>
                <a:gd name="T27" fmla="*/ 5 h 499"/>
                <a:gd name="T28" fmla="*/ 0 w 403"/>
                <a:gd name="T29" fmla="*/ 0 h 499"/>
                <a:gd name="T30" fmla="*/ 64 w 403"/>
                <a:gd name="T31" fmla="*/ 0 h 499"/>
                <a:gd name="T32" fmla="*/ 66 w 403"/>
                <a:gd name="T33" fmla="*/ 0 h 499"/>
                <a:gd name="T34" fmla="*/ 403 w 403"/>
                <a:gd name="T35" fmla="*/ 337 h 499"/>
                <a:gd name="T36" fmla="*/ 403 w 403"/>
                <a:gd name="T37" fmla="*/ 339 h 499"/>
                <a:gd name="T38" fmla="*/ 403 w 403"/>
                <a:gd name="T39" fmla="*/ 350 h 499"/>
                <a:gd name="T40" fmla="*/ 403 w 403"/>
                <a:gd name="T41" fmla="*/ 352 h 499"/>
                <a:gd name="T42" fmla="*/ 377 w 403"/>
                <a:gd name="T43" fmla="*/ 378 h 499"/>
                <a:gd name="T44" fmla="*/ 375 w 403"/>
                <a:gd name="T45" fmla="*/ 379 h 499"/>
                <a:gd name="T46" fmla="*/ 325 w 403"/>
                <a:gd name="T47" fmla="*/ 379 h 499"/>
                <a:gd name="T48" fmla="*/ 304 w 403"/>
                <a:gd name="T49" fmla="*/ 399 h 499"/>
                <a:gd name="T50" fmla="*/ 304 w 403"/>
                <a:gd name="T51" fmla="*/ 437 h 499"/>
                <a:gd name="T52" fmla="*/ 332 w 403"/>
                <a:gd name="T53" fmla="*/ 465 h 499"/>
                <a:gd name="T54" fmla="*/ 333 w 403"/>
                <a:gd name="T55" fmla="*/ 467 h 499"/>
                <a:gd name="T56" fmla="*/ 333 w 403"/>
                <a:gd name="T57" fmla="*/ 49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3" h="499">
                  <a:moveTo>
                    <a:pt x="333" y="499"/>
                  </a:moveTo>
                  <a:cubicBezTo>
                    <a:pt x="328" y="499"/>
                    <a:pt x="328" y="499"/>
                    <a:pt x="328" y="499"/>
                  </a:cubicBezTo>
                  <a:cubicBezTo>
                    <a:pt x="328" y="468"/>
                    <a:pt x="328" y="468"/>
                    <a:pt x="328" y="468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9" y="439"/>
                    <a:pt x="299" y="438"/>
                    <a:pt x="299" y="438"/>
                  </a:cubicBezTo>
                  <a:cubicBezTo>
                    <a:pt x="299" y="398"/>
                    <a:pt x="299" y="398"/>
                    <a:pt x="299" y="398"/>
                  </a:cubicBezTo>
                  <a:cubicBezTo>
                    <a:pt x="299" y="397"/>
                    <a:pt x="299" y="397"/>
                    <a:pt x="300" y="396"/>
                  </a:cubicBezTo>
                  <a:cubicBezTo>
                    <a:pt x="322" y="374"/>
                    <a:pt x="322" y="374"/>
                    <a:pt x="322" y="374"/>
                  </a:cubicBezTo>
                  <a:cubicBezTo>
                    <a:pt x="322" y="374"/>
                    <a:pt x="323" y="374"/>
                    <a:pt x="323" y="374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98" y="349"/>
                    <a:pt x="398" y="349"/>
                    <a:pt x="398" y="349"/>
                  </a:cubicBezTo>
                  <a:cubicBezTo>
                    <a:pt x="398" y="340"/>
                    <a:pt x="398" y="340"/>
                    <a:pt x="398" y="340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5" y="0"/>
                    <a:pt x="66" y="0"/>
                    <a:pt x="66" y="0"/>
                  </a:cubicBezTo>
                  <a:cubicBezTo>
                    <a:pt x="403" y="337"/>
                    <a:pt x="403" y="337"/>
                    <a:pt x="403" y="337"/>
                  </a:cubicBezTo>
                  <a:cubicBezTo>
                    <a:pt x="403" y="337"/>
                    <a:pt x="403" y="338"/>
                    <a:pt x="403" y="339"/>
                  </a:cubicBezTo>
                  <a:cubicBezTo>
                    <a:pt x="403" y="350"/>
                    <a:pt x="403" y="350"/>
                    <a:pt x="403" y="350"/>
                  </a:cubicBezTo>
                  <a:cubicBezTo>
                    <a:pt x="403" y="351"/>
                    <a:pt x="403" y="351"/>
                    <a:pt x="403" y="352"/>
                  </a:cubicBezTo>
                  <a:cubicBezTo>
                    <a:pt x="377" y="378"/>
                    <a:pt x="377" y="378"/>
                    <a:pt x="377" y="378"/>
                  </a:cubicBezTo>
                  <a:cubicBezTo>
                    <a:pt x="376" y="378"/>
                    <a:pt x="375" y="379"/>
                    <a:pt x="375" y="379"/>
                  </a:cubicBezTo>
                  <a:cubicBezTo>
                    <a:pt x="325" y="379"/>
                    <a:pt x="325" y="379"/>
                    <a:pt x="325" y="379"/>
                  </a:cubicBezTo>
                  <a:cubicBezTo>
                    <a:pt x="304" y="399"/>
                    <a:pt x="304" y="399"/>
                    <a:pt x="304" y="399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32" y="465"/>
                    <a:pt x="332" y="465"/>
                    <a:pt x="332" y="465"/>
                  </a:cubicBezTo>
                  <a:cubicBezTo>
                    <a:pt x="333" y="465"/>
                    <a:pt x="333" y="466"/>
                    <a:pt x="333" y="467"/>
                  </a:cubicBezTo>
                  <a:lnTo>
                    <a:pt x="333" y="49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3" name="Freeform 498"/>
            <p:cNvSpPr>
              <a:spLocks/>
            </p:cNvSpPr>
            <p:nvPr/>
          </p:nvSpPr>
          <p:spPr bwMode="auto">
            <a:xfrm flipV="1">
              <a:off x="3228977" y="6650036"/>
              <a:ext cx="3013075" cy="3941763"/>
            </a:xfrm>
            <a:custGeom>
              <a:avLst/>
              <a:gdLst>
                <a:gd name="T0" fmla="*/ 564 w 803"/>
                <a:gd name="T1" fmla="*/ 1050 h 1050"/>
                <a:gd name="T2" fmla="*/ 564 w 803"/>
                <a:gd name="T3" fmla="*/ 1017 h 1050"/>
                <a:gd name="T4" fmla="*/ 566 w 803"/>
                <a:gd name="T5" fmla="*/ 1013 h 1050"/>
                <a:gd name="T6" fmla="*/ 660 w 803"/>
                <a:gd name="T7" fmla="*/ 920 h 1050"/>
                <a:gd name="T8" fmla="*/ 663 w 803"/>
                <a:gd name="T9" fmla="*/ 918 h 1050"/>
                <a:gd name="T10" fmla="*/ 663 w 803"/>
                <a:gd name="T11" fmla="*/ 918 h 1050"/>
                <a:gd name="T12" fmla="*/ 706 w 803"/>
                <a:gd name="T13" fmla="*/ 918 h 1050"/>
                <a:gd name="T14" fmla="*/ 793 w 803"/>
                <a:gd name="T15" fmla="*/ 832 h 1050"/>
                <a:gd name="T16" fmla="*/ 793 w 803"/>
                <a:gd name="T17" fmla="*/ 800 h 1050"/>
                <a:gd name="T18" fmla="*/ 0 w 803"/>
                <a:gd name="T19" fmla="*/ 7 h 1050"/>
                <a:gd name="T20" fmla="*/ 7 w 803"/>
                <a:gd name="T21" fmla="*/ 0 h 1050"/>
                <a:gd name="T22" fmla="*/ 802 w 803"/>
                <a:gd name="T23" fmla="*/ 794 h 1050"/>
                <a:gd name="T24" fmla="*/ 803 w 803"/>
                <a:gd name="T25" fmla="*/ 797 h 1050"/>
                <a:gd name="T26" fmla="*/ 803 w 803"/>
                <a:gd name="T27" fmla="*/ 834 h 1050"/>
                <a:gd name="T28" fmla="*/ 802 w 803"/>
                <a:gd name="T29" fmla="*/ 837 h 1050"/>
                <a:gd name="T30" fmla="*/ 712 w 803"/>
                <a:gd name="T31" fmla="*/ 927 h 1050"/>
                <a:gd name="T32" fmla="*/ 708 w 803"/>
                <a:gd name="T33" fmla="*/ 929 h 1050"/>
                <a:gd name="T34" fmla="*/ 708 w 803"/>
                <a:gd name="T35" fmla="*/ 929 h 1050"/>
                <a:gd name="T36" fmla="*/ 665 w 803"/>
                <a:gd name="T37" fmla="*/ 928 h 1050"/>
                <a:gd name="T38" fmla="*/ 575 w 803"/>
                <a:gd name="T39" fmla="*/ 1019 h 1050"/>
                <a:gd name="T40" fmla="*/ 575 w 803"/>
                <a:gd name="T41" fmla="*/ 1050 h 1050"/>
                <a:gd name="T42" fmla="*/ 564 w 803"/>
                <a:gd name="T43" fmla="*/ 105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3" h="1050">
                  <a:moveTo>
                    <a:pt x="564" y="1050"/>
                  </a:moveTo>
                  <a:cubicBezTo>
                    <a:pt x="564" y="1017"/>
                    <a:pt x="564" y="1017"/>
                    <a:pt x="564" y="1017"/>
                  </a:cubicBezTo>
                  <a:cubicBezTo>
                    <a:pt x="564" y="1016"/>
                    <a:pt x="565" y="1014"/>
                    <a:pt x="566" y="1013"/>
                  </a:cubicBezTo>
                  <a:cubicBezTo>
                    <a:pt x="660" y="920"/>
                    <a:pt x="660" y="920"/>
                    <a:pt x="660" y="920"/>
                  </a:cubicBezTo>
                  <a:cubicBezTo>
                    <a:pt x="661" y="919"/>
                    <a:pt x="662" y="918"/>
                    <a:pt x="663" y="918"/>
                  </a:cubicBezTo>
                  <a:cubicBezTo>
                    <a:pt x="663" y="918"/>
                    <a:pt x="663" y="918"/>
                    <a:pt x="663" y="918"/>
                  </a:cubicBezTo>
                  <a:cubicBezTo>
                    <a:pt x="706" y="918"/>
                    <a:pt x="706" y="918"/>
                    <a:pt x="706" y="918"/>
                  </a:cubicBezTo>
                  <a:cubicBezTo>
                    <a:pt x="793" y="832"/>
                    <a:pt x="793" y="832"/>
                    <a:pt x="793" y="832"/>
                  </a:cubicBezTo>
                  <a:cubicBezTo>
                    <a:pt x="793" y="800"/>
                    <a:pt x="793" y="800"/>
                    <a:pt x="793" y="80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02" y="794"/>
                    <a:pt x="802" y="794"/>
                    <a:pt x="802" y="794"/>
                  </a:cubicBezTo>
                  <a:cubicBezTo>
                    <a:pt x="803" y="795"/>
                    <a:pt x="803" y="796"/>
                    <a:pt x="803" y="797"/>
                  </a:cubicBezTo>
                  <a:cubicBezTo>
                    <a:pt x="803" y="834"/>
                    <a:pt x="803" y="834"/>
                    <a:pt x="803" y="834"/>
                  </a:cubicBezTo>
                  <a:cubicBezTo>
                    <a:pt x="803" y="835"/>
                    <a:pt x="803" y="836"/>
                    <a:pt x="802" y="837"/>
                  </a:cubicBezTo>
                  <a:cubicBezTo>
                    <a:pt x="712" y="927"/>
                    <a:pt x="712" y="927"/>
                    <a:pt x="712" y="927"/>
                  </a:cubicBezTo>
                  <a:cubicBezTo>
                    <a:pt x="711" y="928"/>
                    <a:pt x="710" y="929"/>
                    <a:pt x="708" y="929"/>
                  </a:cubicBezTo>
                  <a:cubicBezTo>
                    <a:pt x="708" y="929"/>
                    <a:pt x="708" y="929"/>
                    <a:pt x="708" y="929"/>
                  </a:cubicBezTo>
                  <a:cubicBezTo>
                    <a:pt x="665" y="928"/>
                    <a:pt x="665" y="928"/>
                    <a:pt x="665" y="928"/>
                  </a:cubicBezTo>
                  <a:cubicBezTo>
                    <a:pt x="575" y="1019"/>
                    <a:pt x="575" y="1019"/>
                    <a:pt x="575" y="1019"/>
                  </a:cubicBezTo>
                  <a:cubicBezTo>
                    <a:pt x="575" y="1050"/>
                    <a:pt x="575" y="1050"/>
                    <a:pt x="575" y="1050"/>
                  </a:cubicBezTo>
                  <a:lnTo>
                    <a:pt x="564" y="1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4" name="Freeform 499"/>
            <p:cNvSpPr>
              <a:spLocks noEditPoints="1"/>
            </p:cNvSpPr>
            <p:nvPr/>
          </p:nvSpPr>
          <p:spPr bwMode="auto">
            <a:xfrm flipV="1">
              <a:off x="4595814" y="65611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0 w 24"/>
                <a:gd name="T23" fmla="*/ 21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5" name="Freeform 500"/>
            <p:cNvSpPr>
              <a:spLocks noEditPoints="1"/>
            </p:cNvSpPr>
            <p:nvPr/>
          </p:nvSpPr>
          <p:spPr bwMode="auto">
            <a:xfrm flipV="1">
              <a:off x="2309814" y="9299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6" name="Freeform 501"/>
            <p:cNvSpPr>
              <a:spLocks noEditPoints="1"/>
            </p:cNvSpPr>
            <p:nvPr/>
          </p:nvSpPr>
          <p:spPr bwMode="auto">
            <a:xfrm flipV="1">
              <a:off x="4854577" y="670718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4 w 24"/>
                <a:gd name="T17" fmla="*/ 20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7" name="Freeform 502"/>
            <p:cNvSpPr>
              <a:spLocks noEditPoints="1"/>
            </p:cNvSpPr>
            <p:nvPr/>
          </p:nvSpPr>
          <p:spPr bwMode="auto">
            <a:xfrm flipV="1">
              <a:off x="4572002" y="73151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8" name="Freeform 503"/>
            <p:cNvSpPr>
              <a:spLocks noEditPoints="1"/>
            </p:cNvSpPr>
            <p:nvPr/>
          </p:nvSpPr>
          <p:spPr bwMode="auto">
            <a:xfrm flipV="1">
              <a:off x="2816227" y="92281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1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9" name="Freeform 504"/>
            <p:cNvSpPr>
              <a:spLocks noEditPoints="1"/>
            </p:cNvSpPr>
            <p:nvPr/>
          </p:nvSpPr>
          <p:spPr bwMode="auto">
            <a:xfrm flipV="1">
              <a:off x="4775202" y="707866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0" name="Freeform 505"/>
            <p:cNvSpPr>
              <a:spLocks noEditPoints="1"/>
            </p:cNvSpPr>
            <p:nvPr/>
          </p:nvSpPr>
          <p:spPr bwMode="auto">
            <a:xfrm flipV="1">
              <a:off x="4411664" y="63833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1" name="Freeform 506"/>
            <p:cNvSpPr>
              <a:spLocks noEditPoints="1"/>
            </p:cNvSpPr>
            <p:nvPr/>
          </p:nvSpPr>
          <p:spPr bwMode="auto">
            <a:xfrm flipV="1">
              <a:off x="4227514" y="619601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2" name="Freeform 507"/>
            <p:cNvSpPr>
              <a:spLocks noEditPoints="1"/>
            </p:cNvSpPr>
            <p:nvPr/>
          </p:nvSpPr>
          <p:spPr bwMode="auto">
            <a:xfrm flipV="1">
              <a:off x="2336802" y="91043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3" name="Freeform 508"/>
            <p:cNvSpPr>
              <a:spLocks noEditPoints="1"/>
            </p:cNvSpPr>
            <p:nvPr/>
          </p:nvSpPr>
          <p:spPr bwMode="auto">
            <a:xfrm flipV="1">
              <a:off x="4213227" y="65262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4" name="Freeform 509"/>
            <p:cNvSpPr>
              <a:spLocks noEditPoints="1"/>
            </p:cNvSpPr>
            <p:nvPr/>
          </p:nvSpPr>
          <p:spPr bwMode="auto">
            <a:xfrm flipV="1">
              <a:off x="3889377" y="65611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4 w 24"/>
                <a:gd name="T21" fmla="*/ 4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5" name="Freeform 510"/>
            <p:cNvSpPr>
              <a:spLocks noEditPoints="1"/>
            </p:cNvSpPr>
            <p:nvPr/>
          </p:nvSpPr>
          <p:spPr bwMode="auto">
            <a:xfrm flipV="1">
              <a:off x="4065589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5" y="16"/>
                    <a:pt x="5" y="12"/>
                  </a:cubicBezTo>
                  <a:cubicBezTo>
                    <a:pt x="5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6" name="Freeform 511"/>
            <p:cNvSpPr>
              <a:spLocks noEditPoints="1"/>
            </p:cNvSpPr>
            <p:nvPr/>
          </p:nvSpPr>
          <p:spPr bwMode="auto">
            <a:xfrm flipV="1">
              <a:off x="3724277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1 w 24"/>
                <a:gd name="T19" fmla="*/ 21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7" name="Freeform 512"/>
            <p:cNvSpPr>
              <a:spLocks noEditPoints="1"/>
            </p:cNvSpPr>
            <p:nvPr/>
          </p:nvSpPr>
          <p:spPr bwMode="auto">
            <a:xfrm flipV="1">
              <a:off x="2767014" y="7593011"/>
              <a:ext cx="90487" cy="88900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6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8" name="Freeform 513"/>
            <p:cNvSpPr>
              <a:spLocks noEditPoints="1"/>
            </p:cNvSpPr>
            <p:nvPr/>
          </p:nvSpPr>
          <p:spPr bwMode="auto">
            <a:xfrm flipV="1">
              <a:off x="2928939" y="75326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9" y="18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9" name="Freeform 514"/>
            <p:cNvSpPr>
              <a:spLocks noEditPoints="1"/>
            </p:cNvSpPr>
            <p:nvPr/>
          </p:nvSpPr>
          <p:spPr bwMode="auto">
            <a:xfrm flipV="1">
              <a:off x="2876552" y="76977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3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0" name="Freeform 515"/>
            <p:cNvSpPr>
              <a:spLocks noEditPoints="1"/>
            </p:cNvSpPr>
            <p:nvPr/>
          </p:nvSpPr>
          <p:spPr bwMode="auto">
            <a:xfrm flipV="1">
              <a:off x="3698877" y="63690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1" name="Freeform 516"/>
            <p:cNvSpPr>
              <a:spLocks noEditPoints="1"/>
            </p:cNvSpPr>
            <p:nvPr/>
          </p:nvSpPr>
          <p:spPr bwMode="auto">
            <a:xfrm flipV="1">
              <a:off x="3836989" y="58133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12 w 24"/>
                <a:gd name="T13" fmla="*/ 19 h 24"/>
                <a:gd name="T14" fmla="*/ 5 w 24"/>
                <a:gd name="T15" fmla="*/ 12 h 24"/>
                <a:gd name="T16" fmla="*/ 12 w 24"/>
                <a:gd name="T17" fmla="*/ 5 h 24"/>
                <a:gd name="T18" fmla="*/ 12 w 24"/>
                <a:gd name="T19" fmla="*/ 0 h 24"/>
                <a:gd name="T20" fmla="*/ 12 w 24"/>
                <a:gd name="T21" fmla="*/ 0 h 24"/>
                <a:gd name="T22" fmla="*/ 12 w 24"/>
                <a:gd name="T23" fmla="*/ 0 h 24"/>
                <a:gd name="T24" fmla="*/ 4 w 24"/>
                <a:gd name="T25" fmla="*/ 4 h 24"/>
                <a:gd name="T26" fmla="*/ 0 w 24"/>
                <a:gd name="T27" fmla="*/ 12 h 24"/>
                <a:gd name="T28" fmla="*/ 12 w 24"/>
                <a:gd name="T29" fmla="*/ 24 h 24"/>
                <a:gd name="T30" fmla="*/ 24 w 24"/>
                <a:gd name="T31" fmla="*/ 12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2" name="Freeform 517"/>
            <p:cNvSpPr>
              <a:spLocks noEditPoints="1"/>
            </p:cNvSpPr>
            <p:nvPr/>
          </p:nvSpPr>
          <p:spPr bwMode="auto">
            <a:xfrm flipV="1">
              <a:off x="3671889" y="5629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4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3" name="Freeform 518"/>
            <p:cNvSpPr>
              <a:spLocks noEditPoints="1"/>
            </p:cNvSpPr>
            <p:nvPr/>
          </p:nvSpPr>
          <p:spPr bwMode="auto">
            <a:xfrm flipV="1">
              <a:off x="3492502" y="5445122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21 w 24"/>
                <a:gd name="T23" fmla="*/ 3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 w="317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4" name="Freeform 519"/>
            <p:cNvSpPr>
              <a:spLocks noEditPoints="1"/>
            </p:cNvSpPr>
            <p:nvPr/>
          </p:nvSpPr>
          <p:spPr bwMode="auto">
            <a:xfrm flipV="1">
              <a:off x="3308352" y="52625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5" name="Freeform 520"/>
            <p:cNvSpPr>
              <a:spLocks noEditPoints="1"/>
            </p:cNvSpPr>
            <p:nvPr/>
          </p:nvSpPr>
          <p:spPr bwMode="auto">
            <a:xfrm flipV="1">
              <a:off x="3138489" y="54451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6" name="Freeform 521"/>
            <p:cNvSpPr>
              <a:spLocks noEditPoints="1"/>
            </p:cNvSpPr>
            <p:nvPr/>
          </p:nvSpPr>
          <p:spPr bwMode="auto">
            <a:xfrm flipV="1">
              <a:off x="3090864" y="5788024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7" name="Freeform 522"/>
            <p:cNvSpPr>
              <a:spLocks noEditPoints="1"/>
            </p:cNvSpPr>
            <p:nvPr/>
          </p:nvSpPr>
          <p:spPr bwMode="auto">
            <a:xfrm flipV="1">
              <a:off x="3275014" y="5970586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9" y="19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8" name="Freeform 523"/>
            <p:cNvSpPr>
              <a:spLocks noEditPoints="1"/>
            </p:cNvSpPr>
            <p:nvPr/>
          </p:nvSpPr>
          <p:spPr bwMode="auto">
            <a:xfrm flipV="1">
              <a:off x="4024314" y="59896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9" name="Freeform 524"/>
            <p:cNvSpPr>
              <a:spLocks noEditPoints="1"/>
            </p:cNvSpPr>
            <p:nvPr/>
          </p:nvSpPr>
          <p:spPr bwMode="auto">
            <a:xfrm flipV="1">
              <a:off x="2928939" y="5637211"/>
              <a:ext cx="93662" cy="90488"/>
            </a:xfrm>
            <a:custGeom>
              <a:avLst/>
              <a:gdLst>
                <a:gd name="T0" fmla="*/ 12 w 25"/>
                <a:gd name="T1" fmla="*/ 6 h 24"/>
                <a:gd name="T2" fmla="*/ 19 w 25"/>
                <a:gd name="T3" fmla="*/ 12 h 24"/>
                <a:gd name="T4" fmla="*/ 12 w 25"/>
                <a:gd name="T5" fmla="*/ 19 h 24"/>
                <a:gd name="T6" fmla="*/ 6 w 25"/>
                <a:gd name="T7" fmla="*/ 12 h 24"/>
                <a:gd name="T8" fmla="*/ 12 w 25"/>
                <a:gd name="T9" fmla="*/ 6 h 24"/>
                <a:gd name="T10" fmla="*/ 12 w 25"/>
                <a:gd name="T11" fmla="*/ 0 h 24"/>
                <a:gd name="T12" fmla="*/ 12 w 25"/>
                <a:gd name="T13" fmla="*/ 0 h 24"/>
                <a:gd name="T14" fmla="*/ 4 w 25"/>
                <a:gd name="T15" fmla="*/ 4 h 24"/>
                <a:gd name="T16" fmla="*/ 0 w 25"/>
                <a:gd name="T17" fmla="*/ 12 h 24"/>
                <a:gd name="T18" fmla="*/ 12 w 25"/>
                <a:gd name="T19" fmla="*/ 24 h 24"/>
                <a:gd name="T20" fmla="*/ 21 w 25"/>
                <a:gd name="T21" fmla="*/ 21 h 24"/>
                <a:gd name="T22" fmla="*/ 24 w 25"/>
                <a:gd name="T23" fmla="*/ 12 h 24"/>
                <a:gd name="T24" fmla="*/ 12 w 25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9"/>
                    <a:pt x="25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0" name="Freeform 525"/>
            <p:cNvSpPr>
              <a:spLocks noEditPoints="1"/>
            </p:cNvSpPr>
            <p:nvPr/>
          </p:nvSpPr>
          <p:spPr bwMode="auto">
            <a:xfrm flipV="1">
              <a:off x="2538414" y="600551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0 w 24"/>
                <a:gd name="T29" fmla="*/ 21 h 24"/>
                <a:gd name="T30" fmla="*/ 24 w 24"/>
                <a:gd name="T31" fmla="*/ 12 h 24"/>
                <a:gd name="T32" fmla="*/ 20 w 24"/>
                <a:gd name="T33" fmla="*/ 4 h 24"/>
                <a:gd name="T34" fmla="*/ 12 w 24"/>
                <a:gd name="T3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9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1" name="Freeform 526"/>
            <p:cNvSpPr>
              <a:spLocks noEditPoints="1"/>
            </p:cNvSpPr>
            <p:nvPr/>
          </p:nvSpPr>
          <p:spPr bwMode="auto">
            <a:xfrm flipV="1">
              <a:off x="1773239" y="66389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2" name="Freeform 527"/>
            <p:cNvSpPr>
              <a:spLocks noEditPoints="1"/>
            </p:cNvSpPr>
            <p:nvPr/>
          </p:nvSpPr>
          <p:spPr bwMode="auto">
            <a:xfrm flipV="1">
              <a:off x="1825627" y="70072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3 w 24"/>
                <a:gd name="T15" fmla="*/ 3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0 w 24"/>
                <a:gd name="T23" fmla="*/ 20 h 24"/>
                <a:gd name="T24" fmla="*/ 24 w 24"/>
                <a:gd name="T25" fmla="*/ 12 h 24"/>
                <a:gd name="T26" fmla="*/ 20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3" name="Freeform 528"/>
            <p:cNvSpPr>
              <a:spLocks noEditPoints="1"/>
            </p:cNvSpPr>
            <p:nvPr/>
          </p:nvSpPr>
          <p:spPr bwMode="auto">
            <a:xfrm flipV="1">
              <a:off x="1663702" y="70516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3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4" name="Oval 529"/>
            <p:cNvSpPr>
              <a:spLocks noChangeArrowheads="1"/>
            </p:cNvSpPr>
            <p:nvPr/>
          </p:nvSpPr>
          <p:spPr bwMode="auto">
            <a:xfrm flipV="1">
              <a:off x="2501902" y="7304086"/>
              <a:ext cx="69850" cy="71438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5" name="Freeform 530"/>
            <p:cNvSpPr>
              <a:spLocks/>
            </p:cNvSpPr>
            <p:nvPr/>
          </p:nvSpPr>
          <p:spPr bwMode="auto">
            <a:xfrm flipV="1">
              <a:off x="681039" y="7100886"/>
              <a:ext cx="990600" cy="927100"/>
            </a:xfrm>
            <a:custGeom>
              <a:avLst/>
              <a:gdLst>
                <a:gd name="T0" fmla="*/ 264 w 264"/>
                <a:gd name="T1" fmla="*/ 247 h 247"/>
                <a:gd name="T2" fmla="*/ 245 w 264"/>
                <a:gd name="T3" fmla="*/ 247 h 247"/>
                <a:gd name="T4" fmla="*/ 244 w 264"/>
                <a:gd name="T5" fmla="*/ 246 h 247"/>
                <a:gd name="T6" fmla="*/ 0 w 264"/>
                <a:gd name="T7" fmla="*/ 3 h 247"/>
                <a:gd name="T8" fmla="*/ 3 w 264"/>
                <a:gd name="T9" fmla="*/ 0 h 247"/>
                <a:gd name="T10" fmla="*/ 246 w 264"/>
                <a:gd name="T11" fmla="*/ 243 h 247"/>
                <a:gd name="T12" fmla="*/ 264 w 264"/>
                <a:gd name="T13" fmla="*/ 243 h 247"/>
                <a:gd name="T14" fmla="*/ 264 w 264"/>
                <a:gd name="T1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47">
                  <a:moveTo>
                    <a:pt x="264" y="247"/>
                  </a:moveTo>
                  <a:cubicBezTo>
                    <a:pt x="245" y="247"/>
                    <a:pt x="245" y="247"/>
                    <a:pt x="245" y="247"/>
                  </a:cubicBezTo>
                  <a:cubicBezTo>
                    <a:pt x="245" y="247"/>
                    <a:pt x="244" y="247"/>
                    <a:pt x="244" y="24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6" y="243"/>
                    <a:pt x="246" y="243"/>
                    <a:pt x="246" y="243"/>
                  </a:cubicBezTo>
                  <a:cubicBezTo>
                    <a:pt x="264" y="243"/>
                    <a:pt x="264" y="243"/>
                    <a:pt x="264" y="243"/>
                  </a:cubicBezTo>
                  <a:lnTo>
                    <a:pt x="264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6" name="Freeform 531"/>
            <p:cNvSpPr>
              <a:spLocks/>
            </p:cNvSpPr>
            <p:nvPr/>
          </p:nvSpPr>
          <p:spPr bwMode="auto">
            <a:xfrm flipV="1">
              <a:off x="760414" y="7092949"/>
              <a:ext cx="1114425" cy="1009650"/>
            </a:xfrm>
            <a:custGeom>
              <a:avLst/>
              <a:gdLst>
                <a:gd name="T0" fmla="*/ 297 w 297"/>
                <a:gd name="T1" fmla="*/ 269 h 269"/>
                <a:gd name="T2" fmla="*/ 294 w 297"/>
                <a:gd name="T3" fmla="*/ 269 h 269"/>
                <a:gd name="T4" fmla="*/ 294 w 297"/>
                <a:gd name="T5" fmla="*/ 253 h 269"/>
                <a:gd name="T6" fmla="*/ 268 w 297"/>
                <a:gd name="T7" fmla="*/ 227 h 269"/>
                <a:gd name="T8" fmla="*/ 226 w 297"/>
                <a:gd name="T9" fmla="*/ 227 h 269"/>
                <a:gd name="T10" fmla="*/ 225 w 297"/>
                <a:gd name="T11" fmla="*/ 226 h 269"/>
                <a:gd name="T12" fmla="*/ 0 w 297"/>
                <a:gd name="T13" fmla="*/ 2 h 269"/>
                <a:gd name="T14" fmla="*/ 3 w 297"/>
                <a:gd name="T15" fmla="*/ 0 h 269"/>
                <a:gd name="T16" fmla="*/ 226 w 297"/>
                <a:gd name="T17" fmla="*/ 223 h 269"/>
                <a:gd name="T18" fmla="*/ 269 w 297"/>
                <a:gd name="T19" fmla="*/ 223 h 269"/>
                <a:gd name="T20" fmla="*/ 270 w 297"/>
                <a:gd name="T21" fmla="*/ 224 h 269"/>
                <a:gd name="T22" fmla="*/ 297 w 297"/>
                <a:gd name="T23" fmla="*/ 251 h 269"/>
                <a:gd name="T24" fmla="*/ 297 w 297"/>
                <a:gd name="T25" fmla="*/ 252 h 269"/>
                <a:gd name="T26" fmla="*/ 297 w 297"/>
                <a:gd name="T2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7" h="269">
                  <a:moveTo>
                    <a:pt x="297" y="269"/>
                  </a:moveTo>
                  <a:cubicBezTo>
                    <a:pt x="294" y="269"/>
                    <a:pt x="294" y="269"/>
                    <a:pt x="294" y="269"/>
                  </a:cubicBezTo>
                  <a:cubicBezTo>
                    <a:pt x="294" y="253"/>
                    <a:pt x="294" y="253"/>
                    <a:pt x="294" y="253"/>
                  </a:cubicBezTo>
                  <a:cubicBezTo>
                    <a:pt x="268" y="227"/>
                    <a:pt x="268" y="227"/>
                    <a:pt x="268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5" y="227"/>
                    <a:pt x="225" y="227"/>
                    <a:pt x="225" y="22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69" y="223"/>
                    <a:pt x="269" y="223"/>
                    <a:pt x="269" y="223"/>
                  </a:cubicBezTo>
                  <a:cubicBezTo>
                    <a:pt x="269" y="223"/>
                    <a:pt x="269" y="224"/>
                    <a:pt x="270" y="224"/>
                  </a:cubicBezTo>
                  <a:cubicBezTo>
                    <a:pt x="297" y="251"/>
                    <a:pt x="297" y="251"/>
                    <a:pt x="297" y="251"/>
                  </a:cubicBezTo>
                  <a:cubicBezTo>
                    <a:pt x="297" y="251"/>
                    <a:pt x="297" y="252"/>
                    <a:pt x="297" y="252"/>
                  </a:cubicBezTo>
                  <a:lnTo>
                    <a:pt x="297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7" name="Freeform 532"/>
            <p:cNvSpPr>
              <a:spLocks/>
            </p:cNvSpPr>
            <p:nvPr/>
          </p:nvSpPr>
          <p:spPr bwMode="auto">
            <a:xfrm flipV="1">
              <a:off x="530227" y="6677024"/>
              <a:ext cx="1250950" cy="1196975"/>
            </a:xfrm>
            <a:custGeom>
              <a:avLst/>
              <a:gdLst>
                <a:gd name="T0" fmla="*/ 317 w 333"/>
                <a:gd name="T1" fmla="*/ 319 h 319"/>
                <a:gd name="T2" fmla="*/ 316 w 333"/>
                <a:gd name="T3" fmla="*/ 318 h 319"/>
                <a:gd name="T4" fmla="*/ 0 w 333"/>
                <a:gd name="T5" fmla="*/ 2 h 319"/>
                <a:gd name="T6" fmla="*/ 2 w 333"/>
                <a:gd name="T7" fmla="*/ 0 h 319"/>
                <a:gd name="T8" fmla="*/ 318 w 333"/>
                <a:gd name="T9" fmla="*/ 315 h 319"/>
                <a:gd name="T10" fmla="*/ 333 w 333"/>
                <a:gd name="T11" fmla="*/ 315 h 319"/>
                <a:gd name="T12" fmla="*/ 333 w 333"/>
                <a:gd name="T13" fmla="*/ 319 h 319"/>
                <a:gd name="T14" fmla="*/ 317 w 333"/>
                <a:gd name="T1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19">
                  <a:moveTo>
                    <a:pt x="317" y="319"/>
                  </a:moveTo>
                  <a:cubicBezTo>
                    <a:pt x="317" y="319"/>
                    <a:pt x="316" y="319"/>
                    <a:pt x="316" y="3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18" y="315"/>
                    <a:pt x="318" y="315"/>
                    <a:pt x="318" y="315"/>
                  </a:cubicBezTo>
                  <a:cubicBezTo>
                    <a:pt x="333" y="315"/>
                    <a:pt x="333" y="315"/>
                    <a:pt x="333" y="315"/>
                  </a:cubicBezTo>
                  <a:cubicBezTo>
                    <a:pt x="333" y="319"/>
                    <a:pt x="333" y="319"/>
                    <a:pt x="333" y="319"/>
                  </a:cubicBezTo>
                  <a:cubicBezTo>
                    <a:pt x="317" y="319"/>
                    <a:pt x="317" y="319"/>
                    <a:pt x="317" y="3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8" name="Freeform 533"/>
            <p:cNvSpPr>
              <a:spLocks/>
            </p:cNvSpPr>
            <p:nvPr/>
          </p:nvSpPr>
          <p:spPr bwMode="auto">
            <a:xfrm flipV="1">
              <a:off x="433389" y="6064249"/>
              <a:ext cx="2135187" cy="1724025"/>
            </a:xfrm>
            <a:custGeom>
              <a:avLst/>
              <a:gdLst>
                <a:gd name="T0" fmla="*/ 564 w 569"/>
                <a:gd name="T1" fmla="*/ 459 h 459"/>
                <a:gd name="T2" fmla="*/ 435 w 569"/>
                <a:gd name="T3" fmla="*/ 330 h 459"/>
                <a:gd name="T4" fmla="*/ 345 w 569"/>
                <a:gd name="T5" fmla="*/ 330 h 459"/>
                <a:gd name="T6" fmla="*/ 343 w 569"/>
                <a:gd name="T7" fmla="*/ 329 h 459"/>
                <a:gd name="T8" fmla="*/ 205 w 569"/>
                <a:gd name="T9" fmla="*/ 191 h 459"/>
                <a:gd name="T10" fmla="*/ 187 w 569"/>
                <a:gd name="T11" fmla="*/ 191 h 459"/>
                <a:gd name="T12" fmla="*/ 185 w 569"/>
                <a:gd name="T13" fmla="*/ 190 h 459"/>
                <a:gd name="T14" fmla="*/ 0 w 569"/>
                <a:gd name="T15" fmla="*/ 5 h 459"/>
                <a:gd name="T16" fmla="*/ 5 w 569"/>
                <a:gd name="T17" fmla="*/ 0 h 459"/>
                <a:gd name="T18" fmla="*/ 189 w 569"/>
                <a:gd name="T19" fmla="*/ 184 h 459"/>
                <a:gd name="T20" fmla="*/ 206 w 569"/>
                <a:gd name="T21" fmla="*/ 184 h 459"/>
                <a:gd name="T22" fmla="*/ 209 w 569"/>
                <a:gd name="T23" fmla="*/ 185 h 459"/>
                <a:gd name="T24" fmla="*/ 347 w 569"/>
                <a:gd name="T25" fmla="*/ 323 h 459"/>
                <a:gd name="T26" fmla="*/ 436 w 569"/>
                <a:gd name="T27" fmla="*/ 323 h 459"/>
                <a:gd name="T28" fmla="*/ 439 w 569"/>
                <a:gd name="T29" fmla="*/ 324 h 459"/>
                <a:gd name="T30" fmla="*/ 569 w 569"/>
                <a:gd name="T31" fmla="*/ 454 h 459"/>
                <a:gd name="T32" fmla="*/ 564 w 569"/>
                <a:gd name="T33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9" h="459">
                  <a:moveTo>
                    <a:pt x="564" y="459"/>
                  </a:moveTo>
                  <a:cubicBezTo>
                    <a:pt x="435" y="330"/>
                    <a:pt x="435" y="330"/>
                    <a:pt x="435" y="330"/>
                  </a:cubicBezTo>
                  <a:cubicBezTo>
                    <a:pt x="345" y="330"/>
                    <a:pt x="345" y="330"/>
                    <a:pt x="345" y="330"/>
                  </a:cubicBezTo>
                  <a:cubicBezTo>
                    <a:pt x="344" y="330"/>
                    <a:pt x="343" y="330"/>
                    <a:pt x="343" y="329"/>
                  </a:cubicBezTo>
                  <a:cubicBezTo>
                    <a:pt x="205" y="191"/>
                    <a:pt x="205" y="191"/>
                    <a:pt x="205" y="191"/>
                  </a:cubicBezTo>
                  <a:cubicBezTo>
                    <a:pt x="187" y="191"/>
                    <a:pt x="187" y="191"/>
                    <a:pt x="187" y="191"/>
                  </a:cubicBezTo>
                  <a:cubicBezTo>
                    <a:pt x="186" y="191"/>
                    <a:pt x="185" y="191"/>
                    <a:pt x="185" y="19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89" y="184"/>
                    <a:pt x="189" y="184"/>
                    <a:pt x="189" y="184"/>
                  </a:cubicBezTo>
                  <a:cubicBezTo>
                    <a:pt x="206" y="184"/>
                    <a:pt x="206" y="184"/>
                    <a:pt x="206" y="184"/>
                  </a:cubicBezTo>
                  <a:cubicBezTo>
                    <a:pt x="207" y="184"/>
                    <a:pt x="208" y="184"/>
                    <a:pt x="209" y="185"/>
                  </a:cubicBezTo>
                  <a:cubicBezTo>
                    <a:pt x="347" y="323"/>
                    <a:pt x="347" y="323"/>
                    <a:pt x="347" y="323"/>
                  </a:cubicBezTo>
                  <a:cubicBezTo>
                    <a:pt x="436" y="323"/>
                    <a:pt x="436" y="323"/>
                    <a:pt x="436" y="323"/>
                  </a:cubicBezTo>
                  <a:cubicBezTo>
                    <a:pt x="437" y="323"/>
                    <a:pt x="438" y="323"/>
                    <a:pt x="439" y="324"/>
                  </a:cubicBezTo>
                  <a:cubicBezTo>
                    <a:pt x="569" y="454"/>
                    <a:pt x="569" y="454"/>
                    <a:pt x="569" y="454"/>
                  </a:cubicBezTo>
                  <a:lnTo>
                    <a:pt x="564" y="45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9" name="Freeform 534"/>
            <p:cNvSpPr>
              <a:spLocks/>
            </p:cNvSpPr>
            <p:nvPr/>
          </p:nvSpPr>
          <p:spPr bwMode="auto">
            <a:xfrm flipV="1">
              <a:off x="361952" y="5667373"/>
              <a:ext cx="2578100" cy="2049463"/>
            </a:xfrm>
            <a:custGeom>
              <a:avLst/>
              <a:gdLst>
                <a:gd name="T0" fmla="*/ 687 w 687"/>
                <a:gd name="T1" fmla="*/ 546 h 546"/>
                <a:gd name="T2" fmla="*/ 678 w 687"/>
                <a:gd name="T3" fmla="*/ 546 h 546"/>
                <a:gd name="T4" fmla="*/ 675 w 687"/>
                <a:gd name="T5" fmla="*/ 545 h 546"/>
                <a:gd name="T6" fmla="*/ 627 w 687"/>
                <a:gd name="T7" fmla="*/ 496 h 546"/>
                <a:gd name="T8" fmla="*/ 600 w 687"/>
                <a:gd name="T9" fmla="*/ 496 h 546"/>
                <a:gd name="T10" fmla="*/ 597 w 687"/>
                <a:gd name="T11" fmla="*/ 495 h 546"/>
                <a:gd name="T12" fmla="*/ 487 w 687"/>
                <a:gd name="T13" fmla="*/ 385 h 546"/>
                <a:gd name="T14" fmla="*/ 402 w 687"/>
                <a:gd name="T15" fmla="*/ 385 h 546"/>
                <a:gd name="T16" fmla="*/ 399 w 687"/>
                <a:gd name="T17" fmla="*/ 384 h 546"/>
                <a:gd name="T18" fmla="*/ 209 w 687"/>
                <a:gd name="T19" fmla="*/ 194 h 546"/>
                <a:gd name="T20" fmla="*/ 190 w 687"/>
                <a:gd name="T21" fmla="*/ 194 h 546"/>
                <a:gd name="T22" fmla="*/ 188 w 687"/>
                <a:gd name="T23" fmla="*/ 193 h 546"/>
                <a:gd name="T24" fmla="*/ 0 w 687"/>
                <a:gd name="T25" fmla="*/ 5 h 546"/>
                <a:gd name="T26" fmla="*/ 5 w 687"/>
                <a:gd name="T27" fmla="*/ 0 h 546"/>
                <a:gd name="T28" fmla="*/ 192 w 687"/>
                <a:gd name="T29" fmla="*/ 187 h 546"/>
                <a:gd name="T30" fmla="*/ 210 w 687"/>
                <a:gd name="T31" fmla="*/ 187 h 546"/>
                <a:gd name="T32" fmla="*/ 213 w 687"/>
                <a:gd name="T33" fmla="*/ 188 h 546"/>
                <a:gd name="T34" fmla="*/ 403 w 687"/>
                <a:gd name="T35" fmla="*/ 378 h 546"/>
                <a:gd name="T36" fmla="*/ 488 w 687"/>
                <a:gd name="T37" fmla="*/ 378 h 546"/>
                <a:gd name="T38" fmla="*/ 491 w 687"/>
                <a:gd name="T39" fmla="*/ 379 h 546"/>
                <a:gd name="T40" fmla="*/ 601 w 687"/>
                <a:gd name="T41" fmla="*/ 489 h 546"/>
                <a:gd name="T42" fmla="*/ 628 w 687"/>
                <a:gd name="T43" fmla="*/ 489 h 546"/>
                <a:gd name="T44" fmla="*/ 631 w 687"/>
                <a:gd name="T45" fmla="*/ 490 h 546"/>
                <a:gd name="T46" fmla="*/ 679 w 687"/>
                <a:gd name="T47" fmla="*/ 539 h 546"/>
                <a:gd name="T48" fmla="*/ 687 w 687"/>
                <a:gd name="T49" fmla="*/ 539 h 546"/>
                <a:gd name="T50" fmla="*/ 687 w 687"/>
                <a:gd name="T51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87" h="546">
                  <a:moveTo>
                    <a:pt x="687" y="546"/>
                  </a:moveTo>
                  <a:cubicBezTo>
                    <a:pt x="678" y="546"/>
                    <a:pt x="678" y="546"/>
                    <a:pt x="678" y="546"/>
                  </a:cubicBezTo>
                  <a:cubicBezTo>
                    <a:pt x="677" y="546"/>
                    <a:pt x="676" y="546"/>
                    <a:pt x="675" y="545"/>
                  </a:cubicBezTo>
                  <a:cubicBezTo>
                    <a:pt x="627" y="496"/>
                    <a:pt x="627" y="496"/>
                    <a:pt x="627" y="496"/>
                  </a:cubicBezTo>
                  <a:cubicBezTo>
                    <a:pt x="600" y="496"/>
                    <a:pt x="600" y="496"/>
                    <a:pt x="600" y="496"/>
                  </a:cubicBezTo>
                  <a:cubicBezTo>
                    <a:pt x="599" y="496"/>
                    <a:pt x="598" y="496"/>
                    <a:pt x="597" y="495"/>
                  </a:cubicBezTo>
                  <a:cubicBezTo>
                    <a:pt x="487" y="385"/>
                    <a:pt x="487" y="385"/>
                    <a:pt x="487" y="385"/>
                  </a:cubicBezTo>
                  <a:cubicBezTo>
                    <a:pt x="402" y="385"/>
                    <a:pt x="402" y="385"/>
                    <a:pt x="402" y="385"/>
                  </a:cubicBezTo>
                  <a:cubicBezTo>
                    <a:pt x="401" y="385"/>
                    <a:pt x="400" y="385"/>
                    <a:pt x="399" y="384"/>
                  </a:cubicBezTo>
                  <a:cubicBezTo>
                    <a:pt x="209" y="194"/>
                    <a:pt x="209" y="194"/>
                    <a:pt x="209" y="194"/>
                  </a:cubicBezTo>
                  <a:cubicBezTo>
                    <a:pt x="190" y="194"/>
                    <a:pt x="190" y="194"/>
                    <a:pt x="190" y="194"/>
                  </a:cubicBezTo>
                  <a:cubicBezTo>
                    <a:pt x="189" y="194"/>
                    <a:pt x="188" y="193"/>
                    <a:pt x="188" y="19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92" y="187"/>
                    <a:pt x="192" y="187"/>
                    <a:pt x="192" y="187"/>
                  </a:cubicBezTo>
                  <a:cubicBezTo>
                    <a:pt x="210" y="187"/>
                    <a:pt x="210" y="187"/>
                    <a:pt x="210" y="187"/>
                  </a:cubicBezTo>
                  <a:cubicBezTo>
                    <a:pt x="211" y="187"/>
                    <a:pt x="212" y="187"/>
                    <a:pt x="213" y="188"/>
                  </a:cubicBezTo>
                  <a:cubicBezTo>
                    <a:pt x="403" y="378"/>
                    <a:pt x="403" y="378"/>
                    <a:pt x="403" y="378"/>
                  </a:cubicBezTo>
                  <a:cubicBezTo>
                    <a:pt x="488" y="378"/>
                    <a:pt x="488" y="378"/>
                    <a:pt x="488" y="378"/>
                  </a:cubicBezTo>
                  <a:cubicBezTo>
                    <a:pt x="489" y="378"/>
                    <a:pt x="490" y="378"/>
                    <a:pt x="491" y="379"/>
                  </a:cubicBezTo>
                  <a:cubicBezTo>
                    <a:pt x="601" y="489"/>
                    <a:pt x="601" y="489"/>
                    <a:pt x="601" y="489"/>
                  </a:cubicBezTo>
                  <a:cubicBezTo>
                    <a:pt x="628" y="489"/>
                    <a:pt x="628" y="489"/>
                    <a:pt x="628" y="489"/>
                  </a:cubicBezTo>
                  <a:cubicBezTo>
                    <a:pt x="629" y="489"/>
                    <a:pt x="630" y="490"/>
                    <a:pt x="631" y="490"/>
                  </a:cubicBezTo>
                  <a:cubicBezTo>
                    <a:pt x="679" y="539"/>
                    <a:pt x="679" y="539"/>
                    <a:pt x="679" y="539"/>
                  </a:cubicBezTo>
                  <a:cubicBezTo>
                    <a:pt x="687" y="539"/>
                    <a:pt x="687" y="539"/>
                    <a:pt x="687" y="539"/>
                  </a:cubicBezTo>
                  <a:lnTo>
                    <a:pt x="687" y="54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0" name="Freeform 535"/>
            <p:cNvSpPr>
              <a:spLocks/>
            </p:cNvSpPr>
            <p:nvPr/>
          </p:nvSpPr>
          <p:spPr bwMode="auto">
            <a:xfrm flipV="1">
              <a:off x="617539" y="5299074"/>
              <a:ext cx="2701925" cy="2660650"/>
            </a:xfrm>
            <a:custGeom>
              <a:avLst/>
              <a:gdLst>
                <a:gd name="T0" fmla="*/ 720 w 720"/>
                <a:gd name="T1" fmla="*/ 709 h 709"/>
                <a:gd name="T2" fmla="*/ 690 w 720"/>
                <a:gd name="T3" fmla="*/ 709 h 709"/>
                <a:gd name="T4" fmla="*/ 689 w 720"/>
                <a:gd name="T5" fmla="*/ 708 h 709"/>
                <a:gd name="T6" fmla="*/ 648 w 720"/>
                <a:gd name="T7" fmla="*/ 667 h 709"/>
                <a:gd name="T8" fmla="*/ 647 w 720"/>
                <a:gd name="T9" fmla="*/ 665 h 709"/>
                <a:gd name="T10" fmla="*/ 647 w 720"/>
                <a:gd name="T11" fmla="*/ 635 h 709"/>
                <a:gd name="T12" fmla="*/ 648 w 720"/>
                <a:gd name="T13" fmla="*/ 634 h 709"/>
                <a:gd name="T14" fmla="*/ 665 w 720"/>
                <a:gd name="T15" fmla="*/ 617 h 709"/>
                <a:gd name="T16" fmla="*/ 665 w 720"/>
                <a:gd name="T17" fmla="*/ 601 h 709"/>
                <a:gd name="T18" fmla="*/ 619 w 720"/>
                <a:gd name="T19" fmla="*/ 556 h 709"/>
                <a:gd name="T20" fmla="*/ 607 w 720"/>
                <a:gd name="T21" fmla="*/ 556 h 709"/>
                <a:gd name="T22" fmla="*/ 606 w 720"/>
                <a:gd name="T23" fmla="*/ 556 h 709"/>
                <a:gd name="T24" fmla="*/ 567 w 720"/>
                <a:gd name="T25" fmla="*/ 517 h 709"/>
                <a:gd name="T26" fmla="*/ 566 w 720"/>
                <a:gd name="T27" fmla="*/ 515 h 709"/>
                <a:gd name="T28" fmla="*/ 566 w 720"/>
                <a:gd name="T29" fmla="*/ 470 h 709"/>
                <a:gd name="T30" fmla="*/ 494 w 720"/>
                <a:gd name="T31" fmla="*/ 398 h 709"/>
                <a:gd name="T32" fmla="*/ 447 w 720"/>
                <a:gd name="T33" fmla="*/ 398 h 709"/>
                <a:gd name="T34" fmla="*/ 446 w 720"/>
                <a:gd name="T35" fmla="*/ 397 h 709"/>
                <a:gd name="T36" fmla="*/ 355 w 720"/>
                <a:gd name="T37" fmla="*/ 306 h 709"/>
                <a:gd name="T38" fmla="*/ 304 w 720"/>
                <a:gd name="T39" fmla="*/ 306 h 709"/>
                <a:gd name="T40" fmla="*/ 303 w 720"/>
                <a:gd name="T41" fmla="*/ 305 h 709"/>
                <a:gd name="T42" fmla="*/ 0 w 720"/>
                <a:gd name="T43" fmla="*/ 2 h 709"/>
                <a:gd name="T44" fmla="*/ 2 w 720"/>
                <a:gd name="T45" fmla="*/ 0 h 709"/>
                <a:gd name="T46" fmla="*/ 305 w 720"/>
                <a:gd name="T47" fmla="*/ 302 h 709"/>
                <a:gd name="T48" fmla="*/ 355 w 720"/>
                <a:gd name="T49" fmla="*/ 302 h 709"/>
                <a:gd name="T50" fmla="*/ 356 w 720"/>
                <a:gd name="T51" fmla="*/ 303 h 709"/>
                <a:gd name="T52" fmla="*/ 448 w 720"/>
                <a:gd name="T53" fmla="*/ 394 h 709"/>
                <a:gd name="T54" fmla="*/ 495 w 720"/>
                <a:gd name="T55" fmla="*/ 394 h 709"/>
                <a:gd name="T56" fmla="*/ 496 w 720"/>
                <a:gd name="T57" fmla="*/ 395 h 709"/>
                <a:gd name="T58" fmla="*/ 569 w 720"/>
                <a:gd name="T59" fmla="*/ 468 h 709"/>
                <a:gd name="T60" fmla="*/ 570 w 720"/>
                <a:gd name="T61" fmla="*/ 469 h 709"/>
                <a:gd name="T62" fmla="*/ 570 w 720"/>
                <a:gd name="T63" fmla="*/ 515 h 709"/>
                <a:gd name="T64" fmla="*/ 608 w 720"/>
                <a:gd name="T65" fmla="*/ 553 h 709"/>
                <a:gd name="T66" fmla="*/ 620 w 720"/>
                <a:gd name="T67" fmla="*/ 553 h 709"/>
                <a:gd name="T68" fmla="*/ 621 w 720"/>
                <a:gd name="T69" fmla="*/ 553 h 709"/>
                <a:gd name="T70" fmla="*/ 668 w 720"/>
                <a:gd name="T71" fmla="*/ 600 h 709"/>
                <a:gd name="T72" fmla="*/ 668 w 720"/>
                <a:gd name="T73" fmla="*/ 601 h 709"/>
                <a:gd name="T74" fmla="*/ 668 w 720"/>
                <a:gd name="T75" fmla="*/ 617 h 709"/>
                <a:gd name="T76" fmla="*/ 668 w 720"/>
                <a:gd name="T77" fmla="*/ 618 h 709"/>
                <a:gd name="T78" fmla="*/ 650 w 720"/>
                <a:gd name="T79" fmla="*/ 636 h 709"/>
                <a:gd name="T80" fmla="*/ 650 w 720"/>
                <a:gd name="T81" fmla="*/ 665 h 709"/>
                <a:gd name="T82" fmla="*/ 691 w 720"/>
                <a:gd name="T83" fmla="*/ 705 h 709"/>
                <a:gd name="T84" fmla="*/ 720 w 720"/>
                <a:gd name="T85" fmla="*/ 705 h 709"/>
                <a:gd name="T86" fmla="*/ 720 w 720"/>
                <a:gd name="T87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20" h="709">
                  <a:moveTo>
                    <a:pt x="720" y="709"/>
                  </a:moveTo>
                  <a:cubicBezTo>
                    <a:pt x="690" y="709"/>
                    <a:pt x="690" y="709"/>
                    <a:pt x="690" y="709"/>
                  </a:cubicBezTo>
                  <a:cubicBezTo>
                    <a:pt x="690" y="709"/>
                    <a:pt x="690" y="709"/>
                    <a:pt x="689" y="708"/>
                  </a:cubicBezTo>
                  <a:cubicBezTo>
                    <a:pt x="648" y="667"/>
                    <a:pt x="648" y="667"/>
                    <a:pt x="648" y="667"/>
                  </a:cubicBezTo>
                  <a:cubicBezTo>
                    <a:pt x="647" y="666"/>
                    <a:pt x="647" y="666"/>
                    <a:pt x="647" y="665"/>
                  </a:cubicBezTo>
                  <a:cubicBezTo>
                    <a:pt x="647" y="635"/>
                    <a:pt x="647" y="635"/>
                    <a:pt x="647" y="635"/>
                  </a:cubicBezTo>
                  <a:cubicBezTo>
                    <a:pt x="647" y="635"/>
                    <a:pt x="647" y="634"/>
                    <a:pt x="648" y="634"/>
                  </a:cubicBezTo>
                  <a:cubicBezTo>
                    <a:pt x="665" y="617"/>
                    <a:pt x="665" y="617"/>
                    <a:pt x="665" y="617"/>
                  </a:cubicBezTo>
                  <a:cubicBezTo>
                    <a:pt x="665" y="601"/>
                    <a:pt x="665" y="601"/>
                    <a:pt x="665" y="601"/>
                  </a:cubicBezTo>
                  <a:cubicBezTo>
                    <a:pt x="619" y="556"/>
                    <a:pt x="619" y="556"/>
                    <a:pt x="619" y="556"/>
                  </a:cubicBezTo>
                  <a:cubicBezTo>
                    <a:pt x="607" y="556"/>
                    <a:pt x="607" y="556"/>
                    <a:pt x="607" y="556"/>
                  </a:cubicBezTo>
                  <a:cubicBezTo>
                    <a:pt x="607" y="556"/>
                    <a:pt x="606" y="556"/>
                    <a:pt x="606" y="556"/>
                  </a:cubicBezTo>
                  <a:cubicBezTo>
                    <a:pt x="567" y="517"/>
                    <a:pt x="567" y="517"/>
                    <a:pt x="567" y="517"/>
                  </a:cubicBezTo>
                  <a:cubicBezTo>
                    <a:pt x="566" y="516"/>
                    <a:pt x="566" y="516"/>
                    <a:pt x="566" y="515"/>
                  </a:cubicBezTo>
                  <a:cubicBezTo>
                    <a:pt x="566" y="470"/>
                    <a:pt x="566" y="470"/>
                    <a:pt x="566" y="470"/>
                  </a:cubicBezTo>
                  <a:cubicBezTo>
                    <a:pt x="494" y="398"/>
                    <a:pt x="494" y="398"/>
                    <a:pt x="494" y="398"/>
                  </a:cubicBezTo>
                  <a:cubicBezTo>
                    <a:pt x="447" y="398"/>
                    <a:pt x="447" y="398"/>
                    <a:pt x="447" y="398"/>
                  </a:cubicBezTo>
                  <a:cubicBezTo>
                    <a:pt x="447" y="398"/>
                    <a:pt x="446" y="398"/>
                    <a:pt x="446" y="397"/>
                  </a:cubicBezTo>
                  <a:cubicBezTo>
                    <a:pt x="355" y="306"/>
                    <a:pt x="355" y="306"/>
                    <a:pt x="355" y="306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06"/>
                    <a:pt x="303" y="305"/>
                    <a:pt x="303" y="30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55" y="302"/>
                    <a:pt x="355" y="302"/>
                    <a:pt x="355" y="302"/>
                  </a:cubicBezTo>
                  <a:cubicBezTo>
                    <a:pt x="356" y="302"/>
                    <a:pt x="356" y="302"/>
                    <a:pt x="356" y="303"/>
                  </a:cubicBezTo>
                  <a:cubicBezTo>
                    <a:pt x="448" y="394"/>
                    <a:pt x="448" y="394"/>
                    <a:pt x="448" y="394"/>
                  </a:cubicBezTo>
                  <a:cubicBezTo>
                    <a:pt x="495" y="394"/>
                    <a:pt x="495" y="394"/>
                    <a:pt x="495" y="394"/>
                  </a:cubicBezTo>
                  <a:cubicBezTo>
                    <a:pt x="495" y="394"/>
                    <a:pt x="496" y="394"/>
                    <a:pt x="496" y="395"/>
                  </a:cubicBezTo>
                  <a:cubicBezTo>
                    <a:pt x="569" y="468"/>
                    <a:pt x="569" y="468"/>
                    <a:pt x="569" y="468"/>
                  </a:cubicBezTo>
                  <a:cubicBezTo>
                    <a:pt x="569" y="468"/>
                    <a:pt x="570" y="469"/>
                    <a:pt x="570" y="469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608" y="553"/>
                    <a:pt x="608" y="553"/>
                    <a:pt x="608" y="553"/>
                  </a:cubicBezTo>
                  <a:cubicBezTo>
                    <a:pt x="620" y="553"/>
                    <a:pt x="620" y="553"/>
                    <a:pt x="620" y="553"/>
                  </a:cubicBezTo>
                  <a:cubicBezTo>
                    <a:pt x="621" y="553"/>
                    <a:pt x="621" y="553"/>
                    <a:pt x="621" y="553"/>
                  </a:cubicBezTo>
                  <a:cubicBezTo>
                    <a:pt x="668" y="600"/>
                    <a:pt x="668" y="600"/>
                    <a:pt x="668" y="600"/>
                  </a:cubicBezTo>
                  <a:cubicBezTo>
                    <a:pt x="668" y="600"/>
                    <a:pt x="668" y="600"/>
                    <a:pt x="668" y="601"/>
                  </a:cubicBezTo>
                  <a:cubicBezTo>
                    <a:pt x="668" y="617"/>
                    <a:pt x="668" y="617"/>
                    <a:pt x="668" y="617"/>
                  </a:cubicBezTo>
                  <a:cubicBezTo>
                    <a:pt x="668" y="618"/>
                    <a:pt x="668" y="618"/>
                    <a:pt x="668" y="618"/>
                  </a:cubicBezTo>
                  <a:cubicBezTo>
                    <a:pt x="650" y="636"/>
                    <a:pt x="650" y="636"/>
                    <a:pt x="650" y="636"/>
                  </a:cubicBezTo>
                  <a:cubicBezTo>
                    <a:pt x="650" y="665"/>
                    <a:pt x="650" y="665"/>
                    <a:pt x="650" y="665"/>
                  </a:cubicBezTo>
                  <a:cubicBezTo>
                    <a:pt x="691" y="705"/>
                    <a:pt x="691" y="705"/>
                    <a:pt x="691" y="705"/>
                  </a:cubicBezTo>
                  <a:cubicBezTo>
                    <a:pt x="720" y="705"/>
                    <a:pt x="720" y="705"/>
                    <a:pt x="720" y="705"/>
                  </a:cubicBezTo>
                  <a:lnTo>
                    <a:pt x="720" y="7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1" name="Freeform 536"/>
            <p:cNvSpPr>
              <a:spLocks/>
            </p:cNvSpPr>
            <p:nvPr/>
          </p:nvSpPr>
          <p:spPr bwMode="auto">
            <a:xfrm flipV="1">
              <a:off x="819152" y="5851524"/>
              <a:ext cx="2293937" cy="2311400"/>
            </a:xfrm>
            <a:custGeom>
              <a:avLst/>
              <a:gdLst>
                <a:gd name="T0" fmla="*/ 609 w 611"/>
                <a:gd name="T1" fmla="*/ 616 h 616"/>
                <a:gd name="T2" fmla="*/ 585 w 611"/>
                <a:gd name="T3" fmla="*/ 592 h 616"/>
                <a:gd name="T4" fmla="*/ 561 w 611"/>
                <a:gd name="T5" fmla="*/ 592 h 616"/>
                <a:gd name="T6" fmla="*/ 560 w 611"/>
                <a:gd name="T7" fmla="*/ 591 h 616"/>
                <a:gd name="T8" fmla="*/ 538 w 611"/>
                <a:gd name="T9" fmla="*/ 570 h 616"/>
                <a:gd name="T10" fmla="*/ 538 w 611"/>
                <a:gd name="T11" fmla="*/ 569 h 616"/>
                <a:gd name="T12" fmla="*/ 538 w 611"/>
                <a:gd name="T13" fmla="*/ 513 h 616"/>
                <a:gd name="T14" fmla="*/ 439 w 611"/>
                <a:gd name="T15" fmla="*/ 413 h 616"/>
                <a:gd name="T16" fmla="*/ 396 w 611"/>
                <a:gd name="T17" fmla="*/ 413 h 616"/>
                <a:gd name="T18" fmla="*/ 395 w 611"/>
                <a:gd name="T19" fmla="*/ 413 h 616"/>
                <a:gd name="T20" fmla="*/ 322 w 611"/>
                <a:gd name="T21" fmla="*/ 339 h 616"/>
                <a:gd name="T22" fmla="*/ 321 w 611"/>
                <a:gd name="T23" fmla="*/ 338 h 616"/>
                <a:gd name="T24" fmla="*/ 321 w 611"/>
                <a:gd name="T25" fmla="*/ 281 h 616"/>
                <a:gd name="T26" fmla="*/ 254 w 611"/>
                <a:gd name="T27" fmla="*/ 214 h 616"/>
                <a:gd name="T28" fmla="*/ 212 w 611"/>
                <a:gd name="T29" fmla="*/ 214 h 616"/>
                <a:gd name="T30" fmla="*/ 211 w 611"/>
                <a:gd name="T31" fmla="*/ 214 h 616"/>
                <a:gd name="T32" fmla="*/ 0 w 611"/>
                <a:gd name="T33" fmla="*/ 2 h 616"/>
                <a:gd name="T34" fmla="*/ 2 w 611"/>
                <a:gd name="T35" fmla="*/ 0 h 616"/>
                <a:gd name="T36" fmla="*/ 213 w 611"/>
                <a:gd name="T37" fmla="*/ 211 h 616"/>
                <a:gd name="T38" fmla="*/ 255 w 611"/>
                <a:gd name="T39" fmla="*/ 211 h 616"/>
                <a:gd name="T40" fmla="*/ 256 w 611"/>
                <a:gd name="T41" fmla="*/ 211 h 616"/>
                <a:gd name="T42" fmla="*/ 324 w 611"/>
                <a:gd name="T43" fmla="*/ 279 h 616"/>
                <a:gd name="T44" fmla="*/ 325 w 611"/>
                <a:gd name="T45" fmla="*/ 280 h 616"/>
                <a:gd name="T46" fmla="*/ 325 w 611"/>
                <a:gd name="T47" fmla="*/ 337 h 616"/>
                <a:gd name="T48" fmla="*/ 397 w 611"/>
                <a:gd name="T49" fmla="*/ 410 h 616"/>
                <a:gd name="T50" fmla="*/ 439 w 611"/>
                <a:gd name="T51" fmla="*/ 410 h 616"/>
                <a:gd name="T52" fmla="*/ 441 w 611"/>
                <a:gd name="T53" fmla="*/ 410 h 616"/>
                <a:gd name="T54" fmla="*/ 541 w 611"/>
                <a:gd name="T55" fmla="*/ 511 h 616"/>
                <a:gd name="T56" fmla="*/ 541 w 611"/>
                <a:gd name="T57" fmla="*/ 512 h 616"/>
                <a:gd name="T58" fmla="*/ 541 w 611"/>
                <a:gd name="T59" fmla="*/ 568 h 616"/>
                <a:gd name="T60" fmla="*/ 562 w 611"/>
                <a:gd name="T61" fmla="*/ 588 h 616"/>
                <a:gd name="T62" fmla="*/ 586 w 611"/>
                <a:gd name="T63" fmla="*/ 588 h 616"/>
                <a:gd name="T64" fmla="*/ 587 w 611"/>
                <a:gd name="T65" fmla="*/ 589 h 616"/>
                <a:gd name="T66" fmla="*/ 611 w 611"/>
                <a:gd name="T67" fmla="*/ 613 h 616"/>
                <a:gd name="T68" fmla="*/ 609 w 611"/>
                <a:gd name="T69" fmla="*/ 61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1" h="616">
                  <a:moveTo>
                    <a:pt x="609" y="616"/>
                  </a:moveTo>
                  <a:cubicBezTo>
                    <a:pt x="585" y="592"/>
                    <a:pt x="585" y="592"/>
                    <a:pt x="585" y="592"/>
                  </a:cubicBezTo>
                  <a:cubicBezTo>
                    <a:pt x="561" y="592"/>
                    <a:pt x="561" y="592"/>
                    <a:pt x="561" y="592"/>
                  </a:cubicBezTo>
                  <a:cubicBezTo>
                    <a:pt x="561" y="592"/>
                    <a:pt x="560" y="592"/>
                    <a:pt x="560" y="591"/>
                  </a:cubicBezTo>
                  <a:cubicBezTo>
                    <a:pt x="538" y="570"/>
                    <a:pt x="538" y="570"/>
                    <a:pt x="538" y="570"/>
                  </a:cubicBezTo>
                  <a:cubicBezTo>
                    <a:pt x="538" y="570"/>
                    <a:pt x="538" y="569"/>
                    <a:pt x="538" y="569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39" y="413"/>
                    <a:pt x="439" y="413"/>
                    <a:pt x="439" y="413"/>
                  </a:cubicBezTo>
                  <a:cubicBezTo>
                    <a:pt x="396" y="413"/>
                    <a:pt x="396" y="413"/>
                    <a:pt x="396" y="413"/>
                  </a:cubicBezTo>
                  <a:cubicBezTo>
                    <a:pt x="396" y="413"/>
                    <a:pt x="395" y="413"/>
                    <a:pt x="395" y="413"/>
                  </a:cubicBezTo>
                  <a:cubicBezTo>
                    <a:pt x="322" y="339"/>
                    <a:pt x="322" y="339"/>
                    <a:pt x="322" y="339"/>
                  </a:cubicBezTo>
                  <a:cubicBezTo>
                    <a:pt x="321" y="339"/>
                    <a:pt x="321" y="338"/>
                    <a:pt x="321" y="338"/>
                  </a:cubicBezTo>
                  <a:cubicBezTo>
                    <a:pt x="321" y="281"/>
                    <a:pt x="321" y="281"/>
                    <a:pt x="321" y="281"/>
                  </a:cubicBezTo>
                  <a:cubicBezTo>
                    <a:pt x="254" y="214"/>
                    <a:pt x="254" y="214"/>
                    <a:pt x="254" y="214"/>
                  </a:cubicBezTo>
                  <a:cubicBezTo>
                    <a:pt x="212" y="214"/>
                    <a:pt x="212" y="214"/>
                    <a:pt x="212" y="214"/>
                  </a:cubicBezTo>
                  <a:cubicBezTo>
                    <a:pt x="212" y="214"/>
                    <a:pt x="211" y="214"/>
                    <a:pt x="211" y="2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55" y="211"/>
                    <a:pt x="255" y="211"/>
                    <a:pt x="255" y="211"/>
                  </a:cubicBezTo>
                  <a:cubicBezTo>
                    <a:pt x="256" y="211"/>
                    <a:pt x="256" y="211"/>
                    <a:pt x="256" y="211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79"/>
                    <a:pt x="325" y="280"/>
                    <a:pt x="325" y="280"/>
                  </a:cubicBezTo>
                  <a:cubicBezTo>
                    <a:pt x="325" y="337"/>
                    <a:pt x="325" y="337"/>
                    <a:pt x="325" y="337"/>
                  </a:cubicBezTo>
                  <a:cubicBezTo>
                    <a:pt x="397" y="410"/>
                    <a:pt x="397" y="410"/>
                    <a:pt x="397" y="410"/>
                  </a:cubicBezTo>
                  <a:cubicBezTo>
                    <a:pt x="439" y="410"/>
                    <a:pt x="439" y="410"/>
                    <a:pt x="439" y="410"/>
                  </a:cubicBezTo>
                  <a:cubicBezTo>
                    <a:pt x="440" y="410"/>
                    <a:pt x="440" y="410"/>
                    <a:pt x="441" y="410"/>
                  </a:cubicBezTo>
                  <a:cubicBezTo>
                    <a:pt x="541" y="511"/>
                    <a:pt x="541" y="511"/>
                    <a:pt x="541" y="511"/>
                  </a:cubicBezTo>
                  <a:cubicBezTo>
                    <a:pt x="541" y="511"/>
                    <a:pt x="541" y="511"/>
                    <a:pt x="541" y="512"/>
                  </a:cubicBezTo>
                  <a:cubicBezTo>
                    <a:pt x="541" y="568"/>
                    <a:pt x="541" y="568"/>
                    <a:pt x="541" y="568"/>
                  </a:cubicBezTo>
                  <a:cubicBezTo>
                    <a:pt x="562" y="588"/>
                    <a:pt x="562" y="588"/>
                    <a:pt x="562" y="588"/>
                  </a:cubicBezTo>
                  <a:cubicBezTo>
                    <a:pt x="586" y="588"/>
                    <a:pt x="586" y="588"/>
                    <a:pt x="586" y="588"/>
                  </a:cubicBezTo>
                  <a:cubicBezTo>
                    <a:pt x="586" y="588"/>
                    <a:pt x="587" y="589"/>
                    <a:pt x="587" y="589"/>
                  </a:cubicBezTo>
                  <a:cubicBezTo>
                    <a:pt x="611" y="613"/>
                    <a:pt x="611" y="613"/>
                    <a:pt x="611" y="613"/>
                  </a:cubicBezTo>
                  <a:lnTo>
                    <a:pt x="609" y="61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2" name="Freeform 537"/>
            <p:cNvSpPr>
              <a:spLocks/>
            </p:cNvSpPr>
            <p:nvPr/>
          </p:nvSpPr>
          <p:spPr bwMode="auto">
            <a:xfrm flipV="1">
              <a:off x="895352" y="5483223"/>
              <a:ext cx="2573337" cy="2754313"/>
            </a:xfrm>
            <a:custGeom>
              <a:avLst/>
              <a:gdLst>
                <a:gd name="T0" fmla="*/ 621 w 686"/>
                <a:gd name="T1" fmla="*/ 734 h 734"/>
                <a:gd name="T2" fmla="*/ 621 w 686"/>
                <a:gd name="T3" fmla="*/ 731 h 734"/>
                <a:gd name="T4" fmla="*/ 663 w 686"/>
                <a:gd name="T5" fmla="*/ 731 h 734"/>
                <a:gd name="T6" fmla="*/ 682 w 686"/>
                <a:gd name="T7" fmla="*/ 712 h 734"/>
                <a:gd name="T8" fmla="*/ 682 w 686"/>
                <a:gd name="T9" fmla="*/ 685 h 734"/>
                <a:gd name="T10" fmla="*/ 593 w 686"/>
                <a:gd name="T11" fmla="*/ 596 h 734"/>
                <a:gd name="T12" fmla="*/ 592 w 686"/>
                <a:gd name="T13" fmla="*/ 595 h 734"/>
                <a:gd name="T14" fmla="*/ 592 w 686"/>
                <a:gd name="T15" fmla="*/ 567 h 734"/>
                <a:gd name="T16" fmla="*/ 430 w 686"/>
                <a:gd name="T17" fmla="*/ 404 h 734"/>
                <a:gd name="T18" fmla="*/ 375 w 686"/>
                <a:gd name="T19" fmla="*/ 404 h 734"/>
                <a:gd name="T20" fmla="*/ 374 w 686"/>
                <a:gd name="T21" fmla="*/ 404 h 734"/>
                <a:gd name="T22" fmla="*/ 334 w 686"/>
                <a:gd name="T23" fmla="*/ 364 h 734"/>
                <a:gd name="T24" fmla="*/ 334 w 686"/>
                <a:gd name="T25" fmla="*/ 363 h 734"/>
                <a:gd name="T26" fmla="*/ 334 w 686"/>
                <a:gd name="T27" fmla="*/ 308 h 734"/>
                <a:gd name="T28" fmla="*/ 219 w 686"/>
                <a:gd name="T29" fmla="*/ 194 h 734"/>
                <a:gd name="T30" fmla="*/ 193 w 686"/>
                <a:gd name="T31" fmla="*/ 194 h 734"/>
                <a:gd name="T32" fmla="*/ 191 w 686"/>
                <a:gd name="T33" fmla="*/ 193 h 734"/>
                <a:gd name="T34" fmla="*/ 0 w 686"/>
                <a:gd name="T35" fmla="*/ 2 h 734"/>
                <a:gd name="T36" fmla="*/ 2 w 686"/>
                <a:gd name="T37" fmla="*/ 0 h 734"/>
                <a:gd name="T38" fmla="*/ 193 w 686"/>
                <a:gd name="T39" fmla="*/ 190 h 734"/>
                <a:gd name="T40" fmla="*/ 220 w 686"/>
                <a:gd name="T41" fmla="*/ 190 h 734"/>
                <a:gd name="T42" fmla="*/ 221 w 686"/>
                <a:gd name="T43" fmla="*/ 191 h 734"/>
                <a:gd name="T44" fmla="*/ 337 w 686"/>
                <a:gd name="T45" fmla="*/ 306 h 734"/>
                <a:gd name="T46" fmla="*/ 337 w 686"/>
                <a:gd name="T47" fmla="*/ 307 h 734"/>
                <a:gd name="T48" fmla="*/ 337 w 686"/>
                <a:gd name="T49" fmla="*/ 362 h 734"/>
                <a:gd name="T50" fmla="*/ 376 w 686"/>
                <a:gd name="T51" fmla="*/ 401 h 734"/>
                <a:gd name="T52" fmla="*/ 430 w 686"/>
                <a:gd name="T53" fmla="*/ 401 h 734"/>
                <a:gd name="T54" fmla="*/ 432 w 686"/>
                <a:gd name="T55" fmla="*/ 401 h 734"/>
                <a:gd name="T56" fmla="*/ 595 w 686"/>
                <a:gd name="T57" fmla="*/ 565 h 734"/>
                <a:gd name="T58" fmla="*/ 596 w 686"/>
                <a:gd name="T59" fmla="*/ 566 h 734"/>
                <a:gd name="T60" fmla="*/ 596 w 686"/>
                <a:gd name="T61" fmla="*/ 594 h 734"/>
                <a:gd name="T62" fmla="*/ 685 w 686"/>
                <a:gd name="T63" fmla="*/ 684 h 734"/>
                <a:gd name="T64" fmla="*/ 686 w 686"/>
                <a:gd name="T65" fmla="*/ 685 h 734"/>
                <a:gd name="T66" fmla="*/ 686 w 686"/>
                <a:gd name="T67" fmla="*/ 712 h 734"/>
                <a:gd name="T68" fmla="*/ 685 w 686"/>
                <a:gd name="T69" fmla="*/ 714 h 734"/>
                <a:gd name="T70" fmla="*/ 665 w 686"/>
                <a:gd name="T71" fmla="*/ 734 h 734"/>
                <a:gd name="T72" fmla="*/ 664 w 686"/>
                <a:gd name="T73" fmla="*/ 734 h 734"/>
                <a:gd name="T74" fmla="*/ 621 w 686"/>
                <a:gd name="T75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6" h="734">
                  <a:moveTo>
                    <a:pt x="621" y="734"/>
                  </a:moveTo>
                  <a:cubicBezTo>
                    <a:pt x="621" y="731"/>
                    <a:pt x="621" y="731"/>
                    <a:pt x="621" y="731"/>
                  </a:cubicBezTo>
                  <a:cubicBezTo>
                    <a:pt x="663" y="731"/>
                    <a:pt x="663" y="731"/>
                    <a:pt x="663" y="731"/>
                  </a:cubicBezTo>
                  <a:cubicBezTo>
                    <a:pt x="682" y="712"/>
                    <a:pt x="682" y="712"/>
                    <a:pt x="682" y="712"/>
                  </a:cubicBezTo>
                  <a:cubicBezTo>
                    <a:pt x="682" y="685"/>
                    <a:pt x="682" y="685"/>
                    <a:pt x="682" y="685"/>
                  </a:cubicBezTo>
                  <a:cubicBezTo>
                    <a:pt x="593" y="596"/>
                    <a:pt x="593" y="596"/>
                    <a:pt x="593" y="596"/>
                  </a:cubicBezTo>
                  <a:cubicBezTo>
                    <a:pt x="592" y="596"/>
                    <a:pt x="592" y="595"/>
                    <a:pt x="592" y="595"/>
                  </a:cubicBezTo>
                  <a:cubicBezTo>
                    <a:pt x="592" y="567"/>
                    <a:pt x="592" y="567"/>
                    <a:pt x="592" y="567"/>
                  </a:cubicBezTo>
                  <a:cubicBezTo>
                    <a:pt x="430" y="404"/>
                    <a:pt x="430" y="404"/>
                    <a:pt x="430" y="404"/>
                  </a:cubicBezTo>
                  <a:cubicBezTo>
                    <a:pt x="375" y="404"/>
                    <a:pt x="375" y="404"/>
                    <a:pt x="375" y="404"/>
                  </a:cubicBezTo>
                  <a:cubicBezTo>
                    <a:pt x="374" y="404"/>
                    <a:pt x="374" y="404"/>
                    <a:pt x="374" y="404"/>
                  </a:cubicBezTo>
                  <a:cubicBezTo>
                    <a:pt x="334" y="364"/>
                    <a:pt x="334" y="364"/>
                    <a:pt x="334" y="364"/>
                  </a:cubicBezTo>
                  <a:cubicBezTo>
                    <a:pt x="334" y="364"/>
                    <a:pt x="334" y="363"/>
                    <a:pt x="334" y="363"/>
                  </a:cubicBezTo>
                  <a:cubicBezTo>
                    <a:pt x="334" y="308"/>
                    <a:pt x="334" y="308"/>
                    <a:pt x="334" y="308"/>
                  </a:cubicBezTo>
                  <a:cubicBezTo>
                    <a:pt x="219" y="194"/>
                    <a:pt x="219" y="194"/>
                    <a:pt x="219" y="194"/>
                  </a:cubicBezTo>
                  <a:cubicBezTo>
                    <a:pt x="193" y="194"/>
                    <a:pt x="193" y="194"/>
                    <a:pt x="193" y="194"/>
                  </a:cubicBezTo>
                  <a:cubicBezTo>
                    <a:pt x="192" y="194"/>
                    <a:pt x="192" y="194"/>
                    <a:pt x="191" y="19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3" y="190"/>
                    <a:pt x="193" y="190"/>
                    <a:pt x="193" y="190"/>
                  </a:cubicBezTo>
                  <a:cubicBezTo>
                    <a:pt x="220" y="190"/>
                    <a:pt x="220" y="190"/>
                    <a:pt x="220" y="190"/>
                  </a:cubicBezTo>
                  <a:cubicBezTo>
                    <a:pt x="221" y="190"/>
                    <a:pt x="221" y="191"/>
                    <a:pt x="221" y="191"/>
                  </a:cubicBezTo>
                  <a:cubicBezTo>
                    <a:pt x="337" y="306"/>
                    <a:pt x="337" y="306"/>
                    <a:pt x="337" y="306"/>
                  </a:cubicBezTo>
                  <a:cubicBezTo>
                    <a:pt x="337" y="306"/>
                    <a:pt x="337" y="307"/>
                    <a:pt x="337" y="307"/>
                  </a:cubicBezTo>
                  <a:cubicBezTo>
                    <a:pt x="337" y="362"/>
                    <a:pt x="337" y="362"/>
                    <a:pt x="337" y="362"/>
                  </a:cubicBezTo>
                  <a:cubicBezTo>
                    <a:pt x="376" y="401"/>
                    <a:pt x="376" y="401"/>
                    <a:pt x="376" y="401"/>
                  </a:cubicBezTo>
                  <a:cubicBezTo>
                    <a:pt x="430" y="401"/>
                    <a:pt x="430" y="401"/>
                    <a:pt x="430" y="401"/>
                  </a:cubicBezTo>
                  <a:cubicBezTo>
                    <a:pt x="431" y="401"/>
                    <a:pt x="431" y="401"/>
                    <a:pt x="432" y="401"/>
                  </a:cubicBezTo>
                  <a:cubicBezTo>
                    <a:pt x="595" y="565"/>
                    <a:pt x="595" y="565"/>
                    <a:pt x="595" y="565"/>
                  </a:cubicBezTo>
                  <a:cubicBezTo>
                    <a:pt x="595" y="565"/>
                    <a:pt x="596" y="566"/>
                    <a:pt x="596" y="566"/>
                  </a:cubicBezTo>
                  <a:cubicBezTo>
                    <a:pt x="596" y="594"/>
                    <a:pt x="596" y="594"/>
                    <a:pt x="596" y="594"/>
                  </a:cubicBezTo>
                  <a:cubicBezTo>
                    <a:pt x="685" y="684"/>
                    <a:pt x="685" y="684"/>
                    <a:pt x="685" y="684"/>
                  </a:cubicBezTo>
                  <a:cubicBezTo>
                    <a:pt x="685" y="684"/>
                    <a:pt x="686" y="684"/>
                    <a:pt x="686" y="685"/>
                  </a:cubicBezTo>
                  <a:cubicBezTo>
                    <a:pt x="686" y="712"/>
                    <a:pt x="686" y="712"/>
                    <a:pt x="686" y="712"/>
                  </a:cubicBezTo>
                  <a:cubicBezTo>
                    <a:pt x="686" y="713"/>
                    <a:pt x="685" y="713"/>
                    <a:pt x="685" y="714"/>
                  </a:cubicBezTo>
                  <a:cubicBezTo>
                    <a:pt x="665" y="734"/>
                    <a:pt x="665" y="734"/>
                    <a:pt x="665" y="734"/>
                  </a:cubicBezTo>
                  <a:cubicBezTo>
                    <a:pt x="664" y="734"/>
                    <a:pt x="664" y="734"/>
                    <a:pt x="664" y="734"/>
                  </a:cubicBezTo>
                  <a:lnTo>
                    <a:pt x="621" y="73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3" name="Freeform 538"/>
            <p:cNvSpPr>
              <a:spLocks/>
            </p:cNvSpPr>
            <p:nvPr/>
          </p:nvSpPr>
          <p:spPr bwMode="auto">
            <a:xfrm flipV="1">
              <a:off x="996952" y="6038848"/>
              <a:ext cx="2303462" cy="2303463"/>
            </a:xfrm>
            <a:custGeom>
              <a:avLst/>
              <a:gdLst>
                <a:gd name="T0" fmla="*/ 1446 w 1451"/>
                <a:gd name="T1" fmla="*/ 1451 h 1451"/>
                <a:gd name="T2" fmla="*/ 0 w 1451"/>
                <a:gd name="T3" fmla="*/ 7 h 1451"/>
                <a:gd name="T4" fmla="*/ 7 w 1451"/>
                <a:gd name="T5" fmla="*/ 0 h 1451"/>
                <a:gd name="T6" fmla="*/ 1451 w 1451"/>
                <a:gd name="T7" fmla="*/ 1446 h 1451"/>
                <a:gd name="T8" fmla="*/ 1446 w 1451"/>
                <a:gd name="T9" fmla="*/ 1451 h 1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1" h="1451">
                  <a:moveTo>
                    <a:pt x="1446" y="1451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451" y="1446"/>
                  </a:lnTo>
                  <a:lnTo>
                    <a:pt x="1446" y="14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4" name="Freeform 539"/>
            <p:cNvSpPr>
              <a:spLocks/>
            </p:cNvSpPr>
            <p:nvPr/>
          </p:nvSpPr>
          <p:spPr bwMode="auto">
            <a:xfrm flipV="1">
              <a:off x="1096964" y="5513386"/>
              <a:ext cx="2544762" cy="2927350"/>
            </a:xfrm>
            <a:custGeom>
              <a:avLst/>
              <a:gdLst>
                <a:gd name="T0" fmla="*/ 659 w 678"/>
                <a:gd name="T1" fmla="*/ 780 h 780"/>
                <a:gd name="T2" fmla="*/ 656 w 678"/>
                <a:gd name="T3" fmla="*/ 777 h 780"/>
                <a:gd name="T4" fmla="*/ 664 w 678"/>
                <a:gd name="T5" fmla="*/ 770 h 780"/>
                <a:gd name="T6" fmla="*/ 664 w 678"/>
                <a:gd name="T7" fmla="*/ 716 h 780"/>
                <a:gd name="T8" fmla="*/ 664 w 678"/>
                <a:gd name="T9" fmla="*/ 714 h 780"/>
                <a:gd name="T10" fmla="*/ 674 w 678"/>
                <a:gd name="T11" fmla="*/ 704 h 780"/>
                <a:gd name="T12" fmla="*/ 674 w 678"/>
                <a:gd name="T13" fmla="*/ 687 h 780"/>
                <a:gd name="T14" fmla="*/ 265 w 678"/>
                <a:gd name="T15" fmla="*/ 277 h 780"/>
                <a:gd name="T16" fmla="*/ 264 w 678"/>
                <a:gd name="T17" fmla="*/ 276 h 780"/>
                <a:gd name="T18" fmla="*/ 264 w 678"/>
                <a:gd name="T19" fmla="*/ 267 h 780"/>
                <a:gd name="T20" fmla="*/ 0 w 678"/>
                <a:gd name="T21" fmla="*/ 2 h 780"/>
                <a:gd name="T22" fmla="*/ 2 w 678"/>
                <a:gd name="T23" fmla="*/ 0 h 780"/>
                <a:gd name="T24" fmla="*/ 267 w 678"/>
                <a:gd name="T25" fmla="*/ 265 h 780"/>
                <a:gd name="T26" fmla="*/ 268 w 678"/>
                <a:gd name="T27" fmla="*/ 266 h 780"/>
                <a:gd name="T28" fmla="*/ 268 w 678"/>
                <a:gd name="T29" fmla="*/ 275 h 780"/>
                <a:gd name="T30" fmla="*/ 677 w 678"/>
                <a:gd name="T31" fmla="*/ 685 h 780"/>
                <a:gd name="T32" fmla="*/ 678 w 678"/>
                <a:gd name="T33" fmla="*/ 686 h 780"/>
                <a:gd name="T34" fmla="*/ 678 w 678"/>
                <a:gd name="T35" fmla="*/ 705 h 780"/>
                <a:gd name="T36" fmla="*/ 677 w 678"/>
                <a:gd name="T37" fmla="*/ 706 h 780"/>
                <a:gd name="T38" fmla="*/ 667 w 678"/>
                <a:gd name="T39" fmla="*/ 716 h 780"/>
                <a:gd name="T40" fmla="*/ 667 w 678"/>
                <a:gd name="T41" fmla="*/ 771 h 780"/>
                <a:gd name="T42" fmla="*/ 667 w 678"/>
                <a:gd name="T43" fmla="*/ 772 h 780"/>
                <a:gd name="T44" fmla="*/ 659 w 678"/>
                <a:gd name="T45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8" h="780">
                  <a:moveTo>
                    <a:pt x="659" y="780"/>
                  </a:moveTo>
                  <a:cubicBezTo>
                    <a:pt x="656" y="777"/>
                    <a:pt x="656" y="777"/>
                    <a:pt x="656" y="777"/>
                  </a:cubicBezTo>
                  <a:cubicBezTo>
                    <a:pt x="664" y="770"/>
                    <a:pt x="664" y="770"/>
                    <a:pt x="664" y="770"/>
                  </a:cubicBezTo>
                  <a:cubicBezTo>
                    <a:pt x="664" y="716"/>
                    <a:pt x="664" y="716"/>
                    <a:pt x="664" y="716"/>
                  </a:cubicBezTo>
                  <a:cubicBezTo>
                    <a:pt x="664" y="715"/>
                    <a:pt x="664" y="715"/>
                    <a:pt x="664" y="714"/>
                  </a:cubicBezTo>
                  <a:cubicBezTo>
                    <a:pt x="674" y="704"/>
                    <a:pt x="674" y="704"/>
                    <a:pt x="674" y="704"/>
                  </a:cubicBezTo>
                  <a:cubicBezTo>
                    <a:pt x="674" y="687"/>
                    <a:pt x="674" y="687"/>
                    <a:pt x="674" y="687"/>
                  </a:cubicBezTo>
                  <a:cubicBezTo>
                    <a:pt x="265" y="277"/>
                    <a:pt x="265" y="277"/>
                    <a:pt x="265" y="277"/>
                  </a:cubicBezTo>
                  <a:cubicBezTo>
                    <a:pt x="264" y="277"/>
                    <a:pt x="264" y="276"/>
                    <a:pt x="264" y="276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67" y="265"/>
                    <a:pt x="267" y="265"/>
                    <a:pt x="267" y="265"/>
                  </a:cubicBezTo>
                  <a:cubicBezTo>
                    <a:pt x="267" y="265"/>
                    <a:pt x="268" y="266"/>
                    <a:pt x="268" y="266"/>
                  </a:cubicBezTo>
                  <a:cubicBezTo>
                    <a:pt x="268" y="275"/>
                    <a:pt x="268" y="275"/>
                    <a:pt x="268" y="275"/>
                  </a:cubicBezTo>
                  <a:cubicBezTo>
                    <a:pt x="677" y="685"/>
                    <a:pt x="677" y="685"/>
                    <a:pt x="677" y="685"/>
                  </a:cubicBezTo>
                  <a:cubicBezTo>
                    <a:pt x="678" y="685"/>
                    <a:pt x="678" y="686"/>
                    <a:pt x="678" y="686"/>
                  </a:cubicBezTo>
                  <a:cubicBezTo>
                    <a:pt x="678" y="705"/>
                    <a:pt x="678" y="705"/>
                    <a:pt x="678" y="705"/>
                  </a:cubicBezTo>
                  <a:cubicBezTo>
                    <a:pt x="678" y="705"/>
                    <a:pt x="678" y="706"/>
                    <a:pt x="677" y="706"/>
                  </a:cubicBezTo>
                  <a:cubicBezTo>
                    <a:pt x="667" y="716"/>
                    <a:pt x="667" y="716"/>
                    <a:pt x="667" y="716"/>
                  </a:cubicBezTo>
                  <a:cubicBezTo>
                    <a:pt x="667" y="771"/>
                    <a:pt x="667" y="771"/>
                    <a:pt x="667" y="771"/>
                  </a:cubicBezTo>
                  <a:cubicBezTo>
                    <a:pt x="667" y="771"/>
                    <a:pt x="667" y="771"/>
                    <a:pt x="667" y="772"/>
                  </a:cubicBezTo>
                  <a:lnTo>
                    <a:pt x="659" y="78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5" name="Freeform 540"/>
            <p:cNvSpPr>
              <a:spLocks/>
            </p:cNvSpPr>
            <p:nvPr/>
          </p:nvSpPr>
          <p:spPr bwMode="auto">
            <a:xfrm flipV="1">
              <a:off x="1173164" y="5711824"/>
              <a:ext cx="2551112" cy="2803525"/>
            </a:xfrm>
            <a:custGeom>
              <a:avLst/>
              <a:gdLst>
                <a:gd name="T0" fmla="*/ 680 w 680"/>
                <a:gd name="T1" fmla="*/ 747 h 747"/>
                <a:gd name="T2" fmla="*/ 676 w 680"/>
                <a:gd name="T3" fmla="*/ 747 h 747"/>
                <a:gd name="T4" fmla="*/ 676 w 680"/>
                <a:gd name="T5" fmla="*/ 705 h 747"/>
                <a:gd name="T6" fmla="*/ 275 w 680"/>
                <a:gd name="T7" fmla="*/ 304 h 747"/>
                <a:gd name="T8" fmla="*/ 275 w 680"/>
                <a:gd name="T9" fmla="*/ 303 h 747"/>
                <a:gd name="T10" fmla="*/ 275 w 680"/>
                <a:gd name="T11" fmla="*/ 277 h 747"/>
                <a:gd name="T12" fmla="*/ 0 w 680"/>
                <a:gd name="T13" fmla="*/ 2 h 747"/>
                <a:gd name="T14" fmla="*/ 2 w 680"/>
                <a:gd name="T15" fmla="*/ 0 h 747"/>
                <a:gd name="T16" fmla="*/ 278 w 680"/>
                <a:gd name="T17" fmla="*/ 275 h 747"/>
                <a:gd name="T18" fmla="*/ 278 w 680"/>
                <a:gd name="T19" fmla="*/ 276 h 747"/>
                <a:gd name="T20" fmla="*/ 278 w 680"/>
                <a:gd name="T21" fmla="*/ 302 h 747"/>
                <a:gd name="T22" fmla="*/ 679 w 680"/>
                <a:gd name="T23" fmla="*/ 703 h 747"/>
                <a:gd name="T24" fmla="*/ 680 w 680"/>
                <a:gd name="T25" fmla="*/ 704 h 747"/>
                <a:gd name="T26" fmla="*/ 680 w 680"/>
                <a:gd name="T27" fmla="*/ 74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0" h="747">
                  <a:moveTo>
                    <a:pt x="680" y="747"/>
                  </a:moveTo>
                  <a:cubicBezTo>
                    <a:pt x="676" y="747"/>
                    <a:pt x="676" y="747"/>
                    <a:pt x="676" y="747"/>
                  </a:cubicBezTo>
                  <a:cubicBezTo>
                    <a:pt x="676" y="705"/>
                    <a:pt x="676" y="705"/>
                    <a:pt x="676" y="705"/>
                  </a:cubicBezTo>
                  <a:cubicBezTo>
                    <a:pt x="275" y="304"/>
                    <a:pt x="275" y="304"/>
                    <a:pt x="275" y="304"/>
                  </a:cubicBezTo>
                  <a:cubicBezTo>
                    <a:pt x="275" y="304"/>
                    <a:pt x="275" y="303"/>
                    <a:pt x="275" y="303"/>
                  </a:cubicBezTo>
                  <a:cubicBezTo>
                    <a:pt x="275" y="277"/>
                    <a:pt x="275" y="277"/>
                    <a:pt x="275" y="27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78" y="275"/>
                    <a:pt x="278" y="275"/>
                    <a:pt x="278" y="275"/>
                  </a:cubicBezTo>
                  <a:cubicBezTo>
                    <a:pt x="278" y="275"/>
                    <a:pt x="278" y="276"/>
                    <a:pt x="278" y="276"/>
                  </a:cubicBezTo>
                  <a:cubicBezTo>
                    <a:pt x="278" y="302"/>
                    <a:pt x="278" y="302"/>
                    <a:pt x="278" y="302"/>
                  </a:cubicBezTo>
                  <a:cubicBezTo>
                    <a:pt x="679" y="703"/>
                    <a:pt x="679" y="703"/>
                    <a:pt x="679" y="703"/>
                  </a:cubicBezTo>
                  <a:cubicBezTo>
                    <a:pt x="680" y="703"/>
                    <a:pt x="680" y="704"/>
                    <a:pt x="680" y="704"/>
                  </a:cubicBezTo>
                  <a:lnTo>
                    <a:pt x="680" y="7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6" name="Freeform 541"/>
            <p:cNvSpPr>
              <a:spLocks/>
            </p:cNvSpPr>
            <p:nvPr/>
          </p:nvSpPr>
          <p:spPr bwMode="auto">
            <a:xfrm flipV="1">
              <a:off x="1250952" y="5876923"/>
              <a:ext cx="2616200" cy="2728913"/>
            </a:xfrm>
            <a:custGeom>
              <a:avLst/>
              <a:gdLst>
                <a:gd name="T0" fmla="*/ 693 w 697"/>
                <a:gd name="T1" fmla="*/ 727 h 727"/>
                <a:gd name="T2" fmla="*/ 675 w 697"/>
                <a:gd name="T3" fmla="*/ 710 h 727"/>
                <a:gd name="T4" fmla="*/ 657 w 697"/>
                <a:gd name="T5" fmla="*/ 710 h 727"/>
                <a:gd name="T6" fmla="*/ 654 w 697"/>
                <a:gd name="T7" fmla="*/ 709 h 727"/>
                <a:gd name="T8" fmla="*/ 300 w 697"/>
                <a:gd name="T9" fmla="*/ 355 h 727"/>
                <a:gd name="T10" fmla="*/ 299 w 697"/>
                <a:gd name="T11" fmla="*/ 353 h 727"/>
                <a:gd name="T12" fmla="*/ 299 w 697"/>
                <a:gd name="T13" fmla="*/ 304 h 727"/>
                <a:gd name="T14" fmla="*/ 0 w 697"/>
                <a:gd name="T15" fmla="*/ 5 h 727"/>
                <a:gd name="T16" fmla="*/ 5 w 697"/>
                <a:gd name="T17" fmla="*/ 0 h 727"/>
                <a:gd name="T18" fmla="*/ 305 w 697"/>
                <a:gd name="T19" fmla="*/ 300 h 727"/>
                <a:gd name="T20" fmla="*/ 306 w 697"/>
                <a:gd name="T21" fmla="*/ 303 h 727"/>
                <a:gd name="T22" fmla="*/ 306 w 697"/>
                <a:gd name="T23" fmla="*/ 351 h 727"/>
                <a:gd name="T24" fmla="*/ 658 w 697"/>
                <a:gd name="T25" fmla="*/ 703 h 727"/>
                <a:gd name="T26" fmla="*/ 677 w 697"/>
                <a:gd name="T27" fmla="*/ 703 h 727"/>
                <a:gd name="T28" fmla="*/ 679 w 697"/>
                <a:gd name="T29" fmla="*/ 704 h 727"/>
                <a:gd name="T30" fmla="*/ 697 w 697"/>
                <a:gd name="T31" fmla="*/ 722 h 727"/>
                <a:gd name="T32" fmla="*/ 693 w 697"/>
                <a:gd name="T33" fmla="*/ 727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7" h="727">
                  <a:moveTo>
                    <a:pt x="693" y="727"/>
                  </a:moveTo>
                  <a:cubicBezTo>
                    <a:pt x="675" y="710"/>
                    <a:pt x="675" y="710"/>
                    <a:pt x="675" y="710"/>
                  </a:cubicBezTo>
                  <a:cubicBezTo>
                    <a:pt x="657" y="710"/>
                    <a:pt x="657" y="710"/>
                    <a:pt x="657" y="710"/>
                  </a:cubicBezTo>
                  <a:cubicBezTo>
                    <a:pt x="656" y="710"/>
                    <a:pt x="655" y="710"/>
                    <a:pt x="654" y="709"/>
                  </a:cubicBezTo>
                  <a:cubicBezTo>
                    <a:pt x="300" y="355"/>
                    <a:pt x="300" y="355"/>
                    <a:pt x="300" y="355"/>
                  </a:cubicBezTo>
                  <a:cubicBezTo>
                    <a:pt x="300" y="354"/>
                    <a:pt x="299" y="354"/>
                    <a:pt x="299" y="353"/>
                  </a:cubicBezTo>
                  <a:cubicBezTo>
                    <a:pt x="299" y="304"/>
                    <a:pt x="299" y="304"/>
                    <a:pt x="299" y="30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306" y="301"/>
                    <a:pt x="306" y="302"/>
                    <a:pt x="306" y="303"/>
                  </a:cubicBezTo>
                  <a:cubicBezTo>
                    <a:pt x="306" y="351"/>
                    <a:pt x="306" y="351"/>
                    <a:pt x="306" y="351"/>
                  </a:cubicBezTo>
                  <a:cubicBezTo>
                    <a:pt x="658" y="703"/>
                    <a:pt x="658" y="703"/>
                    <a:pt x="658" y="703"/>
                  </a:cubicBezTo>
                  <a:cubicBezTo>
                    <a:pt x="677" y="703"/>
                    <a:pt x="677" y="703"/>
                    <a:pt x="677" y="703"/>
                  </a:cubicBezTo>
                  <a:cubicBezTo>
                    <a:pt x="678" y="703"/>
                    <a:pt x="679" y="704"/>
                    <a:pt x="679" y="704"/>
                  </a:cubicBezTo>
                  <a:cubicBezTo>
                    <a:pt x="697" y="722"/>
                    <a:pt x="697" y="722"/>
                    <a:pt x="697" y="722"/>
                  </a:cubicBezTo>
                  <a:lnTo>
                    <a:pt x="693" y="72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7" name="Freeform 542"/>
            <p:cNvSpPr>
              <a:spLocks/>
            </p:cNvSpPr>
            <p:nvPr/>
          </p:nvSpPr>
          <p:spPr bwMode="auto">
            <a:xfrm flipV="1">
              <a:off x="1333502" y="6053136"/>
              <a:ext cx="2717800" cy="2627313"/>
            </a:xfrm>
            <a:custGeom>
              <a:avLst/>
              <a:gdLst>
                <a:gd name="T0" fmla="*/ 720 w 724"/>
                <a:gd name="T1" fmla="*/ 700 h 700"/>
                <a:gd name="T2" fmla="*/ 712 w 724"/>
                <a:gd name="T3" fmla="*/ 692 h 700"/>
                <a:gd name="T4" fmla="*/ 629 w 724"/>
                <a:gd name="T5" fmla="*/ 692 h 700"/>
                <a:gd name="T6" fmla="*/ 628 w 724"/>
                <a:gd name="T7" fmla="*/ 691 h 700"/>
                <a:gd name="T8" fmla="*/ 319 w 724"/>
                <a:gd name="T9" fmla="*/ 382 h 700"/>
                <a:gd name="T10" fmla="*/ 318 w 724"/>
                <a:gd name="T11" fmla="*/ 380 h 700"/>
                <a:gd name="T12" fmla="*/ 318 w 724"/>
                <a:gd name="T13" fmla="*/ 322 h 700"/>
                <a:gd name="T14" fmla="*/ 0 w 724"/>
                <a:gd name="T15" fmla="*/ 3 h 700"/>
                <a:gd name="T16" fmla="*/ 3 w 724"/>
                <a:gd name="T17" fmla="*/ 0 h 700"/>
                <a:gd name="T18" fmla="*/ 323 w 724"/>
                <a:gd name="T19" fmla="*/ 319 h 700"/>
                <a:gd name="T20" fmla="*/ 323 w 724"/>
                <a:gd name="T21" fmla="*/ 321 h 700"/>
                <a:gd name="T22" fmla="*/ 323 w 724"/>
                <a:gd name="T23" fmla="*/ 379 h 700"/>
                <a:gd name="T24" fmla="*/ 630 w 724"/>
                <a:gd name="T25" fmla="*/ 687 h 700"/>
                <a:gd name="T26" fmla="*/ 713 w 724"/>
                <a:gd name="T27" fmla="*/ 687 h 700"/>
                <a:gd name="T28" fmla="*/ 715 w 724"/>
                <a:gd name="T29" fmla="*/ 687 h 700"/>
                <a:gd name="T30" fmla="*/ 724 w 724"/>
                <a:gd name="T31" fmla="*/ 696 h 700"/>
                <a:gd name="T32" fmla="*/ 720 w 724"/>
                <a:gd name="T33" fmla="*/ 70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4" h="700">
                  <a:moveTo>
                    <a:pt x="720" y="700"/>
                  </a:moveTo>
                  <a:cubicBezTo>
                    <a:pt x="712" y="692"/>
                    <a:pt x="712" y="692"/>
                    <a:pt x="712" y="692"/>
                  </a:cubicBezTo>
                  <a:cubicBezTo>
                    <a:pt x="629" y="692"/>
                    <a:pt x="629" y="692"/>
                    <a:pt x="629" y="692"/>
                  </a:cubicBezTo>
                  <a:cubicBezTo>
                    <a:pt x="629" y="692"/>
                    <a:pt x="628" y="691"/>
                    <a:pt x="628" y="691"/>
                  </a:cubicBezTo>
                  <a:cubicBezTo>
                    <a:pt x="319" y="382"/>
                    <a:pt x="319" y="382"/>
                    <a:pt x="319" y="382"/>
                  </a:cubicBezTo>
                  <a:cubicBezTo>
                    <a:pt x="318" y="382"/>
                    <a:pt x="318" y="381"/>
                    <a:pt x="318" y="380"/>
                  </a:cubicBezTo>
                  <a:cubicBezTo>
                    <a:pt x="318" y="322"/>
                    <a:pt x="318" y="322"/>
                    <a:pt x="318" y="3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23" y="319"/>
                    <a:pt x="323" y="319"/>
                    <a:pt x="323" y="319"/>
                  </a:cubicBezTo>
                  <a:cubicBezTo>
                    <a:pt x="323" y="319"/>
                    <a:pt x="323" y="320"/>
                    <a:pt x="323" y="321"/>
                  </a:cubicBezTo>
                  <a:cubicBezTo>
                    <a:pt x="323" y="379"/>
                    <a:pt x="323" y="379"/>
                    <a:pt x="323" y="379"/>
                  </a:cubicBezTo>
                  <a:cubicBezTo>
                    <a:pt x="630" y="687"/>
                    <a:pt x="630" y="687"/>
                    <a:pt x="630" y="687"/>
                  </a:cubicBezTo>
                  <a:cubicBezTo>
                    <a:pt x="713" y="687"/>
                    <a:pt x="713" y="687"/>
                    <a:pt x="713" y="687"/>
                  </a:cubicBezTo>
                  <a:cubicBezTo>
                    <a:pt x="714" y="687"/>
                    <a:pt x="714" y="687"/>
                    <a:pt x="715" y="687"/>
                  </a:cubicBezTo>
                  <a:cubicBezTo>
                    <a:pt x="724" y="696"/>
                    <a:pt x="724" y="696"/>
                    <a:pt x="724" y="696"/>
                  </a:cubicBezTo>
                  <a:lnTo>
                    <a:pt x="720" y="7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8" name="Freeform 543"/>
            <p:cNvSpPr>
              <a:spLocks/>
            </p:cNvSpPr>
            <p:nvPr/>
          </p:nvSpPr>
          <p:spPr bwMode="auto">
            <a:xfrm flipV="1">
              <a:off x="1487489" y="6451598"/>
              <a:ext cx="2263775" cy="2379663"/>
            </a:xfrm>
            <a:custGeom>
              <a:avLst/>
              <a:gdLst>
                <a:gd name="T0" fmla="*/ 603 w 603"/>
                <a:gd name="T1" fmla="*/ 634 h 634"/>
                <a:gd name="T2" fmla="*/ 599 w 603"/>
                <a:gd name="T3" fmla="*/ 634 h 634"/>
                <a:gd name="T4" fmla="*/ 599 w 603"/>
                <a:gd name="T5" fmla="*/ 602 h 634"/>
                <a:gd name="T6" fmla="*/ 0 w 603"/>
                <a:gd name="T7" fmla="*/ 2 h 634"/>
                <a:gd name="T8" fmla="*/ 2 w 603"/>
                <a:gd name="T9" fmla="*/ 0 h 634"/>
                <a:gd name="T10" fmla="*/ 602 w 603"/>
                <a:gd name="T11" fmla="*/ 600 h 634"/>
                <a:gd name="T12" fmla="*/ 603 w 603"/>
                <a:gd name="T13" fmla="*/ 601 h 634"/>
                <a:gd name="T14" fmla="*/ 603 w 603"/>
                <a:gd name="T15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634">
                  <a:moveTo>
                    <a:pt x="603" y="634"/>
                  </a:moveTo>
                  <a:cubicBezTo>
                    <a:pt x="599" y="634"/>
                    <a:pt x="599" y="634"/>
                    <a:pt x="599" y="634"/>
                  </a:cubicBezTo>
                  <a:cubicBezTo>
                    <a:pt x="599" y="602"/>
                    <a:pt x="599" y="602"/>
                    <a:pt x="599" y="60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2" y="600"/>
                    <a:pt x="602" y="600"/>
                    <a:pt x="602" y="600"/>
                  </a:cubicBezTo>
                  <a:cubicBezTo>
                    <a:pt x="603" y="600"/>
                    <a:pt x="603" y="601"/>
                    <a:pt x="603" y="601"/>
                  </a:cubicBezTo>
                  <a:lnTo>
                    <a:pt x="603" y="6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9" name="Freeform 544"/>
            <p:cNvSpPr>
              <a:spLocks/>
            </p:cNvSpPr>
            <p:nvPr/>
          </p:nvSpPr>
          <p:spPr bwMode="auto">
            <a:xfrm flipV="1">
              <a:off x="2095502" y="6819898"/>
              <a:ext cx="1658937" cy="1808163"/>
            </a:xfrm>
            <a:custGeom>
              <a:avLst/>
              <a:gdLst>
                <a:gd name="T0" fmla="*/ 439 w 442"/>
                <a:gd name="T1" fmla="*/ 482 h 482"/>
                <a:gd name="T2" fmla="*/ 314 w 442"/>
                <a:gd name="T3" fmla="*/ 356 h 482"/>
                <a:gd name="T4" fmla="*/ 313 w 442"/>
                <a:gd name="T5" fmla="*/ 355 h 482"/>
                <a:gd name="T6" fmla="*/ 313 w 442"/>
                <a:gd name="T7" fmla="*/ 274 h 482"/>
                <a:gd name="T8" fmla="*/ 42 w 442"/>
                <a:gd name="T9" fmla="*/ 3 h 482"/>
                <a:gd name="T10" fmla="*/ 17 w 442"/>
                <a:gd name="T11" fmla="*/ 3 h 482"/>
                <a:gd name="T12" fmla="*/ 4 w 442"/>
                <a:gd name="T13" fmla="*/ 16 h 482"/>
                <a:gd name="T14" fmla="*/ 4 w 442"/>
                <a:gd name="T15" fmla="*/ 46 h 482"/>
                <a:gd name="T16" fmla="*/ 231 w 442"/>
                <a:gd name="T17" fmla="*/ 273 h 482"/>
                <a:gd name="T18" fmla="*/ 228 w 442"/>
                <a:gd name="T19" fmla="*/ 276 h 482"/>
                <a:gd name="T20" fmla="*/ 1 w 442"/>
                <a:gd name="T21" fmla="*/ 48 h 482"/>
                <a:gd name="T22" fmla="*/ 0 w 442"/>
                <a:gd name="T23" fmla="*/ 47 h 482"/>
                <a:gd name="T24" fmla="*/ 0 w 442"/>
                <a:gd name="T25" fmla="*/ 16 h 482"/>
                <a:gd name="T26" fmla="*/ 1 w 442"/>
                <a:gd name="T27" fmla="*/ 15 h 482"/>
                <a:gd name="T28" fmla="*/ 15 w 442"/>
                <a:gd name="T29" fmla="*/ 0 h 482"/>
                <a:gd name="T30" fmla="*/ 16 w 442"/>
                <a:gd name="T31" fmla="*/ 0 h 482"/>
                <a:gd name="T32" fmla="*/ 43 w 442"/>
                <a:gd name="T33" fmla="*/ 0 h 482"/>
                <a:gd name="T34" fmla="*/ 44 w 442"/>
                <a:gd name="T35" fmla="*/ 0 h 482"/>
                <a:gd name="T36" fmla="*/ 316 w 442"/>
                <a:gd name="T37" fmla="*/ 272 h 482"/>
                <a:gd name="T38" fmla="*/ 317 w 442"/>
                <a:gd name="T39" fmla="*/ 274 h 482"/>
                <a:gd name="T40" fmla="*/ 317 w 442"/>
                <a:gd name="T41" fmla="*/ 354 h 482"/>
                <a:gd name="T42" fmla="*/ 442 w 442"/>
                <a:gd name="T43" fmla="*/ 479 h 482"/>
                <a:gd name="T44" fmla="*/ 439 w 442"/>
                <a:gd name="T45" fmla="*/ 48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2" h="482">
                  <a:moveTo>
                    <a:pt x="439" y="482"/>
                  </a:moveTo>
                  <a:cubicBezTo>
                    <a:pt x="314" y="356"/>
                    <a:pt x="314" y="356"/>
                    <a:pt x="314" y="356"/>
                  </a:cubicBezTo>
                  <a:cubicBezTo>
                    <a:pt x="313" y="356"/>
                    <a:pt x="313" y="355"/>
                    <a:pt x="313" y="355"/>
                  </a:cubicBezTo>
                  <a:cubicBezTo>
                    <a:pt x="313" y="274"/>
                    <a:pt x="313" y="274"/>
                    <a:pt x="313" y="27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31" y="273"/>
                    <a:pt x="231" y="273"/>
                    <a:pt x="231" y="273"/>
                  </a:cubicBezTo>
                  <a:cubicBezTo>
                    <a:pt x="228" y="276"/>
                    <a:pt x="228" y="276"/>
                    <a:pt x="228" y="276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7"/>
                    <a:pt x="0" y="4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0"/>
                    <a:pt x="44" y="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3"/>
                    <a:pt x="317" y="273"/>
                    <a:pt x="317" y="274"/>
                  </a:cubicBezTo>
                  <a:cubicBezTo>
                    <a:pt x="317" y="354"/>
                    <a:pt x="317" y="354"/>
                    <a:pt x="317" y="354"/>
                  </a:cubicBezTo>
                  <a:cubicBezTo>
                    <a:pt x="442" y="479"/>
                    <a:pt x="442" y="479"/>
                    <a:pt x="442" y="479"/>
                  </a:cubicBezTo>
                  <a:lnTo>
                    <a:pt x="439" y="4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0" name="Freeform 545"/>
            <p:cNvSpPr>
              <a:spLocks/>
            </p:cNvSpPr>
            <p:nvPr/>
          </p:nvSpPr>
          <p:spPr bwMode="auto">
            <a:xfrm flipV="1">
              <a:off x="2009777" y="6635749"/>
              <a:ext cx="1914525" cy="2079625"/>
            </a:xfrm>
            <a:custGeom>
              <a:avLst/>
              <a:gdLst>
                <a:gd name="T0" fmla="*/ 508 w 510"/>
                <a:gd name="T1" fmla="*/ 554 h 554"/>
                <a:gd name="T2" fmla="*/ 499 w 510"/>
                <a:gd name="T3" fmla="*/ 546 h 554"/>
                <a:gd name="T4" fmla="*/ 499 w 510"/>
                <a:gd name="T5" fmla="*/ 545 h 554"/>
                <a:gd name="T6" fmla="*/ 499 w 510"/>
                <a:gd name="T7" fmla="*/ 500 h 554"/>
                <a:gd name="T8" fmla="*/ 364 w 510"/>
                <a:gd name="T9" fmla="*/ 365 h 554"/>
                <a:gd name="T10" fmla="*/ 364 w 510"/>
                <a:gd name="T11" fmla="*/ 364 h 554"/>
                <a:gd name="T12" fmla="*/ 364 w 510"/>
                <a:gd name="T13" fmla="*/ 299 h 554"/>
                <a:gd name="T14" fmla="*/ 68 w 510"/>
                <a:gd name="T15" fmla="*/ 3 h 554"/>
                <a:gd name="T16" fmla="*/ 34 w 510"/>
                <a:gd name="T17" fmla="*/ 3 h 554"/>
                <a:gd name="T18" fmla="*/ 4 w 510"/>
                <a:gd name="T19" fmla="*/ 34 h 554"/>
                <a:gd name="T20" fmla="*/ 4 w 510"/>
                <a:gd name="T21" fmla="*/ 73 h 554"/>
                <a:gd name="T22" fmla="*/ 210 w 510"/>
                <a:gd name="T23" fmla="*/ 279 h 554"/>
                <a:gd name="T24" fmla="*/ 207 w 510"/>
                <a:gd name="T25" fmla="*/ 282 h 554"/>
                <a:gd name="T26" fmla="*/ 1 w 510"/>
                <a:gd name="T27" fmla="*/ 75 h 554"/>
                <a:gd name="T28" fmla="*/ 0 w 510"/>
                <a:gd name="T29" fmla="*/ 74 h 554"/>
                <a:gd name="T30" fmla="*/ 0 w 510"/>
                <a:gd name="T31" fmla="*/ 33 h 554"/>
                <a:gd name="T32" fmla="*/ 1 w 510"/>
                <a:gd name="T33" fmla="*/ 32 h 554"/>
                <a:gd name="T34" fmla="*/ 32 w 510"/>
                <a:gd name="T35" fmla="*/ 0 h 554"/>
                <a:gd name="T36" fmla="*/ 34 w 510"/>
                <a:gd name="T37" fmla="*/ 0 h 554"/>
                <a:gd name="T38" fmla="*/ 34 w 510"/>
                <a:gd name="T39" fmla="*/ 0 h 554"/>
                <a:gd name="T40" fmla="*/ 68 w 510"/>
                <a:gd name="T41" fmla="*/ 0 h 554"/>
                <a:gd name="T42" fmla="*/ 70 w 510"/>
                <a:gd name="T43" fmla="*/ 0 h 554"/>
                <a:gd name="T44" fmla="*/ 366 w 510"/>
                <a:gd name="T45" fmla="*/ 297 h 554"/>
                <a:gd name="T46" fmla="*/ 367 w 510"/>
                <a:gd name="T47" fmla="*/ 298 h 554"/>
                <a:gd name="T48" fmla="*/ 367 w 510"/>
                <a:gd name="T49" fmla="*/ 363 h 554"/>
                <a:gd name="T50" fmla="*/ 502 w 510"/>
                <a:gd name="T51" fmla="*/ 498 h 554"/>
                <a:gd name="T52" fmla="*/ 502 w 510"/>
                <a:gd name="T53" fmla="*/ 499 h 554"/>
                <a:gd name="T54" fmla="*/ 502 w 510"/>
                <a:gd name="T55" fmla="*/ 544 h 554"/>
                <a:gd name="T56" fmla="*/ 510 w 510"/>
                <a:gd name="T57" fmla="*/ 552 h 554"/>
                <a:gd name="T58" fmla="*/ 508 w 510"/>
                <a:gd name="T59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0" h="554">
                  <a:moveTo>
                    <a:pt x="508" y="554"/>
                  </a:moveTo>
                  <a:cubicBezTo>
                    <a:pt x="499" y="546"/>
                    <a:pt x="499" y="546"/>
                    <a:pt x="499" y="546"/>
                  </a:cubicBezTo>
                  <a:cubicBezTo>
                    <a:pt x="499" y="546"/>
                    <a:pt x="499" y="545"/>
                    <a:pt x="499" y="545"/>
                  </a:cubicBezTo>
                  <a:cubicBezTo>
                    <a:pt x="499" y="500"/>
                    <a:pt x="499" y="500"/>
                    <a:pt x="499" y="500"/>
                  </a:cubicBezTo>
                  <a:cubicBezTo>
                    <a:pt x="364" y="365"/>
                    <a:pt x="364" y="365"/>
                    <a:pt x="364" y="365"/>
                  </a:cubicBezTo>
                  <a:cubicBezTo>
                    <a:pt x="364" y="365"/>
                    <a:pt x="364" y="364"/>
                    <a:pt x="364" y="364"/>
                  </a:cubicBezTo>
                  <a:cubicBezTo>
                    <a:pt x="364" y="299"/>
                    <a:pt x="364" y="299"/>
                    <a:pt x="364" y="299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210" y="279"/>
                    <a:pt x="210" y="279"/>
                    <a:pt x="210" y="27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0" y="75"/>
                    <a:pt x="0" y="7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2"/>
                    <a:pt x="1" y="32"/>
                    <a:pt x="1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366" y="297"/>
                    <a:pt x="366" y="297"/>
                    <a:pt x="366" y="297"/>
                  </a:cubicBezTo>
                  <a:cubicBezTo>
                    <a:pt x="367" y="297"/>
                    <a:pt x="367" y="298"/>
                    <a:pt x="367" y="298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502" y="498"/>
                    <a:pt x="502" y="498"/>
                    <a:pt x="502" y="498"/>
                  </a:cubicBezTo>
                  <a:cubicBezTo>
                    <a:pt x="502" y="498"/>
                    <a:pt x="502" y="499"/>
                    <a:pt x="502" y="499"/>
                  </a:cubicBezTo>
                  <a:cubicBezTo>
                    <a:pt x="502" y="544"/>
                    <a:pt x="502" y="544"/>
                    <a:pt x="502" y="544"/>
                  </a:cubicBezTo>
                  <a:cubicBezTo>
                    <a:pt x="510" y="552"/>
                    <a:pt x="510" y="552"/>
                    <a:pt x="510" y="552"/>
                  </a:cubicBezTo>
                  <a:lnTo>
                    <a:pt x="508" y="5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1" name="Freeform 546"/>
            <p:cNvSpPr>
              <a:spLocks/>
            </p:cNvSpPr>
            <p:nvPr/>
          </p:nvSpPr>
          <p:spPr bwMode="auto">
            <a:xfrm flipV="1">
              <a:off x="2171702" y="6492874"/>
              <a:ext cx="2044700" cy="2060575"/>
            </a:xfrm>
            <a:custGeom>
              <a:avLst/>
              <a:gdLst>
                <a:gd name="T0" fmla="*/ 480 w 545"/>
                <a:gd name="T1" fmla="*/ 549 h 549"/>
                <a:gd name="T2" fmla="*/ 453 w 545"/>
                <a:gd name="T3" fmla="*/ 549 h 549"/>
                <a:gd name="T4" fmla="*/ 451 w 545"/>
                <a:gd name="T5" fmla="*/ 548 h 549"/>
                <a:gd name="T6" fmla="*/ 438 w 545"/>
                <a:gd name="T7" fmla="*/ 535 h 549"/>
                <a:gd name="T8" fmla="*/ 437 w 545"/>
                <a:gd name="T9" fmla="*/ 534 h 549"/>
                <a:gd name="T10" fmla="*/ 437 w 545"/>
                <a:gd name="T11" fmla="*/ 520 h 549"/>
                <a:gd name="T12" fmla="*/ 275 w 545"/>
                <a:gd name="T13" fmla="*/ 357 h 549"/>
                <a:gd name="T14" fmla="*/ 274 w 545"/>
                <a:gd name="T15" fmla="*/ 356 h 549"/>
                <a:gd name="T16" fmla="*/ 274 w 545"/>
                <a:gd name="T17" fmla="*/ 256 h 549"/>
                <a:gd name="T18" fmla="*/ 22 w 545"/>
                <a:gd name="T19" fmla="*/ 3 h 549"/>
                <a:gd name="T20" fmla="*/ 9 w 545"/>
                <a:gd name="T21" fmla="*/ 3 h 549"/>
                <a:gd name="T22" fmla="*/ 3 w 545"/>
                <a:gd name="T23" fmla="*/ 9 h 549"/>
                <a:gd name="T24" fmla="*/ 3 w 545"/>
                <a:gd name="T25" fmla="*/ 17 h 549"/>
                <a:gd name="T26" fmla="*/ 194 w 545"/>
                <a:gd name="T27" fmla="*/ 208 h 549"/>
                <a:gd name="T28" fmla="*/ 192 w 545"/>
                <a:gd name="T29" fmla="*/ 211 h 549"/>
                <a:gd name="T30" fmla="*/ 0 w 545"/>
                <a:gd name="T31" fmla="*/ 19 h 549"/>
                <a:gd name="T32" fmla="*/ 0 w 545"/>
                <a:gd name="T33" fmla="*/ 18 h 549"/>
                <a:gd name="T34" fmla="*/ 0 w 545"/>
                <a:gd name="T35" fmla="*/ 8 h 549"/>
                <a:gd name="T36" fmla="*/ 0 w 545"/>
                <a:gd name="T37" fmla="*/ 7 h 549"/>
                <a:gd name="T38" fmla="*/ 7 w 545"/>
                <a:gd name="T39" fmla="*/ 0 h 549"/>
                <a:gd name="T40" fmla="*/ 8 w 545"/>
                <a:gd name="T41" fmla="*/ 0 h 549"/>
                <a:gd name="T42" fmla="*/ 8 w 545"/>
                <a:gd name="T43" fmla="*/ 0 h 549"/>
                <a:gd name="T44" fmla="*/ 22 w 545"/>
                <a:gd name="T45" fmla="*/ 0 h 549"/>
                <a:gd name="T46" fmla="*/ 24 w 545"/>
                <a:gd name="T47" fmla="*/ 0 h 549"/>
                <a:gd name="T48" fmla="*/ 277 w 545"/>
                <a:gd name="T49" fmla="*/ 254 h 549"/>
                <a:gd name="T50" fmla="*/ 278 w 545"/>
                <a:gd name="T51" fmla="*/ 255 h 549"/>
                <a:gd name="T52" fmla="*/ 278 w 545"/>
                <a:gd name="T53" fmla="*/ 355 h 549"/>
                <a:gd name="T54" fmla="*/ 440 w 545"/>
                <a:gd name="T55" fmla="*/ 518 h 549"/>
                <a:gd name="T56" fmla="*/ 441 w 545"/>
                <a:gd name="T57" fmla="*/ 519 h 549"/>
                <a:gd name="T58" fmla="*/ 441 w 545"/>
                <a:gd name="T59" fmla="*/ 533 h 549"/>
                <a:gd name="T60" fmla="*/ 453 w 545"/>
                <a:gd name="T61" fmla="*/ 545 h 549"/>
                <a:gd name="T62" fmla="*/ 480 w 545"/>
                <a:gd name="T63" fmla="*/ 545 h 549"/>
                <a:gd name="T64" fmla="*/ 500 w 545"/>
                <a:gd name="T65" fmla="*/ 525 h 549"/>
                <a:gd name="T66" fmla="*/ 501 w 545"/>
                <a:gd name="T67" fmla="*/ 524 h 549"/>
                <a:gd name="T68" fmla="*/ 545 w 545"/>
                <a:gd name="T69" fmla="*/ 524 h 549"/>
                <a:gd name="T70" fmla="*/ 545 w 545"/>
                <a:gd name="T71" fmla="*/ 528 h 549"/>
                <a:gd name="T72" fmla="*/ 502 w 545"/>
                <a:gd name="T73" fmla="*/ 528 h 549"/>
                <a:gd name="T74" fmla="*/ 481 w 545"/>
                <a:gd name="T75" fmla="*/ 548 h 549"/>
                <a:gd name="T76" fmla="*/ 480 w 545"/>
                <a:gd name="T77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5" h="549">
                  <a:moveTo>
                    <a:pt x="480" y="549"/>
                  </a:moveTo>
                  <a:cubicBezTo>
                    <a:pt x="453" y="549"/>
                    <a:pt x="453" y="549"/>
                    <a:pt x="453" y="549"/>
                  </a:cubicBezTo>
                  <a:cubicBezTo>
                    <a:pt x="452" y="549"/>
                    <a:pt x="452" y="548"/>
                    <a:pt x="451" y="548"/>
                  </a:cubicBezTo>
                  <a:cubicBezTo>
                    <a:pt x="438" y="535"/>
                    <a:pt x="438" y="535"/>
                    <a:pt x="438" y="535"/>
                  </a:cubicBezTo>
                  <a:cubicBezTo>
                    <a:pt x="438" y="534"/>
                    <a:pt x="437" y="534"/>
                    <a:pt x="437" y="534"/>
                  </a:cubicBezTo>
                  <a:cubicBezTo>
                    <a:pt x="437" y="520"/>
                    <a:pt x="437" y="520"/>
                    <a:pt x="437" y="520"/>
                  </a:cubicBezTo>
                  <a:cubicBezTo>
                    <a:pt x="275" y="357"/>
                    <a:pt x="275" y="357"/>
                    <a:pt x="275" y="357"/>
                  </a:cubicBezTo>
                  <a:cubicBezTo>
                    <a:pt x="274" y="357"/>
                    <a:pt x="274" y="356"/>
                    <a:pt x="274" y="356"/>
                  </a:cubicBezTo>
                  <a:cubicBezTo>
                    <a:pt x="274" y="256"/>
                    <a:pt x="274" y="256"/>
                    <a:pt x="274" y="256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94" y="208"/>
                    <a:pt x="194" y="208"/>
                    <a:pt x="194" y="208"/>
                  </a:cubicBezTo>
                  <a:cubicBezTo>
                    <a:pt x="192" y="211"/>
                    <a:pt x="192" y="211"/>
                    <a:pt x="192" y="2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8"/>
                    <a:pt x="0" y="1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77" y="254"/>
                    <a:pt x="277" y="254"/>
                    <a:pt x="277" y="254"/>
                  </a:cubicBezTo>
                  <a:cubicBezTo>
                    <a:pt x="277" y="254"/>
                    <a:pt x="278" y="255"/>
                    <a:pt x="278" y="255"/>
                  </a:cubicBezTo>
                  <a:cubicBezTo>
                    <a:pt x="278" y="355"/>
                    <a:pt x="278" y="355"/>
                    <a:pt x="278" y="355"/>
                  </a:cubicBezTo>
                  <a:cubicBezTo>
                    <a:pt x="440" y="518"/>
                    <a:pt x="440" y="518"/>
                    <a:pt x="440" y="518"/>
                  </a:cubicBezTo>
                  <a:cubicBezTo>
                    <a:pt x="441" y="518"/>
                    <a:pt x="441" y="519"/>
                    <a:pt x="441" y="519"/>
                  </a:cubicBezTo>
                  <a:cubicBezTo>
                    <a:pt x="441" y="533"/>
                    <a:pt x="441" y="533"/>
                    <a:pt x="441" y="533"/>
                  </a:cubicBezTo>
                  <a:cubicBezTo>
                    <a:pt x="453" y="545"/>
                    <a:pt x="453" y="545"/>
                    <a:pt x="453" y="545"/>
                  </a:cubicBezTo>
                  <a:cubicBezTo>
                    <a:pt x="480" y="545"/>
                    <a:pt x="480" y="545"/>
                    <a:pt x="480" y="545"/>
                  </a:cubicBezTo>
                  <a:cubicBezTo>
                    <a:pt x="500" y="525"/>
                    <a:pt x="500" y="525"/>
                    <a:pt x="500" y="525"/>
                  </a:cubicBezTo>
                  <a:cubicBezTo>
                    <a:pt x="500" y="525"/>
                    <a:pt x="501" y="524"/>
                    <a:pt x="501" y="524"/>
                  </a:cubicBezTo>
                  <a:cubicBezTo>
                    <a:pt x="545" y="524"/>
                    <a:pt x="545" y="524"/>
                    <a:pt x="545" y="524"/>
                  </a:cubicBezTo>
                  <a:cubicBezTo>
                    <a:pt x="545" y="528"/>
                    <a:pt x="545" y="528"/>
                    <a:pt x="545" y="528"/>
                  </a:cubicBezTo>
                  <a:cubicBezTo>
                    <a:pt x="502" y="528"/>
                    <a:pt x="502" y="528"/>
                    <a:pt x="502" y="528"/>
                  </a:cubicBezTo>
                  <a:cubicBezTo>
                    <a:pt x="481" y="548"/>
                    <a:pt x="481" y="548"/>
                    <a:pt x="481" y="548"/>
                  </a:cubicBezTo>
                  <a:cubicBezTo>
                    <a:pt x="481" y="548"/>
                    <a:pt x="481" y="549"/>
                    <a:pt x="480" y="5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2" name="Freeform 547"/>
            <p:cNvSpPr>
              <a:spLocks/>
            </p:cNvSpPr>
            <p:nvPr/>
          </p:nvSpPr>
          <p:spPr bwMode="auto">
            <a:xfrm flipV="1">
              <a:off x="1874839" y="6440486"/>
              <a:ext cx="2644775" cy="2781300"/>
            </a:xfrm>
            <a:custGeom>
              <a:avLst/>
              <a:gdLst>
                <a:gd name="T0" fmla="*/ 699 w 705"/>
                <a:gd name="T1" fmla="*/ 741 h 741"/>
                <a:gd name="T2" fmla="*/ 697 w 705"/>
                <a:gd name="T3" fmla="*/ 739 h 741"/>
                <a:gd name="T4" fmla="*/ 701 w 705"/>
                <a:gd name="T5" fmla="*/ 734 h 741"/>
                <a:gd name="T6" fmla="*/ 701 w 705"/>
                <a:gd name="T7" fmla="*/ 703 h 741"/>
                <a:gd name="T8" fmla="*/ 656 w 705"/>
                <a:gd name="T9" fmla="*/ 657 h 741"/>
                <a:gd name="T10" fmla="*/ 627 w 705"/>
                <a:gd name="T11" fmla="*/ 657 h 741"/>
                <a:gd name="T12" fmla="*/ 607 w 705"/>
                <a:gd name="T13" fmla="*/ 678 h 741"/>
                <a:gd name="T14" fmla="*/ 606 w 705"/>
                <a:gd name="T15" fmla="*/ 678 h 741"/>
                <a:gd name="T16" fmla="*/ 606 w 705"/>
                <a:gd name="T17" fmla="*/ 678 h 741"/>
                <a:gd name="T18" fmla="*/ 579 w 705"/>
                <a:gd name="T19" fmla="*/ 678 h 741"/>
                <a:gd name="T20" fmla="*/ 578 w 705"/>
                <a:gd name="T21" fmla="*/ 678 h 741"/>
                <a:gd name="T22" fmla="*/ 564 w 705"/>
                <a:gd name="T23" fmla="*/ 664 h 741"/>
                <a:gd name="T24" fmla="*/ 564 w 705"/>
                <a:gd name="T25" fmla="*/ 663 h 741"/>
                <a:gd name="T26" fmla="*/ 564 w 705"/>
                <a:gd name="T27" fmla="*/ 634 h 741"/>
                <a:gd name="T28" fmla="*/ 564 w 705"/>
                <a:gd name="T29" fmla="*/ 633 h 741"/>
                <a:gd name="T30" fmla="*/ 584 w 705"/>
                <a:gd name="T31" fmla="*/ 614 h 741"/>
                <a:gd name="T32" fmla="*/ 584 w 705"/>
                <a:gd name="T33" fmla="*/ 586 h 741"/>
                <a:gd name="T34" fmla="*/ 0 w 705"/>
                <a:gd name="T35" fmla="*/ 3 h 741"/>
                <a:gd name="T36" fmla="*/ 3 w 705"/>
                <a:gd name="T37" fmla="*/ 0 h 741"/>
                <a:gd name="T38" fmla="*/ 587 w 705"/>
                <a:gd name="T39" fmla="*/ 584 h 741"/>
                <a:gd name="T40" fmla="*/ 587 w 705"/>
                <a:gd name="T41" fmla="*/ 585 h 741"/>
                <a:gd name="T42" fmla="*/ 587 w 705"/>
                <a:gd name="T43" fmla="*/ 614 h 741"/>
                <a:gd name="T44" fmla="*/ 587 w 705"/>
                <a:gd name="T45" fmla="*/ 615 h 741"/>
                <a:gd name="T46" fmla="*/ 567 w 705"/>
                <a:gd name="T47" fmla="*/ 635 h 741"/>
                <a:gd name="T48" fmla="*/ 567 w 705"/>
                <a:gd name="T49" fmla="*/ 662 h 741"/>
                <a:gd name="T50" fmla="*/ 580 w 705"/>
                <a:gd name="T51" fmla="*/ 675 h 741"/>
                <a:gd name="T52" fmla="*/ 605 w 705"/>
                <a:gd name="T53" fmla="*/ 675 h 741"/>
                <a:gd name="T54" fmla="*/ 625 w 705"/>
                <a:gd name="T55" fmla="*/ 654 h 741"/>
                <a:gd name="T56" fmla="*/ 627 w 705"/>
                <a:gd name="T57" fmla="*/ 654 h 741"/>
                <a:gd name="T58" fmla="*/ 656 w 705"/>
                <a:gd name="T59" fmla="*/ 654 h 741"/>
                <a:gd name="T60" fmla="*/ 658 w 705"/>
                <a:gd name="T61" fmla="*/ 654 h 741"/>
                <a:gd name="T62" fmla="*/ 704 w 705"/>
                <a:gd name="T63" fmla="*/ 701 h 741"/>
                <a:gd name="T64" fmla="*/ 705 w 705"/>
                <a:gd name="T65" fmla="*/ 702 h 741"/>
                <a:gd name="T66" fmla="*/ 705 w 705"/>
                <a:gd name="T67" fmla="*/ 735 h 741"/>
                <a:gd name="T68" fmla="*/ 704 w 705"/>
                <a:gd name="T69" fmla="*/ 736 h 741"/>
                <a:gd name="T70" fmla="*/ 699 w 705"/>
                <a:gd name="T71" fmla="*/ 74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5" h="741">
                  <a:moveTo>
                    <a:pt x="699" y="741"/>
                  </a:moveTo>
                  <a:cubicBezTo>
                    <a:pt x="697" y="739"/>
                    <a:pt x="697" y="739"/>
                    <a:pt x="697" y="739"/>
                  </a:cubicBezTo>
                  <a:cubicBezTo>
                    <a:pt x="701" y="734"/>
                    <a:pt x="701" y="734"/>
                    <a:pt x="701" y="734"/>
                  </a:cubicBezTo>
                  <a:cubicBezTo>
                    <a:pt x="701" y="703"/>
                    <a:pt x="701" y="703"/>
                    <a:pt x="701" y="703"/>
                  </a:cubicBezTo>
                  <a:cubicBezTo>
                    <a:pt x="656" y="657"/>
                    <a:pt x="656" y="657"/>
                    <a:pt x="656" y="657"/>
                  </a:cubicBezTo>
                  <a:cubicBezTo>
                    <a:pt x="627" y="657"/>
                    <a:pt x="627" y="657"/>
                    <a:pt x="627" y="657"/>
                  </a:cubicBezTo>
                  <a:cubicBezTo>
                    <a:pt x="607" y="678"/>
                    <a:pt x="607" y="678"/>
                    <a:pt x="607" y="678"/>
                  </a:cubicBezTo>
                  <a:cubicBezTo>
                    <a:pt x="607" y="678"/>
                    <a:pt x="606" y="678"/>
                    <a:pt x="606" y="678"/>
                  </a:cubicBezTo>
                  <a:cubicBezTo>
                    <a:pt x="606" y="678"/>
                    <a:pt x="606" y="678"/>
                    <a:pt x="606" y="678"/>
                  </a:cubicBezTo>
                  <a:cubicBezTo>
                    <a:pt x="579" y="678"/>
                    <a:pt x="579" y="678"/>
                    <a:pt x="579" y="678"/>
                  </a:cubicBezTo>
                  <a:cubicBezTo>
                    <a:pt x="579" y="678"/>
                    <a:pt x="578" y="678"/>
                    <a:pt x="578" y="678"/>
                  </a:cubicBezTo>
                  <a:cubicBezTo>
                    <a:pt x="564" y="664"/>
                    <a:pt x="564" y="664"/>
                    <a:pt x="564" y="664"/>
                  </a:cubicBezTo>
                  <a:cubicBezTo>
                    <a:pt x="564" y="664"/>
                    <a:pt x="564" y="663"/>
                    <a:pt x="564" y="663"/>
                  </a:cubicBezTo>
                  <a:cubicBezTo>
                    <a:pt x="564" y="634"/>
                    <a:pt x="564" y="634"/>
                    <a:pt x="564" y="634"/>
                  </a:cubicBezTo>
                  <a:cubicBezTo>
                    <a:pt x="564" y="634"/>
                    <a:pt x="564" y="633"/>
                    <a:pt x="564" y="633"/>
                  </a:cubicBezTo>
                  <a:cubicBezTo>
                    <a:pt x="584" y="614"/>
                    <a:pt x="584" y="614"/>
                    <a:pt x="584" y="614"/>
                  </a:cubicBezTo>
                  <a:cubicBezTo>
                    <a:pt x="584" y="586"/>
                    <a:pt x="584" y="586"/>
                    <a:pt x="584" y="58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87" y="584"/>
                    <a:pt x="587" y="584"/>
                    <a:pt x="587" y="584"/>
                  </a:cubicBezTo>
                  <a:cubicBezTo>
                    <a:pt x="587" y="584"/>
                    <a:pt x="587" y="585"/>
                    <a:pt x="587" y="585"/>
                  </a:cubicBezTo>
                  <a:cubicBezTo>
                    <a:pt x="587" y="614"/>
                    <a:pt x="587" y="614"/>
                    <a:pt x="587" y="614"/>
                  </a:cubicBezTo>
                  <a:cubicBezTo>
                    <a:pt x="587" y="615"/>
                    <a:pt x="587" y="615"/>
                    <a:pt x="587" y="615"/>
                  </a:cubicBezTo>
                  <a:cubicBezTo>
                    <a:pt x="567" y="635"/>
                    <a:pt x="567" y="635"/>
                    <a:pt x="567" y="635"/>
                  </a:cubicBezTo>
                  <a:cubicBezTo>
                    <a:pt x="567" y="662"/>
                    <a:pt x="567" y="662"/>
                    <a:pt x="567" y="662"/>
                  </a:cubicBezTo>
                  <a:cubicBezTo>
                    <a:pt x="580" y="675"/>
                    <a:pt x="580" y="675"/>
                    <a:pt x="580" y="675"/>
                  </a:cubicBezTo>
                  <a:cubicBezTo>
                    <a:pt x="605" y="675"/>
                    <a:pt x="605" y="675"/>
                    <a:pt x="605" y="675"/>
                  </a:cubicBezTo>
                  <a:cubicBezTo>
                    <a:pt x="625" y="654"/>
                    <a:pt x="625" y="654"/>
                    <a:pt x="625" y="654"/>
                  </a:cubicBezTo>
                  <a:cubicBezTo>
                    <a:pt x="626" y="654"/>
                    <a:pt x="626" y="654"/>
                    <a:pt x="627" y="654"/>
                  </a:cubicBezTo>
                  <a:cubicBezTo>
                    <a:pt x="656" y="654"/>
                    <a:pt x="656" y="654"/>
                    <a:pt x="656" y="654"/>
                  </a:cubicBezTo>
                  <a:cubicBezTo>
                    <a:pt x="657" y="654"/>
                    <a:pt x="657" y="654"/>
                    <a:pt x="658" y="654"/>
                  </a:cubicBezTo>
                  <a:cubicBezTo>
                    <a:pt x="704" y="701"/>
                    <a:pt x="704" y="701"/>
                    <a:pt x="704" y="701"/>
                  </a:cubicBezTo>
                  <a:cubicBezTo>
                    <a:pt x="705" y="701"/>
                    <a:pt x="705" y="702"/>
                    <a:pt x="705" y="702"/>
                  </a:cubicBezTo>
                  <a:cubicBezTo>
                    <a:pt x="705" y="735"/>
                    <a:pt x="705" y="735"/>
                    <a:pt x="705" y="735"/>
                  </a:cubicBezTo>
                  <a:cubicBezTo>
                    <a:pt x="705" y="735"/>
                    <a:pt x="705" y="736"/>
                    <a:pt x="704" y="736"/>
                  </a:cubicBezTo>
                  <a:lnTo>
                    <a:pt x="699" y="74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3" name="Freeform 548"/>
            <p:cNvSpPr>
              <a:spLocks/>
            </p:cNvSpPr>
            <p:nvPr/>
          </p:nvSpPr>
          <p:spPr bwMode="auto">
            <a:xfrm flipV="1">
              <a:off x="1922464" y="6811961"/>
              <a:ext cx="2260600" cy="2454275"/>
            </a:xfrm>
            <a:custGeom>
              <a:avLst/>
              <a:gdLst>
                <a:gd name="T0" fmla="*/ 594 w 602"/>
                <a:gd name="T1" fmla="*/ 654 h 654"/>
                <a:gd name="T2" fmla="*/ 591 w 602"/>
                <a:gd name="T3" fmla="*/ 651 h 654"/>
                <a:gd name="T4" fmla="*/ 598 w 602"/>
                <a:gd name="T5" fmla="*/ 644 h 654"/>
                <a:gd name="T6" fmla="*/ 598 w 602"/>
                <a:gd name="T7" fmla="*/ 601 h 654"/>
                <a:gd name="T8" fmla="*/ 0 w 602"/>
                <a:gd name="T9" fmla="*/ 2 h 654"/>
                <a:gd name="T10" fmla="*/ 2 w 602"/>
                <a:gd name="T11" fmla="*/ 0 h 654"/>
                <a:gd name="T12" fmla="*/ 601 w 602"/>
                <a:gd name="T13" fmla="*/ 599 h 654"/>
                <a:gd name="T14" fmla="*/ 602 w 602"/>
                <a:gd name="T15" fmla="*/ 600 h 654"/>
                <a:gd name="T16" fmla="*/ 602 w 602"/>
                <a:gd name="T17" fmla="*/ 645 h 654"/>
                <a:gd name="T18" fmla="*/ 601 w 602"/>
                <a:gd name="T19" fmla="*/ 646 h 654"/>
                <a:gd name="T20" fmla="*/ 594 w 602"/>
                <a:gd name="T21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2" h="654">
                  <a:moveTo>
                    <a:pt x="594" y="654"/>
                  </a:moveTo>
                  <a:cubicBezTo>
                    <a:pt x="591" y="651"/>
                    <a:pt x="591" y="651"/>
                    <a:pt x="591" y="651"/>
                  </a:cubicBezTo>
                  <a:cubicBezTo>
                    <a:pt x="598" y="644"/>
                    <a:pt x="598" y="644"/>
                    <a:pt x="598" y="644"/>
                  </a:cubicBezTo>
                  <a:cubicBezTo>
                    <a:pt x="598" y="601"/>
                    <a:pt x="598" y="601"/>
                    <a:pt x="598" y="60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1" y="599"/>
                    <a:pt x="601" y="599"/>
                    <a:pt x="601" y="599"/>
                  </a:cubicBezTo>
                  <a:cubicBezTo>
                    <a:pt x="602" y="599"/>
                    <a:pt x="602" y="600"/>
                    <a:pt x="602" y="600"/>
                  </a:cubicBezTo>
                  <a:cubicBezTo>
                    <a:pt x="602" y="645"/>
                    <a:pt x="602" y="645"/>
                    <a:pt x="602" y="645"/>
                  </a:cubicBezTo>
                  <a:cubicBezTo>
                    <a:pt x="602" y="645"/>
                    <a:pt x="602" y="646"/>
                    <a:pt x="601" y="646"/>
                  </a:cubicBezTo>
                  <a:lnTo>
                    <a:pt x="594" y="65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4" name="Freeform 549"/>
            <p:cNvSpPr>
              <a:spLocks/>
            </p:cNvSpPr>
            <p:nvPr/>
          </p:nvSpPr>
          <p:spPr bwMode="auto">
            <a:xfrm flipV="1">
              <a:off x="2249489" y="6627811"/>
              <a:ext cx="2371725" cy="2701925"/>
            </a:xfrm>
            <a:custGeom>
              <a:avLst/>
              <a:gdLst>
                <a:gd name="T0" fmla="*/ 630 w 632"/>
                <a:gd name="T1" fmla="*/ 720 h 720"/>
                <a:gd name="T2" fmla="*/ 624 w 632"/>
                <a:gd name="T3" fmla="*/ 714 h 720"/>
                <a:gd name="T4" fmla="*/ 623 w 632"/>
                <a:gd name="T5" fmla="*/ 713 h 720"/>
                <a:gd name="T6" fmla="*/ 623 w 632"/>
                <a:gd name="T7" fmla="*/ 670 h 720"/>
                <a:gd name="T8" fmla="*/ 591 w 632"/>
                <a:gd name="T9" fmla="*/ 639 h 720"/>
                <a:gd name="T10" fmla="*/ 562 w 632"/>
                <a:gd name="T11" fmla="*/ 639 h 720"/>
                <a:gd name="T12" fmla="*/ 560 w 632"/>
                <a:gd name="T13" fmla="*/ 638 h 720"/>
                <a:gd name="T14" fmla="*/ 404 w 632"/>
                <a:gd name="T15" fmla="*/ 482 h 720"/>
                <a:gd name="T16" fmla="*/ 404 w 632"/>
                <a:gd name="T17" fmla="*/ 481 h 720"/>
                <a:gd name="T18" fmla="*/ 404 w 632"/>
                <a:gd name="T19" fmla="*/ 436 h 720"/>
                <a:gd name="T20" fmla="*/ 57 w 632"/>
                <a:gd name="T21" fmla="*/ 89 h 720"/>
                <a:gd name="T22" fmla="*/ 31 w 632"/>
                <a:gd name="T23" fmla="*/ 89 h 720"/>
                <a:gd name="T24" fmla="*/ 30 w 632"/>
                <a:gd name="T25" fmla="*/ 88 h 720"/>
                <a:gd name="T26" fmla="*/ 0 w 632"/>
                <a:gd name="T27" fmla="*/ 59 h 720"/>
                <a:gd name="T28" fmla="*/ 0 w 632"/>
                <a:gd name="T29" fmla="*/ 58 h 720"/>
                <a:gd name="T30" fmla="*/ 0 w 632"/>
                <a:gd name="T31" fmla="*/ 21 h 720"/>
                <a:gd name="T32" fmla="*/ 0 w 632"/>
                <a:gd name="T33" fmla="*/ 20 h 720"/>
                <a:gd name="T34" fmla="*/ 21 w 632"/>
                <a:gd name="T35" fmla="*/ 0 h 720"/>
                <a:gd name="T36" fmla="*/ 24 w 632"/>
                <a:gd name="T37" fmla="*/ 2 h 720"/>
                <a:gd name="T38" fmla="*/ 3 w 632"/>
                <a:gd name="T39" fmla="*/ 22 h 720"/>
                <a:gd name="T40" fmla="*/ 3 w 632"/>
                <a:gd name="T41" fmla="*/ 57 h 720"/>
                <a:gd name="T42" fmla="*/ 32 w 632"/>
                <a:gd name="T43" fmla="*/ 85 h 720"/>
                <a:gd name="T44" fmla="*/ 57 w 632"/>
                <a:gd name="T45" fmla="*/ 85 h 720"/>
                <a:gd name="T46" fmla="*/ 59 w 632"/>
                <a:gd name="T47" fmla="*/ 86 h 720"/>
                <a:gd name="T48" fmla="*/ 407 w 632"/>
                <a:gd name="T49" fmla="*/ 434 h 720"/>
                <a:gd name="T50" fmla="*/ 407 w 632"/>
                <a:gd name="T51" fmla="*/ 435 h 720"/>
                <a:gd name="T52" fmla="*/ 407 w 632"/>
                <a:gd name="T53" fmla="*/ 480 h 720"/>
                <a:gd name="T54" fmla="*/ 562 w 632"/>
                <a:gd name="T55" fmla="*/ 635 h 720"/>
                <a:gd name="T56" fmla="*/ 592 w 632"/>
                <a:gd name="T57" fmla="*/ 635 h 720"/>
                <a:gd name="T58" fmla="*/ 593 w 632"/>
                <a:gd name="T59" fmla="*/ 636 h 720"/>
                <a:gd name="T60" fmla="*/ 626 w 632"/>
                <a:gd name="T61" fmla="*/ 669 h 720"/>
                <a:gd name="T62" fmla="*/ 627 w 632"/>
                <a:gd name="T63" fmla="*/ 670 h 720"/>
                <a:gd name="T64" fmla="*/ 627 w 632"/>
                <a:gd name="T65" fmla="*/ 712 h 720"/>
                <a:gd name="T66" fmla="*/ 632 w 632"/>
                <a:gd name="T67" fmla="*/ 717 h 720"/>
                <a:gd name="T68" fmla="*/ 630 w 632"/>
                <a:gd name="T69" fmla="*/ 72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20">
                  <a:moveTo>
                    <a:pt x="630" y="720"/>
                  </a:moveTo>
                  <a:cubicBezTo>
                    <a:pt x="624" y="714"/>
                    <a:pt x="624" y="714"/>
                    <a:pt x="624" y="714"/>
                  </a:cubicBezTo>
                  <a:cubicBezTo>
                    <a:pt x="623" y="714"/>
                    <a:pt x="623" y="713"/>
                    <a:pt x="623" y="713"/>
                  </a:cubicBezTo>
                  <a:cubicBezTo>
                    <a:pt x="623" y="670"/>
                    <a:pt x="623" y="670"/>
                    <a:pt x="623" y="670"/>
                  </a:cubicBezTo>
                  <a:cubicBezTo>
                    <a:pt x="591" y="639"/>
                    <a:pt x="591" y="639"/>
                    <a:pt x="591" y="639"/>
                  </a:cubicBezTo>
                  <a:cubicBezTo>
                    <a:pt x="562" y="639"/>
                    <a:pt x="562" y="639"/>
                    <a:pt x="562" y="639"/>
                  </a:cubicBezTo>
                  <a:cubicBezTo>
                    <a:pt x="561" y="639"/>
                    <a:pt x="561" y="638"/>
                    <a:pt x="560" y="638"/>
                  </a:cubicBezTo>
                  <a:cubicBezTo>
                    <a:pt x="404" y="482"/>
                    <a:pt x="404" y="482"/>
                    <a:pt x="404" y="482"/>
                  </a:cubicBezTo>
                  <a:cubicBezTo>
                    <a:pt x="404" y="482"/>
                    <a:pt x="404" y="481"/>
                    <a:pt x="404" y="481"/>
                  </a:cubicBezTo>
                  <a:cubicBezTo>
                    <a:pt x="404" y="436"/>
                    <a:pt x="404" y="436"/>
                    <a:pt x="404" y="436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8" y="86"/>
                    <a:pt x="59" y="86"/>
                  </a:cubicBezTo>
                  <a:cubicBezTo>
                    <a:pt x="407" y="434"/>
                    <a:pt x="407" y="434"/>
                    <a:pt x="407" y="434"/>
                  </a:cubicBezTo>
                  <a:cubicBezTo>
                    <a:pt x="407" y="434"/>
                    <a:pt x="407" y="435"/>
                    <a:pt x="407" y="435"/>
                  </a:cubicBezTo>
                  <a:cubicBezTo>
                    <a:pt x="407" y="480"/>
                    <a:pt x="407" y="480"/>
                    <a:pt x="407" y="480"/>
                  </a:cubicBezTo>
                  <a:cubicBezTo>
                    <a:pt x="562" y="635"/>
                    <a:pt x="562" y="635"/>
                    <a:pt x="562" y="635"/>
                  </a:cubicBezTo>
                  <a:cubicBezTo>
                    <a:pt x="592" y="635"/>
                    <a:pt x="592" y="635"/>
                    <a:pt x="592" y="635"/>
                  </a:cubicBezTo>
                  <a:cubicBezTo>
                    <a:pt x="593" y="635"/>
                    <a:pt x="593" y="635"/>
                    <a:pt x="593" y="636"/>
                  </a:cubicBezTo>
                  <a:cubicBezTo>
                    <a:pt x="626" y="669"/>
                    <a:pt x="626" y="669"/>
                    <a:pt x="626" y="669"/>
                  </a:cubicBezTo>
                  <a:cubicBezTo>
                    <a:pt x="627" y="669"/>
                    <a:pt x="627" y="669"/>
                    <a:pt x="627" y="670"/>
                  </a:cubicBezTo>
                  <a:cubicBezTo>
                    <a:pt x="627" y="712"/>
                    <a:pt x="627" y="712"/>
                    <a:pt x="627" y="712"/>
                  </a:cubicBezTo>
                  <a:cubicBezTo>
                    <a:pt x="632" y="717"/>
                    <a:pt x="632" y="717"/>
                    <a:pt x="632" y="717"/>
                  </a:cubicBezTo>
                  <a:lnTo>
                    <a:pt x="630" y="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5" name="Freeform 550"/>
            <p:cNvSpPr>
              <a:spLocks/>
            </p:cNvSpPr>
            <p:nvPr/>
          </p:nvSpPr>
          <p:spPr bwMode="auto">
            <a:xfrm flipV="1">
              <a:off x="2406652" y="6234111"/>
              <a:ext cx="2371725" cy="2919413"/>
            </a:xfrm>
            <a:custGeom>
              <a:avLst/>
              <a:gdLst>
                <a:gd name="T0" fmla="*/ 507 w 632"/>
                <a:gd name="T1" fmla="*/ 778 h 778"/>
                <a:gd name="T2" fmla="*/ 507 w 632"/>
                <a:gd name="T3" fmla="*/ 774 h 778"/>
                <a:gd name="T4" fmla="*/ 554 w 632"/>
                <a:gd name="T5" fmla="*/ 774 h 778"/>
                <a:gd name="T6" fmla="*/ 629 w 632"/>
                <a:gd name="T7" fmla="*/ 699 h 778"/>
                <a:gd name="T8" fmla="*/ 629 w 632"/>
                <a:gd name="T9" fmla="*/ 661 h 778"/>
                <a:gd name="T10" fmla="*/ 609 w 632"/>
                <a:gd name="T11" fmla="*/ 641 h 778"/>
                <a:gd name="T12" fmla="*/ 609 w 632"/>
                <a:gd name="T13" fmla="*/ 640 h 778"/>
                <a:gd name="T14" fmla="*/ 609 w 632"/>
                <a:gd name="T15" fmla="*/ 614 h 778"/>
                <a:gd name="T16" fmla="*/ 563 w 632"/>
                <a:gd name="T17" fmla="*/ 568 h 778"/>
                <a:gd name="T18" fmla="*/ 522 w 632"/>
                <a:gd name="T19" fmla="*/ 568 h 778"/>
                <a:gd name="T20" fmla="*/ 520 w 632"/>
                <a:gd name="T21" fmla="*/ 568 h 778"/>
                <a:gd name="T22" fmla="*/ 394 w 632"/>
                <a:gd name="T23" fmla="*/ 441 h 778"/>
                <a:gd name="T24" fmla="*/ 393 w 632"/>
                <a:gd name="T25" fmla="*/ 440 h 778"/>
                <a:gd name="T26" fmla="*/ 393 w 632"/>
                <a:gd name="T27" fmla="*/ 371 h 778"/>
                <a:gd name="T28" fmla="*/ 25 w 632"/>
                <a:gd name="T29" fmla="*/ 3 h 778"/>
                <a:gd name="T30" fmla="*/ 0 w 632"/>
                <a:gd name="T31" fmla="*/ 3 h 778"/>
                <a:gd name="T32" fmla="*/ 0 w 632"/>
                <a:gd name="T33" fmla="*/ 0 h 778"/>
                <a:gd name="T34" fmla="*/ 26 w 632"/>
                <a:gd name="T35" fmla="*/ 0 h 778"/>
                <a:gd name="T36" fmla="*/ 27 w 632"/>
                <a:gd name="T37" fmla="*/ 0 h 778"/>
                <a:gd name="T38" fmla="*/ 396 w 632"/>
                <a:gd name="T39" fmla="*/ 369 h 778"/>
                <a:gd name="T40" fmla="*/ 397 w 632"/>
                <a:gd name="T41" fmla="*/ 371 h 778"/>
                <a:gd name="T42" fmla="*/ 397 w 632"/>
                <a:gd name="T43" fmla="*/ 439 h 778"/>
                <a:gd name="T44" fmla="*/ 522 w 632"/>
                <a:gd name="T45" fmla="*/ 565 h 778"/>
                <a:gd name="T46" fmla="*/ 564 w 632"/>
                <a:gd name="T47" fmla="*/ 565 h 778"/>
                <a:gd name="T48" fmla="*/ 565 w 632"/>
                <a:gd name="T49" fmla="*/ 565 h 778"/>
                <a:gd name="T50" fmla="*/ 612 w 632"/>
                <a:gd name="T51" fmla="*/ 612 h 778"/>
                <a:gd name="T52" fmla="*/ 612 w 632"/>
                <a:gd name="T53" fmla="*/ 613 h 778"/>
                <a:gd name="T54" fmla="*/ 612 w 632"/>
                <a:gd name="T55" fmla="*/ 640 h 778"/>
                <a:gd name="T56" fmla="*/ 632 w 632"/>
                <a:gd name="T57" fmla="*/ 659 h 778"/>
                <a:gd name="T58" fmla="*/ 632 w 632"/>
                <a:gd name="T59" fmla="*/ 660 h 778"/>
                <a:gd name="T60" fmla="*/ 632 w 632"/>
                <a:gd name="T61" fmla="*/ 700 h 778"/>
                <a:gd name="T62" fmla="*/ 632 w 632"/>
                <a:gd name="T63" fmla="*/ 701 h 778"/>
                <a:gd name="T64" fmla="*/ 556 w 632"/>
                <a:gd name="T65" fmla="*/ 777 h 778"/>
                <a:gd name="T66" fmla="*/ 554 w 632"/>
                <a:gd name="T67" fmla="*/ 778 h 778"/>
                <a:gd name="T68" fmla="*/ 507 w 632"/>
                <a:gd name="T69" fmla="*/ 778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78">
                  <a:moveTo>
                    <a:pt x="507" y="778"/>
                  </a:moveTo>
                  <a:cubicBezTo>
                    <a:pt x="507" y="774"/>
                    <a:pt x="507" y="774"/>
                    <a:pt x="507" y="774"/>
                  </a:cubicBezTo>
                  <a:cubicBezTo>
                    <a:pt x="554" y="774"/>
                    <a:pt x="554" y="774"/>
                    <a:pt x="554" y="774"/>
                  </a:cubicBezTo>
                  <a:cubicBezTo>
                    <a:pt x="629" y="699"/>
                    <a:pt x="629" y="699"/>
                    <a:pt x="629" y="699"/>
                  </a:cubicBezTo>
                  <a:cubicBezTo>
                    <a:pt x="629" y="661"/>
                    <a:pt x="629" y="661"/>
                    <a:pt x="629" y="661"/>
                  </a:cubicBezTo>
                  <a:cubicBezTo>
                    <a:pt x="609" y="641"/>
                    <a:pt x="609" y="641"/>
                    <a:pt x="609" y="641"/>
                  </a:cubicBezTo>
                  <a:cubicBezTo>
                    <a:pt x="609" y="641"/>
                    <a:pt x="609" y="641"/>
                    <a:pt x="609" y="640"/>
                  </a:cubicBezTo>
                  <a:cubicBezTo>
                    <a:pt x="609" y="614"/>
                    <a:pt x="609" y="614"/>
                    <a:pt x="609" y="614"/>
                  </a:cubicBezTo>
                  <a:cubicBezTo>
                    <a:pt x="563" y="568"/>
                    <a:pt x="563" y="568"/>
                    <a:pt x="563" y="568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1" y="568"/>
                    <a:pt x="521" y="568"/>
                    <a:pt x="520" y="568"/>
                  </a:cubicBezTo>
                  <a:cubicBezTo>
                    <a:pt x="394" y="441"/>
                    <a:pt x="394" y="441"/>
                    <a:pt x="394" y="441"/>
                  </a:cubicBezTo>
                  <a:cubicBezTo>
                    <a:pt x="393" y="441"/>
                    <a:pt x="393" y="441"/>
                    <a:pt x="393" y="440"/>
                  </a:cubicBezTo>
                  <a:cubicBezTo>
                    <a:pt x="393" y="371"/>
                    <a:pt x="393" y="371"/>
                    <a:pt x="393" y="371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396" y="369"/>
                    <a:pt x="396" y="369"/>
                    <a:pt x="396" y="369"/>
                  </a:cubicBezTo>
                  <a:cubicBezTo>
                    <a:pt x="396" y="370"/>
                    <a:pt x="397" y="370"/>
                    <a:pt x="397" y="371"/>
                  </a:cubicBezTo>
                  <a:cubicBezTo>
                    <a:pt x="397" y="439"/>
                    <a:pt x="397" y="439"/>
                    <a:pt x="397" y="439"/>
                  </a:cubicBezTo>
                  <a:cubicBezTo>
                    <a:pt x="522" y="565"/>
                    <a:pt x="522" y="565"/>
                    <a:pt x="522" y="565"/>
                  </a:cubicBezTo>
                  <a:cubicBezTo>
                    <a:pt x="564" y="565"/>
                    <a:pt x="564" y="565"/>
                    <a:pt x="564" y="565"/>
                  </a:cubicBezTo>
                  <a:cubicBezTo>
                    <a:pt x="565" y="565"/>
                    <a:pt x="565" y="565"/>
                    <a:pt x="565" y="565"/>
                  </a:cubicBezTo>
                  <a:cubicBezTo>
                    <a:pt x="612" y="612"/>
                    <a:pt x="612" y="612"/>
                    <a:pt x="612" y="612"/>
                  </a:cubicBezTo>
                  <a:cubicBezTo>
                    <a:pt x="612" y="612"/>
                    <a:pt x="612" y="612"/>
                    <a:pt x="612" y="613"/>
                  </a:cubicBezTo>
                  <a:cubicBezTo>
                    <a:pt x="612" y="640"/>
                    <a:pt x="612" y="640"/>
                    <a:pt x="612" y="640"/>
                  </a:cubicBezTo>
                  <a:cubicBezTo>
                    <a:pt x="632" y="659"/>
                    <a:pt x="632" y="659"/>
                    <a:pt x="632" y="659"/>
                  </a:cubicBezTo>
                  <a:cubicBezTo>
                    <a:pt x="632" y="660"/>
                    <a:pt x="632" y="660"/>
                    <a:pt x="632" y="660"/>
                  </a:cubicBezTo>
                  <a:cubicBezTo>
                    <a:pt x="632" y="700"/>
                    <a:pt x="632" y="700"/>
                    <a:pt x="632" y="700"/>
                  </a:cubicBezTo>
                  <a:cubicBezTo>
                    <a:pt x="632" y="700"/>
                    <a:pt x="632" y="700"/>
                    <a:pt x="632" y="701"/>
                  </a:cubicBezTo>
                  <a:cubicBezTo>
                    <a:pt x="556" y="777"/>
                    <a:pt x="556" y="777"/>
                    <a:pt x="556" y="777"/>
                  </a:cubicBezTo>
                  <a:cubicBezTo>
                    <a:pt x="555" y="777"/>
                    <a:pt x="555" y="778"/>
                    <a:pt x="554" y="778"/>
                  </a:cubicBezTo>
                  <a:lnTo>
                    <a:pt x="507" y="77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6" name="Freeform 551"/>
            <p:cNvSpPr>
              <a:spLocks/>
            </p:cNvSpPr>
            <p:nvPr/>
          </p:nvSpPr>
          <p:spPr bwMode="auto">
            <a:xfrm flipV="1">
              <a:off x="2235202" y="6778623"/>
              <a:ext cx="2641600" cy="2798763"/>
            </a:xfrm>
            <a:custGeom>
              <a:avLst/>
              <a:gdLst>
                <a:gd name="T0" fmla="*/ 702 w 704"/>
                <a:gd name="T1" fmla="*/ 746 h 746"/>
                <a:gd name="T2" fmla="*/ 632 w 704"/>
                <a:gd name="T3" fmla="*/ 676 h 746"/>
                <a:gd name="T4" fmla="*/ 631 w 704"/>
                <a:gd name="T5" fmla="*/ 675 h 746"/>
                <a:gd name="T6" fmla="*/ 631 w 704"/>
                <a:gd name="T7" fmla="*/ 633 h 746"/>
                <a:gd name="T8" fmla="*/ 0 w 704"/>
                <a:gd name="T9" fmla="*/ 2 h 746"/>
                <a:gd name="T10" fmla="*/ 2 w 704"/>
                <a:gd name="T11" fmla="*/ 0 h 746"/>
                <a:gd name="T12" fmla="*/ 634 w 704"/>
                <a:gd name="T13" fmla="*/ 632 h 746"/>
                <a:gd name="T14" fmla="*/ 635 w 704"/>
                <a:gd name="T15" fmla="*/ 633 h 746"/>
                <a:gd name="T16" fmla="*/ 635 w 704"/>
                <a:gd name="T17" fmla="*/ 674 h 746"/>
                <a:gd name="T18" fmla="*/ 704 w 704"/>
                <a:gd name="T19" fmla="*/ 744 h 746"/>
                <a:gd name="T20" fmla="*/ 702 w 704"/>
                <a:gd name="T21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4" h="746">
                  <a:moveTo>
                    <a:pt x="702" y="746"/>
                  </a:moveTo>
                  <a:cubicBezTo>
                    <a:pt x="632" y="676"/>
                    <a:pt x="632" y="676"/>
                    <a:pt x="632" y="676"/>
                  </a:cubicBezTo>
                  <a:cubicBezTo>
                    <a:pt x="632" y="676"/>
                    <a:pt x="631" y="675"/>
                    <a:pt x="631" y="675"/>
                  </a:cubicBezTo>
                  <a:cubicBezTo>
                    <a:pt x="631" y="633"/>
                    <a:pt x="631" y="633"/>
                    <a:pt x="631" y="6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34" y="632"/>
                    <a:pt x="634" y="632"/>
                    <a:pt x="634" y="632"/>
                  </a:cubicBezTo>
                  <a:cubicBezTo>
                    <a:pt x="635" y="632"/>
                    <a:pt x="635" y="632"/>
                    <a:pt x="635" y="633"/>
                  </a:cubicBezTo>
                  <a:cubicBezTo>
                    <a:pt x="635" y="674"/>
                    <a:pt x="635" y="674"/>
                    <a:pt x="635" y="674"/>
                  </a:cubicBezTo>
                  <a:cubicBezTo>
                    <a:pt x="704" y="744"/>
                    <a:pt x="704" y="744"/>
                    <a:pt x="704" y="744"/>
                  </a:cubicBezTo>
                  <a:lnTo>
                    <a:pt x="702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7" name="Freeform 552"/>
            <p:cNvSpPr>
              <a:spLocks/>
            </p:cNvSpPr>
            <p:nvPr/>
          </p:nvSpPr>
          <p:spPr bwMode="auto">
            <a:xfrm flipV="1">
              <a:off x="2879727" y="7400924"/>
              <a:ext cx="1812925" cy="1854200"/>
            </a:xfrm>
            <a:custGeom>
              <a:avLst/>
              <a:gdLst>
                <a:gd name="T0" fmla="*/ 464 w 483"/>
                <a:gd name="T1" fmla="*/ 494 h 494"/>
                <a:gd name="T2" fmla="*/ 461 w 483"/>
                <a:gd name="T3" fmla="*/ 494 h 494"/>
                <a:gd name="T4" fmla="*/ 461 w 483"/>
                <a:gd name="T5" fmla="*/ 465 h 494"/>
                <a:gd name="T6" fmla="*/ 462 w 483"/>
                <a:gd name="T7" fmla="*/ 463 h 494"/>
                <a:gd name="T8" fmla="*/ 480 w 483"/>
                <a:gd name="T9" fmla="*/ 445 h 494"/>
                <a:gd name="T10" fmla="*/ 480 w 483"/>
                <a:gd name="T11" fmla="*/ 429 h 494"/>
                <a:gd name="T12" fmla="*/ 269 w 483"/>
                <a:gd name="T13" fmla="*/ 218 h 494"/>
                <a:gd name="T14" fmla="*/ 217 w 483"/>
                <a:gd name="T15" fmla="*/ 218 h 494"/>
                <a:gd name="T16" fmla="*/ 215 w 483"/>
                <a:gd name="T17" fmla="*/ 218 h 494"/>
                <a:gd name="T18" fmla="*/ 0 w 483"/>
                <a:gd name="T19" fmla="*/ 2 h 494"/>
                <a:gd name="T20" fmla="*/ 2 w 483"/>
                <a:gd name="T21" fmla="*/ 0 h 494"/>
                <a:gd name="T22" fmla="*/ 217 w 483"/>
                <a:gd name="T23" fmla="*/ 215 h 494"/>
                <a:gd name="T24" fmla="*/ 270 w 483"/>
                <a:gd name="T25" fmla="*/ 215 h 494"/>
                <a:gd name="T26" fmla="*/ 271 w 483"/>
                <a:gd name="T27" fmla="*/ 215 h 494"/>
                <a:gd name="T28" fmla="*/ 483 w 483"/>
                <a:gd name="T29" fmla="*/ 427 h 494"/>
                <a:gd name="T30" fmla="*/ 483 w 483"/>
                <a:gd name="T31" fmla="*/ 428 h 494"/>
                <a:gd name="T32" fmla="*/ 483 w 483"/>
                <a:gd name="T33" fmla="*/ 446 h 494"/>
                <a:gd name="T34" fmla="*/ 483 w 483"/>
                <a:gd name="T35" fmla="*/ 447 h 494"/>
                <a:gd name="T36" fmla="*/ 464 w 483"/>
                <a:gd name="T37" fmla="*/ 465 h 494"/>
                <a:gd name="T38" fmla="*/ 464 w 483"/>
                <a:gd name="T39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4">
                  <a:moveTo>
                    <a:pt x="464" y="494"/>
                  </a:moveTo>
                  <a:cubicBezTo>
                    <a:pt x="461" y="494"/>
                    <a:pt x="461" y="494"/>
                    <a:pt x="461" y="494"/>
                  </a:cubicBezTo>
                  <a:cubicBezTo>
                    <a:pt x="461" y="465"/>
                    <a:pt x="461" y="465"/>
                    <a:pt x="461" y="465"/>
                  </a:cubicBezTo>
                  <a:cubicBezTo>
                    <a:pt x="461" y="464"/>
                    <a:pt x="461" y="464"/>
                    <a:pt x="462" y="463"/>
                  </a:cubicBezTo>
                  <a:cubicBezTo>
                    <a:pt x="480" y="445"/>
                    <a:pt x="480" y="445"/>
                    <a:pt x="480" y="445"/>
                  </a:cubicBezTo>
                  <a:cubicBezTo>
                    <a:pt x="480" y="429"/>
                    <a:pt x="480" y="429"/>
                    <a:pt x="480" y="429"/>
                  </a:cubicBezTo>
                  <a:cubicBezTo>
                    <a:pt x="269" y="218"/>
                    <a:pt x="269" y="218"/>
                    <a:pt x="269" y="218"/>
                  </a:cubicBezTo>
                  <a:cubicBezTo>
                    <a:pt x="217" y="218"/>
                    <a:pt x="217" y="218"/>
                    <a:pt x="217" y="218"/>
                  </a:cubicBezTo>
                  <a:cubicBezTo>
                    <a:pt x="216" y="218"/>
                    <a:pt x="216" y="218"/>
                    <a:pt x="215" y="2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70" y="215"/>
                    <a:pt x="270" y="215"/>
                    <a:pt x="270" y="215"/>
                  </a:cubicBezTo>
                  <a:cubicBezTo>
                    <a:pt x="270" y="215"/>
                    <a:pt x="271" y="215"/>
                    <a:pt x="271" y="215"/>
                  </a:cubicBezTo>
                  <a:cubicBezTo>
                    <a:pt x="483" y="427"/>
                    <a:pt x="483" y="427"/>
                    <a:pt x="483" y="427"/>
                  </a:cubicBezTo>
                  <a:cubicBezTo>
                    <a:pt x="483" y="427"/>
                    <a:pt x="483" y="428"/>
                    <a:pt x="483" y="428"/>
                  </a:cubicBezTo>
                  <a:cubicBezTo>
                    <a:pt x="483" y="446"/>
                    <a:pt x="483" y="446"/>
                    <a:pt x="483" y="446"/>
                  </a:cubicBezTo>
                  <a:cubicBezTo>
                    <a:pt x="483" y="446"/>
                    <a:pt x="483" y="447"/>
                    <a:pt x="483" y="447"/>
                  </a:cubicBezTo>
                  <a:cubicBezTo>
                    <a:pt x="464" y="465"/>
                    <a:pt x="464" y="465"/>
                    <a:pt x="464" y="465"/>
                  </a:cubicBezTo>
                  <a:lnTo>
                    <a:pt x="464" y="4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8" name="Freeform 553"/>
            <p:cNvSpPr>
              <a:spLocks/>
            </p:cNvSpPr>
            <p:nvPr/>
          </p:nvSpPr>
          <p:spPr bwMode="auto">
            <a:xfrm flipV="1">
              <a:off x="2786064" y="6770686"/>
              <a:ext cx="2360612" cy="2897188"/>
            </a:xfrm>
            <a:custGeom>
              <a:avLst/>
              <a:gdLst>
                <a:gd name="T0" fmla="*/ 629 w 629"/>
                <a:gd name="T1" fmla="*/ 772 h 772"/>
                <a:gd name="T2" fmla="*/ 590 w 629"/>
                <a:gd name="T3" fmla="*/ 772 h 772"/>
                <a:gd name="T4" fmla="*/ 587 w 629"/>
                <a:gd name="T5" fmla="*/ 771 h 772"/>
                <a:gd name="T6" fmla="*/ 505 w 629"/>
                <a:gd name="T7" fmla="*/ 688 h 772"/>
                <a:gd name="T8" fmla="*/ 504 w 629"/>
                <a:gd name="T9" fmla="*/ 686 h 772"/>
                <a:gd name="T10" fmla="*/ 504 w 629"/>
                <a:gd name="T11" fmla="*/ 645 h 772"/>
                <a:gd name="T12" fmla="*/ 505 w 629"/>
                <a:gd name="T13" fmla="*/ 643 h 772"/>
                <a:gd name="T14" fmla="*/ 519 w 629"/>
                <a:gd name="T15" fmla="*/ 628 h 772"/>
                <a:gd name="T16" fmla="*/ 519 w 629"/>
                <a:gd name="T17" fmla="*/ 582 h 772"/>
                <a:gd name="T18" fmla="*/ 520 w 629"/>
                <a:gd name="T19" fmla="*/ 580 h 772"/>
                <a:gd name="T20" fmla="*/ 549 w 629"/>
                <a:gd name="T21" fmla="*/ 551 h 772"/>
                <a:gd name="T22" fmla="*/ 549 w 629"/>
                <a:gd name="T23" fmla="*/ 539 h 772"/>
                <a:gd name="T24" fmla="*/ 294 w 629"/>
                <a:gd name="T25" fmla="*/ 284 h 772"/>
                <a:gd name="T26" fmla="*/ 256 w 629"/>
                <a:gd name="T27" fmla="*/ 284 h 772"/>
                <a:gd name="T28" fmla="*/ 253 w 629"/>
                <a:gd name="T29" fmla="*/ 283 h 772"/>
                <a:gd name="T30" fmla="*/ 175 w 629"/>
                <a:gd name="T31" fmla="*/ 204 h 772"/>
                <a:gd name="T32" fmla="*/ 173 w 629"/>
                <a:gd name="T33" fmla="*/ 201 h 772"/>
                <a:gd name="T34" fmla="*/ 174 w 629"/>
                <a:gd name="T35" fmla="*/ 178 h 772"/>
                <a:gd name="T36" fmla="*/ 0 w 629"/>
                <a:gd name="T37" fmla="*/ 5 h 772"/>
                <a:gd name="T38" fmla="*/ 5 w 629"/>
                <a:gd name="T39" fmla="*/ 0 h 772"/>
                <a:gd name="T40" fmla="*/ 179 w 629"/>
                <a:gd name="T41" fmla="*/ 174 h 772"/>
                <a:gd name="T42" fmla="*/ 180 w 629"/>
                <a:gd name="T43" fmla="*/ 177 h 772"/>
                <a:gd name="T44" fmla="*/ 180 w 629"/>
                <a:gd name="T45" fmla="*/ 200 h 772"/>
                <a:gd name="T46" fmla="*/ 257 w 629"/>
                <a:gd name="T47" fmla="*/ 277 h 772"/>
                <a:gd name="T48" fmla="*/ 295 w 629"/>
                <a:gd name="T49" fmla="*/ 277 h 772"/>
                <a:gd name="T50" fmla="*/ 298 w 629"/>
                <a:gd name="T51" fmla="*/ 278 h 772"/>
                <a:gd name="T52" fmla="*/ 555 w 629"/>
                <a:gd name="T53" fmla="*/ 535 h 772"/>
                <a:gd name="T54" fmla="*/ 556 w 629"/>
                <a:gd name="T55" fmla="*/ 537 h 772"/>
                <a:gd name="T56" fmla="*/ 556 w 629"/>
                <a:gd name="T57" fmla="*/ 552 h 772"/>
                <a:gd name="T58" fmla="*/ 555 w 629"/>
                <a:gd name="T59" fmla="*/ 555 h 772"/>
                <a:gd name="T60" fmla="*/ 526 w 629"/>
                <a:gd name="T61" fmla="*/ 584 h 772"/>
                <a:gd name="T62" fmla="*/ 526 w 629"/>
                <a:gd name="T63" fmla="*/ 630 h 772"/>
                <a:gd name="T64" fmla="*/ 525 w 629"/>
                <a:gd name="T65" fmla="*/ 632 h 772"/>
                <a:gd name="T66" fmla="*/ 511 w 629"/>
                <a:gd name="T67" fmla="*/ 647 h 772"/>
                <a:gd name="T68" fmla="*/ 511 w 629"/>
                <a:gd name="T69" fmla="*/ 684 h 772"/>
                <a:gd name="T70" fmla="*/ 591 w 629"/>
                <a:gd name="T71" fmla="*/ 765 h 772"/>
                <a:gd name="T72" fmla="*/ 629 w 629"/>
                <a:gd name="T73" fmla="*/ 765 h 772"/>
                <a:gd name="T74" fmla="*/ 629 w 629"/>
                <a:gd name="T75" fmla="*/ 772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9" h="772">
                  <a:moveTo>
                    <a:pt x="629" y="772"/>
                  </a:moveTo>
                  <a:cubicBezTo>
                    <a:pt x="590" y="772"/>
                    <a:pt x="590" y="772"/>
                    <a:pt x="590" y="772"/>
                  </a:cubicBezTo>
                  <a:cubicBezTo>
                    <a:pt x="589" y="772"/>
                    <a:pt x="588" y="771"/>
                    <a:pt x="587" y="771"/>
                  </a:cubicBezTo>
                  <a:cubicBezTo>
                    <a:pt x="505" y="688"/>
                    <a:pt x="505" y="688"/>
                    <a:pt x="505" y="688"/>
                  </a:cubicBezTo>
                  <a:cubicBezTo>
                    <a:pt x="504" y="687"/>
                    <a:pt x="504" y="687"/>
                    <a:pt x="504" y="686"/>
                  </a:cubicBezTo>
                  <a:cubicBezTo>
                    <a:pt x="504" y="645"/>
                    <a:pt x="504" y="645"/>
                    <a:pt x="504" y="645"/>
                  </a:cubicBezTo>
                  <a:cubicBezTo>
                    <a:pt x="504" y="644"/>
                    <a:pt x="504" y="644"/>
                    <a:pt x="505" y="643"/>
                  </a:cubicBezTo>
                  <a:cubicBezTo>
                    <a:pt x="519" y="628"/>
                    <a:pt x="519" y="628"/>
                    <a:pt x="519" y="628"/>
                  </a:cubicBezTo>
                  <a:cubicBezTo>
                    <a:pt x="519" y="582"/>
                    <a:pt x="519" y="582"/>
                    <a:pt x="519" y="582"/>
                  </a:cubicBezTo>
                  <a:cubicBezTo>
                    <a:pt x="519" y="581"/>
                    <a:pt x="520" y="580"/>
                    <a:pt x="520" y="580"/>
                  </a:cubicBezTo>
                  <a:cubicBezTo>
                    <a:pt x="549" y="551"/>
                    <a:pt x="549" y="551"/>
                    <a:pt x="549" y="551"/>
                  </a:cubicBezTo>
                  <a:cubicBezTo>
                    <a:pt x="549" y="539"/>
                    <a:pt x="549" y="539"/>
                    <a:pt x="549" y="539"/>
                  </a:cubicBezTo>
                  <a:cubicBezTo>
                    <a:pt x="294" y="284"/>
                    <a:pt x="294" y="284"/>
                    <a:pt x="294" y="284"/>
                  </a:cubicBezTo>
                  <a:cubicBezTo>
                    <a:pt x="256" y="284"/>
                    <a:pt x="256" y="284"/>
                    <a:pt x="256" y="284"/>
                  </a:cubicBezTo>
                  <a:cubicBezTo>
                    <a:pt x="255" y="284"/>
                    <a:pt x="254" y="283"/>
                    <a:pt x="253" y="283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03"/>
                    <a:pt x="173" y="202"/>
                    <a:pt x="173" y="201"/>
                  </a:cubicBezTo>
                  <a:cubicBezTo>
                    <a:pt x="174" y="178"/>
                    <a:pt x="174" y="178"/>
                    <a:pt x="174" y="17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79" y="174"/>
                    <a:pt x="179" y="174"/>
                    <a:pt x="179" y="174"/>
                  </a:cubicBezTo>
                  <a:cubicBezTo>
                    <a:pt x="180" y="175"/>
                    <a:pt x="180" y="176"/>
                    <a:pt x="180" y="177"/>
                  </a:cubicBezTo>
                  <a:cubicBezTo>
                    <a:pt x="180" y="200"/>
                    <a:pt x="180" y="200"/>
                    <a:pt x="180" y="200"/>
                  </a:cubicBezTo>
                  <a:cubicBezTo>
                    <a:pt x="257" y="277"/>
                    <a:pt x="257" y="277"/>
                    <a:pt x="257" y="277"/>
                  </a:cubicBezTo>
                  <a:cubicBezTo>
                    <a:pt x="295" y="277"/>
                    <a:pt x="295" y="277"/>
                    <a:pt x="295" y="277"/>
                  </a:cubicBezTo>
                  <a:cubicBezTo>
                    <a:pt x="296" y="277"/>
                    <a:pt x="297" y="277"/>
                    <a:pt x="298" y="278"/>
                  </a:cubicBezTo>
                  <a:cubicBezTo>
                    <a:pt x="555" y="535"/>
                    <a:pt x="555" y="535"/>
                    <a:pt x="555" y="535"/>
                  </a:cubicBezTo>
                  <a:cubicBezTo>
                    <a:pt x="556" y="536"/>
                    <a:pt x="556" y="536"/>
                    <a:pt x="556" y="537"/>
                  </a:cubicBezTo>
                  <a:cubicBezTo>
                    <a:pt x="556" y="552"/>
                    <a:pt x="556" y="552"/>
                    <a:pt x="556" y="552"/>
                  </a:cubicBezTo>
                  <a:cubicBezTo>
                    <a:pt x="556" y="553"/>
                    <a:pt x="556" y="554"/>
                    <a:pt x="555" y="555"/>
                  </a:cubicBezTo>
                  <a:cubicBezTo>
                    <a:pt x="526" y="584"/>
                    <a:pt x="526" y="584"/>
                    <a:pt x="526" y="584"/>
                  </a:cubicBezTo>
                  <a:cubicBezTo>
                    <a:pt x="526" y="630"/>
                    <a:pt x="526" y="630"/>
                    <a:pt x="526" y="630"/>
                  </a:cubicBezTo>
                  <a:cubicBezTo>
                    <a:pt x="526" y="631"/>
                    <a:pt x="526" y="632"/>
                    <a:pt x="525" y="632"/>
                  </a:cubicBezTo>
                  <a:cubicBezTo>
                    <a:pt x="511" y="647"/>
                    <a:pt x="511" y="647"/>
                    <a:pt x="511" y="647"/>
                  </a:cubicBezTo>
                  <a:cubicBezTo>
                    <a:pt x="511" y="684"/>
                    <a:pt x="511" y="684"/>
                    <a:pt x="511" y="684"/>
                  </a:cubicBezTo>
                  <a:cubicBezTo>
                    <a:pt x="591" y="765"/>
                    <a:pt x="591" y="765"/>
                    <a:pt x="591" y="765"/>
                  </a:cubicBezTo>
                  <a:cubicBezTo>
                    <a:pt x="629" y="765"/>
                    <a:pt x="629" y="765"/>
                    <a:pt x="629" y="765"/>
                  </a:cubicBezTo>
                  <a:lnTo>
                    <a:pt x="629" y="77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9" name="Freeform 554"/>
            <p:cNvSpPr>
              <a:spLocks/>
            </p:cNvSpPr>
            <p:nvPr/>
          </p:nvSpPr>
          <p:spPr bwMode="auto">
            <a:xfrm flipV="1">
              <a:off x="2620964" y="7164386"/>
              <a:ext cx="2536825" cy="2800350"/>
            </a:xfrm>
            <a:custGeom>
              <a:avLst/>
              <a:gdLst>
                <a:gd name="T0" fmla="*/ 589 w 676"/>
                <a:gd name="T1" fmla="*/ 746 h 746"/>
                <a:gd name="T2" fmla="*/ 586 w 676"/>
                <a:gd name="T3" fmla="*/ 746 h 746"/>
                <a:gd name="T4" fmla="*/ 586 w 676"/>
                <a:gd name="T5" fmla="*/ 682 h 746"/>
                <a:gd name="T6" fmla="*/ 586 w 676"/>
                <a:gd name="T7" fmla="*/ 681 h 746"/>
                <a:gd name="T8" fmla="*/ 619 w 676"/>
                <a:gd name="T9" fmla="*/ 648 h 746"/>
                <a:gd name="T10" fmla="*/ 620 w 676"/>
                <a:gd name="T11" fmla="*/ 647 h 746"/>
                <a:gd name="T12" fmla="*/ 663 w 676"/>
                <a:gd name="T13" fmla="*/ 647 h 746"/>
                <a:gd name="T14" fmla="*/ 673 w 676"/>
                <a:gd name="T15" fmla="*/ 638 h 746"/>
                <a:gd name="T16" fmla="*/ 673 w 676"/>
                <a:gd name="T17" fmla="*/ 627 h 746"/>
                <a:gd name="T18" fmla="*/ 381 w 676"/>
                <a:gd name="T19" fmla="*/ 336 h 746"/>
                <a:gd name="T20" fmla="*/ 300 w 676"/>
                <a:gd name="T21" fmla="*/ 336 h 746"/>
                <a:gd name="T22" fmla="*/ 299 w 676"/>
                <a:gd name="T23" fmla="*/ 335 h 746"/>
                <a:gd name="T24" fmla="*/ 255 w 676"/>
                <a:gd name="T25" fmla="*/ 291 h 746"/>
                <a:gd name="T26" fmla="*/ 254 w 676"/>
                <a:gd name="T27" fmla="*/ 290 h 746"/>
                <a:gd name="T28" fmla="*/ 254 w 676"/>
                <a:gd name="T29" fmla="*/ 257 h 746"/>
                <a:gd name="T30" fmla="*/ 0 w 676"/>
                <a:gd name="T31" fmla="*/ 2 h 746"/>
                <a:gd name="T32" fmla="*/ 2 w 676"/>
                <a:gd name="T33" fmla="*/ 0 h 746"/>
                <a:gd name="T34" fmla="*/ 257 w 676"/>
                <a:gd name="T35" fmla="*/ 255 h 746"/>
                <a:gd name="T36" fmla="*/ 258 w 676"/>
                <a:gd name="T37" fmla="*/ 257 h 746"/>
                <a:gd name="T38" fmla="*/ 258 w 676"/>
                <a:gd name="T39" fmla="*/ 290 h 746"/>
                <a:gd name="T40" fmla="*/ 300 w 676"/>
                <a:gd name="T41" fmla="*/ 332 h 746"/>
                <a:gd name="T42" fmla="*/ 382 w 676"/>
                <a:gd name="T43" fmla="*/ 332 h 746"/>
                <a:gd name="T44" fmla="*/ 383 w 676"/>
                <a:gd name="T45" fmla="*/ 333 h 746"/>
                <a:gd name="T46" fmla="*/ 676 w 676"/>
                <a:gd name="T47" fmla="*/ 625 h 746"/>
                <a:gd name="T48" fmla="*/ 676 w 676"/>
                <a:gd name="T49" fmla="*/ 627 h 746"/>
                <a:gd name="T50" fmla="*/ 676 w 676"/>
                <a:gd name="T51" fmla="*/ 638 h 746"/>
                <a:gd name="T52" fmla="*/ 676 w 676"/>
                <a:gd name="T53" fmla="*/ 639 h 746"/>
                <a:gd name="T54" fmla="*/ 665 w 676"/>
                <a:gd name="T55" fmla="*/ 650 h 746"/>
                <a:gd name="T56" fmla="*/ 664 w 676"/>
                <a:gd name="T57" fmla="*/ 651 h 746"/>
                <a:gd name="T58" fmla="*/ 621 w 676"/>
                <a:gd name="T59" fmla="*/ 651 h 746"/>
                <a:gd name="T60" fmla="*/ 589 w 676"/>
                <a:gd name="T61" fmla="*/ 683 h 746"/>
                <a:gd name="T62" fmla="*/ 589 w 676"/>
                <a:gd name="T63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6" h="746">
                  <a:moveTo>
                    <a:pt x="589" y="746"/>
                  </a:moveTo>
                  <a:cubicBezTo>
                    <a:pt x="586" y="746"/>
                    <a:pt x="586" y="746"/>
                    <a:pt x="586" y="746"/>
                  </a:cubicBezTo>
                  <a:cubicBezTo>
                    <a:pt x="586" y="682"/>
                    <a:pt x="586" y="682"/>
                    <a:pt x="586" y="682"/>
                  </a:cubicBezTo>
                  <a:cubicBezTo>
                    <a:pt x="586" y="682"/>
                    <a:pt x="586" y="681"/>
                    <a:pt x="586" y="681"/>
                  </a:cubicBezTo>
                  <a:cubicBezTo>
                    <a:pt x="619" y="648"/>
                    <a:pt x="619" y="648"/>
                    <a:pt x="619" y="648"/>
                  </a:cubicBezTo>
                  <a:cubicBezTo>
                    <a:pt x="619" y="648"/>
                    <a:pt x="620" y="647"/>
                    <a:pt x="620" y="647"/>
                  </a:cubicBezTo>
                  <a:cubicBezTo>
                    <a:pt x="663" y="647"/>
                    <a:pt x="663" y="647"/>
                    <a:pt x="663" y="647"/>
                  </a:cubicBezTo>
                  <a:cubicBezTo>
                    <a:pt x="673" y="638"/>
                    <a:pt x="673" y="638"/>
                    <a:pt x="673" y="638"/>
                  </a:cubicBezTo>
                  <a:cubicBezTo>
                    <a:pt x="673" y="627"/>
                    <a:pt x="673" y="627"/>
                    <a:pt x="673" y="627"/>
                  </a:cubicBezTo>
                  <a:cubicBezTo>
                    <a:pt x="381" y="336"/>
                    <a:pt x="381" y="336"/>
                    <a:pt x="381" y="336"/>
                  </a:cubicBezTo>
                  <a:cubicBezTo>
                    <a:pt x="300" y="336"/>
                    <a:pt x="300" y="336"/>
                    <a:pt x="300" y="336"/>
                  </a:cubicBezTo>
                  <a:cubicBezTo>
                    <a:pt x="299" y="336"/>
                    <a:pt x="299" y="335"/>
                    <a:pt x="299" y="335"/>
                  </a:cubicBezTo>
                  <a:cubicBezTo>
                    <a:pt x="255" y="291"/>
                    <a:pt x="255" y="291"/>
                    <a:pt x="255" y="291"/>
                  </a:cubicBezTo>
                  <a:cubicBezTo>
                    <a:pt x="255" y="291"/>
                    <a:pt x="254" y="291"/>
                    <a:pt x="254" y="290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58" y="256"/>
                    <a:pt x="258" y="256"/>
                    <a:pt x="258" y="257"/>
                  </a:cubicBezTo>
                  <a:cubicBezTo>
                    <a:pt x="258" y="290"/>
                    <a:pt x="258" y="290"/>
                    <a:pt x="258" y="290"/>
                  </a:cubicBezTo>
                  <a:cubicBezTo>
                    <a:pt x="300" y="332"/>
                    <a:pt x="300" y="332"/>
                    <a:pt x="300" y="332"/>
                  </a:cubicBezTo>
                  <a:cubicBezTo>
                    <a:pt x="382" y="332"/>
                    <a:pt x="382" y="332"/>
                    <a:pt x="382" y="332"/>
                  </a:cubicBezTo>
                  <a:cubicBezTo>
                    <a:pt x="382" y="332"/>
                    <a:pt x="383" y="332"/>
                    <a:pt x="383" y="333"/>
                  </a:cubicBezTo>
                  <a:cubicBezTo>
                    <a:pt x="676" y="625"/>
                    <a:pt x="676" y="625"/>
                    <a:pt x="676" y="625"/>
                  </a:cubicBezTo>
                  <a:cubicBezTo>
                    <a:pt x="676" y="626"/>
                    <a:pt x="676" y="626"/>
                    <a:pt x="676" y="627"/>
                  </a:cubicBezTo>
                  <a:cubicBezTo>
                    <a:pt x="676" y="638"/>
                    <a:pt x="676" y="638"/>
                    <a:pt x="676" y="638"/>
                  </a:cubicBezTo>
                  <a:cubicBezTo>
                    <a:pt x="676" y="639"/>
                    <a:pt x="676" y="639"/>
                    <a:pt x="676" y="639"/>
                  </a:cubicBezTo>
                  <a:cubicBezTo>
                    <a:pt x="665" y="650"/>
                    <a:pt x="665" y="650"/>
                    <a:pt x="665" y="650"/>
                  </a:cubicBezTo>
                  <a:cubicBezTo>
                    <a:pt x="664" y="651"/>
                    <a:pt x="664" y="651"/>
                    <a:pt x="664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589" y="683"/>
                    <a:pt x="589" y="683"/>
                    <a:pt x="589" y="683"/>
                  </a:cubicBezTo>
                  <a:lnTo>
                    <a:pt x="589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0" name="Freeform 555"/>
            <p:cNvSpPr>
              <a:spLocks/>
            </p:cNvSpPr>
            <p:nvPr/>
          </p:nvSpPr>
          <p:spPr bwMode="auto">
            <a:xfrm flipV="1">
              <a:off x="1401764" y="6016623"/>
              <a:ext cx="3921125" cy="2751138"/>
            </a:xfrm>
            <a:custGeom>
              <a:avLst/>
              <a:gdLst>
                <a:gd name="T0" fmla="*/ 770 w 1045"/>
                <a:gd name="T1" fmla="*/ 733 h 733"/>
                <a:gd name="T2" fmla="*/ 766 w 1045"/>
                <a:gd name="T3" fmla="*/ 731 h 733"/>
                <a:gd name="T4" fmla="*/ 719 w 1045"/>
                <a:gd name="T5" fmla="*/ 684 h 733"/>
                <a:gd name="T6" fmla="*/ 617 w 1045"/>
                <a:gd name="T7" fmla="*/ 684 h 733"/>
                <a:gd name="T8" fmla="*/ 613 w 1045"/>
                <a:gd name="T9" fmla="*/ 682 h 733"/>
                <a:gd name="T10" fmla="*/ 406 w 1045"/>
                <a:gd name="T11" fmla="*/ 474 h 733"/>
                <a:gd name="T12" fmla="*/ 404 w 1045"/>
                <a:gd name="T13" fmla="*/ 470 h 733"/>
                <a:gd name="T14" fmla="*/ 404 w 1045"/>
                <a:gd name="T15" fmla="*/ 411 h 733"/>
                <a:gd name="T16" fmla="*/ 0 w 1045"/>
                <a:gd name="T17" fmla="*/ 8 h 733"/>
                <a:gd name="T18" fmla="*/ 8 w 1045"/>
                <a:gd name="T19" fmla="*/ 0 h 733"/>
                <a:gd name="T20" fmla="*/ 413 w 1045"/>
                <a:gd name="T21" fmla="*/ 405 h 733"/>
                <a:gd name="T22" fmla="*/ 414 w 1045"/>
                <a:gd name="T23" fmla="*/ 409 h 733"/>
                <a:gd name="T24" fmla="*/ 414 w 1045"/>
                <a:gd name="T25" fmla="*/ 468 h 733"/>
                <a:gd name="T26" fmla="*/ 619 w 1045"/>
                <a:gd name="T27" fmla="*/ 673 h 733"/>
                <a:gd name="T28" fmla="*/ 721 w 1045"/>
                <a:gd name="T29" fmla="*/ 673 h 733"/>
                <a:gd name="T30" fmla="*/ 724 w 1045"/>
                <a:gd name="T31" fmla="*/ 675 h 733"/>
                <a:gd name="T32" fmla="*/ 772 w 1045"/>
                <a:gd name="T33" fmla="*/ 722 h 733"/>
                <a:gd name="T34" fmla="*/ 861 w 1045"/>
                <a:gd name="T35" fmla="*/ 722 h 733"/>
                <a:gd name="T36" fmla="*/ 1013 w 1045"/>
                <a:gd name="T37" fmla="*/ 571 h 733"/>
                <a:gd name="T38" fmla="*/ 1016 w 1045"/>
                <a:gd name="T39" fmla="*/ 569 h 733"/>
                <a:gd name="T40" fmla="*/ 1045 w 1045"/>
                <a:gd name="T41" fmla="*/ 569 h 733"/>
                <a:gd name="T42" fmla="*/ 1045 w 1045"/>
                <a:gd name="T43" fmla="*/ 579 h 733"/>
                <a:gd name="T44" fmla="*/ 1018 w 1045"/>
                <a:gd name="T45" fmla="*/ 579 h 733"/>
                <a:gd name="T46" fmla="*/ 867 w 1045"/>
                <a:gd name="T47" fmla="*/ 731 h 733"/>
                <a:gd name="T48" fmla="*/ 863 w 1045"/>
                <a:gd name="T49" fmla="*/ 733 h 733"/>
                <a:gd name="T50" fmla="*/ 770 w 1045"/>
                <a:gd name="T51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45" h="733">
                  <a:moveTo>
                    <a:pt x="770" y="733"/>
                  </a:moveTo>
                  <a:cubicBezTo>
                    <a:pt x="768" y="733"/>
                    <a:pt x="767" y="732"/>
                    <a:pt x="766" y="731"/>
                  </a:cubicBezTo>
                  <a:cubicBezTo>
                    <a:pt x="719" y="684"/>
                    <a:pt x="719" y="684"/>
                    <a:pt x="719" y="684"/>
                  </a:cubicBezTo>
                  <a:cubicBezTo>
                    <a:pt x="617" y="684"/>
                    <a:pt x="617" y="684"/>
                    <a:pt x="617" y="684"/>
                  </a:cubicBezTo>
                  <a:cubicBezTo>
                    <a:pt x="616" y="684"/>
                    <a:pt x="614" y="683"/>
                    <a:pt x="613" y="682"/>
                  </a:cubicBezTo>
                  <a:cubicBezTo>
                    <a:pt x="406" y="474"/>
                    <a:pt x="406" y="474"/>
                    <a:pt x="406" y="474"/>
                  </a:cubicBezTo>
                  <a:cubicBezTo>
                    <a:pt x="405" y="473"/>
                    <a:pt x="404" y="472"/>
                    <a:pt x="404" y="470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13" y="405"/>
                    <a:pt x="413" y="405"/>
                    <a:pt x="413" y="405"/>
                  </a:cubicBezTo>
                  <a:cubicBezTo>
                    <a:pt x="414" y="406"/>
                    <a:pt x="414" y="408"/>
                    <a:pt x="414" y="409"/>
                  </a:cubicBezTo>
                  <a:cubicBezTo>
                    <a:pt x="414" y="468"/>
                    <a:pt x="414" y="468"/>
                    <a:pt x="414" y="468"/>
                  </a:cubicBezTo>
                  <a:cubicBezTo>
                    <a:pt x="619" y="673"/>
                    <a:pt x="619" y="673"/>
                    <a:pt x="619" y="673"/>
                  </a:cubicBezTo>
                  <a:cubicBezTo>
                    <a:pt x="721" y="673"/>
                    <a:pt x="721" y="673"/>
                    <a:pt x="721" y="673"/>
                  </a:cubicBezTo>
                  <a:cubicBezTo>
                    <a:pt x="722" y="673"/>
                    <a:pt x="723" y="674"/>
                    <a:pt x="724" y="675"/>
                  </a:cubicBezTo>
                  <a:cubicBezTo>
                    <a:pt x="772" y="722"/>
                    <a:pt x="772" y="722"/>
                    <a:pt x="772" y="722"/>
                  </a:cubicBezTo>
                  <a:cubicBezTo>
                    <a:pt x="861" y="722"/>
                    <a:pt x="861" y="722"/>
                    <a:pt x="861" y="722"/>
                  </a:cubicBezTo>
                  <a:cubicBezTo>
                    <a:pt x="1013" y="571"/>
                    <a:pt x="1013" y="571"/>
                    <a:pt x="1013" y="571"/>
                  </a:cubicBezTo>
                  <a:cubicBezTo>
                    <a:pt x="1014" y="570"/>
                    <a:pt x="1015" y="569"/>
                    <a:pt x="1016" y="569"/>
                  </a:cubicBezTo>
                  <a:cubicBezTo>
                    <a:pt x="1045" y="569"/>
                    <a:pt x="1045" y="569"/>
                    <a:pt x="1045" y="569"/>
                  </a:cubicBezTo>
                  <a:cubicBezTo>
                    <a:pt x="1045" y="579"/>
                    <a:pt x="1045" y="579"/>
                    <a:pt x="1045" y="579"/>
                  </a:cubicBezTo>
                  <a:cubicBezTo>
                    <a:pt x="1018" y="579"/>
                    <a:pt x="1018" y="579"/>
                    <a:pt x="1018" y="579"/>
                  </a:cubicBezTo>
                  <a:cubicBezTo>
                    <a:pt x="867" y="731"/>
                    <a:pt x="867" y="731"/>
                    <a:pt x="867" y="731"/>
                  </a:cubicBezTo>
                  <a:cubicBezTo>
                    <a:pt x="866" y="732"/>
                    <a:pt x="865" y="733"/>
                    <a:pt x="863" y="733"/>
                  </a:cubicBezTo>
                  <a:lnTo>
                    <a:pt x="770" y="7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1" name="Oval 556"/>
            <p:cNvSpPr>
              <a:spLocks noChangeArrowheads="1"/>
            </p:cNvSpPr>
            <p:nvPr/>
          </p:nvSpPr>
          <p:spPr bwMode="auto">
            <a:xfrm flipV="1">
              <a:off x="3803652" y="6165849"/>
              <a:ext cx="101600" cy="1016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2" name="Freeform 557"/>
            <p:cNvSpPr>
              <a:spLocks noEditPoints="1"/>
            </p:cNvSpPr>
            <p:nvPr/>
          </p:nvSpPr>
          <p:spPr bwMode="auto">
            <a:xfrm flipV="1">
              <a:off x="2295527" y="53403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3 h 25"/>
                <a:gd name="T12" fmla="*/ 12 w 25"/>
                <a:gd name="T13" fmla="*/ 5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3" name="Freeform 558"/>
            <p:cNvSpPr>
              <a:spLocks noEditPoints="1"/>
            </p:cNvSpPr>
            <p:nvPr/>
          </p:nvSpPr>
          <p:spPr bwMode="auto">
            <a:xfrm flipV="1">
              <a:off x="2681289" y="4984748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5 w 25"/>
                <a:gd name="T23" fmla="*/ 13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4" name="Freeform 559"/>
            <p:cNvSpPr>
              <a:spLocks/>
            </p:cNvSpPr>
            <p:nvPr/>
          </p:nvSpPr>
          <p:spPr bwMode="auto">
            <a:xfrm flipV="1">
              <a:off x="-1900236" y="1797048"/>
              <a:ext cx="3981450" cy="1446213"/>
            </a:xfrm>
            <a:custGeom>
              <a:avLst/>
              <a:gdLst>
                <a:gd name="T0" fmla="*/ 603 w 1061"/>
                <a:gd name="T1" fmla="*/ 385 h 385"/>
                <a:gd name="T2" fmla="*/ 0 w 1061"/>
                <a:gd name="T3" fmla="*/ 385 h 385"/>
                <a:gd name="T4" fmla="*/ 0 w 1061"/>
                <a:gd name="T5" fmla="*/ 371 h 385"/>
                <a:gd name="T6" fmla="*/ 600 w 1061"/>
                <a:gd name="T7" fmla="*/ 371 h 385"/>
                <a:gd name="T8" fmla="*/ 969 w 1061"/>
                <a:gd name="T9" fmla="*/ 2 h 385"/>
                <a:gd name="T10" fmla="*/ 974 w 1061"/>
                <a:gd name="T11" fmla="*/ 0 h 385"/>
                <a:gd name="T12" fmla="*/ 1061 w 1061"/>
                <a:gd name="T13" fmla="*/ 0 h 385"/>
                <a:gd name="T14" fmla="*/ 1061 w 1061"/>
                <a:gd name="T15" fmla="*/ 13 h 385"/>
                <a:gd name="T16" fmla="*/ 977 w 1061"/>
                <a:gd name="T17" fmla="*/ 13 h 385"/>
                <a:gd name="T18" fmla="*/ 607 w 1061"/>
                <a:gd name="T19" fmla="*/ 383 h 385"/>
                <a:gd name="T20" fmla="*/ 603 w 1061"/>
                <a:gd name="T21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1" h="385">
                  <a:moveTo>
                    <a:pt x="603" y="385"/>
                  </a:moveTo>
                  <a:cubicBezTo>
                    <a:pt x="0" y="385"/>
                    <a:pt x="0" y="385"/>
                    <a:pt x="0" y="385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600" y="371"/>
                    <a:pt x="600" y="371"/>
                    <a:pt x="600" y="371"/>
                  </a:cubicBezTo>
                  <a:cubicBezTo>
                    <a:pt x="969" y="2"/>
                    <a:pt x="969" y="2"/>
                    <a:pt x="969" y="2"/>
                  </a:cubicBezTo>
                  <a:cubicBezTo>
                    <a:pt x="971" y="0"/>
                    <a:pt x="972" y="0"/>
                    <a:pt x="974" y="0"/>
                  </a:cubicBezTo>
                  <a:cubicBezTo>
                    <a:pt x="1061" y="0"/>
                    <a:pt x="1061" y="0"/>
                    <a:pt x="1061" y="0"/>
                  </a:cubicBezTo>
                  <a:cubicBezTo>
                    <a:pt x="1061" y="13"/>
                    <a:pt x="1061" y="13"/>
                    <a:pt x="1061" y="13"/>
                  </a:cubicBezTo>
                  <a:cubicBezTo>
                    <a:pt x="977" y="13"/>
                    <a:pt x="977" y="13"/>
                    <a:pt x="977" y="13"/>
                  </a:cubicBezTo>
                  <a:cubicBezTo>
                    <a:pt x="607" y="383"/>
                    <a:pt x="607" y="383"/>
                    <a:pt x="607" y="383"/>
                  </a:cubicBezTo>
                  <a:cubicBezTo>
                    <a:pt x="606" y="384"/>
                    <a:pt x="604" y="385"/>
                    <a:pt x="603" y="3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5" name="Freeform 560"/>
            <p:cNvSpPr>
              <a:spLocks/>
            </p:cNvSpPr>
            <p:nvPr/>
          </p:nvSpPr>
          <p:spPr bwMode="auto">
            <a:xfrm flipV="1">
              <a:off x="-77786" y="3543299"/>
              <a:ext cx="962025" cy="355600"/>
            </a:xfrm>
            <a:custGeom>
              <a:avLst/>
              <a:gdLst>
                <a:gd name="T0" fmla="*/ 253 w 256"/>
                <a:gd name="T1" fmla="*/ 95 h 95"/>
                <a:gd name="T2" fmla="*/ 162 w 256"/>
                <a:gd name="T3" fmla="*/ 3 h 95"/>
                <a:gd name="T4" fmla="*/ 22 w 256"/>
                <a:gd name="T5" fmla="*/ 3 h 95"/>
                <a:gd name="T6" fmla="*/ 3 w 256"/>
                <a:gd name="T7" fmla="*/ 22 h 95"/>
                <a:gd name="T8" fmla="*/ 3 w 256"/>
                <a:gd name="T9" fmla="*/ 47 h 95"/>
                <a:gd name="T10" fmla="*/ 24 w 256"/>
                <a:gd name="T11" fmla="*/ 68 h 95"/>
                <a:gd name="T12" fmla="*/ 99 w 256"/>
                <a:gd name="T13" fmla="*/ 68 h 95"/>
                <a:gd name="T14" fmla="*/ 113 w 256"/>
                <a:gd name="T15" fmla="*/ 53 h 95"/>
                <a:gd name="T16" fmla="*/ 115 w 256"/>
                <a:gd name="T17" fmla="*/ 56 h 95"/>
                <a:gd name="T18" fmla="*/ 100 w 256"/>
                <a:gd name="T19" fmla="*/ 71 h 95"/>
                <a:gd name="T20" fmla="*/ 99 w 256"/>
                <a:gd name="T21" fmla="*/ 71 h 95"/>
                <a:gd name="T22" fmla="*/ 24 w 256"/>
                <a:gd name="T23" fmla="*/ 71 h 95"/>
                <a:gd name="T24" fmla="*/ 22 w 256"/>
                <a:gd name="T25" fmla="*/ 71 h 95"/>
                <a:gd name="T26" fmla="*/ 0 w 256"/>
                <a:gd name="T27" fmla="*/ 49 h 95"/>
                <a:gd name="T28" fmla="*/ 0 w 256"/>
                <a:gd name="T29" fmla="*/ 48 h 95"/>
                <a:gd name="T30" fmla="*/ 0 w 256"/>
                <a:gd name="T31" fmla="*/ 21 h 95"/>
                <a:gd name="T32" fmla="*/ 0 w 256"/>
                <a:gd name="T33" fmla="*/ 20 h 95"/>
                <a:gd name="T34" fmla="*/ 20 w 256"/>
                <a:gd name="T35" fmla="*/ 0 h 95"/>
                <a:gd name="T36" fmla="*/ 22 w 256"/>
                <a:gd name="T37" fmla="*/ 0 h 95"/>
                <a:gd name="T38" fmla="*/ 162 w 256"/>
                <a:gd name="T39" fmla="*/ 0 h 95"/>
                <a:gd name="T40" fmla="*/ 164 w 256"/>
                <a:gd name="T41" fmla="*/ 0 h 95"/>
                <a:gd name="T42" fmla="*/ 256 w 256"/>
                <a:gd name="T43" fmla="*/ 92 h 95"/>
                <a:gd name="T44" fmla="*/ 253 w 256"/>
                <a:gd name="T4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95">
                  <a:moveTo>
                    <a:pt x="253" y="95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00" y="71"/>
                    <a:pt x="100" y="71"/>
                    <a:pt x="100" y="71"/>
                  </a:cubicBezTo>
                  <a:cubicBezTo>
                    <a:pt x="100" y="71"/>
                    <a:pt x="100" y="71"/>
                    <a:pt x="99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3" y="71"/>
                    <a:pt x="23" y="71"/>
                    <a:pt x="22" y="7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3" y="0"/>
                    <a:pt x="163" y="0"/>
                    <a:pt x="164" y="0"/>
                  </a:cubicBezTo>
                  <a:cubicBezTo>
                    <a:pt x="256" y="92"/>
                    <a:pt x="256" y="92"/>
                    <a:pt x="256" y="92"/>
                  </a:cubicBezTo>
                  <a:lnTo>
                    <a:pt x="253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6" name="Freeform 561"/>
            <p:cNvSpPr>
              <a:spLocks noEditPoints="1"/>
            </p:cNvSpPr>
            <p:nvPr/>
          </p:nvSpPr>
          <p:spPr bwMode="auto">
            <a:xfrm flipV="1">
              <a:off x="-2411411" y="43910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4 w 25"/>
                <a:gd name="T19" fmla="*/ 3 h 24"/>
                <a:gd name="T20" fmla="*/ 0 w 25"/>
                <a:gd name="T21" fmla="*/ 12 h 24"/>
                <a:gd name="T22" fmla="*/ 4 w 25"/>
                <a:gd name="T23" fmla="*/ 21 h 24"/>
                <a:gd name="T24" fmla="*/ 12 w 25"/>
                <a:gd name="T25" fmla="*/ 24 h 24"/>
                <a:gd name="T26" fmla="*/ 21 w 25"/>
                <a:gd name="T27" fmla="*/ 21 h 24"/>
                <a:gd name="T28" fmla="*/ 25 w 25"/>
                <a:gd name="T29" fmla="*/ 12 h 24"/>
                <a:gd name="T30" fmla="*/ 21 w 25"/>
                <a:gd name="T31" fmla="*/ 3 h 24"/>
                <a:gd name="T32" fmla="*/ 12 w 25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6" y="6"/>
                    <a:pt x="17" y="7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9"/>
                    <a:pt x="14" y="19"/>
                    <a:pt x="12" y="19"/>
                  </a:cubicBezTo>
                  <a:cubicBezTo>
                    <a:pt x="10" y="19"/>
                    <a:pt x="9" y="19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9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8"/>
                    <a:pt x="25" y="15"/>
                    <a:pt x="25" y="12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7" name="Freeform 562"/>
            <p:cNvSpPr>
              <a:spLocks noEditPoints="1"/>
            </p:cNvSpPr>
            <p:nvPr/>
          </p:nvSpPr>
          <p:spPr bwMode="auto">
            <a:xfrm flipV="1">
              <a:off x="-2212973" y="4379911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9 w 26"/>
                <a:gd name="T3" fmla="*/ 8 h 25"/>
                <a:gd name="T4" fmla="*/ 19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2 h 25"/>
                <a:gd name="T22" fmla="*/ 13 w 26"/>
                <a:gd name="T23" fmla="*/ 25 h 25"/>
                <a:gd name="T24" fmla="*/ 22 w 26"/>
                <a:gd name="T25" fmla="*/ 22 h 25"/>
                <a:gd name="T26" fmla="*/ 26 w 26"/>
                <a:gd name="T27" fmla="*/ 13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7" y="6"/>
                    <a:pt x="19" y="8"/>
                  </a:cubicBezTo>
                  <a:cubicBezTo>
                    <a:pt x="21" y="11"/>
                    <a:pt x="21" y="15"/>
                    <a:pt x="19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2" y="20"/>
                    <a:pt x="10" y="19"/>
                    <a:pt x="8" y="18"/>
                  </a:cubicBezTo>
                  <a:cubicBezTo>
                    <a:pt x="6" y="15"/>
                    <a:pt x="6" y="11"/>
                    <a:pt x="8" y="8"/>
                  </a:cubicBezTo>
                  <a:cubicBezTo>
                    <a:pt x="10" y="6"/>
                    <a:pt x="12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2"/>
                    <a:pt x="5" y="4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7" y="24"/>
                    <a:pt x="10" y="25"/>
                    <a:pt x="13" y="25"/>
                  </a:cubicBezTo>
                  <a:cubicBezTo>
                    <a:pt x="17" y="25"/>
                    <a:pt x="20" y="24"/>
                    <a:pt x="22" y="22"/>
                  </a:cubicBezTo>
                  <a:cubicBezTo>
                    <a:pt x="25" y="19"/>
                    <a:pt x="26" y="16"/>
                    <a:pt x="26" y="13"/>
                  </a:cubicBezTo>
                  <a:cubicBezTo>
                    <a:pt x="26" y="10"/>
                    <a:pt x="25" y="6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8" name="Freeform 563"/>
            <p:cNvSpPr>
              <a:spLocks noEditPoints="1"/>
            </p:cNvSpPr>
            <p:nvPr/>
          </p:nvSpPr>
          <p:spPr bwMode="auto">
            <a:xfrm flipV="1">
              <a:off x="-1893886" y="4132261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18 w 25"/>
                <a:gd name="T3" fmla="*/ 8 h 25"/>
                <a:gd name="T4" fmla="*/ 18 w 25"/>
                <a:gd name="T5" fmla="*/ 18 h 25"/>
                <a:gd name="T6" fmla="*/ 13 w 25"/>
                <a:gd name="T7" fmla="*/ 20 h 25"/>
                <a:gd name="T8" fmla="*/ 8 w 25"/>
                <a:gd name="T9" fmla="*/ 18 h 25"/>
                <a:gd name="T10" fmla="*/ 8 w 25"/>
                <a:gd name="T11" fmla="*/ 8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4 w 25"/>
                <a:gd name="T19" fmla="*/ 4 h 25"/>
                <a:gd name="T20" fmla="*/ 0 w 25"/>
                <a:gd name="T21" fmla="*/ 13 h 25"/>
                <a:gd name="T22" fmla="*/ 4 w 25"/>
                <a:gd name="T23" fmla="*/ 22 h 25"/>
                <a:gd name="T24" fmla="*/ 13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3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5" y="6"/>
                    <a:pt x="16" y="6"/>
                    <a:pt x="18" y="8"/>
                  </a:cubicBezTo>
                  <a:cubicBezTo>
                    <a:pt x="21" y="11"/>
                    <a:pt x="21" y="15"/>
                    <a:pt x="18" y="18"/>
                  </a:cubicBezTo>
                  <a:cubicBezTo>
                    <a:pt x="16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1"/>
                    <a:pt x="8" y="8"/>
                  </a:cubicBezTo>
                  <a:cubicBezTo>
                    <a:pt x="9" y="6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2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1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9"/>
                    <a:pt x="24" y="6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9" name="Freeform 564"/>
            <p:cNvSpPr>
              <a:spLocks noEditPoints="1"/>
            </p:cNvSpPr>
            <p:nvPr/>
          </p:nvSpPr>
          <p:spPr bwMode="auto">
            <a:xfrm flipV="1">
              <a:off x="-1127123" y="3659185"/>
              <a:ext cx="100012" cy="90488"/>
            </a:xfrm>
            <a:custGeom>
              <a:avLst/>
              <a:gdLst>
                <a:gd name="T0" fmla="*/ 14 w 27"/>
                <a:gd name="T1" fmla="*/ 5 h 24"/>
                <a:gd name="T2" fmla="*/ 18 w 27"/>
                <a:gd name="T3" fmla="*/ 7 h 24"/>
                <a:gd name="T4" fmla="*/ 18 w 27"/>
                <a:gd name="T5" fmla="*/ 17 h 24"/>
                <a:gd name="T6" fmla="*/ 14 w 27"/>
                <a:gd name="T7" fmla="*/ 19 h 24"/>
                <a:gd name="T8" fmla="*/ 9 w 27"/>
                <a:gd name="T9" fmla="*/ 17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4"/>
                    <a:pt x="18" y="17"/>
                  </a:cubicBezTo>
                  <a:cubicBezTo>
                    <a:pt x="17" y="18"/>
                    <a:pt x="15" y="19"/>
                    <a:pt x="14" y="19"/>
                  </a:cubicBezTo>
                  <a:cubicBezTo>
                    <a:pt x="12" y="19"/>
                    <a:pt x="10" y="18"/>
                    <a:pt x="9" y="17"/>
                  </a:cubicBezTo>
                  <a:cubicBezTo>
                    <a:pt x="6" y="14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0" name="Freeform 565"/>
            <p:cNvSpPr>
              <a:spLocks noEditPoints="1"/>
            </p:cNvSpPr>
            <p:nvPr/>
          </p:nvSpPr>
          <p:spPr bwMode="auto">
            <a:xfrm flipV="1">
              <a:off x="-1390648" y="3898898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9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13 w 26"/>
                <a:gd name="T17" fmla="*/ 0 h 24"/>
                <a:gd name="T18" fmla="*/ 5 w 26"/>
                <a:gd name="T19" fmla="*/ 3 h 24"/>
                <a:gd name="T20" fmla="*/ 5 w 26"/>
                <a:gd name="T21" fmla="*/ 20 h 24"/>
                <a:gd name="T22" fmla="*/ 13 w 26"/>
                <a:gd name="T23" fmla="*/ 24 h 24"/>
                <a:gd name="T24" fmla="*/ 22 w 26"/>
                <a:gd name="T25" fmla="*/ 20 h 24"/>
                <a:gd name="T26" fmla="*/ 22 w 26"/>
                <a:gd name="T27" fmla="*/ 3 h 24"/>
                <a:gd name="T28" fmla="*/ 13 w 26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7" y="5"/>
                    <a:pt x="18" y="7"/>
                  </a:cubicBezTo>
                  <a:cubicBezTo>
                    <a:pt x="21" y="9"/>
                    <a:pt x="21" y="14"/>
                    <a:pt x="18" y="16"/>
                  </a:cubicBezTo>
                  <a:cubicBezTo>
                    <a:pt x="17" y="18"/>
                    <a:pt x="15" y="19"/>
                    <a:pt x="13" y="19"/>
                  </a:cubicBezTo>
                  <a:cubicBezTo>
                    <a:pt x="11" y="19"/>
                    <a:pt x="10" y="18"/>
                    <a:pt x="8" y="16"/>
                  </a:cubicBezTo>
                  <a:cubicBezTo>
                    <a:pt x="6" y="14"/>
                    <a:pt x="6" y="9"/>
                    <a:pt x="8" y="7"/>
                  </a:cubicBezTo>
                  <a:cubicBezTo>
                    <a:pt x="10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3" y="24"/>
                  </a:cubicBezTo>
                  <a:cubicBezTo>
                    <a:pt x="16" y="24"/>
                    <a:pt x="19" y="22"/>
                    <a:pt x="22" y="20"/>
                  </a:cubicBezTo>
                  <a:cubicBezTo>
                    <a:pt x="26" y="15"/>
                    <a:pt x="26" y="8"/>
                    <a:pt x="22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1" name="Freeform 566"/>
            <p:cNvSpPr>
              <a:spLocks noEditPoints="1"/>
            </p:cNvSpPr>
            <p:nvPr/>
          </p:nvSpPr>
          <p:spPr bwMode="auto">
            <a:xfrm flipV="1">
              <a:off x="-708023" y="3557585"/>
              <a:ext cx="101600" cy="90488"/>
            </a:xfrm>
            <a:custGeom>
              <a:avLst/>
              <a:gdLst>
                <a:gd name="T0" fmla="*/ 14 w 27"/>
                <a:gd name="T1" fmla="*/ 5 h 24"/>
                <a:gd name="T2" fmla="*/ 19 w 27"/>
                <a:gd name="T3" fmla="*/ 7 h 24"/>
                <a:gd name="T4" fmla="*/ 19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5"/>
                    <a:pt x="19" y="7"/>
                  </a:cubicBezTo>
                  <a:cubicBezTo>
                    <a:pt x="21" y="9"/>
                    <a:pt x="21" y="14"/>
                    <a:pt x="19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6" y="14"/>
                    <a:pt x="6" y="9"/>
                    <a:pt x="9" y="7"/>
                  </a:cubicBezTo>
                  <a:cubicBezTo>
                    <a:pt x="10" y="5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5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2" name="Freeform 567"/>
            <p:cNvSpPr>
              <a:spLocks noEditPoints="1"/>
            </p:cNvSpPr>
            <p:nvPr/>
          </p:nvSpPr>
          <p:spPr bwMode="auto">
            <a:xfrm flipV="1">
              <a:off x="-796923" y="3843336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7 w 24"/>
                <a:gd name="T3" fmla="*/ 8 h 24"/>
                <a:gd name="T4" fmla="*/ 17 w 24"/>
                <a:gd name="T5" fmla="*/ 17 h 24"/>
                <a:gd name="T6" fmla="*/ 12 w 24"/>
                <a:gd name="T7" fmla="*/ 19 h 24"/>
                <a:gd name="T8" fmla="*/ 7 w 24"/>
                <a:gd name="T9" fmla="*/ 17 h 24"/>
                <a:gd name="T10" fmla="*/ 7 w 24"/>
                <a:gd name="T11" fmla="*/ 8 h 24"/>
                <a:gd name="T12" fmla="*/ 12 w 24"/>
                <a:gd name="T13" fmla="*/ 6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0 w 24"/>
                <a:gd name="T27" fmla="*/ 21 h 24"/>
                <a:gd name="T28" fmla="*/ 24 w 24"/>
                <a:gd name="T29" fmla="*/ 12 h 24"/>
                <a:gd name="T30" fmla="*/ 20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4" y="6"/>
                    <a:pt x="15" y="6"/>
                    <a:pt x="17" y="8"/>
                  </a:cubicBezTo>
                  <a:cubicBezTo>
                    <a:pt x="19" y="10"/>
                    <a:pt x="19" y="15"/>
                    <a:pt x="17" y="17"/>
                  </a:cubicBezTo>
                  <a:cubicBezTo>
                    <a:pt x="15" y="19"/>
                    <a:pt x="14" y="19"/>
                    <a:pt x="12" y="19"/>
                  </a:cubicBezTo>
                  <a:cubicBezTo>
                    <a:pt x="10" y="19"/>
                    <a:pt x="8" y="19"/>
                    <a:pt x="7" y="17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3" name="Freeform 568"/>
            <p:cNvSpPr>
              <a:spLocks noEditPoints="1"/>
            </p:cNvSpPr>
            <p:nvPr/>
          </p:nvSpPr>
          <p:spPr bwMode="auto">
            <a:xfrm flipV="1">
              <a:off x="-2163761" y="41211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19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3 h 25"/>
                <a:gd name="T20" fmla="*/ 0 w 26"/>
                <a:gd name="T21" fmla="*/ 12 h 25"/>
                <a:gd name="T22" fmla="*/ 4 w 26"/>
                <a:gd name="T23" fmla="*/ 21 h 25"/>
                <a:gd name="T24" fmla="*/ 13 w 26"/>
                <a:gd name="T25" fmla="*/ 25 h 25"/>
                <a:gd name="T26" fmla="*/ 21 w 26"/>
                <a:gd name="T27" fmla="*/ 21 h 25"/>
                <a:gd name="T28" fmla="*/ 21 w 26"/>
                <a:gd name="T29" fmla="*/ 3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6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6" y="16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4" name="Freeform 569"/>
            <p:cNvSpPr>
              <a:spLocks/>
            </p:cNvSpPr>
            <p:nvPr/>
          </p:nvSpPr>
          <p:spPr bwMode="auto">
            <a:xfrm flipV="1">
              <a:off x="-2339973" y="3898899"/>
              <a:ext cx="1568450" cy="657225"/>
            </a:xfrm>
            <a:custGeom>
              <a:avLst/>
              <a:gdLst>
                <a:gd name="T0" fmla="*/ 416 w 418"/>
                <a:gd name="T1" fmla="*/ 175 h 175"/>
                <a:gd name="T2" fmla="*/ 282 w 418"/>
                <a:gd name="T3" fmla="*/ 41 h 175"/>
                <a:gd name="T4" fmla="*/ 108 w 418"/>
                <a:gd name="T5" fmla="*/ 41 h 175"/>
                <a:gd name="T6" fmla="*/ 107 w 418"/>
                <a:gd name="T7" fmla="*/ 41 h 175"/>
                <a:gd name="T8" fmla="*/ 69 w 418"/>
                <a:gd name="T9" fmla="*/ 3 h 175"/>
                <a:gd name="T10" fmla="*/ 25 w 418"/>
                <a:gd name="T11" fmla="*/ 3 h 175"/>
                <a:gd name="T12" fmla="*/ 2 w 418"/>
                <a:gd name="T13" fmla="*/ 26 h 175"/>
                <a:gd name="T14" fmla="*/ 0 w 418"/>
                <a:gd name="T15" fmla="*/ 23 h 175"/>
                <a:gd name="T16" fmla="*/ 23 w 418"/>
                <a:gd name="T17" fmla="*/ 0 h 175"/>
                <a:gd name="T18" fmla="*/ 24 w 418"/>
                <a:gd name="T19" fmla="*/ 0 h 175"/>
                <a:gd name="T20" fmla="*/ 24 w 418"/>
                <a:gd name="T21" fmla="*/ 0 h 175"/>
                <a:gd name="T22" fmla="*/ 70 w 418"/>
                <a:gd name="T23" fmla="*/ 0 h 175"/>
                <a:gd name="T24" fmla="*/ 71 w 418"/>
                <a:gd name="T25" fmla="*/ 0 h 175"/>
                <a:gd name="T26" fmla="*/ 109 w 418"/>
                <a:gd name="T27" fmla="*/ 38 h 175"/>
                <a:gd name="T28" fmla="*/ 283 w 418"/>
                <a:gd name="T29" fmla="*/ 38 h 175"/>
                <a:gd name="T30" fmla="*/ 284 w 418"/>
                <a:gd name="T31" fmla="*/ 38 h 175"/>
                <a:gd name="T32" fmla="*/ 418 w 418"/>
                <a:gd name="T33" fmla="*/ 173 h 175"/>
                <a:gd name="T34" fmla="*/ 416 w 418"/>
                <a:gd name="T3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8" h="175">
                  <a:moveTo>
                    <a:pt x="416" y="175"/>
                  </a:moveTo>
                  <a:cubicBezTo>
                    <a:pt x="282" y="41"/>
                    <a:pt x="282" y="41"/>
                    <a:pt x="282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8" y="41"/>
                    <a:pt x="107" y="41"/>
                    <a:pt x="107" y="41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1" y="0"/>
                    <a:pt x="71" y="0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283" y="38"/>
                    <a:pt x="283" y="38"/>
                    <a:pt x="283" y="38"/>
                  </a:cubicBezTo>
                  <a:cubicBezTo>
                    <a:pt x="283" y="38"/>
                    <a:pt x="283" y="38"/>
                    <a:pt x="284" y="38"/>
                  </a:cubicBezTo>
                  <a:cubicBezTo>
                    <a:pt x="418" y="173"/>
                    <a:pt x="418" y="173"/>
                    <a:pt x="418" y="173"/>
                  </a:cubicBezTo>
                  <a:lnTo>
                    <a:pt x="416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5" name="Freeform 570"/>
            <p:cNvSpPr>
              <a:spLocks/>
            </p:cNvSpPr>
            <p:nvPr/>
          </p:nvSpPr>
          <p:spPr bwMode="auto">
            <a:xfrm flipV="1">
              <a:off x="-2141536" y="3617911"/>
              <a:ext cx="1471612" cy="781050"/>
            </a:xfrm>
            <a:custGeom>
              <a:avLst/>
              <a:gdLst>
                <a:gd name="T0" fmla="*/ 389 w 392"/>
                <a:gd name="T1" fmla="*/ 208 h 208"/>
                <a:gd name="T2" fmla="*/ 211 w 392"/>
                <a:gd name="T3" fmla="*/ 30 h 208"/>
                <a:gd name="T4" fmla="*/ 28 w 392"/>
                <a:gd name="T5" fmla="*/ 30 h 208"/>
                <a:gd name="T6" fmla="*/ 27 w 392"/>
                <a:gd name="T7" fmla="*/ 29 h 208"/>
                <a:gd name="T8" fmla="*/ 0 w 392"/>
                <a:gd name="T9" fmla="*/ 3 h 208"/>
                <a:gd name="T10" fmla="*/ 3 w 392"/>
                <a:gd name="T11" fmla="*/ 0 h 208"/>
                <a:gd name="T12" fmla="*/ 29 w 392"/>
                <a:gd name="T13" fmla="*/ 26 h 208"/>
                <a:gd name="T14" fmla="*/ 211 w 392"/>
                <a:gd name="T15" fmla="*/ 26 h 208"/>
                <a:gd name="T16" fmla="*/ 213 w 392"/>
                <a:gd name="T17" fmla="*/ 27 h 208"/>
                <a:gd name="T18" fmla="*/ 392 w 392"/>
                <a:gd name="T19" fmla="*/ 206 h 208"/>
                <a:gd name="T20" fmla="*/ 389 w 392"/>
                <a:gd name="T21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2" h="208">
                  <a:moveTo>
                    <a:pt x="389" y="208"/>
                  </a:moveTo>
                  <a:cubicBezTo>
                    <a:pt x="211" y="30"/>
                    <a:pt x="211" y="30"/>
                    <a:pt x="211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7" y="2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11" y="26"/>
                    <a:pt x="211" y="26"/>
                    <a:pt x="211" y="26"/>
                  </a:cubicBezTo>
                  <a:cubicBezTo>
                    <a:pt x="212" y="26"/>
                    <a:pt x="212" y="27"/>
                    <a:pt x="213" y="27"/>
                  </a:cubicBezTo>
                  <a:cubicBezTo>
                    <a:pt x="392" y="206"/>
                    <a:pt x="392" y="206"/>
                    <a:pt x="392" y="206"/>
                  </a:cubicBezTo>
                  <a:lnTo>
                    <a:pt x="389" y="2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6" name="Freeform 571"/>
            <p:cNvSpPr>
              <a:spLocks/>
            </p:cNvSpPr>
            <p:nvPr/>
          </p:nvSpPr>
          <p:spPr bwMode="auto">
            <a:xfrm flipV="1">
              <a:off x="-2089148" y="3733798"/>
              <a:ext cx="1020762" cy="417513"/>
            </a:xfrm>
            <a:custGeom>
              <a:avLst/>
              <a:gdLst>
                <a:gd name="T0" fmla="*/ 272 w 272"/>
                <a:gd name="T1" fmla="*/ 111 h 111"/>
                <a:gd name="T2" fmla="*/ 269 w 272"/>
                <a:gd name="T3" fmla="*/ 111 h 111"/>
                <a:gd name="T4" fmla="*/ 269 w 272"/>
                <a:gd name="T5" fmla="*/ 83 h 111"/>
                <a:gd name="T6" fmla="*/ 211 w 272"/>
                <a:gd name="T7" fmla="*/ 25 h 111"/>
                <a:gd name="T8" fmla="*/ 23 w 272"/>
                <a:gd name="T9" fmla="*/ 25 h 111"/>
                <a:gd name="T10" fmla="*/ 22 w 272"/>
                <a:gd name="T11" fmla="*/ 25 h 111"/>
                <a:gd name="T12" fmla="*/ 0 w 272"/>
                <a:gd name="T13" fmla="*/ 3 h 111"/>
                <a:gd name="T14" fmla="*/ 3 w 272"/>
                <a:gd name="T15" fmla="*/ 0 h 111"/>
                <a:gd name="T16" fmla="*/ 24 w 272"/>
                <a:gd name="T17" fmla="*/ 22 h 111"/>
                <a:gd name="T18" fmla="*/ 212 w 272"/>
                <a:gd name="T19" fmla="*/ 22 h 111"/>
                <a:gd name="T20" fmla="*/ 213 w 272"/>
                <a:gd name="T21" fmla="*/ 22 h 111"/>
                <a:gd name="T22" fmla="*/ 271 w 272"/>
                <a:gd name="T23" fmla="*/ 81 h 111"/>
                <a:gd name="T24" fmla="*/ 272 w 272"/>
                <a:gd name="T25" fmla="*/ 82 h 111"/>
                <a:gd name="T26" fmla="*/ 272 w 272"/>
                <a:gd name="T2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2" h="111">
                  <a:moveTo>
                    <a:pt x="272" y="111"/>
                  </a:moveTo>
                  <a:cubicBezTo>
                    <a:pt x="269" y="111"/>
                    <a:pt x="269" y="111"/>
                    <a:pt x="269" y="111"/>
                  </a:cubicBezTo>
                  <a:cubicBezTo>
                    <a:pt x="269" y="83"/>
                    <a:pt x="269" y="83"/>
                    <a:pt x="269" y="83"/>
                  </a:cubicBezTo>
                  <a:cubicBezTo>
                    <a:pt x="211" y="25"/>
                    <a:pt x="211" y="25"/>
                    <a:pt x="211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12" y="22"/>
                    <a:pt x="212" y="22"/>
                    <a:pt x="212" y="22"/>
                  </a:cubicBezTo>
                  <a:cubicBezTo>
                    <a:pt x="212" y="22"/>
                    <a:pt x="213" y="22"/>
                    <a:pt x="213" y="22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2" y="81"/>
                    <a:pt x="272" y="82"/>
                  </a:cubicBezTo>
                  <a:lnTo>
                    <a:pt x="272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7" name="Freeform 572"/>
            <p:cNvSpPr>
              <a:spLocks/>
            </p:cNvSpPr>
            <p:nvPr/>
          </p:nvSpPr>
          <p:spPr bwMode="auto">
            <a:xfrm flipV="1">
              <a:off x="-1814511" y="3625849"/>
              <a:ext cx="869950" cy="561975"/>
            </a:xfrm>
            <a:custGeom>
              <a:avLst/>
              <a:gdLst>
                <a:gd name="T0" fmla="*/ 211 w 232"/>
                <a:gd name="T1" fmla="*/ 150 h 150"/>
                <a:gd name="T2" fmla="*/ 180 w 232"/>
                <a:gd name="T3" fmla="*/ 150 h 150"/>
                <a:gd name="T4" fmla="*/ 179 w 232"/>
                <a:gd name="T5" fmla="*/ 150 h 150"/>
                <a:gd name="T6" fmla="*/ 126 w 232"/>
                <a:gd name="T7" fmla="*/ 96 h 150"/>
                <a:gd name="T8" fmla="*/ 125 w 232"/>
                <a:gd name="T9" fmla="*/ 95 h 150"/>
                <a:gd name="T10" fmla="*/ 125 w 232"/>
                <a:gd name="T11" fmla="*/ 74 h 150"/>
                <a:gd name="T12" fmla="*/ 128 w 232"/>
                <a:gd name="T13" fmla="*/ 74 h 150"/>
                <a:gd name="T14" fmla="*/ 128 w 232"/>
                <a:gd name="T15" fmla="*/ 94 h 150"/>
                <a:gd name="T16" fmla="*/ 181 w 232"/>
                <a:gd name="T17" fmla="*/ 147 h 150"/>
                <a:gd name="T18" fmla="*/ 211 w 232"/>
                <a:gd name="T19" fmla="*/ 147 h 150"/>
                <a:gd name="T20" fmla="*/ 228 w 232"/>
                <a:gd name="T21" fmla="*/ 129 h 150"/>
                <a:gd name="T22" fmla="*/ 228 w 232"/>
                <a:gd name="T23" fmla="*/ 103 h 150"/>
                <a:gd name="T24" fmla="*/ 130 w 232"/>
                <a:gd name="T25" fmla="*/ 4 h 150"/>
                <a:gd name="T26" fmla="*/ 0 w 232"/>
                <a:gd name="T27" fmla="*/ 4 h 150"/>
                <a:gd name="T28" fmla="*/ 0 w 232"/>
                <a:gd name="T29" fmla="*/ 0 h 150"/>
                <a:gd name="T30" fmla="*/ 130 w 232"/>
                <a:gd name="T31" fmla="*/ 0 h 150"/>
                <a:gd name="T32" fmla="*/ 131 w 232"/>
                <a:gd name="T33" fmla="*/ 1 h 150"/>
                <a:gd name="T34" fmla="*/ 231 w 232"/>
                <a:gd name="T35" fmla="*/ 101 h 150"/>
                <a:gd name="T36" fmla="*/ 232 w 232"/>
                <a:gd name="T37" fmla="*/ 102 h 150"/>
                <a:gd name="T38" fmla="*/ 232 w 232"/>
                <a:gd name="T39" fmla="*/ 130 h 150"/>
                <a:gd name="T40" fmla="*/ 231 w 232"/>
                <a:gd name="T41" fmla="*/ 131 h 150"/>
                <a:gd name="T42" fmla="*/ 213 w 232"/>
                <a:gd name="T43" fmla="*/ 150 h 150"/>
                <a:gd name="T44" fmla="*/ 211 w 232"/>
                <a:gd name="T4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50">
                  <a:moveTo>
                    <a:pt x="211" y="150"/>
                  </a:moveTo>
                  <a:cubicBezTo>
                    <a:pt x="180" y="150"/>
                    <a:pt x="180" y="150"/>
                    <a:pt x="180" y="150"/>
                  </a:cubicBezTo>
                  <a:cubicBezTo>
                    <a:pt x="180" y="150"/>
                    <a:pt x="179" y="150"/>
                    <a:pt x="179" y="150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5" y="96"/>
                    <a:pt x="125" y="95"/>
                    <a:pt x="125" y="95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8" y="74"/>
                    <a:pt x="128" y="74"/>
                    <a:pt x="128" y="7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81" y="147"/>
                    <a:pt x="181" y="147"/>
                    <a:pt x="181" y="147"/>
                  </a:cubicBezTo>
                  <a:cubicBezTo>
                    <a:pt x="211" y="147"/>
                    <a:pt x="211" y="147"/>
                    <a:pt x="211" y="147"/>
                  </a:cubicBezTo>
                  <a:cubicBezTo>
                    <a:pt x="228" y="129"/>
                    <a:pt x="228" y="129"/>
                    <a:pt x="228" y="129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1" y="0"/>
                    <a:pt x="131" y="1"/>
                    <a:pt x="131" y="1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1" y="101"/>
                    <a:pt x="232" y="101"/>
                    <a:pt x="232" y="102"/>
                  </a:cubicBezTo>
                  <a:cubicBezTo>
                    <a:pt x="232" y="130"/>
                    <a:pt x="232" y="130"/>
                    <a:pt x="232" y="130"/>
                  </a:cubicBezTo>
                  <a:cubicBezTo>
                    <a:pt x="232" y="130"/>
                    <a:pt x="231" y="131"/>
                    <a:pt x="231" y="131"/>
                  </a:cubicBezTo>
                  <a:cubicBezTo>
                    <a:pt x="213" y="150"/>
                    <a:pt x="213" y="150"/>
                    <a:pt x="213" y="150"/>
                  </a:cubicBezTo>
                  <a:cubicBezTo>
                    <a:pt x="212" y="150"/>
                    <a:pt x="212" y="150"/>
                    <a:pt x="211" y="1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8" name="Freeform 573"/>
            <p:cNvSpPr>
              <a:spLocks noEditPoints="1"/>
            </p:cNvSpPr>
            <p:nvPr/>
          </p:nvSpPr>
          <p:spPr bwMode="auto">
            <a:xfrm flipV="1">
              <a:off x="-3063873" y="3543298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7 w 24"/>
                <a:gd name="T3" fmla="*/ 8 h 25"/>
                <a:gd name="T4" fmla="*/ 17 w 24"/>
                <a:gd name="T5" fmla="*/ 18 h 25"/>
                <a:gd name="T6" fmla="*/ 12 w 24"/>
                <a:gd name="T7" fmla="*/ 20 h 25"/>
                <a:gd name="T8" fmla="*/ 7 w 24"/>
                <a:gd name="T9" fmla="*/ 18 h 25"/>
                <a:gd name="T10" fmla="*/ 7 w 24"/>
                <a:gd name="T11" fmla="*/ 8 h 25"/>
                <a:gd name="T12" fmla="*/ 12 w 24"/>
                <a:gd name="T13" fmla="*/ 5 h 25"/>
                <a:gd name="T14" fmla="*/ 12 w 24"/>
                <a:gd name="T15" fmla="*/ 0 h 25"/>
                <a:gd name="T16" fmla="*/ 12 w 24"/>
                <a:gd name="T17" fmla="*/ 0 h 25"/>
                <a:gd name="T18" fmla="*/ 3 w 24"/>
                <a:gd name="T19" fmla="*/ 4 h 25"/>
                <a:gd name="T20" fmla="*/ 0 w 24"/>
                <a:gd name="T21" fmla="*/ 13 h 25"/>
                <a:gd name="T22" fmla="*/ 3 w 24"/>
                <a:gd name="T23" fmla="*/ 21 h 25"/>
                <a:gd name="T24" fmla="*/ 12 w 24"/>
                <a:gd name="T25" fmla="*/ 25 h 25"/>
                <a:gd name="T26" fmla="*/ 21 w 24"/>
                <a:gd name="T27" fmla="*/ 21 h 25"/>
                <a:gd name="T28" fmla="*/ 24 w 24"/>
                <a:gd name="T29" fmla="*/ 13 h 25"/>
                <a:gd name="T30" fmla="*/ 21 w 24"/>
                <a:gd name="T31" fmla="*/ 4 h 25"/>
                <a:gd name="T32" fmla="*/ 12 w 2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4" y="5"/>
                    <a:pt x="16" y="6"/>
                    <a:pt x="17" y="8"/>
                  </a:cubicBezTo>
                  <a:cubicBezTo>
                    <a:pt x="20" y="10"/>
                    <a:pt x="20" y="15"/>
                    <a:pt x="17" y="18"/>
                  </a:cubicBezTo>
                  <a:cubicBezTo>
                    <a:pt x="16" y="19"/>
                    <a:pt x="14" y="20"/>
                    <a:pt x="12" y="20"/>
                  </a:cubicBezTo>
                  <a:cubicBezTo>
                    <a:pt x="10" y="20"/>
                    <a:pt x="8" y="19"/>
                    <a:pt x="7" y="18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8" y="24"/>
                    <a:pt x="21" y="21"/>
                  </a:cubicBezTo>
                  <a:cubicBezTo>
                    <a:pt x="23" y="19"/>
                    <a:pt x="24" y="16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9" name="Freeform 574"/>
            <p:cNvSpPr>
              <a:spLocks noEditPoints="1"/>
            </p:cNvSpPr>
            <p:nvPr/>
          </p:nvSpPr>
          <p:spPr bwMode="auto">
            <a:xfrm flipV="1">
              <a:off x="-3055936" y="3744911"/>
              <a:ext cx="96837" cy="95250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4 h 25"/>
                <a:gd name="T20" fmla="*/ 0 w 26"/>
                <a:gd name="T21" fmla="*/ 13 h 25"/>
                <a:gd name="T22" fmla="*/ 4 w 26"/>
                <a:gd name="T23" fmla="*/ 21 h 25"/>
                <a:gd name="T24" fmla="*/ 13 w 26"/>
                <a:gd name="T25" fmla="*/ 25 h 25"/>
                <a:gd name="T26" fmla="*/ 22 w 26"/>
                <a:gd name="T27" fmla="*/ 21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10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0" name="Freeform 575"/>
            <p:cNvSpPr>
              <a:spLocks noEditPoints="1"/>
            </p:cNvSpPr>
            <p:nvPr/>
          </p:nvSpPr>
          <p:spPr bwMode="auto">
            <a:xfrm flipV="1">
              <a:off x="-2813048" y="4060823"/>
              <a:ext cx="101600" cy="93663"/>
            </a:xfrm>
            <a:custGeom>
              <a:avLst/>
              <a:gdLst>
                <a:gd name="T0" fmla="*/ 14 w 27"/>
                <a:gd name="T1" fmla="*/ 5 h 25"/>
                <a:gd name="T2" fmla="*/ 19 w 27"/>
                <a:gd name="T3" fmla="*/ 7 h 25"/>
                <a:gd name="T4" fmla="*/ 19 w 27"/>
                <a:gd name="T5" fmla="*/ 17 h 25"/>
                <a:gd name="T6" fmla="*/ 14 w 27"/>
                <a:gd name="T7" fmla="*/ 20 h 25"/>
                <a:gd name="T8" fmla="*/ 9 w 27"/>
                <a:gd name="T9" fmla="*/ 17 h 25"/>
                <a:gd name="T10" fmla="*/ 9 w 27"/>
                <a:gd name="T11" fmla="*/ 7 h 25"/>
                <a:gd name="T12" fmla="*/ 14 w 27"/>
                <a:gd name="T13" fmla="*/ 5 h 25"/>
                <a:gd name="T14" fmla="*/ 14 w 27"/>
                <a:gd name="T15" fmla="*/ 0 h 25"/>
                <a:gd name="T16" fmla="*/ 14 w 27"/>
                <a:gd name="T17" fmla="*/ 0 h 25"/>
                <a:gd name="T18" fmla="*/ 5 w 27"/>
                <a:gd name="T19" fmla="*/ 4 h 25"/>
                <a:gd name="T20" fmla="*/ 5 w 27"/>
                <a:gd name="T21" fmla="*/ 21 h 25"/>
                <a:gd name="T22" fmla="*/ 14 w 27"/>
                <a:gd name="T23" fmla="*/ 25 h 25"/>
                <a:gd name="T24" fmla="*/ 23 w 27"/>
                <a:gd name="T25" fmla="*/ 21 h 25"/>
                <a:gd name="T26" fmla="*/ 23 w 27"/>
                <a:gd name="T27" fmla="*/ 4 h 25"/>
                <a:gd name="T28" fmla="*/ 14 w 27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14" y="5"/>
                  </a:moveTo>
                  <a:cubicBezTo>
                    <a:pt x="16" y="5"/>
                    <a:pt x="17" y="6"/>
                    <a:pt x="19" y="7"/>
                  </a:cubicBezTo>
                  <a:cubicBezTo>
                    <a:pt x="22" y="10"/>
                    <a:pt x="22" y="15"/>
                    <a:pt x="19" y="17"/>
                  </a:cubicBezTo>
                  <a:cubicBezTo>
                    <a:pt x="18" y="19"/>
                    <a:pt x="16" y="20"/>
                    <a:pt x="14" y="20"/>
                  </a:cubicBezTo>
                  <a:cubicBezTo>
                    <a:pt x="12" y="20"/>
                    <a:pt x="10" y="19"/>
                    <a:pt x="9" y="17"/>
                  </a:cubicBezTo>
                  <a:cubicBezTo>
                    <a:pt x="6" y="15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1" y="25"/>
                    <a:pt x="14" y="25"/>
                  </a:cubicBezTo>
                  <a:cubicBezTo>
                    <a:pt x="17" y="25"/>
                    <a:pt x="20" y="23"/>
                    <a:pt x="23" y="21"/>
                  </a:cubicBezTo>
                  <a:cubicBezTo>
                    <a:pt x="27" y="16"/>
                    <a:pt x="27" y="8"/>
                    <a:pt x="23" y="4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1" name="Freeform 576"/>
            <p:cNvSpPr>
              <a:spLocks noEditPoints="1"/>
            </p:cNvSpPr>
            <p:nvPr/>
          </p:nvSpPr>
          <p:spPr bwMode="auto">
            <a:xfrm flipV="1">
              <a:off x="-1052511" y="24923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6 w 24"/>
                <a:gd name="T3" fmla="*/ 7 h 24"/>
                <a:gd name="T4" fmla="*/ 16 w 24"/>
                <a:gd name="T5" fmla="*/ 16 h 24"/>
                <a:gd name="T6" fmla="*/ 12 w 24"/>
                <a:gd name="T7" fmla="*/ 19 h 24"/>
                <a:gd name="T8" fmla="*/ 7 w 24"/>
                <a:gd name="T9" fmla="*/ 16 h 24"/>
                <a:gd name="T10" fmla="*/ 7 w 24"/>
                <a:gd name="T11" fmla="*/ 7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3 w 24"/>
                <a:gd name="T21" fmla="*/ 20 h 24"/>
                <a:gd name="T22" fmla="*/ 12 w 24"/>
                <a:gd name="T23" fmla="*/ 24 h 24"/>
                <a:gd name="T24" fmla="*/ 20 w 24"/>
                <a:gd name="T25" fmla="*/ 20 h 24"/>
                <a:gd name="T26" fmla="*/ 24 w 24"/>
                <a:gd name="T27" fmla="*/ 12 h 24"/>
                <a:gd name="T28" fmla="*/ 20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3" y="5"/>
                    <a:pt x="15" y="5"/>
                    <a:pt x="16" y="7"/>
                  </a:cubicBezTo>
                  <a:cubicBezTo>
                    <a:pt x="19" y="9"/>
                    <a:pt x="19" y="14"/>
                    <a:pt x="16" y="16"/>
                  </a:cubicBezTo>
                  <a:cubicBezTo>
                    <a:pt x="15" y="18"/>
                    <a:pt x="13" y="19"/>
                    <a:pt x="12" y="19"/>
                  </a:cubicBezTo>
                  <a:cubicBezTo>
                    <a:pt x="10" y="19"/>
                    <a:pt x="8" y="18"/>
                    <a:pt x="7" y="16"/>
                  </a:cubicBezTo>
                  <a:cubicBezTo>
                    <a:pt x="4" y="14"/>
                    <a:pt x="4" y="9"/>
                    <a:pt x="7" y="7"/>
                  </a:cubicBezTo>
                  <a:cubicBezTo>
                    <a:pt x="8" y="5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2"/>
                    <a:pt x="8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8"/>
                    <a:pt x="22" y="5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2" name="Freeform 577"/>
            <p:cNvSpPr>
              <a:spLocks noEditPoints="1"/>
            </p:cNvSpPr>
            <p:nvPr/>
          </p:nvSpPr>
          <p:spPr bwMode="auto">
            <a:xfrm flipV="1">
              <a:off x="-1319211" y="2735260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3 w 25"/>
                <a:gd name="T17" fmla="*/ 4 h 24"/>
                <a:gd name="T18" fmla="*/ 0 w 25"/>
                <a:gd name="T19" fmla="*/ 12 h 24"/>
                <a:gd name="T20" fmla="*/ 3 w 25"/>
                <a:gd name="T21" fmla="*/ 21 h 24"/>
                <a:gd name="T22" fmla="*/ 12 w 25"/>
                <a:gd name="T23" fmla="*/ 24 h 24"/>
                <a:gd name="T24" fmla="*/ 20 w 25"/>
                <a:gd name="T25" fmla="*/ 21 h 24"/>
                <a:gd name="T26" fmla="*/ 20 w 25"/>
                <a:gd name="T27" fmla="*/ 4 h 24"/>
                <a:gd name="T28" fmla="*/ 12 w 25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5" y="6"/>
                    <a:pt x="17" y="7"/>
                  </a:cubicBezTo>
                  <a:cubicBezTo>
                    <a:pt x="19" y="10"/>
                    <a:pt x="19" y="14"/>
                    <a:pt x="17" y="17"/>
                  </a:cubicBezTo>
                  <a:cubicBezTo>
                    <a:pt x="15" y="18"/>
                    <a:pt x="14" y="19"/>
                    <a:pt x="12" y="19"/>
                  </a:cubicBezTo>
                  <a:cubicBezTo>
                    <a:pt x="10" y="19"/>
                    <a:pt x="8" y="18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5" y="16"/>
                    <a:pt x="25" y="8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3" name="Freeform 578"/>
            <p:cNvSpPr>
              <a:spLocks noEditPoints="1"/>
            </p:cNvSpPr>
            <p:nvPr/>
          </p:nvSpPr>
          <p:spPr bwMode="auto">
            <a:xfrm flipV="1">
              <a:off x="-636586" y="2390773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8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3 h 24"/>
                <a:gd name="T18" fmla="*/ 4 w 26"/>
                <a:gd name="T19" fmla="*/ 20 h 24"/>
                <a:gd name="T20" fmla="*/ 13 w 26"/>
                <a:gd name="T21" fmla="*/ 24 h 24"/>
                <a:gd name="T22" fmla="*/ 21 w 26"/>
                <a:gd name="T23" fmla="*/ 20 h 24"/>
                <a:gd name="T24" fmla="*/ 21 w 26"/>
                <a:gd name="T25" fmla="*/ 3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4" y="5"/>
                    <a:pt x="16" y="5"/>
                    <a:pt x="18" y="7"/>
                  </a:cubicBezTo>
                  <a:cubicBezTo>
                    <a:pt x="20" y="9"/>
                    <a:pt x="20" y="14"/>
                    <a:pt x="18" y="16"/>
                  </a:cubicBezTo>
                  <a:cubicBezTo>
                    <a:pt x="16" y="18"/>
                    <a:pt x="14" y="18"/>
                    <a:pt x="13" y="18"/>
                  </a:cubicBezTo>
                  <a:cubicBezTo>
                    <a:pt x="11" y="18"/>
                    <a:pt x="9" y="18"/>
                    <a:pt x="8" y="16"/>
                  </a:cubicBezTo>
                  <a:cubicBezTo>
                    <a:pt x="5" y="14"/>
                    <a:pt x="5" y="9"/>
                    <a:pt x="8" y="7"/>
                  </a:cubicBezTo>
                  <a:cubicBezTo>
                    <a:pt x="9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6" y="22"/>
                    <a:pt x="9" y="24"/>
                    <a:pt x="13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6" y="15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4" name="Freeform 579"/>
            <p:cNvSpPr>
              <a:spLocks noEditPoints="1"/>
            </p:cNvSpPr>
            <p:nvPr/>
          </p:nvSpPr>
          <p:spPr bwMode="auto">
            <a:xfrm flipV="1">
              <a:off x="-733423" y="2676523"/>
              <a:ext cx="96837" cy="88900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8 h 24"/>
                <a:gd name="T4" fmla="*/ 18 w 26"/>
                <a:gd name="T5" fmla="*/ 17 h 24"/>
                <a:gd name="T6" fmla="*/ 13 w 26"/>
                <a:gd name="T7" fmla="*/ 19 h 24"/>
                <a:gd name="T8" fmla="*/ 8 w 26"/>
                <a:gd name="T9" fmla="*/ 17 h 24"/>
                <a:gd name="T10" fmla="*/ 8 w 26"/>
                <a:gd name="T11" fmla="*/ 8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1 w 26"/>
                <a:gd name="T23" fmla="*/ 21 h 24"/>
                <a:gd name="T24" fmla="*/ 21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6" y="6"/>
                    <a:pt x="18" y="8"/>
                  </a:cubicBezTo>
                  <a:cubicBezTo>
                    <a:pt x="20" y="10"/>
                    <a:pt x="20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8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6" y="16"/>
                    <a:pt x="26" y="9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5" name="Freeform 580"/>
            <p:cNvSpPr>
              <a:spLocks noEditPoints="1"/>
            </p:cNvSpPr>
            <p:nvPr/>
          </p:nvSpPr>
          <p:spPr bwMode="auto">
            <a:xfrm flipV="1">
              <a:off x="-2801936" y="37909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20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1 h 25"/>
                <a:gd name="T22" fmla="*/ 13 w 26"/>
                <a:gd name="T23" fmla="*/ 25 h 25"/>
                <a:gd name="T24" fmla="*/ 22 w 26"/>
                <a:gd name="T25" fmla="*/ 21 h 25"/>
                <a:gd name="T26" fmla="*/ 26 w 26"/>
                <a:gd name="T27" fmla="*/ 12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10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10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7" y="25"/>
                    <a:pt x="20" y="23"/>
                    <a:pt x="22" y="21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9"/>
                    <a:pt x="24" y="6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6" name="Freeform 581"/>
            <p:cNvSpPr>
              <a:spLocks/>
            </p:cNvSpPr>
            <p:nvPr/>
          </p:nvSpPr>
          <p:spPr bwMode="auto">
            <a:xfrm flipV="1">
              <a:off x="-3003548" y="2555873"/>
              <a:ext cx="1984375" cy="1017588"/>
            </a:xfrm>
            <a:custGeom>
              <a:avLst/>
              <a:gdLst>
                <a:gd name="T0" fmla="*/ 526 w 529"/>
                <a:gd name="T1" fmla="*/ 271 h 271"/>
                <a:gd name="T2" fmla="*/ 512 w 529"/>
                <a:gd name="T3" fmla="*/ 257 h 271"/>
                <a:gd name="T4" fmla="*/ 512 w 529"/>
                <a:gd name="T5" fmla="*/ 256 h 271"/>
                <a:gd name="T6" fmla="*/ 512 w 529"/>
                <a:gd name="T7" fmla="*/ 226 h 271"/>
                <a:gd name="T8" fmla="*/ 418 w 529"/>
                <a:gd name="T9" fmla="*/ 132 h 271"/>
                <a:gd name="T10" fmla="*/ 307 w 529"/>
                <a:gd name="T11" fmla="*/ 132 h 271"/>
                <a:gd name="T12" fmla="*/ 243 w 529"/>
                <a:gd name="T13" fmla="*/ 197 h 271"/>
                <a:gd name="T14" fmla="*/ 242 w 529"/>
                <a:gd name="T15" fmla="*/ 197 h 271"/>
                <a:gd name="T16" fmla="*/ 196 w 529"/>
                <a:gd name="T17" fmla="*/ 197 h 271"/>
                <a:gd name="T18" fmla="*/ 194 w 529"/>
                <a:gd name="T19" fmla="*/ 197 h 271"/>
                <a:gd name="T20" fmla="*/ 0 w 529"/>
                <a:gd name="T21" fmla="*/ 2 h 271"/>
                <a:gd name="T22" fmla="*/ 2 w 529"/>
                <a:gd name="T23" fmla="*/ 0 h 271"/>
                <a:gd name="T24" fmla="*/ 196 w 529"/>
                <a:gd name="T25" fmla="*/ 194 h 271"/>
                <a:gd name="T26" fmla="*/ 241 w 529"/>
                <a:gd name="T27" fmla="*/ 194 h 271"/>
                <a:gd name="T28" fmla="*/ 305 w 529"/>
                <a:gd name="T29" fmla="*/ 129 h 271"/>
                <a:gd name="T30" fmla="*/ 306 w 529"/>
                <a:gd name="T31" fmla="*/ 129 h 271"/>
                <a:gd name="T32" fmla="*/ 419 w 529"/>
                <a:gd name="T33" fmla="*/ 129 h 271"/>
                <a:gd name="T34" fmla="*/ 420 w 529"/>
                <a:gd name="T35" fmla="*/ 129 h 271"/>
                <a:gd name="T36" fmla="*/ 515 w 529"/>
                <a:gd name="T37" fmla="*/ 224 h 271"/>
                <a:gd name="T38" fmla="*/ 515 w 529"/>
                <a:gd name="T39" fmla="*/ 225 h 271"/>
                <a:gd name="T40" fmla="*/ 515 w 529"/>
                <a:gd name="T41" fmla="*/ 255 h 271"/>
                <a:gd name="T42" fmla="*/ 529 w 529"/>
                <a:gd name="T43" fmla="*/ 269 h 271"/>
                <a:gd name="T44" fmla="*/ 526 w 529"/>
                <a:gd name="T45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9" h="271">
                  <a:moveTo>
                    <a:pt x="526" y="271"/>
                  </a:moveTo>
                  <a:cubicBezTo>
                    <a:pt x="512" y="257"/>
                    <a:pt x="512" y="257"/>
                    <a:pt x="512" y="257"/>
                  </a:cubicBezTo>
                  <a:cubicBezTo>
                    <a:pt x="512" y="257"/>
                    <a:pt x="512" y="257"/>
                    <a:pt x="512" y="256"/>
                  </a:cubicBezTo>
                  <a:cubicBezTo>
                    <a:pt x="512" y="226"/>
                    <a:pt x="512" y="226"/>
                    <a:pt x="512" y="226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307" y="132"/>
                    <a:pt x="307" y="132"/>
                    <a:pt x="307" y="132"/>
                  </a:cubicBezTo>
                  <a:cubicBezTo>
                    <a:pt x="243" y="197"/>
                    <a:pt x="243" y="197"/>
                    <a:pt x="243" y="197"/>
                  </a:cubicBezTo>
                  <a:cubicBezTo>
                    <a:pt x="243" y="197"/>
                    <a:pt x="242" y="197"/>
                    <a:pt x="242" y="197"/>
                  </a:cubicBezTo>
                  <a:cubicBezTo>
                    <a:pt x="196" y="197"/>
                    <a:pt x="196" y="197"/>
                    <a:pt x="196" y="197"/>
                  </a:cubicBezTo>
                  <a:cubicBezTo>
                    <a:pt x="195" y="197"/>
                    <a:pt x="195" y="197"/>
                    <a:pt x="194" y="1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241" y="194"/>
                    <a:pt x="241" y="194"/>
                    <a:pt x="241" y="194"/>
                  </a:cubicBezTo>
                  <a:cubicBezTo>
                    <a:pt x="305" y="129"/>
                    <a:pt x="305" y="129"/>
                    <a:pt x="305" y="129"/>
                  </a:cubicBezTo>
                  <a:cubicBezTo>
                    <a:pt x="306" y="129"/>
                    <a:pt x="306" y="129"/>
                    <a:pt x="306" y="129"/>
                  </a:cubicBezTo>
                  <a:cubicBezTo>
                    <a:pt x="419" y="129"/>
                    <a:pt x="419" y="129"/>
                    <a:pt x="419" y="129"/>
                  </a:cubicBezTo>
                  <a:cubicBezTo>
                    <a:pt x="419" y="129"/>
                    <a:pt x="419" y="129"/>
                    <a:pt x="420" y="129"/>
                  </a:cubicBezTo>
                  <a:cubicBezTo>
                    <a:pt x="515" y="224"/>
                    <a:pt x="515" y="224"/>
                    <a:pt x="515" y="224"/>
                  </a:cubicBezTo>
                  <a:cubicBezTo>
                    <a:pt x="515" y="225"/>
                    <a:pt x="515" y="225"/>
                    <a:pt x="515" y="225"/>
                  </a:cubicBezTo>
                  <a:cubicBezTo>
                    <a:pt x="515" y="255"/>
                    <a:pt x="515" y="255"/>
                    <a:pt x="515" y="255"/>
                  </a:cubicBezTo>
                  <a:cubicBezTo>
                    <a:pt x="529" y="269"/>
                    <a:pt x="529" y="269"/>
                    <a:pt x="529" y="269"/>
                  </a:cubicBezTo>
                  <a:lnTo>
                    <a:pt x="526" y="2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7" name="Freeform 582"/>
            <p:cNvSpPr>
              <a:spLocks/>
            </p:cNvSpPr>
            <p:nvPr/>
          </p:nvSpPr>
          <p:spPr bwMode="auto">
            <a:xfrm flipV="1">
              <a:off x="-2992436" y="2412998"/>
              <a:ext cx="2127250" cy="1366838"/>
            </a:xfrm>
            <a:custGeom>
              <a:avLst/>
              <a:gdLst>
                <a:gd name="T0" fmla="*/ 532 w 567"/>
                <a:gd name="T1" fmla="*/ 364 h 364"/>
                <a:gd name="T2" fmla="*/ 494 w 567"/>
                <a:gd name="T3" fmla="*/ 364 h 364"/>
                <a:gd name="T4" fmla="*/ 493 w 567"/>
                <a:gd name="T5" fmla="*/ 364 h 364"/>
                <a:gd name="T6" fmla="*/ 442 w 567"/>
                <a:gd name="T7" fmla="*/ 313 h 364"/>
                <a:gd name="T8" fmla="*/ 442 w 567"/>
                <a:gd name="T9" fmla="*/ 312 h 364"/>
                <a:gd name="T10" fmla="*/ 442 w 567"/>
                <a:gd name="T11" fmla="*/ 280 h 364"/>
                <a:gd name="T12" fmla="*/ 442 w 567"/>
                <a:gd name="T13" fmla="*/ 279 h 364"/>
                <a:gd name="T14" fmla="*/ 452 w 567"/>
                <a:gd name="T15" fmla="*/ 270 h 364"/>
                <a:gd name="T16" fmla="*/ 454 w 567"/>
                <a:gd name="T17" fmla="*/ 272 h 364"/>
                <a:gd name="T18" fmla="*/ 445 w 567"/>
                <a:gd name="T19" fmla="*/ 281 h 364"/>
                <a:gd name="T20" fmla="*/ 445 w 567"/>
                <a:gd name="T21" fmla="*/ 311 h 364"/>
                <a:gd name="T22" fmla="*/ 495 w 567"/>
                <a:gd name="T23" fmla="*/ 361 h 364"/>
                <a:gd name="T24" fmla="*/ 531 w 567"/>
                <a:gd name="T25" fmla="*/ 361 h 364"/>
                <a:gd name="T26" fmla="*/ 564 w 567"/>
                <a:gd name="T27" fmla="*/ 329 h 364"/>
                <a:gd name="T28" fmla="*/ 564 w 567"/>
                <a:gd name="T29" fmla="*/ 288 h 364"/>
                <a:gd name="T30" fmla="*/ 418 w 567"/>
                <a:gd name="T31" fmla="*/ 142 h 364"/>
                <a:gd name="T32" fmla="*/ 291 w 567"/>
                <a:gd name="T33" fmla="*/ 142 h 364"/>
                <a:gd name="T34" fmla="*/ 229 w 567"/>
                <a:gd name="T35" fmla="*/ 204 h 364"/>
                <a:gd name="T36" fmla="*/ 228 w 567"/>
                <a:gd name="T37" fmla="*/ 205 h 364"/>
                <a:gd name="T38" fmla="*/ 202 w 567"/>
                <a:gd name="T39" fmla="*/ 205 h 364"/>
                <a:gd name="T40" fmla="*/ 201 w 567"/>
                <a:gd name="T41" fmla="*/ 204 h 364"/>
                <a:gd name="T42" fmla="*/ 0 w 567"/>
                <a:gd name="T43" fmla="*/ 3 h 364"/>
                <a:gd name="T44" fmla="*/ 2 w 567"/>
                <a:gd name="T45" fmla="*/ 0 h 364"/>
                <a:gd name="T46" fmla="*/ 203 w 567"/>
                <a:gd name="T47" fmla="*/ 201 h 364"/>
                <a:gd name="T48" fmla="*/ 227 w 567"/>
                <a:gd name="T49" fmla="*/ 201 h 364"/>
                <a:gd name="T50" fmla="*/ 289 w 567"/>
                <a:gd name="T51" fmla="*/ 140 h 364"/>
                <a:gd name="T52" fmla="*/ 290 w 567"/>
                <a:gd name="T53" fmla="*/ 139 h 364"/>
                <a:gd name="T54" fmla="*/ 419 w 567"/>
                <a:gd name="T55" fmla="*/ 139 h 364"/>
                <a:gd name="T56" fmla="*/ 420 w 567"/>
                <a:gd name="T57" fmla="*/ 140 h 364"/>
                <a:gd name="T58" fmla="*/ 567 w 567"/>
                <a:gd name="T59" fmla="*/ 286 h 364"/>
                <a:gd name="T60" fmla="*/ 567 w 567"/>
                <a:gd name="T61" fmla="*/ 287 h 364"/>
                <a:gd name="T62" fmla="*/ 567 w 567"/>
                <a:gd name="T63" fmla="*/ 329 h 364"/>
                <a:gd name="T64" fmla="*/ 567 w 567"/>
                <a:gd name="T65" fmla="*/ 330 h 364"/>
                <a:gd name="T66" fmla="*/ 533 w 567"/>
                <a:gd name="T67" fmla="*/ 364 h 364"/>
                <a:gd name="T68" fmla="*/ 532 w 567"/>
                <a:gd name="T6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7" h="364">
                  <a:moveTo>
                    <a:pt x="532" y="364"/>
                  </a:moveTo>
                  <a:cubicBezTo>
                    <a:pt x="494" y="364"/>
                    <a:pt x="494" y="364"/>
                    <a:pt x="494" y="364"/>
                  </a:cubicBezTo>
                  <a:cubicBezTo>
                    <a:pt x="494" y="364"/>
                    <a:pt x="493" y="364"/>
                    <a:pt x="493" y="364"/>
                  </a:cubicBezTo>
                  <a:cubicBezTo>
                    <a:pt x="442" y="313"/>
                    <a:pt x="442" y="313"/>
                    <a:pt x="442" y="313"/>
                  </a:cubicBezTo>
                  <a:cubicBezTo>
                    <a:pt x="442" y="313"/>
                    <a:pt x="442" y="312"/>
                    <a:pt x="442" y="312"/>
                  </a:cubicBezTo>
                  <a:cubicBezTo>
                    <a:pt x="442" y="280"/>
                    <a:pt x="442" y="280"/>
                    <a:pt x="442" y="280"/>
                  </a:cubicBezTo>
                  <a:cubicBezTo>
                    <a:pt x="442" y="280"/>
                    <a:pt x="442" y="279"/>
                    <a:pt x="442" y="279"/>
                  </a:cubicBezTo>
                  <a:cubicBezTo>
                    <a:pt x="452" y="270"/>
                    <a:pt x="452" y="270"/>
                    <a:pt x="452" y="270"/>
                  </a:cubicBezTo>
                  <a:cubicBezTo>
                    <a:pt x="454" y="272"/>
                    <a:pt x="454" y="272"/>
                    <a:pt x="454" y="272"/>
                  </a:cubicBezTo>
                  <a:cubicBezTo>
                    <a:pt x="445" y="281"/>
                    <a:pt x="445" y="281"/>
                    <a:pt x="445" y="281"/>
                  </a:cubicBezTo>
                  <a:cubicBezTo>
                    <a:pt x="445" y="311"/>
                    <a:pt x="445" y="311"/>
                    <a:pt x="445" y="311"/>
                  </a:cubicBezTo>
                  <a:cubicBezTo>
                    <a:pt x="495" y="361"/>
                    <a:pt x="495" y="361"/>
                    <a:pt x="495" y="361"/>
                  </a:cubicBezTo>
                  <a:cubicBezTo>
                    <a:pt x="531" y="361"/>
                    <a:pt x="531" y="361"/>
                    <a:pt x="531" y="361"/>
                  </a:cubicBezTo>
                  <a:cubicBezTo>
                    <a:pt x="564" y="329"/>
                    <a:pt x="564" y="329"/>
                    <a:pt x="564" y="329"/>
                  </a:cubicBezTo>
                  <a:cubicBezTo>
                    <a:pt x="564" y="288"/>
                    <a:pt x="564" y="288"/>
                    <a:pt x="564" y="288"/>
                  </a:cubicBezTo>
                  <a:cubicBezTo>
                    <a:pt x="418" y="142"/>
                    <a:pt x="418" y="142"/>
                    <a:pt x="418" y="142"/>
                  </a:cubicBezTo>
                  <a:cubicBezTo>
                    <a:pt x="291" y="142"/>
                    <a:pt x="291" y="142"/>
                    <a:pt x="291" y="142"/>
                  </a:cubicBezTo>
                  <a:cubicBezTo>
                    <a:pt x="229" y="204"/>
                    <a:pt x="229" y="204"/>
                    <a:pt x="229" y="204"/>
                  </a:cubicBezTo>
                  <a:cubicBezTo>
                    <a:pt x="229" y="205"/>
                    <a:pt x="228" y="205"/>
                    <a:pt x="228" y="205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1" y="20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03" y="201"/>
                    <a:pt x="203" y="201"/>
                    <a:pt x="203" y="201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39"/>
                    <a:pt x="290" y="139"/>
                    <a:pt x="290" y="139"/>
                  </a:cubicBezTo>
                  <a:cubicBezTo>
                    <a:pt x="419" y="139"/>
                    <a:pt x="419" y="139"/>
                    <a:pt x="419" y="139"/>
                  </a:cubicBezTo>
                  <a:cubicBezTo>
                    <a:pt x="420" y="139"/>
                    <a:pt x="420" y="139"/>
                    <a:pt x="420" y="140"/>
                  </a:cubicBezTo>
                  <a:cubicBezTo>
                    <a:pt x="567" y="286"/>
                    <a:pt x="567" y="286"/>
                    <a:pt x="567" y="286"/>
                  </a:cubicBezTo>
                  <a:cubicBezTo>
                    <a:pt x="567" y="286"/>
                    <a:pt x="567" y="287"/>
                    <a:pt x="567" y="287"/>
                  </a:cubicBezTo>
                  <a:cubicBezTo>
                    <a:pt x="567" y="329"/>
                    <a:pt x="567" y="329"/>
                    <a:pt x="567" y="329"/>
                  </a:cubicBezTo>
                  <a:cubicBezTo>
                    <a:pt x="567" y="330"/>
                    <a:pt x="567" y="330"/>
                    <a:pt x="567" y="330"/>
                  </a:cubicBezTo>
                  <a:cubicBezTo>
                    <a:pt x="533" y="364"/>
                    <a:pt x="533" y="364"/>
                    <a:pt x="533" y="364"/>
                  </a:cubicBezTo>
                  <a:cubicBezTo>
                    <a:pt x="533" y="364"/>
                    <a:pt x="532" y="364"/>
                    <a:pt x="532" y="3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8" name="Freeform 583"/>
            <p:cNvSpPr>
              <a:spLocks/>
            </p:cNvSpPr>
            <p:nvPr/>
          </p:nvSpPr>
          <p:spPr bwMode="auto">
            <a:xfrm flipV="1">
              <a:off x="-2725736" y="2451099"/>
              <a:ext cx="2124075" cy="1358900"/>
            </a:xfrm>
            <a:custGeom>
              <a:avLst/>
              <a:gdLst>
                <a:gd name="T0" fmla="*/ 564 w 566"/>
                <a:gd name="T1" fmla="*/ 362 h 362"/>
                <a:gd name="T2" fmla="*/ 509 w 566"/>
                <a:gd name="T3" fmla="*/ 307 h 362"/>
                <a:gd name="T4" fmla="*/ 508 w 566"/>
                <a:gd name="T5" fmla="*/ 306 h 362"/>
                <a:gd name="T6" fmla="*/ 508 w 566"/>
                <a:gd name="T7" fmla="*/ 277 h 362"/>
                <a:gd name="T8" fmla="*/ 355 w 566"/>
                <a:gd name="T9" fmla="*/ 123 h 362"/>
                <a:gd name="T10" fmla="*/ 213 w 566"/>
                <a:gd name="T11" fmla="*/ 123 h 362"/>
                <a:gd name="T12" fmla="*/ 183 w 566"/>
                <a:gd name="T13" fmla="*/ 154 h 362"/>
                <a:gd name="T14" fmla="*/ 181 w 566"/>
                <a:gd name="T15" fmla="*/ 154 h 362"/>
                <a:gd name="T16" fmla="*/ 153 w 566"/>
                <a:gd name="T17" fmla="*/ 154 h 362"/>
                <a:gd name="T18" fmla="*/ 152 w 566"/>
                <a:gd name="T19" fmla="*/ 154 h 362"/>
                <a:gd name="T20" fmla="*/ 0 w 566"/>
                <a:gd name="T21" fmla="*/ 2 h 362"/>
                <a:gd name="T22" fmla="*/ 2 w 566"/>
                <a:gd name="T23" fmla="*/ 0 h 362"/>
                <a:gd name="T24" fmla="*/ 154 w 566"/>
                <a:gd name="T25" fmla="*/ 151 h 362"/>
                <a:gd name="T26" fmla="*/ 181 w 566"/>
                <a:gd name="T27" fmla="*/ 151 h 362"/>
                <a:gd name="T28" fmla="*/ 211 w 566"/>
                <a:gd name="T29" fmla="*/ 120 h 362"/>
                <a:gd name="T30" fmla="*/ 213 w 566"/>
                <a:gd name="T31" fmla="*/ 120 h 362"/>
                <a:gd name="T32" fmla="*/ 355 w 566"/>
                <a:gd name="T33" fmla="*/ 120 h 362"/>
                <a:gd name="T34" fmla="*/ 357 w 566"/>
                <a:gd name="T35" fmla="*/ 120 h 362"/>
                <a:gd name="T36" fmla="*/ 511 w 566"/>
                <a:gd name="T37" fmla="*/ 275 h 362"/>
                <a:gd name="T38" fmla="*/ 512 w 566"/>
                <a:gd name="T39" fmla="*/ 276 h 362"/>
                <a:gd name="T40" fmla="*/ 512 w 566"/>
                <a:gd name="T41" fmla="*/ 305 h 362"/>
                <a:gd name="T42" fmla="*/ 566 w 566"/>
                <a:gd name="T43" fmla="*/ 359 h 362"/>
                <a:gd name="T44" fmla="*/ 564 w 566"/>
                <a:gd name="T45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6" h="362">
                  <a:moveTo>
                    <a:pt x="564" y="362"/>
                  </a:moveTo>
                  <a:cubicBezTo>
                    <a:pt x="509" y="307"/>
                    <a:pt x="509" y="307"/>
                    <a:pt x="509" y="307"/>
                  </a:cubicBezTo>
                  <a:cubicBezTo>
                    <a:pt x="509" y="307"/>
                    <a:pt x="508" y="306"/>
                    <a:pt x="508" y="306"/>
                  </a:cubicBezTo>
                  <a:cubicBezTo>
                    <a:pt x="508" y="277"/>
                    <a:pt x="508" y="277"/>
                    <a:pt x="508" y="277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213" y="123"/>
                    <a:pt x="213" y="123"/>
                    <a:pt x="213" y="123"/>
                  </a:cubicBezTo>
                  <a:cubicBezTo>
                    <a:pt x="183" y="154"/>
                    <a:pt x="183" y="154"/>
                    <a:pt x="183" y="154"/>
                  </a:cubicBezTo>
                  <a:cubicBezTo>
                    <a:pt x="182" y="154"/>
                    <a:pt x="182" y="154"/>
                    <a:pt x="181" y="154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3" y="154"/>
                    <a:pt x="152" y="154"/>
                    <a:pt x="152" y="1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81" y="151"/>
                    <a:pt x="181" y="151"/>
                    <a:pt x="181" y="151"/>
                  </a:cubicBezTo>
                  <a:cubicBezTo>
                    <a:pt x="211" y="120"/>
                    <a:pt x="211" y="120"/>
                    <a:pt x="211" y="120"/>
                  </a:cubicBezTo>
                  <a:cubicBezTo>
                    <a:pt x="212" y="120"/>
                    <a:pt x="212" y="120"/>
                    <a:pt x="213" y="120"/>
                  </a:cubicBezTo>
                  <a:cubicBezTo>
                    <a:pt x="355" y="120"/>
                    <a:pt x="355" y="120"/>
                    <a:pt x="355" y="120"/>
                  </a:cubicBezTo>
                  <a:cubicBezTo>
                    <a:pt x="356" y="120"/>
                    <a:pt x="356" y="120"/>
                    <a:pt x="357" y="120"/>
                  </a:cubicBezTo>
                  <a:cubicBezTo>
                    <a:pt x="511" y="275"/>
                    <a:pt x="511" y="275"/>
                    <a:pt x="511" y="275"/>
                  </a:cubicBezTo>
                  <a:cubicBezTo>
                    <a:pt x="512" y="275"/>
                    <a:pt x="512" y="276"/>
                    <a:pt x="512" y="276"/>
                  </a:cubicBezTo>
                  <a:cubicBezTo>
                    <a:pt x="512" y="305"/>
                    <a:pt x="512" y="305"/>
                    <a:pt x="512" y="305"/>
                  </a:cubicBezTo>
                  <a:cubicBezTo>
                    <a:pt x="566" y="359"/>
                    <a:pt x="566" y="359"/>
                    <a:pt x="566" y="359"/>
                  </a:cubicBezTo>
                  <a:lnTo>
                    <a:pt x="564" y="3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9" name="Freeform 584"/>
            <p:cNvSpPr>
              <a:spLocks/>
            </p:cNvSpPr>
            <p:nvPr/>
          </p:nvSpPr>
          <p:spPr bwMode="auto">
            <a:xfrm flipV="1">
              <a:off x="-2741611" y="2754311"/>
              <a:ext cx="2071687" cy="1333500"/>
            </a:xfrm>
            <a:custGeom>
              <a:avLst/>
              <a:gdLst>
                <a:gd name="T0" fmla="*/ 552 w 552"/>
                <a:gd name="T1" fmla="*/ 355 h 355"/>
                <a:gd name="T2" fmla="*/ 549 w 552"/>
                <a:gd name="T3" fmla="*/ 355 h 355"/>
                <a:gd name="T4" fmla="*/ 549 w 552"/>
                <a:gd name="T5" fmla="*/ 337 h 355"/>
                <a:gd name="T6" fmla="*/ 360 w 552"/>
                <a:gd name="T7" fmla="*/ 148 h 355"/>
                <a:gd name="T8" fmla="*/ 211 w 552"/>
                <a:gd name="T9" fmla="*/ 148 h 355"/>
                <a:gd name="T10" fmla="*/ 195 w 552"/>
                <a:gd name="T11" fmla="*/ 164 h 355"/>
                <a:gd name="T12" fmla="*/ 193 w 552"/>
                <a:gd name="T13" fmla="*/ 165 h 355"/>
                <a:gd name="T14" fmla="*/ 163 w 552"/>
                <a:gd name="T15" fmla="*/ 165 h 355"/>
                <a:gd name="T16" fmla="*/ 162 w 552"/>
                <a:gd name="T17" fmla="*/ 164 h 355"/>
                <a:gd name="T18" fmla="*/ 0 w 552"/>
                <a:gd name="T19" fmla="*/ 2 h 355"/>
                <a:gd name="T20" fmla="*/ 3 w 552"/>
                <a:gd name="T21" fmla="*/ 0 h 355"/>
                <a:gd name="T22" fmla="*/ 164 w 552"/>
                <a:gd name="T23" fmla="*/ 161 h 355"/>
                <a:gd name="T24" fmla="*/ 193 w 552"/>
                <a:gd name="T25" fmla="*/ 161 h 355"/>
                <a:gd name="T26" fmla="*/ 209 w 552"/>
                <a:gd name="T27" fmla="*/ 145 h 355"/>
                <a:gd name="T28" fmla="*/ 210 w 552"/>
                <a:gd name="T29" fmla="*/ 145 h 355"/>
                <a:gd name="T30" fmla="*/ 361 w 552"/>
                <a:gd name="T31" fmla="*/ 145 h 355"/>
                <a:gd name="T32" fmla="*/ 362 w 552"/>
                <a:gd name="T33" fmla="*/ 145 h 355"/>
                <a:gd name="T34" fmla="*/ 552 w 552"/>
                <a:gd name="T35" fmla="*/ 335 h 355"/>
                <a:gd name="T36" fmla="*/ 552 w 552"/>
                <a:gd name="T37" fmla="*/ 336 h 355"/>
                <a:gd name="T38" fmla="*/ 552 w 552"/>
                <a:gd name="T39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2" h="355">
                  <a:moveTo>
                    <a:pt x="552" y="355"/>
                  </a:moveTo>
                  <a:cubicBezTo>
                    <a:pt x="549" y="355"/>
                    <a:pt x="549" y="355"/>
                    <a:pt x="549" y="355"/>
                  </a:cubicBezTo>
                  <a:cubicBezTo>
                    <a:pt x="549" y="337"/>
                    <a:pt x="549" y="337"/>
                    <a:pt x="549" y="337"/>
                  </a:cubicBezTo>
                  <a:cubicBezTo>
                    <a:pt x="360" y="148"/>
                    <a:pt x="360" y="148"/>
                    <a:pt x="360" y="148"/>
                  </a:cubicBezTo>
                  <a:cubicBezTo>
                    <a:pt x="211" y="148"/>
                    <a:pt x="211" y="148"/>
                    <a:pt x="211" y="148"/>
                  </a:cubicBezTo>
                  <a:cubicBezTo>
                    <a:pt x="195" y="164"/>
                    <a:pt x="195" y="164"/>
                    <a:pt x="195" y="164"/>
                  </a:cubicBezTo>
                  <a:cubicBezTo>
                    <a:pt x="194" y="164"/>
                    <a:pt x="194" y="165"/>
                    <a:pt x="193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3" y="165"/>
                    <a:pt x="162" y="164"/>
                    <a:pt x="162" y="16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64" y="161"/>
                    <a:pt x="164" y="161"/>
                    <a:pt x="164" y="161"/>
                  </a:cubicBezTo>
                  <a:cubicBezTo>
                    <a:pt x="193" y="161"/>
                    <a:pt x="193" y="161"/>
                    <a:pt x="193" y="161"/>
                  </a:cubicBezTo>
                  <a:cubicBezTo>
                    <a:pt x="209" y="145"/>
                    <a:pt x="209" y="145"/>
                    <a:pt x="209" y="145"/>
                  </a:cubicBezTo>
                  <a:cubicBezTo>
                    <a:pt x="209" y="145"/>
                    <a:pt x="210" y="145"/>
                    <a:pt x="210" y="145"/>
                  </a:cubicBezTo>
                  <a:cubicBezTo>
                    <a:pt x="361" y="145"/>
                    <a:pt x="361" y="145"/>
                    <a:pt x="361" y="145"/>
                  </a:cubicBezTo>
                  <a:cubicBezTo>
                    <a:pt x="361" y="145"/>
                    <a:pt x="362" y="145"/>
                    <a:pt x="362" y="145"/>
                  </a:cubicBezTo>
                  <a:cubicBezTo>
                    <a:pt x="552" y="335"/>
                    <a:pt x="552" y="335"/>
                    <a:pt x="552" y="335"/>
                  </a:cubicBezTo>
                  <a:cubicBezTo>
                    <a:pt x="552" y="335"/>
                    <a:pt x="552" y="336"/>
                    <a:pt x="552" y="336"/>
                  </a:cubicBezTo>
                  <a:lnTo>
                    <a:pt x="552" y="3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0" name="Freeform 801"/>
            <p:cNvSpPr>
              <a:spLocks noEditPoints="1"/>
            </p:cNvSpPr>
            <p:nvPr/>
          </p:nvSpPr>
          <p:spPr bwMode="auto">
            <a:xfrm flipV="1">
              <a:off x="1960564" y="6110285"/>
              <a:ext cx="98425" cy="90488"/>
            </a:xfrm>
            <a:custGeom>
              <a:avLst/>
              <a:gdLst>
                <a:gd name="T0" fmla="*/ 13 w 26"/>
                <a:gd name="T1" fmla="*/ 6 h 24"/>
                <a:gd name="T2" fmla="*/ 17 w 26"/>
                <a:gd name="T3" fmla="*/ 8 h 24"/>
                <a:gd name="T4" fmla="*/ 17 w 26"/>
                <a:gd name="T5" fmla="*/ 17 h 24"/>
                <a:gd name="T6" fmla="*/ 13 w 26"/>
                <a:gd name="T7" fmla="*/ 18 h 24"/>
                <a:gd name="T8" fmla="*/ 9 w 26"/>
                <a:gd name="T9" fmla="*/ 17 h 24"/>
                <a:gd name="T10" fmla="*/ 9 w 26"/>
                <a:gd name="T11" fmla="*/ 8 h 24"/>
                <a:gd name="T12" fmla="*/ 13 w 26"/>
                <a:gd name="T13" fmla="*/ 6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2 w 26"/>
                <a:gd name="T23" fmla="*/ 21 h 24"/>
                <a:gd name="T24" fmla="*/ 22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8"/>
                    <a:pt x="13" y="18"/>
                  </a:cubicBezTo>
                  <a:cubicBezTo>
                    <a:pt x="11" y="18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1"/>
                    <a:pt x="4" y="4"/>
                  </a:cubicBezTo>
                  <a:cubicBezTo>
                    <a:pt x="0" y="8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2" y="21"/>
                  </a:cubicBezTo>
                  <a:cubicBezTo>
                    <a:pt x="26" y="16"/>
                    <a:pt x="26" y="8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1" name="Freeform 802"/>
            <p:cNvSpPr>
              <a:spLocks noEditPoints="1"/>
            </p:cNvSpPr>
            <p:nvPr/>
          </p:nvSpPr>
          <p:spPr bwMode="auto">
            <a:xfrm flipV="1">
              <a:off x="2609852" y="5637210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7 w 26"/>
                <a:gd name="T3" fmla="*/ 8 h 25"/>
                <a:gd name="T4" fmla="*/ 17 w 26"/>
                <a:gd name="T5" fmla="*/ 17 h 25"/>
                <a:gd name="T6" fmla="*/ 13 w 26"/>
                <a:gd name="T7" fmla="*/ 19 h 25"/>
                <a:gd name="T8" fmla="*/ 9 w 26"/>
                <a:gd name="T9" fmla="*/ 17 h 25"/>
                <a:gd name="T10" fmla="*/ 9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4 w 26"/>
                <a:gd name="T17" fmla="*/ 4 h 25"/>
                <a:gd name="T18" fmla="*/ 4 w 26"/>
                <a:gd name="T19" fmla="*/ 21 h 25"/>
                <a:gd name="T20" fmla="*/ 13 w 26"/>
                <a:gd name="T21" fmla="*/ 25 h 25"/>
                <a:gd name="T22" fmla="*/ 22 w 26"/>
                <a:gd name="T23" fmla="*/ 21 h 25"/>
                <a:gd name="T24" fmla="*/ 22 w 26"/>
                <a:gd name="T25" fmla="*/ 4 h 25"/>
                <a:gd name="T26" fmla="*/ 13 w 26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9"/>
                    <a:pt x="13" y="19"/>
                  </a:cubicBezTo>
                  <a:cubicBezTo>
                    <a:pt x="11" y="19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6" y="25"/>
                    <a:pt x="19" y="23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2" name="Freeform 804"/>
            <p:cNvSpPr>
              <a:spLocks noEditPoints="1"/>
            </p:cNvSpPr>
            <p:nvPr/>
          </p:nvSpPr>
          <p:spPr bwMode="auto">
            <a:xfrm flipV="1">
              <a:off x="2191985" y="3470273"/>
              <a:ext cx="101600" cy="90488"/>
            </a:xfrm>
            <a:custGeom>
              <a:avLst/>
              <a:gdLst>
                <a:gd name="T0" fmla="*/ 14 w 27"/>
                <a:gd name="T1" fmla="*/ 6 h 24"/>
                <a:gd name="T2" fmla="*/ 18 w 27"/>
                <a:gd name="T3" fmla="*/ 8 h 24"/>
                <a:gd name="T4" fmla="*/ 18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8 h 24"/>
                <a:gd name="T12" fmla="*/ 14 w 27"/>
                <a:gd name="T13" fmla="*/ 6 h 24"/>
                <a:gd name="T14" fmla="*/ 14 w 27"/>
                <a:gd name="T15" fmla="*/ 0 h 24"/>
                <a:gd name="T16" fmla="*/ 5 w 27"/>
                <a:gd name="T17" fmla="*/ 3 h 24"/>
                <a:gd name="T18" fmla="*/ 5 w 27"/>
                <a:gd name="T19" fmla="*/ 21 h 24"/>
                <a:gd name="T20" fmla="*/ 14 w 27"/>
                <a:gd name="T21" fmla="*/ 24 h 24"/>
                <a:gd name="T22" fmla="*/ 22 w 27"/>
                <a:gd name="T23" fmla="*/ 21 h 24"/>
                <a:gd name="T24" fmla="*/ 22 w 27"/>
                <a:gd name="T25" fmla="*/ 3 h 24"/>
                <a:gd name="T26" fmla="*/ 14 w 27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4">
                  <a:moveTo>
                    <a:pt x="14" y="6"/>
                  </a:moveTo>
                  <a:cubicBezTo>
                    <a:pt x="15" y="6"/>
                    <a:pt x="17" y="6"/>
                    <a:pt x="18" y="8"/>
                  </a:cubicBezTo>
                  <a:cubicBezTo>
                    <a:pt x="20" y="10"/>
                    <a:pt x="20" y="14"/>
                    <a:pt x="18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7" y="14"/>
                    <a:pt x="7" y="10"/>
                    <a:pt x="9" y="8"/>
                  </a:cubicBezTo>
                  <a:cubicBezTo>
                    <a:pt x="10" y="6"/>
                    <a:pt x="12" y="6"/>
                    <a:pt x="14" y="6"/>
                  </a:cubicBezTo>
                  <a:close/>
                  <a:moveTo>
                    <a:pt x="14" y="0"/>
                  </a:move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4"/>
                    <a:pt x="14" y="24"/>
                  </a:cubicBezTo>
                  <a:cubicBezTo>
                    <a:pt x="17" y="24"/>
                    <a:pt x="20" y="23"/>
                    <a:pt x="22" y="21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3" name="任意多边形 1579"/>
            <p:cNvSpPr>
              <a:spLocks/>
            </p:cNvSpPr>
            <p:nvPr/>
          </p:nvSpPr>
          <p:spPr bwMode="auto">
            <a:xfrm flipV="1">
              <a:off x="3314562" y="4770340"/>
              <a:ext cx="3033852" cy="2698846"/>
            </a:xfrm>
            <a:custGeom>
              <a:avLst/>
              <a:gdLst>
                <a:gd name="connsiteX0" fmla="*/ 17697 w 3033852"/>
                <a:gd name="connsiteY0" fmla="*/ 2698846 h 2698846"/>
                <a:gd name="connsiteX1" fmla="*/ 114308 w 3033852"/>
                <a:gd name="connsiteY1" fmla="*/ 2602405 h 2698846"/>
                <a:gd name="connsiteX2" fmla="*/ 1206037 w 3033852"/>
                <a:gd name="connsiteY2" fmla="*/ 1512600 h 2698846"/>
                <a:gd name="connsiteX3" fmla="*/ 1382438 w 3033852"/>
                <a:gd name="connsiteY3" fmla="*/ 1512600 h 2698846"/>
                <a:gd name="connsiteX4" fmla="*/ 1393698 w 3033852"/>
                <a:gd name="connsiteY4" fmla="*/ 1508846 h 2698846"/>
                <a:gd name="connsiteX5" fmla="*/ 1926654 w 3033852"/>
                <a:gd name="connsiteY5" fmla="*/ 972118 h 2698846"/>
                <a:gd name="connsiteX6" fmla="*/ 2076783 w 3033852"/>
                <a:gd name="connsiteY6" fmla="*/ 972118 h 2698846"/>
                <a:gd name="connsiteX7" fmla="*/ 2084289 w 3033852"/>
                <a:gd name="connsiteY7" fmla="*/ 968364 h 2698846"/>
                <a:gd name="connsiteX8" fmla="*/ 3033852 w 3033852"/>
                <a:gd name="connsiteY8" fmla="*/ 18767 h 2698846"/>
                <a:gd name="connsiteX9" fmla="*/ 3015086 w 3033852"/>
                <a:gd name="connsiteY9" fmla="*/ 0 h 2698846"/>
                <a:gd name="connsiteX10" fmla="*/ 2069277 w 3033852"/>
                <a:gd name="connsiteY10" fmla="*/ 945844 h 2698846"/>
                <a:gd name="connsiteX11" fmla="*/ 1922901 w 3033852"/>
                <a:gd name="connsiteY11" fmla="*/ 945844 h 2698846"/>
                <a:gd name="connsiteX12" fmla="*/ 1911641 w 3033852"/>
                <a:gd name="connsiteY12" fmla="*/ 949597 h 2698846"/>
                <a:gd name="connsiteX13" fmla="*/ 1378685 w 3033852"/>
                <a:gd name="connsiteY13" fmla="*/ 1486326 h 2698846"/>
                <a:gd name="connsiteX14" fmla="*/ 1198531 w 3033852"/>
                <a:gd name="connsiteY14" fmla="*/ 1486326 h 2698846"/>
                <a:gd name="connsiteX15" fmla="*/ 1191025 w 3033852"/>
                <a:gd name="connsiteY15" fmla="*/ 1490080 h 2698846"/>
                <a:gd name="connsiteX16" fmla="*/ 67694 w 3033852"/>
                <a:gd name="connsiteY16" fmla="*/ 2613451 h 2698846"/>
                <a:gd name="connsiteX17" fmla="*/ 0 w 3033852"/>
                <a:gd name="connsiteY17" fmla="*/ 2681148 h 269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33852" h="2698846">
                  <a:moveTo>
                    <a:pt x="17697" y="2698846"/>
                  </a:moveTo>
                  <a:lnTo>
                    <a:pt x="114308" y="2602405"/>
                  </a:lnTo>
                  <a:cubicBezTo>
                    <a:pt x="392924" y="2324280"/>
                    <a:pt x="749553" y="1968280"/>
                    <a:pt x="1206037" y="1512600"/>
                  </a:cubicBezTo>
                  <a:cubicBezTo>
                    <a:pt x="1206037" y="1512600"/>
                    <a:pt x="1206037" y="1512600"/>
                    <a:pt x="1382438" y="1512600"/>
                  </a:cubicBezTo>
                  <a:cubicBezTo>
                    <a:pt x="1386192" y="1512600"/>
                    <a:pt x="1389945" y="1508846"/>
                    <a:pt x="1393698" y="1508846"/>
                  </a:cubicBezTo>
                  <a:cubicBezTo>
                    <a:pt x="1393698" y="1508846"/>
                    <a:pt x="1393698" y="1508846"/>
                    <a:pt x="1926654" y="972118"/>
                  </a:cubicBezTo>
                  <a:cubicBezTo>
                    <a:pt x="1926654" y="972118"/>
                    <a:pt x="1926654" y="972118"/>
                    <a:pt x="2076783" y="972118"/>
                  </a:cubicBezTo>
                  <a:cubicBezTo>
                    <a:pt x="2076783" y="972118"/>
                    <a:pt x="2080536" y="972118"/>
                    <a:pt x="2084289" y="968364"/>
                  </a:cubicBezTo>
                  <a:cubicBezTo>
                    <a:pt x="2084289" y="968364"/>
                    <a:pt x="2084289" y="968364"/>
                    <a:pt x="3033852" y="18767"/>
                  </a:cubicBezTo>
                  <a:cubicBezTo>
                    <a:pt x="3033852" y="18767"/>
                    <a:pt x="3033852" y="18767"/>
                    <a:pt x="3015086" y="0"/>
                  </a:cubicBezTo>
                  <a:cubicBezTo>
                    <a:pt x="3015086" y="0"/>
                    <a:pt x="3015086" y="0"/>
                    <a:pt x="2069277" y="945844"/>
                  </a:cubicBezTo>
                  <a:cubicBezTo>
                    <a:pt x="2069277" y="945844"/>
                    <a:pt x="2069277" y="945844"/>
                    <a:pt x="1922901" y="945844"/>
                  </a:cubicBezTo>
                  <a:cubicBezTo>
                    <a:pt x="1919148" y="945844"/>
                    <a:pt x="1915395" y="949597"/>
                    <a:pt x="1911641" y="949597"/>
                  </a:cubicBezTo>
                  <a:cubicBezTo>
                    <a:pt x="1911641" y="949597"/>
                    <a:pt x="1911641" y="949597"/>
                    <a:pt x="1378685" y="1486326"/>
                  </a:cubicBezTo>
                  <a:cubicBezTo>
                    <a:pt x="1378685" y="1486326"/>
                    <a:pt x="1378685" y="1486326"/>
                    <a:pt x="1198531" y="1486326"/>
                  </a:cubicBezTo>
                  <a:cubicBezTo>
                    <a:pt x="1194778" y="1486326"/>
                    <a:pt x="1191025" y="1486326"/>
                    <a:pt x="1191025" y="1490080"/>
                  </a:cubicBezTo>
                  <a:cubicBezTo>
                    <a:pt x="1191025" y="1490080"/>
                    <a:pt x="1191025" y="1490080"/>
                    <a:pt x="67694" y="2613451"/>
                  </a:cubicBezTo>
                  <a:lnTo>
                    <a:pt x="0" y="268114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4" name="任意多边形 1536"/>
            <p:cNvSpPr>
              <a:spLocks/>
            </p:cNvSpPr>
            <p:nvPr/>
          </p:nvSpPr>
          <p:spPr bwMode="auto">
            <a:xfrm flipV="1">
              <a:off x="2328508" y="3317874"/>
              <a:ext cx="663931" cy="2341563"/>
            </a:xfrm>
            <a:custGeom>
              <a:avLst/>
              <a:gdLst>
                <a:gd name="connsiteX0" fmla="*/ 0 w 663931"/>
                <a:gd name="connsiteY0" fmla="*/ 2341563 h 2341563"/>
                <a:gd name="connsiteX1" fmla="*/ 18755 w 663931"/>
                <a:gd name="connsiteY1" fmla="*/ 2341563 h 2341563"/>
                <a:gd name="connsiteX2" fmla="*/ 18755 w 663931"/>
                <a:gd name="connsiteY2" fmla="*/ 2312254 h 2341563"/>
                <a:gd name="connsiteX3" fmla="*/ 18755 w 663931"/>
                <a:gd name="connsiteY3" fmla="*/ 1756289 h 2341563"/>
                <a:gd name="connsiteX4" fmla="*/ 660180 w 663931"/>
                <a:gd name="connsiteY4" fmla="*/ 1114568 h 2341563"/>
                <a:gd name="connsiteX5" fmla="*/ 663931 w 663931"/>
                <a:gd name="connsiteY5" fmla="*/ 1107063 h 2341563"/>
                <a:gd name="connsiteX6" fmla="*/ 663931 w 663931"/>
                <a:gd name="connsiteY6" fmla="*/ 476600 h 2341563"/>
                <a:gd name="connsiteX7" fmla="*/ 660180 w 663931"/>
                <a:gd name="connsiteY7" fmla="*/ 469095 h 2341563"/>
                <a:gd name="connsiteX8" fmla="*/ 337592 w 663931"/>
                <a:gd name="connsiteY8" fmla="*/ 146358 h 2341563"/>
                <a:gd name="connsiteX9" fmla="*/ 337592 w 663931"/>
                <a:gd name="connsiteY9" fmla="*/ 0 h 2341563"/>
                <a:gd name="connsiteX10" fmla="*/ 315086 w 663931"/>
                <a:gd name="connsiteY10" fmla="*/ 0 h 2341563"/>
                <a:gd name="connsiteX11" fmla="*/ 315086 w 663931"/>
                <a:gd name="connsiteY11" fmla="*/ 150110 h 2341563"/>
                <a:gd name="connsiteX12" fmla="*/ 318837 w 663931"/>
                <a:gd name="connsiteY12" fmla="*/ 157616 h 2341563"/>
                <a:gd name="connsiteX13" fmla="*/ 641425 w 663931"/>
                <a:gd name="connsiteY13" fmla="*/ 480353 h 2341563"/>
                <a:gd name="connsiteX14" fmla="*/ 641425 w 663931"/>
                <a:gd name="connsiteY14" fmla="*/ 1103310 h 2341563"/>
                <a:gd name="connsiteX15" fmla="*/ 0 w 663931"/>
                <a:gd name="connsiteY15" fmla="*/ 1741278 h 2341563"/>
                <a:gd name="connsiteX16" fmla="*/ 0 w 663931"/>
                <a:gd name="connsiteY16" fmla="*/ 1748784 h 2341563"/>
                <a:gd name="connsiteX17" fmla="*/ 0 w 663931"/>
                <a:gd name="connsiteY17" fmla="*/ 2244052 h 234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3931" h="2341563">
                  <a:moveTo>
                    <a:pt x="0" y="2341563"/>
                  </a:moveTo>
                  <a:lnTo>
                    <a:pt x="18755" y="2341563"/>
                  </a:lnTo>
                  <a:lnTo>
                    <a:pt x="18755" y="2312254"/>
                  </a:lnTo>
                  <a:cubicBezTo>
                    <a:pt x="18755" y="2204509"/>
                    <a:pt x="18755" y="2032117"/>
                    <a:pt x="18755" y="1756289"/>
                  </a:cubicBezTo>
                  <a:cubicBezTo>
                    <a:pt x="18755" y="1756289"/>
                    <a:pt x="18755" y="1756289"/>
                    <a:pt x="660180" y="1114568"/>
                  </a:cubicBezTo>
                  <a:cubicBezTo>
                    <a:pt x="663931" y="1110816"/>
                    <a:pt x="663931" y="1110816"/>
                    <a:pt x="663931" y="1107063"/>
                  </a:cubicBezTo>
                  <a:cubicBezTo>
                    <a:pt x="663931" y="1107063"/>
                    <a:pt x="663931" y="1107063"/>
                    <a:pt x="663931" y="476600"/>
                  </a:cubicBezTo>
                  <a:cubicBezTo>
                    <a:pt x="663931" y="472847"/>
                    <a:pt x="663931" y="469095"/>
                    <a:pt x="660180" y="469095"/>
                  </a:cubicBezTo>
                  <a:cubicBezTo>
                    <a:pt x="660180" y="469095"/>
                    <a:pt x="660180" y="469095"/>
                    <a:pt x="337592" y="146358"/>
                  </a:cubicBezTo>
                  <a:cubicBezTo>
                    <a:pt x="337592" y="146358"/>
                    <a:pt x="337592" y="146358"/>
                    <a:pt x="337592" y="0"/>
                  </a:cubicBezTo>
                  <a:cubicBezTo>
                    <a:pt x="337592" y="0"/>
                    <a:pt x="337592" y="0"/>
                    <a:pt x="315086" y="0"/>
                  </a:cubicBezTo>
                  <a:cubicBezTo>
                    <a:pt x="315086" y="0"/>
                    <a:pt x="315086" y="0"/>
                    <a:pt x="315086" y="150110"/>
                  </a:cubicBezTo>
                  <a:cubicBezTo>
                    <a:pt x="315086" y="153863"/>
                    <a:pt x="318837" y="157616"/>
                    <a:pt x="318837" y="157616"/>
                  </a:cubicBezTo>
                  <a:cubicBezTo>
                    <a:pt x="318837" y="157616"/>
                    <a:pt x="318837" y="157616"/>
                    <a:pt x="641425" y="480353"/>
                  </a:cubicBezTo>
                  <a:cubicBezTo>
                    <a:pt x="641425" y="480353"/>
                    <a:pt x="641425" y="480353"/>
                    <a:pt x="641425" y="1103310"/>
                  </a:cubicBezTo>
                  <a:cubicBezTo>
                    <a:pt x="641425" y="1103310"/>
                    <a:pt x="641425" y="1103310"/>
                    <a:pt x="0" y="1741278"/>
                  </a:cubicBezTo>
                  <a:cubicBezTo>
                    <a:pt x="0" y="1745031"/>
                    <a:pt x="0" y="1748784"/>
                    <a:pt x="0" y="1748784"/>
                  </a:cubicBezTo>
                  <a:cubicBezTo>
                    <a:pt x="0" y="1748784"/>
                    <a:pt x="0" y="1748784"/>
                    <a:pt x="0" y="224405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5" name="任意多边形 1539"/>
            <p:cNvSpPr>
              <a:spLocks/>
            </p:cNvSpPr>
            <p:nvPr/>
          </p:nvSpPr>
          <p:spPr bwMode="auto">
            <a:xfrm flipV="1">
              <a:off x="1998243" y="3553617"/>
              <a:ext cx="886246" cy="2578894"/>
            </a:xfrm>
            <a:custGeom>
              <a:avLst/>
              <a:gdLst>
                <a:gd name="connsiteX0" fmla="*/ 232828 w 886246"/>
                <a:gd name="connsiteY0" fmla="*/ 2578894 h 2578894"/>
                <a:gd name="connsiteX1" fmla="*/ 255359 w 886246"/>
                <a:gd name="connsiteY1" fmla="*/ 2578894 h 2578894"/>
                <a:gd name="connsiteX2" fmla="*/ 255359 w 886246"/>
                <a:gd name="connsiteY2" fmla="*/ 2434465 h 2578894"/>
                <a:gd name="connsiteX3" fmla="*/ 255359 w 886246"/>
                <a:gd name="connsiteY3" fmla="*/ 2187952 h 2578894"/>
                <a:gd name="connsiteX4" fmla="*/ 882491 w 886246"/>
                <a:gd name="connsiteY4" fmla="*/ 1557462 h 2578894"/>
                <a:gd name="connsiteX5" fmla="*/ 886246 w 886246"/>
                <a:gd name="connsiteY5" fmla="*/ 1549956 h 2578894"/>
                <a:gd name="connsiteX6" fmla="*/ 886246 w 886246"/>
                <a:gd name="connsiteY6" fmla="*/ 1013288 h 2578894"/>
                <a:gd name="connsiteX7" fmla="*/ 882491 w 886246"/>
                <a:gd name="connsiteY7" fmla="*/ 1005783 h 2578894"/>
                <a:gd name="connsiteX8" fmla="*/ 22532 w 886246"/>
                <a:gd name="connsiteY8" fmla="*/ 142611 h 2578894"/>
                <a:gd name="connsiteX9" fmla="*/ 22532 w 886246"/>
                <a:gd name="connsiteY9" fmla="*/ 0 h 2578894"/>
                <a:gd name="connsiteX10" fmla="*/ 0 w 886246"/>
                <a:gd name="connsiteY10" fmla="*/ 0 h 2578894"/>
                <a:gd name="connsiteX11" fmla="*/ 0 w 886246"/>
                <a:gd name="connsiteY11" fmla="*/ 146364 h 2578894"/>
                <a:gd name="connsiteX12" fmla="*/ 3756 w 886246"/>
                <a:gd name="connsiteY12" fmla="*/ 153870 h 2578894"/>
                <a:gd name="connsiteX13" fmla="*/ 863715 w 886246"/>
                <a:gd name="connsiteY13" fmla="*/ 1017041 h 2578894"/>
                <a:gd name="connsiteX14" fmla="*/ 863715 w 886246"/>
                <a:gd name="connsiteY14" fmla="*/ 1546203 h 2578894"/>
                <a:gd name="connsiteX15" fmla="*/ 236583 w 886246"/>
                <a:gd name="connsiteY15" fmla="*/ 2176693 h 2578894"/>
                <a:gd name="connsiteX16" fmla="*/ 232828 w 886246"/>
                <a:gd name="connsiteY16" fmla="*/ 2184199 h 2578894"/>
                <a:gd name="connsiteX17" fmla="*/ 232828 w 886246"/>
                <a:gd name="connsiteY17" fmla="*/ 2517689 h 257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86246" h="2578894">
                  <a:moveTo>
                    <a:pt x="232828" y="2578894"/>
                  </a:moveTo>
                  <a:lnTo>
                    <a:pt x="255359" y="2578894"/>
                  </a:lnTo>
                  <a:lnTo>
                    <a:pt x="255359" y="2434465"/>
                  </a:lnTo>
                  <a:cubicBezTo>
                    <a:pt x="255359" y="2362991"/>
                    <a:pt x="255359" y="2281306"/>
                    <a:pt x="255359" y="2187952"/>
                  </a:cubicBezTo>
                  <a:cubicBezTo>
                    <a:pt x="255359" y="2187952"/>
                    <a:pt x="255359" y="2187952"/>
                    <a:pt x="882491" y="1557462"/>
                  </a:cubicBezTo>
                  <a:cubicBezTo>
                    <a:pt x="886246" y="1557462"/>
                    <a:pt x="886246" y="1553709"/>
                    <a:pt x="886246" y="1549956"/>
                  </a:cubicBezTo>
                  <a:cubicBezTo>
                    <a:pt x="886246" y="1549956"/>
                    <a:pt x="886246" y="1549956"/>
                    <a:pt x="886246" y="1013288"/>
                  </a:cubicBezTo>
                  <a:cubicBezTo>
                    <a:pt x="886246" y="1009536"/>
                    <a:pt x="886246" y="1005783"/>
                    <a:pt x="882491" y="1005783"/>
                  </a:cubicBezTo>
                  <a:cubicBezTo>
                    <a:pt x="882491" y="1005783"/>
                    <a:pt x="882491" y="1005783"/>
                    <a:pt x="22532" y="142611"/>
                  </a:cubicBezTo>
                  <a:cubicBezTo>
                    <a:pt x="22532" y="142611"/>
                    <a:pt x="22532" y="142611"/>
                    <a:pt x="22532" y="0"/>
                  </a:cubicBezTo>
                  <a:cubicBezTo>
                    <a:pt x="22532" y="0"/>
                    <a:pt x="22532" y="0"/>
                    <a:pt x="0" y="0"/>
                  </a:cubicBezTo>
                  <a:cubicBezTo>
                    <a:pt x="0" y="0"/>
                    <a:pt x="0" y="0"/>
                    <a:pt x="0" y="146364"/>
                  </a:cubicBezTo>
                  <a:cubicBezTo>
                    <a:pt x="0" y="150117"/>
                    <a:pt x="0" y="153870"/>
                    <a:pt x="3756" y="153870"/>
                  </a:cubicBezTo>
                  <a:cubicBezTo>
                    <a:pt x="3756" y="153870"/>
                    <a:pt x="3756" y="153870"/>
                    <a:pt x="863715" y="1017041"/>
                  </a:cubicBezTo>
                  <a:cubicBezTo>
                    <a:pt x="863715" y="1017041"/>
                    <a:pt x="863715" y="1017041"/>
                    <a:pt x="863715" y="1546203"/>
                  </a:cubicBezTo>
                  <a:cubicBezTo>
                    <a:pt x="863715" y="1546203"/>
                    <a:pt x="863715" y="1546203"/>
                    <a:pt x="236583" y="2176693"/>
                  </a:cubicBezTo>
                  <a:cubicBezTo>
                    <a:pt x="232828" y="2176693"/>
                    <a:pt x="232828" y="2180446"/>
                    <a:pt x="232828" y="2184199"/>
                  </a:cubicBezTo>
                  <a:cubicBezTo>
                    <a:pt x="232828" y="2184199"/>
                    <a:pt x="232828" y="2184199"/>
                    <a:pt x="232828" y="251768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6" name="椭圆 1537"/>
            <p:cNvSpPr>
              <a:spLocks noChangeAspect="1"/>
            </p:cNvSpPr>
            <p:nvPr/>
          </p:nvSpPr>
          <p:spPr>
            <a:xfrm>
              <a:off x="2295590" y="3240505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solidFill>
                <a:srgbClr val="4D4D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7" name="椭圆 1540"/>
            <p:cNvSpPr>
              <a:spLocks noChangeAspect="1"/>
            </p:cNvSpPr>
            <p:nvPr/>
          </p:nvSpPr>
          <p:spPr>
            <a:xfrm>
              <a:off x="3254922" y="471169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8" name="椭圆 1541"/>
            <p:cNvSpPr>
              <a:spLocks noChangeAspect="1"/>
            </p:cNvSpPr>
            <p:nvPr/>
          </p:nvSpPr>
          <p:spPr>
            <a:xfrm>
              <a:off x="3495552" y="544896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9" name="椭圆 1542"/>
            <p:cNvSpPr/>
            <p:nvPr/>
          </p:nvSpPr>
          <p:spPr>
            <a:xfrm>
              <a:off x="2318942" y="4220764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0" name="椭圆 1543"/>
            <p:cNvSpPr/>
            <p:nvPr/>
          </p:nvSpPr>
          <p:spPr>
            <a:xfrm>
              <a:off x="1061246" y="29114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1" name="椭圆 1544"/>
            <p:cNvSpPr/>
            <p:nvPr/>
          </p:nvSpPr>
          <p:spPr>
            <a:xfrm>
              <a:off x="1049339" y="328929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2" name="椭圆 1545"/>
            <p:cNvSpPr/>
            <p:nvPr/>
          </p:nvSpPr>
          <p:spPr>
            <a:xfrm>
              <a:off x="680641" y="291345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3" name="椭圆 1546"/>
            <p:cNvSpPr/>
            <p:nvPr/>
          </p:nvSpPr>
          <p:spPr>
            <a:xfrm>
              <a:off x="305992" y="254833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4" name="椭圆 1547"/>
            <p:cNvSpPr/>
            <p:nvPr/>
          </p:nvSpPr>
          <p:spPr>
            <a:xfrm>
              <a:off x="1575198" y="382468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5" name="椭圆 1548"/>
            <p:cNvSpPr/>
            <p:nvPr/>
          </p:nvSpPr>
          <p:spPr>
            <a:xfrm>
              <a:off x="2307036" y="4965299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6" name="椭圆 1549"/>
            <p:cNvSpPr/>
            <p:nvPr/>
          </p:nvSpPr>
          <p:spPr>
            <a:xfrm>
              <a:off x="2694385" y="4996257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7" name="椭圆 1550"/>
            <p:cNvSpPr/>
            <p:nvPr/>
          </p:nvSpPr>
          <p:spPr>
            <a:xfrm>
              <a:off x="2940448" y="564713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8" name="椭圆 1551"/>
            <p:cNvSpPr>
              <a:spLocks noChangeAspect="1"/>
            </p:cNvSpPr>
            <p:nvPr/>
          </p:nvSpPr>
          <p:spPr>
            <a:xfrm>
              <a:off x="3840832" y="5817204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9" name="椭圆 1552"/>
            <p:cNvSpPr/>
            <p:nvPr/>
          </p:nvSpPr>
          <p:spPr>
            <a:xfrm>
              <a:off x="4421585" y="6393258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0" name="椭圆 1553"/>
            <p:cNvSpPr/>
            <p:nvPr/>
          </p:nvSpPr>
          <p:spPr>
            <a:xfrm>
              <a:off x="3898504" y="65690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1" name="椭圆 1554"/>
            <p:cNvSpPr/>
            <p:nvPr/>
          </p:nvSpPr>
          <p:spPr>
            <a:xfrm>
              <a:off x="5148660" y="6750445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822196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943470"/>
            <a:ext cx="8835242" cy="5914530"/>
          </a:xfrm>
          <a:prstGeom prst="rect">
            <a:avLst/>
          </a:prstGeom>
        </p:spPr>
      </p:pic>
      <p:grpSp>
        <p:nvGrpSpPr>
          <p:cNvPr id="3" name="组合 4"/>
          <p:cNvGrpSpPr/>
          <p:nvPr/>
        </p:nvGrpSpPr>
        <p:grpSpPr>
          <a:xfrm>
            <a:off x="0" y="559303"/>
            <a:ext cx="3395006" cy="431295"/>
            <a:chOff x="-22274" y="526055"/>
            <a:chExt cx="3395006" cy="431295"/>
          </a:xfrm>
        </p:grpSpPr>
        <p:grpSp>
          <p:nvGrpSpPr>
            <p:cNvPr id="4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9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4" name="文本框 6"/>
          <p:cNvSpPr txBox="1"/>
          <p:nvPr/>
        </p:nvSpPr>
        <p:spPr>
          <a:xfrm>
            <a:off x="456048" y="155369"/>
            <a:ext cx="5632212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VGS </a:t>
            </a:r>
            <a:r>
              <a:rPr lang="en-US" altLang="zh-CN" sz="2600" b="1" dirty="0" err="1">
                <a:solidFill>
                  <a:prstClr val="black"/>
                </a:solidFill>
                <a:ea typeface="方正清刻本悦宋简体" panose="02000000000000000000" pitchFamily="2" charset="-122"/>
              </a:rPr>
              <a:t>vs</a:t>
            </a:r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 GM/ID for NMOS input pair 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7573195-A27E-0EF4-FFC7-956BC6760CEA}"/>
              </a:ext>
            </a:extLst>
          </p:cNvPr>
          <p:cNvGrpSpPr/>
          <p:nvPr/>
        </p:nvGrpSpPr>
        <p:grpSpPr>
          <a:xfrm>
            <a:off x="8835242" y="1718817"/>
            <a:ext cx="3147273" cy="4123823"/>
            <a:chOff x="1637956" y="2031999"/>
            <a:chExt cx="3147273" cy="4123823"/>
          </a:xfrm>
        </p:grpSpPr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C997AD2-E8FA-0EF2-6995-4BAC4E5C5E4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28889" y="4365560"/>
              <a:ext cx="156340" cy="0"/>
            </a:xfrm>
            <a:prstGeom prst="lin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B7521034-C773-E894-56C9-6F2707016618}"/>
                </a:ext>
              </a:extLst>
            </p:cNvPr>
            <p:cNvGrpSpPr/>
            <p:nvPr/>
          </p:nvGrpSpPr>
          <p:grpSpPr>
            <a:xfrm>
              <a:off x="1743273" y="4310054"/>
              <a:ext cx="194484" cy="152992"/>
              <a:chOff x="6698562" y="3393669"/>
              <a:chExt cx="307294" cy="280878"/>
            </a:xfrm>
          </p:grpSpPr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EC6BE468-35D2-EC13-F2FE-D6CF8FA3CAE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98562" y="3522147"/>
                <a:ext cx="307294" cy="0"/>
              </a:xfrm>
              <a:prstGeom prst="lin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D81051A8-169A-1D63-FBF2-15312B0015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50962" y="3393669"/>
                <a:ext cx="1247" cy="280878"/>
              </a:xfrm>
              <a:prstGeom prst="lin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D37EC87D-44FB-CCA8-CF89-F4AC921533F8}"/>
                </a:ext>
              </a:extLst>
            </p:cNvPr>
            <p:cNvGrpSpPr/>
            <p:nvPr/>
          </p:nvGrpSpPr>
          <p:grpSpPr>
            <a:xfrm>
              <a:off x="3111090" y="5998261"/>
              <a:ext cx="344510" cy="157561"/>
              <a:chOff x="7382434" y="6021460"/>
              <a:chExt cx="368799" cy="172385"/>
            </a:xfrm>
          </p:grpSpPr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2EA48502-451E-5295-C4E9-DA18FF14CB1C}"/>
                  </a:ext>
                </a:extLst>
              </p:cNvPr>
              <p:cNvCxnSpPr/>
              <p:nvPr/>
            </p:nvCxnSpPr>
            <p:spPr>
              <a:xfrm>
                <a:off x="7455076" y="6107652"/>
                <a:ext cx="234690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30A1F2DC-259F-71C4-C213-4545C66237EF}"/>
                  </a:ext>
                </a:extLst>
              </p:cNvPr>
              <p:cNvCxnSpPr/>
              <p:nvPr/>
            </p:nvCxnSpPr>
            <p:spPr>
              <a:xfrm>
                <a:off x="7522131" y="6193845"/>
                <a:ext cx="111757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7D8D053A-03B4-CF48-7429-D2BFD760D927}"/>
                  </a:ext>
                </a:extLst>
              </p:cNvPr>
              <p:cNvCxnSpPr/>
              <p:nvPr/>
            </p:nvCxnSpPr>
            <p:spPr>
              <a:xfrm>
                <a:off x="7382434" y="6021460"/>
                <a:ext cx="368799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3BDD8F72-90D6-7F85-573E-97B71BEB0797}"/>
                </a:ext>
              </a:extLst>
            </p:cNvPr>
            <p:cNvGrpSpPr/>
            <p:nvPr/>
          </p:nvGrpSpPr>
          <p:grpSpPr>
            <a:xfrm flipH="1">
              <a:off x="3178948" y="2031999"/>
              <a:ext cx="229178" cy="272239"/>
              <a:chOff x="6184900" y="454026"/>
              <a:chExt cx="266700" cy="441324"/>
            </a:xfrm>
          </p:grpSpPr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83E27425-F5E7-8750-FE8F-4386CAE20299}"/>
                  </a:ext>
                </a:extLst>
              </p:cNvPr>
              <p:cNvCxnSpPr/>
              <p:nvPr/>
            </p:nvCxnSpPr>
            <p:spPr>
              <a:xfrm flipV="1">
                <a:off x="6318250" y="685800"/>
                <a:ext cx="0" cy="20955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Isosceles Triangle 68">
                <a:extLst>
                  <a:ext uri="{FF2B5EF4-FFF2-40B4-BE49-F238E27FC236}">
                    <a16:creationId xmlns:a16="http://schemas.microsoft.com/office/drawing/2014/main" id="{FDE06903-CFBF-DE03-9091-19D3D59AE3AC}"/>
                  </a:ext>
                </a:extLst>
              </p:cNvPr>
              <p:cNvSpPr/>
              <p:nvPr/>
            </p:nvSpPr>
            <p:spPr>
              <a:xfrm>
                <a:off x="6184900" y="454026"/>
                <a:ext cx="266700" cy="234950"/>
              </a:xfrm>
              <a:prstGeom prst="triangl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</p:grp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A9569921-D344-FE04-EAB8-37CFE1DE4AF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83345" y="4874775"/>
              <a:ext cx="0" cy="112348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7D7F6047-1C20-4711-2241-FB4BF0AE7698}"/>
                </a:ext>
              </a:extLst>
            </p:cNvPr>
            <p:cNvGrpSpPr/>
            <p:nvPr/>
          </p:nvGrpSpPr>
          <p:grpSpPr>
            <a:xfrm>
              <a:off x="2186616" y="3914651"/>
              <a:ext cx="343664" cy="642407"/>
              <a:chOff x="7418814" y="5257536"/>
              <a:chExt cx="367893" cy="702846"/>
            </a:xfrm>
          </p:grpSpPr>
          <p:cxnSp>
            <p:nvCxnSpPr>
              <p:cNvPr id="62" name="Straight Connector 61">
                <a:extLst>
                  <a:ext uri="{FF2B5EF4-FFF2-40B4-BE49-F238E27FC236}">
                    <a16:creationId xmlns:a16="http://schemas.microsoft.com/office/drawing/2014/main" id="{05CF24AB-BA71-4E26-D80B-665C89FAFD9D}"/>
                  </a:ext>
                </a:extLst>
              </p:cNvPr>
              <p:cNvCxnSpPr/>
              <p:nvPr/>
            </p:nvCxnSpPr>
            <p:spPr>
              <a:xfrm>
                <a:off x="7418814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5AFECD8B-B252-986D-7F6D-B1740C76E9C3}"/>
                  </a:ext>
                </a:extLst>
              </p:cNvPr>
              <p:cNvCxnSpPr/>
              <p:nvPr/>
            </p:nvCxnSpPr>
            <p:spPr>
              <a:xfrm>
                <a:off x="7520302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447C6ECE-8925-6EF2-64A4-388A3D640DB6}"/>
                  </a:ext>
                </a:extLst>
              </p:cNvPr>
              <p:cNvCxnSpPr/>
              <p:nvPr/>
            </p:nvCxnSpPr>
            <p:spPr>
              <a:xfrm flipH="1">
                <a:off x="7520302" y="5857527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78E70EF4-BDDC-F927-4033-7096B13BA069}"/>
                  </a:ext>
                </a:extLst>
              </p:cNvPr>
              <p:cNvCxnSpPr/>
              <p:nvPr/>
            </p:nvCxnSpPr>
            <p:spPr>
              <a:xfrm flipH="1">
                <a:off x="7520302" y="5257536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CB0F8C41-0880-08BC-A518-34DD5E4CFB88}"/>
                  </a:ext>
                </a:extLst>
              </p:cNvPr>
              <p:cNvCxnSpPr/>
              <p:nvPr/>
            </p:nvCxnSpPr>
            <p:spPr>
              <a:xfrm flipH="1">
                <a:off x="7672533" y="5857527"/>
                <a:ext cx="114174" cy="10285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91AB54B9-DD25-19DE-CDAA-7A1A031A9546}"/>
                  </a:ext>
                </a:extLst>
              </p:cNvPr>
              <p:cNvCxnSpPr/>
              <p:nvPr/>
            </p:nvCxnSpPr>
            <p:spPr>
              <a:xfrm flipH="1" flipV="1">
                <a:off x="7685220" y="5793242"/>
                <a:ext cx="95144" cy="6428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12E7390-2F87-9458-645D-AE4909B43946}"/>
                </a:ext>
              </a:extLst>
            </p:cNvPr>
            <p:cNvCxnSpPr>
              <a:cxnSpLocks/>
            </p:cNvCxnSpPr>
            <p:nvPr/>
          </p:nvCxnSpPr>
          <p:spPr>
            <a:xfrm>
              <a:off x="2514023" y="3085762"/>
              <a:ext cx="0" cy="82888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8E8A7FE3-B910-CD5A-A645-8CDCFE7AA25A}"/>
                </a:ext>
              </a:extLst>
            </p:cNvPr>
            <p:cNvGrpSpPr/>
            <p:nvPr/>
          </p:nvGrpSpPr>
          <p:grpSpPr>
            <a:xfrm>
              <a:off x="2500638" y="2483505"/>
              <a:ext cx="491097" cy="602256"/>
              <a:chOff x="7780364" y="3601345"/>
              <a:chExt cx="525720" cy="658918"/>
            </a:xfrm>
          </p:grpSpPr>
          <p:cxnSp>
            <p:nvCxnSpPr>
              <p:cNvPr id="54" name="Straight Connector 53">
                <a:extLst>
                  <a:ext uri="{FF2B5EF4-FFF2-40B4-BE49-F238E27FC236}">
                    <a16:creationId xmlns:a16="http://schemas.microsoft.com/office/drawing/2014/main" id="{755CEDD4-B975-29DB-4530-CF48A7ED259D}"/>
                  </a:ext>
                </a:extLst>
              </p:cNvPr>
              <p:cNvCxnSpPr/>
              <p:nvPr/>
            </p:nvCxnSpPr>
            <p:spPr>
              <a:xfrm flipH="1">
                <a:off x="8119161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F76EB704-04C4-B095-3340-CC9B7F5FFF85}"/>
                  </a:ext>
                </a:extLst>
              </p:cNvPr>
              <p:cNvCxnSpPr/>
              <p:nvPr/>
            </p:nvCxnSpPr>
            <p:spPr>
              <a:xfrm flipH="1">
                <a:off x="8025700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Straight Connector 55">
                <a:extLst>
                  <a:ext uri="{FF2B5EF4-FFF2-40B4-BE49-F238E27FC236}">
                    <a16:creationId xmlns:a16="http://schemas.microsoft.com/office/drawing/2014/main" id="{C4EBC546-9DD6-5429-6298-AA2E53D8522F}"/>
                  </a:ext>
                </a:extLst>
              </p:cNvPr>
              <p:cNvCxnSpPr/>
              <p:nvPr/>
            </p:nvCxnSpPr>
            <p:spPr>
              <a:xfrm>
                <a:off x="7780364" y="426026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Straight Connector 56">
                <a:extLst>
                  <a:ext uri="{FF2B5EF4-FFF2-40B4-BE49-F238E27FC236}">
                    <a16:creationId xmlns:a16="http://schemas.microsoft.com/office/drawing/2014/main" id="{0E84291A-7202-7627-C3A0-85D975573A9E}"/>
                  </a:ext>
                </a:extLst>
              </p:cNvPr>
              <p:cNvCxnSpPr/>
              <p:nvPr/>
            </p:nvCxnSpPr>
            <p:spPr>
              <a:xfrm>
                <a:off x="7780364" y="366027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Oval 57">
                <a:extLst>
                  <a:ext uri="{FF2B5EF4-FFF2-40B4-BE49-F238E27FC236}">
                    <a16:creationId xmlns:a16="http://schemas.microsoft.com/office/drawing/2014/main" id="{A53926D4-0E4A-45EE-F4A2-EF482A813DF0}"/>
                  </a:ext>
                </a:extLst>
              </p:cNvPr>
              <p:cNvSpPr/>
              <p:nvPr/>
            </p:nvSpPr>
            <p:spPr>
              <a:xfrm flipH="1">
                <a:off x="8130844" y="3904555"/>
                <a:ext cx="175240" cy="14571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59" name="Group 58">
                <a:extLst>
                  <a:ext uri="{FF2B5EF4-FFF2-40B4-BE49-F238E27FC236}">
                    <a16:creationId xmlns:a16="http://schemas.microsoft.com/office/drawing/2014/main" id="{5AA33E5B-6FD3-AFF8-2718-6D157411C6F8}"/>
                  </a:ext>
                </a:extLst>
              </p:cNvPr>
              <p:cNvGrpSpPr/>
              <p:nvPr/>
            </p:nvGrpSpPr>
            <p:grpSpPr>
              <a:xfrm>
                <a:off x="7903032" y="3601345"/>
                <a:ext cx="122666" cy="134998"/>
                <a:chOff x="6715124" y="1749425"/>
                <a:chExt cx="114300" cy="247650"/>
              </a:xfrm>
            </p:grpSpPr>
            <p:cxnSp>
              <p:nvCxnSpPr>
                <p:cNvPr id="60" name="Straight Connector 59">
                  <a:extLst>
                    <a:ext uri="{FF2B5EF4-FFF2-40B4-BE49-F238E27FC236}">
                      <a16:creationId xmlns:a16="http://schemas.microsoft.com/office/drawing/2014/main" id="{A2F232A2-A82F-7E55-C7D5-239878DF8B55}"/>
                    </a:ext>
                  </a:extLst>
                </p:cNvPr>
                <p:cNvCxnSpPr/>
                <p:nvPr/>
              </p:nvCxnSpPr>
              <p:spPr>
                <a:xfrm flipH="1">
                  <a:off x="6715124" y="1844675"/>
                  <a:ext cx="114300" cy="15240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Straight Connector 60">
                  <a:extLst>
                    <a:ext uri="{FF2B5EF4-FFF2-40B4-BE49-F238E27FC236}">
                      <a16:creationId xmlns:a16="http://schemas.microsoft.com/office/drawing/2014/main" id="{AFC274D8-D38D-0A92-0407-3178B8B30663}"/>
                    </a:ext>
                  </a:extLst>
                </p:cNvPr>
                <p:cNvCxnSpPr/>
                <p:nvPr/>
              </p:nvCxnSpPr>
              <p:spPr>
                <a:xfrm flipH="1" flipV="1">
                  <a:off x="6727825" y="1749425"/>
                  <a:ext cx="95249" cy="9525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48E254E3-9462-8669-418D-DA4924203D8B}"/>
                </a:ext>
              </a:extLst>
            </p:cNvPr>
            <p:cNvGrpSpPr/>
            <p:nvPr/>
          </p:nvGrpSpPr>
          <p:grpSpPr>
            <a:xfrm flipH="1">
              <a:off x="4028714" y="3933034"/>
              <a:ext cx="334469" cy="642407"/>
              <a:chOff x="7418814" y="5257536"/>
              <a:chExt cx="367893" cy="702846"/>
            </a:xfrm>
          </p:grpSpPr>
          <p:cxnSp>
            <p:nvCxnSpPr>
              <p:cNvPr id="48" name="Straight Connector 47">
                <a:extLst>
                  <a:ext uri="{FF2B5EF4-FFF2-40B4-BE49-F238E27FC236}">
                    <a16:creationId xmlns:a16="http://schemas.microsoft.com/office/drawing/2014/main" id="{A1FF2984-C71C-7794-5E5A-706B59ECC03C}"/>
                  </a:ext>
                </a:extLst>
              </p:cNvPr>
              <p:cNvCxnSpPr/>
              <p:nvPr/>
            </p:nvCxnSpPr>
            <p:spPr>
              <a:xfrm>
                <a:off x="7418814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64CF6794-E4AB-B788-BCF0-985805CB51F9}"/>
                  </a:ext>
                </a:extLst>
              </p:cNvPr>
              <p:cNvCxnSpPr/>
              <p:nvPr/>
            </p:nvCxnSpPr>
            <p:spPr>
              <a:xfrm>
                <a:off x="7520302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C945F836-E315-F70E-39EF-4A11AB2C09DB}"/>
                  </a:ext>
                </a:extLst>
              </p:cNvPr>
              <p:cNvCxnSpPr/>
              <p:nvPr/>
            </p:nvCxnSpPr>
            <p:spPr>
              <a:xfrm flipH="1">
                <a:off x="7520302" y="5857527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064C44F1-E44D-FC4A-D645-BE8006A5A208}"/>
                  </a:ext>
                </a:extLst>
              </p:cNvPr>
              <p:cNvCxnSpPr/>
              <p:nvPr/>
            </p:nvCxnSpPr>
            <p:spPr>
              <a:xfrm flipH="1">
                <a:off x="7520302" y="5257536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Straight Connector 51">
                <a:extLst>
                  <a:ext uri="{FF2B5EF4-FFF2-40B4-BE49-F238E27FC236}">
                    <a16:creationId xmlns:a16="http://schemas.microsoft.com/office/drawing/2014/main" id="{D7A8A234-F723-DEF9-3990-A4EA3E53A77D}"/>
                  </a:ext>
                </a:extLst>
              </p:cNvPr>
              <p:cNvCxnSpPr/>
              <p:nvPr/>
            </p:nvCxnSpPr>
            <p:spPr>
              <a:xfrm flipH="1">
                <a:off x="7672533" y="5857527"/>
                <a:ext cx="114174" cy="10285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a16:creationId xmlns:a16="http://schemas.microsoft.com/office/drawing/2014/main" id="{1A2E2470-4C25-B6A0-2C5D-DC6B7E30B2AB}"/>
                  </a:ext>
                </a:extLst>
              </p:cNvPr>
              <p:cNvCxnSpPr/>
              <p:nvPr/>
            </p:nvCxnSpPr>
            <p:spPr>
              <a:xfrm flipH="1" flipV="1">
                <a:off x="7685220" y="5793242"/>
                <a:ext cx="95144" cy="6428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5FB10A83-F966-4CD3-5F41-B74891D387D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044536" y="3104145"/>
              <a:ext cx="0" cy="82888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E92E5F3B-78C2-6634-35A3-7D686E3A2745}"/>
                </a:ext>
              </a:extLst>
            </p:cNvPr>
            <p:cNvGrpSpPr/>
            <p:nvPr/>
          </p:nvGrpSpPr>
          <p:grpSpPr>
            <a:xfrm flipH="1">
              <a:off x="3579605" y="2501889"/>
              <a:ext cx="477958" cy="602256"/>
              <a:chOff x="7780364" y="3601345"/>
              <a:chExt cx="525720" cy="658918"/>
            </a:xfrm>
          </p:grpSpPr>
          <p:cxnSp>
            <p:nvCxnSpPr>
              <p:cNvPr id="40" name="Straight Connector 39">
                <a:extLst>
                  <a:ext uri="{FF2B5EF4-FFF2-40B4-BE49-F238E27FC236}">
                    <a16:creationId xmlns:a16="http://schemas.microsoft.com/office/drawing/2014/main" id="{0BD7AAA0-3087-80B6-2335-A3B0409E0D7D}"/>
                  </a:ext>
                </a:extLst>
              </p:cNvPr>
              <p:cNvCxnSpPr/>
              <p:nvPr/>
            </p:nvCxnSpPr>
            <p:spPr>
              <a:xfrm flipH="1">
                <a:off x="8119161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2DD044AF-55CC-D2A8-1F84-BB5DCBF3EA24}"/>
                  </a:ext>
                </a:extLst>
              </p:cNvPr>
              <p:cNvCxnSpPr/>
              <p:nvPr/>
            </p:nvCxnSpPr>
            <p:spPr>
              <a:xfrm flipH="1">
                <a:off x="8025700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F6DCCAF6-10A8-719D-8F97-A9087E7524B6}"/>
                  </a:ext>
                </a:extLst>
              </p:cNvPr>
              <p:cNvCxnSpPr/>
              <p:nvPr/>
            </p:nvCxnSpPr>
            <p:spPr>
              <a:xfrm>
                <a:off x="7780364" y="426026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42">
                <a:extLst>
                  <a:ext uri="{FF2B5EF4-FFF2-40B4-BE49-F238E27FC236}">
                    <a16:creationId xmlns:a16="http://schemas.microsoft.com/office/drawing/2014/main" id="{7E3FD4E5-D6CD-5413-58A2-A9F5E511648E}"/>
                  </a:ext>
                </a:extLst>
              </p:cNvPr>
              <p:cNvCxnSpPr/>
              <p:nvPr/>
            </p:nvCxnSpPr>
            <p:spPr>
              <a:xfrm>
                <a:off x="7780364" y="366027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A45EDF84-0878-8E20-A38D-7748F3F96F95}"/>
                  </a:ext>
                </a:extLst>
              </p:cNvPr>
              <p:cNvSpPr/>
              <p:nvPr/>
            </p:nvSpPr>
            <p:spPr>
              <a:xfrm flipH="1">
                <a:off x="8130844" y="3904555"/>
                <a:ext cx="175240" cy="14571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D16AED4A-CC88-0C6E-CAC4-2513D66BEC1C}"/>
                  </a:ext>
                </a:extLst>
              </p:cNvPr>
              <p:cNvGrpSpPr/>
              <p:nvPr/>
            </p:nvGrpSpPr>
            <p:grpSpPr>
              <a:xfrm>
                <a:off x="7903032" y="3601345"/>
                <a:ext cx="122666" cy="134998"/>
                <a:chOff x="6715124" y="1749425"/>
                <a:chExt cx="114300" cy="247650"/>
              </a:xfrm>
            </p:grpSpPr>
            <p:cxnSp>
              <p:nvCxnSpPr>
                <p:cNvPr id="46" name="Straight Connector 45">
                  <a:extLst>
                    <a:ext uri="{FF2B5EF4-FFF2-40B4-BE49-F238E27FC236}">
                      <a16:creationId xmlns:a16="http://schemas.microsoft.com/office/drawing/2014/main" id="{C1A5C213-FF36-C722-960F-F791ABF47955}"/>
                    </a:ext>
                  </a:extLst>
                </p:cNvPr>
                <p:cNvCxnSpPr/>
                <p:nvPr/>
              </p:nvCxnSpPr>
              <p:spPr>
                <a:xfrm flipH="1">
                  <a:off x="6715124" y="1844675"/>
                  <a:ext cx="114300" cy="15240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" name="Straight Connector 46">
                  <a:extLst>
                    <a:ext uri="{FF2B5EF4-FFF2-40B4-BE49-F238E27FC236}">
                      <a16:creationId xmlns:a16="http://schemas.microsoft.com/office/drawing/2014/main" id="{CDBBE450-B93A-7DA1-728D-A2D136C4184B}"/>
                    </a:ext>
                  </a:extLst>
                </p:cNvPr>
                <p:cNvCxnSpPr/>
                <p:nvPr/>
              </p:nvCxnSpPr>
              <p:spPr>
                <a:xfrm flipH="1" flipV="1">
                  <a:off x="6727825" y="1749425"/>
                  <a:ext cx="95249" cy="9525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5BB8C61-A8A9-3800-7503-F77AEA63692C}"/>
                </a:ext>
              </a:extLst>
            </p:cNvPr>
            <p:cNvCxnSpPr>
              <a:cxnSpLocks/>
            </p:cNvCxnSpPr>
            <p:nvPr/>
          </p:nvCxnSpPr>
          <p:spPr>
            <a:xfrm>
              <a:off x="2514023" y="4463046"/>
              <a:ext cx="0" cy="41172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FBAFC503-324D-CF01-3EE3-E89C27FA95B4}"/>
                </a:ext>
              </a:extLst>
            </p:cNvPr>
            <p:cNvCxnSpPr>
              <a:cxnSpLocks/>
            </p:cNvCxnSpPr>
            <p:nvPr/>
          </p:nvCxnSpPr>
          <p:spPr>
            <a:xfrm>
              <a:off x="4044536" y="4466421"/>
              <a:ext cx="0" cy="41172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E524B607-18B6-932B-C122-F7033E216A29}"/>
                </a:ext>
              </a:extLst>
            </p:cNvPr>
            <p:cNvCxnSpPr>
              <a:cxnSpLocks/>
            </p:cNvCxnSpPr>
            <p:nvPr/>
          </p:nvCxnSpPr>
          <p:spPr>
            <a:xfrm>
              <a:off x="2500638" y="4877991"/>
              <a:ext cx="1565416" cy="907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D88C34BE-A964-A2FC-482A-7BDF9E2858AF}"/>
                </a:ext>
              </a:extLst>
            </p:cNvPr>
            <p:cNvSpPr/>
            <p:nvPr/>
          </p:nvSpPr>
          <p:spPr>
            <a:xfrm>
              <a:off x="3063519" y="5169040"/>
              <a:ext cx="439651" cy="510352"/>
            </a:xfrm>
            <a:prstGeom prst="ellipse">
              <a:avLst/>
            </a:prstGeom>
            <a:solidFill>
              <a:schemeClr val="bg1"/>
            </a:solidFill>
            <a:ln w="381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en-US">
                <a:solidFill>
                  <a:prstClr val="white"/>
                </a:solidFill>
              </a:endParaRPr>
            </a:p>
          </p:txBody>
        </p:sp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666658B9-6D17-635D-C2F2-1BA73EBC2344}"/>
                </a:ext>
              </a:extLst>
            </p:cNvPr>
            <p:cNvCxnSpPr/>
            <p:nvPr/>
          </p:nvCxnSpPr>
          <p:spPr>
            <a:xfrm>
              <a:off x="3283343" y="5279811"/>
              <a:ext cx="0" cy="313413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2762A8F7-1DC2-05BE-54D9-23DC21226EE9}"/>
                </a:ext>
              </a:extLst>
            </p:cNvPr>
            <p:cNvCxnSpPr>
              <a:cxnSpLocks/>
              <a:stCxn id="58" idx="2"/>
              <a:endCxn id="44" idx="2"/>
            </p:cNvCxnSpPr>
            <p:nvPr/>
          </p:nvCxnSpPr>
          <p:spPr>
            <a:xfrm>
              <a:off x="2991735" y="2827233"/>
              <a:ext cx="587871" cy="1838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DEB25BE9-0335-CE11-2768-4456B1F0743D}"/>
                </a:ext>
              </a:extLst>
            </p:cNvPr>
            <p:cNvCxnSpPr>
              <a:cxnSpLocks/>
            </p:cNvCxnSpPr>
            <p:nvPr/>
          </p:nvCxnSpPr>
          <p:spPr>
            <a:xfrm>
              <a:off x="2510330" y="3482322"/>
              <a:ext cx="778275" cy="14687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634367F-F60A-A251-AFEA-B0D74EBCD91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276506" y="2827233"/>
              <a:ext cx="12812" cy="66148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5DBB987-85BE-4535-DAF5-5825541A0B97}"/>
                </a:ext>
              </a:extLst>
            </p:cNvPr>
            <p:cNvCxnSpPr>
              <a:cxnSpLocks/>
            </p:cNvCxnSpPr>
            <p:nvPr/>
          </p:nvCxnSpPr>
          <p:spPr>
            <a:xfrm>
              <a:off x="2516871" y="2282542"/>
              <a:ext cx="0" cy="27386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E7714948-EE08-2D88-CD4C-01860BF09683}"/>
                </a:ext>
              </a:extLst>
            </p:cNvPr>
            <p:cNvCxnSpPr>
              <a:cxnSpLocks/>
            </p:cNvCxnSpPr>
            <p:nvPr/>
          </p:nvCxnSpPr>
          <p:spPr>
            <a:xfrm>
              <a:off x="4044536" y="2295062"/>
              <a:ext cx="0" cy="27386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E579B924-9917-7458-00B3-EBA501BC65B0}"/>
                </a:ext>
              </a:extLst>
            </p:cNvPr>
            <p:cNvCxnSpPr>
              <a:cxnSpLocks/>
            </p:cNvCxnSpPr>
            <p:nvPr/>
          </p:nvCxnSpPr>
          <p:spPr>
            <a:xfrm>
              <a:off x="2504637" y="2296826"/>
              <a:ext cx="1552926" cy="1482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215CA41-B79B-A197-4D29-D641BD9B8907}"/>
                </a:ext>
              </a:extLst>
            </p:cNvPr>
            <p:cNvCxnSpPr>
              <a:cxnSpLocks/>
            </p:cNvCxnSpPr>
            <p:nvPr/>
          </p:nvCxnSpPr>
          <p:spPr>
            <a:xfrm>
              <a:off x="1637956" y="4188849"/>
              <a:ext cx="548660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3915683C-F69A-78E1-4243-BD4028AA0116}"/>
                </a:ext>
              </a:extLst>
            </p:cNvPr>
            <p:cNvCxnSpPr>
              <a:cxnSpLocks/>
            </p:cNvCxnSpPr>
            <p:nvPr/>
          </p:nvCxnSpPr>
          <p:spPr>
            <a:xfrm>
              <a:off x="4358332" y="4188849"/>
              <a:ext cx="41470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5" name="Rounded Rectangle 74"/>
          <p:cNvSpPr/>
          <p:nvPr/>
        </p:nvSpPr>
        <p:spPr>
          <a:xfrm>
            <a:off x="8683999" y="3431715"/>
            <a:ext cx="3384469" cy="878775"/>
          </a:xfrm>
          <a:prstGeom prst="round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76" name="组合 1"/>
          <p:cNvGrpSpPr/>
          <p:nvPr/>
        </p:nvGrpSpPr>
        <p:grpSpPr>
          <a:xfrm rot="10359241">
            <a:off x="6347865" y="-5609521"/>
            <a:ext cx="9412287" cy="8794751"/>
            <a:chOff x="-3063873" y="1797048"/>
            <a:chExt cx="9412287" cy="8794751"/>
          </a:xfrm>
        </p:grpSpPr>
        <p:sp>
          <p:nvSpPr>
            <p:cNvPr id="77" name="Freeform 412"/>
            <p:cNvSpPr>
              <a:spLocks noEditPoints="1"/>
            </p:cNvSpPr>
            <p:nvPr/>
          </p:nvSpPr>
          <p:spPr bwMode="auto">
            <a:xfrm flipV="1">
              <a:off x="1371602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2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4 w 25"/>
                <a:gd name="T17" fmla="*/ 3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1 w 25"/>
                <a:gd name="T25" fmla="*/ 21 h 25"/>
                <a:gd name="T26" fmla="*/ 25 w 25"/>
                <a:gd name="T27" fmla="*/ 12 h 25"/>
                <a:gd name="T28" fmla="*/ 21 w 25"/>
                <a:gd name="T29" fmla="*/ 3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8" name="Freeform 413"/>
            <p:cNvSpPr>
              <a:spLocks noEditPoints="1"/>
            </p:cNvSpPr>
            <p:nvPr/>
          </p:nvSpPr>
          <p:spPr bwMode="auto">
            <a:xfrm flipV="1">
              <a:off x="1038227" y="61436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4 w 25"/>
                <a:gd name="T17" fmla="*/ 3 h 24"/>
                <a:gd name="T18" fmla="*/ 0 w 25"/>
                <a:gd name="T19" fmla="*/ 12 h 24"/>
                <a:gd name="T20" fmla="*/ 12 w 25"/>
                <a:gd name="T21" fmla="*/ 24 h 24"/>
                <a:gd name="T22" fmla="*/ 25 w 25"/>
                <a:gd name="T23" fmla="*/ 12 h 24"/>
                <a:gd name="T24" fmla="*/ 21 w 25"/>
                <a:gd name="T25" fmla="*/ 3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9" name="Freeform 414"/>
            <p:cNvSpPr>
              <a:spLocks noEditPoints="1"/>
            </p:cNvSpPr>
            <p:nvPr/>
          </p:nvSpPr>
          <p:spPr bwMode="auto">
            <a:xfrm flipV="1">
              <a:off x="1165227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3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1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7"/>
                    <a:pt x="5" y="13"/>
                  </a:cubicBezTo>
                  <a:cubicBezTo>
                    <a:pt x="5" y="9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0" name="Freeform 415"/>
            <p:cNvSpPr>
              <a:spLocks noEditPoints="1"/>
            </p:cNvSpPr>
            <p:nvPr/>
          </p:nvSpPr>
          <p:spPr bwMode="auto">
            <a:xfrm flipV="1">
              <a:off x="2106614" y="5149849"/>
              <a:ext cx="106362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6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14 w 28"/>
                <a:gd name="T19" fmla="*/ 0 h 28"/>
                <a:gd name="T20" fmla="*/ 0 w 28"/>
                <a:gd name="T21" fmla="*/ 14 h 28"/>
                <a:gd name="T22" fmla="*/ 14 w 28"/>
                <a:gd name="T23" fmla="*/ 28 h 28"/>
                <a:gd name="T24" fmla="*/ 28 w 28"/>
                <a:gd name="T25" fmla="*/ 1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1" name="Freeform 416"/>
            <p:cNvSpPr>
              <a:spLocks noEditPoints="1"/>
            </p:cNvSpPr>
            <p:nvPr/>
          </p:nvSpPr>
          <p:spPr bwMode="auto">
            <a:xfrm flipV="1">
              <a:off x="2295527" y="4954586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2 w 25"/>
                <a:gd name="T3" fmla="*/ 5 h 25"/>
                <a:gd name="T4" fmla="*/ 20 w 25"/>
                <a:gd name="T5" fmla="*/ 12 h 25"/>
                <a:gd name="T6" fmla="*/ 12 w 25"/>
                <a:gd name="T7" fmla="*/ 20 h 25"/>
                <a:gd name="T8" fmla="*/ 5 w 25"/>
                <a:gd name="T9" fmla="*/ 12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12 w 25"/>
                <a:gd name="T17" fmla="*/ 0 h 25"/>
                <a:gd name="T18" fmla="*/ 0 w 25"/>
                <a:gd name="T19" fmla="*/ 12 h 25"/>
                <a:gd name="T20" fmla="*/ 12 w 25"/>
                <a:gd name="T21" fmla="*/ 25 h 25"/>
                <a:gd name="T22" fmla="*/ 25 w 25"/>
                <a:gd name="T23" fmla="*/ 12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2" name="Freeform 417"/>
            <p:cNvSpPr>
              <a:spLocks noEditPoints="1"/>
            </p:cNvSpPr>
            <p:nvPr/>
          </p:nvSpPr>
          <p:spPr bwMode="auto">
            <a:xfrm flipV="1">
              <a:off x="2684464" y="4600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12 w 24"/>
                <a:gd name="T19" fmla="*/ 0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3" name="Freeform 418"/>
            <p:cNvSpPr>
              <a:spLocks noEditPoints="1"/>
            </p:cNvSpPr>
            <p:nvPr/>
          </p:nvSpPr>
          <p:spPr bwMode="auto">
            <a:xfrm flipV="1">
              <a:off x="2519364" y="44132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2 h 25"/>
                <a:gd name="T4" fmla="*/ 12 w 25"/>
                <a:gd name="T5" fmla="*/ 19 h 25"/>
                <a:gd name="T6" fmla="*/ 12 w 25"/>
                <a:gd name="T7" fmla="*/ 19 h 25"/>
                <a:gd name="T8" fmla="*/ 12 w 25"/>
                <a:gd name="T9" fmla="*/ 19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0 h 25"/>
                <a:gd name="T16" fmla="*/ 12 w 25"/>
                <a:gd name="T17" fmla="*/ 0 h 25"/>
                <a:gd name="T18" fmla="*/ 4 w 25"/>
                <a:gd name="T19" fmla="*/ 3 h 25"/>
                <a:gd name="T20" fmla="*/ 0 w 25"/>
                <a:gd name="T21" fmla="*/ 12 h 25"/>
                <a:gd name="T22" fmla="*/ 12 w 25"/>
                <a:gd name="T23" fmla="*/ 25 h 25"/>
                <a:gd name="T24" fmla="*/ 25 w 25"/>
                <a:gd name="T25" fmla="*/ 12 h 25"/>
                <a:gd name="T26" fmla="*/ 21 w 25"/>
                <a:gd name="T27" fmla="*/ 3 h 25"/>
                <a:gd name="T28" fmla="*/ 12 w 25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4" name="Freeform 419"/>
            <p:cNvSpPr>
              <a:spLocks noEditPoints="1"/>
            </p:cNvSpPr>
            <p:nvPr/>
          </p:nvSpPr>
          <p:spPr bwMode="auto">
            <a:xfrm flipV="1">
              <a:off x="2309814" y="4586286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5" name="Freeform 420"/>
            <p:cNvSpPr>
              <a:spLocks noEditPoints="1"/>
            </p:cNvSpPr>
            <p:nvPr/>
          </p:nvSpPr>
          <p:spPr bwMode="auto">
            <a:xfrm flipV="1">
              <a:off x="2136777" y="4368798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2 w 25"/>
                <a:gd name="T25" fmla="*/ 21 h 25"/>
                <a:gd name="T26" fmla="*/ 25 w 25"/>
                <a:gd name="T27" fmla="*/ 12 h 25"/>
                <a:gd name="T28" fmla="*/ 22 w 25"/>
                <a:gd name="T29" fmla="*/ 4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6"/>
                    <a:pt x="6" y="12"/>
                  </a:cubicBezTo>
                  <a:cubicBezTo>
                    <a:pt x="6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6" name="Freeform 421"/>
            <p:cNvSpPr>
              <a:spLocks noEditPoints="1"/>
            </p:cNvSpPr>
            <p:nvPr/>
          </p:nvSpPr>
          <p:spPr bwMode="auto">
            <a:xfrm flipV="1">
              <a:off x="2301877" y="4203699"/>
              <a:ext cx="104775" cy="104775"/>
            </a:xfrm>
            <a:custGeom>
              <a:avLst/>
              <a:gdLst>
                <a:gd name="T0" fmla="*/ 14 w 28"/>
                <a:gd name="T1" fmla="*/ 7 h 28"/>
                <a:gd name="T2" fmla="*/ 14 w 28"/>
                <a:gd name="T3" fmla="*/ 7 h 28"/>
                <a:gd name="T4" fmla="*/ 21 w 28"/>
                <a:gd name="T5" fmla="*/ 14 h 28"/>
                <a:gd name="T6" fmla="*/ 14 w 28"/>
                <a:gd name="T7" fmla="*/ 21 h 28"/>
                <a:gd name="T8" fmla="*/ 14 w 28"/>
                <a:gd name="T9" fmla="*/ 21 h 28"/>
                <a:gd name="T10" fmla="*/ 7 w 28"/>
                <a:gd name="T11" fmla="*/ 14 h 28"/>
                <a:gd name="T12" fmla="*/ 14 w 28"/>
                <a:gd name="T13" fmla="*/ 7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14 w 28"/>
                <a:gd name="T21" fmla="*/ 28 h 28"/>
                <a:gd name="T22" fmla="*/ 28 w 28"/>
                <a:gd name="T23" fmla="*/ 14 h 28"/>
                <a:gd name="T24" fmla="*/ 24 w 28"/>
                <a:gd name="T25" fmla="*/ 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8" y="7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4" y="7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10"/>
                    <a:pt x="27" y="7"/>
                    <a:pt x="24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7" name="Freeform 422"/>
            <p:cNvSpPr>
              <a:spLocks noEditPoints="1"/>
            </p:cNvSpPr>
            <p:nvPr/>
          </p:nvSpPr>
          <p:spPr bwMode="auto">
            <a:xfrm flipV="1">
              <a:off x="1765302" y="400049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2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5 h 25"/>
                <a:gd name="T16" fmla="*/ 12 w 25"/>
                <a:gd name="T17" fmla="*/ 0 h 25"/>
                <a:gd name="T18" fmla="*/ 12 w 25"/>
                <a:gd name="T19" fmla="*/ 0 h 25"/>
                <a:gd name="T20" fmla="*/ 3 w 25"/>
                <a:gd name="T21" fmla="*/ 4 h 25"/>
                <a:gd name="T22" fmla="*/ 0 w 25"/>
                <a:gd name="T23" fmla="*/ 12 h 25"/>
                <a:gd name="T24" fmla="*/ 3 w 25"/>
                <a:gd name="T25" fmla="*/ 21 h 25"/>
                <a:gd name="T26" fmla="*/ 12 w 25"/>
                <a:gd name="T27" fmla="*/ 25 h 25"/>
                <a:gd name="T28" fmla="*/ 25 w 25"/>
                <a:gd name="T29" fmla="*/ 12 h 25"/>
                <a:gd name="T30" fmla="*/ 12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8" name="Freeform 423"/>
            <p:cNvSpPr>
              <a:spLocks noEditPoints="1"/>
            </p:cNvSpPr>
            <p:nvPr/>
          </p:nvSpPr>
          <p:spPr bwMode="auto">
            <a:xfrm flipV="1">
              <a:off x="2009777" y="38544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0 w 25"/>
                <a:gd name="T15" fmla="*/ 13 h 25"/>
                <a:gd name="T16" fmla="*/ 4 w 25"/>
                <a:gd name="T17" fmla="*/ 21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20" y="9"/>
                    <a:pt x="20" y="13"/>
                  </a:cubicBezTo>
                  <a:cubicBezTo>
                    <a:pt x="20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4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9" name="Freeform 424"/>
            <p:cNvSpPr>
              <a:spLocks noEditPoints="1"/>
            </p:cNvSpPr>
            <p:nvPr/>
          </p:nvSpPr>
          <p:spPr bwMode="auto">
            <a:xfrm flipV="1">
              <a:off x="1563689" y="3813173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2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0" name="Freeform 425"/>
            <p:cNvSpPr>
              <a:spLocks/>
            </p:cNvSpPr>
            <p:nvPr/>
          </p:nvSpPr>
          <p:spPr bwMode="auto">
            <a:xfrm flipV="1">
              <a:off x="309564" y="5400674"/>
              <a:ext cx="2014537" cy="2251075"/>
            </a:xfrm>
            <a:custGeom>
              <a:avLst/>
              <a:gdLst>
                <a:gd name="T0" fmla="*/ 534 w 537"/>
                <a:gd name="T1" fmla="*/ 600 h 600"/>
                <a:gd name="T2" fmla="*/ 345 w 537"/>
                <a:gd name="T3" fmla="*/ 411 h 600"/>
                <a:gd name="T4" fmla="*/ 345 w 537"/>
                <a:gd name="T5" fmla="*/ 410 h 600"/>
                <a:gd name="T6" fmla="*/ 345 w 537"/>
                <a:gd name="T7" fmla="*/ 347 h 600"/>
                <a:gd name="T8" fmla="*/ 0 w 537"/>
                <a:gd name="T9" fmla="*/ 3 h 600"/>
                <a:gd name="T10" fmla="*/ 2 w 537"/>
                <a:gd name="T11" fmla="*/ 0 h 600"/>
                <a:gd name="T12" fmla="*/ 347 w 537"/>
                <a:gd name="T13" fmla="*/ 346 h 600"/>
                <a:gd name="T14" fmla="*/ 348 w 537"/>
                <a:gd name="T15" fmla="*/ 347 h 600"/>
                <a:gd name="T16" fmla="*/ 348 w 537"/>
                <a:gd name="T17" fmla="*/ 409 h 600"/>
                <a:gd name="T18" fmla="*/ 537 w 537"/>
                <a:gd name="T19" fmla="*/ 598 h 600"/>
                <a:gd name="T20" fmla="*/ 534 w 537"/>
                <a:gd name="T21" fmla="*/ 6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7" h="600">
                  <a:moveTo>
                    <a:pt x="534" y="600"/>
                  </a:moveTo>
                  <a:cubicBezTo>
                    <a:pt x="345" y="411"/>
                    <a:pt x="345" y="411"/>
                    <a:pt x="345" y="411"/>
                  </a:cubicBezTo>
                  <a:cubicBezTo>
                    <a:pt x="345" y="411"/>
                    <a:pt x="345" y="410"/>
                    <a:pt x="345" y="410"/>
                  </a:cubicBezTo>
                  <a:cubicBezTo>
                    <a:pt x="345" y="347"/>
                    <a:pt x="345" y="347"/>
                    <a:pt x="345" y="34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47" y="346"/>
                    <a:pt x="347" y="346"/>
                    <a:pt x="347" y="346"/>
                  </a:cubicBezTo>
                  <a:cubicBezTo>
                    <a:pt x="348" y="346"/>
                    <a:pt x="348" y="346"/>
                    <a:pt x="348" y="347"/>
                  </a:cubicBezTo>
                  <a:cubicBezTo>
                    <a:pt x="348" y="409"/>
                    <a:pt x="348" y="409"/>
                    <a:pt x="348" y="409"/>
                  </a:cubicBezTo>
                  <a:cubicBezTo>
                    <a:pt x="537" y="598"/>
                    <a:pt x="537" y="598"/>
                    <a:pt x="537" y="598"/>
                  </a:cubicBezTo>
                  <a:lnTo>
                    <a:pt x="534" y="6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1" name="Freeform 426"/>
            <p:cNvSpPr>
              <a:spLocks/>
            </p:cNvSpPr>
            <p:nvPr/>
          </p:nvSpPr>
          <p:spPr bwMode="auto">
            <a:xfrm flipV="1">
              <a:off x="246064" y="5026024"/>
              <a:ext cx="2446337" cy="2562225"/>
            </a:xfrm>
            <a:custGeom>
              <a:avLst/>
              <a:gdLst>
                <a:gd name="T0" fmla="*/ 652 w 652"/>
                <a:gd name="T1" fmla="*/ 683 h 683"/>
                <a:gd name="T2" fmla="*/ 613 w 652"/>
                <a:gd name="T3" fmla="*/ 683 h 683"/>
                <a:gd name="T4" fmla="*/ 612 w 652"/>
                <a:gd name="T5" fmla="*/ 682 h 683"/>
                <a:gd name="T6" fmla="*/ 335 w 652"/>
                <a:gd name="T7" fmla="*/ 405 h 683"/>
                <a:gd name="T8" fmla="*/ 335 w 652"/>
                <a:gd name="T9" fmla="*/ 404 h 683"/>
                <a:gd name="T10" fmla="*/ 335 w 652"/>
                <a:gd name="T11" fmla="*/ 337 h 683"/>
                <a:gd name="T12" fmla="*/ 0 w 652"/>
                <a:gd name="T13" fmla="*/ 2 h 683"/>
                <a:gd name="T14" fmla="*/ 2 w 652"/>
                <a:gd name="T15" fmla="*/ 0 h 683"/>
                <a:gd name="T16" fmla="*/ 338 w 652"/>
                <a:gd name="T17" fmla="*/ 335 h 683"/>
                <a:gd name="T18" fmla="*/ 338 w 652"/>
                <a:gd name="T19" fmla="*/ 336 h 683"/>
                <a:gd name="T20" fmla="*/ 338 w 652"/>
                <a:gd name="T21" fmla="*/ 403 h 683"/>
                <a:gd name="T22" fmla="*/ 614 w 652"/>
                <a:gd name="T23" fmla="*/ 679 h 683"/>
                <a:gd name="T24" fmla="*/ 652 w 652"/>
                <a:gd name="T25" fmla="*/ 679 h 683"/>
                <a:gd name="T26" fmla="*/ 652 w 652"/>
                <a:gd name="T27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2" h="683">
                  <a:moveTo>
                    <a:pt x="652" y="683"/>
                  </a:moveTo>
                  <a:cubicBezTo>
                    <a:pt x="613" y="683"/>
                    <a:pt x="613" y="683"/>
                    <a:pt x="613" y="683"/>
                  </a:cubicBezTo>
                  <a:cubicBezTo>
                    <a:pt x="613" y="683"/>
                    <a:pt x="612" y="682"/>
                    <a:pt x="612" y="682"/>
                  </a:cubicBezTo>
                  <a:cubicBezTo>
                    <a:pt x="335" y="405"/>
                    <a:pt x="335" y="405"/>
                    <a:pt x="335" y="405"/>
                  </a:cubicBezTo>
                  <a:cubicBezTo>
                    <a:pt x="335" y="405"/>
                    <a:pt x="335" y="404"/>
                    <a:pt x="335" y="404"/>
                  </a:cubicBezTo>
                  <a:cubicBezTo>
                    <a:pt x="335" y="337"/>
                    <a:pt x="335" y="337"/>
                    <a:pt x="335" y="3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38" y="335"/>
                    <a:pt x="338" y="335"/>
                    <a:pt x="338" y="335"/>
                  </a:cubicBezTo>
                  <a:cubicBezTo>
                    <a:pt x="338" y="335"/>
                    <a:pt x="338" y="335"/>
                    <a:pt x="338" y="336"/>
                  </a:cubicBezTo>
                  <a:cubicBezTo>
                    <a:pt x="338" y="403"/>
                    <a:pt x="338" y="403"/>
                    <a:pt x="338" y="403"/>
                  </a:cubicBezTo>
                  <a:cubicBezTo>
                    <a:pt x="614" y="679"/>
                    <a:pt x="614" y="679"/>
                    <a:pt x="614" y="679"/>
                  </a:cubicBezTo>
                  <a:cubicBezTo>
                    <a:pt x="652" y="679"/>
                    <a:pt x="652" y="679"/>
                    <a:pt x="652" y="679"/>
                  </a:cubicBezTo>
                  <a:lnTo>
                    <a:pt x="652" y="68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2" name="Freeform 427"/>
            <p:cNvSpPr>
              <a:spLocks/>
            </p:cNvSpPr>
            <p:nvPr/>
          </p:nvSpPr>
          <p:spPr bwMode="auto">
            <a:xfrm flipV="1">
              <a:off x="174627" y="5929311"/>
              <a:ext cx="1257300" cy="1598613"/>
            </a:xfrm>
            <a:custGeom>
              <a:avLst/>
              <a:gdLst>
                <a:gd name="T0" fmla="*/ 335 w 335"/>
                <a:gd name="T1" fmla="*/ 426 h 426"/>
                <a:gd name="T2" fmla="*/ 328 w 335"/>
                <a:gd name="T3" fmla="*/ 426 h 426"/>
                <a:gd name="T4" fmla="*/ 328 w 335"/>
                <a:gd name="T5" fmla="*/ 333 h 426"/>
                <a:gd name="T6" fmla="*/ 0 w 335"/>
                <a:gd name="T7" fmla="*/ 5 h 426"/>
                <a:gd name="T8" fmla="*/ 5 w 335"/>
                <a:gd name="T9" fmla="*/ 0 h 426"/>
                <a:gd name="T10" fmla="*/ 334 w 335"/>
                <a:gd name="T11" fmla="*/ 329 h 426"/>
                <a:gd name="T12" fmla="*/ 335 w 335"/>
                <a:gd name="T13" fmla="*/ 332 h 426"/>
                <a:gd name="T14" fmla="*/ 335 w 335"/>
                <a:gd name="T15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" h="426">
                  <a:moveTo>
                    <a:pt x="335" y="426"/>
                  </a:moveTo>
                  <a:cubicBezTo>
                    <a:pt x="328" y="426"/>
                    <a:pt x="328" y="426"/>
                    <a:pt x="328" y="426"/>
                  </a:cubicBezTo>
                  <a:cubicBezTo>
                    <a:pt x="328" y="333"/>
                    <a:pt x="328" y="333"/>
                    <a:pt x="328" y="33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34" y="329"/>
                    <a:pt x="334" y="329"/>
                    <a:pt x="334" y="329"/>
                  </a:cubicBezTo>
                  <a:cubicBezTo>
                    <a:pt x="334" y="330"/>
                    <a:pt x="335" y="331"/>
                    <a:pt x="335" y="332"/>
                  </a:cubicBezTo>
                  <a:lnTo>
                    <a:pt x="335" y="4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3" name="Freeform 428"/>
            <p:cNvSpPr>
              <a:spLocks/>
            </p:cNvSpPr>
            <p:nvPr/>
          </p:nvSpPr>
          <p:spPr bwMode="auto">
            <a:xfrm flipV="1">
              <a:off x="106364" y="6226173"/>
              <a:ext cx="984250" cy="1227138"/>
            </a:xfrm>
            <a:custGeom>
              <a:avLst/>
              <a:gdLst>
                <a:gd name="T0" fmla="*/ 259 w 262"/>
                <a:gd name="T1" fmla="*/ 327 h 327"/>
                <a:gd name="T2" fmla="*/ 259 w 262"/>
                <a:gd name="T3" fmla="*/ 261 h 327"/>
                <a:gd name="T4" fmla="*/ 0 w 262"/>
                <a:gd name="T5" fmla="*/ 3 h 327"/>
                <a:gd name="T6" fmla="*/ 3 w 262"/>
                <a:gd name="T7" fmla="*/ 0 h 327"/>
                <a:gd name="T8" fmla="*/ 262 w 262"/>
                <a:gd name="T9" fmla="*/ 259 h 327"/>
                <a:gd name="T10" fmla="*/ 262 w 262"/>
                <a:gd name="T11" fmla="*/ 260 h 327"/>
                <a:gd name="T12" fmla="*/ 262 w 262"/>
                <a:gd name="T13" fmla="*/ 327 h 327"/>
                <a:gd name="T14" fmla="*/ 259 w 262"/>
                <a:gd name="T15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2" h="327">
                  <a:moveTo>
                    <a:pt x="259" y="327"/>
                  </a:moveTo>
                  <a:cubicBezTo>
                    <a:pt x="259" y="261"/>
                    <a:pt x="259" y="261"/>
                    <a:pt x="259" y="26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62" y="259"/>
                    <a:pt x="262" y="259"/>
                    <a:pt x="262" y="259"/>
                  </a:cubicBezTo>
                  <a:cubicBezTo>
                    <a:pt x="262" y="259"/>
                    <a:pt x="262" y="260"/>
                    <a:pt x="262" y="260"/>
                  </a:cubicBezTo>
                  <a:cubicBezTo>
                    <a:pt x="262" y="327"/>
                    <a:pt x="262" y="327"/>
                    <a:pt x="262" y="327"/>
                  </a:cubicBezTo>
                  <a:lnTo>
                    <a:pt x="259" y="327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4" name="Freeform 429"/>
            <p:cNvSpPr>
              <a:spLocks/>
            </p:cNvSpPr>
            <p:nvPr/>
          </p:nvSpPr>
          <p:spPr bwMode="auto">
            <a:xfrm flipV="1">
              <a:off x="-406398" y="5899149"/>
              <a:ext cx="1593850" cy="1685925"/>
            </a:xfrm>
            <a:custGeom>
              <a:avLst/>
              <a:gdLst>
                <a:gd name="T0" fmla="*/ 423 w 425"/>
                <a:gd name="T1" fmla="*/ 449 h 449"/>
                <a:gd name="T2" fmla="*/ 272 w 425"/>
                <a:gd name="T3" fmla="*/ 299 h 449"/>
                <a:gd name="T4" fmla="*/ 272 w 425"/>
                <a:gd name="T5" fmla="*/ 297 h 449"/>
                <a:gd name="T6" fmla="*/ 272 w 425"/>
                <a:gd name="T7" fmla="*/ 285 h 449"/>
                <a:gd name="T8" fmla="*/ 272 w 425"/>
                <a:gd name="T9" fmla="*/ 284 h 449"/>
                <a:gd name="T10" fmla="*/ 304 w 425"/>
                <a:gd name="T11" fmla="*/ 252 h 449"/>
                <a:gd name="T12" fmla="*/ 304 w 425"/>
                <a:gd name="T13" fmla="*/ 237 h 449"/>
                <a:gd name="T14" fmla="*/ 217 w 425"/>
                <a:gd name="T15" fmla="*/ 151 h 449"/>
                <a:gd name="T16" fmla="*/ 207 w 425"/>
                <a:gd name="T17" fmla="*/ 151 h 449"/>
                <a:gd name="T18" fmla="*/ 200 w 425"/>
                <a:gd name="T19" fmla="*/ 158 h 449"/>
                <a:gd name="T20" fmla="*/ 200 w 425"/>
                <a:gd name="T21" fmla="*/ 168 h 449"/>
                <a:gd name="T22" fmla="*/ 232 w 425"/>
                <a:gd name="T23" fmla="*/ 199 h 449"/>
                <a:gd name="T24" fmla="*/ 232 w 425"/>
                <a:gd name="T25" fmla="*/ 201 h 449"/>
                <a:gd name="T26" fmla="*/ 232 w 425"/>
                <a:gd name="T27" fmla="*/ 209 h 449"/>
                <a:gd name="T28" fmla="*/ 232 w 425"/>
                <a:gd name="T29" fmla="*/ 211 h 449"/>
                <a:gd name="T30" fmla="*/ 226 w 425"/>
                <a:gd name="T31" fmla="*/ 216 h 449"/>
                <a:gd name="T32" fmla="*/ 225 w 425"/>
                <a:gd name="T33" fmla="*/ 216 h 449"/>
                <a:gd name="T34" fmla="*/ 225 w 425"/>
                <a:gd name="T35" fmla="*/ 216 h 449"/>
                <a:gd name="T36" fmla="*/ 215 w 425"/>
                <a:gd name="T37" fmla="*/ 216 h 449"/>
                <a:gd name="T38" fmla="*/ 214 w 425"/>
                <a:gd name="T39" fmla="*/ 216 h 449"/>
                <a:gd name="T40" fmla="*/ 0 w 425"/>
                <a:gd name="T41" fmla="*/ 2 h 449"/>
                <a:gd name="T42" fmla="*/ 2 w 425"/>
                <a:gd name="T43" fmla="*/ 0 h 449"/>
                <a:gd name="T44" fmla="*/ 216 w 425"/>
                <a:gd name="T45" fmla="*/ 213 h 449"/>
                <a:gd name="T46" fmla="*/ 225 w 425"/>
                <a:gd name="T47" fmla="*/ 213 h 449"/>
                <a:gd name="T48" fmla="*/ 229 w 425"/>
                <a:gd name="T49" fmla="*/ 209 h 449"/>
                <a:gd name="T50" fmla="*/ 229 w 425"/>
                <a:gd name="T51" fmla="*/ 201 h 449"/>
                <a:gd name="T52" fmla="*/ 197 w 425"/>
                <a:gd name="T53" fmla="*/ 170 h 449"/>
                <a:gd name="T54" fmla="*/ 197 w 425"/>
                <a:gd name="T55" fmla="*/ 169 h 449"/>
                <a:gd name="T56" fmla="*/ 197 w 425"/>
                <a:gd name="T57" fmla="*/ 157 h 449"/>
                <a:gd name="T58" fmla="*/ 197 w 425"/>
                <a:gd name="T59" fmla="*/ 156 h 449"/>
                <a:gd name="T60" fmla="*/ 205 w 425"/>
                <a:gd name="T61" fmla="*/ 148 h 449"/>
                <a:gd name="T62" fmla="*/ 206 w 425"/>
                <a:gd name="T63" fmla="*/ 148 h 449"/>
                <a:gd name="T64" fmla="*/ 206 w 425"/>
                <a:gd name="T65" fmla="*/ 148 h 449"/>
                <a:gd name="T66" fmla="*/ 218 w 425"/>
                <a:gd name="T67" fmla="*/ 148 h 449"/>
                <a:gd name="T68" fmla="*/ 219 w 425"/>
                <a:gd name="T69" fmla="*/ 148 h 449"/>
                <a:gd name="T70" fmla="*/ 307 w 425"/>
                <a:gd name="T71" fmla="*/ 235 h 449"/>
                <a:gd name="T72" fmla="*/ 307 w 425"/>
                <a:gd name="T73" fmla="*/ 237 h 449"/>
                <a:gd name="T74" fmla="*/ 307 w 425"/>
                <a:gd name="T75" fmla="*/ 253 h 449"/>
                <a:gd name="T76" fmla="*/ 307 w 425"/>
                <a:gd name="T77" fmla="*/ 254 h 449"/>
                <a:gd name="T78" fmla="*/ 275 w 425"/>
                <a:gd name="T79" fmla="*/ 286 h 449"/>
                <a:gd name="T80" fmla="*/ 275 w 425"/>
                <a:gd name="T81" fmla="*/ 297 h 449"/>
                <a:gd name="T82" fmla="*/ 425 w 425"/>
                <a:gd name="T83" fmla="*/ 447 h 449"/>
                <a:gd name="T84" fmla="*/ 423 w 425"/>
                <a:gd name="T8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5" h="449">
                  <a:moveTo>
                    <a:pt x="423" y="449"/>
                  </a:moveTo>
                  <a:cubicBezTo>
                    <a:pt x="272" y="299"/>
                    <a:pt x="272" y="299"/>
                    <a:pt x="272" y="299"/>
                  </a:cubicBezTo>
                  <a:cubicBezTo>
                    <a:pt x="272" y="298"/>
                    <a:pt x="272" y="298"/>
                    <a:pt x="272" y="297"/>
                  </a:cubicBezTo>
                  <a:cubicBezTo>
                    <a:pt x="272" y="285"/>
                    <a:pt x="272" y="285"/>
                    <a:pt x="272" y="285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304" y="252"/>
                    <a:pt x="304" y="252"/>
                    <a:pt x="304" y="252"/>
                  </a:cubicBezTo>
                  <a:cubicBezTo>
                    <a:pt x="304" y="237"/>
                    <a:pt x="304" y="237"/>
                    <a:pt x="304" y="237"/>
                  </a:cubicBezTo>
                  <a:cubicBezTo>
                    <a:pt x="217" y="151"/>
                    <a:pt x="217" y="151"/>
                    <a:pt x="217" y="151"/>
                  </a:cubicBezTo>
                  <a:cubicBezTo>
                    <a:pt x="207" y="151"/>
                    <a:pt x="207" y="151"/>
                    <a:pt x="207" y="151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32" y="199"/>
                    <a:pt x="232" y="199"/>
                    <a:pt x="232" y="199"/>
                  </a:cubicBezTo>
                  <a:cubicBezTo>
                    <a:pt x="232" y="200"/>
                    <a:pt x="232" y="200"/>
                    <a:pt x="232" y="201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10"/>
                    <a:pt x="232" y="210"/>
                    <a:pt x="232" y="211"/>
                  </a:cubicBezTo>
                  <a:cubicBezTo>
                    <a:pt x="226" y="216"/>
                    <a:pt x="226" y="216"/>
                    <a:pt x="226" y="216"/>
                  </a:cubicBezTo>
                  <a:cubicBezTo>
                    <a:pt x="226" y="216"/>
                    <a:pt x="226" y="216"/>
                    <a:pt x="225" y="216"/>
                  </a:cubicBezTo>
                  <a:cubicBezTo>
                    <a:pt x="225" y="216"/>
                    <a:pt x="225" y="216"/>
                    <a:pt x="225" y="216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6"/>
                    <a:pt x="214" y="216"/>
                    <a:pt x="214" y="2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6" y="213"/>
                    <a:pt x="216" y="213"/>
                    <a:pt x="216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9" y="209"/>
                    <a:pt x="229" y="209"/>
                    <a:pt x="229" y="209"/>
                  </a:cubicBezTo>
                  <a:cubicBezTo>
                    <a:pt x="229" y="201"/>
                    <a:pt x="229" y="201"/>
                    <a:pt x="229" y="201"/>
                  </a:cubicBezTo>
                  <a:cubicBezTo>
                    <a:pt x="197" y="170"/>
                    <a:pt x="197" y="170"/>
                    <a:pt x="197" y="170"/>
                  </a:cubicBezTo>
                  <a:cubicBezTo>
                    <a:pt x="197" y="170"/>
                    <a:pt x="197" y="169"/>
                    <a:pt x="197" y="169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7" y="157"/>
                    <a:pt x="197" y="156"/>
                    <a:pt x="197" y="156"/>
                  </a:cubicBezTo>
                  <a:cubicBezTo>
                    <a:pt x="205" y="148"/>
                    <a:pt x="205" y="148"/>
                    <a:pt x="205" y="148"/>
                  </a:cubicBezTo>
                  <a:cubicBezTo>
                    <a:pt x="205" y="148"/>
                    <a:pt x="206" y="148"/>
                    <a:pt x="206" y="148"/>
                  </a:cubicBezTo>
                  <a:cubicBezTo>
                    <a:pt x="206" y="148"/>
                    <a:pt x="206" y="148"/>
                    <a:pt x="206" y="148"/>
                  </a:cubicBezTo>
                  <a:cubicBezTo>
                    <a:pt x="218" y="148"/>
                    <a:pt x="218" y="148"/>
                    <a:pt x="218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307" y="235"/>
                    <a:pt x="307" y="235"/>
                    <a:pt x="307" y="235"/>
                  </a:cubicBezTo>
                  <a:cubicBezTo>
                    <a:pt x="307" y="236"/>
                    <a:pt x="307" y="236"/>
                    <a:pt x="307" y="237"/>
                  </a:cubicBezTo>
                  <a:cubicBezTo>
                    <a:pt x="307" y="253"/>
                    <a:pt x="307" y="253"/>
                    <a:pt x="307" y="253"/>
                  </a:cubicBezTo>
                  <a:cubicBezTo>
                    <a:pt x="307" y="253"/>
                    <a:pt x="307" y="254"/>
                    <a:pt x="307" y="254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97"/>
                    <a:pt x="275" y="297"/>
                    <a:pt x="275" y="297"/>
                  </a:cubicBezTo>
                  <a:cubicBezTo>
                    <a:pt x="425" y="447"/>
                    <a:pt x="425" y="447"/>
                    <a:pt x="425" y="447"/>
                  </a:cubicBezTo>
                  <a:lnTo>
                    <a:pt x="423" y="44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5" name="Freeform 430"/>
            <p:cNvSpPr>
              <a:spLocks/>
            </p:cNvSpPr>
            <p:nvPr/>
          </p:nvSpPr>
          <p:spPr bwMode="auto">
            <a:xfrm flipV="1">
              <a:off x="-485773" y="5243511"/>
              <a:ext cx="2663825" cy="2292350"/>
            </a:xfrm>
            <a:custGeom>
              <a:avLst/>
              <a:gdLst>
                <a:gd name="T0" fmla="*/ 710 w 710"/>
                <a:gd name="T1" fmla="*/ 611 h 611"/>
                <a:gd name="T2" fmla="*/ 700 w 710"/>
                <a:gd name="T3" fmla="*/ 611 h 611"/>
                <a:gd name="T4" fmla="*/ 700 w 710"/>
                <a:gd name="T5" fmla="*/ 596 h 611"/>
                <a:gd name="T6" fmla="*/ 586 w 710"/>
                <a:gd name="T7" fmla="*/ 482 h 611"/>
                <a:gd name="T8" fmla="*/ 447 w 710"/>
                <a:gd name="T9" fmla="*/ 482 h 611"/>
                <a:gd name="T10" fmla="*/ 443 w 710"/>
                <a:gd name="T11" fmla="*/ 480 h 611"/>
                <a:gd name="T12" fmla="*/ 221 w 710"/>
                <a:gd name="T13" fmla="*/ 258 h 611"/>
                <a:gd name="T14" fmla="*/ 219 w 710"/>
                <a:gd name="T15" fmla="*/ 254 h 611"/>
                <a:gd name="T16" fmla="*/ 219 w 710"/>
                <a:gd name="T17" fmla="*/ 227 h 611"/>
                <a:gd name="T18" fmla="*/ 0 w 710"/>
                <a:gd name="T19" fmla="*/ 7 h 611"/>
                <a:gd name="T20" fmla="*/ 7 w 710"/>
                <a:gd name="T21" fmla="*/ 0 h 611"/>
                <a:gd name="T22" fmla="*/ 228 w 710"/>
                <a:gd name="T23" fmla="*/ 221 h 611"/>
                <a:gd name="T24" fmla="*/ 229 w 710"/>
                <a:gd name="T25" fmla="*/ 225 h 611"/>
                <a:gd name="T26" fmla="*/ 229 w 710"/>
                <a:gd name="T27" fmla="*/ 252 h 611"/>
                <a:gd name="T28" fmla="*/ 449 w 710"/>
                <a:gd name="T29" fmla="*/ 472 h 611"/>
                <a:gd name="T30" fmla="*/ 588 w 710"/>
                <a:gd name="T31" fmla="*/ 472 h 611"/>
                <a:gd name="T32" fmla="*/ 591 w 710"/>
                <a:gd name="T33" fmla="*/ 473 h 611"/>
                <a:gd name="T34" fmla="*/ 709 w 710"/>
                <a:gd name="T35" fmla="*/ 591 h 611"/>
                <a:gd name="T36" fmla="*/ 710 w 710"/>
                <a:gd name="T37" fmla="*/ 594 h 611"/>
                <a:gd name="T38" fmla="*/ 710 w 71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0" h="611">
                  <a:moveTo>
                    <a:pt x="710" y="611"/>
                  </a:moveTo>
                  <a:cubicBezTo>
                    <a:pt x="700" y="611"/>
                    <a:pt x="700" y="611"/>
                    <a:pt x="700" y="611"/>
                  </a:cubicBezTo>
                  <a:cubicBezTo>
                    <a:pt x="700" y="596"/>
                    <a:pt x="700" y="596"/>
                    <a:pt x="700" y="596"/>
                  </a:cubicBezTo>
                  <a:cubicBezTo>
                    <a:pt x="586" y="482"/>
                    <a:pt x="586" y="482"/>
                    <a:pt x="586" y="482"/>
                  </a:cubicBezTo>
                  <a:cubicBezTo>
                    <a:pt x="447" y="482"/>
                    <a:pt x="447" y="482"/>
                    <a:pt x="447" y="482"/>
                  </a:cubicBezTo>
                  <a:cubicBezTo>
                    <a:pt x="445" y="482"/>
                    <a:pt x="444" y="481"/>
                    <a:pt x="443" y="480"/>
                  </a:cubicBezTo>
                  <a:cubicBezTo>
                    <a:pt x="221" y="258"/>
                    <a:pt x="221" y="258"/>
                    <a:pt x="221" y="258"/>
                  </a:cubicBezTo>
                  <a:cubicBezTo>
                    <a:pt x="220" y="257"/>
                    <a:pt x="219" y="256"/>
                    <a:pt x="219" y="254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28" y="221"/>
                    <a:pt x="228" y="221"/>
                    <a:pt x="228" y="221"/>
                  </a:cubicBezTo>
                  <a:cubicBezTo>
                    <a:pt x="229" y="222"/>
                    <a:pt x="229" y="223"/>
                    <a:pt x="229" y="225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449" y="472"/>
                    <a:pt x="449" y="472"/>
                    <a:pt x="449" y="472"/>
                  </a:cubicBezTo>
                  <a:cubicBezTo>
                    <a:pt x="588" y="472"/>
                    <a:pt x="588" y="472"/>
                    <a:pt x="588" y="472"/>
                  </a:cubicBezTo>
                  <a:cubicBezTo>
                    <a:pt x="589" y="472"/>
                    <a:pt x="590" y="472"/>
                    <a:pt x="591" y="473"/>
                  </a:cubicBezTo>
                  <a:cubicBezTo>
                    <a:pt x="709" y="591"/>
                    <a:pt x="709" y="591"/>
                    <a:pt x="709" y="591"/>
                  </a:cubicBezTo>
                  <a:cubicBezTo>
                    <a:pt x="710" y="591"/>
                    <a:pt x="710" y="593"/>
                    <a:pt x="710" y="594"/>
                  </a:cubicBezTo>
                  <a:lnTo>
                    <a:pt x="71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6" name="Freeform 431"/>
            <p:cNvSpPr>
              <a:spLocks/>
            </p:cNvSpPr>
            <p:nvPr/>
          </p:nvSpPr>
          <p:spPr bwMode="auto">
            <a:xfrm flipV="1">
              <a:off x="-565148" y="4995861"/>
              <a:ext cx="2871787" cy="2484438"/>
            </a:xfrm>
            <a:custGeom>
              <a:avLst/>
              <a:gdLst>
                <a:gd name="T0" fmla="*/ 738 w 765"/>
                <a:gd name="T1" fmla="*/ 662 h 662"/>
                <a:gd name="T2" fmla="*/ 737 w 765"/>
                <a:gd name="T3" fmla="*/ 662 h 662"/>
                <a:gd name="T4" fmla="*/ 566 w 765"/>
                <a:gd name="T5" fmla="*/ 490 h 662"/>
                <a:gd name="T6" fmla="*/ 459 w 765"/>
                <a:gd name="T7" fmla="*/ 490 h 662"/>
                <a:gd name="T8" fmla="*/ 457 w 765"/>
                <a:gd name="T9" fmla="*/ 490 h 662"/>
                <a:gd name="T10" fmla="*/ 218 w 765"/>
                <a:gd name="T11" fmla="*/ 251 h 662"/>
                <a:gd name="T12" fmla="*/ 217 w 765"/>
                <a:gd name="T13" fmla="*/ 249 h 662"/>
                <a:gd name="T14" fmla="*/ 217 w 765"/>
                <a:gd name="T15" fmla="*/ 221 h 662"/>
                <a:gd name="T16" fmla="*/ 0 w 765"/>
                <a:gd name="T17" fmla="*/ 3 h 662"/>
                <a:gd name="T18" fmla="*/ 3 w 765"/>
                <a:gd name="T19" fmla="*/ 0 h 662"/>
                <a:gd name="T20" fmla="*/ 220 w 765"/>
                <a:gd name="T21" fmla="*/ 219 h 662"/>
                <a:gd name="T22" fmla="*/ 221 w 765"/>
                <a:gd name="T23" fmla="*/ 220 h 662"/>
                <a:gd name="T24" fmla="*/ 221 w 765"/>
                <a:gd name="T25" fmla="*/ 249 h 662"/>
                <a:gd name="T26" fmla="*/ 459 w 765"/>
                <a:gd name="T27" fmla="*/ 487 h 662"/>
                <a:gd name="T28" fmla="*/ 567 w 765"/>
                <a:gd name="T29" fmla="*/ 487 h 662"/>
                <a:gd name="T30" fmla="*/ 568 w 765"/>
                <a:gd name="T31" fmla="*/ 488 h 662"/>
                <a:gd name="T32" fmla="*/ 739 w 765"/>
                <a:gd name="T33" fmla="*/ 659 h 662"/>
                <a:gd name="T34" fmla="*/ 765 w 765"/>
                <a:gd name="T35" fmla="*/ 659 h 662"/>
                <a:gd name="T36" fmla="*/ 765 w 765"/>
                <a:gd name="T37" fmla="*/ 662 h 662"/>
                <a:gd name="T38" fmla="*/ 738 w 765"/>
                <a:gd name="T39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5" h="662">
                  <a:moveTo>
                    <a:pt x="738" y="662"/>
                  </a:moveTo>
                  <a:cubicBezTo>
                    <a:pt x="738" y="662"/>
                    <a:pt x="737" y="662"/>
                    <a:pt x="737" y="662"/>
                  </a:cubicBezTo>
                  <a:cubicBezTo>
                    <a:pt x="566" y="490"/>
                    <a:pt x="566" y="490"/>
                    <a:pt x="566" y="490"/>
                  </a:cubicBezTo>
                  <a:cubicBezTo>
                    <a:pt x="459" y="490"/>
                    <a:pt x="459" y="490"/>
                    <a:pt x="459" y="490"/>
                  </a:cubicBezTo>
                  <a:cubicBezTo>
                    <a:pt x="458" y="490"/>
                    <a:pt x="458" y="490"/>
                    <a:pt x="457" y="490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8" y="250"/>
                    <a:pt x="217" y="250"/>
                    <a:pt x="217" y="249"/>
                  </a:cubicBezTo>
                  <a:cubicBezTo>
                    <a:pt x="217" y="221"/>
                    <a:pt x="217" y="221"/>
                    <a:pt x="217" y="2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1" y="219"/>
                    <a:pt x="221" y="219"/>
                    <a:pt x="221" y="220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459" y="487"/>
                    <a:pt x="459" y="487"/>
                    <a:pt x="459" y="487"/>
                  </a:cubicBezTo>
                  <a:cubicBezTo>
                    <a:pt x="567" y="487"/>
                    <a:pt x="567" y="487"/>
                    <a:pt x="567" y="487"/>
                  </a:cubicBezTo>
                  <a:cubicBezTo>
                    <a:pt x="567" y="487"/>
                    <a:pt x="568" y="487"/>
                    <a:pt x="568" y="488"/>
                  </a:cubicBezTo>
                  <a:cubicBezTo>
                    <a:pt x="739" y="659"/>
                    <a:pt x="739" y="659"/>
                    <a:pt x="739" y="659"/>
                  </a:cubicBezTo>
                  <a:cubicBezTo>
                    <a:pt x="765" y="659"/>
                    <a:pt x="765" y="659"/>
                    <a:pt x="765" y="659"/>
                  </a:cubicBezTo>
                  <a:cubicBezTo>
                    <a:pt x="765" y="662"/>
                    <a:pt x="765" y="662"/>
                    <a:pt x="765" y="662"/>
                  </a:cubicBezTo>
                  <a:lnTo>
                    <a:pt x="738" y="6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7" name="Freeform 432"/>
            <p:cNvSpPr>
              <a:spLocks/>
            </p:cNvSpPr>
            <p:nvPr/>
          </p:nvSpPr>
          <p:spPr bwMode="auto">
            <a:xfrm flipV="1">
              <a:off x="-642936" y="4679949"/>
              <a:ext cx="3379787" cy="2759075"/>
            </a:xfrm>
            <a:custGeom>
              <a:avLst/>
              <a:gdLst>
                <a:gd name="T0" fmla="*/ 901 w 901"/>
                <a:gd name="T1" fmla="*/ 735 h 735"/>
                <a:gd name="T2" fmla="*/ 897 w 901"/>
                <a:gd name="T3" fmla="*/ 735 h 735"/>
                <a:gd name="T4" fmla="*/ 897 w 901"/>
                <a:gd name="T5" fmla="*/ 700 h 735"/>
                <a:gd name="T6" fmla="*/ 868 w 901"/>
                <a:gd name="T7" fmla="*/ 671 h 735"/>
                <a:gd name="T8" fmla="*/ 835 w 901"/>
                <a:gd name="T9" fmla="*/ 671 h 735"/>
                <a:gd name="T10" fmla="*/ 825 w 901"/>
                <a:gd name="T11" fmla="*/ 681 h 735"/>
                <a:gd name="T12" fmla="*/ 824 w 901"/>
                <a:gd name="T13" fmla="*/ 681 h 735"/>
                <a:gd name="T14" fmla="*/ 761 w 901"/>
                <a:gd name="T15" fmla="*/ 681 h 735"/>
                <a:gd name="T16" fmla="*/ 760 w 901"/>
                <a:gd name="T17" fmla="*/ 681 h 735"/>
                <a:gd name="T18" fmla="*/ 588 w 901"/>
                <a:gd name="T19" fmla="*/ 509 h 735"/>
                <a:gd name="T20" fmla="*/ 474 w 901"/>
                <a:gd name="T21" fmla="*/ 509 h 735"/>
                <a:gd name="T22" fmla="*/ 473 w 901"/>
                <a:gd name="T23" fmla="*/ 508 h 735"/>
                <a:gd name="T24" fmla="*/ 212 w 901"/>
                <a:gd name="T25" fmla="*/ 247 h 735"/>
                <a:gd name="T26" fmla="*/ 212 w 901"/>
                <a:gd name="T27" fmla="*/ 246 h 735"/>
                <a:gd name="T28" fmla="*/ 212 w 901"/>
                <a:gd name="T29" fmla="*/ 215 h 735"/>
                <a:gd name="T30" fmla="*/ 0 w 901"/>
                <a:gd name="T31" fmla="*/ 2 h 735"/>
                <a:gd name="T32" fmla="*/ 2 w 901"/>
                <a:gd name="T33" fmla="*/ 0 h 735"/>
                <a:gd name="T34" fmla="*/ 215 w 901"/>
                <a:gd name="T35" fmla="*/ 213 h 735"/>
                <a:gd name="T36" fmla="*/ 215 w 901"/>
                <a:gd name="T37" fmla="*/ 214 h 735"/>
                <a:gd name="T38" fmla="*/ 215 w 901"/>
                <a:gd name="T39" fmla="*/ 245 h 735"/>
                <a:gd name="T40" fmla="*/ 475 w 901"/>
                <a:gd name="T41" fmla="*/ 505 h 735"/>
                <a:gd name="T42" fmla="*/ 589 w 901"/>
                <a:gd name="T43" fmla="*/ 505 h 735"/>
                <a:gd name="T44" fmla="*/ 590 w 901"/>
                <a:gd name="T45" fmla="*/ 506 h 735"/>
                <a:gd name="T46" fmla="*/ 762 w 901"/>
                <a:gd name="T47" fmla="*/ 678 h 735"/>
                <a:gd name="T48" fmla="*/ 823 w 901"/>
                <a:gd name="T49" fmla="*/ 678 h 735"/>
                <a:gd name="T50" fmla="*/ 833 w 901"/>
                <a:gd name="T51" fmla="*/ 668 h 735"/>
                <a:gd name="T52" fmla="*/ 834 w 901"/>
                <a:gd name="T53" fmla="*/ 667 h 735"/>
                <a:gd name="T54" fmla="*/ 869 w 901"/>
                <a:gd name="T55" fmla="*/ 667 h 735"/>
                <a:gd name="T56" fmla="*/ 870 w 901"/>
                <a:gd name="T57" fmla="*/ 668 h 735"/>
                <a:gd name="T58" fmla="*/ 900 w 901"/>
                <a:gd name="T59" fmla="*/ 698 h 735"/>
                <a:gd name="T60" fmla="*/ 901 w 901"/>
                <a:gd name="T61" fmla="*/ 699 h 735"/>
                <a:gd name="T62" fmla="*/ 901 w 901"/>
                <a:gd name="T63" fmla="*/ 735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1" h="735">
                  <a:moveTo>
                    <a:pt x="901" y="735"/>
                  </a:moveTo>
                  <a:cubicBezTo>
                    <a:pt x="897" y="735"/>
                    <a:pt x="897" y="735"/>
                    <a:pt x="897" y="735"/>
                  </a:cubicBezTo>
                  <a:cubicBezTo>
                    <a:pt x="897" y="700"/>
                    <a:pt x="897" y="700"/>
                    <a:pt x="897" y="700"/>
                  </a:cubicBezTo>
                  <a:cubicBezTo>
                    <a:pt x="868" y="671"/>
                    <a:pt x="868" y="671"/>
                    <a:pt x="868" y="671"/>
                  </a:cubicBezTo>
                  <a:cubicBezTo>
                    <a:pt x="835" y="671"/>
                    <a:pt x="835" y="671"/>
                    <a:pt x="835" y="671"/>
                  </a:cubicBezTo>
                  <a:cubicBezTo>
                    <a:pt x="825" y="681"/>
                    <a:pt x="825" y="681"/>
                    <a:pt x="825" y="681"/>
                  </a:cubicBezTo>
                  <a:cubicBezTo>
                    <a:pt x="825" y="681"/>
                    <a:pt x="824" y="681"/>
                    <a:pt x="824" y="681"/>
                  </a:cubicBezTo>
                  <a:cubicBezTo>
                    <a:pt x="761" y="681"/>
                    <a:pt x="761" y="681"/>
                    <a:pt x="761" y="681"/>
                  </a:cubicBezTo>
                  <a:cubicBezTo>
                    <a:pt x="761" y="681"/>
                    <a:pt x="760" y="681"/>
                    <a:pt x="760" y="681"/>
                  </a:cubicBezTo>
                  <a:cubicBezTo>
                    <a:pt x="588" y="509"/>
                    <a:pt x="588" y="509"/>
                    <a:pt x="588" y="509"/>
                  </a:cubicBezTo>
                  <a:cubicBezTo>
                    <a:pt x="474" y="509"/>
                    <a:pt x="474" y="509"/>
                    <a:pt x="474" y="509"/>
                  </a:cubicBezTo>
                  <a:cubicBezTo>
                    <a:pt x="474" y="509"/>
                    <a:pt x="474" y="509"/>
                    <a:pt x="473" y="508"/>
                  </a:cubicBezTo>
                  <a:cubicBezTo>
                    <a:pt x="212" y="247"/>
                    <a:pt x="212" y="247"/>
                    <a:pt x="212" y="247"/>
                  </a:cubicBezTo>
                  <a:cubicBezTo>
                    <a:pt x="212" y="247"/>
                    <a:pt x="212" y="247"/>
                    <a:pt x="212" y="246"/>
                  </a:cubicBezTo>
                  <a:cubicBezTo>
                    <a:pt x="212" y="215"/>
                    <a:pt x="212" y="215"/>
                    <a:pt x="212" y="21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3"/>
                    <a:pt x="215" y="214"/>
                    <a:pt x="215" y="214"/>
                  </a:cubicBezTo>
                  <a:cubicBezTo>
                    <a:pt x="215" y="245"/>
                    <a:pt x="215" y="245"/>
                    <a:pt x="215" y="245"/>
                  </a:cubicBezTo>
                  <a:cubicBezTo>
                    <a:pt x="475" y="505"/>
                    <a:pt x="475" y="505"/>
                    <a:pt x="475" y="505"/>
                  </a:cubicBezTo>
                  <a:cubicBezTo>
                    <a:pt x="589" y="505"/>
                    <a:pt x="589" y="505"/>
                    <a:pt x="589" y="505"/>
                  </a:cubicBezTo>
                  <a:cubicBezTo>
                    <a:pt x="589" y="505"/>
                    <a:pt x="590" y="506"/>
                    <a:pt x="590" y="506"/>
                  </a:cubicBezTo>
                  <a:cubicBezTo>
                    <a:pt x="762" y="678"/>
                    <a:pt x="762" y="678"/>
                    <a:pt x="762" y="678"/>
                  </a:cubicBezTo>
                  <a:cubicBezTo>
                    <a:pt x="823" y="678"/>
                    <a:pt x="823" y="678"/>
                    <a:pt x="823" y="678"/>
                  </a:cubicBezTo>
                  <a:cubicBezTo>
                    <a:pt x="833" y="668"/>
                    <a:pt x="833" y="668"/>
                    <a:pt x="833" y="668"/>
                  </a:cubicBezTo>
                  <a:cubicBezTo>
                    <a:pt x="833" y="668"/>
                    <a:pt x="834" y="667"/>
                    <a:pt x="834" y="667"/>
                  </a:cubicBezTo>
                  <a:cubicBezTo>
                    <a:pt x="869" y="667"/>
                    <a:pt x="869" y="667"/>
                    <a:pt x="869" y="667"/>
                  </a:cubicBezTo>
                  <a:cubicBezTo>
                    <a:pt x="869" y="667"/>
                    <a:pt x="870" y="668"/>
                    <a:pt x="870" y="668"/>
                  </a:cubicBezTo>
                  <a:cubicBezTo>
                    <a:pt x="900" y="698"/>
                    <a:pt x="900" y="698"/>
                    <a:pt x="900" y="698"/>
                  </a:cubicBezTo>
                  <a:cubicBezTo>
                    <a:pt x="900" y="698"/>
                    <a:pt x="901" y="699"/>
                    <a:pt x="901" y="699"/>
                  </a:cubicBezTo>
                  <a:lnTo>
                    <a:pt x="901" y="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8" name="Freeform 433"/>
            <p:cNvSpPr>
              <a:spLocks/>
            </p:cNvSpPr>
            <p:nvPr/>
          </p:nvSpPr>
          <p:spPr bwMode="auto">
            <a:xfrm flipV="1">
              <a:off x="-430211" y="4500561"/>
              <a:ext cx="3001962" cy="2413000"/>
            </a:xfrm>
            <a:custGeom>
              <a:avLst/>
              <a:gdLst>
                <a:gd name="T0" fmla="*/ 797 w 800"/>
                <a:gd name="T1" fmla="*/ 643 h 643"/>
                <a:gd name="T2" fmla="*/ 797 w 800"/>
                <a:gd name="T3" fmla="*/ 609 h 643"/>
                <a:gd name="T4" fmla="*/ 767 w 800"/>
                <a:gd name="T5" fmla="*/ 579 h 643"/>
                <a:gd name="T6" fmla="*/ 693 w 800"/>
                <a:gd name="T7" fmla="*/ 579 h 643"/>
                <a:gd name="T8" fmla="*/ 692 w 800"/>
                <a:gd name="T9" fmla="*/ 578 h 643"/>
                <a:gd name="T10" fmla="*/ 518 w 800"/>
                <a:gd name="T11" fmla="*/ 404 h 643"/>
                <a:gd name="T12" fmla="*/ 402 w 800"/>
                <a:gd name="T13" fmla="*/ 404 h 643"/>
                <a:gd name="T14" fmla="*/ 401 w 800"/>
                <a:gd name="T15" fmla="*/ 404 h 643"/>
                <a:gd name="T16" fmla="*/ 0 w 800"/>
                <a:gd name="T17" fmla="*/ 2 h 643"/>
                <a:gd name="T18" fmla="*/ 2 w 800"/>
                <a:gd name="T19" fmla="*/ 0 h 643"/>
                <a:gd name="T20" fmla="*/ 403 w 800"/>
                <a:gd name="T21" fmla="*/ 401 h 643"/>
                <a:gd name="T22" fmla="*/ 519 w 800"/>
                <a:gd name="T23" fmla="*/ 401 h 643"/>
                <a:gd name="T24" fmla="*/ 520 w 800"/>
                <a:gd name="T25" fmla="*/ 401 h 643"/>
                <a:gd name="T26" fmla="*/ 694 w 800"/>
                <a:gd name="T27" fmla="*/ 575 h 643"/>
                <a:gd name="T28" fmla="*/ 767 w 800"/>
                <a:gd name="T29" fmla="*/ 575 h 643"/>
                <a:gd name="T30" fmla="*/ 768 w 800"/>
                <a:gd name="T31" fmla="*/ 576 h 643"/>
                <a:gd name="T32" fmla="*/ 800 w 800"/>
                <a:gd name="T33" fmla="*/ 607 h 643"/>
                <a:gd name="T34" fmla="*/ 800 w 800"/>
                <a:gd name="T35" fmla="*/ 608 h 643"/>
                <a:gd name="T36" fmla="*/ 800 w 800"/>
                <a:gd name="T37" fmla="*/ 643 h 643"/>
                <a:gd name="T38" fmla="*/ 797 w 800"/>
                <a:gd name="T39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0" h="643">
                  <a:moveTo>
                    <a:pt x="797" y="643"/>
                  </a:moveTo>
                  <a:cubicBezTo>
                    <a:pt x="797" y="609"/>
                    <a:pt x="797" y="609"/>
                    <a:pt x="797" y="609"/>
                  </a:cubicBezTo>
                  <a:cubicBezTo>
                    <a:pt x="767" y="579"/>
                    <a:pt x="767" y="579"/>
                    <a:pt x="767" y="579"/>
                  </a:cubicBezTo>
                  <a:cubicBezTo>
                    <a:pt x="693" y="579"/>
                    <a:pt x="693" y="579"/>
                    <a:pt x="693" y="579"/>
                  </a:cubicBezTo>
                  <a:cubicBezTo>
                    <a:pt x="693" y="579"/>
                    <a:pt x="692" y="579"/>
                    <a:pt x="692" y="578"/>
                  </a:cubicBezTo>
                  <a:cubicBezTo>
                    <a:pt x="518" y="404"/>
                    <a:pt x="518" y="404"/>
                    <a:pt x="518" y="404"/>
                  </a:cubicBezTo>
                  <a:cubicBezTo>
                    <a:pt x="402" y="404"/>
                    <a:pt x="402" y="404"/>
                    <a:pt x="402" y="404"/>
                  </a:cubicBezTo>
                  <a:cubicBezTo>
                    <a:pt x="402" y="404"/>
                    <a:pt x="401" y="404"/>
                    <a:pt x="401" y="40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519" y="401"/>
                    <a:pt x="519" y="401"/>
                    <a:pt x="519" y="401"/>
                  </a:cubicBezTo>
                  <a:cubicBezTo>
                    <a:pt x="519" y="401"/>
                    <a:pt x="519" y="401"/>
                    <a:pt x="520" y="401"/>
                  </a:cubicBezTo>
                  <a:cubicBezTo>
                    <a:pt x="694" y="575"/>
                    <a:pt x="694" y="575"/>
                    <a:pt x="694" y="575"/>
                  </a:cubicBezTo>
                  <a:cubicBezTo>
                    <a:pt x="767" y="575"/>
                    <a:pt x="767" y="575"/>
                    <a:pt x="767" y="575"/>
                  </a:cubicBezTo>
                  <a:cubicBezTo>
                    <a:pt x="768" y="575"/>
                    <a:pt x="768" y="576"/>
                    <a:pt x="768" y="576"/>
                  </a:cubicBezTo>
                  <a:cubicBezTo>
                    <a:pt x="800" y="607"/>
                    <a:pt x="800" y="607"/>
                    <a:pt x="800" y="607"/>
                  </a:cubicBezTo>
                  <a:cubicBezTo>
                    <a:pt x="800" y="607"/>
                    <a:pt x="800" y="608"/>
                    <a:pt x="800" y="608"/>
                  </a:cubicBezTo>
                  <a:cubicBezTo>
                    <a:pt x="800" y="643"/>
                    <a:pt x="800" y="643"/>
                    <a:pt x="800" y="643"/>
                  </a:cubicBezTo>
                  <a:lnTo>
                    <a:pt x="797" y="64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9" name="Freeform 434"/>
            <p:cNvSpPr>
              <a:spLocks/>
            </p:cNvSpPr>
            <p:nvPr/>
          </p:nvSpPr>
          <p:spPr bwMode="auto">
            <a:xfrm flipV="1">
              <a:off x="-538161" y="4627561"/>
              <a:ext cx="2859087" cy="2176463"/>
            </a:xfrm>
            <a:custGeom>
              <a:avLst/>
              <a:gdLst>
                <a:gd name="T0" fmla="*/ 720 w 762"/>
                <a:gd name="T1" fmla="*/ 580 h 580"/>
                <a:gd name="T2" fmla="*/ 719 w 762"/>
                <a:gd name="T3" fmla="*/ 580 h 580"/>
                <a:gd name="T4" fmla="*/ 549 w 762"/>
                <a:gd name="T5" fmla="*/ 410 h 580"/>
                <a:gd name="T6" fmla="*/ 409 w 762"/>
                <a:gd name="T7" fmla="*/ 410 h 580"/>
                <a:gd name="T8" fmla="*/ 407 w 762"/>
                <a:gd name="T9" fmla="*/ 410 h 580"/>
                <a:gd name="T10" fmla="*/ 0 w 762"/>
                <a:gd name="T11" fmla="*/ 2 h 580"/>
                <a:gd name="T12" fmla="*/ 2 w 762"/>
                <a:gd name="T13" fmla="*/ 0 h 580"/>
                <a:gd name="T14" fmla="*/ 409 w 762"/>
                <a:gd name="T15" fmla="*/ 407 h 580"/>
                <a:gd name="T16" fmla="*/ 550 w 762"/>
                <a:gd name="T17" fmla="*/ 407 h 580"/>
                <a:gd name="T18" fmla="*/ 551 w 762"/>
                <a:gd name="T19" fmla="*/ 407 h 580"/>
                <a:gd name="T20" fmla="*/ 721 w 762"/>
                <a:gd name="T21" fmla="*/ 577 h 580"/>
                <a:gd name="T22" fmla="*/ 762 w 762"/>
                <a:gd name="T23" fmla="*/ 577 h 580"/>
                <a:gd name="T24" fmla="*/ 762 w 762"/>
                <a:gd name="T25" fmla="*/ 580 h 580"/>
                <a:gd name="T26" fmla="*/ 720 w 762"/>
                <a:gd name="T27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580">
                  <a:moveTo>
                    <a:pt x="720" y="580"/>
                  </a:moveTo>
                  <a:cubicBezTo>
                    <a:pt x="720" y="580"/>
                    <a:pt x="720" y="580"/>
                    <a:pt x="719" y="580"/>
                  </a:cubicBezTo>
                  <a:cubicBezTo>
                    <a:pt x="549" y="410"/>
                    <a:pt x="549" y="410"/>
                    <a:pt x="549" y="410"/>
                  </a:cubicBezTo>
                  <a:cubicBezTo>
                    <a:pt x="409" y="410"/>
                    <a:pt x="409" y="410"/>
                    <a:pt x="409" y="410"/>
                  </a:cubicBezTo>
                  <a:cubicBezTo>
                    <a:pt x="408" y="410"/>
                    <a:pt x="408" y="410"/>
                    <a:pt x="407" y="4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9" y="407"/>
                    <a:pt x="409" y="407"/>
                    <a:pt x="409" y="407"/>
                  </a:cubicBezTo>
                  <a:cubicBezTo>
                    <a:pt x="550" y="407"/>
                    <a:pt x="550" y="407"/>
                    <a:pt x="550" y="407"/>
                  </a:cubicBezTo>
                  <a:cubicBezTo>
                    <a:pt x="550" y="407"/>
                    <a:pt x="551" y="407"/>
                    <a:pt x="551" y="407"/>
                  </a:cubicBezTo>
                  <a:cubicBezTo>
                    <a:pt x="721" y="577"/>
                    <a:pt x="721" y="577"/>
                    <a:pt x="721" y="577"/>
                  </a:cubicBezTo>
                  <a:cubicBezTo>
                    <a:pt x="762" y="577"/>
                    <a:pt x="762" y="577"/>
                    <a:pt x="762" y="577"/>
                  </a:cubicBezTo>
                  <a:cubicBezTo>
                    <a:pt x="762" y="580"/>
                    <a:pt x="762" y="580"/>
                    <a:pt x="762" y="580"/>
                  </a:cubicBezTo>
                  <a:lnTo>
                    <a:pt x="720" y="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0" name="Freeform 435"/>
            <p:cNvSpPr>
              <a:spLocks/>
            </p:cNvSpPr>
            <p:nvPr/>
          </p:nvSpPr>
          <p:spPr bwMode="auto">
            <a:xfrm flipV="1">
              <a:off x="-639761" y="4435473"/>
              <a:ext cx="2806700" cy="2271713"/>
            </a:xfrm>
            <a:custGeom>
              <a:avLst/>
              <a:gdLst>
                <a:gd name="T0" fmla="*/ 745 w 748"/>
                <a:gd name="T1" fmla="*/ 605 h 605"/>
                <a:gd name="T2" fmla="*/ 683 w 748"/>
                <a:gd name="T3" fmla="*/ 543 h 605"/>
                <a:gd name="T4" fmla="*/ 637 w 748"/>
                <a:gd name="T5" fmla="*/ 543 h 605"/>
                <a:gd name="T6" fmla="*/ 635 w 748"/>
                <a:gd name="T7" fmla="*/ 543 h 605"/>
                <a:gd name="T8" fmla="*/ 512 w 748"/>
                <a:gd name="T9" fmla="*/ 419 h 605"/>
                <a:gd name="T10" fmla="*/ 375 w 748"/>
                <a:gd name="T11" fmla="*/ 419 h 605"/>
                <a:gd name="T12" fmla="*/ 374 w 748"/>
                <a:gd name="T13" fmla="*/ 419 h 605"/>
                <a:gd name="T14" fmla="*/ 341 w 748"/>
                <a:gd name="T15" fmla="*/ 386 h 605"/>
                <a:gd name="T16" fmla="*/ 340 w 748"/>
                <a:gd name="T17" fmla="*/ 385 h 605"/>
                <a:gd name="T18" fmla="*/ 340 w 748"/>
                <a:gd name="T19" fmla="*/ 343 h 605"/>
                <a:gd name="T20" fmla="*/ 0 w 748"/>
                <a:gd name="T21" fmla="*/ 3 h 605"/>
                <a:gd name="T22" fmla="*/ 3 w 748"/>
                <a:gd name="T23" fmla="*/ 0 h 605"/>
                <a:gd name="T24" fmla="*/ 343 w 748"/>
                <a:gd name="T25" fmla="*/ 341 h 605"/>
                <a:gd name="T26" fmla="*/ 344 w 748"/>
                <a:gd name="T27" fmla="*/ 342 h 605"/>
                <a:gd name="T28" fmla="*/ 344 w 748"/>
                <a:gd name="T29" fmla="*/ 384 h 605"/>
                <a:gd name="T30" fmla="*/ 376 w 748"/>
                <a:gd name="T31" fmla="*/ 416 h 605"/>
                <a:gd name="T32" fmla="*/ 513 w 748"/>
                <a:gd name="T33" fmla="*/ 416 h 605"/>
                <a:gd name="T34" fmla="*/ 514 w 748"/>
                <a:gd name="T35" fmla="*/ 417 h 605"/>
                <a:gd name="T36" fmla="*/ 637 w 748"/>
                <a:gd name="T37" fmla="*/ 540 h 605"/>
                <a:gd name="T38" fmla="*/ 683 w 748"/>
                <a:gd name="T39" fmla="*/ 540 h 605"/>
                <a:gd name="T40" fmla="*/ 685 w 748"/>
                <a:gd name="T41" fmla="*/ 540 h 605"/>
                <a:gd name="T42" fmla="*/ 748 w 748"/>
                <a:gd name="T43" fmla="*/ 603 h 605"/>
                <a:gd name="T44" fmla="*/ 745 w 748"/>
                <a:gd name="T45" fmla="*/ 60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8" h="605">
                  <a:moveTo>
                    <a:pt x="745" y="605"/>
                  </a:moveTo>
                  <a:cubicBezTo>
                    <a:pt x="683" y="543"/>
                    <a:pt x="683" y="543"/>
                    <a:pt x="683" y="543"/>
                  </a:cubicBezTo>
                  <a:cubicBezTo>
                    <a:pt x="637" y="543"/>
                    <a:pt x="637" y="543"/>
                    <a:pt x="637" y="543"/>
                  </a:cubicBezTo>
                  <a:cubicBezTo>
                    <a:pt x="636" y="543"/>
                    <a:pt x="636" y="543"/>
                    <a:pt x="635" y="543"/>
                  </a:cubicBezTo>
                  <a:cubicBezTo>
                    <a:pt x="512" y="419"/>
                    <a:pt x="512" y="419"/>
                    <a:pt x="512" y="419"/>
                  </a:cubicBezTo>
                  <a:cubicBezTo>
                    <a:pt x="375" y="419"/>
                    <a:pt x="375" y="419"/>
                    <a:pt x="375" y="419"/>
                  </a:cubicBezTo>
                  <a:cubicBezTo>
                    <a:pt x="375" y="419"/>
                    <a:pt x="374" y="419"/>
                    <a:pt x="374" y="419"/>
                  </a:cubicBezTo>
                  <a:cubicBezTo>
                    <a:pt x="341" y="386"/>
                    <a:pt x="341" y="386"/>
                    <a:pt x="341" y="386"/>
                  </a:cubicBezTo>
                  <a:cubicBezTo>
                    <a:pt x="341" y="386"/>
                    <a:pt x="340" y="385"/>
                    <a:pt x="340" y="385"/>
                  </a:cubicBezTo>
                  <a:cubicBezTo>
                    <a:pt x="340" y="343"/>
                    <a:pt x="340" y="343"/>
                    <a:pt x="340" y="34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3" y="341"/>
                    <a:pt x="343" y="341"/>
                    <a:pt x="343" y="341"/>
                  </a:cubicBezTo>
                  <a:cubicBezTo>
                    <a:pt x="344" y="341"/>
                    <a:pt x="344" y="342"/>
                    <a:pt x="344" y="342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76" y="416"/>
                    <a:pt x="376" y="416"/>
                    <a:pt x="376" y="416"/>
                  </a:cubicBezTo>
                  <a:cubicBezTo>
                    <a:pt x="513" y="416"/>
                    <a:pt x="513" y="416"/>
                    <a:pt x="513" y="416"/>
                  </a:cubicBezTo>
                  <a:cubicBezTo>
                    <a:pt x="513" y="416"/>
                    <a:pt x="514" y="416"/>
                    <a:pt x="514" y="417"/>
                  </a:cubicBezTo>
                  <a:cubicBezTo>
                    <a:pt x="637" y="540"/>
                    <a:pt x="637" y="540"/>
                    <a:pt x="637" y="540"/>
                  </a:cubicBezTo>
                  <a:cubicBezTo>
                    <a:pt x="683" y="540"/>
                    <a:pt x="683" y="540"/>
                    <a:pt x="683" y="540"/>
                  </a:cubicBezTo>
                  <a:cubicBezTo>
                    <a:pt x="684" y="540"/>
                    <a:pt x="684" y="540"/>
                    <a:pt x="685" y="540"/>
                  </a:cubicBezTo>
                  <a:cubicBezTo>
                    <a:pt x="748" y="603"/>
                    <a:pt x="748" y="603"/>
                    <a:pt x="748" y="603"/>
                  </a:cubicBezTo>
                  <a:lnTo>
                    <a:pt x="745" y="605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1" name="Freeform 436"/>
            <p:cNvSpPr>
              <a:spLocks/>
            </p:cNvSpPr>
            <p:nvPr/>
          </p:nvSpPr>
          <p:spPr bwMode="auto">
            <a:xfrm flipV="1">
              <a:off x="-835023" y="4233861"/>
              <a:ext cx="3152775" cy="2292350"/>
            </a:xfrm>
            <a:custGeom>
              <a:avLst/>
              <a:gdLst>
                <a:gd name="T0" fmla="*/ 840 w 840"/>
                <a:gd name="T1" fmla="*/ 611 h 611"/>
                <a:gd name="T2" fmla="*/ 800 w 840"/>
                <a:gd name="T3" fmla="*/ 611 h 611"/>
                <a:gd name="T4" fmla="*/ 796 w 840"/>
                <a:gd name="T5" fmla="*/ 609 h 611"/>
                <a:gd name="T6" fmla="*/ 718 w 840"/>
                <a:gd name="T7" fmla="*/ 531 h 611"/>
                <a:gd name="T8" fmla="*/ 665 w 840"/>
                <a:gd name="T9" fmla="*/ 531 h 611"/>
                <a:gd name="T10" fmla="*/ 661 w 840"/>
                <a:gd name="T11" fmla="*/ 530 h 611"/>
                <a:gd name="T12" fmla="*/ 542 w 840"/>
                <a:gd name="T13" fmla="*/ 410 h 611"/>
                <a:gd name="T14" fmla="*/ 405 w 840"/>
                <a:gd name="T15" fmla="*/ 410 h 611"/>
                <a:gd name="T16" fmla="*/ 402 w 840"/>
                <a:gd name="T17" fmla="*/ 409 h 611"/>
                <a:gd name="T18" fmla="*/ 0 w 840"/>
                <a:gd name="T19" fmla="*/ 7 h 611"/>
                <a:gd name="T20" fmla="*/ 7 w 840"/>
                <a:gd name="T21" fmla="*/ 0 h 611"/>
                <a:gd name="T22" fmla="*/ 407 w 840"/>
                <a:gd name="T23" fmla="*/ 400 h 611"/>
                <a:gd name="T24" fmla="*/ 544 w 840"/>
                <a:gd name="T25" fmla="*/ 400 h 611"/>
                <a:gd name="T26" fmla="*/ 548 w 840"/>
                <a:gd name="T27" fmla="*/ 401 h 611"/>
                <a:gd name="T28" fmla="*/ 667 w 840"/>
                <a:gd name="T29" fmla="*/ 521 h 611"/>
                <a:gd name="T30" fmla="*/ 721 w 840"/>
                <a:gd name="T31" fmla="*/ 521 h 611"/>
                <a:gd name="T32" fmla="*/ 724 w 840"/>
                <a:gd name="T33" fmla="*/ 522 h 611"/>
                <a:gd name="T34" fmla="*/ 802 w 840"/>
                <a:gd name="T35" fmla="*/ 600 h 611"/>
                <a:gd name="T36" fmla="*/ 840 w 840"/>
                <a:gd name="T37" fmla="*/ 600 h 611"/>
                <a:gd name="T38" fmla="*/ 840 w 84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40" h="611">
                  <a:moveTo>
                    <a:pt x="840" y="611"/>
                  </a:moveTo>
                  <a:cubicBezTo>
                    <a:pt x="800" y="611"/>
                    <a:pt x="800" y="611"/>
                    <a:pt x="800" y="611"/>
                  </a:cubicBezTo>
                  <a:cubicBezTo>
                    <a:pt x="799" y="611"/>
                    <a:pt x="797" y="610"/>
                    <a:pt x="796" y="609"/>
                  </a:cubicBezTo>
                  <a:cubicBezTo>
                    <a:pt x="718" y="531"/>
                    <a:pt x="718" y="531"/>
                    <a:pt x="718" y="531"/>
                  </a:cubicBezTo>
                  <a:cubicBezTo>
                    <a:pt x="665" y="531"/>
                    <a:pt x="665" y="531"/>
                    <a:pt x="665" y="531"/>
                  </a:cubicBezTo>
                  <a:cubicBezTo>
                    <a:pt x="664" y="531"/>
                    <a:pt x="662" y="531"/>
                    <a:pt x="661" y="530"/>
                  </a:cubicBezTo>
                  <a:cubicBezTo>
                    <a:pt x="542" y="410"/>
                    <a:pt x="542" y="410"/>
                    <a:pt x="542" y="410"/>
                  </a:cubicBezTo>
                  <a:cubicBezTo>
                    <a:pt x="405" y="410"/>
                    <a:pt x="405" y="410"/>
                    <a:pt x="405" y="410"/>
                  </a:cubicBezTo>
                  <a:cubicBezTo>
                    <a:pt x="404" y="410"/>
                    <a:pt x="403" y="410"/>
                    <a:pt x="402" y="40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07" y="400"/>
                    <a:pt x="407" y="400"/>
                    <a:pt x="407" y="400"/>
                  </a:cubicBezTo>
                  <a:cubicBezTo>
                    <a:pt x="544" y="400"/>
                    <a:pt x="544" y="400"/>
                    <a:pt x="544" y="400"/>
                  </a:cubicBezTo>
                  <a:cubicBezTo>
                    <a:pt x="545" y="400"/>
                    <a:pt x="547" y="400"/>
                    <a:pt x="548" y="401"/>
                  </a:cubicBezTo>
                  <a:cubicBezTo>
                    <a:pt x="667" y="521"/>
                    <a:pt x="667" y="521"/>
                    <a:pt x="667" y="521"/>
                  </a:cubicBezTo>
                  <a:cubicBezTo>
                    <a:pt x="721" y="521"/>
                    <a:pt x="721" y="521"/>
                    <a:pt x="721" y="521"/>
                  </a:cubicBezTo>
                  <a:cubicBezTo>
                    <a:pt x="722" y="521"/>
                    <a:pt x="723" y="521"/>
                    <a:pt x="724" y="522"/>
                  </a:cubicBezTo>
                  <a:cubicBezTo>
                    <a:pt x="802" y="600"/>
                    <a:pt x="802" y="600"/>
                    <a:pt x="802" y="600"/>
                  </a:cubicBezTo>
                  <a:cubicBezTo>
                    <a:pt x="840" y="600"/>
                    <a:pt x="840" y="600"/>
                    <a:pt x="840" y="600"/>
                  </a:cubicBezTo>
                  <a:lnTo>
                    <a:pt x="84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2" name="Freeform 437"/>
            <p:cNvSpPr>
              <a:spLocks/>
            </p:cNvSpPr>
            <p:nvPr/>
          </p:nvSpPr>
          <p:spPr bwMode="auto">
            <a:xfrm flipV="1">
              <a:off x="-1131886" y="4090986"/>
              <a:ext cx="2949575" cy="2120900"/>
            </a:xfrm>
            <a:custGeom>
              <a:avLst/>
              <a:gdLst>
                <a:gd name="T0" fmla="*/ 786 w 786"/>
                <a:gd name="T1" fmla="*/ 565 h 565"/>
                <a:gd name="T2" fmla="*/ 782 w 786"/>
                <a:gd name="T3" fmla="*/ 565 h 565"/>
                <a:gd name="T4" fmla="*/ 782 w 786"/>
                <a:gd name="T5" fmla="*/ 517 h 565"/>
                <a:gd name="T6" fmla="*/ 621 w 786"/>
                <a:gd name="T7" fmla="*/ 356 h 565"/>
                <a:gd name="T8" fmla="*/ 354 w 786"/>
                <a:gd name="T9" fmla="*/ 356 h 565"/>
                <a:gd name="T10" fmla="*/ 353 w 786"/>
                <a:gd name="T11" fmla="*/ 355 h 565"/>
                <a:gd name="T12" fmla="*/ 0 w 786"/>
                <a:gd name="T13" fmla="*/ 2 h 565"/>
                <a:gd name="T14" fmla="*/ 2 w 786"/>
                <a:gd name="T15" fmla="*/ 0 h 565"/>
                <a:gd name="T16" fmla="*/ 355 w 786"/>
                <a:gd name="T17" fmla="*/ 352 h 565"/>
                <a:gd name="T18" fmla="*/ 622 w 786"/>
                <a:gd name="T19" fmla="*/ 352 h 565"/>
                <a:gd name="T20" fmla="*/ 623 w 786"/>
                <a:gd name="T21" fmla="*/ 353 h 565"/>
                <a:gd name="T22" fmla="*/ 785 w 786"/>
                <a:gd name="T23" fmla="*/ 515 h 565"/>
                <a:gd name="T24" fmla="*/ 786 w 786"/>
                <a:gd name="T25" fmla="*/ 516 h 565"/>
                <a:gd name="T26" fmla="*/ 786 w 786"/>
                <a:gd name="T27" fmla="*/ 565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6" h="565">
                  <a:moveTo>
                    <a:pt x="786" y="565"/>
                  </a:moveTo>
                  <a:cubicBezTo>
                    <a:pt x="782" y="565"/>
                    <a:pt x="782" y="565"/>
                    <a:pt x="782" y="565"/>
                  </a:cubicBezTo>
                  <a:cubicBezTo>
                    <a:pt x="782" y="517"/>
                    <a:pt x="782" y="517"/>
                    <a:pt x="782" y="517"/>
                  </a:cubicBezTo>
                  <a:cubicBezTo>
                    <a:pt x="621" y="356"/>
                    <a:pt x="621" y="356"/>
                    <a:pt x="621" y="356"/>
                  </a:cubicBezTo>
                  <a:cubicBezTo>
                    <a:pt x="354" y="356"/>
                    <a:pt x="354" y="356"/>
                    <a:pt x="354" y="356"/>
                  </a:cubicBezTo>
                  <a:cubicBezTo>
                    <a:pt x="354" y="356"/>
                    <a:pt x="354" y="356"/>
                    <a:pt x="353" y="35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55" y="352"/>
                    <a:pt x="355" y="352"/>
                    <a:pt x="355" y="352"/>
                  </a:cubicBezTo>
                  <a:cubicBezTo>
                    <a:pt x="622" y="352"/>
                    <a:pt x="622" y="352"/>
                    <a:pt x="622" y="352"/>
                  </a:cubicBezTo>
                  <a:cubicBezTo>
                    <a:pt x="622" y="352"/>
                    <a:pt x="623" y="353"/>
                    <a:pt x="623" y="353"/>
                  </a:cubicBezTo>
                  <a:cubicBezTo>
                    <a:pt x="785" y="515"/>
                    <a:pt x="785" y="515"/>
                    <a:pt x="785" y="515"/>
                  </a:cubicBezTo>
                  <a:cubicBezTo>
                    <a:pt x="786" y="515"/>
                    <a:pt x="786" y="516"/>
                    <a:pt x="786" y="516"/>
                  </a:cubicBezTo>
                  <a:lnTo>
                    <a:pt x="786" y="5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3" name="Freeform 438"/>
            <p:cNvSpPr>
              <a:spLocks/>
            </p:cNvSpPr>
            <p:nvPr/>
          </p:nvSpPr>
          <p:spPr bwMode="auto">
            <a:xfrm flipV="1">
              <a:off x="-1330323" y="3827461"/>
              <a:ext cx="3370262" cy="2189163"/>
            </a:xfrm>
            <a:custGeom>
              <a:avLst/>
              <a:gdLst>
                <a:gd name="T0" fmla="*/ 843 w 898"/>
                <a:gd name="T1" fmla="*/ 583 h 583"/>
                <a:gd name="T2" fmla="*/ 842 w 898"/>
                <a:gd name="T3" fmla="*/ 582 h 583"/>
                <a:gd name="T4" fmla="*/ 753 w 898"/>
                <a:gd name="T5" fmla="*/ 493 h 583"/>
                <a:gd name="T6" fmla="*/ 752 w 898"/>
                <a:gd name="T7" fmla="*/ 492 h 583"/>
                <a:gd name="T8" fmla="*/ 752 w 898"/>
                <a:gd name="T9" fmla="*/ 428 h 583"/>
                <a:gd name="T10" fmla="*/ 666 w 898"/>
                <a:gd name="T11" fmla="*/ 342 h 583"/>
                <a:gd name="T12" fmla="*/ 341 w 898"/>
                <a:gd name="T13" fmla="*/ 342 h 583"/>
                <a:gd name="T14" fmla="*/ 339 w 898"/>
                <a:gd name="T15" fmla="*/ 342 h 583"/>
                <a:gd name="T16" fmla="*/ 0 w 898"/>
                <a:gd name="T17" fmla="*/ 3 h 583"/>
                <a:gd name="T18" fmla="*/ 3 w 898"/>
                <a:gd name="T19" fmla="*/ 0 h 583"/>
                <a:gd name="T20" fmla="*/ 341 w 898"/>
                <a:gd name="T21" fmla="*/ 339 h 583"/>
                <a:gd name="T22" fmla="*/ 666 w 898"/>
                <a:gd name="T23" fmla="*/ 339 h 583"/>
                <a:gd name="T24" fmla="*/ 668 w 898"/>
                <a:gd name="T25" fmla="*/ 339 h 583"/>
                <a:gd name="T26" fmla="*/ 755 w 898"/>
                <a:gd name="T27" fmla="*/ 426 h 583"/>
                <a:gd name="T28" fmla="*/ 755 w 898"/>
                <a:gd name="T29" fmla="*/ 428 h 583"/>
                <a:gd name="T30" fmla="*/ 755 w 898"/>
                <a:gd name="T31" fmla="*/ 491 h 583"/>
                <a:gd name="T32" fmla="*/ 844 w 898"/>
                <a:gd name="T33" fmla="*/ 579 h 583"/>
                <a:gd name="T34" fmla="*/ 886 w 898"/>
                <a:gd name="T35" fmla="*/ 579 h 583"/>
                <a:gd name="T36" fmla="*/ 895 w 898"/>
                <a:gd name="T37" fmla="*/ 570 h 583"/>
                <a:gd name="T38" fmla="*/ 898 w 898"/>
                <a:gd name="T39" fmla="*/ 572 h 583"/>
                <a:gd name="T40" fmla="*/ 888 w 898"/>
                <a:gd name="T41" fmla="*/ 582 h 583"/>
                <a:gd name="T42" fmla="*/ 887 w 898"/>
                <a:gd name="T43" fmla="*/ 583 h 583"/>
                <a:gd name="T44" fmla="*/ 843 w 898"/>
                <a:gd name="T45" fmla="*/ 58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583">
                  <a:moveTo>
                    <a:pt x="843" y="583"/>
                  </a:moveTo>
                  <a:cubicBezTo>
                    <a:pt x="842" y="583"/>
                    <a:pt x="842" y="583"/>
                    <a:pt x="842" y="582"/>
                  </a:cubicBezTo>
                  <a:cubicBezTo>
                    <a:pt x="753" y="493"/>
                    <a:pt x="753" y="493"/>
                    <a:pt x="753" y="493"/>
                  </a:cubicBezTo>
                  <a:cubicBezTo>
                    <a:pt x="752" y="493"/>
                    <a:pt x="752" y="492"/>
                    <a:pt x="752" y="492"/>
                  </a:cubicBezTo>
                  <a:cubicBezTo>
                    <a:pt x="752" y="428"/>
                    <a:pt x="752" y="428"/>
                    <a:pt x="752" y="428"/>
                  </a:cubicBezTo>
                  <a:cubicBezTo>
                    <a:pt x="666" y="342"/>
                    <a:pt x="666" y="342"/>
                    <a:pt x="666" y="342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0" y="342"/>
                    <a:pt x="340" y="342"/>
                    <a:pt x="339" y="34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1" y="339"/>
                    <a:pt x="341" y="339"/>
                    <a:pt x="341" y="339"/>
                  </a:cubicBezTo>
                  <a:cubicBezTo>
                    <a:pt x="666" y="339"/>
                    <a:pt x="666" y="339"/>
                    <a:pt x="666" y="339"/>
                  </a:cubicBezTo>
                  <a:cubicBezTo>
                    <a:pt x="667" y="339"/>
                    <a:pt x="667" y="339"/>
                    <a:pt x="668" y="339"/>
                  </a:cubicBezTo>
                  <a:cubicBezTo>
                    <a:pt x="755" y="426"/>
                    <a:pt x="755" y="426"/>
                    <a:pt x="755" y="426"/>
                  </a:cubicBezTo>
                  <a:cubicBezTo>
                    <a:pt x="755" y="427"/>
                    <a:pt x="755" y="427"/>
                    <a:pt x="755" y="428"/>
                  </a:cubicBezTo>
                  <a:cubicBezTo>
                    <a:pt x="755" y="491"/>
                    <a:pt x="755" y="491"/>
                    <a:pt x="755" y="491"/>
                  </a:cubicBezTo>
                  <a:cubicBezTo>
                    <a:pt x="844" y="579"/>
                    <a:pt x="844" y="579"/>
                    <a:pt x="844" y="579"/>
                  </a:cubicBezTo>
                  <a:cubicBezTo>
                    <a:pt x="886" y="579"/>
                    <a:pt x="886" y="579"/>
                    <a:pt x="886" y="579"/>
                  </a:cubicBezTo>
                  <a:cubicBezTo>
                    <a:pt x="895" y="570"/>
                    <a:pt x="895" y="570"/>
                    <a:pt x="895" y="570"/>
                  </a:cubicBezTo>
                  <a:cubicBezTo>
                    <a:pt x="898" y="572"/>
                    <a:pt x="898" y="572"/>
                    <a:pt x="898" y="572"/>
                  </a:cubicBezTo>
                  <a:cubicBezTo>
                    <a:pt x="888" y="582"/>
                    <a:pt x="888" y="582"/>
                    <a:pt x="888" y="582"/>
                  </a:cubicBezTo>
                  <a:cubicBezTo>
                    <a:pt x="887" y="583"/>
                    <a:pt x="887" y="583"/>
                    <a:pt x="887" y="583"/>
                  </a:cubicBezTo>
                  <a:lnTo>
                    <a:pt x="843" y="5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4" name="Freeform 439"/>
            <p:cNvSpPr>
              <a:spLocks/>
            </p:cNvSpPr>
            <p:nvPr/>
          </p:nvSpPr>
          <p:spPr bwMode="auto">
            <a:xfrm flipV="1">
              <a:off x="-1619248" y="3881436"/>
              <a:ext cx="3205162" cy="1846263"/>
            </a:xfrm>
            <a:custGeom>
              <a:avLst/>
              <a:gdLst>
                <a:gd name="T0" fmla="*/ 671 w 854"/>
                <a:gd name="T1" fmla="*/ 312 h 492"/>
                <a:gd name="T2" fmla="*/ 654 w 854"/>
                <a:gd name="T3" fmla="*/ 315 h 492"/>
                <a:gd name="T4" fmla="*/ 722 w 854"/>
                <a:gd name="T5" fmla="*/ 392 h 492"/>
                <a:gd name="T6" fmla="*/ 723 w 854"/>
                <a:gd name="T7" fmla="*/ 402 h 492"/>
                <a:gd name="T8" fmla="*/ 715 w 854"/>
                <a:gd name="T9" fmla="*/ 410 h 492"/>
                <a:gd name="T10" fmla="*/ 705 w 854"/>
                <a:gd name="T11" fmla="*/ 410 h 492"/>
                <a:gd name="T12" fmla="*/ 603 w 854"/>
                <a:gd name="T13" fmla="*/ 309 h 492"/>
                <a:gd name="T14" fmla="*/ 469 w 854"/>
                <a:gd name="T15" fmla="*/ 319 h 492"/>
                <a:gd name="T16" fmla="*/ 475 w 854"/>
                <a:gd name="T17" fmla="*/ 333 h 492"/>
                <a:gd name="T18" fmla="*/ 575 w 854"/>
                <a:gd name="T19" fmla="*/ 333 h 492"/>
                <a:gd name="T20" fmla="*/ 583 w 854"/>
                <a:gd name="T21" fmla="*/ 342 h 492"/>
                <a:gd name="T22" fmla="*/ 583 w 854"/>
                <a:gd name="T23" fmla="*/ 353 h 492"/>
                <a:gd name="T24" fmla="*/ 573 w 854"/>
                <a:gd name="T25" fmla="*/ 362 h 492"/>
                <a:gd name="T26" fmla="*/ 354 w 854"/>
                <a:gd name="T27" fmla="*/ 362 h 492"/>
                <a:gd name="T28" fmla="*/ 247 w 854"/>
                <a:gd name="T29" fmla="*/ 255 h 492"/>
                <a:gd name="T30" fmla="*/ 248 w 854"/>
                <a:gd name="T31" fmla="*/ 240 h 492"/>
                <a:gd name="T32" fmla="*/ 259 w 854"/>
                <a:gd name="T33" fmla="*/ 229 h 492"/>
                <a:gd name="T34" fmla="*/ 273 w 854"/>
                <a:gd name="T35" fmla="*/ 230 h 492"/>
                <a:gd name="T36" fmla="*/ 387 w 854"/>
                <a:gd name="T37" fmla="*/ 332 h 492"/>
                <a:gd name="T38" fmla="*/ 397 w 854"/>
                <a:gd name="T39" fmla="*/ 311 h 492"/>
                <a:gd name="T40" fmla="*/ 118 w 854"/>
                <a:gd name="T41" fmla="*/ 43 h 492"/>
                <a:gd name="T42" fmla="*/ 108 w 854"/>
                <a:gd name="T43" fmla="*/ 65 h 492"/>
                <a:gd name="T44" fmla="*/ 199 w 854"/>
                <a:gd name="T45" fmla="*/ 157 h 492"/>
                <a:gd name="T46" fmla="*/ 199 w 854"/>
                <a:gd name="T47" fmla="*/ 167 h 492"/>
                <a:gd name="T48" fmla="*/ 187 w 854"/>
                <a:gd name="T49" fmla="*/ 178 h 492"/>
                <a:gd name="T50" fmla="*/ 176 w 854"/>
                <a:gd name="T51" fmla="*/ 178 h 492"/>
                <a:gd name="T52" fmla="*/ 0 w 854"/>
                <a:gd name="T53" fmla="*/ 3 h 492"/>
                <a:gd name="T54" fmla="*/ 177 w 854"/>
                <a:gd name="T55" fmla="*/ 174 h 492"/>
                <a:gd name="T56" fmla="*/ 196 w 854"/>
                <a:gd name="T57" fmla="*/ 165 h 492"/>
                <a:gd name="T58" fmla="*/ 105 w 854"/>
                <a:gd name="T59" fmla="*/ 67 h 492"/>
                <a:gd name="T60" fmla="*/ 104 w 854"/>
                <a:gd name="T61" fmla="*/ 53 h 492"/>
                <a:gd name="T62" fmla="*/ 116 w 854"/>
                <a:gd name="T63" fmla="*/ 40 h 492"/>
                <a:gd name="T64" fmla="*/ 130 w 854"/>
                <a:gd name="T65" fmla="*/ 40 h 492"/>
                <a:gd name="T66" fmla="*/ 400 w 854"/>
                <a:gd name="T67" fmla="*/ 309 h 492"/>
                <a:gd name="T68" fmla="*/ 400 w 854"/>
                <a:gd name="T69" fmla="*/ 323 h 492"/>
                <a:gd name="T70" fmla="*/ 389 w 854"/>
                <a:gd name="T71" fmla="*/ 335 h 492"/>
                <a:gd name="T72" fmla="*/ 374 w 854"/>
                <a:gd name="T73" fmla="*/ 335 h 492"/>
                <a:gd name="T74" fmla="*/ 271 w 854"/>
                <a:gd name="T75" fmla="*/ 233 h 492"/>
                <a:gd name="T76" fmla="*/ 251 w 854"/>
                <a:gd name="T77" fmla="*/ 242 h 492"/>
                <a:gd name="T78" fmla="*/ 356 w 854"/>
                <a:gd name="T79" fmla="*/ 359 h 492"/>
                <a:gd name="T80" fmla="*/ 580 w 854"/>
                <a:gd name="T81" fmla="*/ 351 h 492"/>
                <a:gd name="T82" fmla="*/ 573 w 854"/>
                <a:gd name="T83" fmla="*/ 336 h 492"/>
                <a:gd name="T84" fmla="*/ 473 w 854"/>
                <a:gd name="T85" fmla="*/ 336 h 492"/>
                <a:gd name="T86" fmla="*/ 465 w 854"/>
                <a:gd name="T87" fmla="*/ 327 h 492"/>
                <a:gd name="T88" fmla="*/ 466 w 854"/>
                <a:gd name="T89" fmla="*/ 317 h 492"/>
                <a:gd name="T90" fmla="*/ 478 w 854"/>
                <a:gd name="T91" fmla="*/ 306 h 492"/>
                <a:gd name="T92" fmla="*/ 605 w 854"/>
                <a:gd name="T93" fmla="*/ 306 h 492"/>
                <a:gd name="T94" fmla="*/ 713 w 854"/>
                <a:gd name="T95" fmla="*/ 407 h 492"/>
                <a:gd name="T96" fmla="*/ 720 w 854"/>
                <a:gd name="T97" fmla="*/ 394 h 492"/>
                <a:gd name="T98" fmla="*/ 651 w 854"/>
                <a:gd name="T99" fmla="*/ 324 h 492"/>
                <a:gd name="T100" fmla="*/ 651 w 854"/>
                <a:gd name="T101" fmla="*/ 313 h 492"/>
                <a:gd name="T102" fmla="*/ 657 w 854"/>
                <a:gd name="T103" fmla="*/ 308 h 492"/>
                <a:gd name="T104" fmla="*/ 672 w 854"/>
                <a:gd name="T105" fmla="*/ 309 h 492"/>
                <a:gd name="T106" fmla="*/ 851 w 854"/>
                <a:gd name="T107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54" h="492">
                  <a:moveTo>
                    <a:pt x="851" y="492"/>
                  </a:moveTo>
                  <a:cubicBezTo>
                    <a:pt x="671" y="312"/>
                    <a:pt x="671" y="312"/>
                    <a:pt x="671" y="312"/>
                  </a:cubicBezTo>
                  <a:cubicBezTo>
                    <a:pt x="658" y="312"/>
                    <a:pt x="658" y="312"/>
                    <a:pt x="658" y="312"/>
                  </a:cubicBezTo>
                  <a:cubicBezTo>
                    <a:pt x="654" y="315"/>
                    <a:pt x="654" y="315"/>
                    <a:pt x="654" y="315"/>
                  </a:cubicBezTo>
                  <a:cubicBezTo>
                    <a:pt x="654" y="324"/>
                    <a:pt x="654" y="324"/>
                    <a:pt x="654" y="324"/>
                  </a:cubicBezTo>
                  <a:cubicBezTo>
                    <a:pt x="722" y="392"/>
                    <a:pt x="722" y="392"/>
                    <a:pt x="722" y="392"/>
                  </a:cubicBezTo>
                  <a:cubicBezTo>
                    <a:pt x="723" y="392"/>
                    <a:pt x="723" y="393"/>
                    <a:pt x="723" y="393"/>
                  </a:cubicBezTo>
                  <a:cubicBezTo>
                    <a:pt x="723" y="402"/>
                    <a:pt x="723" y="402"/>
                    <a:pt x="723" y="402"/>
                  </a:cubicBezTo>
                  <a:cubicBezTo>
                    <a:pt x="723" y="402"/>
                    <a:pt x="723" y="402"/>
                    <a:pt x="722" y="403"/>
                  </a:cubicBezTo>
                  <a:cubicBezTo>
                    <a:pt x="715" y="410"/>
                    <a:pt x="715" y="410"/>
                    <a:pt x="715" y="410"/>
                  </a:cubicBezTo>
                  <a:cubicBezTo>
                    <a:pt x="715" y="410"/>
                    <a:pt x="715" y="410"/>
                    <a:pt x="714" y="410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704" y="410"/>
                    <a:pt x="704" y="410"/>
                    <a:pt x="704" y="410"/>
                  </a:cubicBezTo>
                  <a:cubicBezTo>
                    <a:pt x="603" y="309"/>
                    <a:pt x="603" y="309"/>
                    <a:pt x="603" y="309"/>
                  </a:cubicBezTo>
                  <a:cubicBezTo>
                    <a:pt x="479" y="309"/>
                    <a:pt x="479" y="309"/>
                    <a:pt x="479" y="309"/>
                  </a:cubicBezTo>
                  <a:cubicBezTo>
                    <a:pt x="469" y="319"/>
                    <a:pt x="469" y="319"/>
                    <a:pt x="469" y="319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75" y="333"/>
                    <a:pt x="475" y="333"/>
                    <a:pt x="475" y="333"/>
                  </a:cubicBezTo>
                  <a:cubicBezTo>
                    <a:pt x="574" y="333"/>
                    <a:pt x="574" y="333"/>
                    <a:pt x="574" y="333"/>
                  </a:cubicBezTo>
                  <a:cubicBezTo>
                    <a:pt x="574" y="333"/>
                    <a:pt x="575" y="333"/>
                    <a:pt x="575" y="333"/>
                  </a:cubicBezTo>
                  <a:cubicBezTo>
                    <a:pt x="583" y="341"/>
                    <a:pt x="583" y="341"/>
                    <a:pt x="583" y="341"/>
                  </a:cubicBezTo>
                  <a:cubicBezTo>
                    <a:pt x="583" y="341"/>
                    <a:pt x="583" y="342"/>
                    <a:pt x="583" y="342"/>
                  </a:cubicBezTo>
                  <a:cubicBezTo>
                    <a:pt x="583" y="352"/>
                    <a:pt x="583" y="352"/>
                    <a:pt x="583" y="352"/>
                  </a:cubicBezTo>
                  <a:cubicBezTo>
                    <a:pt x="583" y="352"/>
                    <a:pt x="583" y="353"/>
                    <a:pt x="583" y="353"/>
                  </a:cubicBezTo>
                  <a:cubicBezTo>
                    <a:pt x="574" y="362"/>
                    <a:pt x="574" y="362"/>
                    <a:pt x="574" y="362"/>
                  </a:cubicBezTo>
                  <a:cubicBezTo>
                    <a:pt x="574" y="362"/>
                    <a:pt x="573" y="362"/>
                    <a:pt x="573" y="362"/>
                  </a:cubicBezTo>
                  <a:cubicBezTo>
                    <a:pt x="355" y="362"/>
                    <a:pt x="355" y="362"/>
                    <a:pt x="355" y="362"/>
                  </a:cubicBezTo>
                  <a:cubicBezTo>
                    <a:pt x="355" y="362"/>
                    <a:pt x="354" y="362"/>
                    <a:pt x="354" y="362"/>
                  </a:cubicBezTo>
                  <a:cubicBezTo>
                    <a:pt x="248" y="256"/>
                    <a:pt x="248" y="256"/>
                    <a:pt x="248" y="256"/>
                  </a:cubicBezTo>
                  <a:cubicBezTo>
                    <a:pt x="248" y="256"/>
                    <a:pt x="247" y="255"/>
                    <a:pt x="247" y="255"/>
                  </a:cubicBezTo>
                  <a:cubicBezTo>
                    <a:pt x="247" y="241"/>
                    <a:pt x="247" y="241"/>
                    <a:pt x="247" y="241"/>
                  </a:cubicBezTo>
                  <a:cubicBezTo>
                    <a:pt x="247" y="241"/>
                    <a:pt x="248" y="240"/>
                    <a:pt x="248" y="240"/>
                  </a:cubicBezTo>
                  <a:cubicBezTo>
                    <a:pt x="258" y="230"/>
                    <a:pt x="258" y="230"/>
                    <a:pt x="258" y="230"/>
                  </a:cubicBezTo>
                  <a:cubicBezTo>
                    <a:pt x="259" y="230"/>
                    <a:pt x="259" y="229"/>
                    <a:pt x="259" y="229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9"/>
                    <a:pt x="273" y="229"/>
                    <a:pt x="273" y="230"/>
                  </a:cubicBezTo>
                  <a:cubicBezTo>
                    <a:pt x="375" y="332"/>
                    <a:pt x="375" y="332"/>
                    <a:pt x="375" y="332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97" y="322"/>
                    <a:pt x="397" y="322"/>
                    <a:pt x="397" y="322"/>
                  </a:cubicBezTo>
                  <a:cubicBezTo>
                    <a:pt x="397" y="311"/>
                    <a:pt x="397" y="311"/>
                    <a:pt x="397" y="311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99" y="156"/>
                    <a:pt x="199" y="156"/>
                    <a:pt x="199" y="156"/>
                  </a:cubicBezTo>
                  <a:cubicBezTo>
                    <a:pt x="199" y="156"/>
                    <a:pt x="199" y="157"/>
                    <a:pt x="199" y="157"/>
                  </a:cubicBezTo>
                  <a:cubicBezTo>
                    <a:pt x="199" y="166"/>
                    <a:pt x="199" y="166"/>
                    <a:pt x="199" y="166"/>
                  </a:cubicBezTo>
                  <a:cubicBezTo>
                    <a:pt x="199" y="166"/>
                    <a:pt x="199" y="167"/>
                    <a:pt x="199" y="167"/>
                  </a:cubicBezTo>
                  <a:cubicBezTo>
                    <a:pt x="189" y="177"/>
                    <a:pt x="189" y="177"/>
                    <a:pt x="189" y="177"/>
                  </a:cubicBezTo>
                  <a:cubicBezTo>
                    <a:pt x="188" y="177"/>
                    <a:pt x="188" y="178"/>
                    <a:pt x="187" y="178"/>
                  </a:cubicBezTo>
                  <a:cubicBezTo>
                    <a:pt x="187" y="178"/>
                    <a:pt x="187" y="178"/>
                    <a:pt x="187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5" y="178"/>
                    <a:pt x="175" y="177"/>
                    <a:pt x="175" y="17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77" y="174"/>
                    <a:pt x="177" y="174"/>
                    <a:pt x="17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96" y="165"/>
                    <a:pt x="196" y="165"/>
                    <a:pt x="196" y="165"/>
                  </a:cubicBezTo>
                  <a:cubicBezTo>
                    <a:pt x="196" y="158"/>
                    <a:pt x="196" y="158"/>
                    <a:pt x="196" y="158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4" y="67"/>
                    <a:pt x="104" y="66"/>
                    <a:pt x="104" y="6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4" y="53"/>
                    <a:pt x="104" y="52"/>
                    <a:pt x="105" y="52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7" y="40"/>
                    <a:pt x="117" y="40"/>
                    <a:pt x="118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0"/>
                    <a:pt x="131" y="40"/>
                    <a:pt x="131" y="40"/>
                  </a:cubicBezTo>
                  <a:cubicBezTo>
                    <a:pt x="400" y="309"/>
                    <a:pt x="400" y="309"/>
                    <a:pt x="400" y="309"/>
                  </a:cubicBezTo>
                  <a:cubicBezTo>
                    <a:pt x="400" y="309"/>
                    <a:pt x="400" y="310"/>
                    <a:pt x="400" y="310"/>
                  </a:cubicBezTo>
                  <a:cubicBezTo>
                    <a:pt x="400" y="323"/>
                    <a:pt x="400" y="323"/>
                    <a:pt x="400" y="323"/>
                  </a:cubicBezTo>
                  <a:cubicBezTo>
                    <a:pt x="400" y="323"/>
                    <a:pt x="400" y="324"/>
                    <a:pt x="400" y="324"/>
                  </a:cubicBezTo>
                  <a:cubicBezTo>
                    <a:pt x="389" y="335"/>
                    <a:pt x="389" y="335"/>
                    <a:pt x="389" y="335"/>
                  </a:cubicBezTo>
                  <a:cubicBezTo>
                    <a:pt x="389" y="335"/>
                    <a:pt x="388" y="335"/>
                    <a:pt x="388" y="335"/>
                  </a:cubicBezTo>
                  <a:cubicBezTo>
                    <a:pt x="374" y="335"/>
                    <a:pt x="374" y="335"/>
                    <a:pt x="374" y="335"/>
                  </a:cubicBezTo>
                  <a:cubicBezTo>
                    <a:pt x="374" y="335"/>
                    <a:pt x="373" y="335"/>
                    <a:pt x="373" y="335"/>
                  </a:cubicBezTo>
                  <a:cubicBezTo>
                    <a:pt x="271" y="233"/>
                    <a:pt x="271" y="233"/>
                    <a:pt x="271" y="233"/>
                  </a:cubicBezTo>
                  <a:cubicBezTo>
                    <a:pt x="260" y="233"/>
                    <a:pt x="260" y="233"/>
                    <a:pt x="260" y="233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356" y="359"/>
                    <a:pt x="356" y="359"/>
                    <a:pt x="356" y="359"/>
                  </a:cubicBezTo>
                  <a:cubicBezTo>
                    <a:pt x="572" y="359"/>
                    <a:pt x="572" y="359"/>
                    <a:pt x="572" y="359"/>
                  </a:cubicBezTo>
                  <a:cubicBezTo>
                    <a:pt x="580" y="351"/>
                    <a:pt x="580" y="351"/>
                    <a:pt x="580" y="351"/>
                  </a:cubicBezTo>
                  <a:cubicBezTo>
                    <a:pt x="580" y="343"/>
                    <a:pt x="580" y="343"/>
                    <a:pt x="580" y="343"/>
                  </a:cubicBezTo>
                  <a:cubicBezTo>
                    <a:pt x="573" y="336"/>
                    <a:pt x="573" y="336"/>
                    <a:pt x="573" y="336"/>
                  </a:cubicBezTo>
                  <a:cubicBezTo>
                    <a:pt x="474" y="336"/>
                    <a:pt x="474" y="336"/>
                    <a:pt x="474" y="336"/>
                  </a:cubicBezTo>
                  <a:cubicBezTo>
                    <a:pt x="474" y="336"/>
                    <a:pt x="473" y="336"/>
                    <a:pt x="473" y="336"/>
                  </a:cubicBezTo>
                  <a:cubicBezTo>
                    <a:pt x="466" y="328"/>
                    <a:pt x="466" y="328"/>
                    <a:pt x="466" y="328"/>
                  </a:cubicBezTo>
                  <a:cubicBezTo>
                    <a:pt x="465" y="328"/>
                    <a:pt x="465" y="328"/>
                    <a:pt x="465" y="327"/>
                  </a:cubicBezTo>
                  <a:cubicBezTo>
                    <a:pt x="465" y="319"/>
                    <a:pt x="465" y="319"/>
                    <a:pt x="465" y="319"/>
                  </a:cubicBezTo>
                  <a:cubicBezTo>
                    <a:pt x="465" y="318"/>
                    <a:pt x="465" y="318"/>
                    <a:pt x="466" y="317"/>
                  </a:cubicBezTo>
                  <a:cubicBezTo>
                    <a:pt x="477" y="306"/>
                    <a:pt x="477" y="306"/>
                    <a:pt x="477" y="306"/>
                  </a:cubicBezTo>
                  <a:cubicBezTo>
                    <a:pt x="477" y="306"/>
                    <a:pt x="478" y="306"/>
                    <a:pt x="478" y="306"/>
                  </a:cubicBezTo>
                  <a:cubicBezTo>
                    <a:pt x="603" y="306"/>
                    <a:pt x="603" y="306"/>
                    <a:pt x="603" y="306"/>
                  </a:cubicBezTo>
                  <a:cubicBezTo>
                    <a:pt x="604" y="306"/>
                    <a:pt x="604" y="306"/>
                    <a:pt x="605" y="306"/>
                  </a:cubicBezTo>
                  <a:cubicBezTo>
                    <a:pt x="705" y="407"/>
                    <a:pt x="705" y="407"/>
                    <a:pt x="705" y="407"/>
                  </a:cubicBezTo>
                  <a:cubicBezTo>
                    <a:pt x="713" y="407"/>
                    <a:pt x="713" y="407"/>
                    <a:pt x="713" y="407"/>
                  </a:cubicBezTo>
                  <a:cubicBezTo>
                    <a:pt x="720" y="401"/>
                    <a:pt x="720" y="401"/>
                    <a:pt x="720" y="401"/>
                  </a:cubicBezTo>
                  <a:cubicBezTo>
                    <a:pt x="720" y="394"/>
                    <a:pt x="720" y="394"/>
                    <a:pt x="720" y="394"/>
                  </a:cubicBezTo>
                  <a:cubicBezTo>
                    <a:pt x="651" y="326"/>
                    <a:pt x="651" y="326"/>
                    <a:pt x="651" y="326"/>
                  </a:cubicBezTo>
                  <a:cubicBezTo>
                    <a:pt x="651" y="325"/>
                    <a:pt x="651" y="325"/>
                    <a:pt x="651" y="324"/>
                  </a:cubicBezTo>
                  <a:cubicBezTo>
                    <a:pt x="651" y="315"/>
                    <a:pt x="651" y="315"/>
                    <a:pt x="651" y="315"/>
                  </a:cubicBezTo>
                  <a:cubicBezTo>
                    <a:pt x="651" y="314"/>
                    <a:pt x="651" y="314"/>
                    <a:pt x="651" y="313"/>
                  </a:cubicBezTo>
                  <a:cubicBezTo>
                    <a:pt x="656" y="309"/>
                    <a:pt x="656" y="309"/>
                    <a:pt x="656" y="309"/>
                  </a:cubicBezTo>
                  <a:cubicBezTo>
                    <a:pt x="656" y="308"/>
                    <a:pt x="657" y="308"/>
                    <a:pt x="657" y="308"/>
                  </a:cubicBezTo>
                  <a:cubicBezTo>
                    <a:pt x="671" y="308"/>
                    <a:pt x="671" y="308"/>
                    <a:pt x="671" y="308"/>
                  </a:cubicBezTo>
                  <a:cubicBezTo>
                    <a:pt x="672" y="308"/>
                    <a:pt x="672" y="308"/>
                    <a:pt x="672" y="309"/>
                  </a:cubicBezTo>
                  <a:cubicBezTo>
                    <a:pt x="854" y="490"/>
                    <a:pt x="854" y="490"/>
                    <a:pt x="854" y="490"/>
                  </a:cubicBezTo>
                  <a:lnTo>
                    <a:pt x="851" y="4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5" name="Freeform 440"/>
            <p:cNvSpPr>
              <a:spLocks noEditPoints="1"/>
            </p:cNvSpPr>
            <p:nvPr/>
          </p:nvSpPr>
          <p:spPr bwMode="auto">
            <a:xfrm flipV="1">
              <a:off x="1792289" y="3648073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0 h 28"/>
                <a:gd name="T12" fmla="*/ 14 w 28"/>
                <a:gd name="T13" fmla="*/ 0 h 28"/>
                <a:gd name="T14" fmla="*/ 0 w 28"/>
                <a:gd name="T15" fmla="*/ 14 h 28"/>
                <a:gd name="T16" fmla="*/ 4 w 28"/>
                <a:gd name="T17" fmla="*/ 24 h 28"/>
                <a:gd name="T18" fmla="*/ 14 w 28"/>
                <a:gd name="T19" fmla="*/ 28 h 28"/>
                <a:gd name="T20" fmla="*/ 28 w 28"/>
                <a:gd name="T21" fmla="*/ 14 h 28"/>
                <a:gd name="T22" fmla="*/ 14 w 28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7" y="26"/>
                    <a:pt x="10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6" name="Freeform 441"/>
            <p:cNvSpPr>
              <a:spLocks noEditPoints="1"/>
            </p:cNvSpPr>
            <p:nvPr/>
          </p:nvSpPr>
          <p:spPr bwMode="auto">
            <a:xfrm flipV="1">
              <a:off x="2058989" y="3163886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14 w 28"/>
                <a:gd name="T3" fmla="*/ 6 h 28"/>
                <a:gd name="T4" fmla="*/ 14 w 28"/>
                <a:gd name="T5" fmla="*/ 6 h 28"/>
                <a:gd name="T6" fmla="*/ 21 w 28"/>
                <a:gd name="T7" fmla="*/ 14 h 28"/>
                <a:gd name="T8" fmla="*/ 14 w 28"/>
                <a:gd name="T9" fmla="*/ 21 h 28"/>
                <a:gd name="T10" fmla="*/ 6 w 28"/>
                <a:gd name="T11" fmla="*/ 14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4 w 28"/>
                <a:gd name="T21" fmla="*/ 24 h 28"/>
                <a:gd name="T22" fmla="*/ 14 w 28"/>
                <a:gd name="T23" fmla="*/ 28 h 28"/>
                <a:gd name="T24" fmla="*/ 24 w 28"/>
                <a:gd name="T25" fmla="*/ 24 h 28"/>
                <a:gd name="T26" fmla="*/ 28 w 28"/>
                <a:gd name="T27" fmla="*/ 14 h 28"/>
                <a:gd name="T28" fmla="*/ 14 w 28"/>
                <a:gd name="T2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6" y="18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6" y="26"/>
                    <a:pt x="10" y="28"/>
                    <a:pt x="14" y="28"/>
                  </a:cubicBezTo>
                  <a:cubicBezTo>
                    <a:pt x="17" y="28"/>
                    <a:pt x="21" y="26"/>
                    <a:pt x="24" y="24"/>
                  </a:cubicBezTo>
                  <a:cubicBezTo>
                    <a:pt x="26" y="21"/>
                    <a:pt x="28" y="17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7" name="Freeform 442"/>
            <p:cNvSpPr>
              <a:spLocks noEditPoints="1"/>
            </p:cNvSpPr>
            <p:nvPr/>
          </p:nvSpPr>
          <p:spPr bwMode="auto">
            <a:xfrm flipV="1">
              <a:off x="1401764" y="3295648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0 h 24"/>
                <a:gd name="T12" fmla="*/ 12 w 25"/>
                <a:gd name="T13" fmla="*/ 0 h 24"/>
                <a:gd name="T14" fmla="*/ 0 w 25"/>
                <a:gd name="T15" fmla="*/ 12 h 24"/>
                <a:gd name="T16" fmla="*/ 12 w 25"/>
                <a:gd name="T17" fmla="*/ 24 h 24"/>
                <a:gd name="T18" fmla="*/ 25 w 25"/>
                <a:gd name="T19" fmla="*/ 12 h 24"/>
                <a:gd name="T20" fmla="*/ 12 w 25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8" name="Freeform 443"/>
            <p:cNvSpPr>
              <a:spLocks noEditPoints="1"/>
            </p:cNvSpPr>
            <p:nvPr/>
          </p:nvSpPr>
          <p:spPr bwMode="auto">
            <a:xfrm flipV="1">
              <a:off x="1250952" y="3430585"/>
              <a:ext cx="93662" cy="93663"/>
            </a:xfrm>
            <a:custGeom>
              <a:avLst/>
              <a:gdLst>
                <a:gd name="T0" fmla="*/ 12 w 25"/>
                <a:gd name="T1" fmla="*/ 6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6 h 25"/>
                <a:gd name="T12" fmla="*/ 12 w 25"/>
                <a:gd name="T13" fmla="*/ 6 h 25"/>
                <a:gd name="T14" fmla="*/ 12 w 25"/>
                <a:gd name="T15" fmla="*/ 6 h 25"/>
                <a:gd name="T16" fmla="*/ 12 w 25"/>
                <a:gd name="T17" fmla="*/ 0 h 25"/>
                <a:gd name="T18" fmla="*/ 12 w 25"/>
                <a:gd name="T19" fmla="*/ 0 h 25"/>
                <a:gd name="T20" fmla="*/ 0 w 25"/>
                <a:gd name="T21" fmla="*/ 13 h 25"/>
                <a:gd name="T22" fmla="*/ 3 w 25"/>
                <a:gd name="T23" fmla="*/ 22 h 25"/>
                <a:gd name="T24" fmla="*/ 12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2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2" y="6"/>
                  </a:moveTo>
                  <a:cubicBezTo>
                    <a:pt x="16" y="6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2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9" y="24"/>
                    <a:pt x="21" y="22"/>
                  </a:cubicBezTo>
                  <a:cubicBezTo>
                    <a:pt x="23" y="19"/>
                    <a:pt x="25" y="16"/>
                    <a:pt x="25" y="13"/>
                  </a:cubicBezTo>
                  <a:cubicBezTo>
                    <a:pt x="25" y="10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9" name="Freeform 444"/>
            <p:cNvSpPr>
              <a:spLocks noEditPoints="1"/>
            </p:cNvSpPr>
            <p:nvPr/>
          </p:nvSpPr>
          <p:spPr bwMode="auto">
            <a:xfrm flipV="1">
              <a:off x="854077" y="3479798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0" name="Freeform 445"/>
            <p:cNvSpPr>
              <a:spLocks noEditPoints="1"/>
            </p:cNvSpPr>
            <p:nvPr/>
          </p:nvSpPr>
          <p:spPr bwMode="auto">
            <a:xfrm flipV="1">
              <a:off x="666752" y="3284536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12 w 25"/>
                <a:gd name="T7" fmla="*/ 19 h 24"/>
                <a:gd name="T8" fmla="*/ 5 w 25"/>
                <a:gd name="T9" fmla="*/ 12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0 w 25"/>
                <a:gd name="T17" fmla="*/ 12 h 24"/>
                <a:gd name="T18" fmla="*/ 12 w 25"/>
                <a:gd name="T19" fmla="*/ 24 h 24"/>
                <a:gd name="T20" fmla="*/ 25 w 25"/>
                <a:gd name="T21" fmla="*/ 12 h 24"/>
                <a:gd name="T22" fmla="*/ 12 w 2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1" name="Freeform 446"/>
            <p:cNvSpPr>
              <a:spLocks noEditPoints="1"/>
            </p:cNvSpPr>
            <p:nvPr/>
          </p:nvSpPr>
          <p:spPr bwMode="auto">
            <a:xfrm flipV="1">
              <a:off x="857252" y="3084510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9 w 24"/>
                <a:gd name="T3" fmla="*/ 13 h 25"/>
                <a:gd name="T4" fmla="*/ 12 w 24"/>
                <a:gd name="T5" fmla="*/ 20 h 25"/>
                <a:gd name="T6" fmla="*/ 12 w 24"/>
                <a:gd name="T7" fmla="*/ 20 h 25"/>
                <a:gd name="T8" fmla="*/ 5 w 24"/>
                <a:gd name="T9" fmla="*/ 13 h 25"/>
                <a:gd name="T10" fmla="*/ 12 w 24"/>
                <a:gd name="T11" fmla="*/ 5 h 25"/>
                <a:gd name="T12" fmla="*/ 12 w 24"/>
                <a:gd name="T13" fmla="*/ 0 h 25"/>
                <a:gd name="T14" fmla="*/ 0 w 24"/>
                <a:gd name="T15" fmla="*/ 13 h 25"/>
                <a:gd name="T16" fmla="*/ 3 w 24"/>
                <a:gd name="T17" fmla="*/ 21 h 25"/>
                <a:gd name="T18" fmla="*/ 12 w 24"/>
                <a:gd name="T19" fmla="*/ 25 h 25"/>
                <a:gd name="T20" fmla="*/ 24 w 24"/>
                <a:gd name="T21" fmla="*/ 13 h 25"/>
                <a:gd name="T22" fmla="*/ 21 w 24"/>
                <a:gd name="T23" fmla="*/ 4 h 25"/>
                <a:gd name="T24" fmla="*/ 12 w 24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4" y="19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2" name="Freeform 448"/>
            <p:cNvSpPr>
              <a:spLocks noEditPoints="1"/>
            </p:cNvSpPr>
            <p:nvPr/>
          </p:nvSpPr>
          <p:spPr bwMode="auto">
            <a:xfrm flipV="1">
              <a:off x="666752" y="29051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2 w 25"/>
                <a:gd name="T3" fmla="*/ 5 h 24"/>
                <a:gd name="T4" fmla="*/ 19 w 25"/>
                <a:gd name="T5" fmla="*/ 12 h 24"/>
                <a:gd name="T6" fmla="*/ 12 w 25"/>
                <a:gd name="T7" fmla="*/ 19 h 24"/>
                <a:gd name="T8" fmla="*/ 12 w 25"/>
                <a:gd name="T9" fmla="*/ 19 h 24"/>
                <a:gd name="T10" fmla="*/ 6 w 25"/>
                <a:gd name="T11" fmla="*/ 12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3" name="Freeform 449"/>
            <p:cNvSpPr>
              <a:spLocks noEditPoints="1"/>
            </p:cNvSpPr>
            <p:nvPr/>
          </p:nvSpPr>
          <p:spPr bwMode="auto">
            <a:xfrm flipV="1">
              <a:off x="846139" y="272414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4 w 24"/>
                <a:gd name="T27" fmla="*/ 21 h 24"/>
                <a:gd name="T28" fmla="*/ 12 w 24"/>
                <a:gd name="T29" fmla="*/ 24 h 24"/>
                <a:gd name="T30" fmla="*/ 21 w 24"/>
                <a:gd name="T31" fmla="*/ 20 h 24"/>
                <a:gd name="T32" fmla="*/ 24 w 24"/>
                <a:gd name="T33" fmla="*/ 12 h 24"/>
                <a:gd name="T34" fmla="*/ 21 w 24"/>
                <a:gd name="T35" fmla="*/ 4 h 24"/>
                <a:gd name="T36" fmla="*/ 12 w 24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4" name="Freeform 450"/>
            <p:cNvSpPr>
              <a:spLocks noEditPoints="1"/>
            </p:cNvSpPr>
            <p:nvPr/>
          </p:nvSpPr>
          <p:spPr bwMode="auto">
            <a:xfrm flipV="1">
              <a:off x="474664" y="2717798"/>
              <a:ext cx="101600" cy="100013"/>
            </a:xfrm>
            <a:custGeom>
              <a:avLst/>
              <a:gdLst>
                <a:gd name="T0" fmla="*/ 14 w 27"/>
                <a:gd name="T1" fmla="*/ 6 h 27"/>
                <a:gd name="T2" fmla="*/ 21 w 27"/>
                <a:gd name="T3" fmla="*/ 13 h 27"/>
                <a:gd name="T4" fmla="*/ 14 w 27"/>
                <a:gd name="T5" fmla="*/ 20 h 27"/>
                <a:gd name="T6" fmla="*/ 14 w 27"/>
                <a:gd name="T7" fmla="*/ 20 h 27"/>
                <a:gd name="T8" fmla="*/ 7 w 27"/>
                <a:gd name="T9" fmla="*/ 13 h 27"/>
                <a:gd name="T10" fmla="*/ 14 w 27"/>
                <a:gd name="T11" fmla="*/ 6 h 27"/>
                <a:gd name="T12" fmla="*/ 14 w 27"/>
                <a:gd name="T13" fmla="*/ 6 h 27"/>
                <a:gd name="T14" fmla="*/ 14 w 27"/>
                <a:gd name="T15" fmla="*/ 0 h 27"/>
                <a:gd name="T16" fmla="*/ 14 w 27"/>
                <a:gd name="T17" fmla="*/ 0 h 27"/>
                <a:gd name="T18" fmla="*/ 0 w 27"/>
                <a:gd name="T19" fmla="*/ 13 h 27"/>
                <a:gd name="T20" fmla="*/ 4 w 27"/>
                <a:gd name="T21" fmla="*/ 23 h 27"/>
                <a:gd name="T22" fmla="*/ 14 w 27"/>
                <a:gd name="T23" fmla="*/ 27 h 27"/>
                <a:gd name="T24" fmla="*/ 27 w 27"/>
                <a:gd name="T25" fmla="*/ 13 h 27"/>
                <a:gd name="T26" fmla="*/ 14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4" y="6"/>
                  </a:moveTo>
                  <a:cubicBezTo>
                    <a:pt x="18" y="6"/>
                    <a:pt x="21" y="10"/>
                    <a:pt x="21" y="13"/>
                  </a:cubicBezTo>
                  <a:cubicBezTo>
                    <a:pt x="21" y="17"/>
                    <a:pt x="18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0" y="20"/>
                    <a:pt x="7" y="17"/>
                    <a:pt x="7" y="13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7" y="26"/>
                    <a:pt x="10" y="27"/>
                    <a:pt x="14" y="27"/>
                  </a:cubicBezTo>
                  <a:cubicBezTo>
                    <a:pt x="21" y="27"/>
                    <a:pt x="27" y="21"/>
                    <a:pt x="27" y="13"/>
                  </a:cubicBezTo>
                  <a:cubicBezTo>
                    <a:pt x="27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5" name="Freeform 451"/>
            <p:cNvSpPr>
              <a:spLocks noEditPoints="1"/>
            </p:cNvSpPr>
            <p:nvPr/>
          </p:nvSpPr>
          <p:spPr bwMode="auto">
            <a:xfrm flipV="1">
              <a:off x="-17461" y="2600323"/>
              <a:ext cx="101600" cy="101600"/>
            </a:xfrm>
            <a:custGeom>
              <a:avLst/>
              <a:gdLst>
                <a:gd name="T0" fmla="*/ 13 w 27"/>
                <a:gd name="T1" fmla="*/ 7 h 27"/>
                <a:gd name="T2" fmla="*/ 20 w 27"/>
                <a:gd name="T3" fmla="*/ 14 h 27"/>
                <a:gd name="T4" fmla="*/ 13 w 27"/>
                <a:gd name="T5" fmla="*/ 21 h 27"/>
                <a:gd name="T6" fmla="*/ 13 w 27"/>
                <a:gd name="T7" fmla="*/ 21 h 27"/>
                <a:gd name="T8" fmla="*/ 7 w 27"/>
                <a:gd name="T9" fmla="*/ 14 h 27"/>
                <a:gd name="T10" fmla="*/ 13 w 27"/>
                <a:gd name="T11" fmla="*/ 7 h 27"/>
                <a:gd name="T12" fmla="*/ 13 w 27"/>
                <a:gd name="T13" fmla="*/ 7 h 27"/>
                <a:gd name="T14" fmla="*/ 13 w 27"/>
                <a:gd name="T15" fmla="*/ 0 h 27"/>
                <a:gd name="T16" fmla="*/ 13 w 27"/>
                <a:gd name="T17" fmla="*/ 0 h 27"/>
                <a:gd name="T18" fmla="*/ 0 w 27"/>
                <a:gd name="T19" fmla="*/ 14 h 27"/>
                <a:gd name="T20" fmla="*/ 13 w 27"/>
                <a:gd name="T21" fmla="*/ 27 h 27"/>
                <a:gd name="T22" fmla="*/ 27 w 27"/>
                <a:gd name="T23" fmla="*/ 14 h 27"/>
                <a:gd name="T24" fmla="*/ 23 w 27"/>
                <a:gd name="T25" fmla="*/ 4 h 27"/>
                <a:gd name="T26" fmla="*/ 13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3" y="7"/>
                  </a:moveTo>
                  <a:cubicBezTo>
                    <a:pt x="17" y="7"/>
                    <a:pt x="20" y="10"/>
                    <a:pt x="20" y="14"/>
                  </a:cubicBezTo>
                  <a:cubicBezTo>
                    <a:pt x="20" y="18"/>
                    <a:pt x="17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21" y="27"/>
                    <a:pt x="27" y="21"/>
                    <a:pt x="27" y="14"/>
                  </a:cubicBezTo>
                  <a:cubicBezTo>
                    <a:pt x="27" y="10"/>
                    <a:pt x="26" y="7"/>
                    <a:pt x="23" y="4"/>
                  </a:cubicBezTo>
                  <a:cubicBezTo>
                    <a:pt x="21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6" name="Freeform 452"/>
            <p:cNvSpPr>
              <a:spLocks noEditPoints="1"/>
            </p:cNvSpPr>
            <p:nvPr/>
          </p:nvSpPr>
          <p:spPr bwMode="auto">
            <a:xfrm flipV="1">
              <a:off x="295277" y="2905123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0 h 24"/>
                <a:gd name="T28" fmla="*/ 24 w 24"/>
                <a:gd name="T29" fmla="*/ 12 h 24"/>
                <a:gd name="T30" fmla="*/ 21 w 24"/>
                <a:gd name="T31" fmla="*/ 3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7" name="Freeform 453"/>
            <p:cNvSpPr>
              <a:spLocks noEditPoints="1"/>
            </p:cNvSpPr>
            <p:nvPr/>
          </p:nvSpPr>
          <p:spPr bwMode="auto">
            <a:xfrm flipV="1">
              <a:off x="-815973" y="3062285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8" name="Freeform 454"/>
            <p:cNvSpPr>
              <a:spLocks noEditPoints="1"/>
            </p:cNvSpPr>
            <p:nvPr/>
          </p:nvSpPr>
          <p:spPr bwMode="auto">
            <a:xfrm flipV="1">
              <a:off x="-614361" y="324961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9" name="Freeform 455"/>
            <p:cNvSpPr>
              <a:spLocks noEditPoints="1"/>
            </p:cNvSpPr>
            <p:nvPr/>
          </p:nvSpPr>
          <p:spPr bwMode="auto">
            <a:xfrm flipV="1">
              <a:off x="-366711" y="3213098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1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5"/>
                    <a:pt x="2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0" name="Freeform 456"/>
            <p:cNvSpPr>
              <a:spLocks noEditPoints="1"/>
            </p:cNvSpPr>
            <p:nvPr/>
          </p:nvSpPr>
          <p:spPr bwMode="auto">
            <a:xfrm flipV="1">
              <a:off x="-820736" y="32686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1" name="Freeform 457"/>
            <p:cNvSpPr>
              <a:spLocks noEditPoints="1"/>
            </p:cNvSpPr>
            <p:nvPr/>
          </p:nvSpPr>
          <p:spPr bwMode="auto">
            <a:xfrm flipV="1">
              <a:off x="-573086" y="3006723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3 h 24"/>
                <a:gd name="T18" fmla="*/ 0 w 24"/>
                <a:gd name="T19" fmla="*/ 12 h 24"/>
                <a:gd name="T20" fmla="*/ 4 w 24"/>
                <a:gd name="T21" fmla="*/ 20 h 24"/>
                <a:gd name="T22" fmla="*/ 12 w 24"/>
                <a:gd name="T23" fmla="*/ 24 h 24"/>
                <a:gd name="T24" fmla="*/ 21 w 24"/>
                <a:gd name="T25" fmla="*/ 20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2" name="Freeform 458"/>
            <p:cNvSpPr>
              <a:spLocks noEditPoints="1"/>
            </p:cNvSpPr>
            <p:nvPr/>
          </p:nvSpPr>
          <p:spPr bwMode="auto">
            <a:xfrm flipV="1">
              <a:off x="-23811" y="36893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3" name="Freeform 459"/>
            <p:cNvSpPr>
              <a:spLocks noEditPoints="1"/>
            </p:cNvSpPr>
            <p:nvPr/>
          </p:nvSpPr>
          <p:spPr bwMode="auto">
            <a:xfrm flipV="1">
              <a:off x="331789" y="367029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4" name="Freeform 460"/>
            <p:cNvSpPr>
              <a:spLocks noEditPoints="1"/>
            </p:cNvSpPr>
            <p:nvPr/>
          </p:nvSpPr>
          <p:spPr bwMode="auto">
            <a:xfrm flipV="1">
              <a:off x="-392111" y="39147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5" name="Freeform 461"/>
            <p:cNvSpPr>
              <a:spLocks noEditPoints="1"/>
            </p:cNvSpPr>
            <p:nvPr/>
          </p:nvSpPr>
          <p:spPr bwMode="auto">
            <a:xfrm flipV="1">
              <a:off x="-125411" y="40465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0 w 24"/>
                <a:gd name="T17" fmla="*/ 12 h 24"/>
                <a:gd name="T18" fmla="*/ 4 w 24"/>
                <a:gd name="T19" fmla="*/ 20 h 24"/>
                <a:gd name="T20" fmla="*/ 12 w 24"/>
                <a:gd name="T21" fmla="*/ 24 h 24"/>
                <a:gd name="T22" fmla="*/ 21 w 24"/>
                <a:gd name="T23" fmla="*/ 20 h 24"/>
                <a:gd name="T24" fmla="*/ 24 w 24"/>
                <a:gd name="T25" fmla="*/ 12 h 24"/>
                <a:gd name="T26" fmla="*/ 21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6" name="Freeform 462"/>
            <p:cNvSpPr>
              <a:spLocks noEditPoints="1"/>
            </p:cNvSpPr>
            <p:nvPr/>
          </p:nvSpPr>
          <p:spPr bwMode="auto">
            <a:xfrm flipV="1">
              <a:off x="295277" y="254158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7" name="Freeform 463"/>
            <p:cNvSpPr>
              <a:spLocks noEditPoints="1"/>
            </p:cNvSpPr>
            <p:nvPr/>
          </p:nvSpPr>
          <p:spPr bwMode="auto">
            <a:xfrm flipV="1">
              <a:off x="488952" y="23574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3 w 24"/>
                <a:gd name="T17" fmla="*/ 21 h 24"/>
                <a:gd name="T18" fmla="*/ 12 w 24"/>
                <a:gd name="T19" fmla="*/ 24 h 24"/>
                <a:gd name="T20" fmla="*/ 20 w 24"/>
                <a:gd name="T21" fmla="*/ 21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8" name="Freeform 464"/>
            <p:cNvSpPr>
              <a:spLocks noEditPoints="1"/>
            </p:cNvSpPr>
            <p:nvPr/>
          </p:nvSpPr>
          <p:spPr bwMode="auto">
            <a:xfrm flipV="1">
              <a:off x="1038227" y="3279773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9" name="Freeform 465"/>
            <p:cNvSpPr>
              <a:spLocks noEditPoints="1"/>
            </p:cNvSpPr>
            <p:nvPr/>
          </p:nvSpPr>
          <p:spPr bwMode="auto">
            <a:xfrm flipV="1">
              <a:off x="1049339" y="2897185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5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5 w 25"/>
                <a:gd name="T25" fmla="*/ 12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0" name="Freeform 466"/>
            <p:cNvSpPr>
              <a:spLocks/>
            </p:cNvSpPr>
            <p:nvPr/>
          </p:nvSpPr>
          <p:spPr bwMode="auto">
            <a:xfrm flipV="1">
              <a:off x="-1776411" y="3678236"/>
              <a:ext cx="3582987" cy="1906588"/>
            </a:xfrm>
            <a:custGeom>
              <a:avLst/>
              <a:gdLst>
                <a:gd name="T0" fmla="*/ 955 w 955"/>
                <a:gd name="T1" fmla="*/ 508 h 508"/>
                <a:gd name="T2" fmla="*/ 906 w 955"/>
                <a:gd name="T3" fmla="*/ 508 h 508"/>
                <a:gd name="T4" fmla="*/ 903 w 955"/>
                <a:gd name="T5" fmla="*/ 506 h 508"/>
                <a:gd name="T6" fmla="*/ 807 w 955"/>
                <a:gd name="T7" fmla="*/ 410 h 508"/>
                <a:gd name="T8" fmla="*/ 698 w 955"/>
                <a:gd name="T9" fmla="*/ 410 h 508"/>
                <a:gd name="T10" fmla="*/ 694 w 955"/>
                <a:gd name="T11" fmla="*/ 409 h 508"/>
                <a:gd name="T12" fmla="*/ 655 w 955"/>
                <a:gd name="T13" fmla="*/ 370 h 508"/>
                <a:gd name="T14" fmla="*/ 365 w 955"/>
                <a:gd name="T15" fmla="*/ 370 h 508"/>
                <a:gd name="T16" fmla="*/ 362 w 955"/>
                <a:gd name="T17" fmla="*/ 369 h 508"/>
                <a:gd name="T18" fmla="*/ 0 w 955"/>
                <a:gd name="T19" fmla="*/ 7 h 508"/>
                <a:gd name="T20" fmla="*/ 7 w 955"/>
                <a:gd name="T21" fmla="*/ 0 h 508"/>
                <a:gd name="T22" fmla="*/ 367 w 955"/>
                <a:gd name="T23" fmla="*/ 360 h 508"/>
                <a:gd name="T24" fmla="*/ 657 w 955"/>
                <a:gd name="T25" fmla="*/ 360 h 508"/>
                <a:gd name="T26" fmla="*/ 661 w 955"/>
                <a:gd name="T27" fmla="*/ 361 h 508"/>
                <a:gd name="T28" fmla="*/ 700 w 955"/>
                <a:gd name="T29" fmla="*/ 400 h 508"/>
                <a:gd name="T30" fmla="*/ 809 w 955"/>
                <a:gd name="T31" fmla="*/ 400 h 508"/>
                <a:gd name="T32" fmla="*/ 812 w 955"/>
                <a:gd name="T33" fmla="*/ 401 h 508"/>
                <a:gd name="T34" fmla="*/ 908 w 955"/>
                <a:gd name="T35" fmla="*/ 497 h 508"/>
                <a:gd name="T36" fmla="*/ 955 w 955"/>
                <a:gd name="T37" fmla="*/ 497 h 508"/>
                <a:gd name="T38" fmla="*/ 955 w 955"/>
                <a:gd name="T39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5" h="508">
                  <a:moveTo>
                    <a:pt x="955" y="508"/>
                  </a:moveTo>
                  <a:cubicBezTo>
                    <a:pt x="906" y="508"/>
                    <a:pt x="906" y="508"/>
                    <a:pt x="906" y="508"/>
                  </a:cubicBezTo>
                  <a:cubicBezTo>
                    <a:pt x="905" y="508"/>
                    <a:pt x="904" y="507"/>
                    <a:pt x="903" y="506"/>
                  </a:cubicBezTo>
                  <a:cubicBezTo>
                    <a:pt x="807" y="410"/>
                    <a:pt x="807" y="410"/>
                    <a:pt x="807" y="410"/>
                  </a:cubicBezTo>
                  <a:cubicBezTo>
                    <a:pt x="698" y="410"/>
                    <a:pt x="698" y="410"/>
                    <a:pt x="698" y="410"/>
                  </a:cubicBezTo>
                  <a:cubicBezTo>
                    <a:pt x="696" y="410"/>
                    <a:pt x="695" y="410"/>
                    <a:pt x="694" y="409"/>
                  </a:cubicBezTo>
                  <a:cubicBezTo>
                    <a:pt x="655" y="370"/>
                    <a:pt x="655" y="370"/>
                    <a:pt x="655" y="370"/>
                  </a:cubicBezTo>
                  <a:cubicBezTo>
                    <a:pt x="365" y="370"/>
                    <a:pt x="365" y="370"/>
                    <a:pt x="365" y="370"/>
                  </a:cubicBezTo>
                  <a:cubicBezTo>
                    <a:pt x="364" y="370"/>
                    <a:pt x="363" y="369"/>
                    <a:pt x="362" y="36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67" y="360"/>
                    <a:pt x="367" y="360"/>
                    <a:pt x="367" y="360"/>
                  </a:cubicBezTo>
                  <a:cubicBezTo>
                    <a:pt x="657" y="360"/>
                    <a:pt x="657" y="360"/>
                    <a:pt x="657" y="360"/>
                  </a:cubicBezTo>
                  <a:cubicBezTo>
                    <a:pt x="659" y="360"/>
                    <a:pt x="660" y="360"/>
                    <a:pt x="661" y="361"/>
                  </a:cubicBezTo>
                  <a:cubicBezTo>
                    <a:pt x="700" y="400"/>
                    <a:pt x="700" y="400"/>
                    <a:pt x="700" y="400"/>
                  </a:cubicBezTo>
                  <a:cubicBezTo>
                    <a:pt x="809" y="400"/>
                    <a:pt x="809" y="400"/>
                    <a:pt x="809" y="400"/>
                  </a:cubicBezTo>
                  <a:cubicBezTo>
                    <a:pt x="810" y="400"/>
                    <a:pt x="811" y="400"/>
                    <a:pt x="812" y="401"/>
                  </a:cubicBezTo>
                  <a:cubicBezTo>
                    <a:pt x="908" y="497"/>
                    <a:pt x="908" y="497"/>
                    <a:pt x="908" y="497"/>
                  </a:cubicBezTo>
                  <a:cubicBezTo>
                    <a:pt x="955" y="497"/>
                    <a:pt x="955" y="497"/>
                    <a:pt x="955" y="497"/>
                  </a:cubicBezTo>
                  <a:lnTo>
                    <a:pt x="955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1" name="Freeform 467"/>
            <p:cNvSpPr>
              <a:spLocks/>
            </p:cNvSpPr>
            <p:nvPr/>
          </p:nvSpPr>
          <p:spPr bwMode="auto">
            <a:xfrm flipV="1">
              <a:off x="-50798" y="3378198"/>
              <a:ext cx="1504950" cy="715963"/>
            </a:xfrm>
            <a:custGeom>
              <a:avLst/>
              <a:gdLst>
                <a:gd name="T0" fmla="*/ 401 w 401"/>
                <a:gd name="T1" fmla="*/ 191 h 191"/>
                <a:gd name="T2" fmla="*/ 398 w 401"/>
                <a:gd name="T3" fmla="*/ 191 h 191"/>
                <a:gd name="T4" fmla="*/ 398 w 401"/>
                <a:gd name="T5" fmla="*/ 158 h 191"/>
                <a:gd name="T6" fmla="*/ 366 w 401"/>
                <a:gd name="T7" fmla="*/ 127 h 191"/>
                <a:gd name="T8" fmla="*/ 313 w 401"/>
                <a:gd name="T9" fmla="*/ 127 h 191"/>
                <a:gd name="T10" fmla="*/ 312 w 401"/>
                <a:gd name="T11" fmla="*/ 127 h 191"/>
                <a:gd name="T12" fmla="*/ 189 w 401"/>
                <a:gd name="T13" fmla="*/ 4 h 191"/>
                <a:gd name="T14" fmla="*/ 0 w 401"/>
                <a:gd name="T15" fmla="*/ 4 h 191"/>
                <a:gd name="T16" fmla="*/ 0 w 401"/>
                <a:gd name="T17" fmla="*/ 0 h 191"/>
                <a:gd name="T18" fmla="*/ 190 w 401"/>
                <a:gd name="T19" fmla="*/ 0 h 191"/>
                <a:gd name="T20" fmla="*/ 191 w 401"/>
                <a:gd name="T21" fmla="*/ 1 h 191"/>
                <a:gd name="T22" fmla="*/ 314 w 401"/>
                <a:gd name="T23" fmla="*/ 124 h 191"/>
                <a:gd name="T24" fmla="*/ 367 w 401"/>
                <a:gd name="T25" fmla="*/ 124 h 191"/>
                <a:gd name="T26" fmla="*/ 368 w 401"/>
                <a:gd name="T27" fmla="*/ 124 h 191"/>
                <a:gd name="T28" fmla="*/ 401 w 401"/>
                <a:gd name="T29" fmla="*/ 156 h 191"/>
                <a:gd name="T30" fmla="*/ 401 w 401"/>
                <a:gd name="T31" fmla="*/ 158 h 191"/>
                <a:gd name="T32" fmla="*/ 401 w 401"/>
                <a:gd name="T33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1" h="191">
                  <a:moveTo>
                    <a:pt x="401" y="191"/>
                  </a:moveTo>
                  <a:cubicBezTo>
                    <a:pt x="398" y="191"/>
                    <a:pt x="398" y="191"/>
                    <a:pt x="398" y="191"/>
                  </a:cubicBezTo>
                  <a:cubicBezTo>
                    <a:pt x="398" y="158"/>
                    <a:pt x="398" y="158"/>
                    <a:pt x="398" y="158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13" y="127"/>
                    <a:pt x="313" y="127"/>
                    <a:pt x="313" y="127"/>
                  </a:cubicBezTo>
                  <a:cubicBezTo>
                    <a:pt x="313" y="127"/>
                    <a:pt x="312" y="127"/>
                    <a:pt x="312" y="127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91" y="0"/>
                    <a:pt x="191" y="1"/>
                  </a:cubicBezTo>
                  <a:cubicBezTo>
                    <a:pt x="314" y="124"/>
                    <a:pt x="314" y="124"/>
                    <a:pt x="314" y="124"/>
                  </a:cubicBezTo>
                  <a:cubicBezTo>
                    <a:pt x="367" y="124"/>
                    <a:pt x="367" y="124"/>
                    <a:pt x="367" y="124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7"/>
                    <a:pt x="401" y="157"/>
                    <a:pt x="401" y="158"/>
                  </a:cubicBezTo>
                  <a:lnTo>
                    <a:pt x="401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2" name="Freeform 468"/>
            <p:cNvSpPr>
              <a:spLocks/>
            </p:cNvSpPr>
            <p:nvPr/>
          </p:nvSpPr>
          <p:spPr bwMode="auto">
            <a:xfrm flipV="1">
              <a:off x="-320673" y="3467098"/>
              <a:ext cx="1576387" cy="496888"/>
            </a:xfrm>
            <a:custGeom>
              <a:avLst/>
              <a:gdLst>
                <a:gd name="T0" fmla="*/ 420 w 420"/>
                <a:gd name="T1" fmla="*/ 132 h 132"/>
                <a:gd name="T2" fmla="*/ 382 w 420"/>
                <a:gd name="T3" fmla="*/ 132 h 132"/>
                <a:gd name="T4" fmla="*/ 381 w 420"/>
                <a:gd name="T5" fmla="*/ 132 h 132"/>
                <a:gd name="T6" fmla="*/ 252 w 420"/>
                <a:gd name="T7" fmla="*/ 3 h 132"/>
                <a:gd name="T8" fmla="*/ 0 w 420"/>
                <a:gd name="T9" fmla="*/ 3 h 132"/>
                <a:gd name="T10" fmla="*/ 0 w 420"/>
                <a:gd name="T11" fmla="*/ 0 h 132"/>
                <a:gd name="T12" fmla="*/ 253 w 420"/>
                <a:gd name="T13" fmla="*/ 0 h 132"/>
                <a:gd name="T14" fmla="*/ 254 w 420"/>
                <a:gd name="T15" fmla="*/ 0 h 132"/>
                <a:gd name="T16" fmla="*/ 383 w 420"/>
                <a:gd name="T17" fmla="*/ 129 h 132"/>
                <a:gd name="T18" fmla="*/ 420 w 420"/>
                <a:gd name="T19" fmla="*/ 129 h 132"/>
                <a:gd name="T20" fmla="*/ 420 w 420"/>
                <a:gd name="T2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0" h="132">
                  <a:moveTo>
                    <a:pt x="420" y="132"/>
                  </a:move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252" y="3"/>
                    <a:pt x="252" y="3"/>
                    <a:pt x="25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53" y="0"/>
                    <a:pt x="254" y="0"/>
                    <a:pt x="254" y="0"/>
                  </a:cubicBezTo>
                  <a:cubicBezTo>
                    <a:pt x="383" y="129"/>
                    <a:pt x="383" y="129"/>
                    <a:pt x="383" y="129"/>
                  </a:cubicBezTo>
                  <a:cubicBezTo>
                    <a:pt x="420" y="129"/>
                    <a:pt x="420" y="129"/>
                    <a:pt x="420" y="129"/>
                  </a:cubicBezTo>
                  <a:lnTo>
                    <a:pt x="42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3" name="Freeform 469"/>
            <p:cNvSpPr>
              <a:spLocks/>
            </p:cNvSpPr>
            <p:nvPr/>
          </p:nvSpPr>
          <p:spPr bwMode="auto">
            <a:xfrm flipV="1">
              <a:off x="34927" y="3325811"/>
              <a:ext cx="1009650" cy="514350"/>
            </a:xfrm>
            <a:custGeom>
              <a:avLst/>
              <a:gdLst>
                <a:gd name="T0" fmla="*/ 237 w 269"/>
                <a:gd name="T1" fmla="*/ 137 h 137"/>
                <a:gd name="T2" fmla="*/ 236 w 269"/>
                <a:gd name="T3" fmla="*/ 136 h 137"/>
                <a:gd name="T4" fmla="*/ 103 w 269"/>
                <a:gd name="T5" fmla="*/ 3 h 137"/>
                <a:gd name="T6" fmla="*/ 22 w 269"/>
                <a:gd name="T7" fmla="*/ 3 h 137"/>
                <a:gd name="T8" fmla="*/ 2 w 269"/>
                <a:gd name="T9" fmla="*/ 24 h 137"/>
                <a:gd name="T10" fmla="*/ 0 w 269"/>
                <a:gd name="T11" fmla="*/ 21 h 137"/>
                <a:gd name="T12" fmla="*/ 20 w 269"/>
                <a:gd name="T13" fmla="*/ 0 h 137"/>
                <a:gd name="T14" fmla="*/ 22 w 269"/>
                <a:gd name="T15" fmla="*/ 0 h 137"/>
                <a:gd name="T16" fmla="*/ 22 w 269"/>
                <a:gd name="T17" fmla="*/ 0 h 137"/>
                <a:gd name="T18" fmla="*/ 104 w 269"/>
                <a:gd name="T19" fmla="*/ 0 h 137"/>
                <a:gd name="T20" fmla="*/ 105 w 269"/>
                <a:gd name="T21" fmla="*/ 0 h 137"/>
                <a:gd name="T22" fmla="*/ 238 w 269"/>
                <a:gd name="T23" fmla="*/ 133 h 137"/>
                <a:gd name="T24" fmla="*/ 269 w 269"/>
                <a:gd name="T25" fmla="*/ 133 h 137"/>
                <a:gd name="T26" fmla="*/ 269 w 269"/>
                <a:gd name="T27" fmla="*/ 137 h 137"/>
                <a:gd name="T28" fmla="*/ 237 w 269"/>
                <a:gd name="T29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9" h="137">
                  <a:moveTo>
                    <a:pt x="237" y="137"/>
                  </a:moveTo>
                  <a:cubicBezTo>
                    <a:pt x="237" y="137"/>
                    <a:pt x="237" y="136"/>
                    <a:pt x="236" y="136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238" y="133"/>
                    <a:pt x="238" y="133"/>
                    <a:pt x="238" y="133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7"/>
                    <a:pt x="269" y="137"/>
                    <a:pt x="269" y="137"/>
                  </a:cubicBezTo>
                  <a:lnTo>
                    <a:pt x="237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4" name="Freeform 470"/>
            <p:cNvSpPr>
              <a:spLocks/>
            </p:cNvSpPr>
            <p:nvPr/>
          </p:nvSpPr>
          <p:spPr bwMode="auto">
            <a:xfrm flipV="1">
              <a:off x="-2035173" y="3171823"/>
              <a:ext cx="2941637" cy="2135188"/>
            </a:xfrm>
            <a:custGeom>
              <a:avLst/>
              <a:gdLst>
                <a:gd name="T0" fmla="*/ 784 w 784"/>
                <a:gd name="T1" fmla="*/ 569 h 569"/>
                <a:gd name="T2" fmla="*/ 781 w 784"/>
                <a:gd name="T3" fmla="*/ 569 h 569"/>
                <a:gd name="T4" fmla="*/ 781 w 784"/>
                <a:gd name="T5" fmla="*/ 536 h 569"/>
                <a:gd name="T6" fmla="*/ 687 w 784"/>
                <a:gd name="T7" fmla="*/ 441 h 569"/>
                <a:gd name="T8" fmla="*/ 672 w 784"/>
                <a:gd name="T9" fmla="*/ 441 h 569"/>
                <a:gd name="T10" fmla="*/ 646 w 784"/>
                <a:gd name="T11" fmla="*/ 467 h 569"/>
                <a:gd name="T12" fmla="*/ 645 w 784"/>
                <a:gd name="T13" fmla="*/ 467 h 569"/>
                <a:gd name="T14" fmla="*/ 466 w 784"/>
                <a:gd name="T15" fmla="*/ 467 h 569"/>
                <a:gd name="T16" fmla="*/ 465 w 784"/>
                <a:gd name="T17" fmla="*/ 467 h 569"/>
                <a:gd name="T18" fmla="*/ 0 w 784"/>
                <a:gd name="T19" fmla="*/ 2 h 569"/>
                <a:gd name="T20" fmla="*/ 2 w 784"/>
                <a:gd name="T21" fmla="*/ 0 h 569"/>
                <a:gd name="T22" fmla="*/ 467 w 784"/>
                <a:gd name="T23" fmla="*/ 464 h 569"/>
                <a:gd name="T24" fmla="*/ 644 w 784"/>
                <a:gd name="T25" fmla="*/ 464 h 569"/>
                <a:gd name="T26" fmla="*/ 670 w 784"/>
                <a:gd name="T27" fmla="*/ 439 h 569"/>
                <a:gd name="T28" fmla="*/ 671 w 784"/>
                <a:gd name="T29" fmla="*/ 438 h 569"/>
                <a:gd name="T30" fmla="*/ 687 w 784"/>
                <a:gd name="T31" fmla="*/ 438 h 569"/>
                <a:gd name="T32" fmla="*/ 689 w 784"/>
                <a:gd name="T33" fmla="*/ 439 h 569"/>
                <a:gd name="T34" fmla="*/ 784 w 784"/>
                <a:gd name="T35" fmla="*/ 534 h 569"/>
                <a:gd name="T36" fmla="*/ 784 w 784"/>
                <a:gd name="T37" fmla="*/ 535 h 569"/>
                <a:gd name="T38" fmla="*/ 784 w 784"/>
                <a:gd name="T39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4" h="569">
                  <a:moveTo>
                    <a:pt x="784" y="569"/>
                  </a:moveTo>
                  <a:cubicBezTo>
                    <a:pt x="781" y="569"/>
                    <a:pt x="781" y="569"/>
                    <a:pt x="781" y="569"/>
                  </a:cubicBezTo>
                  <a:cubicBezTo>
                    <a:pt x="781" y="536"/>
                    <a:pt x="781" y="536"/>
                    <a:pt x="781" y="536"/>
                  </a:cubicBezTo>
                  <a:cubicBezTo>
                    <a:pt x="687" y="441"/>
                    <a:pt x="687" y="441"/>
                    <a:pt x="687" y="441"/>
                  </a:cubicBezTo>
                  <a:cubicBezTo>
                    <a:pt x="672" y="441"/>
                    <a:pt x="672" y="441"/>
                    <a:pt x="672" y="441"/>
                  </a:cubicBezTo>
                  <a:cubicBezTo>
                    <a:pt x="646" y="467"/>
                    <a:pt x="646" y="467"/>
                    <a:pt x="646" y="467"/>
                  </a:cubicBezTo>
                  <a:cubicBezTo>
                    <a:pt x="646" y="467"/>
                    <a:pt x="646" y="467"/>
                    <a:pt x="645" y="467"/>
                  </a:cubicBezTo>
                  <a:cubicBezTo>
                    <a:pt x="466" y="467"/>
                    <a:pt x="466" y="467"/>
                    <a:pt x="466" y="467"/>
                  </a:cubicBezTo>
                  <a:cubicBezTo>
                    <a:pt x="465" y="467"/>
                    <a:pt x="465" y="467"/>
                    <a:pt x="465" y="4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67" y="464"/>
                    <a:pt x="467" y="464"/>
                    <a:pt x="467" y="464"/>
                  </a:cubicBezTo>
                  <a:cubicBezTo>
                    <a:pt x="644" y="464"/>
                    <a:pt x="644" y="464"/>
                    <a:pt x="644" y="464"/>
                  </a:cubicBezTo>
                  <a:cubicBezTo>
                    <a:pt x="670" y="439"/>
                    <a:pt x="670" y="439"/>
                    <a:pt x="670" y="439"/>
                  </a:cubicBezTo>
                  <a:cubicBezTo>
                    <a:pt x="670" y="438"/>
                    <a:pt x="671" y="438"/>
                    <a:pt x="671" y="438"/>
                  </a:cubicBezTo>
                  <a:cubicBezTo>
                    <a:pt x="687" y="438"/>
                    <a:pt x="687" y="438"/>
                    <a:pt x="687" y="438"/>
                  </a:cubicBezTo>
                  <a:cubicBezTo>
                    <a:pt x="688" y="438"/>
                    <a:pt x="688" y="438"/>
                    <a:pt x="689" y="439"/>
                  </a:cubicBezTo>
                  <a:cubicBezTo>
                    <a:pt x="784" y="534"/>
                    <a:pt x="784" y="534"/>
                    <a:pt x="784" y="534"/>
                  </a:cubicBezTo>
                  <a:cubicBezTo>
                    <a:pt x="784" y="534"/>
                    <a:pt x="784" y="535"/>
                    <a:pt x="784" y="535"/>
                  </a:cubicBezTo>
                  <a:lnTo>
                    <a:pt x="784" y="5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5" name="Freeform 471"/>
            <p:cNvSpPr>
              <a:spLocks/>
            </p:cNvSpPr>
            <p:nvPr/>
          </p:nvSpPr>
          <p:spPr bwMode="auto">
            <a:xfrm flipV="1">
              <a:off x="-763586" y="3328986"/>
              <a:ext cx="1452562" cy="206375"/>
            </a:xfrm>
            <a:custGeom>
              <a:avLst/>
              <a:gdLst>
                <a:gd name="T0" fmla="*/ 3 w 387"/>
                <a:gd name="T1" fmla="*/ 55 h 55"/>
                <a:gd name="T2" fmla="*/ 0 w 387"/>
                <a:gd name="T3" fmla="*/ 52 h 55"/>
                <a:gd name="T4" fmla="*/ 52 w 387"/>
                <a:gd name="T5" fmla="*/ 1 h 55"/>
                <a:gd name="T6" fmla="*/ 53 w 387"/>
                <a:gd name="T7" fmla="*/ 0 h 55"/>
                <a:gd name="T8" fmla="*/ 53 w 387"/>
                <a:gd name="T9" fmla="*/ 0 h 55"/>
                <a:gd name="T10" fmla="*/ 80 w 387"/>
                <a:gd name="T11" fmla="*/ 0 h 55"/>
                <a:gd name="T12" fmla="*/ 81 w 387"/>
                <a:gd name="T13" fmla="*/ 1 h 55"/>
                <a:gd name="T14" fmla="*/ 93 w 387"/>
                <a:gd name="T15" fmla="*/ 13 h 55"/>
                <a:gd name="T16" fmla="*/ 305 w 387"/>
                <a:gd name="T17" fmla="*/ 13 h 55"/>
                <a:gd name="T18" fmla="*/ 306 w 387"/>
                <a:gd name="T19" fmla="*/ 13 h 55"/>
                <a:gd name="T20" fmla="*/ 326 w 387"/>
                <a:gd name="T21" fmla="*/ 33 h 55"/>
                <a:gd name="T22" fmla="*/ 373 w 387"/>
                <a:gd name="T23" fmla="*/ 33 h 55"/>
                <a:gd name="T24" fmla="*/ 374 w 387"/>
                <a:gd name="T25" fmla="*/ 34 h 55"/>
                <a:gd name="T26" fmla="*/ 387 w 387"/>
                <a:gd name="T27" fmla="*/ 46 h 55"/>
                <a:gd name="T28" fmla="*/ 384 w 387"/>
                <a:gd name="T29" fmla="*/ 48 h 55"/>
                <a:gd name="T30" fmla="*/ 372 w 387"/>
                <a:gd name="T31" fmla="*/ 37 h 55"/>
                <a:gd name="T32" fmla="*/ 325 w 387"/>
                <a:gd name="T33" fmla="*/ 37 h 55"/>
                <a:gd name="T34" fmla="*/ 324 w 387"/>
                <a:gd name="T35" fmla="*/ 36 h 55"/>
                <a:gd name="T36" fmla="*/ 304 w 387"/>
                <a:gd name="T37" fmla="*/ 16 h 55"/>
                <a:gd name="T38" fmla="*/ 93 w 387"/>
                <a:gd name="T39" fmla="*/ 16 h 55"/>
                <a:gd name="T40" fmla="*/ 91 w 387"/>
                <a:gd name="T41" fmla="*/ 16 h 55"/>
                <a:gd name="T42" fmla="*/ 79 w 387"/>
                <a:gd name="T43" fmla="*/ 4 h 55"/>
                <a:gd name="T44" fmla="*/ 54 w 387"/>
                <a:gd name="T45" fmla="*/ 4 h 55"/>
                <a:gd name="T46" fmla="*/ 3 w 387"/>
                <a:gd name="T4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7" h="55">
                  <a:moveTo>
                    <a:pt x="3" y="55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1" y="0"/>
                    <a:pt x="81" y="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305" y="13"/>
                    <a:pt x="305" y="13"/>
                    <a:pt x="305" y="13"/>
                  </a:cubicBezTo>
                  <a:cubicBezTo>
                    <a:pt x="305" y="13"/>
                    <a:pt x="306" y="13"/>
                    <a:pt x="306" y="1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73" y="33"/>
                    <a:pt x="373" y="33"/>
                    <a:pt x="373" y="33"/>
                  </a:cubicBezTo>
                  <a:cubicBezTo>
                    <a:pt x="374" y="33"/>
                    <a:pt x="374" y="33"/>
                    <a:pt x="374" y="34"/>
                  </a:cubicBezTo>
                  <a:cubicBezTo>
                    <a:pt x="387" y="46"/>
                    <a:pt x="387" y="46"/>
                    <a:pt x="387" y="46"/>
                  </a:cubicBezTo>
                  <a:cubicBezTo>
                    <a:pt x="384" y="48"/>
                    <a:pt x="384" y="48"/>
                    <a:pt x="384" y="48"/>
                  </a:cubicBezTo>
                  <a:cubicBezTo>
                    <a:pt x="372" y="37"/>
                    <a:pt x="372" y="37"/>
                    <a:pt x="372" y="37"/>
                  </a:cubicBezTo>
                  <a:cubicBezTo>
                    <a:pt x="325" y="37"/>
                    <a:pt x="325" y="37"/>
                    <a:pt x="325" y="37"/>
                  </a:cubicBezTo>
                  <a:cubicBezTo>
                    <a:pt x="325" y="37"/>
                    <a:pt x="324" y="37"/>
                    <a:pt x="324" y="36"/>
                  </a:cubicBezTo>
                  <a:cubicBezTo>
                    <a:pt x="304" y="16"/>
                    <a:pt x="304" y="16"/>
                    <a:pt x="304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2" y="16"/>
                    <a:pt x="92" y="16"/>
                    <a:pt x="91" y="16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54" y="4"/>
                    <a:pt x="54" y="4"/>
                    <a:pt x="54" y="4"/>
                  </a:cubicBezTo>
                  <a:lnTo>
                    <a:pt x="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6" name="Freeform 472"/>
            <p:cNvSpPr>
              <a:spLocks/>
            </p:cNvSpPr>
            <p:nvPr/>
          </p:nvSpPr>
          <p:spPr bwMode="auto">
            <a:xfrm flipV="1">
              <a:off x="-306386" y="2938460"/>
              <a:ext cx="1362075" cy="465138"/>
            </a:xfrm>
            <a:custGeom>
              <a:avLst/>
              <a:gdLst>
                <a:gd name="T0" fmla="*/ 363 w 363"/>
                <a:gd name="T1" fmla="*/ 124 h 124"/>
                <a:gd name="T2" fmla="*/ 320 w 363"/>
                <a:gd name="T3" fmla="*/ 124 h 124"/>
                <a:gd name="T4" fmla="*/ 319 w 363"/>
                <a:gd name="T5" fmla="*/ 124 h 124"/>
                <a:gd name="T6" fmla="*/ 229 w 363"/>
                <a:gd name="T7" fmla="*/ 33 h 124"/>
                <a:gd name="T8" fmla="*/ 201 w 363"/>
                <a:gd name="T9" fmla="*/ 33 h 124"/>
                <a:gd name="T10" fmla="*/ 200 w 363"/>
                <a:gd name="T11" fmla="*/ 33 h 124"/>
                <a:gd name="T12" fmla="*/ 171 w 363"/>
                <a:gd name="T13" fmla="*/ 4 h 124"/>
                <a:gd name="T14" fmla="*/ 34 w 363"/>
                <a:gd name="T15" fmla="*/ 4 h 124"/>
                <a:gd name="T16" fmla="*/ 2 w 363"/>
                <a:gd name="T17" fmla="*/ 35 h 124"/>
                <a:gd name="T18" fmla="*/ 0 w 363"/>
                <a:gd name="T19" fmla="*/ 33 h 124"/>
                <a:gd name="T20" fmla="*/ 32 w 363"/>
                <a:gd name="T21" fmla="*/ 1 h 124"/>
                <a:gd name="T22" fmla="*/ 33 w 363"/>
                <a:gd name="T23" fmla="*/ 0 h 124"/>
                <a:gd name="T24" fmla="*/ 172 w 363"/>
                <a:gd name="T25" fmla="*/ 0 h 124"/>
                <a:gd name="T26" fmla="*/ 173 w 363"/>
                <a:gd name="T27" fmla="*/ 1 h 124"/>
                <a:gd name="T28" fmla="*/ 202 w 363"/>
                <a:gd name="T29" fmla="*/ 30 h 124"/>
                <a:gd name="T30" fmla="*/ 230 w 363"/>
                <a:gd name="T31" fmla="*/ 30 h 124"/>
                <a:gd name="T32" fmla="*/ 231 w 363"/>
                <a:gd name="T33" fmla="*/ 31 h 124"/>
                <a:gd name="T34" fmla="*/ 321 w 363"/>
                <a:gd name="T35" fmla="*/ 121 h 124"/>
                <a:gd name="T36" fmla="*/ 363 w 363"/>
                <a:gd name="T37" fmla="*/ 121 h 124"/>
                <a:gd name="T38" fmla="*/ 363 w 363"/>
                <a:gd name="T3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3" h="124">
                  <a:moveTo>
                    <a:pt x="363" y="124"/>
                  </a:moveTo>
                  <a:cubicBezTo>
                    <a:pt x="320" y="124"/>
                    <a:pt x="320" y="124"/>
                    <a:pt x="320" y="124"/>
                  </a:cubicBezTo>
                  <a:cubicBezTo>
                    <a:pt x="320" y="124"/>
                    <a:pt x="320" y="124"/>
                    <a:pt x="319" y="124"/>
                  </a:cubicBezTo>
                  <a:cubicBezTo>
                    <a:pt x="229" y="33"/>
                    <a:pt x="229" y="33"/>
                    <a:pt x="229" y="33"/>
                  </a:cubicBezTo>
                  <a:cubicBezTo>
                    <a:pt x="201" y="33"/>
                    <a:pt x="201" y="33"/>
                    <a:pt x="201" y="33"/>
                  </a:cubicBezTo>
                  <a:cubicBezTo>
                    <a:pt x="201" y="33"/>
                    <a:pt x="201" y="33"/>
                    <a:pt x="200" y="33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0"/>
                    <a:pt x="173" y="1"/>
                    <a:pt x="173" y="1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30" y="30"/>
                    <a:pt x="230" y="30"/>
                    <a:pt x="230" y="30"/>
                  </a:cubicBezTo>
                  <a:cubicBezTo>
                    <a:pt x="230" y="30"/>
                    <a:pt x="231" y="30"/>
                    <a:pt x="231" y="31"/>
                  </a:cubicBezTo>
                  <a:cubicBezTo>
                    <a:pt x="321" y="121"/>
                    <a:pt x="321" y="121"/>
                    <a:pt x="321" y="121"/>
                  </a:cubicBezTo>
                  <a:cubicBezTo>
                    <a:pt x="363" y="121"/>
                    <a:pt x="363" y="121"/>
                    <a:pt x="363" y="121"/>
                  </a:cubicBezTo>
                  <a:lnTo>
                    <a:pt x="363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7" name="Freeform 473"/>
            <p:cNvSpPr>
              <a:spLocks/>
            </p:cNvSpPr>
            <p:nvPr/>
          </p:nvSpPr>
          <p:spPr bwMode="auto">
            <a:xfrm flipV="1">
              <a:off x="-755648" y="2795585"/>
              <a:ext cx="1079500" cy="354013"/>
            </a:xfrm>
            <a:custGeom>
              <a:avLst/>
              <a:gdLst>
                <a:gd name="T0" fmla="*/ 115 w 288"/>
                <a:gd name="T1" fmla="*/ 94 h 94"/>
                <a:gd name="T2" fmla="*/ 78 w 288"/>
                <a:gd name="T3" fmla="*/ 94 h 94"/>
                <a:gd name="T4" fmla="*/ 77 w 288"/>
                <a:gd name="T5" fmla="*/ 94 h 94"/>
                <a:gd name="T6" fmla="*/ 0 w 288"/>
                <a:gd name="T7" fmla="*/ 18 h 94"/>
                <a:gd name="T8" fmla="*/ 3 w 288"/>
                <a:gd name="T9" fmla="*/ 15 h 94"/>
                <a:gd name="T10" fmla="*/ 79 w 288"/>
                <a:gd name="T11" fmla="*/ 91 h 94"/>
                <a:gd name="T12" fmla="*/ 115 w 288"/>
                <a:gd name="T13" fmla="*/ 91 h 94"/>
                <a:gd name="T14" fmla="*/ 205 w 288"/>
                <a:gd name="T15" fmla="*/ 1 h 94"/>
                <a:gd name="T16" fmla="*/ 206 w 288"/>
                <a:gd name="T17" fmla="*/ 0 h 94"/>
                <a:gd name="T18" fmla="*/ 244 w 288"/>
                <a:gd name="T19" fmla="*/ 0 h 94"/>
                <a:gd name="T20" fmla="*/ 245 w 288"/>
                <a:gd name="T21" fmla="*/ 1 h 94"/>
                <a:gd name="T22" fmla="*/ 288 w 288"/>
                <a:gd name="T23" fmla="*/ 44 h 94"/>
                <a:gd name="T24" fmla="*/ 285 w 288"/>
                <a:gd name="T25" fmla="*/ 46 h 94"/>
                <a:gd name="T26" fmla="*/ 243 w 288"/>
                <a:gd name="T27" fmla="*/ 4 h 94"/>
                <a:gd name="T28" fmla="*/ 207 w 288"/>
                <a:gd name="T29" fmla="*/ 4 h 94"/>
                <a:gd name="T30" fmla="*/ 117 w 288"/>
                <a:gd name="T31" fmla="*/ 94 h 94"/>
                <a:gd name="T32" fmla="*/ 115 w 288"/>
                <a:gd name="T3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8" h="94">
                  <a:moveTo>
                    <a:pt x="115" y="94"/>
                  </a:moveTo>
                  <a:cubicBezTo>
                    <a:pt x="78" y="94"/>
                    <a:pt x="78" y="94"/>
                    <a:pt x="78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115" y="91"/>
                    <a:pt x="115" y="91"/>
                    <a:pt x="115" y="9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5" y="0"/>
                    <a:pt x="206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44" y="0"/>
                    <a:pt x="245" y="1"/>
                    <a:pt x="245" y="1"/>
                  </a:cubicBezTo>
                  <a:cubicBezTo>
                    <a:pt x="288" y="44"/>
                    <a:pt x="288" y="44"/>
                    <a:pt x="288" y="44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6" y="94"/>
                    <a:pt x="116" y="94"/>
                    <a:pt x="115" y="9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8" name="Freeform 474"/>
            <p:cNvSpPr>
              <a:spLocks/>
            </p:cNvSpPr>
            <p:nvPr/>
          </p:nvSpPr>
          <p:spPr bwMode="auto">
            <a:xfrm flipV="1">
              <a:off x="-441323" y="2363785"/>
              <a:ext cx="930275" cy="649288"/>
            </a:xfrm>
            <a:custGeom>
              <a:avLst/>
              <a:gdLst>
                <a:gd name="T0" fmla="*/ 56 w 248"/>
                <a:gd name="T1" fmla="*/ 173 h 173"/>
                <a:gd name="T2" fmla="*/ 28 w 248"/>
                <a:gd name="T3" fmla="*/ 173 h 173"/>
                <a:gd name="T4" fmla="*/ 24 w 248"/>
                <a:gd name="T5" fmla="*/ 171 h 173"/>
                <a:gd name="T6" fmla="*/ 1 w 248"/>
                <a:gd name="T7" fmla="*/ 148 h 173"/>
                <a:gd name="T8" fmla="*/ 0 w 248"/>
                <a:gd name="T9" fmla="*/ 144 h 173"/>
                <a:gd name="T10" fmla="*/ 0 w 248"/>
                <a:gd name="T11" fmla="*/ 115 h 173"/>
                <a:gd name="T12" fmla="*/ 1 w 248"/>
                <a:gd name="T13" fmla="*/ 112 h 173"/>
                <a:gd name="T14" fmla="*/ 111 w 248"/>
                <a:gd name="T15" fmla="*/ 2 h 173"/>
                <a:gd name="T16" fmla="*/ 115 w 248"/>
                <a:gd name="T17" fmla="*/ 0 h 173"/>
                <a:gd name="T18" fmla="*/ 115 w 248"/>
                <a:gd name="T19" fmla="*/ 0 h 173"/>
                <a:gd name="T20" fmla="*/ 145 w 248"/>
                <a:gd name="T21" fmla="*/ 0 h 173"/>
                <a:gd name="T22" fmla="*/ 149 w 248"/>
                <a:gd name="T23" fmla="*/ 2 h 173"/>
                <a:gd name="T24" fmla="*/ 207 w 248"/>
                <a:gd name="T25" fmla="*/ 60 h 173"/>
                <a:gd name="T26" fmla="*/ 248 w 248"/>
                <a:gd name="T27" fmla="*/ 60 h 173"/>
                <a:gd name="T28" fmla="*/ 248 w 248"/>
                <a:gd name="T29" fmla="*/ 70 h 173"/>
                <a:gd name="T30" fmla="*/ 205 w 248"/>
                <a:gd name="T31" fmla="*/ 70 h 173"/>
                <a:gd name="T32" fmla="*/ 201 w 248"/>
                <a:gd name="T33" fmla="*/ 69 h 173"/>
                <a:gd name="T34" fmla="*/ 143 w 248"/>
                <a:gd name="T35" fmla="*/ 11 h 173"/>
                <a:gd name="T36" fmla="*/ 117 w 248"/>
                <a:gd name="T37" fmla="*/ 11 h 173"/>
                <a:gd name="T38" fmla="*/ 10 w 248"/>
                <a:gd name="T39" fmla="*/ 117 h 173"/>
                <a:gd name="T40" fmla="*/ 10 w 248"/>
                <a:gd name="T41" fmla="*/ 142 h 173"/>
                <a:gd name="T42" fmla="*/ 30 w 248"/>
                <a:gd name="T43" fmla="*/ 162 h 173"/>
                <a:gd name="T44" fmla="*/ 54 w 248"/>
                <a:gd name="T45" fmla="*/ 162 h 173"/>
                <a:gd name="T46" fmla="*/ 116 w 248"/>
                <a:gd name="T47" fmla="*/ 100 h 173"/>
                <a:gd name="T48" fmla="*/ 123 w 248"/>
                <a:gd name="T49" fmla="*/ 107 h 173"/>
                <a:gd name="T50" fmla="*/ 60 w 248"/>
                <a:gd name="T51" fmla="*/ 171 h 173"/>
                <a:gd name="T52" fmla="*/ 56 w 248"/>
                <a:gd name="T53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173">
                  <a:moveTo>
                    <a:pt x="56" y="173"/>
                  </a:moveTo>
                  <a:cubicBezTo>
                    <a:pt x="28" y="173"/>
                    <a:pt x="28" y="173"/>
                    <a:pt x="28" y="173"/>
                  </a:cubicBezTo>
                  <a:cubicBezTo>
                    <a:pt x="27" y="173"/>
                    <a:pt x="25" y="172"/>
                    <a:pt x="24" y="171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0" y="147"/>
                    <a:pt x="0" y="146"/>
                    <a:pt x="0" y="144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0" y="113"/>
                    <a:pt x="1" y="11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3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7" y="0"/>
                    <a:pt x="148" y="1"/>
                    <a:pt x="149" y="2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48" y="60"/>
                    <a:pt x="248" y="60"/>
                    <a:pt x="248" y="60"/>
                  </a:cubicBezTo>
                  <a:cubicBezTo>
                    <a:pt x="248" y="70"/>
                    <a:pt x="248" y="70"/>
                    <a:pt x="248" y="70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4" y="70"/>
                    <a:pt x="202" y="70"/>
                    <a:pt x="201" y="69"/>
                  </a:cubicBezTo>
                  <a:cubicBezTo>
                    <a:pt x="143" y="11"/>
                    <a:pt x="143" y="11"/>
                    <a:pt x="143" y="11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116" y="100"/>
                    <a:pt x="116" y="100"/>
                    <a:pt x="116" y="100"/>
                  </a:cubicBezTo>
                  <a:cubicBezTo>
                    <a:pt x="123" y="107"/>
                    <a:pt x="123" y="107"/>
                    <a:pt x="123" y="107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59" y="172"/>
                    <a:pt x="57" y="173"/>
                    <a:pt x="56" y="1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9" name="Freeform 475"/>
            <p:cNvSpPr>
              <a:spLocks/>
            </p:cNvSpPr>
            <p:nvPr/>
          </p:nvSpPr>
          <p:spPr bwMode="auto">
            <a:xfrm flipV="1">
              <a:off x="-554036" y="2946398"/>
              <a:ext cx="1227137" cy="371475"/>
            </a:xfrm>
            <a:custGeom>
              <a:avLst/>
              <a:gdLst>
                <a:gd name="T0" fmla="*/ 327 w 327"/>
                <a:gd name="T1" fmla="*/ 99 h 99"/>
                <a:gd name="T2" fmla="*/ 296 w 327"/>
                <a:gd name="T3" fmla="*/ 99 h 99"/>
                <a:gd name="T4" fmla="*/ 295 w 327"/>
                <a:gd name="T5" fmla="*/ 98 h 99"/>
                <a:gd name="T6" fmla="*/ 200 w 327"/>
                <a:gd name="T7" fmla="*/ 3 h 99"/>
                <a:gd name="T8" fmla="*/ 120 w 327"/>
                <a:gd name="T9" fmla="*/ 3 h 99"/>
                <a:gd name="T10" fmla="*/ 67 w 327"/>
                <a:gd name="T11" fmla="*/ 57 h 99"/>
                <a:gd name="T12" fmla="*/ 66 w 327"/>
                <a:gd name="T13" fmla="*/ 57 h 99"/>
                <a:gd name="T14" fmla="*/ 45 w 327"/>
                <a:gd name="T15" fmla="*/ 57 h 99"/>
                <a:gd name="T16" fmla="*/ 44 w 327"/>
                <a:gd name="T17" fmla="*/ 57 h 99"/>
                <a:gd name="T18" fmla="*/ 0 w 327"/>
                <a:gd name="T19" fmla="*/ 13 h 99"/>
                <a:gd name="T20" fmla="*/ 2 w 327"/>
                <a:gd name="T21" fmla="*/ 10 h 99"/>
                <a:gd name="T22" fmla="*/ 46 w 327"/>
                <a:gd name="T23" fmla="*/ 54 h 99"/>
                <a:gd name="T24" fmla="*/ 65 w 327"/>
                <a:gd name="T25" fmla="*/ 54 h 99"/>
                <a:gd name="T26" fmla="*/ 118 w 327"/>
                <a:gd name="T27" fmla="*/ 0 h 99"/>
                <a:gd name="T28" fmla="*/ 119 w 327"/>
                <a:gd name="T29" fmla="*/ 0 h 99"/>
                <a:gd name="T30" fmla="*/ 201 w 327"/>
                <a:gd name="T31" fmla="*/ 0 h 99"/>
                <a:gd name="T32" fmla="*/ 202 w 327"/>
                <a:gd name="T33" fmla="*/ 0 h 99"/>
                <a:gd name="T34" fmla="*/ 297 w 327"/>
                <a:gd name="T35" fmla="*/ 95 h 99"/>
                <a:gd name="T36" fmla="*/ 327 w 327"/>
                <a:gd name="T37" fmla="*/ 95 h 99"/>
                <a:gd name="T38" fmla="*/ 327 w 327"/>
                <a:gd name="T3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7" h="99">
                  <a:moveTo>
                    <a:pt x="327" y="99"/>
                  </a:moveTo>
                  <a:cubicBezTo>
                    <a:pt x="296" y="99"/>
                    <a:pt x="296" y="99"/>
                    <a:pt x="296" y="99"/>
                  </a:cubicBezTo>
                  <a:cubicBezTo>
                    <a:pt x="296" y="99"/>
                    <a:pt x="295" y="98"/>
                    <a:pt x="295" y="98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67" y="57"/>
                    <a:pt x="67" y="57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2" y="0"/>
                    <a:pt x="202" y="0"/>
                  </a:cubicBezTo>
                  <a:cubicBezTo>
                    <a:pt x="297" y="95"/>
                    <a:pt x="297" y="95"/>
                    <a:pt x="297" y="95"/>
                  </a:cubicBezTo>
                  <a:cubicBezTo>
                    <a:pt x="327" y="95"/>
                    <a:pt x="327" y="95"/>
                    <a:pt x="327" y="95"/>
                  </a:cubicBezTo>
                  <a:lnTo>
                    <a:pt x="327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0" name="Freeform 476"/>
            <p:cNvSpPr>
              <a:spLocks/>
            </p:cNvSpPr>
            <p:nvPr/>
          </p:nvSpPr>
          <p:spPr bwMode="auto">
            <a:xfrm flipV="1">
              <a:off x="-512761" y="2762248"/>
              <a:ext cx="1366837" cy="495300"/>
            </a:xfrm>
            <a:custGeom>
              <a:avLst/>
              <a:gdLst>
                <a:gd name="T0" fmla="*/ 364 w 364"/>
                <a:gd name="T1" fmla="*/ 132 h 132"/>
                <a:gd name="T2" fmla="*/ 314 w 364"/>
                <a:gd name="T3" fmla="*/ 132 h 132"/>
                <a:gd name="T4" fmla="*/ 312 w 364"/>
                <a:gd name="T5" fmla="*/ 131 h 132"/>
                <a:gd name="T6" fmla="*/ 184 w 364"/>
                <a:gd name="T7" fmla="*/ 3 h 132"/>
                <a:gd name="T8" fmla="*/ 122 w 364"/>
                <a:gd name="T9" fmla="*/ 3 h 132"/>
                <a:gd name="T10" fmla="*/ 44 w 364"/>
                <a:gd name="T11" fmla="*/ 81 h 132"/>
                <a:gd name="T12" fmla="*/ 43 w 364"/>
                <a:gd name="T13" fmla="*/ 82 h 132"/>
                <a:gd name="T14" fmla="*/ 21 w 364"/>
                <a:gd name="T15" fmla="*/ 82 h 132"/>
                <a:gd name="T16" fmla="*/ 20 w 364"/>
                <a:gd name="T17" fmla="*/ 81 h 132"/>
                <a:gd name="T18" fmla="*/ 0 w 364"/>
                <a:gd name="T19" fmla="*/ 61 h 132"/>
                <a:gd name="T20" fmla="*/ 2 w 364"/>
                <a:gd name="T21" fmla="*/ 59 h 132"/>
                <a:gd name="T22" fmla="*/ 22 w 364"/>
                <a:gd name="T23" fmla="*/ 78 h 132"/>
                <a:gd name="T24" fmla="*/ 42 w 364"/>
                <a:gd name="T25" fmla="*/ 78 h 132"/>
                <a:gd name="T26" fmla="*/ 120 w 364"/>
                <a:gd name="T27" fmla="*/ 0 h 132"/>
                <a:gd name="T28" fmla="*/ 122 w 364"/>
                <a:gd name="T29" fmla="*/ 0 h 132"/>
                <a:gd name="T30" fmla="*/ 185 w 364"/>
                <a:gd name="T31" fmla="*/ 0 h 132"/>
                <a:gd name="T32" fmla="*/ 186 w 364"/>
                <a:gd name="T33" fmla="*/ 0 h 132"/>
                <a:gd name="T34" fmla="*/ 314 w 364"/>
                <a:gd name="T35" fmla="*/ 128 h 132"/>
                <a:gd name="T36" fmla="*/ 364 w 364"/>
                <a:gd name="T37" fmla="*/ 128 h 132"/>
                <a:gd name="T38" fmla="*/ 364 w 364"/>
                <a:gd name="T39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4" h="132">
                  <a:moveTo>
                    <a:pt x="364" y="132"/>
                  </a:moveTo>
                  <a:cubicBezTo>
                    <a:pt x="314" y="132"/>
                    <a:pt x="314" y="132"/>
                    <a:pt x="314" y="132"/>
                  </a:cubicBezTo>
                  <a:cubicBezTo>
                    <a:pt x="313" y="132"/>
                    <a:pt x="313" y="132"/>
                    <a:pt x="312" y="131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4" y="82"/>
                    <a:pt x="44" y="82"/>
                    <a:pt x="43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0" y="82"/>
                    <a:pt x="20" y="8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0"/>
                    <a:pt x="121" y="0"/>
                    <a:pt x="122" y="0"/>
                  </a:cubicBez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314" y="128"/>
                    <a:pt x="314" y="128"/>
                    <a:pt x="314" y="128"/>
                  </a:cubicBezTo>
                  <a:cubicBezTo>
                    <a:pt x="364" y="128"/>
                    <a:pt x="364" y="128"/>
                    <a:pt x="364" y="128"/>
                  </a:cubicBezTo>
                  <a:lnTo>
                    <a:pt x="364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1" name="Freeform 477"/>
            <p:cNvSpPr>
              <a:spLocks/>
            </p:cNvSpPr>
            <p:nvPr/>
          </p:nvSpPr>
          <p:spPr bwMode="auto">
            <a:xfrm flipV="1">
              <a:off x="-2117723" y="2217736"/>
              <a:ext cx="2424112" cy="387350"/>
            </a:xfrm>
            <a:custGeom>
              <a:avLst/>
              <a:gdLst>
                <a:gd name="T0" fmla="*/ 545 w 646"/>
                <a:gd name="T1" fmla="*/ 103 h 103"/>
                <a:gd name="T2" fmla="*/ 0 w 646"/>
                <a:gd name="T3" fmla="*/ 103 h 103"/>
                <a:gd name="T4" fmla="*/ 0 w 646"/>
                <a:gd name="T5" fmla="*/ 99 h 103"/>
                <a:gd name="T6" fmla="*/ 544 w 646"/>
                <a:gd name="T7" fmla="*/ 99 h 103"/>
                <a:gd name="T8" fmla="*/ 566 w 646"/>
                <a:gd name="T9" fmla="*/ 77 h 103"/>
                <a:gd name="T10" fmla="*/ 566 w 646"/>
                <a:gd name="T11" fmla="*/ 49 h 103"/>
                <a:gd name="T12" fmla="*/ 567 w 646"/>
                <a:gd name="T13" fmla="*/ 48 h 103"/>
                <a:gd name="T14" fmla="*/ 613 w 646"/>
                <a:gd name="T15" fmla="*/ 1 h 103"/>
                <a:gd name="T16" fmla="*/ 614 w 646"/>
                <a:gd name="T17" fmla="*/ 0 h 103"/>
                <a:gd name="T18" fmla="*/ 646 w 646"/>
                <a:gd name="T19" fmla="*/ 0 h 103"/>
                <a:gd name="T20" fmla="*/ 646 w 646"/>
                <a:gd name="T21" fmla="*/ 4 h 103"/>
                <a:gd name="T22" fmla="*/ 615 w 646"/>
                <a:gd name="T23" fmla="*/ 4 h 103"/>
                <a:gd name="T24" fmla="*/ 570 w 646"/>
                <a:gd name="T25" fmla="*/ 49 h 103"/>
                <a:gd name="T26" fmla="*/ 570 w 646"/>
                <a:gd name="T27" fmla="*/ 78 h 103"/>
                <a:gd name="T28" fmla="*/ 569 w 646"/>
                <a:gd name="T29" fmla="*/ 79 h 103"/>
                <a:gd name="T30" fmla="*/ 546 w 646"/>
                <a:gd name="T31" fmla="*/ 102 h 103"/>
                <a:gd name="T32" fmla="*/ 545 w 646"/>
                <a:gd name="T3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6" h="103">
                  <a:moveTo>
                    <a:pt x="545" y="103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544" y="99"/>
                    <a:pt x="544" y="99"/>
                    <a:pt x="544" y="99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6" y="49"/>
                    <a:pt x="566" y="49"/>
                    <a:pt x="566" y="49"/>
                  </a:cubicBezTo>
                  <a:cubicBezTo>
                    <a:pt x="566" y="48"/>
                    <a:pt x="566" y="48"/>
                    <a:pt x="567" y="48"/>
                  </a:cubicBezTo>
                  <a:cubicBezTo>
                    <a:pt x="613" y="1"/>
                    <a:pt x="613" y="1"/>
                    <a:pt x="613" y="1"/>
                  </a:cubicBezTo>
                  <a:cubicBezTo>
                    <a:pt x="614" y="1"/>
                    <a:pt x="614" y="0"/>
                    <a:pt x="614" y="0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615" y="4"/>
                    <a:pt x="615" y="4"/>
                    <a:pt x="615" y="4"/>
                  </a:cubicBezTo>
                  <a:cubicBezTo>
                    <a:pt x="570" y="49"/>
                    <a:pt x="570" y="49"/>
                    <a:pt x="570" y="49"/>
                  </a:cubicBezTo>
                  <a:cubicBezTo>
                    <a:pt x="570" y="78"/>
                    <a:pt x="570" y="78"/>
                    <a:pt x="570" y="78"/>
                  </a:cubicBezTo>
                  <a:cubicBezTo>
                    <a:pt x="570" y="79"/>
                    <a:pt x="569" y="79"/>
                    <a:pt x="569" y="79"/>
                  </a:cubicBezTo>
                  <a:cubicBezTo>
                    <a:pt x="546" y="102"/>
                    <a:pt x="546" y="102"/>
                    <a:pt x="546" y="102"/>
                  </a:cubicBezTo>
                  <a:cubicBezTo>
                    <a:pt x="546" y="103"/>
                    <a:pt x="546" y="103"/>
                    <a:pt x="545" y="1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2" name="Freeform 478"/>
            <p:cNvSpPr>
              <a:spLocks/>
            </p:cNvSpPr>
            <p:nvPr/>
          </p:nvSpPr>
          <p:spPr bwMode="auto">
            <a:xfrm flipV="1">
              <a:off x="-1949448" y="1989136"/>
              <a:ext cx="2443162" cy="428625"/>
            </a:xfrm>
            <a:custGeom>
              <a:avLst/>
              <a:gdLst>
                <a:gd name="T0" fmla="*/ 496 w 651"/>
                <a:gd name="T1" fmla="*/ 114 h 114"/>
                <a:gd name="T2" fmla="*/ 0 w 651"/>
                <a:gd name="T3" fmla="*/ 114 h 114"/>
                <a:gd name="T4" fmla="*/ 0 w 651"/>
                <a:gd name="T5" fmla="*/ 110 h 114"/>
                <a:gd name="T6" fmla="*/ 496 w 651"/>
                <a:gd name="T7" fmla="*/ 110 h 114"/>
                <a:gd name="T8" fmla="*/ 606 w 651"/>
                <a:gd name="T9" fmla="*/ 0 h 114"/>
                <a:gd name="T10" fmla="*/ 607 w 651"/>
                <a:gd name="T11" fmla="*/ 0 h 114"/>
                <a:gd name="T12" fmla="*/ 651 w 651"/>
                <a:gd name="T13" fmla="*/ 0 h 114"/>
                <a:gd name="T14" fmla="*/ 651 w 651"/>
                <a:gd name="T15" fmla="*/ 3 h 114"/>
                <a:gd name="T16" fmla="*/ 608 w 651"/>
                <a:gd name="T17" fmla="*/ 3 h 114"/>
                <a:gd name="T18" fmla="*/ 498 w 651"/>
                <a:gd name="T19" fmla="*/ 113 h 114"/>
                <a:gd name="T20" fmla="*/ 496 w 651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1" h="114">
                  <a:moveTo>
                    <a:pt x="496" y="114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496" y="110"/>
                    <a:pt x="496" y="110"/>
                    <a:pt x="496" y="11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6" y="0"/>
                    <a:pt x="606" y="0"/>
                    <a:pt x="607" y="0"/>
                  </a:cubicBezTo>
                  <a:cubicBezTo>
                    <a:pt x="651" y="0"/>
                    <a:pt x="651" y="0"/>
                    <a:pt x="651" y="0"/>
                  </a:cubicBezTo>
                  <a:cubicBezTo>
                    <a:pt x="651" y="3"/>
                    <a:pt x="651" y="3"/>
                    <a:pt x="651" y="3"/>
                  </a:cubicBezTo>
                  <a:cubicBezTo>
                    <a:pt x="608" y="3"/>
                    <a:pt x="608" y="3"/>
                    <a:pt x="608" y="3"/>
                  </a:cubicBezTo>
                  <a:cubicBezTo>
                    <a:pt x="498" y="113"/>
                    <a:pt x="498" y="113"/>
                    <a:pt x="498" y="113"/>
                  </a:cubicBezTo>
                  <a:cubicBezTo>
                    <a:pt x="497" y="114"/>
                    <a:pt x="497" y="114"/>
                    <a:pt x="496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3" name="Freeform 479"/>
            <p:cNvSpPr>
              <a:spLocks noEditPoints="1"/>
            </p:cNvSpPr>
            <p:nvPr/>
          </p:nvSpPr>
          <p:spPr bwMode="auto">
            <a:xfrm flipV="1">
              <a:off x="5311777" y="6561136"/>
              <a:ext cx="101600" cy="100013"/>
            </a:xfrm>
            <a:custGeom>
              <a:avLst/>
              <a:gdLst>
                <a:gd name="T0" fmla="*/ 13 w 27"/>
                <a:gd name="T1" fmla="*/ 6 h 27"/>
                <a:gd name="T2" fmla="*/ 13 w 27"/>
                <a:gd name="T3" fmla="*/ 6 h 27"/>
                <a:gd name="T4" fmla="*/ 13 w 27"/>
                <a:gd name="T5" fmla="*/ 6 h 27"/>
                <a:gd name="T6" fmla="*/ 20 w 27"/>
                <a:gd name="T7" fmla="*/ 13 h 27"/>
                <a:gd name="T8" fmla="*/ 13 w 27"/>
                <a:gd name="T9" fmla="*/ 20 h 27"/>
                <a:gd name="T10" fmla="*/ 13 w 27"/>
                <a:gd name="T11" fmla="*/ 20 h 27"/>
                <a:gd name="T12" fmla="*/ 13 w 27"/>
                <a:gd name="T13" fmla="*/ 20 h 27"/>
                <a:gd name="T14" fmla="*/ 6 w 27"/>
                <a:gd name="T15" fmla="*/ 13 h 27"/>
                <a:gd name="T16" fmla="*/ 13 w 27"/>
                <a:gd name="T17" fmla="*/ 6 h 27"/>
                <a:gd name="T18" fmla="*/ 13 w 27"/>
                <a:gd name="T19" fmla="*/ 0 h 27"/>
                <a:gd name="T20" fmla="*/ 13 w 27"/>
                <a:gd name="T21" fmla="*/ 0 h 27"/>
                <a:gd name="T22" fmla="*/ 13 w 27"/>
                <a:gd name="T23" fmla="*/ 0 h 27"/>
                <a:gd name="T24" fmla="*/ 4 w 27"/>
                <a:gd name="T25" fmla="*/ 4 h 27"/>
                <a:gd name="T26" fmla="*/ 0 w 27"/>
                <a:gd name="T27" fmla="*/ 13 h 27"/>
                <a:gd name="T28" fmla="*/ 13 w 27"/>
                <a:gd name="T29" fmla="*/ 27 h 27"/>
                <a:gd name="T30" fmla="*/ 23 w 27"/>
                <a:gd name="T31" fmla="*/ 23 h 27"/>
                <a:gd name="T32" fmla="*/ 27 w 27"/>
                <a:gd name="T33" fmla="*/ 13 h 27"/>
                <a:gd name="T34" fmla="*/ 13 w 27"/>
                <a:gd name="T3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7">
                  <a:moveTo>
                    <a:pt x="13" y="6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7" y="6"/>
                    <a:pt x="20" y="10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10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6"/>
                    <a:pt x="0" y="10"/>
                    <a:pt x="0" y="13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17" y="27"/>
                    <a:pt x="20" y="26"/>
                    <a:pt x="23" y="23"/>
                  </a:cubicBezTo>
                  <a:cubicBezTo>
                    <a:pt x="26" y="20"/>
                    <a:pt x="27" y="17"/>
                    <a:pt x="27" y="13"/>
                  </a:cubicBezTo>
                  <a:cubicBezTo>
                    <a:pt x="27" y="6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4" name="Freeform 480"/>
            <p:cNvSpPr>
              <a:spLocks noEditPoints="1"/>
            </p:cNvSpPr>
            <p:nvPr/>
          </p:nvSpPr>
          <p:spPr bwMode="auto">
            <a:xfrm flipV="1">
              <a:off x="5322889" y="6924673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5" name="Freeform 481"/>
            <p:cNvSpPr>
              <a:spLocks noEditPoints="1"/>
            </p:cNvSpPr>
            <p:nvPr/>
          </p:nvSpPr>
          <p:spPr bwMode="auto">
            <a:xfrm flipV="1">
              <a:off x="3360739" y="99790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6" name="Freeform 482"/>
            <p:cNvSpPr>
              <a:spLocks noEditPoints="1"/>
            </p:cNvSpPr>
            <p:nvPr/>
          </p:nvSpPr>
          <p:spPr bwMode="auto">
            <a:xfrm flipV="1">
              <a:off x="5138739" y="67405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7" name="Freeform 483"/>
            <p:cNvSpPr>
              <a:spLocks noEditPoints="1"/>
            </p:cNvSpPr>
            <p:nvPr/>
          </p:nvSpPr>
          <p:spPr bwMode="auto">
            <a:xfrm flipV="1">
              <a:off x="2733677" y="96345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8" name="Freeform 484"/>
            <p:cNvSpPr>
              <a:spLocks noEditPoints="1"/>
            </p:cNvSpPr>
            <p:nvPr/>
          </p:nvSpPr>
          <p:spPr bwMode="auto">
            <a:xfrm flipV="1">
              <a:off x="4973639" y="69167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0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9" name="Freeform 485"/>
            <p:cNvSpPr>
              <a:spLocks noEditPoints="1"/>
            </p:cNvSpPr>
            <p:nvPr/>
          </p:nvSpPr>
          <p:spPr bwMode="auto">
            <a:xfrm flipV="1">
              <a:off x="3698877" y="8823323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0" name="Freeform 486"/>
            <p:cNvSpPr>
              <a:spLocks noEditPoints="1"/>
            </p:cNvSpPr>
            <p:nvPr/>
          </p:nvSpPr>
          <p:spPr bwMode="auto">
            <a:xfrm flipV="1">
              <a:off x="497363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5"/>
                    <a:pt x="15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1" name="Freeform 487"/>
            <p:cNvSpPr>
              <a:spLocks noEditPoints="1"/>
            </p:cNvSpPr>
            <p:nvPr/>
          </p:nvSpPr>
          <p:spPr bwMode="auto">
            <a:xfrm flipV="1">
              <a:off x="3041652" y="99948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2" name="Freeform 488"/>
            <p:cNvSpPr>
              <a:spLocks noEditPoints="1"/>
            </p:cNvSpPr>
            <p:nvPr/>
          </p:nvSpPr>
          <p:spPr bwMode="auto">
            <a:xfrm flipV="1">
              <a:off x="532288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0 w 24"/>
                <a:gd name="T19" fmla="*/ 20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3" name="Freeform 489"/>
            <p:cNvSpPr>
              <a:spLocks noEditPoints="1"/>
            </p:cNvSpPr>
            <p:nvPr/>
          </p:nvSpPr>
          <p:spPr bwMode="auto">
            <a:xfrm flipV="1">
              <a:off x="3187702" y="99901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4 w 24"/>
                <a:gd name="T15" fmla="*/ 4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4" name="Freeform 490"/>
            <p:cNvSpPr>
              <a:spLocks noEditPoints="1"/>
            </p:cNvSpPr>
            <p:nvPr/>
          </p:nvSpPr>
          <p:spPr bwMode="auto">
            <a:xfrm flipV="1">
              <a:off x="5492752" y="7097711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5" name="Freeform 491"/>
            <p:cNvSpPr>
              <a:spLocks noEditPoints="1"/>
            </p:cNvSpPr>
            <p:nvPr/>
          </p:nvSpPr>
          <p:spPr bwMode="auto">
            <a:xfrm flipV="1">
              <a:off x="2973389" y="10133011"/>
              <a:ext cx="90487" cy="93663"/>
            </a:xfrm>
            <a:custGeom>
              <a:avLst/>
              <a:gdLst>
                <a:gd name="T0" fmla="*/ 12 w 24"/>
                <a:gd name="T1" fmla="*/ 6 h 25"/>
                <a:gd name="T2" fmla="*/ 12 w 24"/>
                <a:gd name="T3" fmla="*/ 6 h 25"/>
                <a:gd name="T4" fmla="*/ 19 w 24"/>
                <a:gd name="T5" fmla="*/ 13 h 25"/>
                <a:gd name="T6" fmla="*/ 12 w 24"/>
                <a:gd name="T7" fmla="*/ 19 h 25"/>
                <a:gd name="T8" fmla="*/ 5 w 24"/>
                <a:gd name="T9" fmla="*/ 13 h 25"/>
                <a:gd name="T10" fmla="*/ 12 w 24"/>
                <a:gd name="T11" fmla="*/ 6 h 25"/>
                <a:gd name="T12" fmla="*/ 12 w 24"/>
                <a:gd name="T13" fmla="*/ 0 h 25"/>
                <a:gd name="T14" fmla="*/ 12 w 24"/>
                <a:gd name="T15" fmla="*/ 0 h 25"/>
                <a:gd name="T16" fmla="*/ 3 w 24"/>
                <a:gd name="T17" fmla="*/ 4 h 25"/>
                <a:gd name="T18" fmla="*/ 0 w 24"/>
                <a:gd name="T19" fmla="*/ 13 h 25"/>
                <a:gd name="T20" fmla="*/ 12 w 24"/>
                <a:gd name="T21" fmla="*/ 25 h 25"/>
                <a:gd name="T22" fmla="*/ 20 w 24"/>
                <a:gd name="T23" fmla="*/ 21 h 25"/>
                <a:gd name="T24" fmla="*/ 24 w 24"/>
                <a:gd name="T25" fmla="*/ 12 h 25"/>
                <a:gd name="T26" fmla="*/ 12 w 24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5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3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5" y="25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6" name="Oval 492"/>
            <p:cNvSpPr>
              <a:spLocks noChangeArrowheads="1"/>
            </p:cNvSpPr>
            <p:nvPr/>
          </p:nvSpPr>
          <p:spPr bwMode="auto">
            <a:xfrm flipV="1">
              <a:off x="5514977" y="6913561"/>
              <a:ext cx="107950" cy="1079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7" name="Freeform 493"/>
            <p:cNvSpPr>
              <a:spLocks/>
            </p:cNvSpPr>
            <p:nvPr/>
          </p:nvSpPr>
          <p:spPr bwMode="auto">
            <a:xfrm flipV="1">
              <a:off x="3049589" y="7156449"/>
              <a:ext cx="2944812" cy="3028950"/>
            </a:xfrm>
            <a:custGeom>
              <a:avLst/>
              <a:gdLst>
                <a:gd name="T0" fmla="*/ 673 w 785"/>
                <a:gd name="T1" fmla="*/ 807 h 807"/>
                <a:gd name="T2" fmla="*/ 670 w 785"/>
                <a:gd name="T3" fmla="*/ 804 h 807"/>
                <a:gd name="T4" fmla="*/ 688 w 785"/>
                <a:gd name="T5" fmla="*/ 787 h 807"/>
                <a:gd name="T6" fmla="*/ 689 w 785"/>
                <a:gd name="T7" fmla="*/ 786 h 807"/>
                <a:gd name="T8" fmla="*/ 728 w 785"/>
                <a:gd name="T9" fmla="*/ 786 h 807"/>
                <a:gd name="T10" fmla="*/ 782 w 785"/>
                <a:gd name="T11" fmla="*/ 733 h 807"/>
                <a:gd name="T12" fmla="*/ 782 w 785"/>
                <a:gd name="T13" fmla="*/ 692 h 807"/>
                <a:gd name="T14" fmla="*/ 93 w 785"/>
                <a:gd name="T15" fmla="*/ 3 h 807"/>
                <a:gd name="T16" fmla="*/ 0 w 785"/>
                <a:gd name="T17" fmla="*/ 3 h 807"/>
                <a:gd name="T18" fmla="*/ 0 w 785"/>
                <a:gd name="T19" fmla="*/ 0 h 807"/>
                <a:gd name="T20" fmla="*/ 94 w 785"/>
                <a:gd name="T21" fmla="*/ 0 h 807"/>
                <a:gd name="T22" fmla="*/ 95 w 785"/>
                <a:gd name="T23" fmla="*/ 0 h 807"/>
                <a:gd name="T24" fmla="*/ 785 w 785"/>
                <a:gd name="T25" fmla="*/ 690 h 807"/>
                <a:gd name="T26" fmla="*/ 785 w 785"/>
                <a:gd name="T27" fmla="*/ 692 h 807"/>
                <a:gd name="T28" fmla="*/ 785 w 785"/>
                <a:gd name="T29" fmla="*/ 733 h 807"/>
                <a:gd name="T30" fmla="*/ 785 w 785"/>
                <a:gd name="T31" fmla="*/ 735 h 807"/>
                <a:gd name="T32" fmla="*/ 730 w 785"/>
                <a:gd name="T33" fmla="*/ 789 h 807"/>
                <a:gd name="T34" fmla="*/ 729 w 785"/>
                <a:gd name="T35" fmla="*/ 790 h 807"/>
                <a:gd name="T36" fmla="*/ 690 w 785"/>
                <a:gd name="T37" fmla="*/ 790 h 807"/>
                <a:gd name="T38" fmla="*/ 673 w 785"/>
                <a:gd name="T3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5" h="807">
                  <a:moveTo>
                    <a:pt x="673" y="807"/>
                  </a:moveTo>
                  <a:cubicBezTo>
                    <a:pt x="670" y="804"/>
                    <a:pt x="670" y="804"/>
                    <a:pt x="670" y="804"/>
                  </a:cubicBezTo>
                  <a:cubicBezTo>
                    <a:pt x="688" y="787"/>
                    <a:pt x="688" y="787"/>
                    <a:pt x="688" y="787"/>
                  </a:cubicBezTo>
                  <a:cubicBezTo>
                    <a:pt x="688" y="787"/>
                    <a:pt x="689" y="786"/>
                    <a:pt x="689" y="786"/>
                  </a:cubicBezTo>
                  <a:cubicBezTo>
                    <a:pt x="728" y="786"/>
                    <a:pt x="728" y="786"/>
                    <a:pt x="728" y="786"/>
                  </a:cubicBezTo>
                  <a:cubicBezTo>
                    <a:pt x="782" y="733"/>
                    <a:pt x="782" y="733"/>
                    <a:pt x="782" y="733"/>
                  </a:cubicBezTo>
                  <a:cubicBezTo>
                    <a:pt x="782" y="692"/>
                    <a:pt x="782" y="692"/>
                    <a:pt x="782" y="692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0"/>
                  </a:cubicBezTo>
                  <a:cubicBezTo>
                    <a:pt x="785" y="690"/>
                    <a:pt x="785" y="690"/>
                    <a:pt x="785" y="690"/>
                  </a:cubicBezTo>
                  <a:cubicBezTo>
                    <a:pt x="785" y="691"/>
                    <a:pt x="785" y="691"/>
                    <a:pt x="785" y="692"/>
                  </a:cubicBezTo>
                  <a:cubicBezTo>
                    <a:pt x="785" y="733"/>
                    <a:pt x="785" y="733"/>
                    <a:pt x="785" y="733"/>
                  </a:cubicBezTo>
                  <a:cubicBezTo>
                    <a:pt x="785" y="734"/>
                    <a:pt x="785" y="734"/>
                    <a:pt x="785" y="735"/>
                  </a:cubicBezTo>
                  <a:cubicBezTo>
                    <a:pt x="730" y="789"/>
                    <a:pt x="730" y="789"/>
                    <a:pt x="730" y="789"/>
                  </a:cubicBezTo>
                  <a:cubicBezTo>
                    <a:pt x="730" y="790"/>
                    <a:pt x="729" y="790"/>
                    <a:pt x="729" y="790"/>
                  </a:cubicBezTo>
                  <a:cubicBezTo>
                    <a:pt x="690" y="790"/>
                    <a:pt x="690" y="790"/>
                    <a:pt x="690" y="790"/>
                  </a:cubicBezTo>
                  <a:lnTo>
                    <a:pt x="673" y="8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8" name="Freeform 494"/>
            <p:cNvSpPr>
              <a:spLocks/>
            </p:cNvSpPr>
            <p:nvPr/>
          </p:nvSpPr>
          <p:spPr bwMode="auto">
            <a:xfrm flipV="1">
              <a:off x="3297239" y="7007223"/>
              <a:ext cx="2435225" cy="2998788"/>
            </a:xfrm>
            <a:custGeom>
              <a:avLst/>
              <a:gdLst>
                <a:gd name="T0" fmla="*/ 550 w 649"/>
                <a:gd name="T1" fmla="*/ 799 h 799"/>
                <a:gd name="T2" fmla="*/ 550 w 649"/>
                <a:gd name="T3" fmla="*/ 764 h 799"/>
                <a:gd name="T4" fmla="*/ 551 w 649"/>
                <a:gd name="T5" fmla="*/ 762 h 799"/>
                <a:gd name="T6" fmla="*/ 646 w 649"/>
                <a:gd name="T7" fmla="*/ 671 h 799"/>
                <a:gd name="T8" fmla="*/ 646 w 649"/>
                <a:gd name="T9" fmla="*/ 644 h 799"/>
                <a:gd name="T10" fmla="*/ 216 w 649"/>
                <a:gd name="T11" fmla="*/ 214 h 799"/>
                <a:gd name="T12" fmla="*/ 164 w 649"/>
                <a:gd name="T13" fmla="*/ 214 h 799"/>
                <a:gd name="T14" fmla="*/ 162 w 649"/>
                <a:gd name="T15" fmla="*/ 214 h 799"/>
                <a:gd name="T16" fmla="*/ 0 w 649"/>
                <a:gd name="T17" fmla="*/ 52 h 799"/>
                <a:gd name="T18" fmla="*/ 0 w 649"/>
                <a:gd name="T19" fmla="*/ 51 h 799"/>
                <a:gd name="T20" fmla="*/ 0 w 649"/>
                <a:gd name="T21" fmla="*/ 22 h 799"/>
                <a:gd name="T22" fmla="*/ 0 w 649"/>
                <a:gd name="T23" fmla="*/ 21 h 799"/>
                <a:gd name="T24" fmla="*/ 22 w 649"/>
                <a:gd name="T25" fmla="*/ 0 h 799"/>
                <a:gd name="T26" fmla="*/ 24 w 649"/>
                <a:gd name="T27" fmla="*/ 2 h 799"/>
                <a:gd name="T28" fmla="*/ 3 w 649"/>
                <a:gd name="T29" fmla="*/ 23 h 799"/>
                <a:gd name="T30" fmla="*/ 3 w 649"/>
                <a:gd name="T31" fmla="*/ 50 h 799"/>
                <a:gd name="T32" fmla="*/ 164 w 649"/>
                <a:gd name="T33" fmla="*/ 211 h 799"/>
                <a:gd name="T34" fmla="*/ 217 w 649"/>
                <a:gd name="T35" fmla="*/ 211 h 799"/>
                <a:gd name="T36" fmla="*/ 218 w 649"/>
                <a:gd name="T37" fmla="*/ 211 h 799"/>
                <a:gd name="T38" fmla="*/ 649 w 649"/>
                <a:gd name="T39" fmla="*/ 642 h 799"/>
                <a:gd name="T40" fmla="*/ 649 w 649"/>
                <a:gd name="T41" fmla="*/ 644 h 799"/>
                <a:gd name="T42" fmla="*/ 649 w 649"/>
                <a:gd name="T43" fmla="*/ 671 h 799"/>
                <a:gd name="T44" fmla="*/ 649 w 649"/>
                <a:gd name="T45" fmla="*/ 673 h 799"/>
                <a:gd name="T46" fmla="*/ 554 w 649"/>
                <a:gd name="T47" fmla="*/ 764 h 799"/>
                <a:gd name="T48" fmla="*/ 554 w 649"/>
                <a:gd name="T49" fmla="*/ 799 h 799"/>
                <a:gd name="T50" fmla="*/ 550 w 649"/>
                <a:gd name="T51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9" h="799">
                  <a:moveTo>
                    <a:pt x="550" y="799"/>
                  </a:moveTo>
                  <a:cubicBezTo>
                    <a:pt x="550" y="764"/>
                    <a:pt x="550" y="764"/>
                    <a:pt x="550" y="764"/>
                  </a:cubicBezTo>
                  <a:cubicBezTo>
                    <a:pt x="550" y="763"/>
                    <a:pt x="550" y="763"/>
                    <a:pt x="551" y="762"/>
                  </a:cubicBezTo>
                  <a:cubicBezTo>
                    <a:pt x="646" y="671"/>
                    <a:pt x="646" y="671"/>
                    <a:pt x="646" y="671"/>
                  </a:cubicBezTo>
                  <a:cubicBezTo>
                    <a:pt x="646" y="644"/>
                    <a:pt x="646" y="644"/>
                    <a:pt x="646" y="644"/>
                  </a:cubicBezTo>
                  <a:cubicBezTo>
                    <a:pt x="216" y="214"/>
                    <a:pt x="216" y="214"/>
                    <a:pt x="216" y="214"/>
                  </a:cubicBezTo>
                  <a:cubicBezTo>
                    <a:pt x="164" y="214"/>
                    <a:pt x="164" y="214"/>
                    <a:pt x="164" y="214"/>
                  </a:cubicBezTo>
                  <a:cubicBezTo>
                    <a:pt x="163" y="214"/>
                    <a:pt x="163" y="214"/>
                    <a:pt x="162" y="2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0" y="5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164" y="211"/>
                    <a:pt x="164" y="211"/>
                    <a:pt x="164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7" y="211"/>
                    <a:pt x="218" y="211"/>
                    <a:pt x="218" y="211"/>
                  </a:cubicBezTo>
                  <a:cubicBezTo>
                    <a:pt x="649" y="642"/>
                    <a:pt x="649" y="642"/>
                    <a:pt x="649" y="642"/>
                  </a:cubicBezTo>
                  <a:cubicBezTo>
                    <a:pt x="649" y="643"/>
                    <a:pt x="649" y="643"/>
                    <a:pt x="649" y="644"/>
                  </a:cubicBezTo>
                  <a:cubicBezTo>
                    <a:pt x="649" y="671"/>
                    <a:pt x="649" y="671"/>
                    <a:pt x="649" y="671"/>
                  </a:cubicBezTo>
                  <a:cubicBezTo>
                    <a:pt x="649" y="672"/>
                    <a:pt x="649" y="672"/>
                    <a:pt x="649" y="673"/>
                  </a:cubicBezTo>
                  <a:cubicBezTo>
                    <a:pt x="554" y="764"/>
                    <a:pt x="554" y="764"/>
                    <a:pt x="554" y="764"/>
                  </a:cubicBezTo>
                  <a:cubicBezTo>
                    <a:pt x="554" y="799"/>
                    <a:pt x="554" y="799"/>
                    <a:pt x="554" y="799"/>
                  </a:cubicBezTo>
                  <a:lnTo>
                    <a:pt x="550" y="7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9" name="Freeform 495"/>
            <p:cNvSpPr>
              <a:spLocks/>
            </p:cNvSpPr>
            <p:nvPr/>
          </p:nvSpPr>
          <p:spPr bwMode="auto">
            <a:xfrm flipV="1">
              <a:off x="3127377" y="7356474"/>
              <a:ext cx="2330450" cy="2663825"/>
            </a:xfrm>
            <a:custGeom>
              <a:avLst/>
              <a:gdLst>
                <a:gd name="T0" fmla="*/ 606 w 621"/>
                <a:gd name="T1" fmla="*/ 710 h 710"/>
                <a:gd name="T2" fmla="*/ 603 w 621"/>
                <a:gd name="T3" fmla="*/ 707 h 710"/>
                <a:gd name="T4" fmla="*/ 617 w 621"/>
                <a:gd name="T5" fmla="*/ 693 h 710"/>
                <a:gd name="T6" fmla="*/ 617 w 621"/>
                <a:gd name="T7" fmla="*/ 621 h 710"/>
                <a:gd name="T8" fmla="*/ 247 w 621"/>
                <a:gd name="T9" fmla="*/ 250 h 710"/>
                <a:gd name="T10" fmla="*/ 200 w 621"/>
                <a:gd name="T11" fmla="*/ 250 h 710"/>
                <a:gd name="T12" fmla="*/ 198 w 621"/>
                <a:gd name="T13" fmla="*/ 250 h 710"/>
                <a:gd name="T14" fmla="*/ 0 w 621"/>
                <a:gd name="T15" fmla="*/ 52 h 710"/>
                <a:gd name="T16" fmla="*/ 0 w 621"/>
                <a:gd name="T17" fmla="*/ 50 h 710"/>
                <a:gd name="T18" fmla="*/ 0 w 621"/>
                <a:gd name="T19" fmla="*/ 23 h 710"/>
                <a:gd name="T20" fmla="*/ 0 w 621"/>
                <a:gd name="T21" fmla="*/ 22 h 710"/>
                <a:gd name="T22" fmla="*/ 22 w 621"/>
                <a:gd name="T23" fmla="*/ 0 h 710"/>
                <a:gd name="T24" fmla="*/ 24 w 621"/>
                <a:gd name="T25" fmla="*/ 2 h 710"/>
                <a:gd name="T26" fmla="*/ 3 w 621"/>
                <a:gd name="T27" fmla="*/ 24 h 710"/>
                <a:gd name="T28" fmla="*/ 3 w 621"/>
                <a:gd name="T29" fmla="*/ 50 h 710"/>
                <a:gd name="T30" fmla="*/ 200 w 621"/>
                <a:gd name="T31" fmla="*/ 247 h 710"/>
                <a:gd name="T32" fmla="*/ 248 w 621"/>
                <a:gd name="T33" fmla="*/ 247 h 710"/>
                <a:gd name="T34" fmla="*/ 249 w 621"/>
                <a:gd name="T35" fmla="*/ 247 h 710"/>
                <a:gd name="T36" fmla="*/ 620 w 621"/>
                <a:gd name="T37" fmla="*/ 619 h 710"/>
                <a:gd name="T38" fmla="*/ 621 w 621"/>
                <a:gd name="T39" fmla="*/ 620 h 710"/>
                <a:gd name="T40" fmla="*/ 621 w 621"/>
                <a:gd name="T41" fmla="*/ 694 h 710"/>
                <a:gd name="T42" fmla="*/ 620 w 621"/>
                <a:gd name="T43" fmla="*/ 695 h 710"/>
                <a:gd name="T44" fmla="*/ 606 w 621"/>
                <a:gd name="T45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1" h="710">
                  <a:moveTo>
                    <a:pt x="606" y="710"/>
                  </a:moveTo>
                  <a:cubicBezTo>
                    <a:pt x="603" y="707"/>
                    <a:pt x="603" y="707"/>
                    <a:pt x="603" y="707"/>
                  </a:cubicBezTo>
                  <a:cubicBezTo>
                    <a:pt x="617" y="693"/>
                    <a:pt x="617" y="693"/>
                    <a:pt x="617" y="693"/>
                  </a:cubicBezTo>
                  <a:cubicBezTo>
                    <a:pt x="617" y="621"/>
                    <a:pt x="617" y="621"/>
                    <a:pt x="617" y="621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00" y="250"/>
                    <a:pt x="200" y="250"/>
                    <a:pt x="200" y="250"/>
                  </a:cubicBezTo>
                  <a:cubicBezTo>
                    <a:pt x="199" y="250"/>
                    <a:pt x="199" y="250"/>
                    <a:pt x="198" y="25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1"/>
                    <a:pt x="0" y="51"/>
                    <a:pt x="0" y="5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00" y="247"/>
                    <a:pt x="200" y="247"/>
                    <a:pt x="200" y="247"/>
                  </a:cubicBezTo>
                  <a:cubicBezTo>
                    <a:pt x="248" y="247"/>
                    <a:pt x="248" y="247"/>
                    <a:pt x="248" y="247"/>
                  </a:cubicBezTo>
                  <a:cubicBezTo>
                    <a:pt x="248" y="247"/>
                    <a:pt x="248" y="247"/>
                    <a:pt x="249" y="247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1" y="619"/>
                    <a:pt x="621" y="620"/>
                  </a:cubicBezTo>
                  <a:cubicBezTo>
                    <a:pt x="621" y="694"/>
                    <a:pt x="621" y="694"/>
                    <a:pt x="621" y="694"/>
                  </a:cubicBezTo>
                  <a:cubicBezTo>
                    <a:pt x="621" y="695"/>
                    <a:pt x="620" y="695"/>
                    <a:pt x="620" y="695"/>
                  </a:cubicBezTo>
                  <a:lnTo>
                    <a:pt x="606" y="7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0" name="Freeform 496"/>
            <p:cNvSpPr>
              <a:spLocks/>
            </p:cNvSpPr>
            <p:nvPr/>
          </p:nvSpPr>
          <p:spPr bwMode="auto">
            <a:xfrm flipV="1">
              <a:off x="2986089" y="7318373"/>
              <a:ext cx="2389187" cy="2706688"/>
            </a:xfrm>
            <a:custGeom>
              <a:avLst/>
              <a:gdLst>
                <a:gd name="T0" fmla="*/ 552 w 637"/>
                <a:gd name="T1" fmla="*/ 721 h 721"/>
                <a:gd name="T2" fmla="*/ 552 w 637"/>
                <a:gd name="T3" fmla="*/ 716 h 721"/>
                <a:gd name="T4" fmla="*/ 593 w 637"/>
                <a:gd name="T5" fmla="*/ 716 h 721"/>
                <a:gd name="T6" fmla="*/ 632 w 637"/>
                <a:gd name="T7" fmla="*/ 677 h 721"/>
                <a:gd name="T8" fmla="*/ 632 w 637"/>
                <a:gd name="T9" fmla="*/ 635 h 721"/>
                <a:gd name="T10" fmla="*/ 279 w 637"/>
                <a:gd name="T11" fmla="*/ 283 h 721"/>
                <a:gd name="T12" fmla="*/ 219 w 637"/>
                <a:gd name="T13" fmla="*/ 283 h 721"/>
                <a:gd name="T14" fmla="*/ 217 w 637"/>
                <a:gd name="T15" fmla="*/ 282 h 721"/>
                <a:gd name="T16" fmla="*/ 1 w 637"/>
                <a:gd name="T17" fmla="*/ 66 h 721"/>
                <a:gd name="T18" fmla="*/ 0 w 637"/>
                <a:gd name="T19" fmla="*/ 64 h 721"/>
                <a:gd name="T20" fmla="*/ 0 w 637"/>
                <a:gd name="T21" fmla="*/ 20 h 721"/>
                <a:gd name="T22" fmla="*/ 1 w 637"/>
                <a:gd name="T23" fmla="*/ 18 h 721"/>
                <a:gd name="T24" fmla="*/ 19 w 637"/>
                <a:gd name="T25" fmla="*/ 0 h 721"/>
                <a:gd name="T26" fmla="*/ 23 w 637"/>
                <a:gd name="T27" fmla="*/ 3 h 721"/>
                <a:gd name="T28" fmla="*/ 5 w 637"/>
                <a:gd name="T29" fmla="*/ 21 h 721"/>
                <a:gd name="T30" fmla="*/ 5 w 637"/>
                <a:gd name="T31" fmla="*/ 63 h 721"/>
                <a:gd name="T32" fmla="*/ 220 w 637"/>
                <a:gd name="T33" fmla="*/ 277 h 721"/>
                <a:gd name="T34" fmla="*/ 280 w 637"/>
                <a:gd name="T35" fmla="*/ 277 h 721"/>
                <a:gd name="T36" fmla="*/ 282 w 637"/>
                <a:gd name="T37" fmla="*/ 278 h 721"/>
                <a:gd name="T38" fmla="*/ 636 w 637"/>
                <a:gd name="T39" fmla="*/ 633 h 721"/>
                <a:gd name="T40" fmla="*/ 637 w 637"/>
                <a:gd name="T41" fmla="*/ 634 h 721"/>
                <a:gd name="T42" fmla="*/ 637 w 637"/>
                <a:gd name="T43" fmla="*/ 678 h 721"/>
                <a:gd name="T44" fmla="*/ 636 w 637"/>
                <a:gd name="T45" fmla="*/ 680 h 721"/>
                <a:gd name="T46" fmla="*/ 596 w 637"/>
                <a:gd name="T47" fmla="*/ 720 h 721"/>
                <a:gd name="T48" fmla="*/ 594 w 637"/>
                <a:gd name="T49" fmla="*/ 721 h 721"/>
                <a:gd name="T50" fmla="*/ 552 w 637"/>
                <a:gd name="T51" fmla="*/ 72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7" h="721">
                  <a:moveTo>
                    <a:pt x="552" y="721"/>
                  </a:moveTo>
                  <a:cubicBezTo>
                    <a:pt x="552" y="716"/>
                    <a:pt x="552" y="716"/>
                    <a:pt x="552" y="716"/>
                  </a:cubicBezTo>
                  <a:cubicBezTo>
                    <a:pt x="593" y="716"/>
                    <a:pt x="593" y="716"/>
                    <a:pt x="593" y="716"/>
                  </a:cubicBezTo>
                  <a:cubicBezTo>
                    <a:pt x="632" y="677"/>
                    <a:pt x="632" y="677"/>
                    <a:pt x="632" y="677"/>
                  </a:cubicBezTo>
                  <a:cubicBezTo>
                    <a:pt x="632" y="635"/>
                    <a:pt x="632" y="635"/>
                    <a:pt x="632" y="635"/>
                  </a:cubicBezTo>
                  <a:cubicBezTo>
                    <a:pt x="279" y="283"/>
                    <a:pt x="279" y="283"/>
                    <a:pt x="279" y="283"/>
                  </a:cubicBezTo>
                  <a:cubicBezTo>
                    <a:pt x="219" y="283"/>
                    <a:pt x="219" y="283"/>
                    <a:pt x="219" y="283"/>
                  </a:cubicBezTo>
                  <a:cubicBezTo>
                    <a:pt x="218" y="283"/>
                    <a:pt x="218" y="282"/>
                    <a:pt x="217" y="282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0" y="65"/>
                    <a:pt x="0" y="6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9"/>
                    <a:pt x="1" y="18"/>
                    <a:pt x="1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220" y="277"/>
                    <a:pt x="220" y="277"/>
                    <a:pt x="220" y="277"/>
                  </a:cubicBezTo>
                  <a:cubicBezTo>
                    <a:pt x="280" y="277"/>
                    <a:pt x="280" y="277"/>
                    <a:pt x="280" y="277"/>
                  </a:cubicBezTo>
                  <a:cubicBezTo>
                    <a:pt x="281" y="277"/>
                    <a:pt x="282" y="278"/>
                    <a:pt x="282" y="278"/>
                  </a:cubicBezTo>
                  <a:cubicBezTo>
                    <a:pt x="636" y="633"/>
                    <a:pt x="636" y="633"/>
                    <a:pt x="636" y="633"/>
                  </a:cubicBezTo>
                  <a:cubicBezTo>
                    <a:pt x="637" y="633"/>
                    <a:pt x="637" y="634"/>
                    <a:pt x="637" y="634"/>
                  </a:cubicBezTo>
                  <a:cubicBezTo>
                    <a:pt x="637" y="678"/>
                    <a:pt x="637" y="678"/>
                    <a:pt x="637" y="678"/>
                  </a:cubicBezTo>
                  <a:cubicBezTo>
                    <a:pt x="637" y="679"/>
                    <a:pt x="637" y="680"/>
                    <a:pt x="636" y="680"/>
                  </a:cubicBezTo>
                  <a:cubicBezTo>
                    <a:pt x="596" y="720"/>
                    <a:pt x="596" y="720"/>
                    <a:pt x="596" y="720"/>
                  </a:cubicBezTo>
                  <a:cubicBezTo>
                    <a:pt x="596" y="721"/>
                    <a:pt x="595" y="721"/>
                    <a:pt x="594" y="721"/>
                  </a:cubicBezTo>
                  <a:lnTo>
                    <a:pt x="552" y="72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1" name="Freeform 497"/>
            <p:cNvSpPr>
              <a:spLocks/>
            </p:cNvSpPr>
            <p:nvPr/>
          </p:nvSpPr>
          <p:spPr bwMode="auto">
            <a:xfrm flipV="1">
              <a:off x="3776664" y="7004048"/>
              <a:ext cx="1512887" cy="1871663"/>
            </a:xfrm>
            <a:custGeom>
              <a:avLst/>
              <a:gdLst>
                <a:gd name="T0" fmla="*/ 333 w 403"/>
                <a:gd name="T1" fmla="*/ 499 h 499"/>
                <a:gd name="T2" fmla="*/ 328 w 403"/>
                <a:gd name="T3" fmla="*/ 499 h 499"/>
                <a:gd name="T4" fmla="*/ 328 w 403"/>
                <a:gd name="T5" fmla="*/ 468 h 499"/>
                <a:gd name="T6" fmla="*/ 300 w 403"/>
                <a:gd name="T7" fmla="*/ 440 h 499"/>
                <a:gd name="T8" fmla="*/ 299 w 403"/>
                <a:gd name="T9" fmla="*/ 438 h 499"/>
                <a:gd name="T10" fmla="*/ 299 w 403"/>
                <a:gd name="T11" fmla="*/ 398 h 499"/>
                <a:gd name="T12" fmla="*/ 300 w 403"/>
                <a:gd name="T13" fmla="*/ 396 h 499"/>
                <a:gd name="T14" fmla="*/ 322 w 403"/>
                <a:gd name="T15" fmla="*/ 374 h 499"/>
                <a:gd name="T16" fmla="*/ 323 w 403"/>
                <a:gd name="T17" fmla="*/ 374 h 499"/>
                <a:gd name="T18" fmla="*/ 374 w 403"/>
                <a:gd name="T19" fmla="*/ 374 h 499"/>
                <a:gd name="T20" fmla="*/ 398 w 403"/>
                <a:gd name="T21" fmla="*/ 349 h 499"/>
                <a:gd name="T22" fmla="*/ 398 w 403"/>
                <a:gd name="T23" fmla="*/ 340 h 499"/>
                <a:gd name="T24" fmla="*/ 63 w 403"/>
                <a:gd name="T25" fmla="*/ 5 h 499"/>
                <a:gd name="T26" fmla="*/ 0 w 403"/>
                <a:gd name="T27" fmla="*/ 5 h 499"/>
                <a:gd name="T28" fmla="*/ 0 w 403"/>
                <a:gd name="T29" fmla="*/ 0 h 499"/>
                <a:gd name="T30" fmla="*/ 64 w 403"/>
                <a:gd name="T31" fmla="*/ 0 h 499"/>
                <a:gd name="T32" fmla="*/ 66 w 403"/>
                <a:gd name="T33" fmla="*/ 0 h 499"/>
                <a:gd name="T34" fmla="*/ 403 w 403"/>
                <a:gd name="T35" fmla="*/ 337 h 499"/>
                <a:gd name="T36" fmla="*/ 403 w 403"/>
                <a:gd name="T37" fmla="*/ 339 h 499"/>
                <a:gd name="T38" fmla="*/ 403 w 403"/>
                <a:gd name="T39" fmla="*/ 350 h 499"/>
                <a:gd name="T40" fmla="*/ 403 w 403"/>
                <a:gd name="T41" fmla="*/ 352 h 499"/>
                <a:gd name="T42" fmla="*/ 377 w 403"/>
                <a:gd name="T43" fmla="*/ 378 h 499"/>
                <a:gd name="T44" fmla="*/ 375 w 403"/>
                <a:gd name="T45" fmla="*/ 379 h 499"/>
                <a:gd name="T46" fmla="*/ 325 w 403"/>
                <a:gd name="T47" fmla="*/ 379 h 499"/>
                <a:gd name="T48" fmla="*/ 304 w 403"/>
                <a:gd name="T49" fmla="*/ 399 h 499"/>
                <a:gd name="T50" fmla="*/ 304 w 403"/>
                <a:gd name="T51" fmla="*/ 437 h 499"/>
                <a:gd name="T52" fmla="*/ 332 w 403"/>
                <a:gd name="T53" fmla="*/ 465 h 499"/>
                <a:gd name="T54" fmla="*/ 333 w 403"/>
                <a:gd name="T55" fmla="*/ 467 h 499"/>
                <a:gd name="T56" fmla="*/ 333 w 403"/>
                <a:gd name="T57" fmla="*/ 49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3" h="499">
                  <a:moveTo>
                    <a:pt x="333" y="499"/>
                  </a:moveTo>
                  <a:cubicBezTo>
                    <a:pt x="328" y="499"/>
                    <a:pt x="328" y="499"/>
                    <a:pt x="328" y="499"/>
                  </a:cubicBezTo>
                  <a:cubicBezTo>
                    <a:pt x="328" y="468"/>
                    <a:pt x="328" y="468"/>
                    <a:pt x="328" y="468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9" y="439"/>
                    <a:pt x="299" y="438"/>
                    <a:pt x="299" y="438"/>
                  </a:cubicBezTo>
                  <a:cubicBezTo>
                    <a:pt x="299" y="398"/>
                    <a:pt x="299" y="398"/>
                    <a:pt x="299" y="398"/>
                  </a:cubicBezTo>
                  <a:cubicBezTo>
                    <a:pt x="299" y="397"/>
                    <a:pt x="299" y="397"/>
                    <a:pt x="300" y="396"/>
                  </a:cubicBezTo>
                  <a:cubicBezTo>
                    <a:pt x="322" y="374"/>
                    <a:pt x="322" y="374"/>
                    <a:pt x="322" y="374"/>
                  </a:cubicBezTo>
                  <a:cubicBezTo>
                    <a:pt x="322" y="374"/>
                    <a:pt x="323" y="374"/>
                    <a:pt x="323" y="374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98" y="349"/>
                    <a:pt x="398" y="349"/>
                    <a:pt x="398" y="349"/>
                  </a:cubicBezTo>
                  <a:cubicBezTo>
                    <a:pt x="398" y="340"/>
                    <a:pt x="398" y="340"/>
                    <a:pt x="398" y="340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5" y="0"/>
                    <a:pt x="66" y="0"/>
                    <a:pt x="66" y="0"/>
                  </a:cubicBezTo>
                  <a:cubicBezTo>
                    <a:pt x="403" y="337"/>
                    <a:pt x="403" y="337"/>
                    <a:pt x="403" y="337"/>
                  </a:cubicBezTo>
                  <a:cubicBezTo>
                    <a:pt x="403" y="337"/>
                    <a:pt x="403" y="338"/>
                    <a:pt x="403" y="339"/>
                  </a:cubicBezTo>
                  <a:cubicBezTo>
                    <a:pt x="403" y="350"/>
                    <a:pt x="403" y="350"/>
                    <a:pt x="403" y="350"/>
                  </a:cubicBezTo>
                  <a:cubicBezTo>
                    <a:pt x="403" y="351"/>
                    <a:pt x="403" y="351"/>
                    <a:pt x="403" y="352"/>
                  </a:cubicBezTo>
                  <a:cubicBezTo>
                    <a:pt x="377" y="378"/>
                    <a:pt x="377" y="378"/>
                    <a:pt x="377" y="378"/>
                  </a:cubicBezTo>
                  <a:cubicBezTo>
                    <a:pt x="376" y="378"/>
                    <a:pt x="375" y="379"/>
                    <a:pt x="375" y="379"/>
                  </a:cubicBezTo>
                  <a:cubicBezTo>
                    <a:pt x="325" y="379"/>
                    <a:pt x="325" y="379"/>
                    <a:pt x="325" y="379"/>
                  </a:cubicBezTo>
                  <a:cubicBezTo>
                    <a:pt x="304" y="399"/>
                    <a:pt x="304" y="399"/>
                    <a:pt x="304" y="399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32" y="465"/>
                    <a:pt x="332" y="465"/>
                    <a:pt x="332" y="465"/>
                  </a:cubicBezTo>
                  <a:cubicBezTo>
                    <a:pt x="333" y="465"/>
                    <a:pt x="333" y="466"/>
                    <a:pt x="333" y="467"/>
                  </a:cubicBezTo>
                  <a:lnTo>
                    <a:pt x="333" y="49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2" name="Freeform 498"/>
            <p:cNvSpPr>
              <a:spLocks/>
            </p:cNvSpPr>
            <p:nvPr/>
          </p:nvSpPr>
          <p:spPr bwMode="auto">
            <a:xfrm flipV="1">
              <a:off x="3228977" y="6650036"/>
              <a:ext cx="3013075" cy="3941763"/>
            </a:xfrm>
            <a:custGeom>
              <a:avLst/>
              <a:gdLst>
                <a:gd name="T0" fmla="*/ 564 w 803"/>
                <a:gd name="T1" fmla="*/ 1050 h 1050"/>
                <a:gd name="T2" fmla="*/ 564 w 803"/>
                <a:gd name="T3" fmla="*/ 1017 h 1050"/>
                <a:gd name="T4" fmla="*/ 566 w 803"/>
                <a:gd name="T5" fmla="*/ 1013 h 1050"/>
                <a:gd name="T6" fmla="*/ 660 w 803"/>
                <a:gd name="T7" fmla="*/ 920 h 1050"/>
                <a:gd name="T8" fmla="*/ 663 w 803"/>
                <a:gd name="T9" fmla="*/ 918 h 1050"/>
                <a:gd name="T10" fmla="*/ 663 w 803"/>
                <a:gd name="T11" fmla="*/ 918 h 1050"/>
                <a:gd name="T12" fmla="*/ 706 w 803"/>
                <a:gd name="T13" fmla="*/ 918 h 1050"/>
                <a:gd name="T14" fmla="*/ 793 w 803"/>
                <a:gd name="T15" fmla="*/ 832 h 1050"/>
                <a:gd name="T16" fmla="*/ 793 w 803"/>
                <a:gd name="T17" fmla="*/ 800 h 1050"/>
                <a:gd name="T18" fmla="*/ 0 w 803"/>
                <a:gd name="T19" fmla="*/ 7 h 1050"/>
                <a:gd name="T20" fmla="*/ 7 w 803"/>
                <a:gd name="T21" fmla="*/ 0 h 1050"/>
                <a:gd name="T22" fmla="*/ 802 w 803"/>
                <a:gd name="T23" fmla="*/ 794 h 1050"/>
                <a:gd name="T24" fmla="*/ 803 w 803"/>
                <a:gd name="T25" fmla="*/ 797 h 1050"/>
                <a:gd name="T26" fmla="*/ 803 w 803"/>
                <a:gd name="T27" fmla="*/ 834 h 1050"/>
                <a:gd name="T28" fmla="*/ 802 w 803"/>
                <a:gd name="T29" fmla="*/ 837 h 1050"/>
                <a:gd name="T30" fmla="*/ 712 w 803"/>
                <a:gd name="T31" fmla="*/ 927 h 1050"/>
                <a:gd name="T32" fmla="*/ 708 w 803"/>
                <a:gd name="T33" fmla="*/ 929 h 1050"/>
                <a:gd name="T34" fmla="*/ 708 w 803"/>
                <a:gd name="T35" fmla="*/ 929 h 1050"/>
                <a:gd name="T36" fmla="*/ 665 w 803"/>
                <a:gd name="T37" fmla="*/ 928 h 1050"/>
                <a:gd name="T38" fmla="*/ 575 w 803"/>
                <a:gd name="T39" fmla="*/ 1019 h 1050"/>
                <a:gd name="T40" fmla="*/ 575 w 803"/>
                <a:gd name="T41" fmla="*/ 1050 h 1050"/>
                <a:gd name="T42" fmla="*/ 564 w 803"/>
                <a:gd name="T43" fmla="*/ 105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3" h="1050">
                  <a:moveTo>
                    <a:pt x="564" y="1050"/>
                  </a:moveTo>
                  <a:cubicBezTo>
                    <a:pt x="564" y="1017"/>
                    <a:pt x="564" y="1017"/>
                    <a:pt x="564" y="1017"/>
                  </a:cubicBezTo>
                  <a:cubicBezTo>
                    <a:pt x="564" y="1016"/>
                    <a:pt x="565" y="1014"/>
                    <a:pt x="566" y="1013"/>
                  </a:cubicBezTo>
                  <a:cubicBezTo>
                    <a:pt x="660" y="920"/>
                    <a:pt x="660" y="920"/>
                    <a:pt x="660" y="920"/>
                  </a:cubicBezTo>
                  <a:cubicBezTo>
                    <a:pt x="661" y="919"/>
                    <a:pt x="662" y="918"/>
                    <a:pt x="663" y="918"/>
                  </a:cubicBezTo>
                  <a:cubicBezTo>
                    <a:pt x="663" y="918"/>
                    <a:pt x="663" y="918"/>
                    <a:pt x="663" y="918"/>
                  </a:cubicBezTo>
                  <a:cubicBezTo>
                    <a:pt x="706" y="918"/>
                    <a:pt x="706" y="918"/>
                    <a:pt x="706" y="918"/>
                  </a:cubicBezTo>
                  <a:cubicBezTo>
                    <a:pt x="793" y="832"/>
                    <a:pt x="793" y="832"/>
                    <a:pt x="793" y="832"/>
                  </a:cubicBezTo>
                  <a:cubicBezTo>
                    <a:pt x="793" y="800"/>
                    <a:pt x="793" y="800"/>
                    <a:pt x="793" y="80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02" y="794"/>
                    <a:pt x="802" y="794"/>
                    <a:pt x="802" y="794"/>
                  </a:cubicBezTo>
                  <a:cubicBezTo>
                    <a:pt x="803" y="795"/>
                    <a:pt x="803" y="796"/>
                    <a:pt x="803" y="797"/>
                  </a:cubicBezTo>
                  <a:cubicBezTo>
                    <a:pt x="803" y="834"/>
                    <a:pt x="803" y="834"/>
                    <a:pt x="803" y="834"/>
                  </a:cubicBezTo>
                  <a:cubicBezTo>
                    <a:pt x="803" y="835"/>
                    <a:pt x="803" y="836"/>
                    <a:pt x="802" y="837"/>
                  </a:cubicBezTo>
                  <a:cubicBezTo>
                    <a:pt x="712" y="927"/>
                    <a:pt x="712" y="927"/>
                    <a:pt x="712" y="927"/>
                  </a:cubicBezTo>
                  <a:cubicBezTo>
                    <a:pt x="711" y="928"/>
                    <a:pt x="710" y="929"/>
                    <a:pt x="708" y="929"/>
                  </a:cubicBezTo>
                  <a:cubicBezTo>
                    <a:pt x="708" y="929"/>
                    <a:pt x="708" y="929"/>
                    <a:pt x="708" y="929"/>
                  </a:cubicBezTo>
                  <a:cubicBezTo>
                    <a:pt x="665" y="928"/>
                    <a:pt x="665" y="928"/>
                    <a:pt x="665" y="928"/>
                  </a:cubicBezTo>
                  <a:cubicBezTo>
                    <a:pt x="575" y="1019"/>
                    <a:pt x="575" y="1019"/>
                    <a:pt x="575" y="1019"/>
                  </a:cubicBezTo>
                  <a:cubicBezTo>
                    <a:pt x="575" y="1050"/>
                    <a:pt x="575" y="1050"/>
                    <a:pt x="575" y="1050"/>
                  </a:cubicBezTo>
                  <a:lnTo>
                    <a:pt x="564" y="1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3" name="Freeform 499"/>
            <p:cNvSpPr>
              <a:spLocks noEditPoints="1"/>
            </p:cNvSpPr>
            <p:nvPr/>
          </p:nvSpPr>
          <p:spPr bwMode="auto">
            <a:xfrm flipV="1">
              <a:off x="4595814" y="65611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0 w 24"/>
                <a:gd name="T23" fmla="*/ 21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4" name="Freeform 500"/>
            <p:cNvSpPr>
              <a:spLocks noEditPoints="1"/>
            </p:cNvSpPr>
            <p:nvPr/>
          </p:nvSpPr>
          <p:spPr bwMode="auto">
            <a:xfrm flipV="1">
              <a:off x="2309814" y="9299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5" name="Freeform 501"/>
            <p:cNvSpPr>
              <a:spLocks noEditPoints="1"/>
            </p:cNvSpPr>
            <p:nvPr/>
          </p:nvSpPr>
          <p:spPr bwMode="auto">
            <a:xfrm flipV="1">
              <a:off x="4854577" y="670718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4 w 24"/>
                <a:gd name="T17" fmla="*/ 20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6" name="Freeform 502"/>
            <p:cNvSpPr>
              <a:spLocks noEditPoints="1"/>
            </p:cNvSpPr>
            <p:nvPr/>
          </p:nvSpPr>
          <p:spPr bwMode="auto">
            <a:xfrm flipV="1">
              <a:off x="4572002" y="73151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7" name="Freeform 503"/>
            <p:cNvSpPr>
              <a:spLocks noEditPoints="1"/>
            </p:cNvSpPr>
            <p:nvPr/>
          </p:nvSpPr>
          <p:spPr bwMode="auto">
            <a:xfrm flipV="1">
              <a:off x="2816227" y="92281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1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8" name="Freeform 504"/>
            <p:cNvSpPr>
              <a:spLocks noEditPoints="1"/>
            </p:cNvSpPr>
            <p:nvPr/>
          </p:nvSpPr>
          <p:spPr bwMode="auto">
            <a:xfrm flipV="1">
              <a:off x="4775202" y="707866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9" name="Freeform 505"/>
            <p:cNvSpPr>
              <a:spLocks noEditPoints="1"/>
            </p:cNvSpPr>
            <p:nvPr/>
          </p:nvSpPr>
          <p:spPr bwMode="auto">
            <a:xfrm flipV="1">
              <a:off x="4411664" y="63833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0" name="Freeform 506"/>
            <p:cNvSpPr>
              <a:spLocks noEditPoints="1"/>
            </p:cNvSpPr>
            <p:nvPr/>
          </p:nvSpPr>
          <p:spPr bwMode="auto">
            <a:xfrm flipV="1">
              <a:off x="4227514" y="619601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1" name="Freeform 507"/>
            <p:cNvSpPr>
              <a:spLocks noEditPoints="1"/>
            </p:cNvSpPr>
            <p:nvPr/>
          </p:nvSpPr>
          <p:spPr bwMode="auto">
            <a:xfrm flipV="1">
              <a:off x="2336802" y="91043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2" name="Freeform 508"/>
            <p:cNvSpPr>
              <a:spLocks noEditPoints="1"/>
            </p:cNvSpPr>
            <p:nvPr/>
          </p:nvSpPr>
          <p:spPr bwMode="auto">
            <a:xfrm flipV="1">
              <a:off x="4213227" y="65262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3" name="Freeform 509"/>
            <p:cNvSpPr>
              <a:spLocks noEditPoints="1"/>
            </p:cNvSpPr>
            <p:nvPr/>
          </p:nvSpPr>
          <p:spPr bwMode="auto">
            <a:xfrm flipV="1">
              <a:off x="3889377" y="65611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4 w 24"/>
                <a:gd name="T21" fmla="*/ 4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4" name="Freeform 510"/>
            <p:cNvSpPr>
              <a:spLocks noEditPoints="1"/>
            </p:cNvSpPr>
            <p:nvPr/>
          </p:nvSpPr>
          <p:spPr bwMode="auto">
            <a:xfrm flipV="1">
              <a:off x="4065589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5" y="16"/>
                    <a:pt x="5" y="12"/>
                  </a:cubicBezTo>
                  <a:cubicBezTo>
                    <a:pt x="5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5" name="Freeform 511"/>
            <p:cNvSpPr>
              <a:spLocks noEditPoints="1"/>
            </p:cNvSpPr>
            <p:nvPr/>
          </p:nvSpPr>
          <p:spPr bwMode="auto">
            <a:xfrm flipV="1">
              <a:off x="3724277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1 w 24"/>
                <a:gd name="T19" fmla="*/ 21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6" name="Freeform 512"/>
            <p:cNvSpPr>
              <a:spLocks noEditPoints="1"/>
            </p:cNvSpPr>
            <p:nvPr/>
          </p:nvSpPr>
          <p:spPr bwMode="auto">
            <a:xfrm flipV="1">
              <a:off x="2767014" y="7593011"/>
              <a:ext cx="90487" cy="88900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6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7" name="Freeform 513"/>
            <p:cNvSpPr>
              <a:spLocks noEditPoints="1"/>
            </p:cNvSpPr>
            <p:nvPr/>
          </p:nvSpPr>
          <p:spPr bwMode="auto">
            <a:xfrm flipV="1">
              <a:off x="2928939" y="75326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9" y="18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8" name="Freeform 514"/>
            <p:cNvSpPr>
              <a:spLocks noEditPoints="1"/>
            </p:cNvSpPr>
            <p:nvPr/>
          </p:nvSpPr>
          <p:spPr bwMode="auto">
            <a:xfrm flipV="1">
              <a:off x="2876552" y="76977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3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9" name="Freeform 515"/>
            <p:cNvSpPr>
              <a:spLocks noEditPoints="1"/>
            </p:cNvSpPr>
            <p:nvPr/>
          </p:nvSpPr>
          <p:spPr bwMode="auto">
            <a:xfrm flipV="1">
              <a:off x="3698877" y="63690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0" name="Freeform 516"/>
            <p:cNvSpPr>
              <a:spLocks noEditPoints="1"/>
            </p:cNvSpPr>
            <p:nvPr/>
          </p:nvSpPr>
          <p:spPr bwMode="auto">
            <a:xfrm flipV="1">
              <a:off x="3836989" y="58133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12 w 24"/>
                <a:gd name="T13" fmla="*/ 19 h 24"/>
                <a:gd name="T14" fmla="*/ 5 w 24"/>
                <a:gd name="T15" fmla="*/ 12 h 24"/>
                <a:gd name="T16" fmla="*/ 12 w 24"/>
                <a:gd name="T17" fmla="*/ 5 h 24"/>
                <a:gd name="T18" fmla="*/ 12 w 24"/>
                <a:gd name="T19" fmla="*/ 0 h 24"/>
                <a:gd name="T20" fmla="*/ 12 w 24"/>
                <a:gd name="T21" fmla="*/ 0 h 24"/>
                <a:gd name="T22" fmla="*/ 12 w 24"/>
                <a:gd name="T23" fmla="*/ 0 h 24"/>
                <a:gd name="T24" fmla="*/ 4 w 24"/>
                <a:gd name="T25" fmla="*/ 4 h 24"/>
                <a:gd name="T26" fmla="*/ 0 w 24"/>
                <a:gd name="T27" fmla="*/ 12 h 24"/>
                <a:gd name="T28" fmla="*/ 12 w 24"/>
                <a:gd name="T29" fmla="*/ 24 h 24"/>
                <a:gd name="T30" fmla="*/ 24 w 24"/>
                <a:gd name="T31" fmla="*/ 12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1" name="Freeform 517"/>
            <p:cNvSpPr>
              <a:spLocks noEditPoints="1"/>
            </p:cNvSpPr>
            <p:nvPr/>
          </p:nvSpPr>
          <p:spPr bwMode="auto">
            <a:xfrm flipV="1">
              <a:off x="3671889" y="5629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4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2" name="Freeform 518"/>
            <p:cNvSpPr>
              <a:spLocks noEditPoints="1"/>
            </p:cNvSpPr>
            <p:nvPr/>
          </p:nvSpPr>
          <p:spPr bwMode="auto">
            <a:xfrm flipV="1">
              <a:off x="3492502" y="5445122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21 w 24"/>
                <a:gd name="T23" fmla="*/ 3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 w="317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3" name="Freeform 519"/>
            <p:cNvSpPr>
              <a:spLocks noEditPoints="1"/>
            </p:cNvSpPr>
            <p:nvPr/>
          </p:nvSpPr>
          <p:spPr bwMode="auto">
            <a:xfrm flipV="1">
              <a:off x="3308352" y="52625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4" name="Freeform 520"/>
            <p:cNvSpPr>
              <a:spLocks noEditPoints="1"/>
            </p:cNvSpPr>
            <p:nvPr/>
          </p:nvSpPr>
          <p:spPr bwMode="auto">
            <a:xfrm flipV="1">
              <a:off x="3138489" y="54451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5" name="Freeform 521"/>
            <p:cNvSpPr>
              <a:spLocks noEditPoints="1"/>
            </p:cNvSpPr>
            <p:nvPr/>
          </p:nvSpPr>
          <p:spPr bwMode="auto">
            <a:xfrm flipV="1">
              <a:off x="3090864" y="5788024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6" name="Freeform 522"/>
            <p:cNvSpPr>
              <a:spLocks noEditPoints="1"/>
            </p:cNvSpPr>
            <p:nvPr/>
          </p:nvSpPr>
          <p:spPr bwMode="auto">
            <a:xfrm flipV="1">
              <a:off x="3275014" y="5970586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9" y="19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7" name="Freeform 523"/>
            <p:cNvSpPr>
              <a:spLocks noEditPoints="1"/>
            </p:cNvSpPr>
            <p:nvPr/>
          </p:nvSpPr>
          <p:spPr bwMode="auto">
            <a:xfrm flipV="1">
              <a:off x="4024314" y="59896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8" name="Freeform 524"/>
            <p:cNvSpPr>
              <a:spLocks noEditPoints="1"/>
            </p:cNvSpPr>
            <p:nvPr/>
          </p:nvSpPr>
          <p:spPr bwMode="auto">
            <a:xfrm flipV="1">
              <a:off x="2928939" y="5637211"/>
              <a:ext cx="93662" cy="90488"/>
            </a:xfrm>
            <a:custGeom>
              <a:avLst/>
              <a:gdLst>
                <a:gd name="T0" fmla="*/ 12 w 25"/>
                <a:gd name="T1" fmla="*/ 6 h 24"/>
                <a:gd name="T2" fmla="*/ 19 w 25"/>
                <a:gd name="T3" fmla="*/ 12 h 24"/>
                <a:gd name="T4" fmla="*/ 12 w 25"/>
                <a:gd name="T5" fmla="*/ 19 h 24"/>
                <a:gd name="T6" fmla="*/ 6 w 25"/>
                <a:gd name="T7" fmla="*/ 12 h 24"/>
                <a:gd name="T8" fmla="*/ 12 w 25"/>
                <a:gd name="T9" fmla="*/ 6 h 24"/>
                <a:gd name="T10" fmla="*/ 12 w 25"/>
                <a:gd name="T11" fmla="*/ 0 h 24"/>
                <a:gd name="T12" fmla="*/ 12 w 25"/>
                <a:gd name="T13" fmla="*/ 0 h 24"/>
                <a:gd name="T14" fmla="*/ 4 w 25"/>
                <a:gd name="T15" fmla="*/ 4 h 24"/>
                <a:gd name="T16" fmla="*/ 0 w 25"/>
                <a:gd name="T17" fmla="*/ 12 h 24"/>
                <a:gd name="T18" fmla="*/ 12 w 25"/>
                <a:gd name="T19" fmla="*/ 24 h 24"/>
                <a:gd name="T20" fmla="*/ 21 w 25"/>
                <a:gd name="T21" fmla="*/ 21 h 24"/>
                <a:gd name="T22" fmla="*/ 24 w 25"/>
                <a:gd name="T23" fmla="*/ 12 h 24"/>
                <a:gd name="T24" fmla="*/ 12 w 25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9"/>
                    <a:pt x="25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9" name="Freeform 525"/>
            <p:cNvSpPr>
              <a:spLocks noEditPoints="1"/>
            </p:cNvSpPr>
            <p:nvPr/>
          </p:nvSpPr>
          <p:spPr bwMode="auto">
            <a:xfrm flipV="1">
              <a:off x="2538414" y="600551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0 w 24"/>
                <a:gd name="T29" fmla="*/ 21 h 24"/>
                <a:gd name="T30" fmla="*/ 24 w 24"/>
                <a:gd name="T31" fmla="*/ 12 h 24"/>
                <a:gd name="T32" fmla="*/ 20 w 24"/>
                <a:gd name="T33" fmla="*/ 4 h 24"/>
                <a:gd name="T34" fmla="*/ 12 w 24"/>
                <a:gd name="T3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9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0" name="Freeform 526"/>
            <p:cNvSpPr>
              <a:spLocks noEditPoints="1"/>
            </p:cNvSpPr>
            <p:nvPr/>
          </p:nvSpPr>
          <p:spPr bwMode="auto">
            <a:xfrm flipV="1">
              <a:off x="1773239" y="66389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1" name="Freeform 527"/>
            <p:cNvSpPr>
              <a:spLocks noEditPoints="1"/>
            </p:cNvSpPr>
            <p:nvPr/>
          </p:nvSpPr>
          <p:spPr bwMode="auto">
            <a:xfrm flipV="1">
              <a:off x="1825627" y="70072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3 w 24"/>
                <a:gd name="T15" fmla="*/ 3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0 w 24"/>
                <a:gd name="T23" fmla="*/ 20 h 24"/>
                <a:gd name="T24" fmla="*/ 24 w 24"/>
                <a:gd name="T25" fmla="*/ 12 h 24"/>
                <a:gd name="T26" fmla="*/ 20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2" name="Freeform 528"/>
            <p:cNvSpPr>
              <a:spLocks noEditPoints="1"/>
            </p:cNvSpPr>
            <p:nvPr/>
          </p:nvSpPr>
          <p:spPr bwMode="auto">
            <a:xfrm flipV="1">
              <a:off x="1663702" y="70516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3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3" name="Oval 529"/>
            <p:cNvSpPr>
              <a:spLocks noChangeArrowheads="1"/>
            </p:cNvSpPr>
            <p:nvPr/>
          </p:nvSpPr>
          <p:spPr bwMode="auto">
            <a:xfrm flipV="1">
              <a:off x="2501902" y="7304086"/>
              <a:ext cx="69850" cy="71438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4" name="Freeform 530"/>
            <p:cNvSpPr>
              <a:spLocks/>
            </p:cNvSpPr>
            <p:nvPr/>
          </p:nvSpPr>
          <p:spPr bwMode="auto">
            <a:xfrm flipV="1">
              <a:off x="681039" y="7100886"/>
              <a:ext cx="990600" cy="927100"/>
            </a:xfrm>
            <a:custGeom>
              <a:avLst/>
              <a:gdLst>
                <a:gd name="T0" fmla="*/ 264 w 264"/>
                <a:gd name="T1" fmla="*/ 247 h 247"/>
                <a:gd name="T2" fmla="*/ 245 w 264"/>
                <a:gd name="T3" fmla="*/ 247 h 247"/>
                <a:gd name="T4" fmla="*/ 244 w 264"/>
                <a:gd name="T5" fmla="*/ 246 h 247"/>
                <a:gd name="T6" fmla="*/ 0 w 264"/>
                <a:gd name="T7" fmla="*/ 3 h 247"/>
                <a:gd name="T8" fmla="*/ 3 w 264"/>
                <a:gd name="T9" fmla="*/ 0 h 247"/>
                <a:gd name="T10" fmla="*/ 246 w 264"/>
                <a:gd name="T11" fmla="*/ 243 h 247"/>
                <a:gd name="T12" fmla="*/ 264 w 264"/>
                <a:gd name="T13" fmla="*/ 243 h 247"/>
                <a:gd name="T14" fmla="*/ 264 w 264"/>
                <a:gd name="T1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47">
                  <a:moveTo>
                    <a:pt x="264" y="247"/>
                  </a:moveTo>
                  <a:cubicBezTo>
                    <a:pt x="245" y="247"/>
                    <a:pt x="245" y="247"/>
                    <a:pt x="245" y="247"/>
                  </a:cubicBezTo>
                  <a:cubicBezTo>
                    <a:pt x="245" y="247"/>
                    <a:pt x="244" y="247"/>
                    <a:pt x="244" y="24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6" y="243"/>
                    <a:pt x="246" y="243"/>
                    <a:pt x="246" y="243"/>
                  </a:cubicBezTo>
                  <a:cubicBezTo>
                    <a:pt x="264" y="243"/>
                    <a:pt x="264" y="243"/>
                    <a:pt x="264" y="243"/>
                  </a:cubicBezTo>
                  <a:lnTo>
                    <a:pt x="264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5" name="Freeform 531"/>
            <p:cNvSpPr>
              <a:spLocks/>
            </p:cNvSpPr>
            <p:nvPr/>
          </p:nvSpPr>
          <p:spPr bwMode="auto">
            <a:xfrm flipV="1">
              <a:off x="760414" y="7092949"/>
              <a:ext cx="1114425" cy="1009650"/>
            </a:xfrm>
            <a:custGeom>
              <a:avLst/>
              <a:gdLst>
                <a:gd name="T0" fmla="*/ 297 w 297"/>
                <a:gd name="T1" fmla="*/ 269 h 269"/>
                <a:gd name="T2" fmla="*/ 294 w 297"/>
                <a:gd name="T3" fmla="*/ 269 h 269"/>
                <a:gd name="T4" fmla="*/ 294 w 297"/>
                <a:gd name="T5" fmla="*/ 253 h 269"/>
                <a:gd name="T6" fmla="*/ 268 w 297"/>
                <a:gd name="T7" fmla="*/ 227 h 269"/>
                <a:gd name="T8" fmla="*/ 226 w 297"/>
                <a:gd name="T9" fmla="*/ 227 h 269"/>
                <a:gd name="T10" fmla="*/ 225 w 297"/>
                <a:gd name="T11" fmla="*/ 226 h 269"/>
                <a:gd name="T12" fmla="*/ 0 w 297"/>
                <a:gd name="T13" fmla="*/ 2 h 269"/>
                <a:gd name="T14" fmla="*/ 3 w 297"/>
                <a:gd name="T15" fmla="*/ 0 h 269"/>
                <a:gd name="T16" fmla="*/ 226 w 297"/>
                <a:gd name="T17" fmla="*/ 223 h 269"/>
                <a:gd name="T18" fmla="*/ 269 w 297"/>
                <a:gd name="T19" fmla="*/ 223 h 269"/>
                <a:gd name="T20" fmla="*/ 270 w 297"/>
                <a:gd name="T21" fmla="*/ 224 h 269"/>
                <a:gd name="T22" fmla="*/ 297 w 297"/>
                <a:gd name="T23" fmla="*/ 251 h 269"/>
                <a:gd name="T24" fmla="*/ 297 w 297"/>
                <a:gd name="T25" fmla="*/ 252 h 269"/>
                <a:gd name="T26" fmla="*/ 297 w 297"/>
                <a:gd name="T2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7" h="269">
                  <a:moveTo>
                    <a:pt x="297" y="269"/>
                  </a:moveTo>
                  <a:cubicBezTo>
                    <a:pt x="294" y="269"/>
                    <a:pt x="294" y="269"/>
                    <a:pt x="294" y="269"/>
                  </a:cubicBezTo>
                  <a:cubicBezTo>
                    <a:pt x="294" y="253"/>
                    <a:pt x="294" y="253"/>
                    <a:pt x="294" y="253"/>
                  </a:cubicBezTo>
                  <a:cubicBezTo>
                    <a:pt x="268" y="227"/>
                    <a:pt x="268" y="227"/>
                    <a:pt x="268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5" y="227"/>
                    <a:pt x="225" y="227"/>
                    <a:pt x="225" y="22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69" y="223"/>
                    <a:pt x="269" y="223"/>
                    <a:pt x="269" y="223"/>
                  </a:cubicBezTo>
                  <a:cubicBezTo>
                    <a:pt x="269" y="223"/>
                    <a:pt x="269" y="224"/>
                    <a:pt x="270" y="224"/>
                  </a:cubicBezTo>
                  <a:cubicBezTo>
                    <a:pt x="297" y="251"/>
                    <a:pt x="297" y="251"/>
                    <a:pt x="297" y="251"/>
                  </a:cubicBezTo>
                  <a:cubicBezTo>
                    <a:pt x="297" y="251"/>
                    <a:pt x="297" y="252"/>
                    <a:pt x="297" y="252"/>
                  </a:cubicBezTo>
                  <a:lnTo>
                    <a:pt x="297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6" name="Freeform 532"/>
            <p:cNvSpPr>
              <a:spLocks/>
            </p:cNvSpPr>
            <p:nvPr/>
          </p:nvSpPr>
          <p:spPr bwMode="auto">
            <a:xfrm flipV="1">
              <a:off x="530227" y="6677024"/>
              <a:ext cx="1250950" cy="1196975"/>
            </a:xfrm>
            <a:custGeom>
              <a:avLst/>
              <a:gdLst>
                <a:gd name="T0" fmla="*/ 317 w 333"/>
                <a:gd name="T1" fmla="*/ 319 h 319"/>
                <a:gd name="T2" fmla="*/ 316 w 333"/>
                <a:gd name="T3" fmla="*/ 318 h 319"/>
                <a:gd name="T4" fmla="*/ 0 w 333"/>
                <a:gd name="T5" fmla="*/ 2 h 319"/>
                <a:gd name="T6" fmla="*/ 2 w 333"/>
                <a:gd name="T7" fmla="*/ 0 h 319"/>
                <a:gd name="T8" fmla="*/ 318 w 333"/>
                <a:gd name="T9" fmla="*/ 315 h 319"/>
                <a:gd name="T10" fmla="*/ 333 w 333"/>
                <a:gd name="T11" fmla="*/ 315 h 319"/>
                <a:gd name="T12" fmla="*/ 333 w 333"/>
                <a:gd name="T13" fmla="*/ 319 h 319"/>
                <a:gd name="T14" fmla="*/ 317 w 333"/>
                <a:gd name="T1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19">
                  <a:moveTo>
                    <a:pt x="317" y="319"/>
                  </a:moveTo>
                  <a:cubicBezTo>
                    <a:pt x="317" y="319"/>
                    <a:pt x="316" y="319"/>
                    <a:pt x="316" y="3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18" y="315"/>
                    <a:pt x="318" y="315"/>
                    <a:pt x="318" y="315"/>
                  </a:cubicBezTo>
                  <a:cubicBezTo>
                    <a:pt x="333" y="315"/>
                    <a:pt x="333" y="315"/>
                    <a:pt x="333" y="315"/>
                  </a:cubicBezTo>
                  <a:cubicBezTo>
                    <a:pt x="333" y="319"/>
                    <a:pt x="333" y="319"/>
                    <a:pt x="333" y="319"/>
                  </a:cubicBezTo>
                  <a:cubicBezTo>
                    <a:pt x="317" y="319"/>
                    <a:pt x="317" y="319"/>
                    <a:pt x="317" y="3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7" name="Freeform 533"/>
            <p:cNvSpPr>
              <a:spLocks/>
            </p:cNvSpPr>
            <p:nvPr/>
          </p:nvSpPr>
          <p:spPr bwMode="auto">
            <a:xfrm flipV="1">
              <a:off x="433389" y="6064249"/>
              <a:ext cx="2135187" cy="1724025"/>
            </a:xfrm>
            <a:custGeom>
              <a:avLst/>
              <a:gdLst>
                <a:gd name="T0" fmla="*/ 564 w 569"/>
                <a:gd name="T1" fmla="*/ 459 h 459"/>
                <a:gd name="T2" fmla="*/ 435 w 569"/>
                <a:gd name="T3" fmla="*/ 330 h 459"/>
                <a:gd name="T4" fmla="*/ 345 w 569"/>
                <a:gd name="T5" fmla="*/ 330 h 459"/>
                <a:gd name="T6" fmla="*/ 343 w 569"/>
                <a:gd name="T7" fmla="*/ 329 h 459"/>
                <a:gd name="T8" fmla="*/ 205 w 569"/>
                <a:gd name="T9" fmla="*/ 191 h 459"/>
                <a:gd name="T10" fmla="*/ 187 w 569"/>
                <a:gd name="T11" fmla="*/ 191 h 459"/>
                <a:gd name="T12" fmla="*/ 185 w 569"/>
                <a:gd name="T13" fmla="*/ 190 h 459"/>
                <a:gd name="T14" fmla="*/ 0 w 569"/>
                <a:gd name="T15" fmla="*/ 5 h 459"/>
                <a:gd name="T16" fmla="*/ 5 w 569"/>
                <a:gd name="T17" fmla="*/ 0 h 459"/>
                <a:gd name="T18" fmla="*/ 189 w 569"/>
                <a:gd name="T19" fmla="*/ 184 h 459"/>
                <a:gd name="T20" fmla="*/ 206 w 569"/>
                <a:gd name="T21" fmla="*/ 184 h 459"/>
                <a:gd name="T22" fmla="*/ 209 w 569"/>
                <a:gd name="T23" fmla="*/ 185 h 459"/>
                <a:gd name="T24" fmla="*/ 347 w 569"/>
                <a:gd name="T25" fmla="*/ 323 h 459"/>
                <a:gd name="T26" fmla="*/ 436 w 569"/>
                <a:gd name="T27" fmla="*/ 323 h 459"/>
                <a:gd name="T28" fmla="*/ 439 w 569"/>
                <a:gd name="T29" fmla="*/ 324 h 459"/>
                <a:gd name="T30" fmla="*/ 569 w 569"/>
                <a:gd name="T31" fmla="*/ 454 h 459"/>
                <a:gd name="T32" fmla="*/ 564 w 569"/>
                <a:gd name="T33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9" h="459">
                  <a:moveTo>
                    <a:pt x="564" y="459"/>
                  </a:moveTo>
                  <a:cubicBezTo>
                    <a:pt x="435" y="330"/>
                    <a:pt x="435" y="330"/>
                    <a:pt x="435" y="330"/>
                  </a:cubicBezTo>
                  <a:cubicBezTo>
                    <a:pt x="345" y="330"/>
                    <a:pt x="345" y="330"/>
                    <a:pt x="345" y="330"/>
                  </a:cubicBezTo>
                  <a:cubicBezTo>
                    <a:pt x="344" y="330"/>
                    <a:pt x="343" y="330"/>
                    <a:pt x="343" y="329"/>
                  </a:cubicBezTo>
                  <a:cubicBezTo>
                    <a:pt x="205" y="191"/>
                    <a:pt x="205" y="191"/>
                    <a:pt x="205" y="191"/>
                  </a:cubicBezTo>
                  <a:cubicBezTo>
                    <a:pt x="187" y="191"/>
                    <a:pt x="187" y="191"/>
                    <a:pt x="187" y="191"/>
                  </a:cubicBezTo>
                  <a:cubicBezTo>
                    <a:pt x="186" y="191"/>
                    <a:pt x="185" y="191"/>
                    <a:pt x="185" y="19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89" y="184"/>
                    <a:pt x="189" y="184"/>
                    <a:pt x="189" y="184"/>
                  </a:cubicBezTo>
                  <a:cubicBezTo>
                    <a:pt x="206" y="184"/>
                    <a:pt x="206" y="184"/>
                    <a:pt x="206" y="184"/>
                  </a:cubicBezTo>
                  <a:cubicBezTo>
                    <a:pt x="207" y="184"/>
                    <a:pt x="208" y="184"/>
                    <a:pt x="209" y="185"/>
                  </a:cubicBezTo>
                  <a:cubicBezTo>
                    <a:pt x="347" y="323"/>
                    <a:pt x="347" y="323"/>
                    <a:pt x="347" y="323"/>
                  </a:cubicBezTo>
                  <a:cubicBezTo>
                    <a:pt x="436" y="323"/>
                    <a:pt x="436" y="323"/>
                    <a:pt x="436" y="323"/>
                  </a:cubicBezTo>
                  <a:cubicBezTo>
                    <a:pt x="437" y="323"/>
                    <a:pt x="438" y="323"/>
                    <a:pt x="439" y="324"/>
                  </a:cubicBezTo>
                  <a:cubicBezTo>
                    <a:pt x="569" y="454"/>
                    <a:pt x="569" y="454"/>
                    <a:pt x="569" y="454"/>
                  </a:cubicBezTo>
                  <a:lnTo>
                    <a:pt x="564" y="45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8" name="Freeform 534"/>
            <p:cNvSpPr>
              <a:spLocks/>
            </p:cNvSpPr>
            <p:nvPr/>
          </p:nvSpPr>
          <p:spPr bwMode="auto">
            <a:xfrm flipV="1">
              <a:off x="361952" y="5667373"/>
              <a:ext cx="2578100" cy="2049463"/>
            </a:xfrm>
            <a:custGeom>
              <a:avLst/>
              <a:gdLst>
                <a:gd name="T0" fmla="*/ 687 w 687"/>
                <a:gd name="T1" fmla="*/ 546 h 546"/>
                <a:gd name="T2" fmla="*/ 678 w 687"/>
                <a:gd name="T3" fmla="*/ 546 h 546"/>
                <a:gd name="T4" fmla="*/ 675 w 687"/>
                <a:gd name="T5" fmla="*/ 545 h 546"/>
                <a:gd name="T6" fmla="*/ 627 w 687"/>
                <a:gd name="T7" fmla="*/ 496 h 546"/>
                <a:gd name="T8" fmla="*/ 600 w 687"/>
                <a:gd name="T9" fmla="*/ 496 h 546"/>
                <a:gd name="T10" fmla="*/ 597 w 687"/>
                <a:gd name="T11" fmla="*/ 495 h 546"/>
                <a:gd name="T12" fmla="*/ 487 w 687"/>
                <a:gd name="T13" fmla="*/ 385 h 546"/>
                <a:gd name="T14" fmla="*/ 402 w 687"/>
                <a:gd name="T15" fmla="*/ 385 h 546"/>
                <a:gd name="T16" fmla="*/ 399 w 687"/>
                <a:gd name="T17" fmla="*/ 384 h 546"/>
                <a:gd name="T18" fmla="*/ 209 w 687"/>
                <a:gd name="T19" fmla="*/ 194 h 546"/>
                <a:gd name="T20" fmla="*/ 190 w 687"/>
                <a:gd name="T21" fmla="*/ 194 h 546"/>
                <a:gd name="T22" fmla="*/ 188 w 687"/>
                <a:gd name="T23" fmla="*/ 193 h 546"/>
                <a:gd name="T24" fmla="*/ 0 w 687"/>
                <a:gd name="T25" fmla="*/ 5 h 546"/>
                <a:gd name="T26" fmla="*/ 5 w 687"/>
                <a:gd name="T27" fmla="*/ 0 h 546"/>
                <a:gd name="T28" fmla="*/ 192 w 687"/>
                <a:gd name="T29" fmla="*/ 187 h 546"/>
                <a:gd name="T30" fmla="*/ 210 w 687"/>
                <a:gd name="T31" fmla="*/ 187 h 546"/>
                <a:gd name="T32" fmla="*/ 213 w 687"/>
                <a:gd name="T33" fmla="*/ 188 h 546"/>
                <a:gd name="T34" fmla="*/ 403 w 687"/>
                <a:gd name="T35" fmla="*/ 378 h 546"/>
                <a:gd name="T36" fmla="*/ 488 w 687"/>
                <a:gd name="T37" fmla="*/ 378 h 546"/>
                <a:gd name="T38" fmla="*/ 491 w 687"/>
                <a:gd name="T39" fmla="*/ 379 h 546"/>
                <a:gd name="T40" fmla="*/ 601 w 687"/>
                <a:gd name="T41" fmla="*/ 489 h 546"/>
                <a:gd name="T42" fmla="*/ 628 w 687"/>
                <a:gd name="T43" fmla="*/ 489 h 546"/>
                <a:gd name="T44" fmla="*/ 631 w 687"/>
                <a:gd name="T45" fmla="*/ 490 h 546"/>
                <a:gd name="T46" fmla="*/ 679 w 687"/>
                <a:gd name="T47" fmla="*/ 539 h 546"/>
                <a:gd name="T48" fmla="*/ 687 w 687"/>
                <a:gd name="T49" fmla="*/ 539 h 546"/>
                <a:gd name="T50" fmla="*/ 687 w 687"/>
                <a:gd name="T51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87" h="546">
                  <a:moveTo>
                    <a:pt x="687" y="546"/>
                  </a:moveTo>
                  <a:cubicBezTo>
                    <a:pt x="678" y="546"/>
                    <a:pt x="678" y="546"/>
                    <a:pt x="678" y="546"/>
                  </a:cubicBezTo>
                  <a:cubicBezTo>
                    <a:pt x="677" y="546"/>
                    <a:pt x="676" y="546"/>
                    <a:pt x="675" y="545"/>
                  </a:cubicBezTo>
                  <a:cubicBezTo>
                    <a:pt x="627" y="496"/>
                    <a:pt x="627" y="496"/>
                    <a:pt x="627" y="496"/>
                  </a:cubicBezTo>
                  <a:cubicBezTo>
                    <a:pt x="600" y="496"/>
                    <a:pt x="600" y="496"/>
                    <a:pt x="600" y="496"/>
                  </a:cubicBezTo>
                  <a:cubicBezTo>
                    <a:pt x="599" y="496"/>
                    <a:pt x="598" y="496"/>
                    <a:pt x="597" y="495"/>
                  </a:cubicBezTo>
                  <a:cubicBezTo>
                    <a:pt x="487" y="385"/>
                    <a:pt x="487" y="385"/>
                    <a:pt x="487" y="385"/>
                  </a:cubicBezTo>
                  <a:cubicBezTo>
                    <a:pt x="402" y="385"/>
                    <a:pt x="402" y="385"/>
                    <a:pt x="402" y="385"/>
                  </a:cubicBezTo>
                  <a:cubicBezTo>
                    <a:pt x="401" y="385"/>
                    <a:pt x="400" y="385"/>
                    <a:pt x="399" y="384"/>
                  </a:cubicBezTo>
                  <a:cubicBezTo>
                    <a:pt x="209" y="194"/>
                    <a:pt x="209" y="194"/>
                    <a:pt x="209" y="194"/>
                  </a:cubicBezTo>
                  <a:cubicBezTo>
                    <a:pt x="190" y="194"/>
                    <a:pt x="190" y="194"/>
                    <a:pt x="190" y="194"/>
                  </a:cubicBezTo>
                  <a:cubicBezTo>
                    <a:pt x="189" y="194"/>
                    <a:pt x="188" y="193"/>
                    <a:pt x="188" y="19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92" y="187"/>
                    <a:pt x="192" y="187"/>
                    <a:pt x="192" y="187"/>
                  </a:cubicBezTo>
                  <a:cubicBezTo>
                    <a:pt x="210" y="187"/>
                    <a:pt x="210" y="187"/>
                    <a:pt x="210" y="187"/>
                  </a:cubicBezTo>
                  <a:cubicBezTo>
                    <a:pt x="211" y="187"/>
                    <a:pt x="212" y="187"/>
                    <a:pt x="213" y="188"/>
                  </a:cubicBezTo>
                  <a:cubicBezTo>
                    <a:pt x="403" y="378"/>
                    <a:pt x="403" y="378"/>
                    <a:pt x="403" y="378"/>
                  </a:cubicBezTo>
                  <a:cubicBezTo>
                    <a:pt x="488" y="378"/>
                    <a:pt x="488" y="378"/>
                    <a:pt x="488" y="378"/>
                  </a:cubicBezTo>
                  <a:cubicBezTo>
                    <a:pt x="489" y="378"/>
                    <a:pt x="490" y="378"/>
                    <a:pt x="491" y="379"/>
                  </a:cubicBezTo>
                  <a:cubicBezTo>
                    <a:pt x="601" y="489"/>
                    <a:pt x="601" y="489"/>
                    <a:pt x="601" y="489"/>
                  </a:cubicBezTo>
                  <a:cubicBezTo>
                    <a:pt x="628" y="489"/>
                    <a:pt x="628" y="489"/>
                    <a:pt x="628" y="489"/>
                  </a:cubicBezTo>
                  <a:cubicBezTo>
                    <a:pt x="629" y="489"/>
                    <a:pt x="630" y="490"/>
                    <a:pt x="631" y="490"/>
                  </a:cubicBezTo>
                  <a:cubicBezTo>
                    <a:pt x="679" y="539"/>
                    <a:pt x="679" y="539"/>
                    <a:pt x="679" y="539"/>
                  </a:cubicBezTo>
                  <a:cubicBezTo>
                    <a:pt x="687" y="539"/>
                    <a:pt x="687" y="539"/>
                    <a:pt x="687" y="539"/>
                  </a:cubicBezTo>
                  <a:lnTo>
                    <a:pt x="687" y="54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9" name="Freeform 535"/>
            <p:cNvSpPr>
              <a:spLocks/>
            </p:cNvSpPr>
            <p:nvPr/>
          </p:nvSpPr>
          <p:spPr bwMode="auto">
            <a:xfrm flipV="1">
              <a:off x="617539" y="5299074"/>
              <a:ext cx="2701925" cy="2660650"/>
            </a:xfrm>
            <a:custGeom>
              <a:avLst/>
              <a:gdLst>
                <a:gd name="T0" fmla="*/ 720 w 720"/>
                <a:gd name="T1" fmla="*/ 709 h 709"/>
                <a:gd name="T2" fmla="*/ 690 w 720"/>
                <a:gd name="T3" fmla="*/ 709 h 709"/>
                <a:gd name="T4" fmla="*/ 689 w 720"/>
                <a:gd name="T5" fmla="*/ 708 h 709"/>
                <a:gd name="T6" fmla="*/ 648 w 720"/>
                <a:gd name="T7" fmla="*/ 667 h 709"/>
                <a:gd name="T8" fmla="*/ 647 w 720"/>
                <a:gd name="T9" fmla="*/ 665 h 709"/>
                <a:gd name="T10" fmla="*/ 647 w 720"/>
                <a:gd name="T11" fmla="*/ 635 h 709"/>
                <a:gd name="T12" fmla="*/ 648 w 720"/>
                <a:gd name="T13" fmla="*/ 634 h 709"/>
                <a:gd name="T14" fmla="*/ 665 w 720"/>
                <a:gd name="T15" fmla="*/ 617 h 709"/>
                <a:gd name="T16" fmla="*/ 665 w 720"/>
                <a:gd name="T17" fmla="*/ 601 h 709"/>
                <a:gd name="T18" fmla="*/ 619 w 720"/>
                <a:gd name="T19" fmla="*/ 556 h 709"/>
                <a:gd name="T20" fmla="*/ 607 w 720"/>
                <a:gd name="T21" fmla="*/ 556 h 709"/>
                <a:gd name="T22" fmla="*/ 606 w 720"/>
                <a:gd name="T23" fmla="*/ 556 h 709"/>
                <a:gd name="T24" fmla="*/ 567 w 720"/>
                <a:gd name="T25" fmla="*/ 517 h 709"/>
                <a:gd name="T26" fmla="*/ 566 w 720"/>
                <a:gd name="T27" fmla="*/ 515 h 709"/>
                <a:gd name="T28" fmla="*/ 566 w 720"/>
                <a:gd name="T29" fmla="*/ 470 h 709"/>
                <a:gd name="T30" fmla="*/ 494 w 720"/>
                <a:gd name="T31" fmla="*/ 398 h 709"/>
                <a:gd name="T32" fmla="*/ 447 w 720"/>
                <a:gd name="T33" fmla="*/ 398 h 709"/>
                <a:gd name="T34" fmla="*/ 446 w 720"/>
                <a:gd name="T35" fmla="*/ 397 h 709"/>
                <a:gd name="T36" fmla="*/ 355 w 720"/>
                <a:gd name="T37" fmla="*/ 306 h 709"/>
                <a:gd name="T38" fmla="*/ 304 w 720"/>
                <a:gd name="T39" fmla="*/ 306 h 709"/>
                <a:gd name="T40" fmla="*/ 303 w 720"/>
                <a:gd name="T41" fmla="*/ 305 h 709"/>
                <a:gd name="T42" fmla="*/ 0 w 720"/>
                <a:gd name="T43" fmla="*/ 2 h 709"/>
                <a:gd name="T44" fmla="*/ 2 w 720"/>
                <a:gd name="T45" fmla="*/ 0 h 709"/>
                <a:gd name="T46" fmla="*/ 305 w 720"/>
                <a:gd name="T47" fmla="*/ 302 h 709"/>
                <a:gd name="T48" fmla="*/ 355 w 720"/>
                <a:gd name="T49" fmla="*/ 302 h 709"/>
                <a:gd name="T50" fmla="*/ 356 w 720"/>
                <a:gd name="T51" fmla="*/ 303 h 709"/>
                <a:gd name="T52" fmla="*/ 448 w 720"/>
                <a:gd name="T53" fmla="*/ 394 h 709"/>
                <a:gd name="T54" fmla="*/ 495 w 720"/>
                <a:gd name="T55" fmla="*/ 394 h 709"/>
                <a:gd name="T56" fmla="*/ 496 w 720"/>
                <a:gd name="T57" fmla="*/ 395 h 709"/>
                <a:gd name="T58" fmla="*/ 569 w 720"/>
                <a:gd name="T59" fmla="*/ 468 h 709"/>
                <a:gd name="T60" fmla="*/ 570 w 720"/>
                <a:gd name="T61" fmla="*/ 469 h 709"/>
                <a:gd name="T62" fmla="*/ 570 w 720"/>
                <a:gd name="T63" fmla="*/ 515 h 709"/>
                <a:gd name="T64" fmla="*/ 608 w 720"/>
                <a:gd name="T65" fmla="*/ 553 h 709"/>
                <a:gd name="T66" fmla="*/ 620 w 720"/>
                <a:gd name="T67" fmla="*/ 553 h 709"/>
                <a:gd name="T68" fmla="*/ 621 w 720"/>
                <a:gd name="T69" fmla="*/ 553 h 709"/>
                <a:gd name="T70" fmla="*/ 668 w 720"/>
                <a:gd name="T71" fmla="*/ 600 h 709"/>
                <a:gd name="T72" fmla="*/ 668 w 720"/>
                <a:gd name="T73" fmla="*/ 601 h 709"/>
                <a:gd name="T74" fmla="*/ 668 w 720"/>
                <a:gd name="T75" fmla="*/ 617 h 709"/>
                <a:gd name="T76" fmla="*/ 668 w 720"/>
                <a:gd name="T77" fmla="*/ 618 h 709"/>
                <a:gd name="T78" fmla="*/ 650 w 720"/>
                <a:gd name="T79" fmla="*/ 636 h 709"/>
                <a:gd name="T80" fmla="*/ 650 w 720"/>
                <a:gd name="T81" fmla="*/ 665 h 709"/>
                <a:gd name="T82" fmla="*/ 691 w 720"/>
                <a:gd name="T83" fmla="*/ 705 h 709"/>
                <a:gd name="T84" fmla="*/ 720 w 720"/>
                <a:gd name="T85" fmla="*/ 705 h 709"/>
                <a:gd name="T86" fmla="*/ 720 w 720"/>
                <a:gd name="T87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20" h="709">
                  <a:moveTo>
                    <a:pt x="720" y="709"/>
                  </a:moveTo>
                  <a:cubicBezTo>
                    <a:pt x="690" y="709"/>
                    <a:pt x="690" y="709"/>
                    <a:pt x="690" y="709"/>
                  </a:cubicBezTo>
                  <a:cubicBezTo>
                    <a:pt x="690" y="709"/>
                    <a:pt x="690" y="709"/>
                    <a:pt x="689" y="708"/>
                  </a:cubicBezTo>
                  <a:cubicBezTo>
                    <a:pt x="648" y="667"/>
                    <a:pt x="648" y="667"/>
                    <a:pt x="648" y="667"/>
                  </a:cubicBezTo>
                  <a:cubicBezTo>
                    <a:pt x="647" y="666"/>
                    <a:pt x="647" y="666"/>
                    <a:pt x="647" y="665"/>
                  </a:cubicBezTo>
                  <a:cubicBezTo>
                    <a:pt x="647" y="635"/>
                    <a:pt x="647" y="635"/>
                    <a:pt x="647" y="635"/>
                  </a:cubicBezTo>
                  <a:cubicBezTo>
                    <a:pt x="647" y="635"/>
                    <a:pt x="647" y="634"/>
                    <a:pt x="648" y="634"/>
                  </a:cubicBezTo>
                  <a:cubicBezTo>
                    <a:pt x="665" y="617"/>
                    <a:pt x="665" y="617"/>
                    <a:pt x="665" y="617"/>
                  </a:cubicBezTo>
                  <a:cubicBezTo>
                    <a:pt x="665" y="601"/>
                    <a:pt x="665" y="601"/>
                    <a:pt x="665" y="601"/>
                  </a:cubicBezTo>
                  <a:cubicBezTo>
                    <a:pt x="619" y="556"/>
                    <a:pt x="619" y="556"/>
                    <a:pt x="619" y="556"/>
                  </a:cubicBezTo>
                  <a:cubicBezTo>
                    <a:pt x="607" y="556"/>
                    <a:pt x="607" y="556"/>
                    <a:pt x="607" y="556"/>
                  </a:cubicBezTo>
                  <a:cubicBezTo>
                    <a:pt x="607" y="556"/>
                    <a:pt x="606" y="556"/>
                    <a:pt x="606" y="556"/>
                  </a:cubicBezTo>
                  <a:cubicBezTo>
                    <a:pt x="567" y="517"/>
                    <a:pt x="567" y="517"/>
                    <a:pt x="567" y="517"/>
                  </a:cubicBezTo>
                  <a:cubicBezTo>
                    <a:pt x="566" y="516"/>
                    <a:pt x="566" y="516"/>
                    <a:pt x="566" y="515"/>
                  </a:cubicBezTo>
                  <a:cubicBezTo>
                    <a:pt x="566" y="470"/>
                    <a:pt x="566" y="470"/>
                    <a:pt x="566" y="470"/>
                  </a:cubicBezTo>
                  <a:cubicBezTo>
                    <a:pt x="494" y="398"/>
                    <a:pt x="494" y="398"/>
                    <a:pt x="494" y="398"/>
                  </a:cubicBezTo>
                  <a:cubicBezTo>
                    <a:pt x="447" y="398"/>
                    <a:pt x="447" y="398"/>
                    <a:pt x="447" y="398"/>
                  </a:cubicBezTo>
                  <a:cubicBezTo>
                    <a:pt x="447" y="398"/>
                    <a:pt x="446" y="398"/>
                    <a:pt x="446" y="397"/>
                  </a:cubicBezTo>
                  <a:cubicBezTo>
                    <a:pt x="355" y="306"/>
                    <a:pt x="355" y="306"/>
                    <a:pt x="355" y="306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06"/>
                    <a:pt x="303" y="305"/>
                    <a:pt x="303" y="30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55" y="302"/>
                    <a:pt x="355" y="302"/>
                    <a:pt x="355" y="302"/>
                  </a:cubicBezTo>
                  <a:cubicBezTo>
                    <a:pt x="356" y="302"/>
                    <a:pt x="356" y="302"/>
                    <a:pt x="356" y="303"/>
                  </a:cubicBezTo>
                  <a:cubicBezTo>
                    <a:pt x="448" y="394"/>
                    <a:pt x="448" y="394"/>
                    <a:pt x="448" y="394"/>
                  </a:cubicBezTo>
                  <a:cubicBezTo>
                    <a:pt x="495" y="394"/>
                    <a:pt x="495" y="394"/>
                    <a:pt x="495" y="394"/>
                  </a:cubicBezTo>
                  <a:cubicBezTo>
                    <a:pt x="495" y="394"/>
                    <a:pt x="496" y="394"/>
                    <a:pt x="496" y="395"/>
                  </a:cubicBezTo>
                  <a:cubicBezTo>
                    <a:pt x="569" y="468"/>
                    <a:pt x="569" y="468"/>
                    <a:pt x="569" y="468"/>
                  </a:cubicBezTo>
                  <a:cubicBezTo>
                    <a:pt x="569" y="468"/>
                    <a:pt x="570" y="469"/>
                    <a:pt x="570" y="469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608" y="553"/>
                    <a:pt x="608" y="553"/>
                    <a:pt x="608" y="553"/>
                  </a:cubicBezTo>
                  <a:cubicBezTo>
                    <a:pt x="620" y="553"/>
                    <a:pt x="620" y="553"/>
                    <a:pt x="620" y="553"/>
                  </a:cubicBezTo>
                  <a:cubicBezTo>
                    <a:pt x="621" y="553"/>
                    <a:pt x="621" y="553"/>
                    <a:pt x="621" y="553"/>
                  </a:cubicBezTo>
                  <a:cubicBezTo>
                    <a:pt x="668" y="600"/>
                    <a:pt x="668" y="600"/>
                    <a:pt x="668" y="600"/>
                  </a:cubicBezTo>
                  <a:cubicBezTo>
                    <a:pt x="668" y="600"/>
                    <a:pt x="668" y="600"/>
                    <a:pt x="668" y="601"/>
                  </a:cubicBezTo>
                  <a:cubicBezTo>
                    <a:pt x="668" y="617"/>
                    <a:pt x="668" y="617"/>
                    <a:pt x="668" y="617"/>
                  </a:cubicBezTo>
                  <a:cubicBezTo>
                    <a:pt x="668" y="618"/>
                    <a:pt x="668" y="618"/>
                    <a:pt x="668" y="618"/>
                  </a:cubicBezTo>
                  <a:cubicBezTo>
                    <a:pt x="650" y="636"/>
                    <a:pt x="650" y="636"/>
                    <a:pt x="650" y="636"/>
                  </a:cubicBezTo>
                  <a:cubicBezTo>
                    <a:pt x="650" y="665"/>
                    <a:pt x="650" y="665"/>
                    <a:pt x="650" y="665"/>
                  </a:cubicBezTo>
                  <a:cubicBezTo>
                    <a:pt x="691" y="705"/>
                    <a:pt x="691" y="705"/>
                    <a:pt x="691" y="705"/>
                  </a:cubicBezTo>
                  <a:cubicBezTo>
                    <a:pt x="720" y="705"/>
                    <a:pt x="720" y="705"/>
                    <a:pt x="720" y="705"/>
                  </a:cubicBezTo>
                  <a:lnTo>
                    <a:pt x="720" y="7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0" name="Freeform 536"/>
            <p:cNvSpPr>
              <a:spLocks/>
            </p:cNvSpPr>
            <p:nvPr/>
          </p:nvSpPr>
          <p:spPr bwMode="auto">
            <a:xfrm flipV="1">
              <a:off x="819152" y="5851524"/>
              <a:ext cx="2293937" cy="2311400"/>
            </a:xfrm>
            <a:custGeom>
              <a:avLst/>
              <a:gdLst>
                <a:gd name="T0" fmla="*/ 609 w 611"/>
                <a:gd name="T1" fmla="*/ 616 h 616"/>
                <a:gd name="T2" fmla="*/ 585 w 611"/>
                <a:gd name="T3" fmla="*/ 592 h 616"/>
                <a:gd name="T4" fmla="*/ 561 w 611"/>
                <a:gd name="T5" fmla="*/ 592 h 616"/>
                <a:gd name="T6" fmla="*/ 560 w 611"/>
                <a:gd name="T7" fmla="*/ 591 h 616"/>
                <a:gd name="T8" fmla="*/ 538 w 611"/>
                <a:gd name="T9" fmla="*/ 570 h 616"/>
                <a:gd name="T10" fmla="*/ 538 w 611"/>
                <a:gd name="T11" fmla="*/ 569 h 616"/>
                <a:gd name="T12" fmla="*/ 538 w 611"/>
                <a:gd name="T13" fmla="*/ 513 h 616"/>
                <a:gd name="T14" fmla="*/ 439 w 611"/>
                <a:gd name="T15" fmla="*/ 413 h 616"/>
                <a:gd name="T16" fmla="*/ 396 w 611"/>
                <a:gd name="T17" fmla="*/ 413 h 616"/>
                <a:gd name="T18" fmla="*/ 395 w 611"/>
                <a:gd name="T19" fmla="*/ 413 h 616"/>
                <a:gd name="T20" fmla="*/ 322 w 611"/>
                <a:gd name="T21" fmla="*/ 339 h 616"/>
                <a:gd name="T22" fmla="*/ 321 w 611"/>
                <a:gd name="T23" fmla="*/ 338 h 616"/>
                <a:gd name="T24" fmla="*/ 321 w 611"/>
                <a:gd name="T25" fmla="*/ 281 h 616"/>
                <a:gd name="T26" fmla="*/ 254 w 611"/>
                <a:gd name="T27" fmla="*/ 214 h 616"/>
                <a:gd name="T28" fmla="*/ 212 w 611"/>
                <a:gd name="T29" fmla="*/ 214 h 616"/>
                <a:gd name="T30" fmla="*/ 211 w 611"/>
                <a:gd name="T31" fmla="*/ 214 h 616"/>
                <a:gd name="T32" fmla="*/ 0 w 611"/>
                <a:gd name="T33" fmla="*/ 2 h 616"/>
                <a:gd name="T34" fmla="*/ 2 w 611"/>
                <a:gd name="T35" fmla="*/ 0 h 616"/>
                <a:gd name="T36" fmla="*/ 213 w 611"/>
                <a:gd name="T37" fmla="*/ 211 h 616"/>
                <a:gd name="T38" fmla="*/ 255 w 611"/>
                <a:gd name="T39" fmla="*/ 211 h 616"/>
                <a:gd name="T40" fmla="*/ 256 w 611"/>
                <a:gd name="T41" fmla="*/ 211 h 616"/>
                <a:gd name="T42" fmla="*/ 324 w 611"/>
                <a:gd name="T43" fmla="*/ 279 h 616"/>
                <a:gd name="T44" fmla="*/ 325 w 611"/>
                <a:gd name="T45" fmla="*/ 280 h 616"/>
                <a:gd name="T46" fmla="*/ 325 w 611"/>
                <a:gd name="T47" fmla="*/ 337 h 616"/>
                <a:gd name="T48" fmla="*/ 397 w 611"/>
                <a:gd name="T49" fmla="*/ 410 h 616"/>
                <a:gd name="T50" fmla="*/ 439 w 611"/>
                <a:gd name="T51" fmla="*/ 410 h 616"/>
                <a:gd name="T52" fmla="*/ 441 w 611"/>
                <a:gd name="T53" fmla="*/ 410 h 616"/>
                <a:gd name="T54" fmla="*/ 541 w 611"/>
                <a:gd name="T55" fmla="*/ 511 h 616"/>
                <a:gd name="T56" fmla="*/ 541 w 611"/>
                <a:gd name="T57" fmla="*/ 512 h 616"/>
                <a:gd name="T58" fmla="*/ 541 w 611"/>
                <a:gd name="T59" fmla="*/ 568 h 616"/>
                <a:gd name="T60" fmla="*/ 562 w 611"/>
                <a:gd name="T61" fmla="*/ 588 h 616"/>
                <a:gd name="T62" fmla="*/ 586 w 611"/>
                <a:gd name="T63" fmla="*/ 588 h 616"/>
                <a:gd name="T64" fmla="*/ 587 w 611"/>
                <a:gd name="T65" fmla="*/ 589 h 616"/>
                <a:gd name="T66" fmla="*/ 611 w 611"/>
                <a:gd name="T67" fmla="*/ 613 h 616"/>
                <a:gd name="T68" fmla="*/ 609 w 611"/>
                <a:gd name="T69" fmla="*/ 61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1" h="616">
                  <a:moveTo>
                    <a:pt x="609" y="616"/>
                  </a:moveTo>
                  <a:cubicBezTo>
                    <a:pt x="585" y="592"/>
                    <a:pt x="585" y="592"/>
                    <a:pt x="585" y="592"/>
                  </a:cubicBezTo>
                  <a:cubicBezTo>
                    <a:pt x="561" y="592"/>
                    <a:pt x="561" y="592"/>
                    <a:pt x="561" y="592"/>
                  </a:cubicBezTo>
                  <a:cubicBezTo>
                    <a:pt x="561" y="592"/>
                    <a:pt x="560" y="592"/>
                    <a:pt x="560" y="591"/>
                  </a:cubicBezTo>
                  <a:cubicBezTo>
                    <a:pt x="538" y="570"/>
                    <a:pt x="538" y="570"/>
                    <a:pt x="538" y="570"/>
                  </a:cubicBezTo>
                  <a:cubicBezTo>
                    <a:pt x="538" y="570"/>
                    <a:pt x="538" y="569"/>
                    <a:pt x="538" y="569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39" y="413"/>
                    <a:pt x="439" y="413"/>
                    <a:pt x="439" y="413"/>
                  </a:cubicBezTo>
                  <a:cubicBezTo>
                    <a:pt x="396" y="413"/>
                    <a:pt x="396" y="413"/>
                    <a:pt x="396" y="413"/>
                  </a:cubicBezTo>
                  <a:cubicBezTo>
                    <a:pt x="396" y="413"/>
                    <a:pt x="395" y="413"/>
                    <a:pt x="395" y="413"/>
                  </a:cubicBezTo>
                  <a:cubicBezTo>
                    <a:pt x="322" y="339"/>
                    <a:pt x="322" y="339"/>
                    <a:pt x="322" y="339"/>
                  </a:cubicBezTo>
                  <a:cubicBezTo>
                    <a:pt x="321" y="339"/>
                    <a:pt x="321" y="338"/>
                    <a:pt x="321" y="338"/>
                  </a:cubicBezTo>
                  <a:cubicBezTo>
                    <a:pt x="321" y="281"/>
                    <a:pt x="321" y="281"/>
                    <a:pt x="321" y="281"/>
                  </a:cubicBezTo>
                  <a:cubicBezTo>
                    <a:pt x="254" y="214"/>
                    <a:pt x="254" y="214"/>
                    <a:pt x="254" y="214"/>
                  </a:cubicBezTo>
                  <a:cubicBezTo>
                    <a:pt x="212" y="214"/>
                    <a:pt x="212" y="214"/>
                    <a:pt x="212" y="214"/>
                  </a:cubicBezTo>
                  <a:cubicBezTo>
                    <a:pt x="212" y="214"/>
                    <a:pt x="211" y="214"/>
                    <a:pt x="211" y="2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55" y="211"/>
                    <a:pt x="255" y="211"/>
                    <a:pt x="255" y="211"/>
                  </a:cubicBezTo>
                  <a:cubicBezTo>
                    <a:pt x="256" y="211"/>
                    <a:pt x="256" y="211"/>
                    <a:pt x="256" y="211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79"/>
                    <a:pt x="325" y="280"/>
                    <a:pt x="325" y="280"/>
                  </a:cubicBezTo>
                  <a:cubicBezTo>
                    <a:pt x="325" y="337"/>
                    <a:pt x="325" y="337"/>
                    <a:pt x="325" y="337"/>
                  </a:cubicBezTo>
                  <a:cubicBezTo>
                    <a:pt x="397" y="410"/>
                    <a:pt x="397" y="410"/>
                    <a:pt x="397" y="410"/>
                  </a:cubicBezTo>
                  <a:cubicBezTo>
                    <a:pt x="439" y="410"/>
                    <a:pt x="439" y="410"/>
                    <a:pt x="439" y="410"/>
                  </a:cubicBezTo>
                  <a:cubicBezTo>
                    <a:pt x="440" y="410"/>
                    <a:pt x="440" y="410"/>
                    <a:pt x="441" y="410"/>
                  </a:cubicBezTo>
                  <a:cubicBezTo>
                    <a:pt x="541" y="511"/>
                    <a:pt x="541" y="511"/>
                    <a:pt x="541" y="511"/>
                  </a:cubicBezTo>
                  <a:cubicBezTo>
                    <a:pt x="541" y="511"/>
                    <a:pt x="541" y="511"/>
                    <a:pt x="541" y="512"/>
                  </a:cubicBezTo>
                  <a:cubicBezTo>
                    <a:pt x="541" y="568"/>
                    <a:pt x="541" y="568"/>
                    <a:pt x="541" y="568"/>
                  </a:cubicBezTo>
                  <a:cubicBezTo>
                    <a:pt x="562" y="588"/>
                    <a:pt x="562" y="588"/>
                    <a:pt x="562" y="588"/>
                  </a:cubicBezTo>
                  <a:cubicBezTo>
                    <a:pt x="586" y="588"/>
                    <a:pt x="586" y="588"/>
                    <a:pt x="586" y="588"/>
                  </a:cubicBezTo>
                  <a:cubicBezTo>
                    <a:pt x="586" y="588"/>
                    <a:pt x="587" y="589"/>
                    <a:pt x="587" y="589"/>
                  </a:cubicBezTo>
                  <a:cubicBezTo>
                    <a:pt x="611" y="613"/>
                    <a:pt x="611" y="613"/>
                    <a:pt x="611" y="613"/>
                  </a:cubicBezTo>
                  <a:lnTo>
                    <a:pt x="609" y="61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1" name="Freeform 537"/>
            <p:cNvSpPr>
              <a:spLocks/>
            </p:cNvSpPr>
            <p:nvPr/>
          </p:nvSpPr>
          <p:spPr bwMode="auto">
            <a:xfrm flipV="1">
              <a:off x="895352" y="5483223"/>
              <a:ext cx="2573337" cy="2754313"/>
            </a:xfrm>
            <a:custGeom>
              <a:avLst/>
              <a:gdLst>
                <a:gd name="T0" fmla="*/ 621 w 686"/>
                <a:gd name="T1" fmla="*/ 734 h 734"/>
                <a:gd name="T2" fmla="*/ 621 w 686"/>
                <a:gd name="T3" fmla="*/ 731 h 734"/>
                <a:gd name="T4" fmla="*/ 663 w 686"/>
                <a:gd name="T5" fmla="*/ 731 h 734"/>
                <a:gd name="T6" fmla="*/ 682 w 686"/>
                <a:gd name="T7" fmla="*/ 712 h 734"/>
                <a:gd name="T8" fmla="*/ 682 w 686"/>
                <a:gd name="T9" fmla="*/ 685 h 734"/>
                <a:gd name="T10" fmla="*/ 593 w 686"/>
                <a:gd name="T11" fmla="*/ 596 h 734"/>
                <a:gd name="T12" fmla="*/ 592 w 686"/>
                <a:gd name="T13" fmla="*/ 595 h 734"/>
                <a:gd name="T14" fmla="*/ 592 w 686"/>
                <a:gd name="T15" fmla="*/ 567 h 734"/>
                <a:gd name="T16" fmla="*/ 430 w 686"/>
                <a:gd name="T17" fmla="*/ 404 h 734"/>
                <a:gd name="T18" fmla="*/ 375 w 686"/>
                <a:gd name="T19" fmla="*/ 404 h 734"/>
                <a:gd name="T20" fmla="*/ 374 w 686"/>
                <a:gd name="T21" fmla="*/ 404 h 734"/>
                <a:gd name="T22" fmla="*/ 334 w 686"/>
                <a:gd name="T23" fmla="*/ 364 h 734"/>
                <a:gd name="T24" fmla="*/ 334 w 686"/>
                <a:gd name="T25" fmla="*/ 363 h 734"/>
                <a:gd name="T26" fmla="*/ 334 w 686"/>
                <a:gd name="T27" fmla="*/ 308 h 734"/>
                <a:gd name="T28" fmla="*/ 219 w 686"/>
                <a:gd name="T29" fmla="*/ 194 h 734"/>
                <a:gd name="T30" fmla="*/ 193 w 686"/>
                <a:gd name="T31" fmla="*/ 194 h 734"/>
                <a:gd name="T32" fmla="*/ 191 w 686"/>
                <a:gd name="T33" fmla="*/ 193 h 734"/>
                <a:gd name="T34" fmla="*/ 0 w 686"/>
                <a:gd name="T35" fmla="*/ 2 h 734"/>
                <a:gd name="T36" fmla="*/ 2 w 686"/>
                <a:gd name="T37" fmla="*/ 0 h 734"/>
                <a:gd name="T38" fmla="*/ 193 w 686"/>
                <a:gd name="T39" fmla="*/ 190 h 734"/>
                <a:gd name="T40" fmla="*/ 220 w 686"/>
                <a:gd name="T41" fmla="*/ 190 h 734"/>
                <a:gd name="T42" fmla="*/ 221 w 686"/>
                <a:gd name="T43" fmla="*/ 191 h 734"/>
                <a:gd name="T44" fmla="*/ 337 w 686"/>
                <a:gd name="T45" fmla="*/ 306 h 734"/>
                <a:gd name="T46" fmla="*/ 337 w 686"/>
                <a:gd name="T47" fmla="*/ 307 h 734"/>
                <a:gd name="T48" fmla="*/ 337 w 686"/>
                <a:gd name="T49" fmla="*/ 362 h 734"/>
                <a:gd name="T50" fmla="*/ 376 w 686"/>
                <a:gd name="T51" fmla="*/ 401 h 734"/>
                <a:gd name="T52" fmla="*/ 430 w 686"/>
                <a:gd name="T53" fmla="*/ 401 h 734"/>
                <a:gd name="T54" fmla="*/ 432 w 686"/>
                <a:gd name="T55" fmla="*/ 401 h 734"/>
                <a:gd name="T56" fmla="*/ 595 w 686"/>
                <a:gd name="T57" fmla="*/ 565 h 734"/>
                <a:gd name="T58" fmla="*/ 596 w 686"/>
                <a:gd name="T59" fmla="*/ 566 h 734"/>
                <a:gd name="T60" fmla="*/ 596 w 686"/>
                <a:gd name="T61" fmla="*/ 594 h 734"/>
                <a:gd name="T62" fmla="*/ 685 w 686"/>
                <a:gd name="T63" fmla="*/ 684 h 734"/>
                <a:gd name="T64" fmla="*/ 686 w 686"/>
                <a:gd name="T65" fmla="*/ 685 h 734"/>
                <a:gd name="T66" fmla="*/ 686 w 686"/>
                <a:gd name="T67" fmla="*/ 712 h 734"/>
                <a:gd name="T68" fmla="*/ 685 w 686"/>
                <a:gd name="T69" fmla="*/ 714 h 734"/>
                <a:gd name="T70" fmla="*/ 665 w 686"/>
                <a:gd name="T71" fmla="*/ 734 h 734"/>
                <a:gd name="T72" fmla="*/ 664 w 686"/>
                <a:gd name="T73" fmla="*/ 734 h 734"/>
                <a:gd name="T74" fmla="*/ 621 w 686"/>
                <a:gd name="T75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6" h="734">
                  <a:moveTo>
                    <a:pt x="621" y="734"/>
                  </a:moveTo>
                  <a:cubicBezTo>
                    <a:pt x="621" y="731"/>
                    <a:pt x="621" y="731"/>
                    <a:pt x="621" y="731"/>
                  </a:cubicBezTo>
                  <a:cubicBezTo>
                    <a:pt x="663" y="731"/>
                    <a:pt x="663" y="731"/>
                    <a:pt x="663" y="731"/>
                  </a:cubicBezTo>
                  <a:cubicBezTo>
                    <a:pt x="682" y="712"/>
                    <a:pt x="682" y="712"/>
                    <a:pt x="682" y="712"/>
                  </a:cubicBezTo>
                  <a:cubicBezTo>
                    <a:pt x="682" y="685"/>
                    <a:pt x="682" y="685"/>
                    <a:pt x="682" y="685"/>
                  </a:cubicBezTo>
                  <a:cubicBezTo>
                    <a:pt x="593" y="596"/>
                    <a:pt x="593" y="596"/>
                    <a:pt x="593" y="596"/>
                  </a:cubicBezTo>
                  <a:cubicBezTo>
                    <a:pt x="592" y="596"/>
                    <a:pt x="592" y="595"/>
                    <a:pt x="592" y="595"/>
                  </a:cubicBezTo>
                  <a:cubicBezTo>
                    <a:pt x="592" y="567"/>
                    <a:pt x="592" y="567"/>
                    <a:pt x="592" y="567"/>
                  </a:cubicBezTo>
                  <a:cubicBezTo>
                    <a:pt x="430" y="404"/>
                    <a:pt x="430" y="404"/>
                    <a:pt x="430" y="404"/>
                  </a:cubicBezTo>
                  <a:cubicBezTo>
                    <a:pt x="375" y="404"/>
                    <a:pt x="375" y="404"/>
                    <a:pt x="375" y="404"/>
                  </a:cubicBezTo>
                  <a:cubicBezTo>
                    <a:pt x="374" y="404"/>
                    <a:pt x="374" y="404"/>
                    <a:pt x="374" y="404"/>
                  </a:cubicBezTo>
                  <a:cubicBezTo>
                    <a:pt x="334" y="364"/>
                    <a:pt x="334" y="364"/>
                    <a:pt x="334" y="364"/>
                  </a:cubicBezTo>
                  <a:cubicBezTo>
                    <a:pt x="334" y="364"/>
                    <a:pt x="334" y="363"/>
                    <a:pt x="334" y="363"/>
                  </a:cubicBezTo>
                  <a:cubicBezTo>
                    <a:pt x="334" y="308"/>
                    <a:pt x="334" y="308"/>
                    <a:pt x="334" y="308"/>
                  </a:cubicBezTo>
                  <a:cubicBezTo>
                    <a:pt x="219" y="194"/>
                    <a:pt x="219" y="194"/>
                    <a:pt x="219" y="194"/>
                  </a:cubicBezTo>
                  <a:cubicBezTo>
                    <a:pt x="193" y="194"/>
                    <a:pt x="193" y="194"/>
                    <a:pt x="193" y="194"/>
                  </a:cubicBezTo>
                  <a:cubicBezTo>
                    <a:pt x="192" y="194"/>
                    <a:pt x="192" y="194"/>
                    <a:pt x="191" y="19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3" y="190"/>
                    <a:pt x="193" y="190"/>
                    <a:pt x="193" y="190"/>
                  </a:cubicBezTo>
                  <a:cubicBezTo>
                    <a:pt x="220" y="190"/>
                    <a:pt x="220" y="190"/>
                    <a:pt x="220" y="190"/>
                  </a:cubicBezTo>
                  <a:cubicBezTo>
                    <a:pt x="221" y="190"/>
                    <a:pt x="221" y="191"/>
                    <a:pt x="221" y="191"/>
                  </a:cubicBezTo>
                  <a:cubicBezTo>
                    <a:pt x="337" y="306"/>
                    <a:pt x="337" y="306"/>
                    <a:pt x="337" y="306"/>
                  </a:cubicBezTo>
                  <a:cubicBezTo>
                    <a:pt x="337" y="306"/>
                    <a:pt x="337" y="307"/>
                    <a:pt x="337" y="307"/>
                  </a:cubicBezTo>
                  <a:cubicBezTo>
                    <a:pt x="337" y="362"/>
                    <a:pt x="337" y="362"/>
                    <a:pt x="337" y="362"/>
                  </a:cubicBezTo>
                  <a:cubicBezTo>
                    <a:pt x="376" y="401"/>
                    <a:pt x="376" y="401"/>
                    <a:pt x="376" y="401"/>
                  </a:cubicBezTo>
                  <a:cubicBezTo>
                    <a:pt x="430" y="401"/>
                    <a:pt x="430" y="401"/>
                    <a:pt x="430" y="401"/>
                  </a:cubicBezTo>
                  <a:cubicBezTo>
                    <a:pt x="431" y="401"/>
                    <a:pt x="431" y="401"/>
                    <a:pt x="432" y="401"/>
                  </a:cubicBezTo>
                  <a:cubicBezTo>
                    <a:pt x="595" y="565"/>
                    <a:pt x="595" y="565"/>
                    <a:pt x="595" y="565"/>
                  </a:cubicBezTo>
                  <a:cubicBezTo>
                    <a:pt x="595" y="565"/>
                    <a:pt x="596" y="566"/>
                    <a:pt x="596" y="566"/>
                  </a:cubicBezTo>
                  <a:cubicBezTo>
                    <a:pt x="596" y="594"/>
                    <a:pt x="596" y="594"/>
                    <a:pt x="596" y="594"/>
                  </a:cubicBezTo>
                  <a:cubicBezTo>
                    <a:pt x="685" y="684"/>
                    <a:pt x="685" y="684"/>
                    <a:pt x="685" y="684"/>
                  </a:cubicBezTo>
                  <a:cubicBezTo>
                    <a:pt x="685" y="684"/>
                    <a:pt x="686" y="684"/>
                    <a:pt x="686" y="685"/>
                  </a:cubicBezTo>
                  <a:cubicBezTo>
                    <a:pt x="686" y="712"/>
                    <a:pt x="686" y="712"/>
                    <a:pt x="686" y="712"/>
                  </a:cubicBezTo>
                  <a:cubicBezTo>
                    <a:pt x="686" y="713"/>
                    <a:pt x="685" y="713"/>
                    <a:pt x="685" y="714"/>
                  </a:cubicBezTo>
                  <a:cubicBezTo>
                    <a:pt x="665" y="734"/>
                    <a:pt x="665" y="734"/>
                    <a:pt x="665" y="734"/>
                  </a:cubicBezTo>
                  <a:cubicBezTo>
                    <a:pt x="664" y="734"/>
                    <a:pt x="664" y="734"/>
                    <a:pt x="664" y="734"/>
                  </a:cubicBezTo>
                  <a:lnTo>
                    <a:pt x="621" y="73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2" name="Freeform 538"/>
            <p:cNvSpPr>
              <a:spLocks/>
            </p:cNvSpPr>
            <p:nvPr/>
          </p:nvSpPr>
          <p:spPr bwMode="auto">
            <a:xfrm flipV="1">
              <a:off x="996952" y="6038848"/>
              <a:ext cx="2303462" cy="2303463"/>
            </a:xfrm>
            <a:custGeom>
              <a:avLst/>
              <a:gdLst>
                <a:gd name="T0" fmla="*/ 1446 w 1451"/>
                <a:gd name="T1" fmla="*/ 1451 h 1451"/>
                <a:gd name="T2" fmla="*/ 0 w 1451"/>
                <a:gd name="T3" fmla="*/ 7 h 1451"/>
                <a:gd name="T4" fmla="*/ 7 w 1451"/>
                <a:gd name="T5" fmla="*/ 0 h 1451"/>
                <a:gd name="T6" fmla="*/ 1451 w 1451"/>
                <a:gd name="T7" fmla="*/ 1446 h 1451"/>
                <a:gd name="T8" fmla="*/ 1446 w 1451"/>
                <a:gd name="T9" fmla="*/ 1451 h 1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1" h="1451">
                  <a:moveTo>
                    <a:pt x="1446" y="1451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451" y="1446"/>
                  </a:lnTo>
                  <a:lnTo>
                    <a:pt x="1446" y="14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3" name="Freeform 539"/>
            <p:cNvSpPr>
              <a:spLocks/>
            </p:cNvSpPr>
            <p:nvPr/>
          </p:nvSpPr>
          <p:spPr bwMode="auto">
            <a:xfrm flipV="1">
              <a:off x="1096964" y="5513386"/>
              <a:ext cx="2544762" cy="2927350"/>
            </a:xfrm>
            <a:custGeom>
              <a:avLst/>
              <a:gdLst>
                <a:gd name="T0" fmla="*/ 659 w 678"/>
                <a:gd name="T1" fmla="*/ 780 h 780"/>
                <a:gd name="T2" fmla="*/ 656 w 678"/>
                <a:gd name="T3" fmla="*/ 777 h 780"/>
                <a:gd name="T4" fmla="*/ 664 w 678"/>
                <a:gd name="T5" fmla="*/ 770 h 780"/>
                <a:gd name="T6" fmla="*/ 664 w 678"/>
                <a:gd name="T7" fmla="*/ 716 h 780"/>
                <a:gd name="T8" fmla="*/ 664 w 678"/>
                <a:gd name="T9" fmla="*/ 714 h 780"/>
                <a:gd name="T10" fmla="*/ 674 w 678"/>
                <a:gd name="T11" fmla="*/ 704 h 780"/>
                <a:gd name="T12" fmla="*/ 674 w 678"/>
                <a:gd name="T13" fmla="*/ 687 h 780"/>
                <a:gd name="T14" fmla="*/ 265 w 678"/>
                <a:gd name="T15" fmla="*/ 277 h 780"/>
                <a:gd name="T16" fmla="*/ 264 w 678"/>
                <a:gd name="T17" fmla="*/ 276 h 780"/>
                <a:gd name="T18" fmla="*/ 264 w 678"/>
                <a:gd name="T19" fmla="*/ 267 h 780"/>
                <a:gd name="T20" fmla="*/ 0 w 678"/>
                <a:gd name="T21" fmla="*/ 2 h 780"/>
                <a:gd name="T22" fmla="*/ 2 w 678"/>
                <a:gd name="T23" fmla="*/ 0 h 780"/>
                <a:gd name="T24" fmla="*/ 267 w 678"/>
                <a:gd name="T25" fmla="*/ 265 h 780"/>
                <a:gd name="T26" fmla="*/ 268 w 678"/>
                <a:gd name="T27" fmla="*/ 266 h 780"/>
                <a:gd name="T28" fmla="*/ 268 w 678"/>
                <a:gd name="T29" fmla="*/ 275 h 780"/>
                <a:gd name="T30" fmla="*/ 677 w 678"/>
                <a:gd name="T31" fmla="*/ 685 h 780"/>
                <a:gd name="T32" fmla="*/ 678 w 678"/>
                <a:gd name="T33" fmla="*/ 686 h 780"/>
                <a:gd name="T34" fmla="*/ 678 w 678"/>
                <a:gd name="T35" fmla="*/ 705 h 780"/>
                <a:gd name="T36" fmla="*/ 677 w 678"/>
                <a:gd name="T37" fmla="*/ 706 h 780"/>
                <a:gd name="T38" fmla="*/ 667 w 678"/>
                <a:gd name="T39" fmla="*/ 716 h 780"/>
                <a:gd name="T40" fmla="*/ 667 w 678"/>
                <a:gd name="T41" fmla="*/ 771 h 780"/>
                <a:gd name="T42" fmla="*/ 667 w 678"/>
                <a:gd name="T43" fmla="*/ 772 h 780"/>
                <a:gd name="T44" fmla="*/ 659 w 678"/>
                <a:gd name="T45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8" h="780">
                  <a:moveTo>
                    <a:pt x="659" y="780"/>
                  </a:moveTo>
                  <a:cubicBezTo>
                    <a:pt x="656" y="777"/>
                    <a:pt x="656" y="777"/>
                    <a:pt x="656" y="777"/>
                  </a:cubicBezTo>
                  <a:cubicBezTo>
                    <a:pt x="664" y="770"/>
                    <a:pt x="664" y="770"/>
                    <a:pt x="664" y="770"/>
                  </a:cubicBezTo>
                  <a:cubicBezTo>
                    <a:pt x="664" y="716"/>
                    <a:pt x="664" y="716"/>
                    <a:pt x="664" y="716"/>
                  </a:cubicBezTo>
                  <a:cubicBezTo>
                    <a:pt x="664" y="715"/>
                    <a:pt x="664" y="715"/>
                    <a:pt x="664" y="714"/>
                  </a:cubicBezTo>
                  <a:cubicBezTo>
                    <a:pt x="674" y="704"/>
                    <a:pt x="674" y="704"/>
                    <a:pt x="674" y="704"/>
                  </a:cubicBezTo>
                  <a:cubicBezTo>
                    <a:pt x="674" y="687"/>
                    <a:pt x="674" y="687"/>
                    <a:pt x="674" y="687"/>
                  </a:cubicBezTo>
                  <a:cubicBezTo>
                    <a:pt x="265" y="277"/>
                    <a:pt x="265" y="277"/>
                    <a:pt x="265" y="277"/>
                  </a:cubicBezTo>
                  <a:cubicBezTo>
                    <a:pt x="264" y="277"/>
                    <a:pt x="264" y="276"/>
                    <a:pt x="264" y="276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67" y="265"/>
                    <a:pt x="267" y="265"/>
                    <a:pt x="267" y="265"/>
                  </a:cubicBezTo>
                  <a:cubicBezTo>
                    <a:pt x="267" y="265"/>
                    <a:pt x="268" y="266"/>
                    <a:pt x="268" y="266"/>
                  </a:cubicBezTo>
                  <a:cubicBezTo>
                    <a:pt x="268" y="275"/>
                    <a:pt x="268" y="275"/>
                    <a:pt x="268" y="275"/>
                  </a:cubicBezTo>
                  <a:cubicBezTo>
                    <a:pt x="677" y="685"/>
                    <a:pt x="677" y="685"/>
                    <a:pt x="677" y="685"/>
                  </a:cubicBezTo>
                  <a:cubicBezTo>
                    <a:pt x="678" y="685"/>
                    <a:pt x="678" y="686"/>
                    <a:pt x="678" y="686"/>
                  </a:cubicBezTo>
                  <a:cubicBezTo>
                    <a:pt x="678" y="705"/>
                    <a:pt x="678" y="705"/>
                    <a:pt x="678" y="705"/>
                  </a:cubicBezTo>
                  <a:cubicBezTo>
                    <a:pt x="678" y="705"/>
                    <a:pt x="678" y="706"/>
                    <a:pt x="677" y="706"/>
                  </a:cubicBezTo>
                  <a:cubicBezTo>
                    <a:pt x="667" y="716"/>
                    <a:pt x="667" y="716"/>
                    <a:pt x="667" y="716"/>
                  </a:cubicBezTo>
                  <a:cubicBezTo>
                    <a:pt x="667" y="771"/>
                    <a:pt x="667" y="771"/>
                    <a:pt x="667" y="771"/>
                  </a:cubicBezTo>
                  <a:cubicBezTo>
                    <a:pt x="667" y="771"/>
                    <a:pt x="667" y="771"/>
                    <a:pt x="667" y="772"/>
                  </a:cubicBezTo>
                  <a:lnTo>
                    <a:pt x="659" y="78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4" name="Freeform 540"/>
            <p:cNvSpPr>
              <a:spLocks/>
            </p:cNvSpPr>
            <p:nvPr/>
          </p:nvSpPr>
          <p:spPr bwMode="auto">
            <a:xfrm flipV="1">
              <a:off x="1173164" y="5711824"/>
              <a:ext cx="2551112" cy="2803525"/>
            </a:xfrm>
            <a:custGeom>
              <a:avLst/>
              <a:gdLst>
                <a:gd name="T0" fmla="*/ 680 w 680"/>
                <a:gd name="T1" fmla="*/ 747 h 747"/>
                <a:gd name="T2" fmla="*/ 676 w 680"/>
                <a:gd name="T3" fmla="*/ 747 h 747"/>
                <a:gd name="T4" fmla="*/ 676 w 680"/>
                <a:gd name="T5" fmla="*/ 705 h 747"/>
                <a:gd name="T6" fmla="*/ 275 w 680"/>
                <a:gd name="T7" fmla="*/ 304 h 747"/>
                <a:gd name="T8" fmla="*/ 275 w 680"/>
                <a:gd name="T9" fmla="*/ 303 h 747"/>
                <a:gd name="T10" fmla="*/ 275 w 680"/>
                <a:gd name="T11" fmla="*/ 277 h 747"/>
                <a:gd name="T12" fmla="*/ 0 w 680"/>
                <a:gd name="T13" fmla="*/ 2 h 747"/>
                <a:gd name="T14" fmla="*/ 2 w 680"/>
                <a:gd name="T15" fmla="*/ 0 h 747"/>
                <a:gd name="T16" fmla="*/ 278 w 680"/>
                <a:gd name="T17" fmla="*/ 275 h 747"/>
                <a:gd name="T18" fmla="*/ 278 w 680"/>
                <a:gd name="T19" fmla="*/ 276 h 747"/>
                <a:gd name="T20" fmla="*/ 278 w 680"/>
                <a:gd name="T21" fmla="*/ 302 h 747"/>
                <a:gd name="T22" fmla="*/ 679 w 680"/>
                <a:gd name="T23" fmla="*/ 703 h 747"/>
                <a:gd name="T24" fmla="*/ 680 w 680"/>
                <a:gd name="T25" fmla="*/ 704 h 747"/>
                <a:gd name="T26" fmla="*/ 680 w 680"/>
                <a:gd name="T27" fmla="*/ 74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0" h="747">
                  <a:moveTo>
                    <a:pt x="680" y="747"/>
                  </a:moveTo>
                  <a:cubicBezTo>
                    <a:pt x="676" y="747"/>
                    <a:pt x="676" y="747"/>
                    <a:pt x="676" y="747"/>
                  </a:cubicBezTo>
                  <a:cubicBezTo>
                    <a:pt x="676" y="705"/>
                    <a:pt x="676" y="705"/>
                    <a:pt x="676" y="705"/>
                  </a:cubicBezTo>
                  <a:cubicBezTo>
                    <a:pt x="275" y="304"/>
                    <a:pt x="275" y="304"/>
                    <a:pt x="275" y="304"/>
                  </a:cubicBezTo>
                  <a:cubicBezTo>
                    <a:pt x="275" y="304"/>
                    <a:pt x="275" y="303"/>
                    <a:pt x="275" y="303"/>
                  </a:cubicBezTo>
                  <a:cubicBezTo>
                    <a:pt x="275" y="277"/>
                    <a:pt x="275" y="277"/>
                    <a:pt x="275" y="27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78" y="275"/>
                    <a:pt x="278" y="275"/>
                    <a:pt x="278" y="275"/>
                  </a:cubicBezTo>
                  <a:cubicBezTo>
                    <a:pt x="278" y="275"/>
                    <a:pt x="278" y="276"/>
                    <a:pt x="278" y="276"/>
                  </a:cubicBezTo>
                  <a:cubicBezTo>
                    <a:pt x="278" y="302"/>
                    <a:pt x="278" y="302"/>
                    <a:pt x="278" y="302"/>
                  </a:cubicBezTo>
                  <a:cubicBezTo>
                    <a:pt x="679" y="703"/>
                    <a:pt x="679" y="703"/>
                    <a:pt x="679" y="703"/>
                  </a:cubicBezTo>
                  <a:cubicBezTo>
                    <a:pt x="680" y="703"/>
                    <a:pt x="680" y="704"/>
                    <a:pt x="680" y="704"/>
                  </a:cubicBezTo>
                  <a:lnTo>
                    <a:pt x="680" y="7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5" name="Freeform 541"/>
            <p:cNvSpPr>
              <a:spLocks/>
            </p:cNvSpPr>
            <p:nvPr/>
          </p:nvSpPr>
          <p:spPr bwMode="auto">
            <a:xfrm flipV="1">
              <a:off x="1250952" y="5876923"/>
              <a:ext cx="2616200" cy="2728913"/>
            </a:xfrm>
            <a:custGeom>
              <a:avLst/>
              <a:gdLst>
                <a:gd name="T0" fmla="*/ 693 w 697"/>
                <a:gd name="T1" fmla="*/ 727 h 727"/>
                <a:gd name="T2" fmla="*/ 675 w 697"/>
                <a:gd name="T3" fmla="*/ 710 h 727"/>
                <a:gd name="T4" fmla="*/ 657 w 697"/>
                <a:gd name="T5" fmla="*/ 710 h 727"/>
                <a:gd name="T6" fmla="*/ 654 w 697"/>
                <a:gd name="T7" fmla="*/ 709 h 727"/>
                <a:gd name="T8" fmla="*/ 300 w 697"/>
                <a:gd name="T9" fmla="*/ 355 h 727"/>
                <a:gd name="T10" fmla="*/ 299 w 697"/>
                <a:gd name="T11" fmla="*/ 353 h 727"/>
                <a:gd name="T12" fmla="*/ 299 w 697"/>
                <a:gd name="T13" fmla="*/ 304 h 727"/>
                <a:gd name="T14" fmla="*/ 0 w 697"/>
                <a:gd name="T15" fmla="*/ 5 h 727"/>
                <a:gd name="T16" fmla="*/ 5 w 697"/>
                <a:gd name="T17" fmla="*/ 0 h 727"/>
                <a:gd name="T18" fmla="*/ 305 w 697"/>
                <a:gd name="T19" fmla="*/ 300 h 727"/>
                <a:gd name="T20" fmla="*/ 306 w 697"/>
                <a:gd name="T21" fmla="*/ 303 h 727"/>
                <a:gd name="T22" fmla="*/ 306 w 697"/>
                <a:gd name="T23" fmla="*/ 351 h 727"/>
                <a:gd name="T24" fmla="*/ 658 w 697"/>
                <a:gd name="T25" fmla="*/ 703 h 727"/>
                <a:gd name="T26" fmla="*/ 677 w 697"/>
                <a:gd name="T27" fmla="*/ 703 h 727"/>
                <a:gd name="T28" fmla="*/ 679 w 697"/>
                <a:gd name="T29" fmla="*/ 704 h 727"/>
                <a:gd name="T30" fmla="*/ 697 w 697"/>
                <a:gd name="T31" fmla="*/ 722 h 727"/>
                <a:gd name="T32" fmla="*/ 693 w 697"/>
                <a:gd name="T33" fmla="*/ 727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7" h="727">
                  <a:moveTo>
                    <a:pt x="693" y="727"/>
                  </a:moveTo>
                  <a:cubicBezTo>
                    <a:pt x="675" y="710"/>
                    <a:pt x="675" y="710"/>
                    <a:pt x="675" y="710"/>
                  </a:cubicBezTo>
                  <a:cubicBezTo>
                    <a:pt x="657" y="710"/>
                    <a:pt x="657" y="710"/>
                    <a:pt x="657" y="710"/>
                  </a:cubicBezTo>
                  <a:cubicBezTo>
                    <a:pt x="656" y="710"/>
                    <a:pt x="655" y="710"/>
                    <a:pt x="654" y="709"/>
                  </a:cubicBezTo>
                  <a:cubicBezTo>
                    <a:pt x="300" y="355"/>
                    <a:pt x="300" y="355"/>
                    <a:pt x="300" y="355"/>
                  </a:cubicBezTo>
                  <a:cubicBezTo>
                    <a:pt x="300" y="354"/>
                    <a:pt x="299" y="354"/>
                    <a:pt x="299" y="353"/>
                  </a:cubicBezTo>
                  <a:cubicBezTo>
                    <a:pt x="299" y="304"/>
                    <a:pt x="299" y="304"/>
                    <a:pt x="299" y="30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306" y="301"/>
                    <a:pt x="306" y="302"/>
                    <a:pt x="306" y="303"/>
                  </a:cubicBezTo>
                  <a:cubicBezTo>
                    <a:pt x="306" y="351"/>
                    <a:pt x="306" y="351"/>
                    <a:pt x="306" y="351"/>
                  </a:cubicBezTo>
                  <a:cubicBezTo>
                    <a:pt x="658" y="703"/>
                    <a:pt x="658" y="703"/>
                    <a:pt x="658" y="703"/>
                  </a:cubicBezTo>
                  <a:cubicBezTo>
                    <a:pt x="677" y="703"/>
                    <a:pt x="677" y="703"/>
                    <a:pt x="677" y="703"/>
                  </a:cubicBezTo>
                  <a:cubicBezTo>
                    <a:pt x="678" y="703"/>
                    <a:pt x="679" y="704"/>
                    <a:pt x="679" y="704"/>
                  </a:cubicBezTo>
                  <a:cubicBezTo>
                    <a:pt x="697" y="722"/>
                    <a:pt x="697" y="722"/>
                    <a:pt x="697" y="722"/>
                  </a:cubicBezTo>
                  <a:lnTo>
                    <a:pt x="693" y="72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6" name="Freeform 542"/>
            <p:cNvSpPr>
              <a:spLocks/>
            </p:cNvSpPr>
            <p:nvPr/>
          </p:nvSpPr>
          <p:spPr bwMode="auto">
            <a:xfrm flipV="1">
              <a:off x="1333502" y="6053136"/>
              <a:ext cx="2717800" cy="2627313"/>
            </a:xfrm>
            <a:custGeom>
              <a:avLst/>
              <a:gdLst>
                <a:gd name="T0" fmla="*/ 720 w 724"/>
                <a:gd name="T1" fmla="*/ 700 h 700"/>
                <a:gd name="T2" fmla="*/ 712 w 724"/>
                <a:gd name="T3" fmla="*/ 692 h 700"/>
                <a:gd name="T4" fmla="*/ 629 w 724"/>
                <a:gd name="T5" fmla="*/ 692 h 700"/>
                <a:gd name="T6" fmla="*/ 628 w 724"/>
                <a:gd name="T7" fmla="*/ 691 h 700"/>
                <a:gd name="T8" fmla="*/ 319 w 724"/>
                <a:gd name="T9" fmla="*/ 382 h 700"/>
                <a:gd name="T10" fmla="*/ 318 w 724"/>
                <a:gd name="T11" fmla="*/ 380 h 700"/>
                <a:gd name="T12" fmla="*/ 318 w 724"/>
                <a:gd name="T13" fmla="*/ 322 h 700"/>
                <a:gd name="T14" fmla="*/ 0 w 724"/>
                <a:gd name="T15" fmla="*/ 3 h 700"/>
                <a:gd name="T16" fmla="*/ 3 w 724"/>
                <a:gd name="T17" fmla="*/ 0 h 700"/>
                <a:gd name="T18" fmla="*/ 323 w 724"/>
                <a:gd name="T19" fmla="*/ 319 h 700"/>
                <a:gd name="T20" fmla="*/ 323 w 724"/>
                <a:gd name="T21" fmla="*/ 321 h 700"/>
                <a:gd name="T22" fmla="*/ 323 w 724"/>
                <a:gd name="T23" fmla="*/ 379 h 700"/>
                <a:gd name="T24" fmla="*/ 630 w 724"/>
                <a:gd name="T25" fmla="*/ 687 h 700"/>
                <a:gd name="T26" fmla="*/ 713 w 724"/>
                <a:gd name="T27" fmla="*/ 687 h 700"/>
                <a:gd name="T28" fmla="*/ 715 w 724"/>
                <a:gd name="T29" fmla="*/ 687 h 700"/>
                <a:gd name="T30" fmla="*/ 724 w 724"/>
                <a:gd name="T31" fmla="*/ 696 h 700"/>
                <a:gd name="T32" fmla="*/ 720 w 724"/>
                <a:gd name="T33" fmla="*/ 70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4" h="700">
                  <a:moveTo>
                    <a:pt x="720" y="700"/>
                  </a:moveTo>
                  <a:cubicBezTo>
                    <a:pt x="712" y="692"/>
                    <a:pt x="712" y="692"/>
                    <a:pt x="712" y="692"/>
                  </a:cubicBezTo>
                  <a:cubicBezTo>
                    <a:pt x="629" y="692"/>
                    <a:pt x="629" y="692"/>
                    <a:pt x="629" y="692"/>
                  </a:cubicBezTo>
                  <a:cubicBezTo>
                    <a:pt x="629" y="692"/>
                    <a:pt x="628" y="691"/>
                    <a:pt x="628" y="691"/>
                  </a:cubicBezTo>
                  <a:cubicBezTo>
                    <a:pt x="319" y="382"/>
                    <a:pt x="319" y="382"/>
                    <a:pt x="319" y="382"/>
                  </a:cubicBezTo>
                  <a:cubicBezTo>
                    <a:pt x="318" y="382"/>
                    <a:pt x="318" y="381"/>
                    <a:pt x="318" y="380"/>
                  </a:cubicBezTo>
                  <a:cubicBezTo>
                    <a:pt x="318" y="322"/>
                    <a:pt x="318" y="322"/>
                    <a:pt x="318" y="3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23" y="319"/>
                    <a:pt x="323" y="319"/>
                    <a:pt x="323" y="319"/>
                  </a:cubicBezTo>
                  <a:cubicBezTo>
                    <a:pt x="323" y="319"/>
                    <a:pt x="323" y="320"/>
                    <a:pt x="323" y="321"/>
                  </a:cubicBezTo>
                  <a:cubicBezTo>
                    <a:pt x="323" y="379"/>
                    <a:pt x="323" y="379"/>
                    <a:pt x="323" y="379"/>
                  </a:cubicBezTo>
                  <a:cubicBezTo>
                    <a:pt x="630" y="687"/>
                    <a:pt x="630" y="687"/>
                    <a:pt x="630" y="687"/>
                  </a:cubicBezTo>
                  <a:cubicBezTo>
                    <a:pt x="713" y="687"/>
                    <a:pt x="713" y="687"/>
                    <a:pt x="713" y="687"/>
                  </a:cubicBezTo>
                  <a:cubicBezTo>
                    <a:pt x="714" y="687"/>
                    <a:pt x="714" y="687"/>
                    <a:pt x="715" y="687"/>
                  </a:cubicBezTo>
                  <a:cubicBezTo>
                    <a:pt x="724" y="696"/>
                    <a:pt x="724" y="696"/>
                    <a:pt x="724" y="696"/>
                  </a:cubicBezTo>
                  <a:lnTo>
                    <a:pt x="720" y="7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7" name="Freeform 543"/>
            <p:cNvSpPr>
              <a:spLocks/>
            </p:cNvSpPr>
            <p:nvPr/>
          </p:nvSpPr>
          <p:spPr bwMode="auto">
            <a:xfrm flipV="1">
              <a:off x="1487489" y="6451598"/>
              <a:ext cx="2263775" cy="2379663"/>
            </a:xfrm>
            <a:custGeom>
              <a:avLst/>
              <a:gdLst>
                <a:gd name="T0" fmla="*/ 603 w 603"/>
                <a:gd name="T1" fmla="*/ 634 h 634"/>
                <a:gd name="T2" fmla="*/ 599 w 603"/>
                <a:gd name="T3" fmla="*/ 634 h 634"/>
                <a:gd name="T4" fmla="*/ 599 w 603"/>
                <a:gd name="T5" fmla="*/ 602 h 634"/>
                <a:gd name="T6" fmla="*/ 0 w 603"/>
                <a:gd name="T7" fmla="*/ 2 h 634"/>
                <a:gd name="T8" fmla="*/ 2 w 603"/>
                <a:gd name="T9" fmla="*/ 0 h 634"/>
                <a:gd name="T10" fmla="*/ 602 w 603"/>
                <a:gd name="T11" fmla="*/ 600 h 634"/>
                <a:gd name="T12" fmla="*/ 603 w 603"/>
                <a:gd name="T13" fmla="*/ 601 h 634"/>
                <a:gd name="T14" fmla="*/ 603 w 603"/>
                <a:gd name="T15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634">
                  <a:moveTo>
                    <a:pt x="603" y="634"/>
                  </a:moveTo>
                  <a:cubicBezTo>
                    <a:pt x="599" y="634"/>
                    <a:pt x="599" y="634"/>
                    <a:pt x="599" y="634"/>
                  </a:cubicBezTo>
                  <a:cubicBezTo>
                    <a:pt x="599" y="602"/>
                    <a:pt x="599" y="602"/>
                    <a:pt x="599" y="60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2" y="600"/>
                    <a:pt x="602" y="600"/>
                    <a:pt x="602" y="600"/>
                  </a:cubicBezTo>
                  <a:cubicBezTo>
                    <a:pt x="603" y="600"/>
                    <a:pt x="603" y="601"/>
                    <a:pt x="603" y="601"/>
                  </a:cubicBezTo>
                  <a:lnTo>
                    <a:pt x="603" y="6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8" name="Freeform 544"/>
            <p:cNvSpPr>
              <a:spLocks/>
            </p:cNvSpPr>
            <p:nvPr/>
          </p:nvSpPr>
          <p:spPr bwMode="auto">
            <a:xfrm flipV="1">
              <a:off x="2095502" y="6819898"/>
              <a:ext cx="1658937" cy="1808163"/>
            </a:xfrm>
            <a:custGeom>
              <a:avLst/>
              <a:gdLst>
                <a:gd name="T0" fmla="*/ 439 w 442"/>
                <a:gd name="T1" fmla="*/ 482 h 482"/>
                <a:gd name="T2" fmla="*/ 314 w 442"/>
                <a:gd name="T3" fmla="*/ 356 h 482"/>
                <a:gd name="T4" fmla="*/ 313 w 442"/>
                <a:gd name="T5" fmla="*/ 355 h 482"/>
                <a:gd name="T6" fmla="*/ 313 w 442"/>
                <a:gd name="T7" fmla="*/ 274 h 482"/>
                <a:gd name="T8" fmla="*/ 42 w 442"/>
                <a:gd name="T9" fmla="*/ 3 h 482"/>
                <a:gd name="T10" fmla="*/ 17 w 442"/>
                <a:gd name="T11" fmla="*/ 3 h 482"/>
                <a:gd name="T12" fmla="*/ 4 w 442"/>
                <a:gd name="T13" fmla="*/ 16 h 482"/>
                <a:gd name="T14" fmla="*/ 4 w 442"/>
                <a:gd name="T15" fmla="*/ 46 h 482"/>
                <a:gd name="T16" fmla="*/ 231 w 442"/>
                <a:gd name="T17" fmla="*/ 273 h 482"/>
                <a:gd name="T18" fmla="*/ 228 w 442"/>
                <a:gd name="T19" fmla="*/ 276 h 482"/>
                <a:gd name="T20" fmla="*/ 1 w 442"/>
                <a:gd name="T21" fmla="*/ 48 h 482"/>
                <a:gd name="T22" fmla="*/ 0 w 442"/>
                <a:gd name="T23" fmla="*/ 47 h 482"/>
                <a:gd name="T24" fmla="*/ 0 w 442"/>
                <a:gd name="T25" fmla="*/ 16 h 482"/>
                <a:gd name="T26" fmla="*/ 1 w 442"/>
                <a:gd name="T27" fmla="*/ 15 h 482"/>
                <a:gd name="T28" fmla="*/ 15 w 442"/>
                <a:gd name="T29" fmla="*/ 0 h 482"/>
                <a:gd name="T30" fmla="*/ 16 w 442"/>
                <a:gd name="T31" fmla="*/ 0 h 482"/>
                <a:gd name="T32" fmla="*/ 43 w 442"/>
                <a:gd name="T33" fmla="*/ 0 h 482"/>
                <a:gd name="T34" fmla="*/ 44 w 442"/>
                <a:gd name="T35" fmla="*/ 0 h 482"/>
                <a:gd name="T36" fmla="*/ 316 w 442"/>
                <a:gd name="T37" fmla="*/ 272 h 482"/>
                <a:gd name="T38" fmla="*/ 317 w 442"/>
                <a:gd name="T39" fmla="*/ 274 h 482"/>
                <a:gd name="T40" fmla="*/ 317 w 442"/>
                <a:gd name="T41" fmla="*/ 354 h 482"/>
                <a:gd name="T42" fmla="*/ 442 w 442"/>
                <a:gd name="T43" fmla="*/ 479 h 482"/>
                <a:gd name="T44" fmla="*/ 439 w 442"/>
                <a:gd name="T45" fmla="*/ 48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2" h="482">
                  <a:moveTo>
                    <a:pt x="439" y="482"/>
                  </a:moveTo>
                  <a:cubicBezTo>
                    <a:pt x="314" y="356"/>
                    <a:pt x="314" y="356"/>
                    <a:pt x="314" y="356"/>
                  </a:cubicBezTo>
                  <a:cubicBezTo>
                    <a:pt x="313" y="356"/>
                    <a:pt x="313" y="355"/>
                    <a:pt x="313" y="355"/>
                  </a:cubicBezTo>
                  <a:cubicBezTo>
                    <a:pt x="313" y="274"/>
                    <a:pt x="313" y="274"/>
                    <a:pt x="313" y="27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31" y="273"/>
                    <a:pt x="231" y="273"/>
                    <a:pt x="231" y="273"/>
                  </a:cubicBezTo>
                  <a:cubicBezTo>
                    <a:pt x="228" y="276"/>
                    <a:pt x="228" y="276"/>
                    <a:pt x="228" y="276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7"/>
                    <a:pt x="0" y="4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0"/>
                    <a:pt x="44" y="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3"/>
                    <a:pt x="317" y="273"/>
                    <a:pt x="317" y="274"/>
                  </a:cubicBezTo>
                  <a:cubicBezTo>
                    <a:pt x="317" y="354"/>
                    <a:pt x="317" y="354"/>
                    <a:pt x="317" y="354"/>
                  </a:cubicBezTo>
                  <a:cubicBezTo>
                    <a:pt x="442" y="479"/>
                    <a:pt x="442" y="479"/>
                    <a:pt x="442" y="479"/>
                  </a:cubicBezTo>
                  <a:lnTo>
                    <a:pt x="439" y="4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9" name="Freeform 545"/>
            <p:cNvSpPr>
              <a:spLocks/>
            </p:cNvSpPr>
            <p:nvPr/>
          </p:nvSpPr>
          <p:spPr bwMode="auto">
            <a:xfrm flipV="1">
              <a:off x="2009777" y="6635749"/>
              <a:ext cx="1914525" cy="2079625"/>
            </a:xfrm>
            <a:custGeom>
              <a:avLst/>
              <a:gdLst>
                <a:gd name="T0" fmla="*/ 508 w 510"/>
                <a:gd name="T1" fmla="*/ 554 h 554"/>
                <a:gd name="T2" fmla="*/ 499 w 510"/>
                <a:gd name="T3" fmla="*/ 546 h 554"/>
                <a:gd name="T4" fmla="*/ 499 w 510"/>
                <a:gd name="T5" fmla="*/ 545 h 554"/>
                <a:gd name="T6" fmla="*/ 499 w 510"/>
                <a:gd name="T7" fmla="*/ 500 h 554"/>
                <a:gd name="T8" fmla="*/ 364 w 510"/>
                <a:gd name="T9" fmla="*/ 365 h 554"/>
                <a:gd name="T10" fmla="*/ 364 w 510"/>
                <a:gd name="T11" fmla="*/ 364 h 554"/>
                <a:gd name="T12" fmla="*/ 364 w 510"/>
                <a:gd name="T13" fmla="*/ 299 h 554"/>
                <a:gd name="T14" fmla="*/ 68 w 510"/>
                <a:gd name="T15" fmla="*/ 3 h 554"/>
                <a:gd name="T16" fmla="*/ 34 w 510"/>
                <a:gd name="T17" fmla="*/ 3 h 554"/>
                <a:gd name="T18" fmla="*/ 4 w 510"/>
                <a:gd name="T19" fmla="*/ 34 h 554"/>
                <a:gd name="T20" fmla="*/ 4 w 510"/>
                <a:gd name="T21" fmla="*/ 73 h 554"/>
                <a:gd name="T22" fmla="*/ 210 w 510"/>
                <a:gd name="T23" fmla="*/ 279 h 554"/>
                <a:gd name="T24" fmla="*/ 207 w 510"/>
                <a:gd name="T25" fmla="*/ 282 h 554"/>
                <a:gd name="T26" fmla="*/ 1 w 510"/>
                <a:gd name="T27" fmla="*/ 75 h 554"/>
                <a:gd name="T28" fmla="*/ 0 w 510"/>
                <a:gd name="T29" fmla="*/ 74 h 554"/>
                <a:gd name="T30" fmla="*/ 0 w 510"/>
                <a:gd name="T31" fmla="*/ 33 h 554"/>
                <a:gd name="T32" fmla="*/ 1 w 510"/>
                <a:gd name="T33" fmla="*/ 32 h 554"/>
                <a:gd name="T34" fmla="*/ 32 w 510"/>
                <a:gd name="T35" fmla="*/ 0 h 554"/>
                <a:gd name="T36" fmla="*/ 34 w 510"/>
                <a:gd name="T37" fmla="*/ 0 h 554"/>
                <a:gd name="T38" fmla="*/ 34 w 510"/>
                <a:gd name="T39" fmla="*/ 0 h 554"/>
                <a:gd name="T40" fmla="*/ 68 w 510"/>
                <a:gd name="T41" fmla="*/ 0 h 554"/>
                <a:gd name="T42" fmla="*/ 70 w 510"/>
                <a:gd name="T43" fmla="*/ 0 h 554"/>
                <a:gd name="T44" fmla="*/ 366 w 510"/>
                <a:gd name="T45" fmla="*/ 297 h 554"/>
                <a:gd name="T46" fmla="*/ 367 w 510"/>
                <a:gd name="T47" fmla="*/ 298 h 554"/>
                <a:gd name="T48" fmla="*/ 367 w 510"/>
                <a:gd name="T49" fmla="*/ 363 h 554"/>
                <a:gd name="T50" fmla="*/ 502 w 510"/>
                <a:gd name="T51" fmla="*/ 498 h 554"/>
                <a:gd name="T52" fmla="*/ 502 w 510"/>
                <a:gd name="T53" fmla="*/ 499 h 554"/>
                <a:gd name="T54" fmla="*/ 502 w 510"/>
                <a:gd name="T55" fmla="*/ 544 h 554"/>
                <a:gd name="T56" fmla="*/ 510 w 510"/>
                <a:gd name="T57" fmla="*/ 552 h 554"/>
                <a:gd name="T58" fmla="*/ 508 w 510"/>
                <a:gd name="T59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0" h="554">
                  <a:moveTo>
                    <a:pt x="508" y="554"/>
                  </a:moveTo>
                  <a:cubicBezTo>
                    <a:pt x="499" y="546"/>
                    <a:pt x="499" y="546"/>
                    <a:pt x="499" y="546"/>
                  </a:cubicBezTo>
                  <a:cubicBezTo>
                    <a:pt x="499" y="546"/>
                    <a:pt x="499" y="545"/>
                    <a:pt x="499" y="545"/>
                  </a:cubicBezTo>
                  <a:cubicBezTo>
                    <a:pt x="499" y="500"/>
                    <a:pt x="499" y="500"/>
                    <a:pt x="499" y="500"/>
                  </a:cubicBezTo>
                  <a:cubicBezTo>
                    <a:pt x="364" y="365"/>
                    <a:pt x="364" y="365"/>
                    <a:pt x="364" y="365"/>
                  </a:cubicBezTo>
                  <a:cubicBezTo>
                    <a:pt x="364" y="365"/>
                    <a:pt x="364" y="364"/>
                    <a:pt x="364" y="364"/>
                  </a:cubicBezTo>
                  <a:cubicBezTo>
                    <a:pt x="364" y="299"/>
                    <a:pt x="364" y="299"/>
                    <a:pt x="364" y="299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210" y="279"/>
                    <a:pt x="210" y="279"/>
                    <a:pt x="210" y="27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0" y="75"/>
                    <a:pt x="0" y="7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2"/>
                    <a:pt x="1" y="32"/>
                    <a:pt x="1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366" y="297"/>
                    <a:pt x="366" y="297"/>
                    <a:pt x="366" y="297"/>
                  </a:cubicBezTo>
                  <a:cubicBezTo>
                    <a:pt x="367" y="297"/>
                    <a:pt x="367" y="298"/>
                    <a:pt x="367" y="298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502" y="498"/>
                    <a:pt x="502" y="498"/>
                    <a:pt x="502" y="498"/>
                  </a:cubicBezTo>
                  <a:cubicBezTo>
                    <a:pt x="502" y="498"/>
                    <a:pt x="502" y="499"/>
                    <a:pt x="502" y="499"/>
                  </a:cubicBezTo>
                  <a:cubicBezTo>
                    <a:pt x="502" y="544"/>
                    <a:pt x="502" y="544"/>
                    <a:pt x="502" y="544"/>
                  </a:cubicBezTo>
                  <a:cubicBezTo>
                    <a:pt x="510" y="552"/>
                    <a:pt x="510" y="552"/>
                    <a:pt x="510" y="552"/>
                  </a:cubicBezTo>
                  <a:lnTo>
                    <a:pt x="508" y="5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0" name="Freeform 546"/>
            <p:cNvSpPr>
              <a:spLocks/>
            </p:cNvSpPr>
            <p:nvPr/>
          </p:nvSpPr>
          <p:spPr bwMode="auto">
            <a:xfrm flipV="1">
              <a:off x="2171702" y="6492874"/>
              <a:ext cx="2044700" cy="2060575"/>
            </a:xfrm>
            <a:custGeom>
              <a:avLst/>
              <a:gdLst>
                <a:gd name="T0" fmla="*/ 480 w 545"/>
                <a:gd name="T1" fmla="*/ 549 h 549"/>
                <a:gd name="T2" fmla="*/ 453 w 545"/>
                <a:gd name="T3" fmla="*/ 549 h 549"/>
                <a:gd name="T4" fmla="*/ 451 w 545"/>
                <a:gd name="T5" fmla="*/ 548 h 549"/>
                <a:gd name="T6" fmla="*/ 438 w 545"/>
                <a:gd name="T7" fmla="*/ 535 h 549"/>
                <a:gd name="T8" fmla="*/ 437 w 545"/>
                <a:gd name="T9" fmla="*/ 534 h 549"/>
                <a:gd name="T10" fmla="*/ 437 w 545"/>
                <a:gd name="T11" fmla="*/ 520 h 549"/>
                <a:gd name="T12" fmla="*/ 275 w 545"/>
                <a:gd name="T13" fmla="*/ 357 h 549"/>
                <a:gd name="T14" fmla="*/ 274 w 545"/>
                <a:gd name="T15" fmla="*/ 356 h 549"/>
                <a:gd name="T16" fmla="*/ 274 w 545"/>
                <a:gd name="T17" fmla="*/ 256 h 549"/>
                <a:gd name="T18" fmla="*/ 22 w 545"/>
                <a:gd name="T19" fmla="*/ 3 h 549"/>
                <a:gd name="T20" fmla="*/ 9 w 545"/>
                <a:gd name="T21" fmla="*/ 3 h 549"/>
                <a:gd name="T22" fmla="*/ 3 w 545"/>
                <a:gd name="T23" fmla="*/ 9 h 549"/>
                <a:gd name="T24" fmla="*/ 3 w 545"/>
                <a:gd name="T25" fmla="*/ 17 h 549"/>
                <a:gd name="T26" fmla="*/ 194 w 545"/>
                <a:gd name="T27" fmla="*/ 208 h 549"/>
                <a:gd name="T28" fmla="*/ 192 w 545"/>
                <a:gd name="T29" fmla="*/ 211 h 549"/>
                <a:gd name="T30" fmla="*/ 0 w 545"/>
                <a:gd name="T31" fmla="*/ 19 h 549"/>
                <a:gd name="T32" fmla="*/ 0 w 545"/>
                <a:gd name="T33" fmla="*/ 18 h 549"/>
                <a:gd name="T34" fmla="*/ 0 w 545"/>
                <a:gd name="T35" fmla="*/ 8 h 549"/>
                <a:gd name="T36" fmla="*/ 0 w 545"/>
                <a:gd name="T37" fmla="*/ 7 h 549"/>
                <a:gd name="T38" fmla="*/ 7 w 545"/>
                <a:gd name="T39" fmla="*/ 0 h 549"/>
                <a:gd name="T40" fmla="*/ 8 w 545"/>
                <a:gd name="T41" fmla="*/ 0 h 549"/>
                <a:gd name="T42" fmla="*/ 8 w 545"/>
                <a:gd name="T43" fmla="*/ 0 h 549"/>
                <a:gd name="T44" fmla="*/ 22 w 545"/>
                <a:gd name="T45" fmla="*/ 0 h 549"/>
                <a:gd name="T46" fmla="*/ 24 w 545"/>
                <a:gd name="T47" fmla="*/ 0 h 549"/>
                <a:gd name="T48" fmla="*/ 277 w 545"/>
                <a:gd name="T49" fmla="*/ 254 h 549"/>
                <a:gd name="T50" fmla="*/ 278 w 545"/>
                <a:gd name="T51" fmla="*/ 255 h 549"/>
                <a:gd name="T52" fmla="*/ 278 w 545"/>
                <a:gd name="T53" fmla="*/ 355 h 549"/>
                <a:gd name="T54" fmla="*/ 440 w 545"/>
                <a:gd name="T55" fmla="*/ 518 h 549"/>
                <a:gd name="T56" fmla="*/ 441 w 545"/>
                <a:gd name="T57" fmla="*/ 519 h 549"/>
                <a:gd name="T58" fmla="*/ 441 w 545"/>
                <a:gd name="T59" fmla="*/ 533 h 549"/>
                <a:gd name="T60" fmla="*/ 453 w 545"/>
                <a:gd name="T61" fmla="*/ 545 h 549"/>
                <a:gd name="T62" fmla="*/ 480 w 545"/>
                <a:gd name="T63" fmla="*/ 545 h 549"/>
                <a:gd name="T64" fmla="*/ 500 w 545"/>
                <a:gd name="T65" fmla="*/ 525 h 549"/>
                <a:gd name="T66" fmla="*/ 501 w 545"/>
                <a:gd name="T67" fmla="*/ 524 h 549"/>
                <a:gd name="T68" fmla="*/ 545 w 545"/>
                <a:gd name="T69" fmla="*/ 524 h 549"/>
                <a:gd name="T70" fmla="*/ 545 w 545"/>
                <a:gd name="T71" fmla="*/ 528 h 549"/>
                <a:gd name="T72" fmla="*/ 502 w 545"/>
                <a:gd name="T73" fmla="*/ 528 h 549"/>
                <a:gd name="T74" fmla="*/ 481 w 545"/>
                <a:gd name="T75" fmla="*/ 548 h 549"/>
                <a:gd name="T76" fmla="*/ 480 w 545"/>
                <a:gd name="T77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5" h="549">
                  <a:moveTo>
                    <a:pt x="480" y="549"/>
                  </a:moveTo>
                  <a:cubicBezTo>
                    <a:pt x="453" y="549"/>
                    <a:pt x="453" y="549"/>
                    <a:pt x="453" y="549"/>
                  </a:cubicBezTo>
                  <a:cubicBezTo>
                    <a:pt x="452" y="549"/>
                    <a:pt x="452" y="548"/>
                    <a:pt x="451" y="548"/>
                  </a:cubicBezTo>
                  <a:cubicBezTo>
                    <a:pt x="438" y="535"/>
                    <a:pt x="438" y="535"/>
                    <a:pt x="438" y="535"/>
                  </a:cubicBezTo>
                  <a:cubicBezTo>
                    <a:pt x="438" y="534"/>
                    <a:pt x="437" y="534"/>
                    <a:pt x="437" y="534"/>
                  </a:cubicBezTo>
                  <a:cubicBezTo>
                    <a:pt x="437" y="520"/>
                    <a:pt x="437" y="520"/>
                    <a:pt x="437" y="520"/>
                  </a:cubicBezTo>
                  <a:cubicBezTo>
                    <a:pt x="275" y="357"/>
                    <a:pt x="275" y="357"/>
                    <a:pt x="275" y="357"/>
                  </a:cubicBezTo>
                  <a:cubicBezTo>
                    <a:pt x="274" y="357"/>
                    <a:pt x="274" y="356"/>
                    <a:pt x="274" y="356"/>
                  </a:cubicBezTo>
                  <a:cubicBezTo>
                    <a:pt x="274" y="256"/>
                    <a:pt x="274" y="256"/>
                    <a:pt x="274" y="256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94" y="208"/>
                    <a:pt x="194" y="208"/>
                    <a:pt x="194" y="208"/>
                  </a:cubicBezTo>
                  <a:cubicBezTo>
                    <a:pt x="192" y="211"/>
                    <a:pt x="192" y="211"/>
                    <a:pt x="192" y="2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8"/>
                    <a:pt x="0" y="1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77" y="254"/>
                    <a:pt x="277" y="254"/>
                    <a:pt x="277" y="254"/>
                  </a:cubicBezTo>
                  <a:cubicBezTo>
                    <a:pt x="277" y="254"/>
                    <a:pt x="278" y="255"/>
                    <a:pt x="278" y="255"/>
                  </a:cubicBezTo>
                  <a:cubicBezTo>
                    <a:pt x="278" y="355"/>
                    <a:pt x="278" y="355"/>
                    <a:pt x="278" y="355"/>
                  </a:cubicBezTo>
                  <a:cubicBezTo>
                    <a:pt x="440" y="518"/>
                    <a:pt x="440" y="518"/>
                    <a:pt x="440" y="518"/>
                  </a:cubicBezTo>
                  <a:cubicBezTo>
                    <a:pt x="441" y="518"/>
                    <a:pt x="441" y="519"/>
                    <a:pt x="441" y="519"/>
                  </a:cubicBezTo>
                  <a:cubicBezTo>
                    <a:pt x="441" y="533"/>
                    <a:pt x="441" y="533"/>
                    <a:pt x="441" y="533"/>
                  </a:cubicBezTo>
                  <a:cubicBezTo>
                    <a:pt x="453" y="545"/>
                    <a:pt x="453" y="545"/>
                    <a:pt x="453" y="545"/>
                  </a:cubicBezTo>
                  <a:cubicBezTo>
                    <a:pt x="480" y="545"/>
                    <a:pt x="480" y="545"/>
                    <a:pt x="480" y="545"/>
                  </a:cubicBezTo>
                  <a:cubicBezTo>
                    <a:pt x="500" y="525"/>
                    <a:pt x="500" y="525"/>
                    <a:pt x="500" y="525"/>
                  </a:cubicBezTo>
                  <a:cubicBezTo>
                    <a:pt x="500" y="525"/>
                    <a:pt x="501" y="524"/>
                    <a:pt x="501" y="524"/>
                  </a:cubicBezTo>
                  <a:cubicBezTo>
                    <a:pt x="545" y="524"/>
                    <a:pt x="545" y="524"/>
                    <a:pt x="545" y="524"/>
                  </a:cubicBezTo>
                  <a:cubicBezTo>
                    <a:pt x="545" y="528"/>
                    <a:pt x="545" y="528"/>
                    <a:pt x="545" y="528"/>
                  </a:cubicBezTo>
                  <a:cubicBezTo>
                    <a:pt x="502" y="528"/>
                    <a:pt x="502" y="528"/>
                    <a:pt x="502" y="528"/>
                  </a:cubicBezTo>
                  <a:cubicBezTo>
                    <a:pt x="481" y="548"/>
                    <a:pt x="481" y="548"/>
                    <a:pt x="481" y="548"/>
                  </a:cubicBezTo>
                  <a:cubicBezTo>
                    <a:pt x="481" y="548"/>
                    <a:pt x="481" y="549"/>
                    <a:pt x="480" y="5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1" name="Freeform 547"/>
            <p:cNvSpPr>
              <a:spLocks/>
            </p:cNvSpPr>
            <p:nvPr/>
          </p:nvSpPr>
          <p:spPr bwMode="auto">
            <a:xfrm flipV="1">
              <a:off x="1874839" y="6440486"/>
              <a:ext cx="2644775" cy="2781300"/>
            </a:xfrm>
            <a:custGeom>
              <a:avLst/>
              <a:gdLst>
                <a:gd name="T0" fmla="*/ 699 w 705"/>
                <a:gd name="T1" fmla="*/ 741 h 741"/>
                <a:gd name="T2" fmla="*/ 697 w 705"/>
                <a:gd name="T3" fmla="*/ 739 h 741"/>
                <a:gd name="T4" fmla="*/ 701 w 705"/>
                <a:gd name="T5" fmla="*/ 734 h 741"/>
                <a:gd name="T6" fmla="*/ 701 w 705"/>
                <a:gd name="T7" fmla="*/ 703 h 741"/>
                <a:gd name="T8" fmla="*/ 656 w 705"/>
                <a:gd name="T9" fmla="*/ 657 h 741"/>
                <a:gd name="T10" fmla="*/ 627 w 705"/>
                <a:gd name="T11" fmla="*/ 657 h 741"/>
                <a:gd name="T12" fmla="*/ 607 w 705"/>
                <a:gd name="T13" fmla="*/ 678 h 741"/>
                <a:gd name="T14" fmla="*/ 606 w 705"/>
                <a:gd name="T15" fmla="*/ 678 h 741"/>
                <a:gd name="T16" fmla="*/ 606 w 705"/>
                <a:gd name="T17" fmla="*/ 678 h 741"/>
                <a:gd name="T18" fmla="*/ 579 w 705"/>
                <a:gd name="T19" fmla="*/ 678 h 741"/>
                <a:gd name="T20" fmla="*/ 578 w 705"/>
                <a:gd name="T21" fmla="*/ 678 h 741"/>
                <a:gd name="T22" fmla="*/ 564 w 705"/>
                <a:gd name="T23" fmla="*/ 664 h 741"/>
                <a:gd name="T24" fmla="*/ 564 w 705"/>
                <a:gd name="T25" fmla="*/ 663 h 741"/>
                <a:gd name="T26" fmla="*/ 564 w 705"/>
                <a:gd name="T27" fmla="*/ 634 h 741"/>
                <a:gd name="T28" fmla="*/ 564 w 705"/>
                <a:gd name="T29" fmla="*/ 633 h 741"/>
                <a:gd name="T30" fmla="*/ 584 w 705"/>
                <a:gd name="T31" fmla="*/ 614 h 741"/>
                <a:gd name="T32" fmla="*/ 584 w 705"/>
                <a:gd name="T33" fmla="*/ 586 h 741"/>
                <a:gd name="T34" fmla="*/ 0 w 705"/>
                <a:gd name="T35" fmla="*/ 3 h 741"/>
                <a:gd name="T36" fmla="*/ 3 w 705"/>
                <a:gd name="T37" fmla="*/ 0 h 741"/>
                <a:gd name="T38" fmla="*/ 587 w 705"/>
                <a:gd name="T39" fmla="*/ 584 h 741"/>
                <a:gd name="T40" fmla="*/ 587 w 705"/>
                <a:gd name="T41" fmla="*/ 585 h 741"/>
                <a:gd name="T42" fmla="*/ 587 w 705"/>
                <a:gd name="T43" fmla="*/ 614 h 741"/>
                <a:gd name="T44" fmla="*/ 587 w 705"/>
                <a:gd name="T45" fmla="*/ 615 h 741"/>
                <a:gd name="T46" fmla="*/ 567 w 705"/>
                <a:gd name="T47" fmla="*/ 635 h 741"/>
                <a:gd name="T48" fmla="*/ 567 w 705"/>
                <a:gd name="T49" fmla="*/ 662 h 741"/>
                <a:gd name="T50" fmla="*/ 580 w 705"/>
                <a:gd name="T51" fmla="*/ 675 h 741"/>
                <a:gd name="T52" fmla="*/ 605 w 705"/>
                <a:gd name="T53" fmla="*/ 675 h 741"/>
                <a:gd name="T54" fmla="*/ 625 w 705"/>
                <a:gd name="T55" fmla="*/ 654 h 741"/>
                <a:gd name="T56" fmla="*/ 627 w 705"/>
                <a:gd name="T57" fmla="*/ 654 h 741"/>
                <a:gd name="T58" fmla="*/ 656 w 705"/>
                <a:gd name="T59" fmla="*/ 654 h 741"/>
                <a:gd name="T60" fmla="*/ 658 w 705"/>
                <a:gd name="T61" fmla="*/ 654 h 741"/>
                <a:gd name="T62" fmla="*/ 704 w 705"/>
                <a:gd name="T63" fmla="*/ 701 h 741"/>
                <a:gd name="T64" fmla="*/ 705 w 705"/>
                <a:gd name="T65" fmla="*/ 702 h 741"/>
                <a:gd name="T66" fmla="*/ 705 w 705"/>
                <a:gd name="T67" fmla="*/ 735 h 741"/>
                <a:gd name="T68" fmla="*/ 704 w 705"/>
                <a:gd name="T69" fmla="*/ 736 h 741"/>
                <a:gd name="T70" fmla="*/ 699 w 705"/>
                <a:gd name="T71" fmla="*/ 74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5" h="741">
                  <a:moveTo>
                    <a:pt x="699" y="741"/>
                  </a:moveTo>
                  <a:cubicBezTo>
                    <a:pt x="697" y="739"/>
                    <a:pt x="697" y="739"/>
                    <a:pt x="697" y="739"/>
                  </a:cubicBezTo>
                  <a:cubicBezTo>
                    <a:pt x="701" y="734"/>
                    <a:pt x="701" y="734"/>
                    <a:pt x="701" y="734"/>
                  </a:cubicBezTo>
                  <a:cubicBezTo>
                    <a:pt x="701" y="703"/>
                    <a:pt x="701" y="703"/>
                    <a:pt x="701" y="703"/>
                  </a:cubicBezTo>
                  <a:cubicBezTo>
                    <a:pt x="656" y="657"/>
                    <a:pt x="656" y="657"/>
                    <a:pt x="656" y="657"/>
                  </a:cubicBezTo>
                  <a:cubicBezTo>
                    <a:pt x="627" y="657"/>
                    <a:pt x="627" y="657"/>
                    <a:pt x="627" y="657"/>
                  </a:cubicBezTo>
                  <a:cubicBezTo>
                    <a:pt x="607" y="678"/>
                    <a:pt x="607" y="678"/>
                    <a:pt x="607" y="678"/>
                  </a:cubicBezTo>
                  <a:cubicBezTo>
                    <a:pt x="607" y="678"/>
                    <a:pt x="606" y="678"/>
                    <a:pt x="606" y="678"/>
                  </a:cubicBezTo>
                  <a:cubicBezTo>
                    <a:pt x="606" y="678"/>
                    <a:pt x="606" y="678"/>
                    <a:pt x="606" y="678"/>
                  </a:cubicBezTo>
                  <a:cubicBezTo>
                    <a:pt x="579" y="678"/>
                    <a:pt x="579" y="678"/>
                    <a:pt x="579" y="678"/>
                  </a:cubicBezTo>
                  <a:cubicBezTo>
                    <a:pt x="579" y="678"/>
                    <a:pt x="578" y="678"/>
                    <a:pt x="578" y="678"/>
                  </a:cubicBezTo>
                  <a:cubicBezTo>
                    <a:pt x="564" y="664"/>
                    <a:pt x="564" y="664"/>
                    <a:pt x="564" y="664"/>
                  </a:cubicBezTo>
                  <a:cubicBezTo>
                    <a:pt x="564" y="664"/>
                    <a:pt x="564" y="663"/>
                    <a:pt x="564" y="663"/>
                  </a:cubicBezTo>
                  <a:cubicBezTo>
                    <a:pt x="564" y="634"/>
                    <a:pt x="564" y="634"/>
                    <a:pt x="564" y="634"/>
                  </a:cubicBezTo>
                  <a:cubicBezTo>
                    <a:pt x="564" y="634"/>
                    <a:pt x="564" y="633"/>
                    <a:pt x="564" y="633"/>
                  </a:cubicBezTo>
                  <a:cubicBezTo>
                    <a:pt x="584" y="614"/>
                    <a:pt x="584" y="614"/>
                    <a:pt x="584" y="614"/>
                  </a:cubicBezTo>
                  <a:cubicBezTo>
                    <a:pt x="584" y="586"/>
                    <a:pt x="584" y="586"/>
                    <a:pt x="584" y="58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87" y="584"/>
                    <a:pt x="587" y="584"/>
                    <a:pt x="587" y="584"/>
                  </a:cubicBezTo>
                  <a:cubicBezTo>
                    <a:pt x="587" y="584"/>
                    <a:pt x="587" y="585"/>
                    <a:pt x="587" y="585"/>
                  </a:cubicBezTo>
                  <a:cubicBezTo>
                    <a:pt x="587" y="614"/>
                    <a:pt x="587" y="614"/>
                    <a:pt x="587" y="614"/>
                  </a:cubicBezTo>
                  <a:cubicBezTo>
                    <a:pt x="587" y="615"/>
                    <a:pt x="587" y="615"/>
                    <a:pt x="587" y="615"/>
                  </a:cubicBezTo>
                  <a:cubicBezTo>
                    <a:pt x="567" y="635"/>
                    <a:pt x="567" y="635"/>
                    <a:pt x="567" y="635"/>
                  </a:cubicBezTo>
                  <a:cubicBezTo>
                    <a:pt x="567" y="662"/>
                    <a:pt x="567" y="662"/>
                    <a:pt x="567" y="662"/>
                  </a:cubicBezTo>
                  <a:cubicBezTo>
                    <a:pt x="580" y="675"/>
                    <a:pt x="580" y="675"/>
                    <a:pt x="580" y="675"/>
                  </a:cubicBezTo>
                  <a:cubicBezTo>
                    <a:pt x="605" y="675"/>
                    <a:pt x="605" y="675"/>
                    <a:pt x="605" y="675"/>
                  </a:cubicBezTo>
                  <a:cubicBezTo>
                    <a:pt x="625" y="654"/>
                    <a:pt x="625" y="654"/>
                    <a:pt x="625" y="654"/>
                  </a:cubicBezTo>
                  <a:cubicBezTo>
                    <a:pt x="626" y="654"/>
                    <a:pt x="626" y="654"/>
                    <a:pt x="627" y="654"/>
                  </a:cubicBezTo>
                  <a:cubicBezTo>
                    <a:pt x="656" y="654"/>
                    <a:pt x="656" y="654"/>
                    <a:pt x="656" y="654"/>
                  </a:cubicBezTo>
                  <a:cubicBezTo>
                    <a:pt x="657" y="654"/>
                    <a:pt x="657" y="654"/>
                    <a:pt x="658" y="654"/>
                  </a:cubicBezTo>
                  <a:cubicBezTo>
                    <a:pt x="704" y="701"/>
                    <a:pt x="704" y="701"/>
                    <a:pt x="704" y="701"/>
                  </a:cubicBezTo>
                  <a:cubicBezTo>
                    <a:pt x="705" y="701"/>
                    <a:pt x="705" y="702"/>
                    <a:pt x="705" y="702"/>
                  </a:cubicBezTo>
                  <a:cubicBezTo>
                    <a:pt x="705" y="735"/>
                    <a:pt x="705" y="735"/>
                    <a:pt x="705" y="735"/>
                  </a:cubicBezTo>
                  <a:cubicBezTo>
                    <a:pt x="705" y="735"/>
                    <a:pt x="705" y="736"/>
                    <a:pt x="704" y="736"/>
                  </a:cubicBezTo>
                  <a:lnTo>
                    <a:pt x="699" y="74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2" name="Freeform 548"/>
            <p:cNvSpPr>
              <a:spLocks/>
            </p:cNvSpPr>
            <p:nvPr/>
          </p:nvSpPr>
          <p:spPr bwMode="auto">
            <a:xfrm flipV="1">
              <a:off x="1922464" y="6811961"/>
              <a:ext cx="2260600" cy="2454275"/>
            </a:xfrm>
            <a:custGeom>
              <a:avLst/>
              <a:gdLst>
                <a:gd name="T0" fmla="*/ 594 w 602"/>
                <a:gd name="T1" fmla="*/ 654 h 654"/>
                <a:gd name="T2" fmla="*/ 591 w 602"/>
                <a:gd name="T3" fmla="*/ 651 h 654"/>
                <a:gd name="T4" fmla="*/ 598 w 602"/>
                <a:gd name="T5" fmla="*/ 644 h 654"/>
                <a:gd name="T6" fmla="*/ 598 w 602"/>
                <a:gd name="T7" fmla="*/ 601 h 654"/>
                <a:gd name="T8" fmla="*/ 0 w 602"/>
                <a:gd name="T9" fmla="*/ 2 h 654"/>
                <a:gd name="T10" fmla="*/ 2 w 602"/>
                <a:gd name="T11" fmla="*/ 0 h 654"/>
                <a:gd name="T12" fmla="*/ 601 w 602"/>
                <a:gd name="T13" fmla="*/ 599 h 654"/>
                <a:gd name="T14" fmla="*/ 602 w 602"/>
                <a:gd name="T15" fmla="*/ 600 h 654"/>
                <a:gd name="T16" fmla="*/ 602 w 602"/>
                <a:gd name="T17" fmla="*/ 645 h 654"/>
                <a:gd name="T18" fmla="*/ 601 w 602"/>
                <a:gd name="T19" fmla="*/ 646 h 654"/>
                <a:gd name="T20" fmla="*/ 594 w 602"/>
                <a:gd name="T21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2" h="654">
                  <a:moveTo>
                    <a:pt x="594" y="654"/>
                  </a:moveTo>
                  <a:cubicBezTo>
                    <a:pt x="591" y="651"/>
                    <a:pt x="591" y="651"/>
                    <a:pt x="591" y="651"/>
                  </a:cubicBezTo>
                  <a:cubicBezTo>
                    <a:pt x="598" y="644"/>
                    <a:pt x="598" y="644"/>
                    <a:pt x="598" y="644"/>
                  </a:cubicBezTo>
                  <a:cubicBezTo>
                    <a:pt x="598" y="601"/>
                    <a:pt x="598" y="601"/>
                    <a:pt x="598" y="60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1" y="599"/>
                    <a:pt x="601" y="599"/>
                    <a:pt x="601" y="599"/>
                  </a:cubicBezTo>
                  <a:cubicBezTo>
                    <a:pt x="602" y="599"/>
                    <a:pt x="602" y="600"/>
                    <a:pt x="602" y="600"/>
                  </a:cubicBezTo>
                  <a:cubicBezTo>
                    <a:pt x="602" y="645"/>
                    <a:pt x="602" y="645"/>
                    <a:pt x="602" y="645"/>
                  </a:cubicBezTo>
                  <a:cubicBezTo>
                    <a:pt x="602" y="645"/>
                    <a:pt x="602" y="646"/>
                    <a:pt x="601" y="646"/>
                  </a:cubicBezTo>
                  <a:lnTo>
                    <a:pt x="594" y="65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3" name="Freeform 549"/>
            <p:cNvSpPr>
              <a:spLocks/>
            </p:cNvSpPr>
            <p:nvPr/>
          </p:nvSpPr>
          <p:spPr bwMode="auto">
            <a:xfrm flipV="1">
              <a:off x="2249489" y="6627811"/>
              <a:ext cx="2371725" cy="2701925"/>
            </a:xfrm>
            <a:custGeom>
              <a:avLst/>
              <a:gdLst>
                <a:gd name="T0" fmla="*/ 630 w 632"/>
                <a:gd name="T1" fmla="*/ 720 h 720"/>
                <a:gd name="T2" fmla="*/ 624 w 632"/>
                <a:gd name="T3" fmla="*/ 714 h 720"/>
                <a:gd name="T4" fmla="*/ 623 w 632"/>
                <a:gd name="T5" fmla="*/ 713 h 720"/>
                <a:gd name="T6" fmla="*/ 623 w 632"/>
                <a:gd name="T7" fmla="*/ 670 h 720"/>
                <a:gd name="T8" fmla="*/ 591 w 632"/>
                <a:gd name="T9" fmla="*/ 639 h 720"/>
                <a:gd name="T10" fmla="*/ 562 w 632"/>
                <a:gd name="T11" fmla="*/ 639 h 720"/>
                <a:gd name="T12" fmla="*/ 560 w 632"/>
                <a:gd name="T13" fmla="*/ 638 h 720"/>
                <a:gd name="T14" fmla="*/ 404 w 632"/>
                <a:gd name="T15" fmla="*/ 482 h 720"/>
                <a:gd name="T16" fmla="*/ 404 w 632"/>
                <a:gd name="T17" fmla="*/ 481 h 720"/>
                <a:gd name="T18" fmla="*/ 404 w 632"/>
                <a:gd name="T19" fmla="*/ 436 h 720"/>
                <a:gd name="T20" fmla="*/ 57 w 632"/>
                <a:gd name="T21" fmla="*/ 89 h 720"/>
                <a:gd name="T22" fmla="*/ 31 w 632"/>
                <a:gd name="T23" fmla="*/ 89 h 720"/>
                <a:gd name="T24" fmla="*/ 30 w 632"/>
                <a:gd name="T25" fmla="*/ 88 h 720"/>
                <a:gd name="T26" fmla="*/ 0 w 632"/>
                <a:gd name="T27" fmla="*/ 59 h 720"/>
                <a:gd name="T28" fmla="*/ 0 w 632"/>
                <a:gd name="T29" fmla="*/ 58 h 720"/>
                <a:gd name="T30" fmla="*/ 0 w 632"/>
                <a:gd name="T31" fmla="*/ 21 h 720"/>
                <a:gd name="T32" fmla="*/ 0 w 632"/>
                <a:gd name="T33" fmla="*/ 20 h 720"/>
                <a:gd name="T34" fmla="*/ 21 w 632"/>
                <a:gd name="T35" fmla="*/ 0 h 720"/>
                <a:gd name="T36" fmla="*/ 24 w 632"/>
                <a:gd name="T37" fmla="*/ 2 h 720"/>
                <a:gd name="T38" fmla="*/ 3 w 632"/>
                <a:gd name="T39" fmla="*/ 22 h 720"/>
                <a:gd name="T40" fmla="*/ 3 w 632"/>
                <a:gd name="T41" fmla="*/ 57 h 720"/>
                <a:gd name="T42" fmla="*/ 32 w 632"/>
                <a:gd name="T43" fmla="*/ 85 h 720"/>
                <a:gd name="T44" fmla="*/ 57 w 632"/>
                <a:gd name="T45" fmla="*/ 85 h 720"/>
                <a:gd name="T46" fmla="*/ 59 w 632"/>
                <a:gd name="T47" fmla="*/ 86 h 720"/>
                <a:gd name="T48" fmla="*/ 407 w 632"/>
                <a:gd name="T49" fmla="*/ 434 h 720"/>
                <a:gd name="T50" fmla="*/ 407 w 632"/>
                <a:gd name="T51" fmla="*/ 435 h 720"/>
                <a:gd name="T52" fmla="*/ 407 w 632"/>
                <a:gd name="T53" fmla="*/ 480 h 720"/>
                <a:gd name="T54" fmla="*/ 562 w 632"/>
                <a:gd name="T55" fmla="*/ 635 h 720"/>
                <a:gd name="T56" fmla="*/ 592 w 632"/>
                <a:gd name="T57" fmla="*/ 635 h 720"/>
                <a:gd name="T58" fmla="*/ 593 w 632"/>
                <a:gd name="T59" fmla="*/ 636 h 720"/>
                <a:gd name="T60" fmla="*/ 626 w 632"/>
                <a:gd name="T61" fmla="*/ 669 h 720"/>
                <a:gd name="T62" fmla="*/ 627 w 632"/>
                <a:gd name="T63" fmla="*/ 670 h 720"/>
                <a:gd name="T64" fmla="*/ 627 w 632"/>
                <a:gd name="T65" fmla="*/ 712 h 720"/>
                <a:gd name="T66" fmla="*/ 632 w 632"/>
                <a:gd name="T67" fmla="*/ 717 h 720"/>
                <a:gd name="T68" fmla="*/ 630 w 632"/>
                <a:gd name="T69" fmla="*/ 72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20">
                  <a:moveTo>
                    <a:pt x="630" y="720"/>
                  </a:moveTo>
                  <a:cubicBezTo>
                    <a:pt x="624" y="714"/>
                    <a:pt x="624" y="714"/>
                    <a:pt x="624" y="714"/>
                  </a:cubicBezTo>
                  <a:cubicBezTo>
                    <a:pt x="623" y="714"/>
                    <a:pt x="623" y="713"/>
                    <a:pt x="623" y="713"/>
                  </a:cubicBezTo>
                  <a:cubicBezTo>
                    <a:pt x="623" y="670"/>
                    <a:pt x="623" y="670"/>
                    <a:pt x="623" y="670"/>
                  </a:cubicBezTo>
                  <a:cubicBezTo>
                    <a:pt x="591" y="639"/>
                    <a:pt x="591" y="639"/>
                    <a:pt x="591" y="639"/>
                  </a:cubicBezTo>
                  <a:cubicBezTo>
                    <a:pt x="562" y="639"/>
                    <a:pt x="562" y="639"/>
                    <a:pt x="562" y="639"/>
                  </a:cubicBezTo>
                  <a:cubicBezTo>
                    <a:pt x="561" y="639"/>
                    <a:pt x="561" y="638"/>
                    <a:pt x="560" y="638"/>
                  </a:cubicBezTo>
                  <a:cubicBezTo>
                    <a:pt x="404" y="482"/>
                    <a:pt x="404" y="482"/>
                    <a:pt x="404" y="482"/>
                  </a:cubicBezTo>
                  <a:cubicBezTo>
                    <a:pt x="404" y="482"/>
                    <a:pt x="404" y="481"/>
                    <a:pt x="404" y="481"/>
                  </a:cubicBezTo>
                  <a:cubicBezTo>
                    <a:pt x="404" y="436"/>
                    <a:pt x="404" y="436"/>
                    <a:pt x="404" y="436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8" y="86"/>
                    <a:pt x="59" y="86"/>
                  </a:cubicBezTo>
                  <a:cubicBezTo>
                    <a:pt x="407" y="434"/>
                    <a:pt x="407" y="434"/>
                    <a:pt x="407" y="434"/>
                  </a:cubicBezTo>
                  <a:cubicBezTo>
                    <a:pt x="407" y="434"/>
                    <a:pt x="407" y="435"/>
                    <a:pt x="407" y="435"/>
                  </a:cubicBezTo>
                  <a:cubicBezTo>
                    <a:pt x="407" y="480"/>
                    <a:pt x="407" y="480"/>
                    <a:pt x="407" y="480"/>
                  </a:cubicBezTo>
                  <a:cubicBezTo>
                    <a:pt x="562" y="635"/>
                    <a:pt x="562" y="635"/>
                    <a:pt x="562" y="635"/>
                  </a:cubicBezTo>
                  <a:cubicBezTo>
                    <a:pt x="592" y="635"/>
                    <a:pt x="592" y="635"/>
                    <a:pt x="592" y="635"/>
                  </a:cubicBezTo>
                  <a:cubicBezTo>
                    <a:pt x="593" y="635"/>
                    <a:pt x="593" y="635"/>
                    <a:pt x="593" y="636"/>
                  </a:cubicBezTo>
                  <a:cubicBezTo>
                    <a:pt x="626" y="669"/>
                    <a:pt x="626" y="669"/>
                    <a:pt x="626" y="669"/>
                  </a:cubicBezTo>
                  <a:cubicBezTo>
                    <a:pt x="627" y="669"/>
                    <a:pt x="627" y="669"/>
                    <a:pt x="627" y="670"/>
                  </a:cubicBezTo>
                  <a:cubicBezTo>
                    <a:pt x="627" y="712"/>
                    <a:pt x="627" y="712"/>
                    <a:pt x="627" y="712"/>
                  </a:cubicBezTo>
                  <a:cubicBezTo>
                    <a:pt x="632" y="717"/>
                    <a:pt x="632" y="717"/>
                    <a:pt x="632" y="717"/>
                  </a:cubicBezTo>
                  <a:lnTo>
                    <a:pt x="630" y="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4" name="Freeform 550"/>
            <p:cNvSpPr>
              <a:spLocks/>
            </p:cNvSpPr>
            <p:nvPr/>
          </p:nvSpPr>
          <p:spPr bwMode="auto">
            <a:xfrm flipV="1">
              <a:off x="2406652" y="6234111"/>
              <a:ext cx="2371725" cy="2919413"/>
            </a:xfrm>
            <a:custGeom>
              <a:avLst/>
              <a:gdLst>
                <a:gd name="T0" fmla="*/ 507 w 632"/>
                <a:gd name="T1" fmla="*/ 778 h 778"/>
                <a:gd name="T2" fmla="*/ 507 w 632"/>
                <a:gd name="T3" fmla="*/ 774 h 778"/>
                <a:gd name="T4" fmla="*/ 554 w 632"/>
                <a:gd name="T5" fmla="*/ 774 h 778"/>
                <a:gd name="T6" fmla="*/ 629 w 632"/>
                <a:gd name="T7" fmla="*/ 699 h 778"/>
                <a:gd name="T8" fmla="*/ 629 w 632"/>
                <a:gd name="T9" fmla="*/ 661 h 778"/>
                <a:gd name="T10" fmla="*/ 609 w 632"/>
                <a:gd name="T11" fmla="*/ 641 h 778"/>
                <a:gd name="T12" fmla="*/ 609 w 632"/>
                <a:gd name="T13" fmla="*/ 640 h 778"/>
                <a:gd name="T14" fmla="*/ 609 w 632"/>
                <a:gd name="T15" fmla="*/ 614 h 778"/>
                <a:gd name="T16" fmla="*/ 563 w 632"/>
                <a:gd name="T17" fmla="*/ 568 h 778"/>
                <a:gd name="T18" fmla="*/ 522 w 632"/>
                <a:gd name="T19" fmla="*/ 568 h 778"/>
                <a:gd name="T20" fmla="*/ 520 w 632"/>
                <a:gd name="T21" fmla="*/ 568 h 778"/>
                <a:gd name="T22" fmla="*/ 394 w 632"/>
                <a:gd name="T23" fmla="*/ 441 h 778"/>
                <a:gd name="T24" fmla="*/ 393 w 632"/>
                <a:gd name="T25" fmla="*/ 440 h 778"/>
                <a:gd name="T26" fmla="*/ 393 w 632"/>
                <a:gd name="T27" fmla="*/ 371 h 778"/>
                <a:gd name="T28" fmla="*/ 25 w 632"/>
                <a:gd name="T29" fmla="*/ 3 h 778"/>
                <a:gd name="T30" fmla="*/ 0 w 632"/>
                <a:gd name="T31" fmla="*/ 3 h 778"/>
                <a:gd name="T32" fmla="*/ 0 w 632"/>
                <a:gd name="T33" fmla="*/ 0 h 778"/>
                <a:gd name="T34" fmla="*/ 26 w 632"/>
                <a:gd name="T35" fmla="*/ 0 h 778"/>
                <a:gd name="T36" fmla="*/ 27 w 632"/>
                <a:gd name="T37" fmla="*/ 0 h 778"/>
                <a:gd name="T38" fmla="*/ 396 w 632"/>
                <a:gd name="T39" fmla="*/ 369 h 778"/>
                <a:gd name="T40" fmla="*/ 397 w 632"/>
                <a:gd name="T41" fmla="*/ 371 h 778"/>
                <a:gd name="T42" fmla="*/ 397 w 632"/>
                <a:gd name="T43" fmla="*/ 439 h 778"/>
                <a:gd name="T44" fmla="*/ 522 w 632"/>
                <a:gd name="T45" fmla="*/ 565 h 778"/>
                <a:gd name="T46" fmla="*/ 564 w 632"/>
                <a:gd name="T47" fmla="*/ 565 h 778"/>
                <a:gd name="T48" fmla="*/ 565 w 632"/>
                <a:gd name="T49" fmla="*/ 565 h 778"/>
                <a:gd name="T50" fmla="*/ 612 w 632"/>
                <a:gd name="T51" fmla="*/ 612 h 778"/>
                <a:gd name="T52" fmla="*/ 612 w 632"/>
                <a:gd name="T53" fmla="*/ 613 h 778"/>
                <a:gd name="T54" fmla="*/ 612 w 632"/>
                <a:gd name="T55" fmla="*/ 640 h 778"/>
                <a:gd name="T56" fmla="*/ 632 w 632"/>
                <a:gd name="T57" fmla="*/ 659 h 778"/>
                <a:gd name="T58" fmla="*/ 632 w 632"/>
                <a:gd name="T59" fmla="*/ 660 h 778"/>
                <a:gd name="T60" fmla="*/ 632 w 632"/>
                <a:gd name="T61" fmla="*/ 700 h 778"/>
                <a:gd name="T62" fmla="*/ 632 w 632"/>
                <a:gd name="T63" fmla="*/ 701 h 778"/>
                <a:gd name="T64" fmla="*/ 556 w 632"/>
                <a:gd name="T65" fmla="*/ 777 h 778"/>
                <a:gd name="T66" fmla="*/ 554 w 632"/>
                <a:gd name="T67" fmla="*/ 778 h 778"/>
                <a:gd name="T68" fmla="*/ 507 w 632"/>
                <a:gd name="T69" fmla="*/ 778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78">
                  <a:moveTo>
                    <a:pt x="507" y="778"/>
                  </a:moveTo>
                  <a:cubicBezTo>
                    <a:pt x="507" y="774"/>
                    <a:pt x="507" y="774"/>
                    <a:pt x="507" y="774"/>
                  </a:cubicBezTo>
                  <a:cubicBezTo>
                    <a:pt x="554" y="774"/>
                    <a:pt x="554" y="774"/>
                    <a:pt x="554" y="774"/>
                  </a:cubicBezTo>
                  <a:cubicBezTo>
                    <a:pt x="629" y="699"/>
                    <a:pt x="629" y="699"/>
                    <a:pt x="629" y="699"/>
                  </a:cubicBezTo>
                  <a:cubicBezTo>
                    <a:pt x="629" y="661"/>
                    <a:pt x="629" y="661"/>
                    <a:pt x="629" y="661"/>
                  </a:cubicBezTo>
                  <a:cubicBezTo>
                    <a:pt x="609" y="641"/>
                    <a:pt x="609" y="641"/>
                    <a:pt x="609" y="641"/>
                  </a:cubicBezTo>
                  <a:cubicBezTo>
                    <a:pt x="609" y="641"/>
                    <a:pt x="609" y="641"/>
                    <a:pt x="609" y="640"/>
                  </a:cubicBezTo>
                  <a:cubicBezTo>
                    <a:pt x="609" y="614"/>
                    <a:pt x="609" y="614"/>
                    <a:pt x="609" y="614"/>
                  </a:cubicBezTo>
                  <a:cubicBezTo>
                    <a:pt x="563" y="568"/>
                    <a:pt x="563" y="568"/>
                    <a:pt x="563" y="568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1" y="568"/>
                    <a:pt x="521" y="568"/>
                    <a:pt x="520" y="568"/>
                  </a:cubicBezTo>
                  <a:cubicBezTo>
                    <a:pt x="394" y="441"/>
                    <a:pt x="394" y="441"/>
                    <a:pt x="394" y="441"/>
                  </a:cubicBezTo>
                  <a:cubicBezTo>
                    <a:pt x="393" y="441"/>
                    <a:pt x="393" y="441"/>
                    <a:pt x="393" y="440"/>
                  </a:cubicBezTo>
                  <a:cubicBezTo>
                    <a:pt x="393" y="371"/>
                    <a:pt x="393" y="371"/>
                    <a:pt x="393" y="371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396" y="369"/>
                    <a:pt x="396" y="369"/>
                    <a:pt x="396" y="369"/>
                  </a:cubicBezTo>
                  <a:cubicBezTo>
                    <a:pt x="396" y="370"/>
                    <a:pt x="397" y="370"/>
                    <a:pt x="397" y="371"/>
                  </a:cubicBezTo>
                  <a:cubicBezTo>
                    <a:pt x="397" y="439"/>
                    <a:pt x="397" y="439"/>
                    <a:pt x="397" y="439"/>
                  </a:cubicBezTo>
                  <a:cubicBezTo>
                    <a:pt x="522" y="565"/>
                    <a:pt x="522" y="565"/>
                    <a:pt x="522" y="565"/>
                  </a:cubicBezTo>
                  <a:cubicBezTo>
                    <a:pt x="564" y="565"/>
                    <a:pt x="564" y="565"/>
                    <a:pt x="564" y="565"/>
                  </a:cubicBezTo>
                  <a:cubicBezTo>
                    <a:pt x="565" y="565"/>
                    <a:pt x="565" y="565"/>
                    <a:pt x="565" y="565"/>
                  </a:cubicBezTo>
                  <a:cubicBezTo>
                    <a:pt x="612" y="612"/>
                    <a:pt x="612" y="612"/>
                    <a:pt x="612" y="612"/>
                  </a:cubicBezTo>
                  <a:cubicBezTo>
                    <a:pt x="612" y="612"/>
                    <a:pt x="612" y="612"/>
                    <a:pt x="612" y="613"/>
                  </a:cubicBezTo>
                  <a:cubicBezTo>
                    <a:pt x="612" y="640"/>
                    <a:pt x="612" y="640"/>
                    <a:pt x="612" y="640"/>
                  </a:cubicBezTo>
                  <a:cubicBezTo>
                    <a:pt x="632" y="659"/>
                    <a:pt x="632" y="659"/>
                    <a:pt x="632" y="659"/>
                  </a:cubicBezTo>
                  <a:cubicBezTo>
                    <a:pt x="632" y="660"/>
                    <a:pt x="632" y="660"/>
                    <a:pt x="632" y="660"/>
                  </a:cubicBezTo>
                  <a:cubicBezTo>
                    <a:pt x="632" y="700"/>
                    <a:pt x="632" y="700"/>
                    <a:pt x="632" y="700"/>
                  </a:cubicBezTo>
                  <a:cubicBezTo>
                    <a:pt x="632" y="700"/>
                    <a:pt x="632" y="700"/>
                    <a:pt x="632" y="701"/>
                  </a:cubicBezTo>
                  <a:cubicBezTo>
                    <a:pt x="556" y="777"/>
                    <a:pt x="556" y="777"/>
                    <a:pt x="556" y="777"/>
                  </a:cubicBezTo>
                  <a:cubicBezTo>
                    <a:pt x="555" y="777"/>
                    <a:pt x="555" y="778"/>
                    <a:pt x="554" y="778"/>
                  </a:cubicBezTo>
                  <a:lnTo>
                    <a:pt x="507" y="77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5" name="Freeform 551"/>
            <p:cNvSpPr>
              <a:spLocks/>
            </p:cNvSpPr>
            <p:nvPr/>
          </p:nvSpPr>
          <p:spPr bwMode="auto">
            <a:xfrm flipV="1">
              <a:off x="2235202" y="6778623"/>
              <a:ext cx="2641600" cy="2798763"/>
            </a:xfrm>
            <a:custGeom>
              <a:avLst/>
              <a:gdLst>
                <a:gd name="T0" fmla="*/ 702 w 704"/>
                <a:gd name="T1" fmla="*/ 746 h 746"/>
                <a:gd name="T2" fmla="*/ 632 w 704"/>
                <a:gd name="T3" fmla="*/ 676 h 746"/>
                <a:gd name="T4" fmla="*/ 631 w 704"/>
                <a:gd name="T5" fmla="*/ 675 h 746"/>
                <a:gd name="T6" fmla="*/ 631 w 704"/>
                <a:gd name="T7" fmla="*/ 633 h 746"/>
                <a:gd name="T8" fmla="*/ 0 w 704"/>
                <a:gd name="T9" fmla="*/ 2 h 746"/>
                <a:gd name="T10" fmla="*/ 2 w 704"/>
                <a:gd name="T11" fmla="*/ 0 h 746"/>
                <a:gd name="T12" fmla="*/ 634 w 704"/>
                <a:gd name="T13" fmla="*/ 632 h 746"/>
                <a:gd name="T14" fmla="*/ 635 w 704"/>
                <a:gd name="T15" fmla="*/ 633 h 746"/>
                <a:gd name="T16" fmla="*/ 635 w 704"/>
                <a:gd name="T17" fmla="*/ 674 h 746"/>
                <a:gd name="T18" fmla="*/ 704 w 704"/>
                <a:gd name="T19" fmla="*/ 744 h 746"/>
                <a:gd name="T20" fmla="*/ 702 w 704"/>
                <a:gd name="T21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4" h="746">
                  <a:moveTo>
                    <a:pt x="702" y="746"/>
                  </a:moveTo>
                  <a:cubicBezTo>
                    <a:pt x="632" y="676"/>
                    <a:pt x="632" y="676"/>
                    <a:pt x="632" y="676"/>
                  </a:cubicBezTo>
                  <a:cubicBezTo>
                    <a:pt x="632" y="676"/>
                    <a:pt x="631" y="675"/>
                    <a:pt x="631" y="675"/>
                  </a:cubicBezTo>
                  <a:cubicBezTo>
                    <a:pt x="631" y="633"/>
                    <a:pt x="631" y="633"/>
                    <a:pt x="631" y="6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34" y="632"/>
                    <a:pt x="634" y="632"/>
                    <a:pt x="634" y="632"/>
                  </a:cubicBezTo>
                  <a:cubicBezTo>
                    <a:pt x="635" y="632"/>
                    <a:pt x="635" y="632"/>
                    <a:pt x="635" y="633"/>
                  </a:cubicBezTo>
                  <a:cubicBezTo>
                    <a:pt x="635" y="674"/>
                    <a:pt x="635" y="674"/>
                    <a:pt x="635" y="674"/>
                  </a:cubicBezTo>
                  <a:cubicBezTo>
                    <a:pt x="704" y="744"/>
                    <a:pt x="704" y="744"/>
                    <a:pt x="704" y="744"/>
                  </a:cubicBezTo>
                  <a:lnTo>
                    <a:pt x="702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6" name="Freeform 552"/>
            <p:cNvSpPr>
              <a:spLocks/>
            </p:cNvSpPr>
            <p:nvPr/>
          </p:nvSpPr>
          <p:spPr bwMode="auto">
            <a:xfrm flipV="1">
              <a:off x="2879727" y="7400924"/>
              <a:ext cx="1812925" cy="1854200"/>
            </a:xfrm>
            <a:custGeom>
              <a:avLst/>
              <a:gdLst>
                <a:gd name="T0" fmla="*/ 464 w 483"/>
                <a:gd name="T1" fmla="*/ 494 h 494"/>
                <a:gd name="T2" fmla="*/ 461 w 483"/>
                <a:gd name="T3" fmla="*/ 494 h 494"/>
                <a:gd name="T4" fmla="*/ 461 w 483"/>
                <a:gd name="T5" fmla="*/ 465 h 494"/>
                <a:gd name="T6" fmla="*/ 462 w 483"/>
                <a:gd name="T7" fmla="*/ 463 h 494"/>
                <a:gd name="T8" fmla="*/ 480 w 483"/>
                <a:gd name="T9" fmla="*/ 445 h 494"/>
                <a:gd name="T10" fmla="*/ 480 w 483"/>
                <a:gd name="T11" fmla="*/ 429 h 494"/>
                <a:gd name="T12" fmla="*/ 269 w 483"/>
                <a:gd name="T13" fmla="*/ 218 h 494"/>
                <a:gd name="T14" fmla="*/ 217 w 483"/>
                <a:gd name="T15" fmla="*/ 218 h 494"/>
                <a:gd name="T16" fmla="*/ 215 w 483"/>
                <a:gd name="T17" fmla="*/ 218 h 494"/>
                <a:gd name="T18" fmla="*/ 0 w 483"/>
                <a:gd name="T19" fmla="*/ 2 h 494"/>
                <a:gd name="T20" fmla="*/ 2 w 483"/>
                <a:gd name="T21" fmla="*/ 0 h 494"/>
                <a:gd name="T22" fmla="*/ 217 w 483"/>
                <a:gd name="T23" fmla="*/ 215 h 494"/>
                <a:gd name="T24" fmla="*/ 270 w 483"/>
                <a:gd name="T25" fmla="*/ 215 h 494"/>
                <a:gd name="T26" fmla="*/ 271 w 483"/>
                <a:gd name="T27" fmla="*/ 215 h 494"/>
                <a:gd name="T28" fmla="*/ 483 w 483"/>
                <a:gd name="T29" fmla="*/ 427 h 494"/>
                <a:gd name="T30" fmla="*/ 483 w 483"/>
                <a:gd name="T31" fmla="*/ 428 h 494"/>
                <a:gd name="T32" fmla="*/ 483 w 483"/>
                <a:gd name="T33" fmla="*/ 446 h 494"/>
                <a:gd name="T34" fmla="*/ 483 w 483"/>
                <a:gd name="T35" fmla="*/ 447 h 494"/>
                <a:gd name="T36" fmla="*/ 464 w 483"/>
                <a:gd name="T37" fmla="*/ 465 h 494"/>
                <a:gd name="T38" fmla="*/ 464 w 483"/>
                <a:gd name="T39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4">
                  <a:moveTo>
                    <a:pt x="464" y="494"/>
                  </a:moveTo>
                  <a:cubicBezTo>
                    <a:pt x="461" y="494"/>
                    <a:pt x="461" y="494"/>
                    <a:pt x="461" y="494"/>
                  </a:cubicBezTo>
                  <a:cubicBezTo>
                    <a:pt x="461" y="465"/>
                    <a:pt x="461" y="465"/>
                    <a:pt x="461" y="465"/>
                  </a:cubicBezTo>
                  <a:cubicBezTo>
                    <a:pt x="461" y="464"/>
                    <a:pt x="461" y="464"/>
                    <a:pt x="462" y="463"/>
                  </a:cubicBezTo>
                  <a:cubicBezTo>
                    <a:pt x="480" y="445"/>
                    <a:pt x="480" y="445"/>
                    <a:pt x="480" y="445"/>
                  </a:cubicBezTo>
                  <a:cubicBezTo>
                    <a:pt x="480" y="429"/>
                    <a:pt x="480" y="429"/>
                    <a:pt x="480" y="429"/>
                  </a:cubicBezTo>
                  <a:cubicBezTo>
                    <a:pt x="269" y="218"/>
                    <a:pt x="269" y="218"/>
                    <a:pt x="269" y="218"/>
                  </a:cubicBezTo>
                  <a:cubicBezTo>
                    <a:pt x="217" y="218"/>
                    <a:pt x="217" y="218"/>
                    <a:pt x="217" y="218"/>
                  </a:cubicBezTo>
                  <a:cubicBezTo>
                    <a:pt x="216" y="218"/>
                    <a:pt x="216" y="218"/>
                    <a:pt x="215" y="2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70" y="215"/>
                    <a:pt x="270" y="215"/>
                    <a:pt x="270" y="215"/>
                  </a:cubicBezTo>
                  <a:cubicBezTo>
                    <a:pt x="270" y="215"/>
                    <a:pt x="271" y="215"/>
                    <a:pt x="271" y="215"/>
                  </a:cubicBezTo>
                  <a:cubicBezTo>
                    <a:pt x="483" y="427"/>
                    <a:pt x="483" y="427"/>
                    <a:pt x="483" y="427"/>
                  </a:cubicBezTo>
                  <a:cubicBezTo>
                    <a:pt x="483" y="427"/>
                    <a:pt x="483" y="428"/>
                    <a:pt x="483" y="428"/>
                  </a:cubicBezTo>
                  <a:cubicBezTo>
                    <a:pt x="483" y="446"/>
                    <a:pt x="483" y="446"/>
                    <a:pt x="483" y="446"/>
                  </a:cubicBezTo>
                  <a:cubicBezTo>
                    <a:pt x="483" y="446"/>
                    <a:pt x="483" y="447"/>
                    <a:pt x="483" y="447"/>
                  </a:cubicBezTo>
                  <a:cubicBezTo>
                    <a:pt x="464" y="465"/>
                    <a:pt x="464" y="465"/>
                    <a:pt x="464" y="465"/>
                  </a:cubicBezTo>
                  <a:lnTo>
                    <a:pt x="464" y="4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7" name="Freeform 553"/>
            <p:cNvSpPr>
              <a:spLocks/>
            </p:cNvSpPr>
            <p:nvPr/>
          </p:nvSpPr>
          <p:spPr bwMode="auto">
            <a:xfrm flipV="1">
              <a:off x="2786064" y="6770686"/>
              <a:ext cx="2360612" cy="2897188"/>
            </a:xfrm>
            <a:custGeom>
              <a:avLst/>
              <a:gdLst>
                <a:gd name="T0" fmla="*/ 629 w 629"/>
                <a:gd name="T1" fmla="*/ 772 h 772"/>
                <a:gd name="T2" fmla="*/ 590 w 629"/>
                <a:gd name="T3" fmla="*/ 772 h 772"/>
                <a:gd name="T4" fmla="*/ 587 w 629"/>
                <a:gd name="T5" fmla="*/ 771 h 772"/>
                <a:gd name="T6" fmla="*/ 505 w 629"/>
                <a:gd name="T7" fmla="*/ 688 h 772"/>
                <a:gd name="T8" fmla="*/ 504 w 629"/>
                <a:gd name="T9" fmla="*/ 686 h 772"/>
                <a:gd name="T10" fmla="*/ 504 w 629"/>
                <a:gd name="T11" fmla="*/ 645 h 772"/>
                <a:gd name="T12" fmla="*/ 505 w 629"/>
                <a:gd name="T13" fmla="*/ 643 h 772"/>
                <a:gd name="T14" fmla="*/ 519 w 629"/>
                <a:gd name="T15" fmla="*/ 628 h 772"/>
                <a:gd name="T16" fmla="*/ 519 w 629"/>
                <a:gd name="T17" fmla="*/ 582 h 772"/>
                <a:gd name="T18" fmla="*/ 520 w 629"/>
                <a:gd name="T19" fmla="*/ 580 h 772"/>
                <a:gd name="T20" fmla="*/ 549 w 629"/>
                <a:gd name="T21" fmla="*/ 551 h 772"/>
                <a:gd name="T22" fmla="*/ 549 w 629"/>
                <a:gd name="T23" fmla="*/ 539 h 772"/>
                <a:gd name="T24" fmla="*/ 294 w 629"/>
                <a:gd name="T25" fmla="*/ 284 h 772"/>
                <a:gd name="T26" fmla="*/ 256 w 629"/>
                <a:gd name="T27" fmla="*/ 284 h 772"/>
                <a:gd name="T28" fmla="*/ 253 w 629"/>
                <a:gd name="T29" fmla="*/ 283 h 772"/>
                <a:gd name="T30" fmla="*/ 175 w 629"/>
                <a:gd name="T31" fmla="*/ 204 h 772"/>
                <a:gd name="T32" fmla="*/ 173 w 629"/>
                <a:gd name="T33" fmla="*/ 201 h 772"/>
                <a:gd name="T34" fmla="*/ 174 w 629"/>
                <a:gd name="T35" fmla="*/ 178 h 772"/>
                <a:gd name="T36" fmla="*/ 0 w 629"/>
                <a:gd name="T37" fmla="*/ 5 h 772"/>
                <a:gd name="T38" fmla="*/ 5 w 629"/>
                <a:gd name="T39" fmla="*/ 0 h 772"/>
                <a:gd name="T40" fmla="*/ 179 w 629"/>
                <a:gd name="T41" fmla="*/ 174 h 772"/>
                <a:gd name="T42" fmla="*/ 180 w 629"/>
                <a:gd name="T43" fmla="*/ 177 h 772"/>
                <a:gd name="T44" fmla="*/ 180 w 629"/>
                <a:gd name="T45" fmla="*/ 200 h 772"/>
                <a:gd name="T46" fmla="*/ 257 w 629"/>
                <a:gd name="T47" fmla="*/ 277 h 772"/>
                <a:gd name="T48" fmla="*/ 295 w 629"/>
                <a:gd name="T49" fmla="*/ 277 h 772"/>
                <a:gd name="T50" fmla="*/ 298 w 629"/>
                <a:gd name="T51" fmla="*/ 278 h 772"/>
                <a:gd name="T52" fmla="*/ 555 w 629"/>
                <a:gd name="T53" fmla="*/ 535 h 772"/>
                <a:gd name="T54" fmla="*/ 556 w 629"/>
                <a:gd name="T55" fmla="*/ 537 h 772"/>
                <a:gd name="T56" fmla="*/ 556 w 629"/>
                <a:gd name="T57" fmla="*/ 552 h 772"/>
                <a:gd name="T58" fmla="*/ 555 w 629"/>
                <a:gd name="T59" fmla="*/ 555 h 772"/>
                <a:gd name="T60" fmla="*/ 526 w 629"/>
                <a:gd name="T61" fmla="*/ 584 h 772"/>
                <a:gd name="T62" fmla="*/ 526 w 629"/>
                <a:gd name="T63" fmla="*/ 630 h 772"/>
                <a:gd name="T64" fmla="*/ 525 w 629"/>
                <a:gd name="T65" fmla="*/ 632 h 772"/>
                <a:gd name="T66" fmla="*/ 511 w 629"/>
                <a:gd name="T67" fmla="*/ 647 h 772"/>
                <a:gd name="T68" fmla="*/ 511 w 629"/>
                <a:gd name="T69" fmla="*/ 684 h 772"/>
                <a:gd name="T70" fmla="*/ 591 w 629"/>
                <a:gd name="T71" fmla="*/ 765 h 772"/>
                <a:gd name="T72" fmla="*/ 629 w 629"/>
                <a:gd name="T73" fmla="*/ 765 h 772"/>
                <a:gd name="T74" fmla="*/ 629 w 629"/>
                <a:gd name="T75" fmla="*/ 772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9" h="772">
                  <a:moveTo>
                    <a:pt x="629" y="772"/>
                  </a:moveTo>
                  <a:cubicBezTo>
                    <a:pt x="590" y="772"/>
                    <a:pt x="590" y="772"/>
                    <a:pt x="590" y="772"/>
                  </a:cubicBezTo>
                  <a:cubicBezTo>
                    <a:pt x="589" y="772"/>
                    <a:pt x="588" y="771"/>
                    <a:pt x="587" y="771"/>
                  </a:cubicBezTo>
                  <a:cubicBezTo>
                    <a:pt x="505" y="688"/>
                    <a:pt x="505" y="688"/>
                    <a:pt x="505" y="688"/>
                  </a:cubicBezTo>
                  <a:cubicBezTo>
                    <a:pt x="504" y="687"/>
                    <a:pt x="504" y="687"/>
                    <a:pt x="504" y="686"/>
                  </a:cubicBezTo>
                  <a:cubicBezTo>
                    <a:pt x="504" y="645"/>
                    <a:pt x="504" y="645"/>
                    <a:pt x="504" y="645"/>
                  </a:cubicBezTo>
                  <a:cubicBezTo>
                    <a:pt x="504" y="644"/>
                    <a:pt x="504" y="644"/>
                    <a:pt x="505" y="643"/>
                  </a:cubicBezTo>
                  <a:cubicBezTo>
                    <a:pt x="519" y="628"/>
                    <a:pt x="519" y="628"/>
                    <a:pt x="519" y="628"/>
                  </a:cubicBezTo>
                  <a:cubicBezTo>
                    <a:pt x="519" y="582"/>
                    <a:pt x="519" y="582"/>
                    <a:pt x="519" y="582"/>
                  </a:cubicBezTo>
                  <a:cubicBezTo>
                    <a:pt x="519" y="581"/>
                    <a:pt x="520" y="580"/>
                    <a:pt x="520" y="580"/>
                  </a:cubicBezTo>
                  <a:cubicBezTo>
                    <a:pt x="549" y="551"/>
                    <a:pt x="549" y="551"/>
                    <a:pt x="549" y="551"/>
                  </a:cubicBezTo>
                  <a:cubicBezTo>
                    <a:pt x="549" y="539"/>
                    <a:pt x="549" y="539"/>
                    <a:pt x="549" y="539"/>
                  </a:cubicBezTo>
                  <a:cubicBezTo>
                    <a:pt x="294" y="284"/>
                    <a:pt x="294" y="284"/>
                    <a:pt x="294" y="284"/>
                  </a:cubicBezTo>
                  <a:cubicBezTo>
                    <a:pt x="256" y="284"/>
                    <a:pt x="256" y="284"/>
                    <a:pt x="256" y="284"/>
                  </a:cubicBezTo>
                  <a:cubicBezTo>
                    <a:pt x="255" y="284"/>
                    <a:pt x="254" y="283"/>
                    <a:pt x="253" y="283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03"/>
                    <a:pt x="173" y="202"/>
                    <a:pt x="173" y="201"/>
                  </a:cubicBezTo>
                  <a:cubicBezTo>
                    <a:pt x="174" y="178"/>
                    <a:pt x="174" y="178"/>
                    <a:pt x="174" y="17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79" y="174"/>
                    <a:pt x="179" y="174"/>
                    <a:pt x="179" y="174"/>
                  </a:cubicBezTo>
                  <a:cubicBezTo>
                    <a:pt x="180" y="175"/>
                    <a:pt x="180" y="176"/>
                    <a:pt x="180" y="177"/>
                  </a:cubicBezTo>
                  <a:cubicBezTo>
                    <a:pt x="180" y="200"/>
                    <a:pt x="180" y="200"/>
                    <a:pt x="180" y="200"/>
                  </a:cubicBezTo>
                  <a:cubicBezTo>
                    <a:pt x="257" y="277"/>
                    <a:pt x="257" y="277"/>
                    <a:pt x="257" y="277"/>
                  </a:cubicBezTo>
                  <a:cubicBezTo>
                    <a:pt x="295" y="277"/>
                    <a:pt x="295" y="277"/>
                    <a:pt x="295" y="277"/>
                  </a:cubicBezTo>
                  <a:cubicBezTo>
                    <a:pt x="296" y="277"/>
                    <a:pt x="297" y="277"/>
                    <a:pt x="298" y="278"/>
                  </a:cubicBezTo>
                  <a:cubicBezTo>
                    <a:pt x="555" y="535"/>
                    <a:pt x="555" y="535"/>
                    <a:pt x="555" y="535"/>
                  </a:cubicBezTo>
                  <a:cubicBezTo>
                    <a:pt x="556" y="536"/>
                    <a:pt x="556" y="536"/>
                    <a:pt x="556" y="537"/>
                  </a:cubicBezTo>
                  <a:cubicBezTo>
                    <a:pt x="556" y="552"/>
                    <a:pt x="556" y="552"/>
                    <a:pt x="556" y="552"/>
                  </a:cubicBezTo>
                  <a:cubicBezTo>
                    <a:pt x="556" y="553"/>
                    <a:pt x="556" y="554"/>
                    <a:pt x="555" y="555"/>
                  </a:cubicBezTo>
                  <a:cubicBezTo>
                    <a:pt x="526" y="584"/>
                    <a:pt x="526" y="584"/>
                    <a:pt x="526" y="584"/>
                  </a:cubicBezTo>
                  <a:cubicBezTo>
                    <a:pt x="526" y="630"/>
                    <a:pt x="526" y="630"/>
                    <a:pt x="526" y="630"/>
                  </a:cubicBezTo>
                  <a:cubicBezTo>
                    <a:pt x="526" y="631"/>
                    <a:pt x="526" y="632"/>
                    <a:pt x="525" y="632"/>
                  </a:cubicBezTo>
                  <a:cubicBezTo>
                    <a:pt x="511" y="647"/>
                    <a:pt x="511" y="647"/>
                    <a:pt x="511" y="647"/>
                  </a:cubicBezTo>
                  <a:cubicBezTo>
                    <a:pt x="511" y="684"/>
                    <a:pt x="511" y="684"/>
                    <a:pt x="511" y="684"/>
                  </a:cubicBezTo>
                  <a:cubicBezTo>
                    <a:pt x="591" y="765"/>
                    <a:pt x="591" y="765"/>
                    <a:pt x="591" y="765"/>
                  </a:cubicBezTo>
                  <a:cubicBezTo>
                    <a:pt x="629" y="765"/>
                    <a:pt x="629" y="765"/>
                    <a:pt x="629" y="765"/>
                  </a:cubicBezTo>
                  <a:lnTo>
                    <a:pt x="629" y="77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8" name="Freeform 554"/>
            <p:cNvSpPr>
              <a:spLocks/>
            </p:cNvSpPr>
            <p:nvPr/>
          </p:nvSpPr>
          <p:spPr bwMode="auto">
            <a:xfrm flipV="1">
              <a:off x="2620964" y="7164386"/>
              <a:ext cx="2536825" cy="2800350"/>
            </a:xfrm>
            <a:custGeom>
              <a:avLst/>
              <a:gdLst>
                <a:gd name="T0" fmla="*/ 589 w 676"/>
                <a:gd name="T1" fmla="*/ 746 h 746"/>
                <a:gd name="T2" fmla="*/ 586 w 676"/>
                <a:gd name="T3" fmla="*/ 746 h 746"/>
                <a:gd name="T4" fmla="*/ 586 w 676"/>
                <a:gd name="T5" fmla="*/ 682 h 746"/>
                <a:gd name="T6" fmla="*/ 586 w 676"/>
                <a:gd name="T7" fmla="*/ 681 h 746"/>
                <a:gd name="T8" fmla="*/ 619 w 676"/>
                <a:gd name="T9" fmla="*/ 648 h 746"/>
                <a:gd name="T10" fmla="*/ 620 w 676"/>
                <a:gd name="T11" fmla="*/ 647 h 746"/>
                <a:gd name="T12" fmla="*/ 663 w 676"/>
                <a:gd name="T13" fmla="*/ 647 h 746"/>
                <a:gd name="T14" fmla="*/ 673 w 676"/>
                <a:gd name="T15" fmla="*/ 638 h 746"/>
                <a:gd name="T16" fmla="*/ 673 w 676"/>
                <a:gd name="T17" fmla="*/ 627 h 746"/>
                <a:gd name="T18" fmla="*/ 381 w 676"/>
                <a:gd name="T19" fmla="*/ 336 h 746"/>
                <a:gd name="T20" fmla="*/ 300 w 676"/>
                <a:gd name="T21" fmla="*/ 336 h 746"/>
                <a:gd name="T22" fmla="*/ 299 w 676"/>
                <a:gd name="T23" fmla="*/ 335 h 746"/>
                <a:gd name="T24" fmla="*/ 255 w 676"/>
                <a:gd name="T25" fmla="*/ 291 h 746"/>
                <a:gd name="T26" fmla="*/ 254 w 676"/>
                <a:gd name="T27" fmla="*/ 290 h 746"/>
                <a:gd name="T28" fmla="*/ 254 w 676"/>
                <a:gd name="T29" fmla="*/ 257 h 746"/>
                <a:gd name="T30" fmla="*/ 0 w 676"/>
                <a:gd name="T31" fmla="*/ 2 h 746"/>
                <a:gd name="T32" fmla="*/ 2 w 676"/>
                <a:gd name="T33" fmla="*/ 0 h 746"/>
                <a:gd name="T34" fmla="*/ 257 w 676"/>
                <a:gd name="T35" fmla="*/ 255 h 746"/>
                <a:gd name="T36" fmla="*/ 258 w 676"/>
                <a:gd name="T37" fmla="*/ 257 h 746"/>
                <a:gd name="T38" fmla="*/ 258 w 676"/>
                <a:gd name="T39" fmla="*/ 290 h 746"/>
                <a:gd name="T40" fmla="*/ 300 w 676"/>
                <a:gd name="T41" fmla="*/ 332 h 746"/>
                <a:gd name="T42" fmla="*/ 382 w 676"/>
                <a:gd name="T43" fmla="*/ 332 h 746"/>
                <a:gd name="T44" fmla="*/ 383 w 676"/>
                <a:gd name="T45" fmla="*/ 333 h 746"/>
                <a:gd name="T46" fmla="*/ 676 w 676"/>
                <a:gd name="T47" fmla="*/ 625 h 746"/>
                <a:gd name="T48" fmla="*/ 676 w 676"/>
                <a:gd name="T49" fmla="*/ 627 h 746"/>
                <a:gd name="T50" fmla="*/ 676 w 676"/>
                <a:gd name="T51" fmla="*/ 638 h 746"/>
                <a:gd name="T52" fmla="*/ 676 w 676"/>
                <a:gd name="T53" fmla="*/ 639 h 746"/>
                <a:gd name="T54" fmla="*/ 665 w 676"/>
                <a:gd name="T55" fmla="*/ 650 h 746"/>
                <a:gd name="T56" fmla="*/ 664 w 676"/>
                <a:gd name="T57" fmla="*/ 651 h 746"/>
                <a:gd name="T58" fmla="*/ 621 w 676"/>
                <a:gd name="T59" fmla="*/ 651 h 746"/>
                <a:gd name="T60" fmla="*/ 589 w 676"/>
                <a:gd name="T61" fmla="*/ 683 h 746"/>
                <a:gd name="T62" fmla="*/ 589 w 676"/>
                <a:gd name="T63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6" h="746">
                  <a:moveTo>
                    <a:pt x="589" y="746"/>
                  </a:moveTo>
                  <a:cubicBezTo>
                    <a:pt x="586" y="746"/>
                    <a:pt x="586" y="746"/>
                    <a:pt x="586" y="746"/>
                  </a:cubicBezTo>
                  <a:cubicBezTo>
                    <a:pt x="586" y="682"/>
                    <a:pt x="586" y="682"/>
                    <a:pt x="586" y="682"/>
                  </a:cubicBezTo>
                  <a:cubicBezTo>
                    <a:pt x="586" y="682"/>
                    <a:pt x="586" y="681"/>
                    <a:pt x="586" y="681"/>
                  </a:cubicBezTo>
                  <a:cubicBezTo>
                    <a:pt x="619" y="648"/>
                    <a:pt x="619" y="648"/>
                    <a:pt x="619" y="648"/>
                  </a:cubicBezTo>
                  <a:cubicBezTo>
                    <a:pt x="619" y="648"/>
                    <a:pt x="620" y="647"/>
                    <a:pt x="620" y="647"/>
                  </a:cubicBezTo>
                  <a:cubicBezTo>
                    <a:pt x="663" y="647"/>
                    <a:pt x="663" y="647"/>
                    <a:pt x="663" y="647"/>
                  </a:cubicBezTo>
                  <a:cubicBezTo>
                    <a:pt x="673" y="638"/>
                    <a:pt x="673" y="638"/>
                    <a:pt x="673" y="638"/>
                  </a:cubicBezTo>
                  <a:cubicBezTo>
                    <a:pt x="673" y="627"/>
                    <a:pt x="673" y="627"/>
                    <a:pt x="673" y="627"/>
                  </a:cubicBezTo>
                  <a:cubicBezTo>
                    <a:pt x="381" y="336"/>
                    <a:pt x="381" y="336"/>
                    <a:pt x="381" y="336"/>
                  </a:cubicBezTo>
                  <a:cubicBezTo>
                    <a:pt x="300" y="336"/>
                    <a:pt x="300" y="336"/>
                    <a:pt x="300" y="336"/>
                  </a:cubicBezTo>
                  <a:cubicBezTo>
                    <a:pt x="299" y="336"/>
                    <a:pt x="299" y="335"/>
                    <a:pt x="299" y="335"/>
                  </a:cubicBezTo>
                  <a:cubicBezTo>
                    <a:pt x="255" y="291"/>
                    <a:pt x="255" y="291"/>
                    <a:pt x="255" y="291"/>
                  </a:cubicBezTo>
                  <a:cubicBezTo>
                    <a:pt x="255" y="291"/>
                    <a:pt x="254" y="291"/>
                    <a:pt x="254" y="290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58" y="256"/>
                    <a:pt x="258" y="256"/>
                    <a:pt x="258" y="257"/>
                  </a:cubicBezTo>
                  <a:cubicBezTo>
                    <a:pt x="258" y="290"/>
                    <a:pt x="258" y="290"/>
                    <a:pt x="258" y="290"/>
                  </a:cubicBezTo>
                  <a:cubicBezTo>
                    <a:pt x="300" y="332"/>
                    <a:pt x="300" y="332"/>
                    <a:pt x="300" y="332"/>
                  </a:cubicBezTo>
                  <a:cubicBezTo>
                    <a:pt x="382" y="332"/>
                    <a:pt x="382" y="332"/>
                    <a:pt x="382" y="332"/>
                  </a:cubicBezTo>
                  <a:cubicBezTo>
                    <a:pt x="382" y="332"/>
                    <a:pt x="383" y="332"/>
                    <a:pt x="383" y="333"/>
                  </a:cubicBezTo>
                  <a:cubicBezTo>
                    <a:pt x="676" y="625"/>
                    <a:pt x="676" y="625"/>
                    <a:pt x="676" y="625"/>
                  </a:cubicBezTo>
                  <a:cubicBezTo>
                    <a:pt x="676" y="626"/>
                    <a:pt x="676" y="626"/>
                    <a:pt x="676" y="627"/>
                  </a:cubicBezTo>
                  <a:cubicBezTo>
                    <a:pt x="676" y="638"/>
                    <a:pt x="676" y="638"/>
                    <a:pt x="676" y="638"/>
                  </a:cubicBezTo>
                  <a:cubicBezTo>
                    <a:pt x="676" y="639"/>
                    <a:pt x="676" y="639"/>
                    <a:pt x="676" y="639"/>
                  </a:cubicBezTo>
                  <a:cubicBezTo>
                    <a:pt x="665" y="650"/>
                    <a:pt x="665" y="650"/>
                    <a:pt x="665" y="650"/>
                  </a:cubicBezTo>
                  <a:cubicBezTo>
                    <a:pt x="664" y="651"/>
                    <a:pt x="664" y="651"/>
                    <a:pt x="664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589" y="683"/>
                    <a:pt x="589" y="683"/>
                    <a:pt x="589" y="683"/>
                  </a:cubicBezTo>
                  <a:lnTo>
                    <a:pt x="589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9" name="Freeform 555"/>
            <p:cNvSpPr>
              <a:spLocks/>
            </p:cNvSpPr>
            <p:nvPr/>
          </p:nvSpPr>
          <p:spPr bwMode="auto">
            <a:xfrm flipV="1">
              <a:off x="1401764" y="6016623"/>
              <a:ext cx="3921125" cy="2751138"/>
            </a:xfrm>
            <a:custGeom>
              <a:avLst/>
              <a:gdLst>
                <a:gd name="T0" fmla="*/ 770 w 1045"/>
                <a:gd name="T1" fmla="*/ 733 h 733"/>
                <a:gd name="T2" fmla="*/ 766 w 1045"/>
                <a:gd name="T3" fmla="*/ 731 h 733"/>
                <a:gd name="T4" fmla="*/ 719 w 1045"/>
                <a:gd name="T5" fmla="*/ 684 h 733"/>
                <a:gd name="T6" fmla="*/ 617 w 1045"/>
                <a:gd name="T7" fmla="*/ 684 h 733"/>
                <a:gd name="T8" fmla="*/ 613 w 1045"/>
                <a:gd name="T9" fmla="*/ 682 h 733"/>
                <a:gd name="T10" fmla="*/ 406 w 1045"/>
                <a:gd name="T11" fmla="*/ 474 h 733"/>
                <a:gd name="T12" fmla="*/ 404 w 1045"/>
                <a:gd name="T13" fmla="*/ 470 h 733"/>
                <a:gd name="T14" fmla="*/ 404 w 1045"/>
                <a:gd name="T15" fmla="*/ 411 h 733"/>
                <a:gd name="T16" fmla="*/ 0 w 1045"/>
                <a:gd name="T17" fmla="*/ 8 h 733"/>
                <a:gd name="T18" fmla="*/ 8 w 1045"/>
                <a:gd name="T19" fmla="*/ 0 h 733"/>
                <a:gd name="T20" fmla="*/ 413 w 1045"/>
                <a:gd name="T21" fmla="*/ 405 h 733"/>
                <a:gd name="T22" fmla="*/ 414 w 1045"/>
                <a:gd name="T23" fmla="*/ 409 h 733"/>
                <a:gd name="T24" fmla="*/ 414 w 1045"/>
                <a:gd name="T25" fmla="*/ 468 h 733"/>
                <a:gd name="T26" fmla="*/ 619 w 1045"/>
                <a:gd name="T27" fmla="*/ 673 h 733"/>
                <a:gd name="T28" fmla="*/ 721 w 1045"/>
                <a:gd name="T29" fmla="*/ 673 h 733"/>
                <a:gd name="T30" fmla="*/ 724 w 1045"/>
                <a:gd name="T31" fmla="*/ 675 h 733"/>
                <a:gd name="T32" fmla="*/ 772 w 1045"/>
                <a:gd name="T33" fmla="*/ 722 h 733"/>
                <a:gd name="T34" fmla="*/ 861 w 1045"/>
                <a:gd name="T35" fmla="*/ 722 h 733"/>
                <a:gd name="T36" fmla="*/ 1013 w 1045"/>
                <a:gd name="T37" fmla="*/ 571 h 733"/>
                <a:gd name="T38" fmla="*/ 1016 w 1045"/>
                <a:gd name="T39" fmla="*/ 569 h 733"/>
                <a:gd name="T40" fmla="*/ 1045 w 1045"/>
                <a:gd name="T41" fmla="*/ 569 h 733"/>
                <a:gd name="T42" fmla="*/ 1045 w 1045"/>
                <a:gd name="T43" fmla="*/ 579 h 733"/>
                <a:gd name="T44" fmla="*/ 1018 w 1045"/>
                <a:gd name="T45" fmla="*/ 579 h 733"/>
                <a:gd name="T46" fmla="*/ 867 w 1045"/>
                <a:gd name="T47" fmla="*/ 731 h 733"/>
                <a:gd name="T48" fmla="*/ 863 w 1045"/>
                <a:gd name="T49" fmla="*/ 733 h 733"/>
                <a:gd name="T50" fmla="*/ 770 w 1045"/>
                <a:gd name="T51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45" h="733">
                  <a:moveTo>
                    <a:pt x="770" y="733"/>
                  </a:moveTo>
                  <a:cubicBezTo>
                    <a:pt x="768" y="733"/>
                    <a:pt x="767" y="732"/>
                    <a:pt x="766" y="731"/>
                  </a:cubicBezTo>
                  <a:cubicBezTo>
                    <a:pt x="719" y="684"/>
                    <a:pt x="719" y="684"/>
                    <a:pt x="719" y="684"/>
                  </a:cubicBezTo>
                  <a:cubicBezTo>
                    <a:pt x="617" y="684"/>
                    <a:pt x="617" y="684"/>
                    <a:pt x="617" y="684"/>
                  </a:cubicBezTo>
                  <a:cubicBezTo>
                    <a:pt x="616" y="684"/>
                    <a:pt x="614" y="683"/>
                    <a:pt x="613" y="682"/>
                  </a:cubicBezTo>
                  <a:cubicBezTo>
                    <a:pt x="406" y="474"/>
                    <a:pt x="406" y="474"/>
                    <a:pt x="406" y="474"/>
                  </a:cubicBezTo>
                  <a:cubicBezTo>
                    <a:pt x="405" y="473"/>
                    <a:pt x="404" y="472"/>
                    <a:pt x="404" y="470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13" y="405"/>
                    <a:pt x="413" y="405"/>
                    <a:pt x="413" y="405"/>
                  </a:cubicBezTo>
                  <a:cubicBezTo>
                    <a:pt x="414" y="406"/>
                    <a:pt x="414" y="408"/>
                    <a:pt x="414" y="409"/>
                  </a:cubicBezTo>
                  <a:cubicBezTo>
                    <a:pt x="414" y="468"/>
                    <a:pt x="414" y="468"/>
                    <a:pt x="414" y="468"/>
                  </a:cubicBezTo>
                  <a:cubicBezTo>
                    <a:pt x="619" y="673"/>
                    <a:pt x="619" y="673"/>
                    <a:pt x="619" y="673"/>
                  </a:cubicBezTo>
                  <a:cubicBezTo>
                    <a:pt x="721" y="673"/>
                    <a:pt x="721" y="673"/>
                    <a:pt x="721" y="673"/>
                  </a:cubicBezTo>
                  <a:cubicBezTo>
                    <a:pt x="722" y="673"/>
                    <a:pt x="723" y="674"/>
                    <a:pt x="724" y="675"/>
                  </a:cubicBezTo>
                  <a:cubicBezTo>
                    <a:pt x="772" y="722"/>
                    <a:pt x="772" y="722"/>
                    <a:pt x="772" y="722"/>
                  </a:cubicBezTo>
                  <a:cubicBezTo>
                    <a:pt x="861" y="722"/>
                    <a:pt x="861" y="722"/>
                    <a:pt x="861" y="722"/>
                  </a:cubicBezTo>
                  <a:cubicBezTo>
                    <a:pt x="1013" y="571"/>
                    <a:pt x="1013" y="571"/>
                    <a:pt x="1013" y="571"/>
                  </a:cubicBezTo>
                  <a:cubicBezTo>
                    <a:pt x="1014" y="570"/>
                    <a:pt x="1015" y="569"/>
                    <a:pt x="1016" y="569"/>
                  </a:cubicBezTo>
                  <a:cubicBezTo>
                    <a:pt x="1045" y="569"/>
                    <a:pt x="1045" y="569"/>
                    <a:pt x="1045" y="569"/>
                  </a:cubicBezTo>
                  <a:cubicBezTo>
                    <a:pt x="1045" y="579"/>
                    <a:pt x="1045" y="579"/>
                    <a:pt x="1045" y="579"/>
                  </a:cubicBezTo>
                  <a:cubicBezTo>
                    <a:pt x="1018" y="579"/>
                    <a:pt x="1018" y="579"/>
                    <a:pt x="1018" y="579"/>
                  </a:cubicBezTo>
                  <a:cubicBezTo>
                    <a:pt x="867" y="731"/>
                    <a:pt x="867" y="731"/>
                    <a:pt x="867" y="731"/>
                  </a:cubicBezTo>
                  <a:cubicBezTo>
                    <a:pt x="866" y="732"/>
                    <a:pt x="865" y="733"/>
                    <a:pt x="863" y="733"/>
                  </a:cubicBezTo>
                  <a:lnTo>
                    <a:pt x="770" y="7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0" name="Oval 556"/>
            <p:cNvSpPr>
              <a:spLocks noChangeArrowheads="1"/>
            </p:cNvSpPr>
            <p:nvPr/>
          </p:nvSpPr>
          <p:spPr bwMode="auto">
            <a:xfrm flipV="1">
              <a:off x="3803652" y="6165849"/>
              <a:ext cx="101600" cy="1016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1" name="Freeform 557"/>
            <p:cNvSpPr>
              <a:spLocks noEditPoints="1"/>
            </p:cNvSpPr>
            <p:nvPr/>
          </p:nvSpPr>
          <p:spPr bwMode="auto">
            <a:xfrm flipV="1">
              <a:off x="2295527" y="53403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3 h 25"/>
                <a:gd name="T12" fmla="*/ 12 w 25"/>
                <a:gd name="T13" fmla="*/ 5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2" name="Freeform 558"/>
            <p:cNvSpPr>
              <a:spLocks noEditPoints="1"/>
            </p:cNvSpPr>
            <p:nvPr/>
          </p:nvSpPr>
          <p:spPr bwMode="auto">
            <a:xfrm flipV="1">
              <a:off x="2681289" y="4984748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5 w 25"/>
                <a:gd name="T23" fmla="*/ 13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3" name="Freeform 559"/>
            <p:cNvSpPr>
              <a:spLocks/>
            </p:cNvSpPr>
            <p:nvPr/>
          </p:nvSpPr>
          <p:spPr bwMode="auto">
            <a:xfrm flipV="1">
              <a:off x="-1900236" y="1797048"/>
              <a:ext cx="3981450" cy="1446213"/>
            </a:xfrm>
            <a:custGeom>
              <a:avLst/>
              <a:gdLst>
                <a:gd name="T0" fmla="*/ 603 w 1061"/>
                <a:gd name="T1" fmla="*/ 385 h 385"/>
                <a:gd name="T2" fmla="*/ 0 w 1061"/>
                <a:gd name="T3" fmla="*/ 385 h 385"/>
                <a:gd name="T4" fmla="*/ 0 w 1061"/>
                <a:gd name="T5" fmla="*/ 371 h 385"/>
                <a:gd name="T6" fmla="*/ 600 w 1061"/>
                <a:gd name="T7" fmla="*/ 371 h 385"/>
                <a:gd name="T8" fmla="*/ 969 w 1061"/>
                <a:gd name="T9" fmla="*/ 2 h 385"/>
                <a:gd name="T10" fmla="*/ 974 w 1061"/>
                <a:gd name="T11" fmla="*/ 0 h 385"/>
                <a:gd name="T12" fmla="*/ 1061 w 1061"/>
                <a:gd name="T13" fmla="*/ 0 h 385"/>
                <a:gd name="T14" fmla="*/ 1061 w 1061"/>
                <a:gd name="T15" fmla="*/ 13 h 385"/>
                <a:gd name="T16" fmla="*/ 977 w 1061"/>
                <a:gd name="T17" fmla="*/ 13 h 385"/>
                <a:gd name="T18" fmla="*/ 607 w 1061"/>
                <a:gd name="T19" fmla="*/ 383 h 385"/>
                <a:gd name="T20" fmla="*/ 603 w 1061"/>
                <a:gd name="T21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1" h="385">
                  <a:moveTo>
                    <a:pt x="603" y="385"/>
                  </a:moveTo>
                  <a:cubicBezTo>
                    <a:pt x="0" y="385"/>
                    <a:pt x="0" y="385"/>
                    <a:pt x="0" y="385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600" y="371"/>
                    <a:pt x="600" y="371"/>
                    <a:pt x="600" y="371"/>
                  </a:cubicBezTo>
                  <a:cubicBezTo>
                    <a:pt x="969" y="2"/>
                    <a:pt x="969" y="2"/>
                    <a:pt x="969" y="2"/>
                  </a:cubicBezTo>
                  <a:cubicBezTo>
                    <a:pt x="971" y="0"/>
                    <a:pt x="972" y="0"/>
                    <a:pt x="974" y="0"/>
                  </a:cubicBezTo>
                  <a:cubicBezTo>
                    <a:pt x="1061" y="0"/>
                    <a:pt x="1061" y="0"/>
                    <a:pt x="1061" y="0"/>
                  </a:cubicBezTo>
                  <a:cubicBezTo>
                    <a:pt x="1061" y="13"/>
                    <a:pt x="1061" y="13"/>
                    <a:pt x="1061" y="13"/>
                  </a:cubicBezTo>
                  <a:cubicBezTo>
                    <a:pt x="977" y="13"/>
                    <a:pt x="977" y="13"/>
                    <a:pt x="977" y="13"/>
                  </a:cubicBezTo>
                  <a:cubicBezTo>
                    <a:pt x="607" y="383"/>
                    <a:pt x="607" y="383"/>
                    <a:pt x="607" y="383"/>
                  </a:cubicBezTo>
                  <a:cubicBezTo>
                    <a:pt x="606" y="384"/>
                    <a:pt x="604" y="385"/>
                    <a:pt x="603" y="3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4" name="Freeform 560"/>
            <p:cNvSpPr>
              <a:spLocks/>
            </p:cNvSpPr>
            <p:nvPr/>
          </p:nvSpPr>
          <p:spPr bwMode="auto">
            <a:xfrm flipV="1">
              <a:off x="-77786" y="3543299"/>
              <a:ext cx="962025" cy="355600"/>
            </a:xfrm>
            <a:custGeom>
              <a:avLst/>
              <a:gdLst>
                <a:gd name="T0" fmla="*/ 253 w 256"/>
                <a:gd name="T1" fmla="*/ 95 h 95"/>
                <a:gd name="T2" fmla="*/ 162 w 256"/>
                <a:gd name="T3" fmla="*/ 3 h 95"/>
                <a:gd name="T4" fmla="*/ 22 w 256"/>
                <a:gd name="T5" fmla="*/ 3 h 95"/>
                <a:gd name="T6" fmla="*/ 3 w 256"/>
                <a:gd name="T7" fmla="*/ 22 h 95"/>
                <a:gd name="T8" fmla="*/ 3 w 256"/>
                <a:gd name="T9" fmla="*/ 47 h 95"/>
                <a:gd name="T10" fmla="*/ 24 w 256"/>
                <a:gd name="T11" fmla="*/ 68 h 95"/>
                <a:gd name="T12" fmla="*/ 99 w 256"/>
                <a:gd name="T13" fmla="*/ 68 h 95"/>
                <a:gd name="T14" fmla="*/ 113 w 256"/>
                <a:gd name="T15" fmla="*/ 53 h 95"/>
                <a:gd name="T16" fmla="*/ 115 w 256"/>
                <a:gd name="T17" fmla="*/ 56 h 95"/>
                <a:gd name="T18" fmla="*/ 100 w 256"/>
                <a:gd name="T19" fmla="*/ 71 h 95"/>
                <a:gd name="T20" fmla="*/ 99 w 256"/>
                <a:gd name="T21" fmla="*/ 71 h 95"/>
                <a:gd name="T22" fmla="*/ 24 w 256"/>
                <a:gd name="T23" fmla="*/ 71 h 95"/>
                <a:gd name="T24" fmla="*/ 22 w 256"/>
                <a:gd name="T25" fmla="*/ 71 h 95"/>
                <a:gd name="T26" fmla="*/ 0 w 256"/>
                <a:gd name="T27" fmla="*/ 49 h 95"/>
                <a:gd name="T28" fmla="*/ 0 w 256"/>
                <a:gd name="T29" fmla="*/ 48 h 95"/>
                <a:gd name="T30" fmla="*/ 0 w 256"/>
                <a:gd name="T31" fmla="*/ 21 h 95"/>
                <a:gd name="T32" fmla="*/ 0 w 256"/>
                <a:gd name="T33" fmla="*/ 20 h 95"/>
                <a:gd name="T34" fmla="*/ 20 w 256"/>
                <a:gd name="T35" fmla="*/ 0 h 95"/>
                <a:gd name="T36" fmla="*/ 22 w 256"/>
                <a:gd name="T37" fmla="*/ 0 h 95"/>
                <a:gd name="T38" fmla="*/ 162 w 256"/>
                <a:gd name="T39" fmla="*/ 0 h 95"/>
                <a:gd name="T40" fmla="*/ 164 w 256"/>
                <a:gd name="T41" fmla="*/ 0 h 95"/>
                <a:gd name="T42" fmla="*/ 256 w 256"/>
                <a:gd name="T43" fmla="*/ 92 h 95"/>
                <a:gd name="T44" fmla="*/ 253 w 256"/>
                <a:gd name="T4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95">
                  <a:moveTo>
                    <a:pt x="253" y="95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00" y="71"/>
                    <a:pt x="100" y="71"/>
                    <a:pt x="100" y="71"/>
                  </a:cubicBezTo>
                  <a:cubicBezTo>
                    <a:pt x="100" y="71"/>
                    <a:pt x="100" y="71"/>
                    <a:pt x="99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3" y="71"/>
                    <a:pt x="23" y="71"/>
                    <a:pt x="22" y="7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3" y="0"/>
                    <a:pt x="163" y="0"/>
                    <a:pt x="164" y="0"/>
                  </a:cubicBezTo>
                  <a:cubicBezTo>
                    <a:pt x="256" y="92"/>
                    <a:pt x="256" y="92"/>
                    <a:pt x="256" y="92"/>
                  </a:cubicBezTo>
                  <a:lnTo>
                    <a:pt x="253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5" name="Freeform 561"/>
            <p:cNvSpPr>
              <a:spLocks noEditPoints="1"/>
            </p:cNvSpPr>
            <p:nvPr/>
          </p:nvSpPr>
          <p:spPr bwMode="auto">
            <a:xfrm flipV="1">
              <a:off x="-2411411" y="43910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4 w 25"/>
                <a:gd name="T19" fmla="*/ 3 h 24"/>
                <a:gd name="T20" fmla="*/ 0 w 25"/>
                <a:gd name="T21" fmla="*/ 12 h 24"/>
                <a:gd name="T22" fmla="*/ 4 w 25"/>
                <a:gd name="T23" fmla="*/ 21 h 24"/>
                <a:gd name="T24" fmla="*/ 12 w 25"/>
                <a:gd name="T25" fmla="*/ 24 h 24"/>
                <a:gd name="T26" fmla="*/ 21 w 25"/>
                <a:gd name="T27" fmla="*/ 21 h 24"/>
                <a:gd name="T28" fmla="*/ 25 w 25"/>
                <a:gd name="T29" fmla="*/ 12 h 24"/>
                <a:gd name="T30" fmla="*/ 21 w 25"/>
                <a:gd name="T31" fmla="*/ 3 h 24"/>
                <a:gd name="T32" fmla="*/ 12 w 25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6" y="6"/>
                    <a:pt x="17" y="7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9"/>
                    <a:pt x="14" y="19"/>
                    <a:pt x="12" y="19"/>
                  </a:cubicBezTo>
                  <a:cubicBezTo>
                    <a:pt x="10" y="19"/>
                    <a:pt x="9" y="19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9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8"/>
                    <a:pt x="25" y="15"/>
                    <a:pt x="25" y="12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6" name="Freeform 562"/>
            <p:cNvSpPr>
              <a:spLocks noEditPoints="1"/>
            </p:cNvSpPr>
            <p:nvPr/>
          </p:nvSpPr>
          <p:spPr bwMode="auto">
            <a:xfrm flipV="1">
              <a:off x="-2212973" y="4379911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9 w 26"/>
                <a:gd name="T3" fmla="*/ 8 h 25"/>
                <a:gd name="T4" fmla="*/ 19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2 h 25"/>
                <a:gd name="T22" fmla="*/ 13 w 26"/>
                <a:gd name="T23" fmla="*/ 25 h 25"/>
                <a:gd name="T24" fmla="*/ 22 w 26"/>
                <a:gd name="T25" fmla="*/ 22 h 25"/>
                <a:gd name="T26" fmla="*/ 26 w 26"/>
                <a:gd name="T27" fmla="*/ 13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7" y="6"/>
                    <a:pt x="19" y="8"/>
                  </a:cubicBezTo>
                  <a:cubicBezTo>
                    <a:pt x="21" y="11"/>
                    <a:pt x="21" y="15"/>
                    <a:pt x="19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2" y="20"/>
                    <a:pt x="10" y="19"/>
                    <a:pt x="8" y="18"/>
                  </a:cubicBezTo>
                  <a:cubicBezTo>
                    <a:pt x="6" y="15"/>
                    <a:pt x="6" y="11"/>
                    <a:pt x="8" y="8"/>
                  </a:cubicBezTo>
                  <a:cubicBezTo>
                    <a:pt x="10" y="6"/>
                    <a:pt x="12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2"/>
                    <a:pt x="5" y="4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7" y="24"/>
                    <a:pt x="10" y="25"/>
                    <a:pt x="13" y="25"/>
                  </a:cubicBezTo>
                  <a:cubicBezTo>
                    <a:pt x="17" y="25"/>
                    <a:pt x="20" y="24"/>
                    <a:pt x="22" y="22"/>
                  </a:cubicBezTo>
                  <a:cubicBezTo>
                    <a:pt x="25" y="19"/>
                    <a:pt x="26" y="16"/>
                    <a:pt x="26" y="13"/>
                  </a:cubicBezTo>
                  <a:cubicBezTo>
                    <a:pt x="26" y="10"/>
                    <a:pt x="25" y="6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7" name="Freeform 563"/>
            <p:cNvSpPr>
              <a:spLocks noEditPoints="1"/>
            </p:cNvSpPr>
            <p:nvPr/>
          </p:nvSpPr>
          <p:spPr bwMode="auto">
            <a:xfrm flipV="1">
              <a:off x="-1893886" y="4132261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18 w 25"/>
                <a:gd name="T3" fmla="*/ 8 h 25"/>
                <a:gd name="T4" fmla="*/ 18 w 25"/>
                <a:gd name="T5" fmla="*/ 18 h 25"/>
                <a:gd name="T6" fmla="*/ 13 w 25"/>
                <a:gd name="T7" fmla="*/ 20 h 25"/>
                <a:gd name="T8" fmla="*/ 8 w 25"/>
                <a:gd name="T9" fmla="*/ 18 h 25"/>
                <a:gd name="T10" fmla="*/ 8 w 25"/>
                <a:gd name="T11" fmla="*/ 8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4 w 25"/>
                <a:gd name="T19" fmla="*/ 4 h 25"/>
                <a:gd name="T20" fmla="*/ 0 w 25"/>
                <a:gd name="T21" fmla="*/ 13 h 25"/>
                <a:gd name="T22" fmla="*/ 4 w 25"/>
                <a:gd name="T23" fmla="*/ 22 h 25"/>
                <a:gd name="T24" fmla="*/ 13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3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5" y="6"/>
                    <a:pt x="16" y="6"/>
                    <a:pt x="18" y="8"/>
                  </a:cubicBezTo>
                  <a:cubicBezTo>
                    <a:pt x="21" y="11"/>
                    <a:pt x="21" y="15"/>
                    <a:pt x="18" y="18"/>
                  </a:cubicBezTo>
                  <a:cubicBezTo>
                    <a:pt x="16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1"/>
                    <a:pt x="8" y="8"/>
                  </a:cubicBezTo>
                  <a:cubicBezTo>
                    <a:pt x="9" y="6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2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1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9"/>
                    <a:pt x="24" y="6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8" name="Freeform 564"/>
            <p:cNvSpPr>
              <a:spLocks noEditPoints="1"/>
            </p:cNvSpPr>
            <p:nvPr/>
          </p:nvSpPr>
          <p:spPr bwMode="auto">
            <a:xfrm flipV="1">
              <a:off x="-1127123" y="3659185"/>
              <a:ext cx="100012" cy="90488"/>
            </a:xfrm>
            <a:custGeom>
              <a:avLst/>
              <a:gdLst>
                <a:gd name="T0" fmla="*/ 14 w 27"/>
                <a:gd name="T1" fmla="*/ 5 h 24"/>
                <a:gd name="T2" fmla="*/ 18 w 27"/>
                <a:gd name="T3" fmla="*/ 7 h 24"/>
                <a:gd name="T4" fmla="*/ 18 w 27"/>
                <a:gd name="T5" fmla="*/ 17 h 24"/>
                <a:gd name="T6" fmla="*/ 14 w 27"/>
                <a:gd name="T7" fmla="*/ 19 h 24"/>
                <a:gd name="T8" fmla="*/ 9 w 27"/>
                <a:gd name="T9" fmla="*/ 17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4"/>
                    <a:pt x="18" y="17"/>
                  </a:cubicBezTo>
                  <a:cubicBezTo>
                    <a:pt x="17" y="18"/>
                    <a:pt x="15" y="19"/>
                    <a:pt x="14" y="19"/>
                  </a:cubicBezTo>
                  <a:cubicBezTo>
                    <a:pt x="12" y="19"/>
                    <a:pt x="10" y="18"/>
                    <a:pt x="9" y="17"/>
                  </a:cubicBezTo>
                  <a:cubicBezTo>
                    <a:pt x="6" y="14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9" name="Freeform 565"/>
            <p:cNvSpPr>
              <a:spLocks noEditPoints="1"/>
            </p:cNvSpPr>
            <p:nvPr/>
          </p:nvSpPr>
          <p:spPr bwMode="auto">
            <a:xfrm flipV="1">
              <a:off x="-1390648" y="3898898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9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13 w 26"/>
                <a:gd name="T17" fmla="*/ 0 h 24"/>
                <a:gd name="T18" fmla="*/ 5 w 26"/>
                <a:gd name="T19" fmla="*/ 3 h 24"/>
                <a:gd name="T20" fmla="*/ 5 w 26"/>
                <a:gd name="T21" fmla="*/ 20 h 24"/>
                <a:gd name="T22" fmla="*/ 13 w 26"/>
                <a:gd name="T23" fmla="*/ 24 h 24"/>
                <a:gd name="T24" fmla="*/ 22 w 26"/>
                <a:gd name="T25" fmla="*/ 20 h 24"/>
                <a:gd name="T26" fmla="*/ 22 w 26"/>
                <a:gd name="T27" fmla="*/ 3 h 24"/>
                <a:gd name="T28" fmla="*/ 13 w 26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7" y="5"/>
                    <a:pt x="18" y="7"/>
                  </a:cubicBezTo>
                  <a:cubicBezTo>
                    <a:pt x="21" y="9"/>
                    <a:pt x="21" y="14"/>
                    <a:pt x="18" y="16"/>
                  </a:cubicBezTo>
                  <a:cubicBezTo>
                    <a:pt x="17" y="18"/>
                    <a:pt x="15" y="19"/>
                    <a:pt x="13" y="19"/>
                  </a:cubicBezTo>
                  <a:cubicBezTo>
                    <a:pt x="11" y="19"/>
                    <a:pt x="10" y="18"/>
                    <a:pt x="8" y="16"/>
                  </a:cubicBezTo>
                  <a:cubicBezTo>
                    <a:pt x="6" y="14"/>
                    <a:pt x="6" y="9"/>
                    <a:pt x="8" y="7"/>
                  </a:cubicBezTo>
                  <a:cubicBezTo>
                    <a:pt x="10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3" y="24"/>
                  </a:cubicBezTo>
                  <a:cubicBezTo>
                    <a:pt x="16" y="24"/>
                    <a:pt x="19" y="22"/>
                    <a:pt x="22" y="20"/>
                  </a:cubicBezTo>
                  <a:cubicBezTo>
                    <a:pt x="26" y="15"/>
                    <a:pt x="26" y="8"/>
                    <a:pt x="22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0" name="Freeform 566"/>
            <p:cNvSpPr>
              <a:spLocks noEditPoints="1"/>
            </p:cNvSpPr>
            <p:nvPr/>
          </p:nvSpPr>
          <p:spPr bwMode="auto">
            <a:xfrm flipV="1">
              <a:off x="-708023" y="3557585"/>
              <a:ext cx="101600" cy="90488"/>
            </a:xfrm>
            <a:custGeom>
              <a:avLst/>
              <a:gdLst>
                <a:gd name="T0" fmla="*/ 14 w 27"/>
                <a:gd name="T1" fmla="*/ 5 h 24"/>
                <a:gd name="T2" fmla="*/ 19 w 27"/>
                <a:gd name="T3" fmla="*/ 7 h 24"/>
                <a:gd name="T4" fmla="*/ 19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5"/>
                    <a:pt x="19" y="7"/>
                  </a:cubicBezTo>
                  <a:cubicBezTo>
                    <a:pt x="21" y="9"/>
                    <a:pt x="21" y="14"/>
                    <a:pt x="19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6" y="14"/>
                    <a:pt x="6" y="9"/>
                    <a:pt x="9" y="7"/>
                  </a:cubicBezTo>
                  <a:cubicBezTo>
                    <a:pt x="10" y="5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5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1" name="Freeform 567"/>
            <p:cNvSpPr>
              <a:spLocks noEditPoints="1"/>
            </p:cNvSpPr>
            <p:nvPr/>
          </p:nvSpPr>
          <p:spPr bwMode="auto">
            <a:xfrm flipV="1">
              <a:off x="-796923" y="3843336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7 w 24"/>
                <a:gd name="T3" fmla="*/ 8 h 24"/>
                <a:gd name="T4" fmla="*/ 17 w 24"/>
                <a:gd name="T5" fmla="*/ 17 h 24"/>
                <a:gd name="T6" fmla="*/ 12 w 24"/>
                <a:gd name="T7" fmla="*/ 19 h 24"/>
                <a:gd name="T8" fmla="*/ 7 w 24"/>
                <a:gd name="T9" fmla="*/ 17 h 24"/>
                <a:gd name="T10" fmla="*/ 7 w 24"/>
                <a:gd name="T11" fmla="*/ 8 h 24"/>
                <a:gd name="T12" fmla="*/ 12 w 24"/>
                <a:gd name="T13" fmla="*/ 6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0 w 24"/>
                <a:gd name="T27" fmla="*/ 21 h 24"/>
                <a:gd name="T28" fmla="*/ 24 w 24"/>
                <a:gd name="T29" fmla="*/ 12 h 24"/>
                <a:gd name="T30" fmla="*/ 20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4" y="6"/>
                    <a:pt x="15" y="6"/>
                    <a:pt x="17" y="8"/>
                  </a:cubicBezTo>
                  <a:cubicBezTo>
                    <a:pt x="19" y="10"/>
                    <a:pt x="19" y="15"/>
                    <a:pt x="17" y="17"/>
                  </a:cubicBezTo>
                  <a:cubicBezTo>
                    <a:pt x="15" y="19"/>
                    <a:pt x="14" y="19"/>
                    <a:pt x="12" y="19"/>
                  </a:cubicBezTo>
                  <a:cubicBezTo>
                    <a:pt x="10" y="19"/>
                    <a:pt x="8" y="19"/>
                    <a:pt x="7" y="17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2" name="Freeform 568"/>
            <p:cNvSpPr>
              <a:spLocks noEditPoints="1"/>
            </p:cNvSpPr>
            <p:nvPr/>
          </p:nvSpPr>
          <p:spPr bwMode="auto">
            <a:xfrm flipV="1">
              <a:off x="-2163761" y="41211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19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3 h 25"/>
                <a:gd name="T20" fmla="*/ 0 w 26"/>
                <a:gd name="T21" fmla="*/ 12 h 25"/>
                <a:gd name="T22" fmla="*/ 4 w 26"/>
                <a:gd name="T23" fmla="*/ 21 h 25"/>
                <a:gd name="T24" fmla="*/ 13 w 26"/>
                <a:gd name="T25" fmla="*/ 25 h 25"/>
                <a:gd name="T26" fmla="*/ 21 w 26"/>
                <a:gd name="T27" fmla="*/ 21 h 25"/>
                <a:gd name="T28" fmla="*/ 21 w 26"/>
                <a:gd name="T29" fmla="*/ 3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6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6" y="16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3" name="Freeform 569"/>
            <p:cNvSpPr>
              <a:spLocks/>
            </p:cNvSpPr>
            <p:nvPr/>
          </p:nvSpPr>
          <p:spPr bwMode="auto">
            <a:xfrm flipV="1">
              <a:off x="-2339973" y="3898899"/>
              <a:ext cx="1568450" cy="657225"/>
            </a:xfrm>
            <a:custGeom>
              <a:avLst/>
              <a:gdLst>
                <a:gd name="T0" fmla="*/ 416 w 418"/>
                <a:gd name="T1" fmla="*/ 175 h 175"/>
                <a:gd name="T2" fmla="*/ 282 w 418"/>
                <a:gd name="T3" fmla="*/ 41 h 175"/>
                <a:gd name="T4" fmla="*/ 108 w 418"/>
                <a:gd name="T5" fmla="*/ 41 h 175"/>
                <a:gd name="T6" fmla="*/ 107 w 418"/>
                <a:gd name="T7" fmla="*/ 41 h 175"/>
                <a:gd name="T8" fmla="*/ 69 w 418"/>
                <a:gd name="T9" fmla="*/ 3 h 175"/>
                <a:gd name="T10" fmla="*/ 25 w 418"/>
                <a:gd name="T11" fmla="*/ 3 h 175"/>
                <a:gd name="T12" fmla="*/ 2 w 418"/>
                <a:gd name="T13" fmla="*/ 26 h 175"/>
                <a:gd name="T14" fmla="*/ 0 w 418"/>
                <a:gd name="T15" fmla="*/ 23 h 175"/>
                <a:gd name="T16" fmla="*/ 23 w 418"/>
                <a:gd name="T17" fmla="*/ 0 h 175"/>
                <a:gd name="T18" fmla="*/ 24 w 418"/>
                <a:gd name="T19" fmla="*/ 0 h 175"/>
                <a:gd name="T20" fmla="*/ 24 w 418"/>
                <a:gd name="T21" fmla="*/ 0 h 175"/>
                <a:gd name="T22" fmla="*/ 70 w 418"/>
                <a:gd name="T23" fmla="*/ 0 h 175"/>
                <a:gd name="T24" fmla="*/ 71 w 418"/>
                <a:gd name="T25" fmla="*/ 0 h 175"/>
                <a:gd name="T26" fmla="*/ 109 w 418"/>
                <a:gd name="T27" fmla="*/ 38 h 175"/>
                <a:gd name="T28" fmla="*/ 283 w 418"/>
                <a:gd name="T29" fmla="*/ 38 h 175"/>
                <a:gd name="T30" fmla="*/ 284 w 418"/>
                <a:gd name="T31" fmla="*/ 38 h 175"/>
                <a:gd name="T32" fmla="*/ 418 w 418"/>
                <a:gd name="T33" fmla="*/ 173 h 175"/>
                <a:gd name="T34" fmla="*/ 416 w 418"/>
                <a:gd name="T3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8" h="175">
                  <a:moveTo>
                    <a:pt x="416" y="175"/>
                  </a:moveTo>
                  <a:cubicBezTo>
                    <a:pt x="282" y="41"/>
                    <a:pt x="282" y="41"/>
                    <a:pt x="282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8" y="41"/>
                    <a:pt x="107" y="41"/>
                    <a:pt x="107" y="41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1" y="0"/>
                    <a:pt x="71" y="0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283" y="38"/>
                    <a:pt x="283" y="38"/>
                    <a:pt x="283" y="38"/>
                  </a:cubicBezTo>
                  <a:cubicBezTo>
                    <a:pt x="283" y="38"/>
                    <a:pt x="283" y="38"/>
                    <a:pt x="284" y="38"/>
                  </a:cubicBezTo>
                  <a:cubicBezTo>
                    <a:pt x="418" y="173"/>
                    <a:pt x="418" y="173"/>
                    <a:pt x="418" y="173"/>
                  </a:cubicBezTo>
                  <a:lnTo>
                    <a:pt x="416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4" name="Freeform 570"/>
            <p:cNvSpPr>
              <a:spLocks/>
            </p:cNvSpPr>
            <p:nvPr/>
          </p:nvSpPr>
          <p:spPr bwMode="auto">
            <a:xfrm flipV="1">
              <a:off x="-2141536" y="3617911"/>
              <a:ext cx="1471612" cy="781050"/>
            </a:xfrm>
            <a:custGeom>
              <a:avLst/>
              <a:gdLst>
                <a:gd name="T0" fmla="*/ 389 w 392"/>
                <a:gd name="T1" fmla="*/ 208 h 208"/>
                <a:gd name="T2" fmla="*/ 211 w 392"/>
                <a:gd name="T3" fmla="*/ 30 h 208"/>
                <a:gd name="T4" fmla="*/ 28 w 392"/>
                <a:gd name="T5" fmla="*/ 30 h 208"/>
                <a:gd name="T6" fmla="*/ 27 w 392"/>
                <a:gd name="T7" fmla="*/ 29 h 208"/>
                <a:gd name="T8" fmla="*/ 0 w 392"/>
                <a:gd name="T9" fmla="*/ 3 h 208"/>
                <a:gd name="T10" fmla="*/ 3 w 392"/>
                <a:gd name="T11" fmla="*/ 0 h 208"/>
                <a:gd name="T12" fmla="*/ 29 w 392"/>
                <a:gd name="T13" fmla="*/ 26 h 208"/>
                <a:gd name="T14" fmla="*/ 211 w 392"/>
                <a:gd name="T15" fmla="*/ 26 h 208"/>
                <a:gd name="T16" fmla="*/ 213 w 392"/>
                <a:gd name="T17" fmla="*/ 27 h 208"/>
                <a:gd name="T18" fmla="*/ 392 w 392"/>
                <a:gd name="T19" fmla="*/ 206 h 208"/>
                <a:gd name="T20" fmla="*/ 389 w 392"/>
                <a:gd name="T21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2" h="208">
                  <a:moveTo>
                    <a:pt x="389" y="208"/>
                  </a:moveTo>
                  <a:cubicBezTo>
                    <a:pt x="211" y="30"/>
                    <a:pt x="211" y="30"/>
                    <a:pt x="211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7" y="2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11" y="26"/>
                    <a:pt x="211" y="26"/>
                    <a:pt x="211" y="26"/>
                  </a:cubicBezTo>
                  <a:cubicBezTo>
                    <a:pt x="212" y="26"/>
                    <a:pt x="212" y="27"/>
                    <a:pt x="213" y="27"/>
                  </a:cubicBezTo>
                  <a:cubicBezTo>
                    <a:pt x="392" y="206"/>
                    <a:pt x="392" y="206"/>
                    <a:pt x="392" y="206"/>
                  </a:cubicBezTo>
                  <a:lnTo>
                    <a:pt x="389" y="2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5" name="Freeform 571"/>
            <p:cNvSpPr>
              <a:spLocks/>
            </p:cNvSpPr>
            <p:nvPr/>
          </p:nvSpPr>
          <p:spPr bwMode="auto">
            <a:xfrm flipV="1">
              <a:off x="-2089148" y="3733798"/>
              <a:ext cx="1020762" cy="417513"/>
            </a:xfrm>
            <a:custGeom>
              <a:avLst/>
              <a:gdLst>
                <a:gd name="T0" fmla="*/ 272 w 272"/>
                <a:gd name="T1" fmla="*/ 111 h 111"/>
                <a:gd name="T2" fmla="*/ 269 w 272"/>
                <a:gd name="T3" fmla="*/ 111 h 111"/>
                <a:gd name="T4" fmla="*/ 269 w 272"/>
                <a:gd name="T5" fmla="*/ 83 h 111"/>
                <a:gd name="T6" fmla="*/ 211 w 272"/>
                <a:gd name="T7" fmla="*/ 25 h 111"/>
                <a:gd name="T8" fmla="*/ 23 w 272"/>
                <a:gd name="T9" fmla="*/ 25 h 111"/>
                <a:gd name="T10" fmla="*/ 22 w 272"/>
                <a:gd name="T11" fmla="*/ 25 h 111"/>
                <a:gd name="T12" fmla="*/ 0 w 272"/>
                <a:gd name="T13" fmla="*/ 3 h 111"/>
                <a:gd name="T14" fmla="*/ 3 w 272"/>
                <a:gd name="T15" fmla="*/ 0 h 111"/>
                <a:gd name="T16" fmla="*/ 24 w 272"/>
                <a:gd name="T17" fmla="*/ 22 h 111"/>
                <a:gd name="T18" fmla="*/ 212 w 272"/>
                <a:gd name="T19" fmla="*/ 22 h 111"/>
                <a:gd name="T20" fmla="*/ 213 w 272"/>
                <a:gd name="T21" fmla="*/ 22 h 111"/>
                <a:gd name="T22" fmla="*/ 271 w 272"/>
                <a:gd name="T23" fmla="*/ 81 h 111"/>
                <a:gd name="T24" fmla="*/ 272 w 272"/>
                <a:gd name="T25" fmla="*/ 82 h 111"/>
                <a:gd name="T26" fmla="*/ 272 w 272"/>
                <a:gd name="T2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2" h="111">
                  <a:moveTo>
                    <a:pt x="272" y="111"/>
                  </a:moveTo>
                  <a:cubicBezTo>
                    <a:pt x="269" y="111"/>
                    <a:pt x="269" y="111"/>
                    <a:pt x="269" y="111"/>
                  </a:cubicBezTo>
                  <a:cubicBezTo>
                    <a:pt x="269" y="83"/>
                    <a:pt x="269" y="83"/>
                    <a:pt x="269" y="83"/>
                  </a:cubicBezTo>
                  <a:cubicBezTo>
                    <a:pt x="211" y="25"/>
                    <a:pt x="211" y="25"/>
                    <a:pt x="211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12" y="22"/>
                    <a:pt x="212" y="22"/>
                    <a:pt x="212" y="22"/>
                  </a:cubicBezTo>
                  <a:cubicBezTo>
                    <a:pt x="212" y="22"/>
                    <a:pt x="213" y="22"/>
                    <a:pt x="213" y="22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2" y="81"/>
                    <a:pt x="272" y="82"/>
                  </a:cubicBezTo>
                  <a:lnTo>
                    <a:pt x="272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6" name="Freeform 572"/>
            <p:cNvSpPr>
              <a:spLocks/>
            </p:cNvSpPr>
            <p:nvPr/>
          </p:nvSpPr>
          <p:spPr bwMode="auto">
            <a:xfrm flipV="1">
              <a:off x="-1814511" y="3625849"/>
              <a:ext cx="869950" cy="561975"/>
            </a:xfrm>
            <a:custGeom>
              <a:avLst/>
              <a:gdLst>
                <a:gd name="T0" fmla="*/ 211 w 232"/>
                <a:gd name="T1" fmla="*/ 150 h 150"/>
                <a:gd name="T2" fmla="*/ 180 w 232"/>
                <a:gd name="T3" fmla="*/ 150 h 150"/>
                <a:gd name="T4" fmla="*/ 179 w 232"/>
                <a:gd name="T5" fmla="*/ 150 h 150"/>
                <a:gd name="T6" fmla="*/ 126 w 232"/>
                <a:gd name="T7" fmla="*/ 96 h 150"/>
                <a:gd name="T8" fmla="*/ 125 w 232"/>
                <a:gd name="T9" fmla="*/ 95 h 150"/>
                <a:gd name="T10" fmla="*/ 125 w 232"/>
                <a:gd name="T11" fmla="*/ 74 h 150"/>
                <a:gd name="T12" fmla="*/ 128 w 232"/>
                <a:gd name="T13" fmla="*/ 74 h 150"/>
                <a:gd name="T14" fmla="*/ 128 w 232"/>
                <a:gd name="T15" fmla="*/ 94 h 150"/>
                <a:gd name="T16" fmla="*/ 181 w 232"/>
                <a:gd name="T17" fmla="*/ 147 h 150"/>
                <a:gd name="T18" fmla="*/ 211 w 232"/>
                <a:gd name="T19" fmla="*/ 147 h 150"/>
                <a:gd name="T20" fmla="*/ 228 w 232"/>
                <a:gd name="T21" fmla="*/ 129 h 150"/>
                <a:gd name="T22" fmla="*/ 228 w 232"/>
                <a:gd name="T23" fmla="*/ 103 h 150"/>
                <a:gd name="T24" fmla="*/ 130 w 232"/>
                <a:gd name="T25" fmla="*/ 4 h 150"/>
                <a:gd name="T26" fmla="*/ 0 w 232"/>
                <a:gd name="T27" fmla="*/ 4 h 150"/>
                <a:gd name="T28" fmla="*/ 0 w 232"/>
                <a:gd name="T29" fmla="*/ 0 h 150"/>
                <a:gd name="T30" fmla="*/ 130 w 232"/>
                <a:gd name="T31" fmla="*/ 0 h 150"/>
                <a:gd name="T32" fmla="*/ 131 w 232"/>
                <a:gd name="T33" fmla="*/ 1 h 150"/>
                <a:gd name="T34" fmla="*/ 231 w 232"/>
                <a:gd name="T35" fmla="*/ 101 h 150"/>
                <a:gd name="T36" fmla="*/ 232 w 232"/>
                <a:gd name="T37" fmla="*/ 102 h 150"/>
                <a:gd name="T38" fmla="*/ 232 w 232"/>
                <a:gd name="T39" fmla="*/ 130 h 150"/>
                <a:gd name="T40" fmla="*/ 231 w 232"/>
                <a:gd name="T41" fmla="*/ 131 h 150"/>
                <a:gd name="T42" fmla="*/ 213 w 232"/>
                <a:gd name="T43" fmla="*/ 150 h 150"/>
                <a:gd name="T44" fmla="*/ 211 w 232"/>
                <a:gd name="T4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50">
                  <a:moveTo>
                    <a:pt x="211" y="150"/>
                  </a:moveTo>
                  <a:cubicBezTo>
                    <a:pt x="180" y="150"/>
                    <a:pt x="180" y="150"/>
                    <a:pt x="180" y="150"/>
                  </a:cubicBezTo>
                  <a:cubicBezTo>
                    <a:pt x="180" y="150"/>
                    <a:pt x="179" y="150"/>
                    <a:pt x="179" y="150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5" y="96"/>
                    <a:pt x="125" y="95"/>
                    <a:pt x="125" y="95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8" y="74"/>
                    <a:pt x="128" y="74"/>
                    <a:pt x="128" y="7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81" y="147"/>
                    <a:pt x="181" y="147"/>
                    <a:pt x="181" y="147"/>
                  </a:cubicBezTo>
                  <a:cubicBezTo>
                    <a:pt x="211" y="147"/>
                    <a:pt x="211" y="147"/>
                    <a:pt x="211" y="147"/>
                  </a:cubicBezTo>
                  <a:cubicBezTo>
                    <a:pt x="228" y="129"/>
                    <a:pt x="228" y="129"/>
                    <a:pt x="228" y="129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1" y="0"/>
                    <a:pt x="131" y="1"/>
                    <a:pt x="131" y="1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1" y="101"/>
                    <a:pt x="232" y="101"/>
                    <a:pt x="232" y="102"/>
                  </a:cubicBezTo>
                  <a:cubicBezTo>
                    <a:pt x="232" y="130"/>
                    <a:pt x="232" y="130"/>
                    <a:pt x="232" y="130"/>
                  </a:cubicBezTo>
                  <a:cubicBezTo>
                    <a:pt x="232" y="130"/>
                    <a:pt x="231" y="131"/>
                    <a:pt x="231" y="131"/>
                  </a:cubicBezTo>
                  <a:cubicBezTo>
                    <a:pt x="213" y="150"/>
                    <a:pt x="213" y="150"/>
                    <a:pt x="213" y="150"/>
                  </a:cubicBezTo>
                  <a:cubicBezTo>
                    <a:pt x="212" y="150"/>
                    <a:pt x="212" y="150"/>
                    <a:pt x="211" y="1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7" name="Freeform 573"/>
            <p:cNvSpPr>
              <a:spLocks noEditPoints="1"/>
            </p:cNvSpPr>
            <p:nvPr/>
          </p:nvSpPr>
          <p:spPr bwMode="auto">
            <a:xfrm flipV="1">
              <a:off x="-3063873" y="3543298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7 w 24"/>
                <a:gd name="T3" fmla="*/ 8 h 25"/>
                <a:gd name="T4" fmla="*/ 17 w 24"/>
                <a:gd name="T5" fmla="*/ 18 h 25"/>
                <a:gd name="T6" fmla="*/ 12 w 24"/>
                <a:gd name="T7" fmla="*/ 20 h 25"/>
                <a:gd name="T8" fmla="*/ 7 w 24"/>
                <a:gd name="T9" fmla="*/ 18 h 25"/>
                <a:gd name="T10" fmla="*/ 7 w 24"/>
                <a:gd name="T11" fmla="*/ 8 h 25"/>
                <a:gd name="T12" fmla="*/ 12 w 24"/>
                <a:gd name="T13" fmla="*/ 5 h 25"/>
                <a:gd name="T14" fmla="*/ 12 w 24"/>
                <a:gd name="T15" fmla="*/ 0 h 25"/>
                <a:gd name="T16" fmla="*/ 12 w 24"/>
                <a:gd name="T17" fmla="*/ 0 h 25"/>
                <a:gd name="T18" fmla="*/ 3 w 24"/>
                <a:gd name="T19" fmla="*/ 4 h 25"/>
                <a:gd name="T20" fmla="*/ 0 w 24"/>
                <a:gd name="T21" fmla="*/ 13 h 25"/>
                <a:gd name="T22" fmla="*/ 3 w 24"/>
                <a:gd name="T23" fmla="*/ 21 h 25"/>
                <a:gd name="T24" fmla="*/ 12 w 24"/>
                <a:gd name="T25" fmla="*/ 25 h 25"/>
                <a:gd name="T26" fmla="*/ 21 w 24"/>
                <a:gd name="T27" fmla="*/ 21 h 25"/>
                <a:gd name="T28" fmla="*/ 24 w 24"/>
                <a:gd name="T29" fmla="*/ 13 h 25"/>
                <a:gd name="T30" fmla="*/ 21 w 24"/>
                <a:gd name="T31" fmla="*/ 4 h 25"/>
                <a:gd name="T32" fmla="*/ 12 w 2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4" y="5"/>
                    <a:pt x="16" y="6"/>
                    <a:pt x="17" y="8"/>
                  </a:cubicBezTo>
                  <a:cubicBezTo>
                    <a:pt x="20" y="10"/>
                    <a:pt x="20" y="15"/>
                    <a:pt x="17" y="18"/>
                  </a:cubicBezTo>
                  <a:cubicBezTo>
                    <a:pt x="16" y="19"/>
                    <a:pt x="14" y="20"/>
                    <a:pt x="12" y="20"/>
                  </a:cubicBezTo>
                  <a:cubicBezTo>
                    <a:pt x="10" y="20"/>
                    <a:pt x="8" y="19"/>
                    <a:pt x="7" y="18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8" y="24"/>
                    <a:pt x="21" y="21"/>
                  </a:cubicBezTo>
                  <a:cubicBezTo>
                    <a:pt x="23" y="19"/>
                    <a:pt x="24" y="16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8" name="Freeform 574"/>
            <p:cNvSpPr>
              <a:spLocks noEditPoints="1"/>
            </p:cNvSpPr>
            <p:nvPr/>
          </p:nvSpPr>
          <p:spPr bwMode="auto">
            <a:xfrm flipV="1">
              <a:off x="-3055936" y="3744911"/>
              <a:ext cx="96837" cy="95250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4 h 25"/>
                <a:gd name="T20" fmla="*/ 0 w 26"/>
                <a:gd name="T21" fmla="*/ 13 h 25"/>
                <a:gd name="T22" fmla="*/ 4 w 26"/>
                <a:gd name="T23" fmla="*/ 21 h 25"/>
                <a:gd name="T24" fmla="*/ 13 w 26"/>
                <a:gd name="T25" fmla="*/ 25 h 25"/>
                <a:gd name="T26" fmla="*/ 22 w 26"/>
                <a:gd name="T27" fmla="*/ 21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10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9" name="Freeform 575"/>
            <p:cNvSpPr>
              <a:spLocks noEditPoints="1"/>
            </p:cNvSpPr>
            <p:nvPr/>
          </p:nvSpPr>
          <p:spPr bwMode="auto">
            <a:xfrm flipV="1">
              <a:off x="-2813048" y="4060823"/>
              <a:ext cx="101600" cy="93663"/>
            </a:xfrm>
            <a:custGeom>
              <a:avLst/>
              <a:gdLst>
                <a:gd name="T0" fmla="*/ 14 w 27"/>
                <a:gd name="T1" fmla="*/ 5 h 25"/>
                <a:gd name="T2" fmla="*/ 19 w 27"/>
                <a:gd name="T3" fmla="*/ 7 h 25"/>
                <a:gd name="T4" fmla="*/ 19 w 27"/>
                <a:gd name="T5" fmla="*/ 17 h 25"/>
                <a:gd name="T6" fmla="*/ 14 w 27"/>
                <a:gd name="T7" fmla="*/ 20 h 25"/>
                <a:gd name="T8" fmla="*/ 9 w 27"/>
                <a:gd name="T9" fmla="*/ 17 h 25"/>
                <a:gd name="T10" fmla="*/ 9 w 27"/>
                <a:gd name="T11" fmla="*/ 7 h 25"/>
                <a:gd name="T12" fmla="*/ 14 w 27"/>
                <a:gd name="T13" fmla="*/ 5 h 25"/>
                <a:gd name="T14" fmla="*/ 14 w 27"/>
                <a:gd name="T15" fmla="*/ 0 h 25"/>
                <a:gd name="T16" fmla="*/ 14 w 27"/>
                <a:gd name="T17" fmla="*/ 0 h 25"/>
                <a:gd name="T18" fmla="*/ 5 w 27"/>
                <a:gd name="T19" fmla="*/ 4 h 25"/>
                <a:gd name="T20" fmla="*/ 5 w 27"/>
                <a:gd name="T21" fmla="*/ 21 h 25"/>
                <a:gd name="T22" fmla="*/ 14 w 27"/>
                <a:gd name="T23" fmla="*/ 25 h 25"/>
                <a:gd name="T24" fmla="*/ 23 w 27"/>
                <a:gd name="T25" fmla="*/ 21 h 25"/>
                <a:gd name="T26" fmla="*/ 23 w 27"/>
                <a:gd name="T27" fmla="*/ 4 h 25"/>
                <a:gd name="T28" fmla="*/ 14 w 27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14" y="5"/>
                  </a:moveTo>
                  <a:cubicBezTo>
                    <a:pt x="16" y="5"/>
                    <a:pt x="17" y="6"/>
                    <a:pt x="19" y="7"/>
                  </a:cubicBezTo>
                  <a:cubicBezTo>
                    <a:pt x="22" y="10"/>
                    <a:pt x="22" y="15"/>
                    <a:pt x="19" y="17"/>
                  </a:cubicBezTo>
                  <a:cubicBezTo>
                    <a:pt x="18" y="19"/>
                    <a:pt x="16" y="20"/>
                    <a:pt x="14" y="20"/>
                  </a:cubicBezTo>
                  <a:cubicBezTo>
                    <a:pt x="12" y="20"/>
                    <a:pt x="10" y="19"/>
                    <a:pt x="9" y="17"/>
                  </a:cubicBezTo>
                  <a:cubicBezTo>
                    <a:pt x="6" y="15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1" y="25"/>
                    <a:pt x="14" y="25"/>
                  </a:cubicBezTo>
                  <a:cubicBezTo>
                    <a:pt x="17" y="25"/>
                    <a:pt x="20" y="23"/>
                    <a:pt x="23" y="21"/>
                  </a:cubicBezTo>
                  <a:cubicBezTo>
                    <a:pt x="27" y="16"/>
                    <a:pt x="27" y="8"/>
                    <a:pt x="23" y="4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0" name="Freeform 576"/>
            <p:cNvSpPr>
              <a:spLocks noEditPoints="1"/>
            </p:cNvSpPr>
            <p:nvPr/>
          </p:nvSpPr>
          <p:spPr bwMode="auto">
            <a:xfrm flipV="1">
              <a:off x="-1052511" y="24923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6 w 24"/>
                <a:gd name="T3" fmla="*/ 7 h 24"/>
                <a:gd name="T4" fmla="*/ 16 w 24"/>
                <a:gd name="T5" fmla="*/ 16 h 24"/>
                <a:gd name="T6" fmla="*/ 12 w 24"/>
                <a:gd name="T7" fmla="*/ 19 h 24"/>
                <a:gd name="T8" fmla="*/ 7 w 24"/>
                <a:gd name="T9" fmla="*/ 16 h 24"/>
                <a:gd name="T10" fmla="*/ 7 w 24"/>
                <a:gd name="T11" fmla="*/ 7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3 w 24"/>
                <a:gd name="T21" fmla="*/ 20 h 24"/>
                <a:gd name="T22" fmla="*/ 12 w 24"/>
                <a:gd name="T23" fmla="*/ 24 h 24"/>
                <a:gd name="T24" fmla="*/ 20 w 24"/>
                <a:gd name="T25" fmla="*/ 20 h 24"/>
                <a:gd name="T26" fmla="*/ 24 w 24"/>
                <a:gd name="T27" fmla="*/ 12 h 24"/>
                <a:gd name="T28" fmla="*/ 20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3" y="5"/>
                    <a:pt x="15" y="5"/>
                    <a:pt x="16" y="7"/>
                  </a:cubicBezTo>
                  <a:cubicBezTo>
                    <a:pt x="19" y="9"/>
                    <a:pt x="19" y="14"/>
                    <a:pt x="16" y="16"/>
                  </a:cubicBezTo>
                  <a:cubicBezTo>
                    <a:pt x="15" y="18"/>
                    <a:pt x="13" y="19"/>
                    <a:pt x="12" y="19"/>
                  </a:cubicBezTo>
                  <a:cubicBezTo>
                    <a:pt x="10" y="19"/>
                    <a:pt x="8" y="18"/>
                    <a:pt x="7" y="16"/>
                  </a:cubicBezTo>
                  <a:cubicBezTo>
                    <a:pt x="4" y="14"/>
                    <a:pt x="4" y="9"/>
                    <a:pt x="7" y="7"/>
                  </a:cubicBezTo>
                  <a:cubicBezTo>
                    <a:pt x="8" y="5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2"/>
                    <a:pt x="8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8"/>
                    <a:pt x="22" y="5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1" name="Freeform 577"/>
            <p:cNvSpPr>
              <a:spLocks noEditPoints="1"/>
            </p:cNvSpPr>
            <p:nvPr/>
          </p:nvSpPr>
          <p:spPr bwMode="auto">
            <a:xfrm flipV="1">
              <a:off x="-1319211" y="2735260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3 w 25"/>
                <a:gd name="T17" fmla="*/ 4 h 24"/>
                <a:gd name="T18" fmla="*/ 0 w 25"/>
                <a:gd name="T19" fmla="*/ 12 h 24"/>
                <a:gd name="T20" fmla="*/ 3 w 25"/>
                <a:gd name="T21" fmla="*/ 21 h 24"/>
                <a:gd name="T22" fmla="*/ 12 w 25"/>
                <a:gd name="T23" fmla="*/ 24 h 24"/>
                <a:gd name="T24" fmla="*/ 20 w 25"/>
                <a:gd name="T25" fmla="*/ 21 h 24"/>
                <a:gd name="T26" fmla="*/ 20 w 25"/>
                <a:gd name="T27" fmla="*/ 4 h 24"/>
                <a:gd name="T28" fmla="*/ 12 w 25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5" y="6"/>
                    <a:pt x="17" y="7"/>
                  </a:cubicBezTo>
                  <a:cubicBezTo>
                    <a:pt x="19" y="10"/>
                    <a:pt x="19" y="14"/>
                    <a:pt x="17" y="17"/>
                  </a:cubicBezTo>
                  <a:cubicBezTo>
                    <a:pt x="15" y="18"/>
                    <a:pt x="14" y="19"/>
                    <a:pt x="12" y="19"/>
                  </a:cubicBezTo>
                  <a:cubicBezTo>
                    <a:pt x="10" y="19"/>
                    <a:pt x="8" y="18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5" y="16"/>
                    <a:pt x="25" y="8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2" name="Freeform 578"/>
            <p:cNvSpPr>
              <a:spLocks noEditPoints="1"/>
            </p:cNvSpPr>
            <p:nvPr/>
          </p:nvSpPr>
          <p:spPr bwMode="auto">
            <a:xfrm flipV="1">
              <a:off x="-636586" y="2390773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8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3 h 24"/>
                <a:gd name="T18" fmla="*/ 4 w 26"/>
                <a:gd name="T19" fmla="*/ 20 h 24"/>
                <a:gd name="T20" fmla="*/ 13 w 26"/>
                <a:gd name="T21" fmla="*/ 24 h 24"/>
                <a:gd name="T22" fmla="*/ 21 w 26"/>
                <a:gd name="T23" fmla="*/ 20 h 24"/>
                <a:gd name="T24" fmla="*/ 21 w 26"/>
                <a:gd name="T25" fmla="*/ 3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4" y="5"/>
                    <a:pt x="16" y="5"/>
                    <a:pt x="18" y="7"/>
                  </a:cubicBezTo>
                  <a:cubicBezTo>
                    <a:pt x="20" y="9"/>
                    <a:pt x="20" y="14"/>
                    <a:pt x="18" y="16"/>
                  </a:cubicBezTo>
                  <a:cubicBezTo>
                    <a:pt x="16" y="18"/>
                    <a:pt x="14" y="18"/>
                    <a:pt x="13" y="18"/>
                  </a:cubicBezTo>
                  <a:cubicBezTo>
                    <a:pt x="11" y="18"/>
                    <a:pt x="9" y="18"/>
                    <a:pt x="8" y="16"/>
                  </a:cubicBezTo>
                  <a:cubicBezTo>
                    <a:pt x="5" y="14"/>
                    <a:pt x="5" y="9"/>
                    <a:pt x="8" y="7"/>
                  </a:cubicBezTo>
                  <a:cubicBezTo>
                    <a:pt x="9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6" y="22"/>
                    <a:pt x="9" y="24"/>
                    <a:pt x="13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6" y="15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3" name="Freeform 579"/>
            <p:cNvSpPr>
              <a:spLocks noEditPoints="1"/>
            </p:cNvSpPr>
            <p:nvPr/>
          </p:nvSpPr>
          <p:spPr bwMode="auto">
            <a:xfrm flipV="1">
              <a:off x="-733423" y="2676523"/>
              <a:ext cx="96837" cy="88900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8 h 24"/>
                <a:gd name="T4" fmla="*/ 18 w 26"/>
                <a:gd name="T5" fmla="*/ 17 h 24"/>
                <a:gd name="T6" fmla="*/ 13 w 26"/>
                <a:gd name="T7" fmla="*/ 19 h 24"/>
                <a:gd name="T8" fmla="*/ 8 w 26"/>
                <a:gd name="T9" fmla="*/ 17 h 24"/>
                <a:gd name="T10" fmla="*/ 8 w 26"/>
                <a:gd name="T11" fmla="*/ 8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1 w 26"/>
                <a:gd name="T23" fmla="*/ 21 h 24"/>
                <a:gd name="T24" fmla="*/ 21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6" y="6"/>
                    <a:pt x="18" y="8"/>
                  </a:cubicBezTo>
                  <a:cubicBezTo>
                    <a:pt x="20" y="10"/>
                    <a:pt x="20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8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6" y="16"/>
                    <a:pt x="26" y="9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4" name="Freeform 580"/>
            <p:cNvSpPr>
              <a:spLocks noEditPoints="1"/>
            </p:cNvSpPr>
            <p:nvPr/>
          </p:nvSpPr>
          <p:spPr bwMode="auto">
            <a:xfrm flipV="1">
              <a:off x="-2801936" y="37909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20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1 h 25"/>
                <a:gd name="T22" fmla="*/ 13 w 26"/>
                <a:gd name="T23" fmla="*/ 25 h 25"/>
                <a:gd name="T24" fmla="*/ 22 w 26"/>
                <a:gd name="T25" fmla="*/ 21 h 25"/>
                <a:gd name="T26" fmla="*/ 26 w 26"/>
                <a:gd name="T27" fmla="*/ 12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10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10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7" y="25"/>
                    <a:pt x="20" y="23"/>
                    <a:pt x="22" y="21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9"/>
                    <a:pt x="24" y="6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5" name="Freeform 581"/>
            <p:cNvSpPr>
              <a:spLocks/>
            </p:cNvSpPr>
            <p:nvPr/>
          </p:nvSpPr>
          <p:spPr bwMode="auto">
            <a:xfrm flipV="1">
              <a:off x="-3003548" y="2555873"/>
              <a:ext cx="1984375" cy="1017588"/>
            </a:xfrm>
            <a:custGeom>
              <a:avLst/>
              <a:gdLst>
                <a:gd name="T0" fmla="*/ 526 w 529"/>
                <a:gd name="T1" fmla="*/ 271 h 271"/>
                <a:gd name="T2" fmla="*/ 512 w 529"/>
                <a:gd name="T3" fmla="*/ 257 h 271"/>
                <a:gd name="T4" fmla="*/ 512 w 529"/>
                <a:gd name="T5" fmla="*/ 256 h 271"/>
                <a:gd name="T6" fmla="*/ 512 w 529"/>
                <a:gd name="T7" fmla="*/ 226 h 271"/>
                <a:gd name="T8" fmla="*/ 418 w 529"/>
                <a:gd name="T9" fmla="*/ 132 h 271"/>
                <a:gd name="T10" fmla="*/ 307 w 529"/>
                <a:gd name="T11" fmla="*/ 132 h 271"/>
                <a:gd name="T12" fmla="*/ 243 w 529"/>
                <a:gd name="T13" fmla="*/ 197 h 271"/>
                <a:gd name="T14" fmla="*/ 242 w 529"/>
                <a:gd name="T15" fmla="*/ 197 h 271"/>
                <a:gd name="T16" fmla="*/ 196 w 529"/>
                <a:gd name="T17" fmla="*/ 197 h 271"/>
                <a:gd name="T18" fmla="*/ 194 w 529"/>
                <a:gd name="T19" fmla="*/ 197 h 271"/>
                <a:gd name="T20" fmla="*/ 0 w 529"/>
                <a:gd name="T21" fmla="*/ 2 h 271"/>
                <a:gd name="T22" fmla="*/ 2 w 529"/>
                <a:gd name="T23" fmla="*/ 0 h 271"/>
                <a:gd name="T24" fmla="*/ 196 w 529"/>
                <a:gd name="T25" fmla="*/ 194 h 271"/>
                <a:gd name="T26" fmla="*/ 241 w 529"/>
                <a:gd name="T27" fmla="*/ 194 h 271"/>
                <a:gd name="T28" fmla="*/ 305 w 529"/>
                <a:gd name="T29" fmla="*/ 129 h 271"/>
                <a:gd name="T30" fmla="*/ 306 w 529"/>
                <a:gd name="T31" fmla="*/ 129 h 271"/>
                <a:gd name="T32" fmla="*/ 419 w 529"/>
                <a:gd name="T33" fmla="*/ 129 h 271"/>
                <a:gd name="T34" fmla="*/ 420 w 529"/>
                <a:gd name="T35" fmla="*/ 129 h 271"/>
                <a:gd name="T36" fmla="*/ 515 w 529"/>
                <a:gd name="T37" fmla="*/ 224 h 271"/>
                <a:gd name="T38" fmla="*/ 515 w 529"/>
                <a:gd name="T39" fmla="*/ 225 h 271"/>
                <a:gd name="T40" fmla="*/ 515 w 529"/>
                <a:gd name="T41" fmla="*/ 255 h 271"/>
                <a:gd name="T42" fmla="*/ 529 w 529"/>
                <a:gd name="T43" fmla="*/ 269 h 271"/>
                <a:gd name="T44" fmla="*/ 526 w 529"/>
                <a:gd name="T45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9" h="271">
                  <a:moveTo>
                    <a:pt x="526" y="271"/>
                  </a:moveTo>
                  <a:cubicBezTo>
                    <a:pt x="512" y="257"/>
                    <a:pt x="512" y="257"/>
                    <a:pt x="512" y="257"/>
                  </a:cubicBezTo>
                  <a:cubicBezTo>
                    <a:pt x="512" y="257"/>
                    <a:pt x="512" y="257"/>
                    <a:pt x="512" y="256"/>
                  </a:cubicBezTo>
                  <a:cubicBezTo>
                    <a:pt x="512" y="226"/>
                    <a:pt x="512" y="226"/>
                    <a:pt x="512" y="226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307" y="132"/>
                    <a:pt x="307" y="132"/>
                    <a:pt x="307" y="132"/>
                  </a:cubicBezTo>
                  <a:cubicBezTo>
                    <a:pt x="243" y="197"/>
                    <a:pt x="243" y="197"/>
                    <a:pt x="243" y="197"/>
                  </a:cubicBezTo>
                  <a:cubicBezTo>
                    <a:pt x="243" y="197"/>
                    <a:pt x="242" y="197"/>
                    <a:pt x="242" y="197"/>
                  </a:cubicBezTo>
                  <a:cubicBezTo>
                    <a:pt x="196" y="197"/>
                    <a:pt x="196" y="197"/>
                    <a:pt x="196" y="197"/>
                  </a:cubicBezTo>
                  <a:cubicBezTo>
                    <a:pt x="195" y="197"/>
                    <a:pt x="195" y="197"/>
                    <a:pt x="194" y="1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241" y="194"/>
                    <a:pt x="241" y="194"/>
                    <a:pt x="241" y="194"/>
                  </a:cubicBezTo>
                  <a:cubicBezTo>
                    <a:pt x="305" y="129"/>
                    <a:pt x="305" y="129"/>
                    <a:pt x="305" y="129"/>
                  </a:cubicBezTo>
                  <a:cubicBezTo>
                    <a:pt x="306" y="129"/>
                    <a:pt x="306" y="129"/>
                    <a:pt x="306" y="129"/>
                  </a:cubicBezTo>
                  <a:cubicBezTo>
                    <a:pt x="419" y="129"/>
                    <a:pt x="419" y="129"/>
                    <a:pt x="419" y="129"/>
                  </a:cubicBezTo>
                  <a:cubicBezTo>
                    <a:pt x="419" y="129"/>
                    <a:pt x="419" y="129"/>
                    <a:pt x="420" y="129"/>
                  </a:cubicBezTo>
                  <a:cubicBezTo>
                    <a:pt x="515" y="224"/>
                    <a:pt x="515" y="224"/>
                    <a:pt x="515" y="224"/>
                  </a:cubicBezTo>
                  <a:cubicBezTo>
                    <a:pt x="515" y="225"/>
                    <a:pt x="515" y="225"/>
                    <a:pt x="515" y="225"/>
                  </a:cubicBezTo>
                  <a:cubicBezTo>
                    <a:pt x="515" y="255"/>
                    <a:pt x="515" y="255"/>
                    <a:pt x="515" y="255"/>
                  </a:cubicBezTo>
                  <a:cubicBezTo>
                    <a:pt x="529" y="269"/>
                    <a:pt x="529" y="269"/>
                    <a:pt x="529" y="269"/>
                  </a:cubicBezTo>
                  <a:lnTo>
                    <a:pt x="526" y="2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6" name="Freeform 582"/>
            <p:cNvSpPr>
              <a:spLocks/>
            </p:cNvSpPr>
            <p:nvPr/>
          </p:nvSpPr>
          <p:spPr bwMode="auto">
            <a:xfrm flipV="1">
              <a:off x="-2992436" y="2412998"/>
              <a:ext cx="2127250" cy="1366838"/>
            </a:xfrm>
            <a:custGeom>
              <a:avLst/>
              <a:gdLst>
                <a:gd name="T0" fmla="*/ 532 w 567"/>
                <a:gd name="T1" fmla="*/ 364 h 364"/>
                <a:gd name="T2" fmla="*/ 494 w 567"/>
                <a:gd name="T3" fmla="*/ 364 h 364"/>
                <a:gd name="T4" fmla="*/ 493 w 567"/>
                <a:gd name="T5" fmla="*/ 364 h 364"/>
                <a:gd name="T6" fmla="*/ 442 w 567"/>
                <a:gd name="T7" fmla="*/ 313 h 364"/>
                <a:gd name="T8" fmla="*/ 442 w 567"/>
                <a:gd name="T9" fmla="*/ 312 h 364"/>
                <a:gd name="T10" fmla="*/ 442 w 567"/>
                <a:gd name="T11" fmla="*/ 280 h 364"/>
                <a:gd name="T12" fmla="*/ 442 w 567"/>
                <a:gd name="T13" fmla="*/ 279 h 364"/>
                <a:gd name="T14" fmla="*/ 452 w 567"/>
                <a:gd name="T15" fmla="*/ 270 h 364"/>
                <a:gd name="T16" fmla="*/ 454 w 567"/>
                <a:gd name="T17" fmla="*/ 272 h 364"/>
                <a:gd name="T18" fmla="*/ 445 w 567"/>
                <a:gd name="T19" fmla="*/ 281 h 364"/>
                <a:gd name="T20" fmla="*/ 445 w 567"/>
                <a:gd name="T21" fmla="*/ 311 h 364"/>
                <a:gd name="T22" fmla="*/ 495 w 567"/>
                <a:gd name="T23" fmla="*/ 361 h 364"/>
                <a:gd name="T24" fmla="*/ 531 w 567"/>
                <a:gd name="T25" fmla="*/ 361 h 364"/>
                <a:gd name="T26" fmla="*/ 564 w 567"/>
                <a:gd name="T27" fmla="*/ 329 h 364"/>
                <a:gd name="T28" fmla="*/ 564 w 567"/>
                <a:gd name="T29" fmla="*/ 288 h 364"/>
                <a:gd name="T30" fmla="*/ 418 w 567"/>
                <a:gd name="T31" fmla="*/ 142 h 364"/>
                <a:gd name="T32" fmla="*/ 291 w 567"/>
                <a:gd name="T33" fmla="*/ 142 h 364"/>
                <a:gd name="T34" fmla="*/ 229 w 567"/>
                <a:gd name="T35" fmla="*/ 204 h 364"/>
                <a:gd name="T36" fmla="*/ 228 w 567"/>
                <a:gd name="T37" fmla="*/ 205 h 364"/>
                <a:gd name="T38" fmla="*/ 202 w 567"/>
                <a:gd name="T39" fmla="*/ 205 h 364"/>
                <a:gd name="T40" fmla="*/ 201 w 567"/>
                <a:gd name="T41" fmla="*/ 204 h 364"/>
                <a:gd name="T42" fmla="*/ 0 w 567"/>
                <a:gd name="T43" fmla="*/ 3 h 364"/>
                <a:gd name="T44" fmla="*/ 2 w 567"/>
                <a:gd name="T45" fmla="*/ 0 h 364"/>
                <a:gd name="T46" fmla="*/ 203 w 567"/>
                <a:gd name="T47" fmla="*/ 201 h 364"/>
                <a:gd name="T48" fmla="*/ 227 w 567"/>
                <a:gd name="T49" fmla="*/ 201 h 364"/>
                <a:gd name="T50" fmla="*/ 289 w 567"/>
                <a:gd name="T51" fmla="*/ 140 h 364"/>
                <a:gd name="T52" fmla="*/ 290 w 567"/>
                <a:gd name="T53" fmla="*/ 139 h 364"/>
                <a:gd name="T54" fmla="*/ 419 w 567"/>
                <a:gd name="T55" fmla="*/ 139 h 364"/>
                <a:gd name="T56" fmla="*/ 420 w 567"/>
                <a:gd name="T57" fmla="*/ 140 h 364"/>
                <a:gd name="T58" fmla="*/ 567 w 567"/>
                <a:gd name="T59" fmla="*/ 286 h 364"/>
                <a:gd name="T60" fmla="*/ 567 w 567"/>
                <a:gd name="T61" fmla="*/ 287 h 364"/>
                <a:gd name="T62" fmla="*/ 567 w 567"/>
                <a:gd name="T63" fmla="*/ 329 h 364"/>
                <a:gd name="T64" fmla="*/ 567 w 567"/>
                <a:gd name="T65" fmla="*/ 330 h 364"/>
                <a:gd name="T66" fmla="*/ 533 w 567"/>
                <a:gd name="T67" fmla="*/ 364 h 364"/>
                <a:gd name="T68" fmla="*/ 532 w 567"/>
                <a:gd name="T6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7" h="364">
                  <a:moveTo>
                    <a:pt x="532" y="364"/>
                  </a:moveTo>
                  <a:cubicBezTo>
                    <a:pt x="494" y="364"/>
                    <a:pt x="494" y="364"/>
                    <a:pt x="494" y="364"/>
                  </a:cubicBezTo>
                  <a:cubicBezTo>
                    <a:pt x="494" y="364"/>
                    <a:pt x="493" y="364"/>
                    <a:pt x="493" y="364"/>
                  </a:cubicBezTo>
                  <a:cubicBezTo>
                    <a:pt x="442" y="313"/>
                    <a:pt x="442" y="313"/>
                    <a:pt x="442" y="313"/>
                  </a:cubicBezTo>
                  <a:cubicBezTo>
                    <a:pt x="442" y="313"/>
                    <a:pt x="442" y="312"/>
                    <a:pt x="442" y="312"/>
                  </a:cubicBezTo>
                  <a:cubicBezTo>
                    <a:pt x="442" y="280"/>
                    <a:pt x="442" y="280"/>
                    <a:pt x="442" y="280"/>
                  </a:cubicBezTo>
                  <a:cubicBezTo>
                    <a:pt x="442" y="280"/>
                    <a:pt x="442" y="279"/>
                    <a:pt x="442" y="279"/>
                  </a:cubicBezTo>
                  <a:cubicBezTo>
                    <a:pt x="452" y="270"/>
                    <a:pt x="452" y="270"/>
                    <a:pt x="452" y="270"/>
                  </a:cubicBezTo>
                  <a:cubicBezTo>
                    <a:pt x="454" y="272"/>
                    <a:pt x="454" y="272"/>
                    <a:pt x="454" y="272"/>
                  </a:cubicBezTo>
                  <a:cubicBezTo>
                    <a:pt x="445" y="281"/>
                    <a:pt x="445" y="281"/>
                    <a:pt x="445" y="281"/>
                  </a:cubicBezTo>
                  <a:cubicBezTo>
                    <a:pt x="445" y="311"/>
                    <a:pt x="445" y="311"/>
                    <a:pt x="445" y="311"/>
                  </a:cubicBezTo>
                  <a:cubicBezTo>
                    <a:pt x="495" y="361"/>
                    <a:pt x="495" y="361"/>
                    <a:pt x="495" y="361"/>
                  </a:cubicBezTo>
                  <a:cubicBezTo>
                    <a:pt x="531" y="361"/>
                    <a:pt x="531" y="361"/>
                    <a:pt x="531" y="361"/>
                  </a:cubicBezTo>
                  <a:cubicBezTo>
                    <a:pt x="564" y="329"/>
                    <a:pt x="564" y="329"/>
                    <a:pt x="564" y="329"/>
                  </a:cubicBezTo>
                  <a:cubicBezTo>
                    <a:pt x="564" y="288"/>
                    <a:pt x="564" y="288"/>
                    <a:pt x="564" y="288"/>
                  </a:cubicBezTo>
                  <a:cubicBezTo>
                    <a:pt x="418" y="142"/>
                    <a:pt x="418" y="142"/>
                    <a:pt x="418" y="142"/>
                  </a:cubicBezTo>
                  <a:cubicBezTo>
                    <a:pt x="291" y="142"/>
                    <a:pt x="291" y="142"/>
                    <a:pt x="291" y="142"/>
                  </a:cubicBezTo>
                  <a:cubicBezTo>
                    <a:pt x="229" y="204"/>
                    <a:pt x="229" y="204"/>
                    <a:pt x="229" y="204"/>
                  </a:cubicBezTo>
                  <a:cubicBezTo>
                    <a:pt x="229" y="205"/>
                    <a:pt x="228" y="205"/>
                    <a:pt x="228" y="205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1" y="20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03" y="201"/>
                    <a:pt x="203" y="201"/>
                    <a:pt x="203" y="201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39"/>
                    <a:pt x="290" y="139"/>
                    <a:pt x="290" y="139"/>
                  </a:cubicBezTo>
                  <a:cubicBezTo>
                    <a:pt x="419" y="139"/>
                    <a:pt x="419" y="139"/>
                    <a:pt x="419" y="139"/>
                  </a:cubicBezTo>
                  <a:cubicBezTo>
                    <a:pt x="420" y="139"/>
                    <a:pt x="420" y="139"/>
                    <a:pt x="420" y="140"/>
                  </a:cubicBezTo>
                  <a:cubicBezTo>
                    <a:pt x="567" y="286"/>
                    <a:pt x="567" y="286"/>
                    <a:pt x="567" y="286"/>
                  </a:cubicBezTo>
                  <a:cubicBezTo>
                    <a:pt x="567" y="286"/>
                    <a:pt x="567" y="287"/>
                    <a:pt x="567" y="287"/>
                  </a:cubicBezTo>
                  <a:cubicBezTo>
                    <a:pt x="567" y="329"/>
                    <a:pt x="567" y="329"/>
                    <a:pt x="567" y="329"/>
                  </a:cubicBezTo>
                  <a:cubicBezTo>
                    <a:pt x="567" y="330"/>
                    <a:pt x="567" y="330"/>
                    <a:pt x="567" y="330"/>
                  </a:cubicBezTo>
                  <a:cubicBezTo>
                    <a:pt x="533" y="364"/>
                    <a:pt x="533" y="364"/>
                    <a:pt x="533" y="364"/>
                  </a:cubicBezTo>
                  <a:cubicBezTo>
                    <a:pt x="533" y="364"/>
                    <a:pt x="532" y="364"/>
                    <a:pt x="532" y="3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7" name="Freeform 583"/>
            <p:cNvSpPr>
              <a:spLocks/>
            </p:cNvSpPr>
            <p:nvPr/>
          </p:nvSpPr>
          <p:spPr bwMode="auto">
            <a:xfrm flipV="1">
              <a:off x="-2725736" y="2451099"/>
              <a:ext cx="2124075" cy="1358900"/>
            </a:xfrm>
            <a:custGeom>
              <a:avLst/>
              <a:gdLst>
                <a:gd name="T0" fmla="*/ 564 w 566"/>
                <a:gd name="T1" fmla="*/ 362 h 362"/>
                <a:gd name="T2" fmla="*/ 509 w 566"/>
                <a:gd name="T3" fmla="*/ 307 h 362"/>
                <a:gd name="T4" fmla="*/ 508 w 566"/>
                <a:gd name="T5" fmla="*/ 306 h 362"/>
                <a:gd name="T6" fmla="*/ 508 w 566"/>
                <a:gd name="T7" fmla="*/ 277 h 362"/>
                <a:gd name="T8" fmla="*/ 355 w 566"/>
                <a:gd name="T9" fmla="*/ 123 h 362"/>
                <a:gd name="T10" fmla="*/ 213 w 566"/>
                <a:gd name="T11" fmla="*/ 123 h 362"/>
                <a:gd name="T12" fmla="*/ 183 w 566"/>
                <a:gd name="T13" fmla="*/ 154 h 362"/>
                <a:gd name="T14" fmla="*/ 181 w 566"/>
                <a:gd name="T15" fmla="*/ 154 h 362"/>
                <a:gd name="T16" fmla="*/ 153 w 566"/>
                <a:gd name="T17" fmla="*/ 154 h 362"/>
                <a:gd name="T18" fmla="*/ 152 w 566"/>
                <a:gd name="T19" fmla="*/ 154 h 362"/>
                <a:gd name="T20" fmla="*/ 0 w 566"/>
                <a:gd name="T21" fmla="*/ 2 h 362"/>
                <a:gd name="T22" fmla="*/ 2 w 566"/>
                <a:gd name="T23" fmla="*/ 0 h 362"/>
                <a:gd name="T24" fmla="*/ 154 w 566"/>
                <a:gd name="T25" fmla="*/ 151 h 362"/>
                <a:gd name="T26" fmla="*/ 181 w 566"/>
                <a:gd name="T27" fmla="*/ 151 h 362"/>
                <a:gd name="T28" fmla="*/ 211 w 566"/>
                <a:gd name="T29" fmla="*/ 120 h 362"/>
                <a:gd name="T30" fmla="*/ 213 w 566"/>
                <a:gd name="T31" fmla="*/ 120 h 362"/>
                <a:gd name="T32" fmla="*/ 355 w 566"/>
                <a:gd name="T33" fmla="*/ 120 h 362"/>
                <a:gd name="T34" fmla="*/ 357 w 566"/>
                <a:gd name="T35" fmla="*/ 120 h 362"/>
                <a:gd name="T36" fmla="*/ 511 w 566"/>
                <a:gd name="T37" fmla="*/ 275 h 362"/>
                <a:gd name="T38" fmla="*/ 512 w 566"/>
                <a:gd name="T39" fmla="*/ 276 h 362"/>
                <a:gd name="T40" fmla="*/ 512 w 566"/>
                <a:gd name="T41" fmla="*/ 305 h 362"/>
                <a:gd name="T42" fmla="*/ 566 w 566"/>
                <a:gd name="T43" fmla="*/ 359 h 362"/>
                <a:gd name="T44" fmla="*/ 564 w 566"/>
                <a:gd name="T45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6" h="362">
                  <a:moveTo>
                    <a:pt x="564" y="362"/>
                  </a:moveTo>
                  <a:cubicBezTo>
                    <a:pt x="509" y="307"/>
                    <a:pt x="509" y="307"/>
                    <a:pt x="509" y="307"/>
                  </a:cubicBezTo>
                  <a:cubicBezTo>
                    <a:pt x="509" y="307"/>
                    <a:pt x="508" y="306"/>
                    <a:pt x="508" y="306"/>
                  </a:cubicBezTo>
                  <a:cubicBezTo>
                    <a:pt x="508" y="277"/>
                    <a:pt x="508" y="277"/>
                    <a:pt x="508" y="277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213" y="123"/>
                    <a:pt x="213" y="123"/>
                    <a:pt x="213" y="123"/>
                  </a:cubicBezTo>
                  <a:cubicBezTo>
                    <a:pt x="183" y="154"/>
                    <a:pt x="183" y="154"/>
                    <a:pt x="183" y="154"/>
                  </a:cubicBezTo>
                  <a:cubicBezTo>
                    <a:pt x="182" y="154"/>
                    <a:pt x="182" y="154"/>
                    <a:pt x="181" y="154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3" y="154"/>
                    <a:pt x="152" y="154"/>
                    <a:pt x="152" y="1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81" y="151"/>
                    <a:pt x="181" y="151"/>
                    <a:pt x="181" y="151"/>
                  </a:cubicBezTo>
                  <a:cubicBezTo>
                    <a:pt x="211" y="120"/>
                    <a:pt x="211" y="120"/>
                    <a:pt x="211" y="120"/>
                  </a:cubicBezTo>
                  <a:cubicBezTo>
                    <a:pt x="212" y="120"/>
                    <a:pt x="212" y="120"/>
                    <a:pt x="213" y="120"/>
                  </a:cubicBezTo>
                  <a:cubicBezTo>
                    <a:pt x="355" y="120"/>
                    <a:pt x="355" y="120"/>
                    <a:pt x="355" y="120"/>
                  </a:cubicBezTo>
                  <a:cubicBezTo>
                    <a:pt x="356" y="120"/>
                    <a:pt x="356" y="120"/>
                    <a:pt x="357" y="120"/>
                  </a:cubicBezTo>
                  <a:cubicBezTo>
                    <a:pt x="511" y="275"/>
                    <a:pt x="511" y="275"/>
                    <a:pt x="511" y="275"/>
                  </a:cubicBezTo>
                  <a:cubicBezTo>
                    <a:pt x="512" y="275"/>
                    <a:pt x="512" y="276"/>
                    <a:pt x="512" y="276"/>
                  </a:cubicBezTo>
                  <a:cubicBezTo>
                    <a:pt x="512" y="305"/>
                    <a:pt x="512" y="305"/>
                    <a:pt x="512" y="305"/>
                  </a:cubicBezTo>
                  <a:cubicBezTo>
                    <a:pt x="566" y="359"/>
                    <a:pt x="566" y="359"/>
                    <a:pt x="566" y="359"/>
                  </a:cubicBezTo>
                  <a:lnTo>
                    <a:pt x="564" y="3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8" name="Freeform 584"/>
            <p:cNvSpPr>
              <a:spLocks/>
            </p:cNvSpPr>
            <p:nvPr/>
          </p:nvSpPr>
          <p:spPr bwMode="auto">
            <a:xfrm flipV="1">
              <a:off x="-2741611" y="2754311"/>
              <a:ext cx="2071687" cy="1333500"/>
            </a:xfrm>
            <a:custGeom>
              <a:avLst/>
              <a:gdLst>
                <a:gd name="T0" fmla="*/ 552 w 552"/>
                <a:gd name="T1" fmla="*/ 355 h 355"/>
                <a:gd name="T2" fmla="*/ 549 w 552"/>
                <a:gd name="T3" fmla="*/ 355 h 355"/>
                <a:gd name="T4" fmla="*/ 549 w 552"/>
                <a:gd name="T5" fmla="*/ 337 h 355"/>
                <a:gd name="T6" fmla="*/ 360 w 552"/>
                <a:gd name="T7" fmla="*/ 148 h 355"/>
                <a:gd name="T8" fmla="*/ 211 w 552"/>
                <a:gd name="T9" fmla="*/ 148 h 355"/>
                <a:gd name="T10" fmla="*/ 195 w 552"/>
                <a:gd name="T11" fmla="*/ 164 h 355"/>
                <a:gd name="T12" fmla="*/ 193 w 552"/>
                <a:gd name="T13" fmla="*/ 165 h 355"/>
                <a:gd name="T14" fmla="*/ 163 w 552"/>
                <a:gd name="T15" fmla="*/ 165 h 355"/>
                <a:gd name="T16" fmla="*/ 162 w 552"/>
                <a:gd name="T17" fmla="*/ 164 h 355"/>
                <a:gd name="T18" fmla="*/ 0 w 552"/>
                <a:gd name="T19" fmla="*/ 2 h 355"/>
                <a:gd name="T20" fmla="*/ 3 w 552"/>
                <a:gd name="T21" fmla="*/ 0 h 355"/>
                <a:gd name="T22" fmla="*/ 164 w 552"/>
                <a:gd name="T23" fmla="*/ 161 h 355"/>
                <a:gd name="T24" fmla="*/ 193 w 552"/>
                <a:gd name="T25" fmla="*/ 161 h 355"/>
                <a:gd name="T26" fmla="*/ 209 w 552"/>
                <a:gd name="T27" fmla="*/ 145 h 355"/>
                <a:gd name="T28" fmla="*/ 210 w 552"/>
                <a:gd name="T29" fmla="*/ 145 h 355"/>
                <a:gd name="T30" fmla="*/ 361 w 552"/>
                <a:gd name="T31" fmla="*/ 145 h 355"/>
                <a:gd name="T32" fmla="*/ 362 w 552"/>
                <a:gd name="T33" fmla="*/ 145 h 355"/>
                <a:gd name="T34" fmla="*/ 552 w 552"/>
                <a:gd name="T35" fmla="*/ 335 h 355"/>
                <a:gd name="T36" fmla="*/ 552 w 552"/>
                <a:gd name="T37" fmla="*/ 336 h 355"/>
                <a:gd name="T38" fmla="*/ 552 w 552"/>
                <a:gd name="T39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2" h="355">
                  <a:moveTo>
                    <a:pt x="552" y="355"/>
                  </a:moveTo>
                  <a:cubicBezTo>
                    <a:pt x="549" y="355"/>
                    <a:pt x="549" y="355"/>
                    <a:pt x="549" y="355"/>
                  </a:cubicBezTo>
                  <a:cubicBezTo>
                    <a:pt x="549" y="337"/>
                    <a:pt x="549" y="337"/>
                    <a:pt x="549" y="337"/>
                  </a:cubicBezTo>
                  <a:cubicBezTo>
                    <a:pt x="360" y="148"/>
                    <a:pt x="360" y="148"/>
                    <a:pt x="360" y="148"/>
                  </a:cubicBezTo>
                  <a:cubicBezTo>
                    <a:pt x="211" y="148"/>
                    <a:pt x="211" y="148"/>
                    <a:pt x="211" y="148"/>
                  </a:cubicBezTo>
                  <a:cubicBezTo>
                    <a:pt x="195" y="164"/>
                    <a:pt x="195" y="164"/>
                    <a:pt x="195" y="164"/>
                  </a:cubicBezTo>
                  <a:cubicBezTo>
                    <a:pt x="194" y="164"/>
                    <a:pt x="194" y="165"/>
                    <a:pt x="193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3" y="165"/>
                    <a:pt x="162" y="164"/>
                    <a:pt x="162" y="16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64" y="161"/>
                    <a:pt x="164" y="161"/>
                    <a:pt x="164" y="161"/>
                  </a:cubicBezTo>
                  <a:cubicBezTo>
                    <a:pt x="193" y="161"/>
                    <a:pt x="193" y="161"/>
                    <a:pt x="193" y="161"/>
                  </a:cubicBezTo>
                  <a:cubicBezTo>
                    <a:pt x="209" y="145"/>
                    <a:pt x="209" y="145"/>
                    <a:pt x="209" y="145"/>
                  </a:cubicBezTo>
                  <a:cubicBezTo>
                    <a:pt x="209" y="145"/>
                    <a:pt x="210" y="145"/>
                    <a:pt x="210" y="145"/>
                  </a:cubicBezTo>
                  <a:cubicBezTo>
                    <a:pt x="361" y="145"/>
                    <a:pt x="361" y="145"/>
                    <a:pt x="361" y="145"/>
                  </a:cubicBezTo>
                  <a:cubicBezTo>
                    <a:pt x="361" y="145"/>
                    <a:pt x="362" y="145"/>
                    <a:pt x="362" y="145"/>
                  </a:cubicBezTo>
                  <a:cubicBezTo>
                    <a:pt x="552" y="335"/>
                    <a:pt x="552" y="335"/>
                    <a:pt x="552" y="335"/>
                  </a:cubicBezTo>
                  <a:cubicBezTo>
                    <a:pt x="552" y="335"/>
                    <a:pt x="552" y="336"/>
                    <a:pt x="552" y="336"/>
                  </a:cubicBezTo>
                  <a:lnTo>
                    <a:pt x="552" y="3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9" name="Freeform 801"/>
            <p:cNvSpPr>
              <a:spLocks noEditPoints="1"/>
            </p:cNvSpPr>
            <p:nvPr/>
          </p:nvSpPr>
          <p:spPr bwMode="auto">
            <a:xfrm flipV="1">
              <a:off x="1960564" y="6110285"/>
              <a:ext cx="98425" cy="90488"/>
            </a:xfrm>
            <a:custGeom>
              <a:avLst/>
              <a:gdLst>
                <a:gd name="T0" fmla="*/ 13 w 26"/>
                <a:gd name="T1" fmla="*/ 6 h 24"/>
                <a:gd name="T2" fmla="*/ 17 w 26"/>
                <a:gd name="T3" fmla="*/ 8 h 24"/>
                <a:gd name="T4" fmla="*/ 17 w 26"/>
                <a:gd name="T5" fmla="*/ 17 h 24"/>
                <a:gd name="T6" fmla="*/ 13 w 26"/>
                <a:gd name="T7" fmla="*/ 18 h 24"/>
                <a:gd name="T8" fmla="*/ 9 w 26"/>
                <a:gd name="T9" fmla="*/ 17 h 24"/>
                <a:gd name="T10" fmla="*/ 9 w 26"/>
                <a:gd name="T11" fmla="*/ 8 h 24"/>
                <a:gd name="T12" fmla="*/ 13 w 26"/>
                <a:gd name="T13" fmla="*/ 6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2 w 26"/>
                <a:gd name="T23" fmla="*/ 21 h 24"/>
                <a:gd name="T24" fmla="*/ 22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8"/>
                    <a:pt x="13" y="18"/>
                  </a:cubicBezTo>
                  <a:cubicBezTo>
                    <a:pt x="11" y="18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1"/>
                    <a:pt x="4" y="4"/>
                  </a:cubicBezTo>
                  <a:cubicBezTo>
                    <a:pt x="0" y="8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2" y="21"/>
                  </a:cubicBezTo>
                  <a:cubicBezTo>
                    <a:pt x="26" y="16"/>
                    <a:pt x="26" y="8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" name="Freeform 802"/>
            <p:cNvSpPr>
              <a:spLocks noEditPoints="1"/>
            </p:cNvSpPr>
            <p:nvPr/>
          </p:nvSpPr>
          <p:spPr bwMode="auto">
            <a:xfrm flipV="1">
              <a:off x="2609852" y="5637210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7 w 26"/>
                <a:gd name="T3" fmla="*/ 8 h 25"/>
                <a:gd name="T4" fmla="*/ 17 w 26"/>
                <a:gd name="T5" fmla="*/ 17 h 25"/>
                <a:gd name="T6" fmla="*/ 13 w 26"/>
                <a:gd name="T7" fmla="*/ 19 h 25"/>
                <a:gd name="T8" fmla="*/ 9 w 26"/>
                <a:gd name="T9" fmla="*/ 17 h 25"/>
                <a:gd name="T10" fmla="*/ 9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4 w 26"/>
                <a:gd name="T17" fmla="*/ 4 h 25"/>
                <a:gd name="T18" fmla="*/ 4 w 26"/>
                <a:gd name="T19" fmla="*/ 21 h 25"/>
                <a:gd name="T20" fmla="*/ 13 w 26"/>
                <a:gd name="T21" fmla="*/ 25 h 25"/>
                <a:gd name="T22" fmla="*/ 22 w 26"/>
                <a:gd name="T23" fmla="*/ 21 h 25"/>
                <a:gd name="T24" fmla="*/ 22 w 26"/>
                <a:gd name="T25" fmla="*/ 4 h 25"/>
                <a:gd name="T26" fmla="*/ 13 w 26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9"/>
                    <a:pt x="13" y="19"/>
                  </a:cubicBezTo>
                  <a:cubicBezTo>
                    <a:pt x="11" y="19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6" y="25"/>
                    <a:pt x="19" y="23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1" name="Freeform 804"/>
            <p:cNvSpPr>
              <a:spLocks noEditPoints="1"/>
            </p:cNvSpPr>
            <p:nvPr/>
          </p:nvSpPr>
          <p:spPr bwMode="auto">
            <a:xfrm flipV="1">
              <a:off x="2191985" y="3470273"/>
              <a:ext cx="101600" cy="90488"/>
            </a:xfrm>
            <a:custGeom>
              <a:avLst/>
              <a:gdLst>
                <a:gd name="T0" fmla="*/ 14 w 27"/>
                <a:gd name="T1" fmla="*/ 6 h 24"/>
                <a:gd name="T2" fmla="*/ 18 w 27"/>
                <a:gd name="T3" fmla="*/ 8 h 24"/>
                <a:gd name="T4" fmla="*/ 18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8 h 24"/>
                <a:gd name="T12" fmla="*/ 14 w 27"/>
                <a:gd name="T13" fmla="*/ 6 h 24"/>
                <a:gd name="T14" fmla="*/ 14 w 27"/>
                <a:gd name="T15" fmla="*/ 0 h 24"/>
                <a:gd name="T16" fmla="*/ 5 w 27"/>
                <a:gd name="T17" fmla="*/ 3 h 24"/>
                <a:gd name="T18" fmla="*/ 5 w 27"/>
                <a:gd name="T19" fmla="*/ 21 h 24"/>
                <a:gd name="T20" fmla="*/ 14 w 27"/>
                <a:gd name="T21" fmla="*/ 24 h 24"/>
                <a:gd name="T22" fmla="*/ 22 w 27"/>
                <a:gd name="T23" fmla="*/ 21 h 24"/>
                <a:gd name="T24" fmla="*/ 22 w 27"/>
                <a:gd name="T25" fmla="*/ 3 h 24"/>
                <a:gd name="T26" fmla="*/ 14 w 27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4">
                  <a:moveTo>
                    <a:pt x="14" y="6"/>
                  </a:moveTo>
                  <a:cubicBezTo>
                    <a:pt x="15" y="6"/>
                    <a:pt x="17" y="6"/>
                    <a:pt x="18" y="8"/>
                  </a:cubicBezTo>
                  <a:cubicBezTo>
                    <a:pt x="20" y="10"/>
                    <a:pt x="20" y="14"/>
                    <a:pt x="18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7" y="14"/>
                    <a:pt x="7" y="10"/>
                    <a:pt x="9" y="8"/>
                  </a:cubicBezTo>
                  <a:cubicBezTo>
                    <a:pt x="10" y="6"/>
                    <a:pt x="12" y="6"/>
                    <a:pt x="14" y="6"/>
                  </a:cubicBezTo>
                  <a:close/>
                  <a:moveTo>
                    <a:pt x="14" y="0"/>
                  </a:move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4"/>
                    <a:pt x="14" y="24"/>
                  </a:cubicBezTo>
                  <a:cubicBezTo>
                    <a:pt x="17" y="24"/>
                    <a:pt x="20" y="23"/>
                    <a:pt x="22" y="21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2" name="任意多边形 1579"/>
            <p:cNvSpPr>
              <a:spLocks/>
            </p:cNvSpPr>
            <p:nvPr/>
          </p:nvSpPr>
          <p:spPr bwMode="auto">
            <a:xfrm flipV="1">
              <a:off x="3314562" y="4770340"/>
              <a:ext cx="3033852" cy="2698846"/>
            </a:xfrm>
            <a:custGeom>
              <a:avLst/>
              <a:gdLst>
                <a:gd name="connsiteX0" fmla="*/ 17697 w 3033852"/>
                <a:gd name="connsiteY0" fmla="*/ 2698846 h 2698846"/>
                <a:gd name="connsiteX1" fmla="*/ 114308 w 3033852"/>
                <a:gd name="connsiteY1" fmla="*/ 2602405 h 2698846"/>
                <a:gd name="connsiteX2" fmla="*/ 1206037 w 3033852"/>
                <a:gd name="connsiteY2" fmla="*/ 1512600 h 2698846"/>
                <a:gd name="connsiteX3" fmla="*/ 1382438 w 3033852"/>
                <a:gd name="connsiteY3" fmla="*/ 1512600 h 2698846"/>
                <a:gd name="connsiteX4" fmla="*/ 1393698 w 3033852"/>
                <a:gd name="connsiteY4" fmla="*/ 1508846 h 2698846"/>
                <a:gd name="connsiteX5" fmla="*/ 1926654 w 3033852"/>
                <a:gd name="connsiteY5" fmla="*/ 972118 h 2698846"/>
                <a:gd name="connsiteX6" fmla="*/ 2076783 w 3033852"/>
                <a:gd name="connsiteY6" fmla="*/ 972118 h 2698846"/>
                <a:gd name="connsiteX7" fmla="*/ 2084289 w 3033852"/>
                <a:gd name="connsiteY7" fmla="*/ 968364 h 2698846"/>
                <a:gd name="connsiteX8" fmla="*/ 3033852 w 3033852"/>
                <a:gd name="connsiteY8" fmla="*/ 18767 h 2698846"/>
                <a:gd name="connsiteX9" fmla="*/ 3015086 w 3033852"/>
                <a:gd name="connsiteY9" fmla="*/ 0 h 2698846"/>
                <a:gd name="connsiteX10" fmla="*/ 2069277 w 3033852"/>
                <a:gd name="connsiteY10" fmla="*/ 945844 h 2698846"/>
                <a:gd name="connsiteX11" fmla="*/ 1922901 w 3033852"/>
                <a:gd name="connsiteY11" fmla="*/ 945844 h 2698846"/>
                <a:gd name="connsiteX12" fmla="*/ 1911641 w 3033852"/>
                <a:gd name="connsiteY12" fmla="*/ 949597 h 2698846"/>
                <a:gd name="connsiteX13" fmla="*/ 1378685 w 3033852"/>
                <a:gd name="connsiteY13" fmla="*/ 1486326 h 2698846"/>
                <a:gd name="connsiteX14" fmla="*/ 1198531 w 3033852"/>
                <a:gd name="connsiteY14" fmla="*/ 1486326 h 2698846"/>
                <a:gd name="connsiteX15" fmla="*/ 1191025 w 3033852"/>
                <a:gd name="connsiteY15" fmla="*/ 1490080 h 2698846"/>
                <a:gd name="connsiteX16" fmla="*/ 67694 w 3033852"/>
                <a:gd name="connsiteY16" fmla="*/ 2613451 h 2698846"/>
                <a:gd name="connsiteX17" fmla="*/ 0 w 3033852"/>
                <a:gd name="connsiteY17" fmla="*/ 2681148 h 269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33852" h="2698846">
                  <a:moveTo>
                    <a:pt x="17697" y="2698846"/>
                  </a:moveTo>
                  <a:lnTo>
                    <a:pt x="114308" y="2602405"/>
                  </a:lnTo>
                  <a:cubicBezTo>
                    <a:pt x="392924" y="2324280"/>
                    <a:pt x="749553" y="1968280"/>
                    <a:pt x="1206037" y="1512600"/>
                  </a:cubicBezTo>
                  <a:cubicBezTo>
                    <a:pt x="1206037" y="1512600"/>
                    <a:pt x="1206037" y="1512600"/>
                    <a:pt x="1382438" y="1512600"/>
                  </a:cubicBezTo>
                  <a:cubicBezTo>
                    <a:pt x="1386192" y="1512600"/>
                    <a:pt x="1389945" y="1508846"/>
                    <a:pt x="1393698" y="1508846"/>
                  </a:cubicBezTo>
                  <a:cubicBezTo>
                    <a:pt x="1393698" y="1508846"/>
                    <a:pt x="1393698" y="1508846"/>
                    <a:pt x="1926654" y="972118"/>
                  </a:cubicBezTo>
                  <a:cubicBezTo>
                    <a:pt x="1926654" y="972118"/>
                    <a:pt x="1926654" y="972118"/>
                    <a:pt x="2076783" y="972118"/>
                  </a:cubicBezTo>
                  <a:cubicBezTo>
                    <a:pt x="2076783" y="972118"/>
                    <a:pt x="2080536" y="972118"/>
                    <a:pt x="2084289" y="968364"/>
                  </a:cubicBezTo>
                  <a:cubicBezTo>
                    <a:pt x="2084289" y="968364"/>
                    <a:pt x="2084289" y="968364"/>
                    <a:pt x="3033852" y="18767"/>
                  </a:cubicBezTo>
                  <a:cubicBezTo>
                    <a:pt x="3033852" y="18767"/>
                    <a:pt x="3033852" y="18767"/>
                    <a:pt x="3015086" y="0"/>
                  </a:cubicBezTo>
                  <a:cubicBezTo>
                    <a:pt x="3015086" y="0"/>
                    <a:pt x="3015086" y="0"/>
                    <a:pt x="2069277" y="945844"/>
                  </a:cubicBezTo>
                  <a:cubicBezTo>
                    <a:pt x="2069277" y="945844"/>
                    <a:pt x="2069277" y="945844"/>
                    <a:pt x="1922901" y="945844"/>
                  </a:cubicBezTo>
                  <a:cubicBezTo>
                    <a:pt x="1919148" y="945844"/>
                    <a:pt x="1915395" y="949597"/>
                    <a:pt x="1911641" y="949597"/>
                  </a:cubicBezTo>
                  <a:cubicBezTo>
                    <a:pt x="1911641" y="949597"/>
                    <a:pt x="1911641" y="949597"/>
                    <a:pt x="1378685" y="1486326"/>
                  </a:cubicBezTo>
                  <a:cubicBezTo>
                    <a:pt x="1378685" y="1486326"/>
                    <a:pt x="1378685" y="1486326"/>
                    <a:pt x="1198531" y="1486326"/>
                  </a:cubicBezTo>
                  <a:cubicBezTo>
                    <a:pt x="1194778" y="1486326"/>
                    <a:pt x="1191025" y="1486326"/>
                    <a:pt x="1191025" y="1490080"/>
                  </a:cubicBezTo>
                  <a:cubicBezTo>
                    <a:pt x="1191025" y="1490080"/>
                    <a:pt x="1191025" y="1490080"/>
                    <a:pt x="67694" y="2613451"/>
                  </a:cubicBezTo>
                  <a:lnTo>
                    <a:pt x="0" y="268114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3" name="任意多边形 1536"/>
            <p:cNvSpPr>
              <a:spLocks/>
            </p:cNvSpPr>
            <p:nvPr/>
          </p:nvSpPr>
          <p:spPr bwMode="auto">
            <a:xfrm flipV="1">
              <a:off x="2328508" y="3317874"/>
              <a:ext cx="663931" cy="2341563"/>
            </a:xfrm>
            <a:custGeom>
              <a:avLst/>
              <a:gdLst>
                <a:gd name="connsiteX0" fmla="*/ 0 w 663931"/>
                <a:gd name="connsiteY0" fmla="*/ 2341563 h 2341563"/>
                <a:gd name="connsiteX1" fmla="*/ 18755 w 663931"/>
                <a:gd name="connsiteY1" fmla="*/ 2341563 h 2341563"/>
                <a:gd name="connsiteX2" fmla="*/ 18755 w 663931"/>
                <a:gd name="connsiteY2" fmla="*/ 2312254 h 2341563"/>
                <a:gd name="connsiteX3" fmla="*/ 18755 w 663931"/>
                <a:gd name="connsiteY3" fmla="*/ 1756289 h 2341563"/>
                <a:gd name="connsiteX4" fmla="*/ 660180 w 663931"/>
                <a:gd name="connsiteY4" fmla="*/ 1114568 h 2341563"/>
                <a:gd name="connsiteX5" fmla="*/ 663931 w 663931"/>
                <a:gd name="connsiteY5" fmla="*/ 1107063 h 2341563"/>
                <a:gd name="connsiteX6" fmla="*/ 663931 w 663931"/>
                <a:gd name="connsiteY6" fmla="*/ 476600 h 2341563"/>
                <a:gd name="connsiteX7" fmla="*/ 660180 w 663931"/>
                <a:gd name="connsiteY7" fmla="*/ 469095 h 2341563"/>
                <a:gd name="connsiteX8" fmla="*/ 337592 w 663931"/>
                <a:gd name="connsiteY8" fmla="*/ 146358 h 2341563"/>
                <a:gd name="connsiteX9" fmla="*/ 337592 w 663931"/>
                <a:gd name="connsiteY9" fmla="*/ 0 h 2341563"/>
                <a:gd name="connsiteX10" fmla="*/ 315086 w 663931"/>
                <a:gd name="connsiteY10" fmla="*/ 0 h 2341563"/>
                <a:gd name="connsiteX11" fmla="*/ 315086 w 663931"/>
                <a:gd name="connsiteY11" fmla="*/ 150110 h 2341563"/>
                <a:gd name="connsiteX12" fmla="*/ 318837 w 663931"/>
                <a:gd name="connsiteY12" fmla="*/ 157616 h 2341563"/>
                <a:gd name="connsiteX13" fmla="*/ 641425 w 663931"/>
                <a:gd name="connsiteY13" fmla="*/ 480353 h 2341563"/>
                <a:gd name="connsiteX14" fmla="*/ 641425 w 663931"/>
                <a:gd name="connsiteY14" fmla="*/ 1103310 h 2341563"/>
                <a:gd name="connsiteX15" fmla="*/ 0 w 663931"/>
                <a:gd name="connsiteY15" fmla="*/ 1741278 h 2341563"/>
                <a:gd name="connsiteX16" fmla="*/ 0 w 663931"/>
                <a:gd name="connsiteY16" fmla="*/ 1748784 h 2341563"/>
                <a:gd name="connsiteX17" fmla="*/ 0 w 663931"/>
                <a:gd name="connsiteY17" fmla="*/ 2244052 h 234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3931" h="2341563">
                  <a:moveTo>
                    <a:pt x="0" y="2341563"/>
                  </a:moveTo>
                  <a:lnTo>
                    <a:pt x="18755" y="2341563"/>
                  </a:lnTo>
                  <a:lnTo>
                    <a:pt x="18755" y="2312254"/>
                  </a:lnTo>
                  <a:cubicBezTo>
                    <a:pt x="18755" y="2204509"/>
                    <a:pt x="18755" y="2032117"/>
                    <a:pt x="18755" y="1756289"/>
                  </a:cubicBezTo>
                  <a:cubicBezTo>
                    <a:pt x="18755" y="1756289"/>
                    <a:pt x="18755" y="1756289"/>
                    <a:pt x="660180" y="1114568"/>
                  </a:cubicBezTo>
                  <a:cubicBezTo>
                    <a:pt x="663931" y="1110816"/>
                    <a:pt x="663931" y="1110816"/>
                    <a:pt x="663931" y="1107063"/>
                  </a:cubicBezTo>
                  <a:cubicBezTo>
                    <a:pt x="663931" y="1107063"/>
                    <a:pt x="663931" y="1107063"/>
                    <a:pt x="663931" y="476600"/>
                  </a:cubicBezTo>
                  <a:cubicBezTo>
                    <a:pt x="663931" y="472847"/>
                    <a:pt x="663931" y="469095"/>
                    <a:pt x="660180" y="469095"/>
                  </a:cubicBezTo>
                  <a:cubicBezTo>
                    <a:pt x="660180" y="469095"/>
                    <a:pt x="660180" y="469095"/>
                    <a:pt x="337592" y="146358"/>
                  </a:cubicBezTo>
                  <a:cubicBezTo>
                    <a:pt x="337592" y="146358"/>
                    <a:pt x="337592" y="146358"/>
                    <a:pt x="337592" y="0"/>
                  </a:cubicBezTo>
                  <a:cubicBezTo>
                    <a:pt x="337592" y="0"/>
                    <a:pt x="337592" y="0"/>
                    <a:pt x="315086" y="0"/>
                  </a:cubicBezTo>
                  <a:cubicBezTo>
                    <a:pt x="315086" y="0"/>
                    <a:pt x="315086" y="0"/>
                    <a:pt x="315086" y="150110"/>
                  </a:cubicBezTo>
                  <a:cubicBezTo>
                    <a:pt x="315086" y="153863"/>
                    <a:pt x="318837" y="157616"/>
                    <a:pt x="318837" y="157616"/>
                  </a:cubicBezTo>
                  <a:cubicBezTo>
                    <a:pt x="318837" y="157616"/>
                    <a:pt x="318837" y="157616"/>
                    <a:pt x="641425" y="480353"/>
                  </a:cubicBezTo>
                  <a:cubicBezTo>
                    <a:pt x="641425" y="480353"/>
                    <a:pt x="641425" y="480353"/>
                    <a:pt x="641425" y="1103310"/>
                  </a:cubicBezTo>
                  <a:cubicBezTo>
                    <a:pt x="641425" y="1103310"/>
                    <a:pt x="641425" y="1103310"/>
                    <a:pt x="0" y="1741278"/>
                  </a:cubicBezTo>
                  <a:cubicBezTo>
                    <a:pt x="0" y="1745031"/>
                    <a:pt x="0" y="1748784"/>
                    <a:pt x="0" y="1748784"/>
                  </a:cubicBezTo>
                  <a:cubicBezTo>
                    <a:pt x="0" y="1748784"/>
                    <a:pt x="0" y="1748784"/>
                    <a:pt x="0" y="224405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4" name="任意多边形 1539"/>
            <p:cNvSpPr>
              <a:spLocks/>
            </p:cNvSpPr>
            <p:nvPr/>
          </p:nvSpPr>
          <p:spPr bwMode="auto">
            <a:xfrm flipV="1">
              <a:off x="1998243" y="3553617"/>
              <a:ext cx="886246" cy="2578894"/>
            </a:xfrm>
            <a:custGeom>
              <a:avLst/>
              <a:gdLst>
                <a:gd name="connsiteX0" fmla="*/ 232828 w 886246"/>
                <a:gd name="connsiteY0" fmla="*/ 2578894 h 2578894"/>
                <a:gd name="connsiteX1" fmla="*/ 255359 w 886246"/>
                <a:gd name="connsiteY1" fmla="*/ 2578894 h 2578894"/>
                <a:gd name="connsiteX2" fmla="*/ 255359 w 886246"/>
                <a:gd name="connsiteY2" fmla="*/ 2434465 h 2578894"/>
                <a:gd name="connsiteX3" fmla="*/ 255359 w 886246"/>
                <a:gd name="connsiteY3" fmla="*/ 2187952 h 2578894"/>
                <a:gd name="connsiteX4" fmla="*/ 882491 w 886246"/>
                <a:gd name="connsiteY4" fmla="*/ 1557462 h 2578894"/>
                <a:gd name="connsiteX5" fmla="*/ 886246 w 886246"/>
                <a:gd name="connsiteY5" fmla="*/ 1549956 h 2578894"/>
                <a:gd name="connsiteX6" fmla="*/ 886246 w 886246"/>
                <a:gd name="connsiteY6" fmla="*/ 1013288 h 2578894"/>
                <a:gd name="connsiteX7" fmla="*/ 882491 w 886246"/>
                <a:gd name="connsiteY7" fmla="*/ 1005783 h 2578894"/>
                <a:gd name="connsiteX8" fmla="*/ 22532 w 886246"/>
                <a:gd name="connsiteY8" fmla="*/ 142611 h 2578894"/>
                <a:gd name="connsiteX9" fmla="*/ 22532 w 886246"/>
                <a:gd name="connsiteY9" fmla="*/ 0 h 2578894"/>
                <a:gd name="connsiteX10" fmla="*/ 0 w 886246"/>
                <a:gd name="connsiteY10" fmla="*/ 0 h 2578894"/>
                <a:gd name="connsiteX11" fmla="*/ 0 w 886246"/>
                <a:gd name="connsiteY11" fmla="*/ 146364 h 2578894"/>
                <a:gd name="connsiteX12" fmla="*/ 3756 w 886246"/>
                <a:gd name="connsiteY12" fmla="*/ 153870 h 2578894"/>
                <a:gd name="connsiteX13" fmla="*/ 863715 w 886246"/>
                <a:gd name="connsiteY13" fmla="*/ 1017041 h 2578894"/>
                <a:gd name="connsiteX14" fmla="*/ 863715 w 886246"/>
                <a:gd name="connsiteY14" fmla="*/ 1546203 h 2578894"/>
                <a:gd name="connsiteX15" fmla="*/ 236583 w 886246"/>
                <a:gd name="connsiteY15" fmla="*/ 2176693 h 2578894"/>
                <a:gd name="connsiteX16" fmla="*/ 232828 w 886246"/>
                <a:gd name="connsiteY16" fmla="*/ 2184199 h 2578894"/>
                <a:gd name="connsiteX17" fmla="*/ 232828 w 886246"/>
                <a:gd name="connsiteY17" fmla="*/ 2517689 h 257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86246" h="2578894">
                  <a:moveTo>
                    <a:pt x="232828" y="2578894"/>
                  </a:moveTo>
                  <a:lnTo>
                    <a:pt x="255359" y="2578894"/>
                  </a:lnTo>
                  <a:lnTo>
                    <a:pt x="255359" y="2434465"/>
                  </a:lnTo>
                  <a:cubicBezTo>
                    <a:pt x="255359" y="2362991"/>
                    <a:pt x="255359" y="2281306"/>
                    <a:pt x="255359" y="2187952"/>
                  </a:cubicBezTo>
                  <a:cubicBezTo>
                    <a:pt x="255359" y="2187952"/>
                    <a:pt x="255359" y="2187952"/>
                    <a:pt x="882491" y="1557462"/>
                  </a:cubicBezTo>
                  <a:cubicBezTo>
                    <a:pt x="886246" y="1557462"/>
                    <a:pt x="886246" y="1553709"/>
                    <a:pt x="886246" y="1549956"/>
                  </a:cubicBezTo>
                  <a:cubicBezTo>
                    <a:pt x="886246" y="1549956"/>
                    <a:pt x="886246" y="1549956"/>
                    <a:pt x="886246" y="1013288"/>
                  </a:cubicBezTo>
                  <a:cubicBezTo>
                    <a:pt x="886246" y="1009536"/>
                    <a:pt x="886246" y="1005783"/>
                    <a:pt x="882491" y="1005783"/>
                  </a:cubicBezTo>
                  <a:cubicBezTo>
                    <a:pt x="882491" y="1005783"/>
                    <a:pt x="882491" y="1005783"/>
                    <a:pt x="22532" y="142611"/>
                  </a:cubicBezTo>
                  <a:cubicBezTo>
                    <a:pt x="22532" y="142611"/>
                    <a:pt x="22532" y="142611"/>
                    <a:pt x="22532" y="0"/>
                  </a:cubicBezTo>
                  <a:cubicBezTo>
                    <a:pt x="22532" y="0"/>
                    <a:pt x="22532" y="0"/>
                    <a:pt x="0" y="0"/>
                  </a:cubicBezTo>
                  <a:cubicBezTo>
                    <a:pt x="0" y="0"/>
                    <a:pt x="0" y="0"/>
                    <a:pt x="0" y="146364"/>
                  </a:cubicBezTo>
                  <a:cubicBezTo>
                    <a:pt x="0" y="150117"/>
                    <a:pt x="0" y="153870"/>
                    <a:pt x="3756" y="153870"/>
                  </a:cubicBezTo>
                  <a:cubicBezTo>
                    <a:pt x="3756" y="153870"/>
                    <a:pt x="3756" y="153870"/>
                    <a:pt x="863715" y="1017041"/>
                  </a:cubicBezTo>
                  <a:cubicBezTo>
                    <a:pt x="863715" y="1017041"/>
                    <a:pt x="863715" y="1017041"/>
                    <a:pt x="863715" y="1546203"/>
                  </a:cubicBezTo>
                  <a:cubicBezTo>
                    <a:pt x="863715" y="1546203"/>
                    <a:pt x="863715" y="1546203"/>
                    <a:pt x="236583" y="2176693"/>
                  </a:cubicBezTo>
                  <a:cubicBezTo>
                    <a:pt x="232828" y="2176693"/>
                    <a:pt x="232828" y="2180446"/>
                    <a:pt x="232828" y="2184199"/>
                  </a:cubicBezTo>
                  <a:cubicBezTo>
                    <a:pt x="232828" y="2184199"/>
                    <a:pt x="232828" y="2184199"/>
                    <a:pt x="232828" y="251768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5" name="椭圆 1537"/>
            <p:cNvSpPr>
              <a:spLocks noChangeAspect="1"/>
            </p:cNvSpPr>
            <p:nvPr/>
          </p:nvSpPr>
          <p:spPr>
            <a:xfrm>
              <a:off x="2295590" y="3240505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solidFill>
                <a:srgbClr val="4D4D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56" name="椭圆 1540"/>
            <p:cNvSpPr>
              <a:spLocks noChangeAspect="1"/>
            </p:cNvSpPr>
            <p:nvPr/>
          </p:nvSpPr>
          <p:spPr>
            <a:xfrm>
              <a:off x="3254922" y="471169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57" name="椭圆 1541"/>
            <p:cNvSpPr>
              <a:spLocks noChangeAspect="1"/>
            </p:cNvSpPr>
            <p:nvPr/>
          </p:nvSpPr>
          <p:spPr>
            <a:xfrm>
              <a:off x="3495552" y="544896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58" name="椭圆 1542"/>
            <p:cNvSpPr/>
            <p:nvPr/>
          </p:nvSpPr>
          <p:spPr>
            <a:xfrm>
              <a:off x="2318942" y="4220764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59" name="椭圆 1543"/>
            <p:cNvSpPr/>
            <p:nvPr/>
          </p:nvSpPr>
          <p:spPr>
            <a:xfrm>
              <a:off x="1061246" y="29114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0" name="椭圆 1544"/>
            <p:cNvSpPr/>
            <p:nvPr/>
          </p:nvSpPr>
          <p:spPr>
            <a:xfrm>
              <a:off x="1049339" y="328929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1" name="椭圆 1545"/>
            <p:cNvSpPr/>
            <p:nvPr/>
          </p:nvSpPr>
          <p:spPr>
            <a:xfrm>
              <a:off x="680641" y="291345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2" name="椭圆 1546"/>
            <p:cNvSpPr/>
            <p:nvPr/>
          </p:nvSpPr>
          <p:spPr>
            <a:xfrm>
              <a:off x="305992" y="254833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3" name="椭圆 1547"/>
            <p:cNvSpPr/>
            <p:nvPr/>
          </p:nvSpPr>
          <p:spPr>
            <a:xfrm>
              <a:off x="1575198" y="382468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4" name="椭圆 1548"/>
            <p:cNvSpPr/>
            <p:nvPr/>
          </p:nvSpPr>
          <p:spPr>
            <a:xfrm>
              <a:off x="2307036" y="4965299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5" name="椭圆 1549"/>
            <p:cNvSpPr/>
            <p:nvPr/>
          </p:nvSpPr>
          <p:spPr>
            <a:xfrm>
              <a:off x="2694385" y="4996257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6" name="椭圆 1550"/>
            <p:cNvSpPr/>
            <p:nvPr/>
          </p:nvSpPr>
          <p:spPr>
            <a:xfrm>
              <a:off x="2940448" y="564713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7" name="椭圆 1551"/>
            <p:cNvSpPr>
              <a:spLocks noChangeAspect="1"/>
            </p:cNvSpPr>
            <p:nvPr/>
          </p:nvSpPr>
          <p:spPr>
            <a:xfrm>
              <a:off x="3840832" y="5817204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8" name="椭圆 1552"/>
            <p:cNvSpPr/>
            <p:nvPr/>
          </p:nvSpPr>
          <p:spPr>
            <a:xfrm>
              <a:off x="4421585" y="6393258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9" name="椭圆 1553"/>
            <p:cNvSpPr/>
            <p:nvPr/>
          </p:nvSpPr>
          <p:spPr>
            <a:xfrm>
              <a:off x="3898504" y="65690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70" name="椭圆 1554"/>
            <p:cNvSpPr/>
            <p:nvPr/>
          </p:nvSpPr>
          <p:spPr>
            <a:xfrm>
              <a:off x="5148660" y="6750445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917398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059296"/>
            <a:ext cx="8597735" cy="5798703"/>
          </a:xfrm>
          <a:prstGeom prst="rect">
            <a:avLst/>
          </a:prstGeom>
        </p:spPr>
      </p:pic>
      <p:grpSp>
        <p:nvGrpSpPr>
          <p:cNvPr id="3" name="组合 4"/>
          <p:cNvGrpSpPr/>
          <p:nvPr/>
        </p:nvGrpSpPr>
        <p:grpSpPr>
          <a:xfrm>
            <a:off x="0" y="606431"/>
            <a:ext cx="3395006" cy="431295"/>
            <a:chOff x="-22274" y="526055"/>
            <a:chExt cx="3395006" cy="431295"/>
          </a:xfrm>
        </p:grpSpPr>
        <p:grpSp>
          <p:nvGrpSpPr>
            <p:cNvPr id="4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9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4" name="文本框 6"/>
          <p:cNvSpPr txBox="1"/>
          <p:nvPr/>
        </p:nvSpPr>
        <p:spPr>
          <a:xfrm>
            <a:off x="499160" y="113018"/>
            <a:ext cx="6027997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VDSAT </a:t>
            </a:r>
            <a:r>
              <a:rPr lang="en-US" altLang="zh-CN" sz="2600" b="1" dirty="0" err="1">
                <a:solidFill>
                  <a:prstClr val="black"/>
                </a:solidFill>
                <a:ea typeface="方正清刻本悦宋简体" panose="02000000000000000000" pitchFamily="2" charset="-122"/>
              </a:rPr>
              <a:t>vs</a:t>
            </a:r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 GM/ID for NMOS input pair 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7573195-A27E-0EF4-FFC7-956BC6760CEA}"/>
              </a:ext>
            </a:extLst>
          </p:cNvPr>
          <p:cNvGrpSpPr/>
          <p:nvPr/>
        </p:nvGrpSpPr>
        <p:grpSpPr>
          <a:xfrm>
            <a:off x="8822518" y="1896735"/>
            <a:ext cx="3147273" cy="4123823"/>
            <a:chOff x="1637956" y="2031999"/>
            <a:chExt cx="3147273" cy="4123823"/>
          </a:xfrm>
        </p:grpSpPr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C997AD2-E8FA-0EF2-6995-4BAC4E5C5E4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28889" y="4365560"/>
              <a:ext cx="156340" cy="0"/>
            </a:xfrm>
            <a:prstGeom prst="lin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B7521034-C773-E894-56C9-6F2707016618}"/>
                </a:ext>
              </a:extLst>
            </p:cNvPr>
            <p:cNvGrpSpPr/>
            <p:nvPr/>
          </p:nvGrpSpPr>
          <p:grpSpPr>
            <a:xfrm>
              <a:off x="1743273" y="4310054"/>
              <a:ext cx="194484" cy="152992"/>
              <a:chOff x="6698562" y="3393669"/>
              <a:chExt cx="307294" cy="280878"/>
            </a:xfrm>
          </p:grpSpPr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EC6BE468-35D2-EC13-F2FE-D6CF8FA3CAE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98562" y="3522147"/>
                <a:ext cx="307294" cy="0"/>
              </a:xfrm>
              <a:prstGeom prst="lin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D81051A8-169A-1D63-FBF2-15312B0015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50962" y="3393669"/>
                <a:ext cx="1247" cy="280878"/>
              </a:xfrm>
              <a:prstGeom prst="lin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D37EC87D-44FB-CCA8-CF89-F4AC921533F8}"/>
                </a:ext>
              </a:extLst>
            </p:cNvPr>
            <p:cNvGrpSpPr/>
            <p:nvPr/>
          </p:nvGrpSpPr>
          <p:grpSpPr>
            <a:xfrm>
              <a:off x="3111090" y="5998261"/>
              <a:ext cx="344510" cy="157561"/>
              <a:chOff x="7382434" y="6021460"/>
              <a:chExt cx="368799" cy="172385"/>
            </a:xfrm>
          </p:grpSpPr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2EA48502-451E-5295-C4E9-DA18FF14CB1C}"/>
                  </a:ext>
                </a:extLst>
              </p:cNvPr>
              <p:cNvCxnSpPr/>
              <p:nvPr/>
            </p:nvCxnSpPr>
            <p:spPr>
              <a:xfrm>
                <a:off x="7455076" y="6107652"/>
                <a:ext cx="234690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30A1F2DC-259F-71C4-C213-4545C66237EF}"/>
                  </a:ext>
                </a:extLst>
              </p:cNvPr>
              <p:cNvCxnSpPr/>
              <p:nvPr/>
            </p:nvCxnSpPr>
            <p:spPr>
              <a:xfrm>
                <a:off x="7522131" y="6193845"/>
                <a:ext cx="111757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7D8D053A-03B4-CF48-7429-D2BFD760D927}"/>
                  </a:ext>
                </a:extLst>
              </p:cNvPr>
              <p:cNvCxnSpPr/>
              <p:nvPr/>
            </p:nvCxnSpPr>
            <p:spPr>
              <a:xfrm>
                <a:off x="7382434" y="6021460"/>
                <a:ext cx="368799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3BDD8F72-90D6-7F85-573E-97B71BEB0797}"/>
                </a:ext>
              </a:extLst>
            </p:cNvPr>
            <p:cNvGrpSpPr/>
            <p:nvPr/>
          </p:nvGrpSpPr>
          <p:grpSpPr>
            <a:xfrm flipH="1">
              <a:off x="3178948" y="2031999"/>
              <a:ext cx="229178" cy="272239"/>
              <a:chOff x="6184900" y="454026"/>
              <a:chExt cx="266700" cy="441324"/>
            </a:xfrm>
          </p:grpSpPr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83E27425-F5E7-8750-FE8F-4386CAE20299}"/>
                  </a:ext>
                </a:extLst>
              </p:cNvPr>
              <p:cNvCxnSpPr/>
              <p:nvPr/>
            </p:nvCxnSpPr>
            <p:spPr>
              <a:xfrm flipV="1">
                <a:off x="6318250" y="685800"/>
                <a:ext cx="0" cy="20955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Isosceles Triangle 68">
                <a:extLst>
                  <a:ext uri="{FF2B5EF4-FFF2-40B4-BE49-F238E27FC236}">
                    <a16:creationId xmlns:a16="http://schemas.microsoft.com/office/drawing/2014/main" id="{FDE06903-CFBF-DE03-9091-19D3D59AE3AC}"/>
                  </a:ext>
                </a:extLst>
              </p:cNvPr>
              <p:cNvSpPr/>
              <p:nvPr/>
            </p:nvSpPr>
            <p:spPr>
              <a:xfrm>
                <a:off x="6184900" y="454026"/>
                <a:ext cx="266700" cy="234950"/>
              </a:xfrm>
              <a:prstGeom prst="triangl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</p:grp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A9569921-D344-FE04-EAB8-37CFE1DE4AF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83345" y="4874775"/>
              <a:ext cx="0" cy="112348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7D7F6047-1C20-4711-2241-FB4BF0AE7698}"/>
                </a:ext>
              </a:extLst>
            </p:cNvPr>
            <p:cNvGrpSpPr/>
            <p:nvPr/>
          </p:nvGrpSpPr>
          <p:grpSpPr>
            <a:xfrm>
              <a:off x="2186616" y="3914651"/>
              <a:ext cx="343664" cy="642407"/>
              <a:chOff x="7418814" y="5257536"/>
              <a:chExt cx="367893" cy="702846"/>
            </a:xfrm>
          </p:grpSpPr>
          <p:cxnSp>
            <p:nvCxnSpPr>
              <p:cNvPr id="62" name="Straight Connector 61">
                <a:extLst>
                  <a:ext uri="{FF2B5EF4-FFF2-40B4-BE49-F238E27FC236}">
                    <a16:creationId xmlns:a16="http://schemas.microsoft.com/office/drawing/2014/main" id="{05CF24AB-BA71-4E26-D80B-665C89FAFD9D}"/>
                  </a:ext>
                </a:extLst>
              </p:cNvPr>
              <p:cNvCxnSpPr/>
              <p:nvPr/>
            </p:nvCxnSpPr>
            <p:spPr>
              <a:xfrm>
                <a:off x="7418814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5AFECD8B-B252-986D-7F6D-B1740C76E9C3}"/>
                  </a:ext>
                </a:extLst>
              </p:cNvPr>
              <p:cNvCxnSpPr/>
              <p:nvPr/>
            </p:nvCxnSpPr>
            <p:spPr>
              <a:xfrm>
                <a:off x="7520302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447C6ECE-8925-6EF2-64A4-388A3D640DB6}"/>
                  </a:ext>
                </a:extLst>
              </p:cNvPr>
              <p:cNvCxnSpPr/>
              <p:nvPr/>
            </p:nvCxnSpPr>
            <p:spPr>
              <a:xfrm flipH="1">
                <a:off x="7520302" y="5857527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78E70EF4-BDDC-F927-4033-7096B13BA069}"/>
                  </a:ext>
                </a:extLst>
              </p:cNvPr>
              <p:cNvCxnSpPr/>
              <p:nvPr/>
            </p:nvCxnSpPr>
            <p:spPr>
              <a:xfrm flipH="1">
                <a:off x="7520302" y="5257536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CB0F8C41-0880-08BC-A518-34DD5E4CFB88}"/>
                  </a:ext>
                </a:extLst>
              </p:cNvPr>
              <p:cNvCxnSpPr/>
              <p:nvPr/>
            </p:nvCxnSpPr>
            <p:spPr>
              <a:xfrm flipH="1">
                <a:off x="7672533" y="5857527"/>
                <a:ext cx="114174" cy="10285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91AB54B9-DD25-19DE-CDAA-7A1A031A9546}"/>
                  </a:ext>
                </a:extLst>
              </p:cNvPr>
              <p:cNvCxnSpPr/>
              <p:nvPr/>
            </p:nvCxnSpPr>
            <p:spPr>
              <a:xfrm flipH="1" flipV="1">
                <a:off x="7685220" y="5793242"/>
                <a:ext cx="95144" cy="6428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12E7390-2F87-9458-645D-AE4909B43946}"/>
                </a:ext>
              </a:extLst>
            </p:cNvPr>
            <p:cNvCxnSpPr>
              <a:cxnSpLocks/>
            </p:cNvCxnSpPr>
            <p:nvPr/>
          </p:nvCxnSpPr>
          <p:spPr>
            <a:xfrm>
              <a:off x="2514023" y="3085762"/>
              <a:ext cx="0" cy="82888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8E8A7FE3-B910-CD5A-A645-8CDCFE7AA25A}"/>
                </a:ext>
              </a:extLst>
            </p:cNvPr>
            <p:cNvGrpSpPr/>
            <p:nvPr/>
          </p:nvGrpSpPr>
          <p:grpSpPr>
            <a:xfrm>
              <a:off x="2500638" y="2483505"/>
              <a:ext cx="491097" cy="602256"/>
              <a:chOff x="7780364" y="3601345"/>
              <a:chExt cx="525720" cy="658918"/>
            </a:xfrm>
          </p:grpSpPr>
          <p:cxnSp>
            <p:nvCxnSpPr>
              <p:cNvPr id="54" name="Straight Connector 53">
                <a:extLst>
                  <a:ext uri="{FF2B5EF4-FFF2-40B4-BE49-F238E27FC236}">
                    <a16:creationId xmlns:a16="http://schemas.microsoft.com/office/drawing/2014/main" id="{755CEDD4-B975-29DB-4530-CF48A7ED259D}"/>
                  </a:ext>
                </a:extLst>
              </p:cNvPr>
              <p:cNvCxnSpPr/>
              <p:nvPr/>
            </p:nvCxnSpPr>
            <p:spPr>
              <a:xfrm flipH="1">
                <a:off x="8119161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F76EB704-04C4-B095-3340-CC9B7F5FFF85}"/>
                  </a:ext>
                </a:extLst>
              </p:cNvPr>
              <p:cNvCxnSpPr/>
              <p:nvPr/>
            </p:nvCxnSpPr>
            <p:spPr>
              <a:xfrm flipH="1">
                <a:off x="8025700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Straight Connector 55">
                <a:extLst>
                  <a:ext uri="{FF2B5EF4-FFF2-40B4-BE49-F238E27FC236}">
                    <a16:creationId xmlns:a16="http://schemas.microsoft.com/office/drawing/2014/main" id="{C4EBC546-9DD6-5429-6298-AA2E53D8522F}"/>
                  </a:ext>
                </a:extLst>
              </p:cNvPr>
              <p:cNvCxnSpPr/>
              <p:nvPr/>
            </p:nvCxnSpPr>
            <p:spPr>
              <a:xfrm>
                <a:off x="7780364" y="426026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Straight Connector 56">
                <a:extLst>
                  <a:ext uri="{FF2B5EF4-FFF2-40B4-BE49-F238E27FC236}">
                    <a16:creationId xmlns:a16="http://schemas.microsoft.com/office/drawing/2014/main" id="{0E84291A-7202-7627-C3A0-85D975573A9E}"/>
                  </a:ext>
                </a:extLst>
              </p:cNvPr>
              <p:cNvCxnSpPr/>
              <p:nvPr/>
            </p:nvCxnSpPr>
            <p:spPr>
              <a:xfrm>
                <a:off x="7780364" y="366027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Oval 57">
                <a:extLst>
                  <a:ext uri="{FF2B5EF4-FFF2-40B4-BE49-F238E27FC236}">
                    <a16:creationId xmlns:a16="http://schemas.microsoft.com/office/drawing/2014/main" id="{A53926D4-0E4A-45EE-F4A2-EF482A813DF0}"/>
                  </a:ext>
                </a:extLst>
              </p:cNvPr>
              <p:cNvSpPr/>
              <p:nvPr/>
            </p:nvSpPr>
            <p:spPr>
              <a:xfrm flipH="1">
                <a:off x="8130844" y="3904555"/>
                <a:ext cx="175240" cy="14571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59" name="Group 58">
                <a:extLst>
                  <a:ext uri="{FF2B5EF4-FFF2-40B4-BE49-F238E27FC236}">
                    <a16:creationId xmlns:a16="http://schemas.microsoft.com/office/drawing/2014/main" id="{5AA33E5B-6FD3-AFF8-2718-6D157411C6F8}"/>
                  </a:ext>
                </a:extLst>
              </p:cNvPr>
              <p:cNvGrpSpPr/>
              <p:nvPr/>
            </p:nvGrpSpPr>
            <p:grpSpPr>
              <a:xfrm>
                <a:off x="7903032" y="3601345"/>
                <a:ext cx="122666" cy="134998"/>
                <a:chOff x="6715124" y="1749425"/>
                <a:chExt cx="114300" cy="247650"/>
              </a:xfrm>
            </p:grpSpPr>
            <p:cxnSp>
              <p:nvCxnSpPr>
                <p:cNvPr id="60" name="Straight Connector 59">
                  <a:extLst>
                    <a:ext uri="{FF2B5EF4-FFF2-40B4-BE49-F238E27FC236}">
                      <a16:creationId xmlns:a16="http://schemas.microsoft.com/office/drawing/2014/main" id="{A2F232A2-A82F-7E55-C7D5-239878DF8B55}"/>
                    </a:ext>
                  </a:extLst>
                </p:cNvPr>
                <p:cNvCxnSpPr/>
                <p:nvPr/>
              </p:nvCxnSpPr>
              <p:spPr>
                <a:xfrm flipH="1">
                  <a:off x="6715124" y="1844675"/>
                  <a:ext cx="114300" cy="15240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Straight Connector 60">
                  <a:extLst>
                    <a:ext uri="{FF2B5EF4-FFF2-40B4-BE49-F238E27FC236}">
                      <a16:creationId xmlns:a16="http://schemas.microsoft.com/office/drawing/2014/main" id="{AFC274D8-D38D-0A92-0407-3178B8B30663}"/>
                    </a:ext>
                  </a:extLst>
                </p:cNvPr>
                <p:cNvCxnSpPr/>
                <p:nvPr/>
              </p:nvCxnSpPr>
              <p:spPr>
                <a:xfrm flipH="1" flipV="1">
                  <a:off x="6727825" y="1749425"/>
                  <a:ext cx="95249" cy="9525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48E254E3-9462-8669-418D-DA4924203D8B}"/>
                </a:ext>
              </a:extLst>
            </p:cNvPr>
            <p:cNvGrpSpPr/>
            <p:nvPr/>
          </p:nvGrpSpPr>
          <p:grpSpPr>
            <a:xfrm flipH="1">
              <a:off x="4028714" y="3933034"/>
              <a:ext cx="334469" cy="642407"/>
              <a:chOff x="7418814" y="5257536"/>
              <a:chExt cx="367893" cy="702846"/>
            </a:xfrm>
          </p:grpSpPr>
          <p:cxnSp>
            <p:nvCxnSpPr>
              <p:cNvPr id="48" name="Straight Connector 47">
                <a:extLst>
                  <a:ext uri="{FF2B5EF4-FFF2-40B4-BE49-F238E27FC236}">
                    <a16:creationId xmlns:a16="http://schemas.microsoft.com/office/drawing/2014/main" id="{A1FF2984-C71C-7794-5E5A-706B59ECC03C}"/>
                  </a:ext>
                </a:extLst>
              </p:cNvPr>
              <p:cNvCxnSpPr/>
              <p:nvPr/>
            </p:nvCxnSpPr>
            <p:spPr>
              <a:xfrm>
                <a:off x="7418814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64CF6794-E4AB-B788-BCF0-985805CB51F9}"/>
                  </a:ext>
                </a:extLst>
              </p:cNvPr>
              <p:cNvCxnSpPr/>
              <p:nvPr/>
            </p:nvCxnSpPr>
            <p:spPr>
              <a:xfrm>
                <a:off x="7520302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C945F836-E315-F70E-39EF-4A11AB2C09DB}"/>
                  </a:ext>
                </a:extLst>
              </p:cNvPr>
              <p:cNvCxnSpPr/>
              <p:nvPr/>
            </p:nvCxnSpPr>
            <p:spPr>
              <a:xfrm flipH="1">
                <a:off x="7520302" y="5857527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064C44F1-E44D-FC4A-D645-BE8006A5A208}"/>
                  </a:ext>
                </a:extLst>
              </p:cNvPr>
              <p:cNvCxnSpPr/>
              <p:nvPr/>
            </p:nvCxnSpPr>
            <p:spPr>
              <a:xfrm flipH="1">
                <a:off x="7520302" y="5257536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Straight Connector 51">
                <a:extLst>
                  <a:ext uri="{FF2B5EF4-FFF2-40B4-BE49-F238E27FC236}">
                    <a16:creationId xmlns:a16="http://schemas.microsoft.com/office/drawing/2014/main" id="{D7A8A234-F723-DEF9-3990-A4EA3E53A77D}"/>
                  </a:ext>
                </a:extLst>
              </p:cNvPr>
              <p:cNvCxnSpPr/>
              <p:nvPr/>
            </p:nvCxnSpPr>
            <p:spPr>
              <a:xfrm flipH="1">
                <a:off x="7672533" y="5857527"/>
                <a:ext cx="114174" cy="10285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a16:creationId xmlns:a16="http://schemas.microsoft.com/office/drawing/2014/main" id="{1A2E2470-4C25-B6A0-2C5D-DC6B7E30B2AB}"/>
                  </a:ext>
                </a:extLst>
              </p:cNvPr>
              <p:cNvCxnSpPr/>
              <p:nvPr/>
            </p:nvCxnSpPr>
            <p:spPr>
              <a:xfrm flipH="1" flipV="1">
                <a:off x="7685220" y="5793242"/>
                <a:ext cx="95144" cy="6428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5FB10A83-F966-4CD3-5F41-B74891D387D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044536" y="3104145"/>
              <a:ext cx="0" cy="82888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E92E5F3B-78C2-6634-35A3-7D686E3A2745}"/>
                </a:ext>
              </a:extLst>
            </p:cNvPr>
            <p:cNvGrpSpPr/>
            <p:nvPr/>
          </p:nvGrpSpPr>
          <p:grpSpPr>
            <a:xfrm flipH="1">
              <a:off x="3579605" y="2501889"/>
              <a:ext cx="477958" cy="602256"/>
              <a:chOff x="7780364" y="3601345"/>
              <a:chExt cx="525720" cy="658918"/>
            </a:xfrm>
          </p:grpSpPr>
          <p:cxnSp>
            <p:nvCxnSpPr>
              <p:cNvPr id="40" name="Straight Connector 39">
                <a:extLst>
                  <a:ext uri="{FF2B5EF4-FFF2-40B4-BE49-F238E27FC236}">
                    <a16:creationId xmlns:a16="http://schemas.microsoft.com/office/drawing/2014/main" id="{0BD7AAA0-3087-80B6-2335-A3B0409E0D7D}"/>
                  </a:ext>
                </a:extLst>
              </p:cNvPr>
              <p:cNvCxnSpPr/>
              <p:nvPr/>
            </p:nvCxnSpPr>
            <p:spPr>
              <a:xfrm flipH="1">
                <a:off x="8119161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2DD044AF-55CC-D2A8-1F84-BB5DCBF3EA24}"/>
                  </a:ext>
                </a:extLst>
              </p:cNvPr>
              <p:cNvCxnSpPr/>
              <p:nvPr/>
            </p:nvCxnSpPr>
            <p:spPr>
              <a:xfrm flipH="1">
                <a:off x="8025700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F6DCCAF6-10A8-719D-8F97-A9087E7524B6}"/>
                  </a:ext>
                </a:extLst>
              </p:cNvPr>
              <p:cNvCxnSpPr/>
              <p:nvPr/>
            </p:nvCxnSpPr>
            <p:spPr>
              <a:xfrm>
                <a:off x="7780364" y="426026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42">
                <a:extLst>
                  <a:ext uri="{FF2B5EF4-FFF2-40B4-BE49-F238E27FC236}">
                    <a16:creationId xmlns:a16="http://schemas.microsoft.com/office/drawing/2014/main" id="{7E3FD4E5-D6CD-5413-58A2-A9F5E511648E}"/>
                  </a:ext>
                </a:extLst>
              </p:cNvPr>
              <p:cNvCxnSpPr/>
              <p:nvPr/>
            </p:nvCxnSpPr>
            <p:spPr>
              <a:xfrm>
                <a:off x="7780364" y="366027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A45EDF84-0878-8E20-A38D-7748F3F96F95}"/>
                  </a:ext>
                </a:extLst>
              </p:cNvPr>
              <p:cNvSpPr/>
              <p:nvPr/>
            </p:nvSpPr>
            <p:spPr>
              <a:xfrm flipH="1">
                <a:off x="8130844" y="3904555"/>
                <a:ext cx="175240" cy="14571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D16AED4A-CC88-0C6E-CAC4-2513D66BEC1C}"/>
                  </a:ext>
                </a:extLst>
              </p:cNvPr>
              <p:cNvGrpSpPr/>
              <p:nvPr/>
            </p:nvGrpSpPr>
            <p:grpSpPr>
              <a:xfrm>
                <a:off x="7903032" y="3601345"/>
                <a:ext cx="122666" cy="134998"/>
                <a:chOff x="6715124" y="1749425"/>
                <a:chExt cx="114300" cy="247650"/>
              </a:xfrm>
            </p:grpSpPr>
            <p:cxnSp>
              <p:nvCxnSpPr>
                <p:cNvPr id="46" name="Straight Connector 45">
                  <a:extLst>
                    <a:ext uri="{FF2B5EF4-FFF2-40B4-BE49-F238E27FC236}">
                      <a16:creationId xmlns:a16="http://schemas.microsoft.com/office/drawing/2014/main" id="{C1A5C213-FF36-C722-960F-F791ABF47955}"/>
                    </a:ext>
                  </a:extLst>
                </p:cNvPr>
                <p:cNvCxnSpPr/>
                <p:nvPr/>
              </p:nvCxnSpPr>
              <p:spPr>
                <a:xfrm flipH="1">
                  <a:off x="6715124" y="1844675"/>
                  <a:ext cx="114300" cy="15240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" name="Straight Connector 46">
                  <a:extLst>
                    <a:ext uri="{FF2B5EF4-FFF2-40B4-BE49-F238E27FC236}">
                      <a16:creationId xmlns:a16="http://schemas.microsoft.com/office/drawing/2014/main" id="{CDBBE450-B93A-7DA1-728D-A2D136C4184B}"/>
                    </a:ext>
                  </a:extLst>
                </p:cNvPr>
                <p:cNvCxnSpPr/>
                <p:nvPr/>
              </p:nvCxnSpPr>
              <p:spPr>
                <a:xfrm flipH="1" flipV="1">
                  <a:off x="6727825" y="1749425"/>
                  <a:ext cx="95249" cy="9525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5BB8C61-A8A9-3800-7503-F77AEA63692C}"/>
                </a:ext>
              </a:extLst>
            </p:cNvPr>
            <p:cNvCxnSpPr>
              <a:cxnSpLocks/>
            </p:cNvCxnSpPr>
            <p:nvPr/>
          </p:nvCxnSpPr>
          <p:spPr>
            <a:xfrm>
              <a:off x="2514023" y="4463046"/>
              <a:ext cx="0" cy="41172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FBAFC503-324D-CF01-3EE3-E89C27FA95B4}"/>
                </a:ext>
              </a:extLst>
            </p:cNvPr>
            <p:cNvCxnSpPr>
              <a:cxnSpLocks/>
            </p:cNvCxnSpPr>
            <p:nvPr/>
          </p:nvCxnSpPr>
          <p:spPr>
            <a:xfrm>
              <a:off x="4044536" y="4466421"/>
              <a:ext cx="0" cy="41172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E524B607-18B6-932B-C122-F7033E216A29}"/>
                </a:ext>
              </a:extLst>
            </p:cNvPr>
            <p:cNvCxnSpPr>
              <a:cxnSpLocks/>
            </p:cNvCxnSpPr>
            <p:nvPr/>
          </p:nvCxnSpPr>
          <p:spPr>
            <a:xfrm>
              <a:off x="2500638" y="4877991"/>
              <a:ext cx="1565416" cy="907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D88C34BE-A964-A2FC-482A-7BDF9E2858AF}"/>
                </a:ext>
              </a:extLst>
            </p:cNvPr>
            <p:cNvSpPr/>
            <p:nvPr/>
          </p:nvSpPr>
          <p:spPr>
            <a:xfrm>
              <a:off x="3063519" y="5169040"/>
              <a:ext cx="439651" cy="510352"/>
            </a:xfrm>
            <a:prstGeom prst="ellipse">
              <a:avLst/>
            </a:prstGeom>
            <a:solidFill>
              <a:schemeClr val="bg1"/>
            </a:solidFill>
            <a:ln w="381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en-US">
                <a:solidFill>
                  <a:prstClr val="white"/>
                </a:solidFill>
              </a:endParaRPr>
            </a:p>
          </p:txBody>
        </p:sp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666658B9-6D17-635D-C2F2-1BA73EBC2344}"/>
                </a:ext>
              </a:extLst>
            </p:cNvPr>
            <p:cNvCxnSpPr/>
            <p:nvPr/>
          </p:nvCxnSpPr>
          <p:spPr>
            <a:xfrm>
              <a:off x="3283343" y="5279811"/>
              <a:ext cx="0" cy="313413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2762A8F7-1DC2-05BE-54D9-23DC21226EE9}"/>
                </a:ext>
              </a:extLst>
            </p:cNvPr>
            <p:cNvCxnSpPr>
              <a:cxnSpLocks/>
              <a:stCxn id="58" idx="2"/>
              <a:endCxn id="44" idx="2"/>
            </p:cNvCxnSpPr>
            <p:nvPr/>
          </p:nvCxnSpPr>
          <p:spPr>
            <a:xfrm>
              <a:off x="2991735" y="2827233"/>
              <a:ext cx="587871" cy="1838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DEB25BE9-0335-CE11-2768-4456B1F0743D}"/>
                </a:ext>
              </a:extLst>
            </p:cNvPr>
            <p:cNvCxnSpPr>
              <a:cxnSpLocks/>
            </p:cNvCxnSpPr>
            <p:nvPr/>
          </p:nvCxnSpPr>
          <p:spPr>
            <a:xfrm>
              <a:off x="2510330" y="3482322"/>
              <a:ext cx="778275" cy="14687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634367F-F60A-A251-AFEA-B0D74EBCD91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276506" y="2827233"/>
              <a:ext cx="12812" cy="66148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5DBB987-85BE-4535-DAF5-5825541A0B97}"/>
                </a:ext>
              </a:extLst>
            </p:cNvPr>
            <p:cNvCxnSpPr>
              <a:cxnSpLocks/>
            </p:cNvCxnSpPr>
            <p:nvPr/>
          </p:nvCxnSpPr>
          <p:spPr>
            <a:xfrm>
              <a:off x="2516871" y="2282542"/>
              <a:ext cx="0" cy="27386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E7714948-EE08-2D88-CD4C-01860BF09683}"/>
                </a:ext>
              </a:extLst>
            </p:cNvPr>
            <p:cNvCxnSpPr>
              <a:cxnSpLocks/>
            </p:cNvCxnSpPr>
            <p:nvPr/>
          </p:nvCxnSpPr>
          <p:spPr>
            <a:xfrm>
              <a:off x="4044536" y="2295062"/>
              <a:ext cx="0" cy="27386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E579B924-9917-7458-00B3-EBA501BC65B0}"/>
                </a:ext>
              </a:extLst>
            </p:cNvPr>
            <p:cNvCxnSpPr>
              <a:cxnSpLocks/>
            </p:cNvCxnSpPr>
            <p:nvPr/>
          </p:nvCxnSpPr>
          <p:spPr>
            <a:xfrm>
              <a:off x="2504637" y="2296826"/>
              <a:ext cx="1552926" cy="1482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215CA41-B79B-A197-4D29-D641BD9B8907}"/>
                </a:ext>
              </a:extLst>
            </p:cNvPr>
            <p:cNvCxnSpPr>
              <a:cxnSpLocks/>
            </p:cNvCxnSpPr>
            <p:nvPr/>
          </p:nvCxnSpPr>
          <p:spPr>
            <a:xfrm>
              <a:off x="1637956" y="4188849"/>
              <a:ext cx="548660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3915683C-F69A-78E1-4243-BD4028AA0116}"/>
                </a:ext>
              </a:extLst>
            </p:cNvPr>
            <p:cNvCxnSpPr>
              <a:cxnSpLocks/>
            </p:cNvCxnSpPr>
            <p:nvPr/>
          </p:nvCxnSpPr>
          <p:spPr>
            <a:xfrm>
              <a:off x="4358332" y="4188849"/>
              <a:ext cx="41470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5" name="Rounded Rectangle 74"/>
          <p:cNvSpPr/>
          <p:nvPr/>
        </p:nvSpPr>
        <p:spPr>
          <a:xfrm>
            <a:off x="8671275" y="3656480"/>
            <a:ext cx="3384469" cy="878775"/>
          </a:xfrm>
          <a:prstGeom prst="round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76" name="组合 1"/>
          <p:cNvGrpSpPr/>
          <p:nvPr/>
        </p:nvGrpSpPr>
        <p:grpSpPr>
          <a:xfrm rot="10359241">
            <a:off x="6347865" y="-5609521"/>
            <a:ext cx="9412287" cy="8794751"/>
            <a:chOff x="-3063873" y="1797048"/>
            <a:chExt cx="9412287" cy="8794751"/>
          </a:xfrm>
        </p:grpSpPr>
        <p:sp>
          <p:nvSpPr>
            <p:cNvPr id="77" name="Freeform 412"/>
            <p:cNvSpPr>
              <a:spLocks noEditPoints="1"/>
            </p:cNvSpPr>
            <p:nvPr/>
          </p:nvSpPr>
          <p:spPr bwMode="auto">
            <a:xfrm flipV="1">
              <a:off x="1371602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2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4 w 25"/>
                <a:gd name="T17" fmla="*/ 3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1 w 25"/>
                <a:gd name="T25" fmla="*/ 21 h 25"/>
                <a:gd name="T26" fmla="*/ 25 w 25"/>
                <a:gd name="T27" fmla="*/ 12 h 25"/>
                <a:gd name="T28" fmla="*/ 21 w 25"/>
                <a:gd name="T29" fmla="*/ 3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8" name="Freeform 413"/>
            <p:cNvSpPr>
              <a:spLocks noEditPoints="1"/>
            </p:cNvSpPr>
            <p:nvPr/>
          </p:nvSpPr>
          <p:spPr bwMode="auto">
            <a:xfrm flipV="1">
              <a:off x="1038227" y="61436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4 w 25"/>
                <a:gd name="T17" fmla="*/ 3 h 24"/>
                <a:gd name="T18" fmla="*/ 0 w 25"/>
                <a:gd name="T19" fmla="*/ 12 h 24"/>
                <a:gd name="T20" fmla="*/ 12 w 25"/>
                <a:gd name="T21" fmla="*/ 24 h 24"/>
                <a:gd name="T22" fmla="*/ 25 w 25"/>
                <a:gd name="T23" fmla="*/ 12 h 24"/>
                <a:gd name="T24" fmla="*/ 21 w 25"/>
                <a:gd name="T25" fmla="*/ 3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9" name="Freeform 414"/>
            <p:cNvSpPr>
              <a:spLocks noEditPoints="1"/>
            </p:cNvSpPr>
            <p:nvPr/>
          </p:nvSpPr>
          <p:spPr bwMode="auto">
            <a:xfrm flipV="1">
              <a:off x="1165227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3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1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7"/>
                    <a:pt x="5" y="13"/>
                  </a:cubicBezTo>
                  <a:cubicBezTo>
                    <a:pt x="5" y="9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0" name="Freeform 415"/>
            <p:cNvSpPr>
              <a:spLocks noEditPoints="1"/>
            </p:cNvSpPr>
            <p:nvPr/>
          </p:nvSpPr>
          <p:spPr bwMode="auto">
            <a:xfrm flipV="1">
              <a:off x="2106614" y="5149849"/>
              <a:ext cx="106362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6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14 w 28"/>
                <a:gd name="T19" fmla="*/ 0 h 28"/>
                <a:gd name="T20" fmla="*/ 0 w 28"/>
                <a:gd name="T21" fmla="*/ 14 h 28"/>
                <a:gd name="T22" fmla="*/ 14 w 28"/>
                <a:gd name="T23" fmla="*/ 28 h 28"/>
                <a:gd name="T24" fmla="*/ 28 w 28"/>
                <a:gd name="T25" fmla="*/ 1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1" name="Freeform 416"/>
            <p:cNvSpPr>
              <a:spLocks noEditPoints="1"/>
            </p:cNvSpPr>
            <p:nvPr/>
          </p:nvSpPr>
          <p:spPr bwMode="auto">
            <a:xfrm flipV="1">
              <a:off x="2295527" y="4954586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2 w 25"/>
                <a:gd name="T3" fmla="*/ 5 h 25"/>
                <a:gd name="T4" fmla="*/ 20 w 25"/>
                <a:gd name="T5" fmla="*/ 12 h 25"/>
                <a:gd name="T6" fmla="*/ 12 w 25"/>
                <a:gd name="T7" fmla="*/ 20 h 25"/>
                <a:gd name="T8" fmla="*/ 5 w 25"/>
                <a:gd name="T9" fmla="*/ 12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12 w 25"/>
                <a:gd name="T17" fmla="*/ 0 h 25"/>
                <a:gd name="T18" fmla="*/ 0 w 25"/>
                <a:gd name="T19" fmla="*/ 12 h 25"/>
                <a:gd name="T20" fmla="*/ 12 w 25"/>
                <a:gd name="T21" fmla="*/ 25 h 25"/>
                <a:gd name="T22" fmla="*/ 25 w 25"/>
                <a:gd name="T23" fmla="*/ 12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2" name="Freeform 417"/>
            <p:cNvSpPr>
              <a:spLocks noEditPoints="1"/>
            </p:cNvSpPr>
            <p:nvPr/>
          </p:nvSpPr>
          <p:spPr bwMode="auto">
            <a:xfrm flipV="1">
              <a:off x="2684464" y="4600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12 w 24"/>
                <a:gd name="T19" fmla="*/ 0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3" name="Freeform 418"/>
            <p:cNvSpPr>
              <a:spLocks noEditPoints="1"/>
            </p:cNvSpPr>
            <p:nvPr/>
          </p:nvSpPr>
          <p:spPr bwMode="auto">
            <a:xfrm flipV="1">
              <a:off x="2519364" y="44132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2 h 25"/>
                <a:gd name="T4" fmla="*/ 12 w 25"/>
                <a:gd name="T5" fmla="*/ 19 h 25"/>
                <a:gd name="T6" fmla="*/ 12 w 25"/>
                <a:gd name="T7" fmla="*/ 19 h 25"/>
                <a:gd name="T8" fmla="*/ 12 w 25"/>
                <a:gd name="T9" fmla="*/ 19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0 h 25"/>
                <a:gd name="T16" fmla="*/ 12 w 25"/>
                <a:gd name="T17" fmla="*/ 0 h 25"/>
                <a:gd name="T18" fmla="*/ 4 w 25"/>
                <a:gd name="T19" fmla="*/ 3 h 25"/>
                <a:gd name="T20" fmla="*/ 0 w 25"/>
                <a:gd name="T21" fmla="*/ 12 h 25"/>
                <a:gd name="T22" fmla="*/ 12 w 25"/>
                <a:gd name="T23" fmla="*/ 25 h 25"/>
                <a:gd name="T24" fmla="*/ 25 w 25"/>
                <a:gd name="T25" fmla="*/ 12 h 25"/>
                <a:gd name="T26" fmla="*/ 21 w 25"/>
                <a:gd name="T27" fmla="*/ 3 h 25"/>
                <a:gd name="T28" fmla="*/ 12 w 25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4" name="Freeform 419"/>
            <p:cNvSpPr>
              <a:spLocks noEditPoints="1"/>
            </p:cNvSpPr>
            <p:nvPr/>
          </p:nvSpPr>
          <p:spPr bwMode="auto">
            <a:xfrm flipV="1">
              <a:off x="2309814" y="4586286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5" name="Freeform 420"/>
            <p:cNvSpPr>
              <a:spLocks noEditPoints="1"/>
            </p:cNvSpPr>
            <p:nvPr/>
          </p:nvSpPr>
          <p:spPr bwMode="auto">
            <a:xfrm flipV="1">
              <a:off x="2136777" y="4368798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2 w 25"/>
                <a:gd name="T25" fmla="*/ 21 h 25"/>
                <a:gd name="T26" fmla="*/ 25 w 25"/>
                <a:gd name="T27" fmla="*/ 12 h 25"/>
                <a:gd name="T28" fmla="*/ 22 w 25"/>
                <a:gd name="T29" fmla="*/ 4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6"/>
                    <a:pt x="6" y="12"/>
                  </a:cubicBezTo>
                  <a:cubicBezTo>
                    <a:pt x="6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6" name="Freeform 421"/>
            <p:cNvSpPr>
              <a:spLocks noEditPoints="1"/>
            </p:cNvSpPr>
            <p:nvPr/>
          </p:nvSpPr>
          <p:spPr bwMode="auto">
            <a:xfrm flipV="1">
              <a:off x="2301877" y="4203699"/>
              <a:ext cx="104775" cy="104775"/>
            </a:xfrm>
            <a:custGeom>
              <a:avLst/>
              <a:gdLst>
                <a:gd name="T0" fmla="*/ 14 w 28"/>
                <a:gd name="T1" fmla="*/ 7 h 28"/>
                <a:gd name="T2" fmla="*/ 14 w 28"/>
                <a:gd name="T3" fmla="*/ 7 h 28"/>
                <a:gd name="T4" fmla="*/ 21 w 28"/>
                <a:gd name="T5" fmla="*/ 14 h 28"/>
                <a:gd name="T6" fmla="*/ 14 w 28"/>
                <a:gd name="T7" fmla="*/ 21 h 28"/>
                <a:gd name="T8" fmla="*/ 14 w 28"/>
                <a:gd name="T9" fmla="*/ 21 h 28"/>
                <a:gd name="T10" fmla="*/ 7 w 28"/>
                <a:gd name="T11" fmla="*/ 14 h 28"/>
                <a:gd name="T12" fmla="*/ 14 w 28"/>
                <a:gd name="T13" fmla="*/ 7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14 w 28"/>
                <a:gd name="T21" fmla="*/ 28 h 28"/>
                <a:gd name="T22" fmla="*/ 28 w 28"/>
                <a:gd name="T23" fmla="*/ 14 h 28"/>
                <a:gd name="T24" fmla="*/ 24 w 28"/>
                <a:gd name="T25" fmla="*/ 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8" y="7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4" y="7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10"/>
                    <a:pt x="27" y="7"/>
                    <a:pt x="24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7" name="Freeform 422"/>
            <p:cNvSpPr>
              <a:spLocks noEditPoints="1"/>
            </p:cNvSpPr>
            <p:nvPr/>
          </p:nvSpPr>
          <p:spPr bwMode="auto">
            <a:xfrm flipV="1">
              <a:off x="1765302" y="400049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2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5 h 25"/>
                <a:gd name="T16" fmla="*/ 12 w 25"/>
                <a:gd name="T17" fmla="*/ 0 h 25"/>
                <a:gd name="T18" fmla="*/ 12 w 25"/>
                <a:gd name="T19" fmla="*/ 0 h 25"/>
                <a:gd name="T20" fmla="*/ 3 w 25"/>
                <a:gd name="T21" fmla="*/ 4 h 25"/>
                <a:gd name="T22" fmla="*/ 0 w 25"/>
                <a:gd name="T23" fmla="*/ 12 h 25"/>
                <a:gd name="T24" fmla="*/ 3 w 25"/>
                <a:gd name="T25" fmla="*/ 21 h 25"/>
                <a:gd name="T26" fmla="*/ 12 w 25"/>
                <a:gd name="T27" fmla="*/ 25 h 25"/>
                <a:gd name="T28" fmla="*/ 25 w 25"/>
                <a:gd name="T29" fmla="*/ 12 h 25"/>
                <a:gd name="T30" fmla="*/ 12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8" name="Freeform 423"/>
            <p:cNvSpPr>
              <a:spLocks noEditPoints="1"/>
            </p:cNvSpPr>
            <p:nvPr/>
          </p:nvSpPr>
          <p:spPr bwMode="auto">
            <a:xfrm flipV="1">
              <a:off x="2009777" y="38544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0 w 25"/>
                <a:gd name="T15" fmla="*/ 13 h 25"/>
                <a:gd name="T16" fmla="*/ 4 w 25"/>
                <a:gd name="T17" fmla="*/ 21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20" y="9"/>
                    <a:pt x="20" y="13"/>
                  </a:cubicBezTo>
                  <a:cubicBezTo>
                    <a:pt x="20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4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9" name="Freeform 424"/>
            <p:cNvSpPr>
              <a:spLocks noEditPoints="1"/>
            </p:cNvSpPr>
            <p:nvPr/>
          </p:nvSpPr>
          <p:spPr bwMode="auto">
            <a:xfrm flipV="1">
              <a:off x="1563689" y="3813173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2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0" name="Freeform 425"/>
            <p:cNvSpPr>
              <a:spLocks/>
            </p:cNvSpPr>
            <p:nvPr/>
          </p:nvSpPr>
          <p:spPr bwMode="auto">
            <a:xfrm flipV="1">
              <a:off x="309564" y="5400674"/>
              <a:ext cx="2014537" cy="2251075"/>
            </a:xfrm>
            <a:custGeom>
              <a:avLst/>
              <a:gdLst>
                <a:gd name="T0" fmla="*/ 534 w 537"/>
                <a:gd name="T1" fmla="*/ 600 h 600"/>
                <a:gd name="T2" fmla="*/ 345 w 537"/>
                <a:gd name="T3" fmla="*/ 411 h 600"/>
                <a:gd name="T4" fmla="*/ 345 w 537"/>
                <a:gd name="T5" fmla="*/ 410 h 600"/>
                <a:gd name="T6" fmla="*/ 345 w 537"/>
                <a:gd name="T7" fmla="*/ 347 h 600"/>
                <a:gd name="T8" fmla="*/ 0 w 537"/>
                <a:gd name="T9" fmla="*/ 3 h 600"/>
                <a:gd name="T10" fmla="*/ 2 w 537"/>
                <a:gd name="T11" fmla="*/ 0 h 600"/>
                <a:gd name="T12" fmla="*/ 347 w 537"/>
                <a:gd name="T13" fmla="*/ 346 h 600"/>
                <a:gd name="T14" fmla="*/ 348 w 537"/>
                <a:gd name="T15" fmla="*/ 347 h 600"/>
                <a:gd name="T16" fmla="*/ 348 w 537"/>
                <a:gd name="T17" fmla="*/ 409 h 600"/>
                <a:gd name="T18" fmla="*/ 537 w 537"/>
                <a:gd name="T19" fmla="*/ 598 h 600"/>
                <a:gd name="T20" fmla="*/ 534 w 537"/>
                <a:gd name="T21" fmla="*/ 6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7" h="600">
                  <a:moveTo>
                    <a:pt x="534" y="600"/>
                  </a:moveTo>
                  <a:cubicBezTo>
                    <a:pt x="345" y="411"/>
                    <a:pt x="345" y="411"/>
                    <a:pt x="345" y="411"/>
                  </a:cubicBezTo>
                  <a:cubicBezTo>
                    <a:pt x="345" y="411"/>
                    <a:pt x="345" y="410"/>
                    <a:pt x="345" y="410"/>
                  </a:cubicBezTo>
                  <a:cubicBezTo>
                    <a:pt x="345" y="347"/>
                    <a:pt x="345" y="347"/>
                    <a:pt x="345" y="34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47" y="346"/>
                    <a:pt x="347" y="346"/>
                    <a:pt x="347" y="346"/>
                  </a:cubicBezTo>
                  <a:cubicBezTo>
                    <a:pt x="348" y="346"/>
                    <a:pt x="348" y="346"/>
                    <a:pt x="348" y="347"/>
                  </a:cubicBezTo>
                  <a:cubicBezTo>
                    <a:pt x="348" y="409"/>
                    <a:pt x="348" y="409"/>
                    <a:pt x="348" y="409"/>
                  </a:cubicBezTo>
                  <a:cubicBezTo>
                    <a:pt x="537" y="598"/>
                    <a:pt x="537" y="598"/>
                    <a:pt x="537" y="598"/>
                  </a:cubicBezTo>
                  <a:lnTo>
                    <a:pt x="534" y="6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1" name="Freeform 426"/>
            <p:cNvSpPr>
              <a:spLocks/>
            </p:cNvSpPr>
            <p:nvPr/>
          </p:nvSpPr>
          <p:spPr bwMode="auto">
            <a:xfrm flipV="1">
              <a:off x="246064" y="5026024"/>
              <a:ext cx="2446337" cy="2562225"/>
            </a:xfrm>
            <a:custGeom>
              <a:avLst/>
              <a:gdLst>
                <a:gd name="T0" fmla="*/ 652 w 652"/>
                <a:gd name="T1" fmla="*/ 683 h 683"/>
                <a:gd name="T2" fmla="*/ 613 w 652"/>
                <a:gd name="T3" fmla="*/ 683 h 683"/>
                <a:gd name="T4" fmla="*/ 612 w 652"/>
                <a:gd name="T5" fmla="*/ 682 h 683"/>
                <a:gd name="T6" fmla="*/ 335 w 652"/>
                <a:gd name="T7" fmla="*/ 405 h 683"/>
                <a:gd name="T8" fmla="*/ 335 w 652"/>
                <a:gd name="T9" fmla="*/ 404 h 683"/>
                <a:gd name="T10" fmla="*/ 335 w 652"/>
                <a:gd name="T11" fmla="*/ 337 h 683"/>
                <a:gd name="T12" fmla="*/ 0 w 652"/>
                <a:gd name="T13" fmla="*/ 2 h 683"/>
                <a:gd name="T14" fmla="*/ 2 w 652"/>
                <a:gd name="T15" fmla="*/ 0 h 683"/>
                <a:gd name="T16" fmla="*/ 338 w 652"/>
                <a:gd name="T17" fmla="*/ 335 h 683"/>
                <a:gd name="T18" fmla="*/ 338 w 652"/>
                <a:gd name="T19" fmla="*/ 336 h 683"/>
                <a:gd name="T20" fmla="*/ 338 w 652"/>
                <a:gd name="T21" fmla="*/ 403 h 683"/>
                <a:gd name="T22" fmla="*/ 614 w 652"/>
                <a:gd name="T23" fmla="*/ 679 h 683"/>
                <a:gd name="T24" fmla="*/ 652 w 652"/>
                <a:gd name="T25" fmla="*/ 679 h 683"/>
                <a:gd name="T26" fmla="*/ 652 w 652"/>
                <a:gd name="T27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2" h="683">
                  <a:moveTo>
                    <a:pt x="652" y="683"/>
                  </a:moveTo>
                  <a:cubicBezTo>
                    <a:pt x="613" y="683"/>
                    <a:pt x="613" y="683"/>
                    <a:pt x="613" y="683"/>
                  </a:cubicBezTo>
                  <a:cubicBezTo>
                    <a:pt x="613" y="683"/>
                    <a:pt x="612" y="682"/>
                    <a:pt x="612" y="682"/>
                  </a:cubicBezTo>
                  <a:cubicBezTo>
                    <a:pt x="335" y="405"/>
                    <a:pt x="335" y="405"/>
                    <a:pt x="335" y="405"/>
                  </a:cubicBezTo>
                  <a:cubicBezTo>
                    <a:pt x="335" y="405"/>
                    <a:pt x="335" y="404"/>
                    <a:pt x="335" y="404"/>
                  </a:cubicBezTo>
                  <a:cubicBezTo>
                    <a:pt x="335" y="337"/>
                    <a:pt x="335" y="337"/>
                    <a:pt x="335" y="3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38" y="335"/>
                    <a:pt x="338" y="335"/>
                    <a:pt x="338" y="335"/>
                  </a:cubicBezTo>
                  <a:cubicBezTo>
                    <a:pt x="338" y="335"/>
                    <a:pt x="338" y="335"/>
                    <a:pt x="338" y="336"/>
                  </a:cubicBezTo>
                  <a:cubicBezTo>
                    <a:pt x="338" y="403"/>
                    <a:pt x="338" y="403"/>
                    <a:pt x="338" y="403"/>
                  </a:cubicBezTo>
                  <a:cubicBezTo>
                    <a:pt x="614" y="679"/>
                    <a:pt x="614" y="679"/>
                    <a:pt x="614" y="679"/>
                  </a:cubicBezTo>
                  <a:cubicBezTo>
                    <a:pt x="652" y="679"/>
                    <a:pt x="652" y="679"/>
                    <a:pt x="652" y="679"/>
                  </a:cubicBezTo>
                  <a:lnTo>
                    <a:pt x="652" y="68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2" name="Freeform 427"/>
            <p:cNvSpPr>
              <a:spLocks/>
            </p:cNvSpPr>
            <p:nvPr/>
          </p:nvSpPr>
          <p:spPr bwMode="auto">
            <a:xfrm flipV="1">
              <a:off x="174627" y="5929311"/>
              <a:ext cx="1257300" cy="1598613"/>
            </a:xfrm>
            <a:custGeom>
              <a:avLst/>
              <a:gdLst>
                <a:gd name="T0" fmla="*/ 335 w 335"/>
                <a:gd name="T1" fmla="*/ 426 h 426"/>
                <a:gd name="T2" fmla="*/ 328 w 335"/>
                <a:gd name="T3" fmla="*/ 426 h 426"/>
                <a:gd name="T4" fmla="*/ 328 w 335"/>
                <a:gd name="T5" fmla="*/ 333 h 426"/>
                <a:gd name="T6" fmla="*/ 0 w 335"/>
                <a:gd name="T7" fmla="*/ 5 h 426"/>
                <a:gd name="T8" fmla="*/ 5 w 335"/>
                <a:gd name="T9" fmla="*/ 0 h 426"/>
                <a:gd name="T10" fmla="*/ 334 w 335"/>
                <a:gd name="T11" fmla="*/ 329 h 426"/>
                <a:gd name="T12" fmla="*/ 335 w 335"/>
                <a:gd name="T13" fmla="*/ 332 h 426"/>
                <a:gd name="T14" fmla="*/ 335 w 335"/>
                <a:gd name="T15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" h="426">
                  <a:moveTo>
                    <a:pt x="335" y="426"/>
                  </a:moveTo>
                  <a:cubicBezTo>
                    <a:pt x="328" y="426"/>
                    <a:pt x="328" y="426"/>
                    <a:pt x="328" y="426"/>
                  </a:cubicBezTo>
                  <a:cubicBezTo>
                    <a:pt x="328" y="333"/>
                    <a:pt x="328" y="333"/>
                    <a:pt x="328" y="33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34" y="329"/>
                    <a:pt x="334" y="329"/>
                    <a:pt x="334" y="329"/>
                  </a:cubicBezTo>
                  <a:cubicBezTo>
                    <a:pt x="334" y="330"/>
                    <a:pt x="335" y="331"/>
                    <a:pt x="335" y="332"/>
                  </a:cubicBezTo>
                  <a:lnTo>
                    <a:pt x="335" y="4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3" name="Freeform 428"/>
            <p:cNvSpPr>
              <a:spLocks/>
            </p:cNvSpPr>
            <p:nvPr/>
          </p:nvSpPr>
          <p:spPr bwMode="auto">
            <a:xfrm flipV="1">
              <a:off x="106364" y="6226173"/>
              <a:ext cx="984250" cy="1227138"/>
            </a:xfrm>
            <a:custGeom>
              <a:avLst/>
              <a:gdLst>
                <a:gd name="T0" fmla="*/ 259 w 262"/>
                <a:gd name="T1" fmla="*/ 327 h 327"/>
                <a:gd name="T2" fmla="*/ 259 w 262"/>
                <a:gd name="T3" fmla="*/ 261 h 327"/>
                <a:gd name="T4" fmla="*/ 0 w 262"/>
                <a:gd name="T5" fmla="*/ 3 h 327"/>
                <a:gd name="T6" fmla="*/ 3 w 262"/>
                <a:gd name="T7" fmla="*/ 0 h 327"/>
                <a:gd name="T8" fmla="*/ 262 w 262"/>
                <a:gd name="T9" fmla="*/ 259 h 327"/>
                <a:gd name="T10" fmla="*/ 262 w 262"/>
                <a:gd name="T11" fmla="*/ 260 h 327"/>
                <a:gd name="T12" fmla="*/ 262 w 262"/>
                <a:gd name="T13" fmla="*/ 327 h 327"/>
                <a:gd name="T14" fmla="*/ 259 w 262"/>
                <a:gd name="T15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2" h="327">
                  <a:moveTo>
                    <a:pt x="259" y="327"/>
                  </a:moveTo>
                  <a:cubicBezTo>
                    <a:pt x="259" y="261"/>
                    <a:pt x="259" y="261"/>
                    <a:pt x="259" y="26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62" y="259"/>
                    <a:pt x="262" y="259"/>
                    <a:pt x="262" y="259"/>
                  </a:cubicBezTo>
                  <a:cubicBezTo>
                    <a:pt x="262" y="259"/>
                    <a:pt x="262" y="260"/>
                    <a:pt x="262" y="260"/>
                  </a:cubicBezTo>
                  <a:cubicBezTo>
                    <a:pt x="262" y="327"/>
                    <a:pt x="262" y="327"/>
                    <a:pt x="262" y="327"/>
                  </a:cubicBezTo>
                  <a:lnTo>
                    <a:pt x="259" y="327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4" name="Freeform 429"/>
            <p:cNvSpPr>
              <a:spLocks/>
            </p:cNvSpPr>
            <p:nvPr/>
          </p:nvSpPr>
          <p:spPr bwMode="auto">
            <a:xfrm flipV="1">
              <a:off x="-406398" y="5899149"/>
              <a:ext cx="1593850" cy="1685925"/>
            </a:xfrm>
            <a:custGeom>
              <a:avLst/>
              <a:gdLst>
                <a:gd name="T0" fmla="*/ 423 w 425"/>
                <a:gd name="T1" fmla="*/ 449 h 449"/>
                <a:gd name="T2" fmla="*/ 272 w 425"/>
                <a:gd name="T3" fmla="*/ 299 h 449"/>
                <a:gd name="T4" fmla="*/ 272 w 425"/>
                <a:gd name="T5" fmla="*/ 297 h 449"/>
                <a:gd name="T6" fmla="*/ 272 w 425"/>
                <a:gd name="T7" fmla="*/ 285 h 449"/>
                <a:gd name="T8" fmla="*/ 272 w 425"/>
                <a:gd name="T9" fmla="*/ 284 h 449"/>
                <a:gd name="T10" fmla="*/ 304 w 425"/>
                <a:gd name="T11" fmla="*/ 252 h 449"/>
                <a:gd name="T12" fmla="*/ 304 w 425"/>
                <a:gd name="T13" fmla="*/ 237 h 449"/>
                <a:gd name="T14" fmla="*/ 217 w 425"/>
                <a:gd name="T15" fmla="*/ 151 h 449"/>
                <a:gd name="T16" fmla="*/ 207 w 425"/>
                <a:gd name="T17" fmla="*/ 151 h 449"/>
                <a:gd name="T18" fmla="*/ 200 w 425"/>
                <a:gd name="T19" fmla="*/ 158 h 449"/>
                <a:gd name="T20" fmla="*/ 200 w 425"/>
                <a:gd name="T21" fmla="*/ 168 h 449"/>
                <a:gd name="T22" fmla="*/ 232 w 425"/>
                <a:gd name="T23" fmla="*/ 199 h 449"/>
                <a:gd name="T24" fmla="*/ 232 w 425"/>
                <a:gd name="T25" fmla="*/ 201 h 449"/>
                <a:gd name="T26" fmla="*/ 232 w 425"/>
                <a:gd name="T27" fmla="*/ 209 h 449"/>
                <a:gd name="T28" fmla="*/ 232 w 425"/>
                <a:gd name="T29" fmla="*/ 211 h 449"/>
                <a:gd name="T30" fmla="*/ 226 w 425"/>
                <a:gd name="T31" fmla="*/ 216 h 449"/>
                <a:gd name="T32" fmla="*/ 225 w 425"/>
                <a:gd name="T33" fmla="*/ 216 h 449"/>
                <a:gd name="T34" fmla="*/ 225 w 425"/>
                <a:gd name="T35" fmla="*/ 216 h 449"/>
                <a:gd name="T36" fmla="*/ 215 w 425"/>
                <a:gd name="T37" fmla="*/ 216 h 449"/>
                <a:gd name="T38" fmla="*/ 214 w 425"/>
                <a:gd name="T39" fmla="*/ 216 h 449"/>
                <a:gd name="T40" fmla="*/ 0 w 425"/>
                <a:gd name="T41" fmla="*/ 2 h 449"/>
                <a:gd name="T42" fmla="*/ 2 w 425"/>
                <a:gd name="T43" fmla="*/ 0 h 449"/>
                <a:gd name="T44" fmla="*/ 216 w 425"/>
                <a:gd name="T45" fmla="*/ 213 h 449"/>
                <a:gd name="T46" fmla="*/ 225 w 425"/>
                <a:gd name="T47" fmla="*/ 213 h 449"/>
                <a:gd name="T48" fmla="*/ 229 w 425"/>
                <a:gd name="T49" fmla="*/ 209 h 449"/>
                <a:gd name="T50" fmla="*/ 229 w 425"/>
                <a:gd name="T51" fmla="*/ 201 h 449"/>
                <a:gd name="T52" fmla="*/ 197 w 425"/>
                <a:gd name="T53" fmla="*/ 170 h 449"/>
                <a:gd name="T54" fmla="*/ 197 w 425"/>
                <a:gd name="T55" fmla="*/ 169 h 449"/>
                <a:gd name="T56" fmla="*/ 197 w 425"/>
                <a:gd name="T57" fmla="*/ 157 h 449"/>
                <a:gd name="T58" fmla="*/ 197 w 425"/>
                <a:gd name="T59" fmla="*/ 156 h 449"/>
                <a:gd name="T60" fmla="*/ 205 w 425"/>
                <a:gd name="T61" fmla="*/ 148 h 449"/>
                <a:gd name="T62" fmla="*/ 206 w 425"/>
                <a:gd name="T63" fmla="*/ 148 h 449"/>
                <a:gd name="T64" fmla="*/ 206 w 425"/>
                <a:gd name="T65" fmla="*/ 148 h 449"/>
                <a:gd name="T66" fmla="*/ 218 w 425"/>
                <a:gd name="T67" fmla="*/ 148 h 449"/>
                <a:gd name="T68" fmla="*/ 219 w 425"/>
                <a:gd name="T69" fmla="*/ 148 h 449"/>
                <a:gd name="T70" fmla="*/ 307 w 425"/>
                <a:gd name="T71" fmla="*/ 235 h 449"/>
                <a:gd name="T72" fmla="*/ 307 w 425"/>
                <a:gd name="T73" fmla="*/ 237 h 449"/>
                <a:gd name="T74" fmla="*/ 307 w 425"/>
                <a:gd name="T75" fmla="*/ 253 h 449"/>
                <a:gd name="T76" fmla="*/ 307 w 425"/>
                <a:gd name="T77" fmla="*/ 254 h 449"/>
                <a:gd name="T78" fmla="*/ 275 w 425"/>
                <a:gd name="T79" fmla="*/ 286 h 449"/>
                <a:gd name="T80" fmla="*/ 275 w 425"/>
                <a:gd name="T81" fmla="*/ 297 h 449"/>
                <a:gd name="T82" fmla="*/ 425 w 425"/>
                <a:gd name="T83" fmla="*/ 447 h 449"/>
                <a:gd name="T84" fmla="*/ 423 w 425"/>
                <a:gd name="T8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5" h="449">
                  <a:moveTo>
                    <a:pt x="423" y="449"/>
                  </a:moveTo>
                  <a:cubicBezTo>
                    <a:pt x="272" y="299"/>
                    <a:pt x="272" y="299"/>
                    <a:pt x="272" y="299"/>
                  </a:cubicBezTo>
                  <a:cubicBezTo>
                    <a:pt x="272" y="298"/>
                    <a:pt x="272" y="298"/>
                    <a:pt x="272" y="297"/>
                  </a:cubicBezTo>
                  <a:cubicBezTo>
                    <a:pt x="272" y="285"/>
                    <a:pt x="272" y="285"/>
                    <a:pt x="272" y="285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304" y="252"/>
                    <a:pt x="304" y="252"/>
                    <a:pt x="304" y="252"/>
                  </a:cubicBezTo>
                  <a:cubicBezTo>
                    <a:pt x="304" y="237"/>
                    <a:pt x="304" y="237"/>
                    <a:pt x="304" y="237"/>
                  </a:cubicBezTo>
                  <a:cubicBezTo>
                    <a:pt x="217" y="151"/>
                    <a:pt x="217" y="151"/>
                    <a:pt x="217" y="151"/>
                  </a:cubicBezTo>
                  <a:cubicBezTo>
                    <a:pt x="207" y="151"/>
                    <a:pt x="207" y="151"/>
                    <a:pt x="207" y="151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32" y="199"/>
                    <a:pt x="232" y="199"/>
                    <a:pt x="232" y="199"/>
                  </a:cubicBezTo>
                  <a:cubicBezTo>
                    <a:pt x="232" y="200"/>
                    <a:pt x="232" y="200"/>
                    <a:pt x="232" y="201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10"/>
                    <a:pt x="232" y="210"/>
                    <a:pt x="232" y="211"/>
                  </a:cubicBezTo>
                  <a:cubicBezTo>
                    <a:pt x="226" y="216"/>
                    <a:pt x="226" y="216"/>
                    <a:pt x="226" y="216"/>
                  </a:cubicBezTo>
                  <a:cubicBezTo>
                    <a:pt x="226" y="216"/>
                    <a:pt x="226" y="216"/>
                    <a:pt x="225" y="216"/>
                  </a:cubicBezTo>
                  <a:cubicBezTo>
                    <a:pt x="225" y="216"/>
                    <a:pt x="225" y="216"/>
                    <a:pt x="225" y="216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6"/>
                    <a:pt x="214" y="216"/>
                    <a:pt x="214" y="2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6" y="213"/>
                    <a:pt x="216" y="213"/>
                    <a:pt x="216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9" y="209"/>
                    <a:pt x="229" y="209"/>
                    <a:pt x="229" y="209"/>
                  </a:cubicBezTo>
                  <a:cubicBezTo>
                    <a:pt x="229" y="201"/>
                    <a:pt x="229" y="201"/>
                    <a:pt x="229" y="201"/>
                  </a:cubicBezTo>
                  <a:cubicBezTo>
                    <a:pt x="197" y="170"/>
                    <a:pt x="197" y="170"/>
                    <a:pt x="197" y="170"/>
                  </a:cubicBezTo>
                  <a:cubicBezTo>
                    <a:pt x="197" y="170"/>
                    <a:pt x="197" y="169"/>
                    <a:pt x="197" y="169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7" y="157"/>
                    <a:pt x="197" y="156"/>
                    <a:pt x="197" y="156"/>
                  </a:cubicBezTo>
                  <a:cubicBezTo>
                    <a:pt x="205" y="148"/>
                    <a:pt x="205" y="148"/>
                    <a:pt x="205" y="148"/>
                  </a:cubicBezTo>
                  <a:cubicBezTo>
                    <a:pt x="205" y="148"/>
                    <a:pt x="206" y="148"/>
                    <a:pt x="206" y="148"/>
                  </a:cubicBezTo>
                  <a:cubicBezTo>
                    <a:pt x="206" y="148"/>
                    <a:pt x="206" y="148"/>
                    <a:pt x="206" y="148"/>
                  </a:cubicBezTo>
                  <a:cubicBezTo>
                    <a:pt x="218" y="148"/>
                    <a:pt x="218" y="148"/>
                    <a:pt x="218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307" y="235"/>
                    <a:pt x="307" y="235"/>
                    <a:pt x="307" y="235"/>
                  </a:cubicBezTo>
                  <a:cubicBezTo>
                    <a:pt x="307" y="236"/>
                    <a:pt x="307" y="236"/>
                    <a:pt x="307" y="237"/>
                  </a:cubicBezTo>
                  <a:cubicBezTo>
                    <a:pt x="307" y="253"/>
                    <a:pt x="307" y="253"/>
                    <a:pt x="307" y="253"/>
                  </a:cubicBezTo>
                  <a:cubicBezTo>
                    <a:pt x="307" y="253"/>
                    <a:pt x="307" y="254"/>
                    <a:pt x="307" y="254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97"/>
                    <a:pt x="275" y="297"/>
                    <a:pt x="275" y="297"/>
                  </a:cubicBezTo>
                  <a:cubicBezTo>
                    <a:pt x="425" y="447"/>
                    <a:pt x="425" y="447"/>
                    <a:pt x="425" y="447"/>
                  </a:cubicBezTo>
                  <a:lnTo>
                    <a:pt x="423" y="44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5" name="Freeform 430"/>
            <p:cNvSpPr>
              <a:spLocks/>
            </p:cNvSpPr>
            <p:nvPr/>
          </p:nvSpPr>
          <p:spPr bwMode="auto">
            <a:xfrm flipV="1">
              <a:off x="-485773" y="5243511"/>
              <a:ext cx="2663825" cy="2292350"/>
            </a:xfrm>
            <a:custGeom>
              <a:avLst/>
              <a:gdLst>
                <a:gd name="T0" fmla="*/ 710 w 710"/>
                <a:gd name="T1" fmla="*/ 611 h 611"/>
                <a:gd name="T2" fmla="*/ 700 w 710"/>
                <a:gd name="T3" fmla="*/ 611 h 611"/>
                <a:gd name="T4" fmla="*/ 700 w 710"/>
                <a:gd name="T5" fmla="*/ 596 h 611"/>
                <a:gd name="T6" fmla="*/ 586 w 710"/>
                <a:gd name="T7" fmla="*/ 482 h 611"/>
                <a:gd name="T8" fmla="*/ 447 w 710"/>
                <a:gd name="T9" fmla="*/ 482 h 611"/>
                <a:gd name="T10" fmla="*/ 443 w 710"/>
                <a:gd name="T11" fmla="*/ 480 h 611"/>
                <a:gd name="T12" fmla="*/ 221 w 710"/>
                <a:gd name="T13" fmla="*/ 258 h 611"/>
                <a:gd name="T14" fmla="*/ 219 w 710"/>
                <a:gd name="T15" fmla="*/ 254 h 611"/>
                <a:gd name="T16" fmla="*/ 219 w 710"/>
                <a:gd name="T17" fmla="*/ 227 h 611"/>
                <a:gd name="T18" fmla="*/ 0 w 710"/>
                <a:gd name="T19" fmla="*/ 7 h 611"/>
                <a:gd name="T20" fmla="*/ 7 w 710"/>
                <a:gd name="T21" fmla="*/ 0 h 611"/>
                <a:gd name="T22" fmla="*/ 228 w 710"/>
                <a:gd name="T23" fmla="*/ 221 h 611"/>
                <a:gd name="T24" fmla="*/ 229 w 710"/>
                <a:gd name="T25" fmla="*/ 225 h 611"/>
                <a:gd name="T26" fmla="*/ 229 w 710"/>
                <a:gd name="T27" fmla="*/ 252 h 611"/>
                <a:gd name="T28" fmla="*/ 449 w 710"/>
                <a:gd name="T29" fmla="*/ 472 h 611"/>
                <a:gd name="T30" fmla="*/ 588 w 710"/>
                <a:gd name="T31" fmla="*/ 472 h 611"/>
                <a:gd name="T32" fmla="*/ 591 w 710"/>
                <a:gd name="T33" fmla="*/ 473 h 611"/>
                <a:gd name="T34" fmla="*/ 709 w 710"/>
                <a:gd name="T35" fmla="*/ 591 h 611"/>
                <a:gd name="T36" fmla="*/ 710 w 710"/>
                <a:gd name="T37" fmla="*/ 594 h 611"/>
                <a:gd name="T38" fmla="*/ 710 w 71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0" h="611">
                  <a:moveTo>
                    <a:pt x="710" y="611"/>
                  </a:moveTo>
                  <a:cubicBezTo>
                    <a:pt x="700" y="611"/>
                    <a:pt x="700" y="611"/>
                    <a:pt x="700" y="611"/>
                  </a:cubicBezTo>
                  <a:cubicBezTo>
                    <a:pt x="700" y="596"/>
                    <a:pt x="700" y="596"/>
                    <a:pt x="700" y="596"/>
                  </a:cubicBezTo>
                  <a:cubicBezTo>
                    <a:pt x="586" y="482"/>
                    <a:pt x="586" y="482"/>
                    <a:pt x="586" y="482"/>
                  </a:cubicBezTo>
                  <a:cubicBezTo>
                    <a:pt x="447" y="482"/>
                    <a:pt x="447" y="482"/>
                    <a:pt x="447" y="482"/>
                  </a:cubicBezTo>
                  <a:cubicBezTo>
                    <a:pt x="445" y="482"/>
                    <a:pt x="444" y="481"/>
                    <a:pt x="443" y="480"/>
                  </a:cubicBezTo>
                  <a:cubicBezTo>
                    <a:pt x="221" y="258"/>
                    <a:pt x="221" y="258"/>
                    <a:pt x="221" y="258"/>
                  </a:cubicBezTo>
                  <a:cubicBezTo>
                    <a:pt x="220" y="257"/>
                    <a:pt x="219" y="256"/>
                    <a:pt x="219" y="254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28" y="221"/>
                    <a:pt x="228" y="221"/>
                    <a:pt x="228" y="221"/>
                  </a:cubicBezTo>
                  <a:cubicBezTo>
                    <a:pt x="229" y="222"/>
                    <a:pt x="229" y="223"/>
                    <a:pt x="229" y="225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449" y="472"/>
                    <a:pt x="449" y="472"/>
                    <a:pt x="449" y="472"/>
                  </a:cubicBezTo>
                  <a:cubicBezTo>
                    <a:pt x="588" y="472"/>
                    <a:pt x="588" y="472"/>
                    <a:pt x="588" y="472"/>
                  </a:cubicBezTo>
                  <a:cubicBezTo>
                    <a:pt x="589" y="472"/>
                    <a:pt x="590" y="472"/>
                    <a:pt x="591" y="473"/>
                  </a:cubicBezTo>
                  <a:cubicBezTo>
                    <a:pt x="709" y="591"/>
                    <a:pt x="709" y="591"/>
                    <a:pt x="709" y="591"/>
                  </a:cubicBezTo>
                  <a:cubicBezTo>
                    <a:pt x="710" y="591"/>
                    <a:pt x="710" y="593"/>
                    <a:pt x="710" y="594"/>
                  </a:cubicBezTo>
                  <a:lnTo>
                    <a:pt x="71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6" name="Freeform 431"/>
            <p:cNvSpPr>
              <a:spLocks/>
            </p:cNvSpPr>
            <p:nvPr/>
          </p:nvSpPr>
          <p:spPr bwMode="auto">
            <a:xfrm flipV="1">
              <a:off x="-565148" y="4995861"/>
              <a:ext cx="2871787" cy="2484438"/>
            </a:xfrm>
            <a:custGeom>
              <a:avLst/>
              <a:gdLst>
                <a:gd name="T0" fmla="*/ 738 w 765"/>
                <a:gd name="T1" fmla="*/ 662 h 662"/>
                <a:gd name="T2" fmla="*/ 737 w 765"/>
                <a:gd name="T3" fmla="*/ 662 h 662"/>
                <a:gd name="T4" fmla="*/ 566 w 765"/>
                <a:gd name="T5" fmla="*/ 490 h 662"/>
                <a:gd name="T6" fmla="*/ 459 w 765"/>
                <a:gd name="T7" fmla="*/ 490 h 662"/>
                <a:gd name="T8" fmla="*/ 457 w 765"/>
                <a:gd name="T9" fmla="*/ 490 h 662"/>
                <a:gd name="T10" fmla="*/ 218 w 765"/>
                <a:gd name="T11" fmla="*/ 251 h 662"/>
                <a:gd name="T12" fmla="*/ 217 w 765"/>
                <a:gd name="T13" fmla="*/ 249 h 662"/>
                <a:gd name="T14" fmla="*/ 217 w 765"/>
                <a:gd name="T15" fmla="*/ 221 h 662"/>
                <a:gd name="T16" fmla="*/ 0 w 765"/>
                <a:gd name="T17" fmla="*/ 3 h 662"/>
                <a:gd name="T18" fmla="*/ 3 w 765"/>
                <a:gd name="T19" fmla="*/ 0 h 662"/>
                <a:gd name="T20" fmla="*/ 220 w 765"/>
                <a:gd name="T21" fmla="*/ 219 h 662"/>
                <a:gd name="T22" fmla="*/ 221 w 765"/>
                <a:gd name="T23" fmla="*/ 220 h 662"/>
                <a:gd name="T24" fmla="*/ 221 w 765"/>
                <a:gd name="T25" fmla="*/ 249 h 662"/>
                <a:gd name="T26" fmla="*/ 459 w 765"/>
                <a:gd name="T27" fmla="*/ 487 h 662"/>
                <a:gd name="T28" fmla="*/ 567 w 765"/>
                <a:gd name="T29" fmla="*/ 487 h 662"/>
                <a:gd name="T30" fmla="*/ 568 w 765"/>
                <a:gd name="T31" fmla="*/ 488 h 662"/>
                <a:gd name="T32" fmla="*/ 739 w 765"/>
                <a:gd name="T33" fmla="*/ 659 h 662"/>
                <a:gd name="T34" fmla="*/ 765 w 765"/>
                <a:gd name="T35" fmla="*/ 659 h 662"/>
                <a:gd name="T36" fmla="*/ 765 w 765"/>
                <a:gd name="T37" fmla="*/ 662 h 662"/>
                <a:gd name="T38" fmla="*/ 738 w 765"/>
                <a:gd name="T39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5" h="662">
                  <a:moveTo>
                    <a:pt x="738" y="662"/>
                  </a:moveTo>
                  <a:cubicBezTo>
                    <a:pt x="738" y="662"/>
                    <a:pt x="737" y="662"/>
                    <a:pt x="737" y="662"/>
                  </a:cubicBezTo>
                  <a:cubicBezTo>
                    <a:pt x="566" y="490"/>
                    <a:pt x="566" y="490"/>
                    <a:pt x="566" y="490"/>
                  </a:cubicBezTo>
                  <a:cubicBezTo>
                    <a:pt x="459" y="490"/>
                    <a:pt x="459" y="490"/>
                    <a:pt x="459" y="490"/>
                  </a:cubicBezTo>
                  <a:cubicBezTo>
                    <a:pt x="458" y="490"/>
                    <a:pt x="458" y="490"/>
                    <a:pt x="457" y="490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8" y="250"/>
                    <a:pt x="217" y="250"/>
                    <a:pt x="217" y="249"/>
                  </a:cubicBezTo>
                  <a:cubicBezTo>
                    <a:pt x="217" y="221"/>
                    <a:pt x="217" y="221"/>
                    <a:pt x="217" y="2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1" y="219"/>
                    <a:pt x="221" y="219"/>
                    <a:pt x="221" y="220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459" y="487"/>
                    <a:pt x="459" y="487"/>
                    <a:pt x="459" y="487"/>
                  </a:cubicBezTo>
                  <a:cubicBezTo>
                    <a:pt x="567" y="487"/>
                    <a:pt x="567" y="487"/>
                    <a:pt x="567" y="487"/>
                  </a:cubicBezTo>
                  <a:cubicBezTo>
                    <a:pt x="567" y="487"/>
                    <a:pt x="568" y="487"/>
                    <a:pt x="568" y="488"/>
                  </a:cubicBezTo>
                  <a:cubicBezTo>
                    <a:pt x="739" y="659"/>
                    <a:pt x="739" y="659"/>
                    <a:pt x="739" y="659"/>
                  </a:cubicBezTo>
                  <a:cubicBezTo>
                    <a:pt x="765" y="659"/>
                    <a:pt x="765" y="659"/>
                    <a:pt x="765" y="659"/>
                  </a:cubicBezTo>
                  <a:cubicBezTo>
                    <a:pt x="765" y="662"/>
                    <a:pt x="765" y="662"/>
                    <a:pt x="765" y="662"/>
                  </a:cubicBezTo>
                  <a:lnTo>
                    <a:pt x="738" y="6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7" name="Freeform 432"/>
            <p:cNvSpPr>
              <a:spLocks/>
            </p:cNvSpPr>
            <p:nvPr/>
          </p:nvSpPr>
          <p:spPr bwMode="auto">
            <a:xfrm flipV="1">
              <a:off x="-642936" y="4679949"/>
              <a:ext cx="3379787" cy="2759075"/>
            </a:xfrm>
            <a:custGeom>
              <a:avLst/>
              <a:gdLst>
                <a:gd name="T0" fmla="*/ 901 w 901"/>
                <a:gd name="T1" fmla="*/ 735 h 735"/>
                <a:gd name="T2" fmla="*/ 897 w 901"/>
                <a:gd name="T3" fmla="*/ 735 h 735"/>
                <a:gd name="T4" fmla="*/ 897 w 901"/>
                <a:gd name="T5" fmla="*/ 700 h 735"/>
                <a:gd name="T6" fmla="*/ 868 w 901"/>
                <a:gd name="T7" fmla="*/ 671 h 735"/>
                <a:gd name="T8" fmla="*/ 835 w 901"/>
                <a:gd name="T9" fmla="*/ 671 h 735"/>
                <a:gd name="T10" fmla="*/ 825 w 901"/>
                <a:gd name="T11" fmla="*/ 681 h 735"/>
                <a:gd name="T12" fmla="*/ 824 w 901"/>
                <a:gd name="T13" fmla="*/ 681 h 735"/>
                <a:gd name="T14" fmla="*/ 761 w 901"/>
                <a:gd name="T15" fmla="*/ 681 h 735"/>
                <a:gd name="T16" fmla="*/ 760 w 901"/>
                <a:gd name="T17" fmla="*/ 681 h 735"/>
                <a:gd name="T18" fmla="*/ 588 w 901"/>
                <a:gd name="T19" fmla="*/ 509 h 735"/>
                <a:gd name="T20" fmla="*/ 474 w 901"/>
                <a:gd name="T21" fmla="*/ 509 h 735"/>
                <a:gd name="T22" fmla="*/ 473 w 901"/>
                <a:gd name="T23" fmla="*/ 508 h 735"/>
                <a:gd name="T24" fmla="*/ 212 w 901"/>
                <a:gd name="T25" fmla="*/ 247 h 735"/>
                <a:gd name="T26" fmla="*/ 212 w 901"/>
                <a:gd name="T27" fmla="*/ 246 h 735"/>
                <a:gd name="T28" fmla="*/ 212 w 901"/>
                <a:gd name="T29" fmla="*/ 215 h 735"/>
                <a:gd name="T30" fmla="*/ 0 w 901"/>
                <a:gd name="T31" fmla="*/ 2 h 735"/>
                <a:gd name="T32" fmla="*/ 2 w 901"/>
                <a:gd name="T33" fmla="*/ 0 h 735"/>
                <a:gd name="T34" fmla="*/ 215 w 901"/>
                <a:gd name="T35" fmla="*/ 213 h 735"/>
                <a:gd name="T36" fmla="*/ 215 w 901"/>
                <a:gd name="T37" fmla="*/ 214 h 735"/>
                <a:gd name="T38" fmla="*/ 215 w 901"/>
                <a:gd name="T39" fmla="*/ 245 h 735"/>
                <a:gd name="T40" fmla="*/ 475 w 901"/>
                <a:gd name="T41" fmla="*/ 505 h 735"/>
                <a:gd name="T42" fmla="*/ 589 w 901"/>
                <a:gd name="T43" fmla="*/ 505 h 735"/>
                <a:gd name="T44" fmla="*/ 590 w 901"/>
                <a:gd name="T45" fmla="*/ 506 h 735"/>
                <a:gd name="T46" fmla="*/ 762 w 901"/>
                <a:gd name="T47" fmla="*/ 678 h 735"/>
                <a:gd name="T48" fmla="*/ 823 w 901"/>
                <a:gd name="T49" fmla="*/ 678 h 735"/>
                <a:gd name="T50" fmla="*/ 833 w 901"/>
                <a:gd name="T51" fmla="*/ 668 h 735"/>
                <a:gd name="T52" fmla="*/ 834 w 901"/>
                <a:gd name="T53" fmla="*/ 667 h 735"/>
                <a:gd name="T54" fmla="*/ 869 w 901"/>
                <a:gd name="T55" fmla="*/ 667 h 735"/>
                <a:gd name="T56" fmla="*/ 870 w 901"/>
                <a:gd name="T57" fmla="*/ 668 h 735"/>
                <a:gd name="T58" fmla="*/ 900 w 901"/>
                <a:gd name="T59" fmla="*/ 698 h 735"/>
                <a:gd name="T60" fmla="*/ 901 w 901"/>
                <a:gd name="T61" fmla="*/ 699 h 735"/>
                <a:gd name="T62" fmla="*/ 901 w 901"/>
                <a:gd name="T63" fmla="*/ 735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1" h="735">
                  <a:moveTo>
                    <a:pt x="901" y="735"/>
                  </a:moveTo>
                  <a:cubicBezTo>
                    <a:pt x="897" y="735"/>
                    <a:pt x="897" y="735"/>
                    <a:pt x="897" y="735"/>
                  </a:cubicBezTo>
                  <a:cubicBezTo>
                    <a:pt x="897" y="700"/>
                    <a:pt x="897" y="700"/>
                    <a:pt x="897" y="700"/>
                  </a:cubicBezTo>
                  <a:cubicBezTo>
                    <a:pt x="868" y="671"/>
                    <a:pt x="868" y="671"/>
                    <a:pt x="868" y="671"/>
                  </a:cubicBezTo>
                  <a:cubicBezTo>
                    <a:pt x="835" y="671"/>
                    <a:pt x="835" y="671"/>
                    <a:pt x="835" y="671"/>
                  </a:cubicBezTo>
                  <a:cubicBezTo>
                    <a:pt x="825" y="681"/>
                    <a:pt x="825" y="681"/>
                    <a:pt x="825" y="681"/>
                  </a:cubicBezTo>
                  <a:cubicBezTo>
                    <a:pt x="825" y="681"/>
                    <a:pt x="824" y="681"/>
                    <a:pt x="824" y="681"/>
                  </a:cubicBezTo>
                  <a:cubicBezTo>
                    <a:pt x="761" y="681"/>
                    <a:pt x="761" y="681"/>
                    <a:pt x="761" y="681"/>
                  </a:cubicBezTo>
                  <a:cubicBezTo>
                    <a:pt x="761" y="681"/>
                    <a:pt x="760" y="681"/>
                    <a:pt x="760" y="681"/>
                  </a:cubicBezTo>
                  <a:cubicBezTo>
                    <a:pt x="588" y="509"/>
                    <a:pt x="588" y="509"/>
                    <a:pt x="588" y="509"/>
                  </a:cubicBezTo>
                  <a:cubicBezTo>
                    <a:pt x="474" y="509"/>
                    <a:pt x="474" y="509"/>
                    <a:pt x="474" y="509"/>
                  </a:cubicBezTo>
                  <a:cubicBezTo>
                    <a:pt x="474" y="509"/>
                    <a:pt x="474" y="509"/>
                    <a:pt x="473" y="508"/>
                  </a:cubicBezTo>
                  <a:cubicBezTo>
                    <a:pt x="212" y="247"/>
                    <a:pt x="212" y="247"/>
                    <a:pt x="212" y="247"/>
                  </a:cubicBezTo>
                  <a:cubicBezTo>
                    <a:pt x="212" y="247"/>
                    <a:pt x="212" y="247"/>
                    <a:pt x="212" y="246"/>
                  </a:cubicBezTo>
                  <a:cubicBezTo>
                    <a:pt x="212" y="215"/>
                    <a:pt x="212" y="215"/>
                    <a:pt x="212" y="21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3"/>
                    <a:pt x="215" y="214"/>
                    <a:pt x="215" y="214"/>
                  </a:cubicBezTo>
                  <a:cubicBezTo>
                    <a:pt x="215" y="245"/>
                    <a:pt x="215" y="245"/>
                    <a:pt x="215" y="245"/>
                  </a:cubicBezTo>
                  <a:cubicBezTo>
                    <a:pt x="475" y="505"/>
                    <a:pt x="475" y="505"/>
                    <a:pt x="475" y="505"/>
                  </a:cubicBezTo>
                  <a:cubicBezTo>
                    <a:pt x="589" y="505"/>
                    <a:pt x="589" y="505"/>
                    <a:pt x="589" y="505"/>
                  </a:cubicBezTo>
                  <a:cubicBezTo>
                    <a:pt x="589" y="505"/>
                    <a:pt x="590" y="506"/>
                    <a:pt x="590" y="506"/>
                  </a:cubicBezTo>
                  <a:cubicBezTo>
                    <a:pt x="762" y="678"/>
                    <a:pt x="762" y="678"/>
                    <a:pt x="762" y="678"/>
                  </a:cubicBezTo>
                  <a:cubicBezTo>
                    <a:pt x="823" y="678"/>
                    <a:pt x="823" y="678"/>
                    <a:pt x="823" y="678"/>
                  </a:cubicBezTo>
                  <a:cubicBezTo>
                    <a:pt x="833" y="668"/>
                    <a:pt x="833" y="668"/>
                    <a:pt x="833" y="668"/>
                  </a:cubicBezTo>
                  <a:cubicBezTo>
                    <a:pt x="833" y="668"/>
                    <a:pt x="834" y="667"/>
                    <a:pt x="834" y="667"/>
                  </a:cubicBezTo>
                  <a:cubicBezTo>
                    <a:pt x="869" y="667"/>
                    <a:pt x="869" y="667"/>
                    <a:pt x="869" y="667"/>
                  </a:cubicBezTo>
                  <a:cubicBezTo>
                    <a:pt x="869" y="667"/>
                    <a:pt x="870" y="668"/>
                    <a:pt x="870" y="668"/>
                  </a:cubicBezTo>
                  <a:cubicBezTo>
                    <a:pt x="900" y="698"/>
                    <a:pt x="900" y="698"/>
                    <a:pt x="900" y="698"/>
                  </a:cubicBezTo>
                  <a:cubicBezTo>
                    <a:pt x="900" y="698"/>
                    <a:pt x="901" y="699"/>
                    <a:pt x="901" y="699"/>
                  </a:cubicBezTo>
                  <a:lnTo>
                    <a:pt x="901" y="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8" name="Freeform 433"/>
            <p:cNvSpPr>
              <a:spLocks/>
            </p:cNvSpPr>
            <p:nvPr/>
          </p:nvSpPr>
          <p:spPr bwMode="auto">
            <a:xfrm flipV="1">
              <a:off x="-430211" y="4500561"/>
              <a:ext cx="3001962" cy="2413000"/>
            </a:xfrm>
            <a:custGeom>
              <a:avLst/>
              <a:gdLst>
                <a:gd name="T0" fmla="*/ 797 w 800"/>
                <a:gd name="T1" fmla="*/ 643 h 643"/>
                <a:gd name="T2" fmla="*/ 797 w 800"/>
                <a:gd name="T3" fmla="*/ 609 h 643"/>
                <a:gd name="T4" fmla="*/ 767 w 800"/>
                <a:gd name="T5" fmla="*/ 579 h 643"/>
                <a:gd name="T6" fmla="*/ 693 w 800"/>
                <a:gd name="T7" fmla="*/ 579 h 643"/>
                <a:gd name="T8" fmla="*/ 692 w 800"/>
                <a:gd name="T9" fmla="*/ 578 h 643"/>
                <a:gd name="T10" fmla="*/ 518 w 800"/>
                <a:gd name="T11" fmla="*/ 404 h 643"/>
                <a:gd name="T12" fmla="*/ 402 w 800"/>
                <a:gd name="T13" fmla="*/ 404 h 643"/>
                <a:gd name="T14" fmla="*/ 401 w 800"/>
                <a:gd name="T15" fmla="*/ 404 h 643"/>
                <a:gd name="T16" fmla="*/ 0 w 800"/>
                <a:gd name="T17" fmla="*/ 2 h 643"/>
                <a:gd name="T18" fmla="*/ 2 w 800"/>
                <a:gd name="T19" fmla="*/ 0 h 643"/>
                <a:gd name="T20" fmla="*/ 403 w 800"/>
                <a:gd name="T21" fmla="*/ 401 h 643"/>
                <a:gd name="T22" fmla="*/ 519 w 800"/>
                <a:gd name="T23" fmla="*/ 401 h 643"/>
                <a:gd name="T24" fmla="*/ 520 w 800"/>
                <a:gd name="T25" fmla="*/ 401 h 643"/>
                <a:gd name="T26" fmla="*/ 694 w 800"/>
                <a:gd name="T27" fmla="*/ 575 h 643"/>
                <a:gd name="T28" fmla="*/ 767 w 800"/>
                <a:gd name="T29" fmla="*/ 575 h 643"/>
                <a:gd name="T30" fmla="*/ 768 w 800"/>
                <a:gd name="T31" fmla="*/ 576 h 643"/>
                <a:gd name="T32" fmla="*/ 800 w 800"/>
                <a:gd name="T33" fmla="*/ 607 h 643"/>
                <a:gd name="T34" fmla="*/ 800 w 800"/>
                <a:gd name="T35" fmla="*/ 608 h 643"/>
                <a:gd name="T36" fmla="*/ 800 w 800"/>
                <a:gd name="T37" fmla="*/ 643 h 643"/>
                <a:gd name="T38" fmla="*/ 797 w 800"/>
                <a:gd name="T39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0" h="643">
                  <a:moveTo>
                    <a:pt x="797" y="643"/>
                  </a:moveTo>
                  <a:cubicBezTo>
                    <a:pt x="797" y="609"/>
                    <a:pt x="797" y="609"/>
                    <a:pt x="797" y="609"/>
                  </a:cubicBezTo>
                  <a:cubicBezTo>
                    <a:pt x="767" y="579"/>
                    <a:pt x="767" y="579"/>
                    <a:pt x="767" y="579"/>
                  </a:cubicBezTo>
                  <a:cubicBezTo>
                    <a:pt x="693" y="579"/>
                    <a:pt x="693" y="579"/>
                    <a:pt x="693" y="579"/>
                  </a:cubicBezTo>
                  <a:cubicBezTo>
                    <a:pt x="693" y="579"/>
                    <a:pt x="692" y="579"/>
                    <a:pt x="692" y="578"/>
                  </a:cubicBezTo>
                  <a:cubicBezTo>
                    <a:pt x="518" y="404"/>
                    <a:pt x="518" y="404"/>
                    <a:pt x="518" y="404"/>
                  </a:cubicBezTo>
                  <a:cubicBezTo>
                    <a:pt x="402" y="404"/>
                    <a:pt x="402" y="404"/>
                    <a:pt x="402" y="404"/>
                  </a:cubicBezTo>
                  <a:cubicBezTo>
                    <a:pt x="402" y="404"/>
                    <a:pt x="401" y="404"/>
                    <a:pt x="401" y="40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519" y="401"/>
                    <a:pt x="519" y="401"/>
                    <a:pt x="519" y="401"/>
                  </a:cubicBezTo>
                  <a:cubicBezTo>
                    <a:pt x="519" y="401"/>
                    <a:pt x="519" y="401"/>
                    <a:pt x="520" y="401"/>
                  </a:cubicBezTo>
                  <a:cubicBezTo>
                    <a:pt x="694" y="575"/>
                    <a:pt x="694" y="575"/>
                    <a:pt x="694" y="575"/>
                  </a:cubicBezTo>
                  <a:cubicBezTo>
                    <a:pt x="767" y="575"/>
                    <a:pt x="767" y="575"/>
                    <a:pt x="767" y="575"/>
                  </a:cubicBezTo>
                  <a:cubicBezTo>
                    <a:pt x="768" y="575"/>
                    <a:pt x="768" y="576"/>
                    <a:pt x="768" y="576"/>
                  </a:cubicBezTo>
                  <a:cubicBezTo>
                    <a:pt x="800" y="607"/>
                    <a:pt x="800" y="607"/>
                    <a:pt x="800" y="607"/>
                  </a:cubicBezTo>
                  <a:cubicBezTo>
                    <a:pt x="800" y="607"/>
                    <a:pt x="800" y="608"/>
                    <a:pt x="800" y="608"/>
                  </a:cubicBezTo>
                  <a:cubicBezTo>
                    <a:pt x="800" y="643"/>
                    <a:pt x="800" y="643"/>
                    <a:pt x="800" y="643"/>
                  </a:cubicBezTo>
                  <a:lnTo>
                    <a:pt x="797" y="64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9" name="Freeform 434"/>
            <p:cNvSpPr>
              <a:spLocks/>
            </p:cNvSpPr>
            <p:nvPr/>
          </p:nvSpPr>
          <p:spPr bwMode="auto">
            <a:xfrm flipV="1">
              <a:off x="-538161" y="4627561"/>
              <a:ext cx="2859087" cy="2176463"/>
            </a:xfrm>
            <a:custGeom>
              <a:avLst/>
              <a:gdLst>
                <a:gd name="T0" fmla="*/ 720 w 762"/>
                <a:gd name="T1" fmla="*/ 580 h 580"/>
                <a:gd name="T2" fmla="*/ 719 w 762"/>
                <a:gd name="T3" fmla="*/ 580 h 580"/>
                <a:gd name="T4" fmla="*/ 549 w 762"/>
                <a:gd name="T5" fmla="*/ 410 h 580"/>
                <a:gd name="T6" fmla="*/ 409 w 762"/>
                <a:gd name="T7" fmla="*/ 410 h 580"/>
                <a:gd name="T8" fmla="*/ 407 w 762"/>
                <a:gd name="T9" fmla="*/ 410 h 580"/>
                <a:gd name="T10" fmla="*/ 0 w 762"/>
                <a:gd name="T11" fmla="*/ 2 h 580"/>
                <a:gd name="T12" fmla="*/ 2 w 762"/>
                <a:gd name="T13" fmla="*/ 0 h 580"/>
                <a:gd name="T14" fmla="*/ 409 w 762"/>
                <a:gd name="T15" fmla="*/ 407 h 580"/>
                <a:gd name="T16" fmla="*/ 550 w 762"/>
                <a:gd name="T17" fmla="*/ 407 h 580"/>
                <a:gd name="T18" fmla="*/ 551 w 762"/>
                <a:gd name="T19" fmla="*/ 407 h 580"/>
                <a:gd name="T20" fmla="*/ 721 w 762"/>
                <a:gd name="T21" fmla="*/ 577 h 580"/>
                <a:gd name="T22" fmla="*/ 762 w 762"/>
                <a:gd name="T23" fmla="*/ 577 h 580"/>
                <a:gd name="T24" fmla="*/ 762 w 762"/>
                <a:gd name="T25" fmla="*/ 580 h 580"/>
                <a:gd name="T26" fmla="*/ 720 w 762"/>
                <a:gd name="T27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580">
                  <a:moveTo>
                    <a:pt x="720" y="580"/>
                  </a:moveTo>
                  <a:cubicBezTo>
                    <a:pt x="720" y="580"/>
                    <a:pt x="720" y="580"/>
                    <a:pt x="719" y="580"/>
                  </a:cubicBezTo>
                  <a:cubicBezTo>
                    <a:pt x="549" y="410"/>
                    <a:pt x="549" y="410"/>
                    <a:pt x="549" y="410"/>
                  </a:cubicBezTo>
                  <a:cubicBezTo>
                    <a:pt x="409" y="410"/>
                    <a:pt x="409" y="410"/>
                    <a:pt x="409" y="410"/>
                  </a:cubicBezTo>
                  <a:cubicBezTo>
                    <a:pt x="408" y="410"/>
                    <a:pt x="408" y="410"/>
                    <a:pt x="407" y="4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9" y="407"/>
                    <a:pt x="409" y="407"/>
                    <a:pt x="409" y="407"/>
                  </a:cubicBezTo>
                  <a:cubicBezTo>
                    <a:pt x="550" y="407"/>
                    <a:pt x="550" y="407"/>
                    <a:pt x="550" y="407"/>
                  </a:cubicBezTo>
                  <a:cubicBezTo>
                    <a:pt x="550" y="407"/>
                    <a:pt x="551" y="407"/>
                    <a:pt x="551" y="407"/>
                  </a:cubicBezTo>
                  <a:cubicBezTo>
                    <a:pt x="721" y="577"/>
                    <a:pt x="721" y="577"/>
                    <a:pt x="721" y="577"/>
                  </a:cubicBezTo>
                  <a:cubicBezTo>
                    <a:pt x="762" y="577"/>
                    <a:pt x="762" y="577"/>
                    <a:pt x="762" y="577"/>
                  </a:cubicBezTo>
                  <a:cubicBezTo>
                    <a:pt x="762" y="580"/>
                    <a:pt x="762" y="580"/>
                    <a:pt x="762" y="580"/>
                  </a:cubicBezTo>
                  <a:lnTo>
                    <a:pt x="720" y="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0" name="Freeform 435"/>
            <p:cNvSpPr>
              <a:spLocks/>
            </p:cNvSpPr>
            <p:nvPr/>
          </p:nvSpPr>
          <p:spPr bwMode="auto">
            <a:xfrm flipV="1">
              <a:off x="-639761" y="4435473"/>
              <a:ext cx="2806700" cy="2271713"/>
            </a:xfrm>
            <a:custGeom>
              <a:avLst/>
              <a:gdLst>
                <a:gd name="T0" fmla="*/ 745 w 748"/>
                <a:gd name="T1" fmla="*/ 605 h 605"/>
                <a:gd name="T2" fmla="*/ 683 w 748"/>
                <a:gd name="T3" fmla="*/ 543 h 605"/>
                <a:gd name="T4" fmla="*/ 637 w 748"/>
                <a:gd name="T5" fmla="*/ 543 h 605"/>
                <a:gd name="T6" fmla="*/ 635 w 748"/>
                <a:gd name="T7" fmla="*/ 543 h 605"/>
                <a:gd name="T8" fmla="*/ 512 w 748"/>
                <a:gd name="T9" fmla="*/ 419 h 605"/>
                <a:gd name="T10" fmla="*/ 375 w 748"/>
                <a:gd name="T11" fmla="*/ 419 h 605"/>
                <a:gd name="T12" fmla="*/ 374 w 748"/>
                <a:gd name="T13" fmla="*/ 419 h 605"/>
                <a:gd name="T14" fmla="*/ 341 w 748"/>
                <a:gd name="T15" fmla="*/ 386 h 605"/>
                <a:gd name="T16" fmla="*/ 340 w 748"/>
                <a:gd name="T17" fmla="*/ 385 h 605"/>
                <a:gd name="T18" fmla="*/ 340 w 748"/>
                <a:gd name="T19" fmla="*/ 343 h 605"/>
                <a:gd name="T20" fmla="*/ 0 w 748"/>
                <a:gd name="T21" fmla="*/ 3 h 605"/>
                <a:gd name="T22" fmla="*/ 3 w 748"/>
                <a:gd name="T23" fmla="*/ 0 h 605"/>
                <a:gd name="T24" fmla="*/ 343 w 748"/>
                <a:gd name="T25" fmla="*/ 341 h 605"/>
                <a:gd name="T26" fmla="*/ 344 w 748"/>
                <a:gd name="T27" fmla="*/ 342 h 605"/>
                <a:gd name="T28" fmla="*/ 344 w 748"/>
                <a:gd name="T29" fmla="*/ 384 h 605"/>
                <a:gd name="T30" fmla="*/ 376 w 748"/>
                <a:gd name="T31" fmla="*/ 416 h 605"/>
                <a:gd name="T32" fmla="*/ 513 w 748"/>
                <a:gd name="T33" fmla="*/ 416 h 605"/>
                <a:gd name="T34" fmla="*/ 514 w 748"/>
                <a:gd name="T35" fmla="*/ 417 h 605"/>
                <a:gd name="T36" fmla="*/ 637 w 748"/>
                <a:gd name="T37" fmla="*/ 540 h 605"/>
                <a:gd name="T38" fmla="*/ 683 w 748"/>
                <a:gd name="T39" fmla="*/ 540 h 605"/>
                <a:gd name="T40" fmla="*/ 685 w 748"/>
                <a:gd name="T41" fmla="*/ 540 h 605"/>
                <a:gd name="T42" fmla="*/ 748 w 748"/>
                <a:gd name="T43" fmla="*/ 603 h 605"/>
                <a:gd name="T44" fmla="*/ 745 w 748"/>
                <a:gd name="T45" fmla="*/ 60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8" h="605">
                  <a:moveTo>
                    <a:pt x="745" y="605"/>
                  </a:moveTo>
                  <a:cubicBezTo>
                    <a:pt x="683" y="543"/>
                    <a:pt x="683" y="543"/>
                    <a:pt x="683" y="543"/>
                  </a:cubicBezTo>
                  <a:cubicBezTo>
                    <a:pt x="637" y="543"/>
                    <a:pt x="637" y="543"/>
                    <a:pt x="637" y="543"/>
                  </a:cubicBezTo>
                  <a:cubicBezTo>
                    <a:pt x="636" y="543"/>
                    <a:pt x="636" y="543"/>
                    <a:pt x="635" y="543"/>
                  </a:cubicBezTo>
                  <a:cubicBezTo>
                    <a:pt x="512" y="419"/>
                    <a:pt x="512" y="419"/>
                    <a:pt x="512" y="419"/>
                  </a:cubicBezTo>
                  <a:cubicBezTo>
                    <a:pt x="375" y="419"/>
                    <a:pt x="375" y="419"/>
                    <a:pt x="375" y="419"/>
                  </a:cubicBezTo>
                  <a:cubicBezTo>
                    <a:pt x="375" y="419"/>
                    <a:pt x="374" y="419"/>
                    <a:pt x="374" y="419"/>
                  </a:cubicBezTo>
                  <a:cubicBezTo>
                    <a:pt x="341" y="386"/>
                    <a:pt x="341" y="386"/>
                    <a:pt x="341" y="386"/>
                  </a:cubicBezTo>
                  <a:cubicBezTo>
                    <a:pt x="341" y="386"/>
                    <a:pt x="340" y="385"/>
                    <a:pt x="340" y="385"/>
                  </a:cubicBezTo>
                  <a:cubicBezTo>
                    <a:pt x="340" y="343"/>
                    <a:pt x="340" y="343"/>
                    <a:pt x="340" y="34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3" y="341"/>
                    <a:pt x="343" y="341"/>
                    <a:pt x="343" y="341"/>
                  </a:cubicBezTo>
                  <a:cubicBezTo>
                    <a:pt x="344" y="341"/>
                    <a:pt x="344" y="342"/>
                    <a:pt x="344" y="342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76" y="416"/>
                    <a:pt x="376" y="416"/>
                    <a:pt x="376" y="416"/>
                  </a:cubicBezTo>
                  <a:cubicBezTo>
                    <a:pt x="513" y="416"/>
                    <a:pt x="513" y="416"/>
                    <a:pt x="513" y="416"/>
                  </a:cubicBezTo>
                  <a:cubicBezTo>
                    <a:pt x="513" y="416"/>
                    <a:pt x="514" y="416"/>
                    <a:pt x="514" y="417"/>
                  </a:cubicBezTo>
                  <a:cubicBezTo>
                    <a:pt x="637" y="540"/>
                    <a:pt x="637" y="540"/>
                    <a:pt x="637" y="540"/>
                  </a:cubicBezTo>
                  <a:cubicBezTo>
                    <a:pt x="683" y="540"/>
                    <a:pt x="683" y="540"/>
                    <a:pt x="683" y="540"/>
                  </a:cubicBezTo>
                  <a:cubicBezTo>
                    <a:pt x="684" y="540"/>
                    <a:pt x="684" y="540"/>
                    <a:pt x="685" y="540"/>
                  </a:cubicBezTo>
                  <a:cubicBezTo>
                    <a:pt x="748" y="603"/>
                    <a:pt x="748" y="603"/>
                    <a:pt x="748" y="603"/>
                  </a:cubicBezTo>
                  <a:lnTo>
                    <a:pt x="745" y="605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1" name="Freeform 436"/>
            <p:cNvSpPr>
              <a:spLocks/>
            </p:cNvSpPr>
            <p:nvPr/>
          </p:nvSpPr>
          <p:spPr bwMode="auto">
            <a:xfrm flipV="1">
              <a:off x="-835023" y="4233861"/>
              <a:ext cx="3152775" cy="2292350"/>
            </a:xfrm>
            <a:custGeom>
              <a:avLst/>
              <a:gdLst>
                <a:gd name="T0" fmla="*/ 840 w 840"/>
                <a:gd name="T1" fmla="*/ 611 h 611"/>
                <a:gd name="T2" fmla="*/ 800 w 840"/>
                <a:gd name="T3" fmla="*/ 611 h 611"/>
                <a:gd name="T4" fmla="*/ 796 w 840"/>
                <a:gd name="T5" fmla="*/ 609 h 611"/>
                <a:gd name="T6" fmla="*/ 718 w 840"/>
                <a:gd name="T7" fmla="*/ 531 h 611"/>
                <a:gd name="T8" fmla="*/ 665 w 840"/>
                <a:gd name="T9" fmla="*/ 531 h 611"/>
                <a:gd name="T10" fmla="*/ 661 w 840"/>
                <a:gd name="T11" fmla="*/ 530 h 611"/>
                <a:gd name="T12" fmla="*/ 542 w 840"/>
                <a:gd name="T13" fmla="*/ 410 h 611"/>
                <a:gd name="T14" fmla="*/ 405 w 840"/>
                <a:gd name="T15" fmla="*/ 410 h 611"/>
                <a:gd name="T16" fmla="*/ 402 w 840"/>
                <a:gd name="T17" fmla="*/ 409 h 611"/>
                <a:gd name="T18" fmla="*/ 0 w 840"/>
                <a:gd name="T19" fmla="*/ 7 h 611"/>
                <a:gd name="T20" fmla="*/ 7 w 840"/>
                <a:gd name="T21" fmla="*/ 0 h 611"/>
                <a:gd name="T22" fmla="*/ 407 w 840"/>
                <a:gd name="T23" fmla="*/ 400 h 611"/>
                <a:gd name="T24" fmla="*/ 544 w 840"/>
                <a:gd name="T25" fmla="*/ 400 h 611"/>
                <a:gd name="T26" fmla="*/ 548 w 840"/>
                <a:gd name="T27" fmla="*/ 401 h 611"/>
                <a:gd name="T28" fmla="*/ 667 w 840"/>
                <a:gd name="T29" fmla="*/ 521 h 611"/>
                <a:gd name="T30" fmla="*/ 721 w 840"/>
                <a:gd name="T31" fmla="*/ 521 h 611"/>
                <a:gd name="T32" fmla="*/ 724 w 840"/>
                <a:gd name="T33" fmla="*/ 522 h 611"/>
                <a:gd name="T34" fmla="*/ 802 w 840"/>
                <a:gd name="T35" fmla="*/ 600 h 611"/>
                <a:gd name="T36" fmla="*/ 840 w 840"/>
                <a:gd name="T37" fmla="*/ 600 h 611"/>
                <a:gd name="T38" fmla="*/ 840 w 84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40" h="611">
                  <a:moveTo>
                    <a:pt x="840" y="611"/>
                  </a:moveTo>
                  <a:cubicBezTo>
                    <a:pt x="800" y="611"/>
                    <a:pt x="800" y="611"/>
                    <a:pt x="800" y="611"/>
                  </a:cubicBezTo>
                  <a:cubicBezTo>
                    <a:pt x="799" y="611"/>
                    <a:pt x="797" y="610"/>
                    <a:pt x="796" y="609"/>
                  </a:cubicBezTo>
                  <a:cubicBezTo>
                    <a:pt x="718" y="531"/>
                    <a:pt x="718" y="531"/>
                    <a:pt x="718" y="531"/>
                  </a:cubicBezTo>
                  <a:cubicBezTo>
                    <a:pt x="665" y="531"/>
                    <a:pt x="665" y="531"/>
                    <a:pt x="665" y="531"/>
                  </a:cubicBezTo>
                  <a:cubicBezTo>
                    <a:pt x="664" y="531"/>
                    <a:pt x="662" y="531"/>
                    <a:pt x="661" y="530"/>
                  </a:cubicBezTo>
                  <a:cubicBezTo>
                    <a:pt x="542" y="410"/>
                    <a:pt x="542" y="410"/>
                    <a:pt x="542" y="410"/>
                  </a:cubicBezTo>
                  <a:cubicBezTo>
                    <a:pt x="405" y="410"/>
                    <a:pt x="405" y="410"/>
                    <a:pt x="405" y="410"/>
                  </a:cubicBezTo>
                  <a:cubicBezTo>
                    <a:pt x="404" y="410"/>
                    <a:pt x="403" y="410"/>
                    <a:pt x="402" y="40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07" y="400"/>
                    <a:pt x="407" y="400"/>
                    <a:pt x="407" y="400"/>
                  </a:cubicBezTo>
                  <a:cubicBezTo>
                    <a:pt x="544" y="400"/>
                    <a:pt x="544" y="400"/>
                    <a:pt x="544" y="400"/>
                  </a:cubicBezTo>
                  <a:cubicBezTo>
                    <a:pt x="545" y="400"/>
                    <a:pt x="547" y="400"/>
                    <a:pt x="548" y="401"/>
                  </a:cubicBezTo>
                  <a:cubicBezTo>
                    <a:pt x="667" y="521"/>
                    <a:pt x="667" y="521"/>
                    <a:pt x="667" y="521"/>
                  </a:cubicBezTo>
                  <a:cubicBezTo>
                    <a:pt x="721" y="521"/>
                    <a:pt x="721" y="521"/>
                    <a:pt x="721" y="521"/>
                  </a:cubicBezTo>
                  <a:cubicBezTo>
                    <a:pt x="722" y="521"/>
                    <a:pt x="723" y="521"/>
                    <a:pt x="724" y="522"/>
                  </a:cubicBezTo>
                  <a:cubicBezTo>
                    <a:pt x="802" y="600"/>
                    <a:pt x="802" y="600"/>
                    <a:pt x="802" y="600"/>
                  </a:cubicBezTo>
                  <a:cubicBezTo>
                    <a:pt x="840" y="600"/>
                    <a:pt x="840" y="600"/>
                    <a:pt x="840" y="600"/>
                  </a:cubicBezTo>
                  <a:lnTo>
                    <a:pt x="84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2" name="Freeform 437"/>
            <p:cNvSpPr>
              <a:spLocks/>
            </p:cNvSpPr>
            <p:nvPr/>
          </p:nvSpPr>
          <p:spPr bwMode="auto">
            <a:xfrm flipV="1">
              <a:off x="-1131886" y="4090986"/>
              <a:ext cx="2949575" cy="2120900"/>
            </a:xfrm>
            <a:custGeom>
              <a:avLst/>
              <a:gdLst>
                <a:gd name="T0" fmla="*/ 786 w 786"/>
                <a:gd name="T1" fmla="*/ 565 h 565"/>
                <a:gd name="T2" fmla="*/ 782 w 786"/>
                <a:gd name="T3" fmla="*/ 565 h 565"/>
                <a:gd name="T4" fmla="*/ 782 w 786"/>
                <a:gd name="T5" fmla="*/ 517 h 565"/>
                <a:gd name="T6" fmla="*/ 621 w 786"/>
                <a:gd name="T7" fmla="*/ 356 h 565"/>
                <a:gd name="T8" fmla="*/ 354 w 786"/>
                <a:gd name="T9" fmla="*/ 356 h 565"/>
                <a:gd name="T10" fmla="*/ 353 w 786"/>
                <a:gd name="T11" fmla="*/ 355 h 565"/>
                <a:gd name="T12" fmla="*/ 0 w 786"/>
                <a:gd name="T13" fmla="*/ 2 h 565"/>
                <a:gd name="T14" fmla="*/ 2 w 786"/>
                <a:gd name="T15" fmla="*/ 0 h 565"/>
                <a:gd name="T16" fmla="*/ 355 w 786"/>
                <a:gd name="T17" fmla="*/ 352 h 565"/>
                <a:gd name="T18" fmla="*/ 622 w 786"/>
                <a:gd name="T19" fmla="*/ 352 h 565"/>
                <a:gd name="T20" fmla="*/ 623 w 786"/>
                <a:gd name="T21" fmla="*/ 353 h 565"/>
                <a:gd name="T22" fmla="*/ 785 w 786"/>
                <a:gd name="T23" fmla="*/ 515 h 565"/>
                <a:gd name="T24" fmla="*/ 786 w 786"/>
                <a:gd name="T25" fmla="*/ 516 h 565"/>
                <a:gd name="T26" fmla="*/ 786 w 786"/>
                <a:gd name="T27" fmla="*/ 565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6" h="565">
                  <a:moveTo>
                    <a:pt x="786" y="565"/>
                  </a:moveTo>
                  <a:cubicBezTo>
                    <a:pt x="782" y="565"/>
                    <a:pt x="782" y="565"/>
                    <a:pt x="782" y="565"/>
                  </a:cubicBezTo>
                  <a:cubicBezTo>
                    <a:pt x="782" y="517"/>
                    <a:pt x="782" y="517"/>
                    <a:pt x="782" y="517"/>
                  </a:cubicBezTo>
                  <a:cubicBezTo>
                    <a:pt x="621" y="356"/>
                    <a:pt x="621" y="356"/>
                    <a:pt x="621" y="356"/>
                  </a:cubicBezTo>
                  <a:cubicBezTo>
                    <a:pt x="354" y="356"/>
                    <a:pt x="354" y="356"/>
                    <a:pt x="354" y="356"/>
                  </a:cubicBezTo>
                  <a:cubicBezTo>
                    <a:pt x="354" y="356"/>
                    <a:pt x="354" y="356"/>
                    <a:pt x="353" y="35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55" y="352"/>
                    <a:pt x="355" y="352"/>
                    <a:pt x="355" y="352"/>
                  </a:cubicBezTo>
                  <a:cubicBezTo>
                    <a:pt x="622" y="352"/>
                    <a:pt x="622" y="352"/>
                    <a:pt x="622" y="352"/>
                  </a:cubicBezTo>
                  <a:cubicBezTo>
                    <a:pt x="622" y="352"/>
                    <a:pt x="623" y="353"/>
                    <a:pt x="623" y="353"/>
                  </a:cubicBezTo>
                  <a:cubicBezTo>
                    <a:pt x="785" y="515"/>
                    <a:pt x="785" y="515"/>
                    <a:pt x="785" y="515"/>
                  </a:cubicBezTo>
                  <a:cubicBezTo>
                    <a:pt x="786" y="515"/>
                    <a:pt x="786" y="516"/>
                    <a:pt x="786" y="516"/>
                  </a:cubicBezTo>
                  <a:lnTo>
                    <a:pt x="786" y="5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3" name="Freeform 438"/>
            <p:cNvSpPr>
              <a:spLocks/>
            </p:cNvSpPr>
            <p:nvPr/>
          </p:nvSpPr>
          <p:spPr bwMode="auto">
            <a:xfrm flipV="1">
              <a:off x="-1330323" y="3827461"/>
              <a:ext cx="3370262" cy="2189163"/>
            </a:xfrm>
            <a:custGeom>
              <a:avLst/>
              <a:gdLst>
                <a:gd name="T0" fmla="*/ 843 w 898"/>
                <a:gd name="T1" fmla="*/ 583 h 583"/>
                <a:gd name="T2" fmla="*/ 842 w 898"/>
                <a:gd name="T3" fmla="*/ 582 h 583"/>
                <a:gd name="T4" fmla="*/ 753 w 898"/>
                <a:gd name="T5" fmla="*/ 493 h 583"/>
                <a:gd name="T6" fmla="*/ 752 w 898"/>
                <a:gd name="T7" fmla="*/ 492 h 583"/>
                <a:gd name="T8" fmla="*/ 752 w 898"/>
                <a:gd name="T9" fmla="*/ 428 h 583"/>
                <a:gd name="T10" fmla="*/ 666 w 898"/>
                <a:gd name="T11" fmla="*/ 342 h 583"/>
                <a:gd name="T12" fmla="*/ 341 w 898"/>
                <a:gd name="T13" fmla="*/ 342 h 583"/>
                <a:gd name="T14" fmla="*/ 339 w 898"/>
                <a:gd name="T15" fmla="*/ 342 h 583"/>
                <a:gd name="T16" fmla="*/ 0 w 898"/>
                <a:gd name="T17" fmla="*/ 3 h 583"/>
                <a:gd name="T18" fmla="*/ 3 w 898"/>
                <a:gd name="T19" fmla="*/ 0 h 583"/>
                <a:gd name="T20" fmla="*/ 341 w 898"/>
                <a:gd name="T21" fmla="*/ 339 h 583"/>
                <a:gd name="T22" fmla="*/ 666 w 898"/>
                <a:gd name="T23" fmla="*/ 339 h 583"/>
                <a:gd name="T24" fmla="*/ 668 w 898"/>
                <a:gd name="T25" fmla="*/ 339 h 583"/>
                <a:gd name="T26" fmla="*/ 755 w 898"/>
                <a:gd name="T27" fmla="*/ 426 h 583"/>
                <a:gd name="T28" fmla="*/ 755 w 898"/>
                <a:gd name="T29" fmla="*/ 428 h 583"/>
                <a:gd name="T30" fmla="*/ 755 w 898"/>
                <a:gd name="T31" fmla="*/ 491 h 583"/>
                <a:gd name="T32" fmla="*/ 844 w 898"/>
                <a:gd name="T33" fmla="*/ 579 h 583"/>
                <a:gd name="T34" fmla="*/ 886 w 898"/>
                <a:gd name="T35" fmla="*/ 579 h 583"/>
                <a:gd name="T36" fmla="*/ 895 w 898"/>
                <a:gd name="T37" fmla="*/ 570 h 583"/>
                <a:gd name="T38" fmla="*/ 898 w 898"/>
                <a:gd name="T39" fmla="*/ 572 h 583"/>
                <a:gd name="T40" fmla="*/ 888 w 898"/>
                <a:gd name="T41" fmla="*/ 582 h 583"/>
                <a:gd name="T42" fmla="*/ 887 w 898"/>
                <a:gd name="T43" fmla="*/ 583 h 583"/>
                <a:gd name="T44" fmla="*/ 843 w 898"/>
                <a:gd name="T45" fmla="*/ 58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583">
                  <a:moveTo>
                    <a:pt x="843" y="583"/>
                  </a:moveTo>
                  <a:cubicBezTo>
                    <a:pt x="842" y="583"/>
                    <a:pt x="842" y="583"/>
                    <a:pt x="842" y="582"/>
                  </a:cubicBezTo>
                  <a:cubicBezTo>
                    <a:pt x="753" y="493"/>
                    <a:pt x="753" y="493"/>
                    <a:pt x="753" y="493"/>
                  </a:cubicBezTo>
                  <a:cubicBezTo>
                    <a:pt x="752" y="493"/>
                    <a:pt x="752" y="492"/>
                    <a:pt x="752" y="492"/>
                  </a:cubicBezTo>
                  <a:cubicBezTo>
                    <a:pt x="752" y="428"/>
                    <a:pt x="752" y="428"/>
                    <a:pt x="752" y="428"/>
                  </a:cubicBezTo>
                  <a:cubicBezTo>
                    <a:pt x="666" y="342"/>
                    <a:pt x="666" y="342"/>
                    <a:pt x="666" y="342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0" y="342"/>
                    <a:pt x="340" y="342"/>
                    <a:pt x="339" y="34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1" y="339"/>
                    <a:pt x="341" y="339"/>
                    <a:pt x="341" y="339"/>
                  </a:cubicBezTo>
                  <a:cubicBezTo>
                    <a:pt x="666" y="339"/>
                    <a:pt x="666" y="339"/>
                    <a:pt x="666" y="339"/>
                  </a:cubicBezTo>
                  <a:cubicBezTo>
                    <a:pt x="667" y="339"/>
                    <a:pt x="667" y="339"/>
                    <a:pt x="668" y="339"/>
                  </a:cubicBezTo>
                  <a:cubicBezTo>
                    <a:pt x="755" y="426"/>
                    <a:pt x="755" y="426"/>
                    <a:pt x="755" y="426"/>
                  </a:cubicBezTo>
                  <a:cubicBezTo>
                    <a:pt x="755" y="427"/>
                    <a:pt x="755" y="427"/>
                    <a:pt x="755" y="428"/>
                  </a:cubicBezTo>
                  <a:cubicBezTo>
                    <a:pt x="755" y="491"/>
                    <a:pt x="755" y="491"/>
                    <a:pt x="755" y="491"/>
                  </a:cubicBezTo>
                  <a:cubicBezTo>
                    <a:pt x="844" y="579"/>
                    <a:pt x="844" y="579"/>
                    <a:pt x="844" y="579"/>
                  </a:cubicBezTo>
                  <a:cubicBezTo>
                    <a:pt x="886" y="579"/>
                    <a:pt x="886" y="579"/>
                    <a:pt x="886" y="579"/>
                  </a:cubicBezTo>
                  <a:cubicBezTo>
                    <a:pt x="895" y="570"/>
                    <a:pt x="895" y="570"/>
                    <a:pt x="895" y="570"/>
                  </a:cubicBezTo>
                  <a:cubicBezTo>
                    <a:pt x="898" y="572"/>
                    <a:pt x="898" y="572"/>
                    <a:pt x="898" y="572"/>
                  </a:cubicBezTo>
                  <a:cubicBezTo>
                    <a:pt x="888" y="582"/>
                    <a:pt x="888" y="582"/>
                    <a:pt x="888" y="582"/>
                  </a:cubicBezTo>
                  <a:cubicBezTo>
                    <a:pt x="887" y="583"/>
                    <a:pt x="887" y="583"/>
                    <a:pt x="887" y="583"/>
                  </a:cubicBezTo>
                  <a:lnTo>
                    <a:pt x="843" y="5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4" name="Freeform 439"/>
            <p:cNvSpPr>
              <a:spLocks/>
            </p:cNvSpPr>
            <p:nvPr/>
          </p:nvSpPr>
          <p:spPr bwMode="auto">
            <a:xfrm flipV="1">
              <a:off x="-1619248" y="3881436"/>
              <a:ext cx="3205162" cy="1846263"/>
            </a:xfrm>
            <a:custGeom>
              <a:avLst/>
              <a:gdLst>
                <a:gd name="T0" fmla="*/ 671 w 854"/>
                <a:gd name="T1" fmla="*/ 312 h 492"/>
                <a:gd name="T2" fmla="*/ 654 w 854"/>
                <a:gd name="T3" fmla="*/ 315 h 492"/>
                <a:gd name="T4" fmla="*/ 722 w 854"/>
                <a:gd name="T5" fmla="*/ 392 h 492"/>
                <a:gd name="T6" fmla="*/ 723 w 854"/>
                <a:gd name="T7" fmla="*/ 402 h 492"/>
                <a:gd name="T8" fmla="*/ 715 w 854"/>
                <a:gd name="T9" fmla="*/ 410 h 492"/>
                <a:gd name="T10" fmla="*/ 705 w 854"/>
                <a:gd name="T11" fmla="*/ 410 h 492"/>
                <a:gd name="T12" fmla="*/ 603 w 854"/>
                <a:gd name="T13" fmla="*/ 309 h 492"/>
                <a:gd name="T14" fmla="*/ 469 w 854"/>
                <a:gd name="T15" fmla="*/ 319 h 492"/>
                <a:gd name="T16" fmla="*/ 475 w 854"/>
                <a:gd name="T17" fmla="*/ 333 h 492"/>
                <a:gd name="T18" fmla="*/ 575 w 854"/>
                <a:gd name="T19" fmla="*/ 333 h 492"/>
                <a:gd name="T20" fmla="*/ 583 w 854"/>
                <a:gd name="T21" fmla="*/ 342 h 492"/>
                <a:gd name="T22" fmla="*/ 583 w 854"/>
                <a:gd name="T23" fmla="*/ 353 h 492"/>
                <a:gd name="T24" fmla="*/ 573 w 854"/>
                <a:gd name="T25" fmla="*/ 362 h 492"/>
                <a:gd name="T26" fmla="*/ 354 w 854"/>
                <a:gd name="T27" fmla="*/ 362 h 492"/>
                <a:gd name="T28" fmla="*/ 247 w 854"/>
                <a:gd name="T29" fmla="*/ 255 h 492"/>
                <a:gd name="T30" fmla="*/ 248 w 854"/>
                <a:gd name="T31" fmla="*/ 240 h 492"/>
                <a:gd name="T32" fmla="*/ 259 w 854"/>
                <a:gd name="T33" fmla="*/ 229 h 492"/>
                <a:gd name="T34" fmla="*/ 273 w 854"/>
                <a:gd name="T35" fmla="*/ 230 h 492"/>
                <a:gd name="T36" fmla="*/ 387 w 854"/>
                <a:gd name="T37" fmla="*/ 332 h 492"/>
                <a:gd name="T38" fmla="*/ 397 w 854"/>
                <a:gd name="T39" fmla="*/ 311 h 492"/>
                <a:gd name="T40" fmla="*/ 118 w 854"/>
                <a:gd name="T41" fmla="*/ 43 h 492"/>
                <a:gd name="T42" fmla="*/ 108 w 854"/>
                <a:gd name="T43" fmla="*/ 65 h 492"/>
                <a:gd name="T44" fmla="*/ 199 w 854"/>
                <a:gd name="T45" fmla="*/ 157 h 492"/>
                <a:gd name="T46" fmla="*/ 199 w 854"/>
                <a:gd name="T47" fmla="*/ 167 h 492"/>
                <a:gd name="T48" fmla="*/ 187 w 854"/>
                <a:gd name="T49" fmla="*/ 178 h 492"/>
                <a:gd name="T50" fmla="*/ 176 w 854"/>
                <a:gd name="T51" fmla="*/ 178 h 492"/>
                <a:gd name="T52" fmla="*/ 0 w 854"/>
                <a:gd name="T53" fmla="*/ 3 h 492"/>
                <a:gd name="T54" fmla="*/ 177 w 854"/>
                <a:gd name="T55" fmla="*/ 174 h 492"/>
                <a:gd name="T56" fmla="*/ 196 w 854"/>
                <a:gd name="T57" fmla="*/ 165 h 492"/>
                <a:gd name="T58" fmla="*/ 105 w 854"/>
                <a:gd name="T59" fmla="*/ 67 h 492"/>
                <a:gd name="T60" fmla="*/ 104 w 854"/>
                <a:gd name="T61" fmla="*/ 53 h 492"/>
                <a:gd name="T62" fmla="*/ 116 w 854"/>
                <a:gd name="T63" fmla="*/ 40 h 492"/>
                <a:gd name="T64" fmla="*/ 130 w 854"/>
                <a:gd name="T65" fmla="*/ 40 h 492"/>
                <a:gd name="T66" fmla="*/ 400 w 854"/>
                <a:gd name="T67" fmla="*/ 309 h 492"/>
                <a:gd name="T68" fmla="*/ 400 w 854"/>
                <a:gd name="T69" fmla="*/ 323 h 492"/>
                <a:gd name="T70" fmla="*/ 389 w 854"/>
                <a:gd name="T71" fmla="*/ 335 h 492"/>
                <a:gd name="T72" fmla="*/ 374 w 854"/>
                <a:gd name="T73" fmla="*/ 335 h 492"/>
                <a:gd name="T74" fmla="*/ 271 w 854"/>
                <a:gd name="T75" fmla="*/ 233 h 492"/>
                <a:gd name="T76" fmla="*/ 251 w 854"/>
                <a:gd name="T77" fmla="*/ 242 h 492"/>
                <a:gd name="T78" fmla="*/ 356 w 854"/>
                <a:gd name="T79" fmla="*/ 359 h 492"/>
                <a:gd name="T80" fmla="*/ 580 w 854"/>
                <a:gd name="T81" fmla="*/ 351 h 492"/>
                <a:gd name="T82" fmla="*/ 573 w 854"/>
                <a:gd name="T83" fmla="*/ 336 h 492"/>
                <a:gd name="T84" fmla="*/ 473 w 854"/>
                <a:gd name="T85" fmla="*/ 336 h 492"/>
                <a:gd name="T86" fmla="*/ 465 w 854"/>
                <a:gd name="T87" fmla="*/ 327 h 492"/>
                <a:gd name="T88" fmla="*/ 466 w 854"/>
                <a:gd name="T89" fmla="*/ 317 h 492"/>
                <a:gd name="T90" fmla="*/ 478 w 854"/>
                <a:gd name="T91" fmla="*/ 306 h 492"/>
                <a:gd name="T92" fmla="*/ 605 w 854"/>
                <a:gd name="T93" fmla="*/ 306 h 492"/>
                <a:gd name="T94" fmla="*/ 713 w 854"/>
                <a:gd name="T95" fmla="*/ 407 h 492"/>
                <a:gd name="T96" fmla="*/ 720 w 854"/>
                <a:gd name="T97" fmla="*/ 394 h 492"/>
                <a:gd name="T98" fmla="*/ 651 w 854"/>
                <a:gd name="T99" fmla="*/ 324 h 492"/>
                <a:gd name="T100" fmla="*/ 651 w 854"/>
                <a:gd name="T101" fmla="*/ 313 h 492"/>
                <a:gd name="T102" fmla="*/ 657 w 854"/>
                <a:gd name="T103" fmla="*/ 308 h 492"/>
                <a:gd name="T104" fmla="*/ 672 w 854"/>
                <a:gd name="T105" fmla="*/ 309 h 492"/>
                <a:gd name="T106" fmla="*/ 851 w 854"/>
                <a:gd name="T107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54" h="492">
                  <a:moveTo>
                    <a:pt x="851" y="492"/>
                  </a:moveTo>
                  <a:cubicBezTo>
                    <a:pt x="671" y="312"/>
                    <a:pt x="671" y="312"/>
                    <a:pt x="671" y="312"/>
                  </a:cubicBezTo>
                  <a:cubicBezTo>
                    <a:pt x="658" y="312"/>
                    <a:pt x="658" y="312"/>
                    <a:pt x="658" y="312"/>
                  </a:cubicBezTo>
                  <a:cubicBezTo>
                    <a:pt x="654" y="315"/>
                    <a:pt x="654" y="315"/>
                    <a:pt x="654" y="315"/>
                  </a:cubicBezTo>
                  <a:cubicBezTo>
                    <a:pt x="654" y="324"/>
                    <a:pt x="654" y="324"/>
                    <a:pt x="654" y="324"/>
                  </a:cubicBezTo>
                  <a:cubicBezTo>
                    <a:pt x="722" y="392"/>
                    <a:pt x="722" y="392"/>
                    <a:pt x="722" y="392"/>
                  </a:cubicBezTo>
                  <a:cubicBezTo>
                    <a:pt x="723" y="392"/>
                    <a:pt x="723" y="393"/>
                    <a:pt x="723" y="393"/>
                  </a:cubicBezTo>
                  <a:cubicBezTo>
                    <a:pt x="723" y="402"/>
                    <a:pt x="723" y="402"/>
                    <a:pt x="723" y="402"/>
                  </a:cubicBezTo>
                  <a:cubicBezTo>
                    <a:pt x="723" y="402"/>
                    <a:pt x="723" y="402"/>
                    <a:pt x="722" y="403"/>
                  </a:cubicBezTo>
                  <a:cubicBezTo>
                    <a:pt x="715" y="410"/>
                    <a:pt x="715" y="410"/>
                    <a:pt x="715" y="410"/>
                  </a:cubicBezTo>
                  <a:cubicBezTo>
                    <a:pt x="715" y="410"/>
                    <a:pt x="715" y="410"/>
                    <a:pt x="714" y="410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704" y="410"/>
                    <a:pt x="704" y="410"/>
                    <a:pt x="704" y="410"/>
                  </a:cubicBezTo>
                  <a:cubicBezTo>
                    <a:pt x="603" y="309"/>
                    <a:pt x="603" y="309"/>
                    <a:pt x="603" y="309"/>
                  </a:cubicBezTo>
                  <a:cubicBezTo>
                    <a:pt x="479" y="309"/>
                    <a:pt x="479" y="309"/>
                    <a:pt x="479" y="309"/>
                  </a:cubicBezTo>
                  <a:cubicBezTo>
                    <a:pt x="469" y="319"/>
                    <a:pt x="469" y="319"/>
                    <a:pt x="469" y="319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75" y="333"/>
                    <a:pt x="475" y="333"/>
                    <a:pt x="475" y="333"/>
                  </a:cubicBezTo>
                  <a:cubicBezTo>
                    <a:pt x="574" y="333"/>
                    <a:pt x="574" y="333"/>
                    <a:pt x="574" y="333"/>
                  </a:cubicBezTo>
                  <a:cubicBezTo>
                    <a:pt x="574" y="333"/>
                    <a:pt x="575" y="333"/>
                    <a:pt x="575" y="333"/>
                  </a:cubicBezTo>
                  <a:cubicBezTo>
                    <a:pt x="583" y="341"/>
                    <a:pt x="583" y="341"/>
                    <a:pt x="583" y="341"/>
                  </a:cubicBezTo>
                  <a:cubicBezTo>
                    <a:pt x="583" y="341"/>
                    <a:pt x="583" y="342"/>
                    <a:pt x="583" y="342"/>
                  </a:cubicBezTo>
                  <a:cubicBezTo>
                    <a:pt x="583" y="352"/>
                    <a:pt x="583" y="352"/>
                    <a:pt x="583" y="352"/>
                  </a:cubicBezTo>
                  <a:cubicBezTo>
                    <a:pt x="583" y="352"/>
                    <a:pt x="583" y="353"/>
                    <a:pt x="583" y="353"/>
                  </a:cubicBezTo>
                  <a:cubicBezTo>
                    <a:pt x="574" y="362"/>
                    <a:pt x="574" y="362"/>
                    <a:pt x="574" y="362"/>
                  </a:cubicBezTo>
                  <a:cubicBezTo>
                    <a:pt x="574" y="362"/>
                    <a:pt x="573" y="362"/>
                    <a:pt x="573" y="362"/>
                  </a:cubicBezTo>
                  <a:cubicBezTo>
                    <a:pt x="355" y="362"/>
                    <a:pt x="355" y="362"/>
                    <a:pt x="355" y="362"/>
                  </a:cubicBezTo>
                  <a:cubicBezTo>
                    <a:pt x="355" y="362"/>
                    <a:pt x="354" y="362"/>
                    <a:pt x="354" y="362"/>
                  </a:cubicBezTo>
                  <a:cubicBezTo>
                    <a:pt x="248" y="256"/>
                    <a:pt x="248" y="256"/>
                    <a:pt x="248" y="256"/>
                  </a:cubicBezTo>
                  <a:cubicBezTo>
                    <a:pt x="248" y="256"/>
                    <a:pt x="247" y="255"/>
                    <a:pt x="247" y="255"/>
                  </a:cubicBezTo>
                  <a:cubicBezTo>
                    <a:pt x="247" y="241"/>
                    <a:pt x="247" y="241"/>
                    <a:pt x="247" y="241"/>
                  </a:cubicBezTo>
                  <a:cubicBezTo>
                    <a:pt x="247" y="241"/>
                    <a:pt x="248" y="240"/>
                    <a:pt x="248" y="240"/>
                  </a:cubicBezTo>
                  <a:cubicBezTo>
                    <a:pt x="258" y="230"/>
                    <a:pt x="258" y="230"/>
                    <a:pt x="258" y="230"/>
                  </a:cubicBezTo>
                  <a:cubicBezTo>
                    <a:pt x="259" y="230"/>
                    <a:pt x="259" y="229"/>
                    <a:pt x="259" y="229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9"/>
                    <a:pt x="273" y="229"/>
                    <a:pt x="273" y="230"/>
                  </a:cubicBezTo>
                  <a:cubicBezTo>
                    <a:pt x="375" y="332"/>
                    <a:pt x="375" y="332"/>
                    <a:pt x="375" y="332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97" y="322"/>
                    <a:pt x="397" y="322"/>
                    <a:pt x="397" y="322"/>
                  </a:cubicBezTo>
                  <a:cubicBezTo>
                    <a:pt x="397" y="311"/>
                    <a:pt x="397" y="311"/>
                    <a:pt x="397" y="311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99" y="156"/>
                    <a:pt x="199" y="156"/>
                    <a:pt x="199" y="156"/>
                  </a:cubicBezTo>
                  <a:cubicBezTo>
                    <a:pt x="199" y="156"/>
                    <a:pt x="199" y="157"/>
                    <a:pt x="199" y="157"/>
                  </a:cubicBezTo>
                  <a:cubicBezTo>
                    <a:pt x="199" y="166"/>
                    <a:pt x="199" y="166"/>
                    <a:pt x="199" y="166"/>
                  </a:cubicBezTo>
                  <a:cubicBezTo>
                    <a:pt x="199" y="166"/>
                    <a:pt x="199" y="167"/>
                    <a:pt x="199" y="167"/>
                  </a:cubicBezTo>
                  <a:cubicBezTo>
                    <a:pt x="189" y="177"/>
                    <a:pt x="189" y="177"/>
                    <a:pt x="189" y="177"/>
                  </a:cubicBezTo>
                  <a:cubicBezTo>
                    <a:pt x="188" y="177"/>
                    <a:pt x="188" y="178"/>
                    <a:pt x="187" y="178"/>
                  </a:cubicBezTo>
                  <a:cubicBezTo>
                    <a:pt x="187" y="178"/>
                    <a:pt x="187" y="178"/>
                    <a:pt x="187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5" y="178"/>
                    <a:pt x="175" y="177"/>
                    <a:pt x="175" y="17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77" y="174"/>
                    <a:pt x="177" y="174"/>
                    <a:pt x="17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96" y="165"/>
                    <a:pt x="196" y="165"/>
                    <a:pt x="196" y="165"/>
                  </a:cubicBezTo>
                  <a:cubicBezTo>
                    <a:pt x="196" y="158"/>
                    <a:pt x="196" y="158"/>
                    <a:pt x="196" y="158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4" y="67"/>
                    <a:pt x="104" y="66"/>
                    <a:pt x="104" y="6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4" y="53"/>
                    <a:pt x="104" y="52"/>
                    <a:pt x="105" y="52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7" y="40"/>
                    <a:pt x="117" y="40"/>
                    <a:pt x="118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0"/>
                    <a:pt x="131" y="40"/>
                    <a:pt x="131" y="40"/>
                  </a:cubicBezTo>
                  <a:cubicBezTo>
                    <a:pt x="400" y="309"/>
                    <a:pt x="400" y="309"/>
                    <a:pt x="400" y="309"/>
                  </a:cubicBezTo>
                  <a:cubicBezTo>
                    <a:pt x="400" y="309"/>
                    <a:pt x="400" y="310"/>
                    <a:pt x="400" y="310"/>
                  </a:cubicBezTo>
                  <a:cubicBezTo>
                    <a:pt x="400" y="323"/>
                    <a:pt x="400" y="323"/>
                    <a:pt x="400" y="323"/>
                  </a:cubicBezTo>
                  <a:cubicBezTo>
                    <a:pt x="400" y="323"/>
                    <a:pt x="400" y="324"/>
                    <a:pt x="400" y="324"/>
                  </a:cubicBezTo>
                  <a:cubicBezTo>
                    <a:pt x="389" y="335"/>
                    <a:pt x="389" y="335"/>
                    <a:pt x="389" y="335"/>
                  </a:cubicBezTo>
                  <a:cubicBezTo>
                    <a:pt x="389" y="335"/>
                    <a:pt x="388" y="335"/>
                    <a:pt x="388" y="335"/>
                  </a:cubicBezTo>
                  <a:cubicBezTo>
                    <a:pt x="374" y="335"/>
                    <a:pt x="374" y="335"/>
                    <a:pt x="374" y="335"/>
                  </a:cubicBezTo>
                  <a:cubicBezTo>
                    <a:pt x="374" y="335"/>
                    <a:pt x="373" y="335"/>
                    <a:pt x="373" y="335"/>
                  </a:cubicBezTo>
                  <a:cubicBezTo>
                    <a:pt x="271" y="233"/>
                    <a:pt x="271" y="233"/>
                    <a:pt x="271" y="233"/>
                  </a:cubicBezTo>
                  <a:cubicBezTo>
                    <a:pt x="260" y="233"/>
                    <a:pt x="260" y="233"/>
                    <a:pt x="260" y="233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356" y="359"/>
                    <a:pt x="356" y="359"/>
                    <a:pt x="356" y="359"/>
                  </a:cubicBezTo>
                  <a:cubicBezTo>
                    <a:pt x="572" y="359"/>
                    <a:pt x="572" y="359"/>
                    <a:pt x="572" y="359"/>
                  </a:cubicBezTo>
                  <a:cubicBezTo>
                    <a:pt x="580" y="351"/>
                    <a:pt x="580" y="351"/>
                    <a:pt x="580" y="351"/>
                  </a:cubicBezTo>
                  <a:cubicBezTo>
                    <a:pt x="580" y="343"/>
                    <a:pt x="580" y="343"/>
                    <a:pt x="580" y="343"/>
                  </a:cubicBezTo>
                  <a:cubicBezTo>
                    <a:pt x="573" y="336"/>
                    <a:pt x="573" y="336"/>
                    <a:pt x="573" y="336"/>
                  </a:cubicBezTo>
                  <a:cubicBezTo>
                    <a:pt x="474" y="336"/>
                    <a:pt x="474" y="336"/>
                    <a:pt x="474" y="336"/>
                  </a:cubicBezTo>
                  <a:cubicBezTo>
                    <a:pt x="474" y="336"/>
                    <a:pt x="473" y="336"/>
                    <a:pt x="473" y="336"/>
                  </a:cubicBezTo>
                  <a:cubicBezTo>
                    <a:pt x="466" y="328"/>
                    <a:pt x="466" y="328"/>
                    <a:pt x="466" y="328"/>
                  </a:cubicBezTo>
                  <a:cubicBezTo>
                    <a:pt x="465" y="328"/>
                    <a:pt x="465" y="328"/>
                    <a:pt x="465" y="327"/>
                  </a:cubicBezTo>
                  <a:cubicBezTo>
                    <a:pt x="465" y="319"/>
                    <a:pt x="465" y="319"/>
                    <a:pt x="465" y="319"/>
                  </a:cubicBezTo>
                  <a:cubicBezTo>
                    <a:pt x="465" y="318"/>
                    <a:pt x="465" y="318"/>
                    <a:pt x="466" y="317"/>
                  </a:cubicBezTo>
                  <a:cubicBezTo>
                    <a:pt x="477" y="306"/>
                    <a:pt x="477" y="306"/>
                    <a:pt x="477" y="306"/>
                  </a:cubicBezTo>
                  <a:cubicBezTo>
                    <a:pt x="477" y="306"/>
                    <a:pt x="478" y="306"/>
                    <a:pt x="478" y="306"/>
                  </a:cubicBezTo>
                  <a:cubicBezTo>
                    <a:pt x="603" y="306"/>
                    <a:pt x="603" y="306"/>
                    <a:pt x="603" y="306"/>
                  </a:cubicBezTo>
                  <a:cubicBezTo>
                    <a:pt x="604" y="306"/>
                    <a:pt x="604" y="306"/>
                    <a:pt x="605" y="306"/>
                  </a:cubicBezTo>
                  <a:cubicBezTo>
                    <a:pt x="705" y="407"/>
                    <a:pt x="705" y="407"/>
                    <a:pt x="705" y="407"/>
                  </a:cubicBezTo>
                  <a:cubicBezTo>
                    <a:pt x="713" y="407"/>
                    <a:pt x="713" y="407"/>
                    <a:pt x="713" y="407"/>
                  </a:cubicBezTo>
                  <a:cubicBezTo>
                    <a:pt x="720" y="401"/>
                    <a:pt x="720" y="401"/>
                    <a:pt x="720" y="401"/>
                  </a:cubicBezTo>
                  <a:cubicBezTo>
                    <a:pt x="720" y="394"/>
                    <a:pt x="720" y="394"/>
                    <a:pt x="720" y="394"/>
                  </a:cubicBezTo>
                  <a:cubicBezTo>
                    <a:pt x="651" y="326"/>
                    <a:pt x="651" y="326"/>
                    <a:pt x="651" y="326"/>
                  </a:cubicBezTo>
                  <a:cubicBezTo>
                    <a:pt x="651" y="325"/>
                    <a:pt x="651" y="325"/>
                    <a:pt x="651" y="324"/>
                  </a:cubicBezTo>
                  <a:cubicBezTo>
                    <a:pt x="651" y="315"/>
                    <a:pt x="651" y="315"/>
                    <a:pt x="651" y="315"/>
                  </a:cubicBezTo>
                  <a:cubicBezTo>
                    <a:pt x="651" y="314"/>
                    <a:pt x="651" y="314"/>
                    <a:pt x="651" y="313"/>
                  </a:cubicBezTo>
                  <a:cubicBezTo>
                    <a:pt x="656" y="309"/>
                    <a:pt x="656" y="309"/>
                    <a:pt x="656" y="309"/>
                  </a:cubicBezTo>
                  <a:cubicBezTo>
                    <a:pt x="656" y="308"/>
                    <a:pt x="657" y="308"/>
                    <a:pt x="657" y="308"/>
                  </a:cubicBezTo>
                  <a:cubicBezTo>
                    <a:pt x="671" y="308"/>
                    <a:pt x="671" y="308"/>
                    <a:pt x="671" y="308"/>
                  </a:cubicBezTo>
                  <a:cubicBezTo>
                    <a:pt x="672" y="308"/>
                    <a:pt x="672" y="308"/>
                    <a:pt x="672" y="309"/>
                  </a:cubicBezTo>
                  <a:cubicBezTo>
                    <a:pt x="854" y="490"/>
                    <a:pt x="854" y="490"/>
                    <a:pt x="854" y="490"/>
                  </a:cubicBezTo>
                  <a:lnTo>
                    <a:pt x="851" y="4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5" name="Freeform 440"/>
            <p:cNvSpPr>
              <a:spLocks noEditPoints="1"/>
            </p:cNvSpPr>
            <p:nvPr/>
          </p:nvSpPr>
          <p:spPr bwMode="auto">
            <a:xfrm flipV="1">
              <a:off x="1792289" y="3648073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0 h 28"/>
                <a:gd name="T12" fmla="*/ 14 w 28"/>
                <a:gd name="T13" fmla="*/ 0 h 28"/>
                <a:gd name="T14" fmla="*/ 0 w 28"/>
                <a:gd name="T15" fmla="*/ 14 h 28"/>
                <a:gd name="T16" fmla="*/ 4 w 28"/>
                <a:gd name="T17" fmla="*/ 24 h 28"/>
                <a:gd name="T18" fmla="*/ 14 w 28"/>
                <a:gd name="T19" fmla="*/ 28 h 28"/>
                <a:gd name="T20" fmla="*/ 28 w 28"/>
                <a:gd name="T21" fmla="*/ 14 h 28"/>
                <a:gd name="T22" fmla="*/ 14 w 28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7" y="26"/>
                    <a:pt x="10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6" name="Freeform 441"/>
            <p:cNvSpPr>
              <a:spLocks noEditPoints="1"/>
            </p:cNvSpPr>
            <p:nvPr/>
          </p:nvSpPr>
          <p:spPr bwMode="auto">
            <a:xfrm flipV="1">
              <a:off x="2058989" y="3163886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14 w 28"/>
                <a:gd name="T3" fmla="*/ 6 h 28"/>
                <a:gd name="T4" fmla="*/ 14 w 28"/>
                <a:gd name="T5" fmla="*/ 6 h 28"/>
                <a:gd name="T6" fmla="*/ 21 w 28"/>
                <a:gd name="T7" fmla="*/ 14 h 28"/>
                <a:gd name="T8" fmla="*/ 14 w 28"/>
                <a:gd name="T9" fmla="*/ 21 h 28"/>
                <a:gd name="T10" fmla="*/ 6 w 28"/>
                <a:gd name="T11" fmla="*/ 14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4 w 28"/>
                <a:gd name="T21" fmla="*/ 24 h 28"/>
                <a:gd name="T22" fmla="*/ 14 w 28"/>
                <a:gd name="T23" fmla="*/ 28 h 28"/>
                <a:gd name="T24" fmla="*/ 24 w 28"/>
                <a:gd name="T25" fmla="*/ 24 h 28"/>
                <a:gd name="T26" fmla="*/ 28 w 28"/>
                <a:gd name="T27" fmla="*/ 14 h 28"/>
                <a:gd name="T28" fmla="*/ 14 w 28"/>
                <a:gd name="T2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6" y="18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6" y="26"/>
                    <a:pt x="10" y="28"/>
                    <a:pt x="14" y="28"/>
                  </a:cubicBezTo>
                  <a:cubicBezTo>
                    <a:pt x="17" y="28"/>
                    <a:pt x="21" y="26"/>
                    <a:pt x="24" y="24"/>
                  </a:cubicBezTo>
                  <a:cubicBezTo>
                    <a:pt x="26" y="21"/>
                    <a:pt x="28" y="17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7" name="Freeform 442"/>
            <p:cNvSpPr>
              <a:spLocks noEditPoints="1"/>
            </p:cNvSpPr>
            <p:nvPr/>
          </p:nvSpPr>
          <p:spPr bwMode="auto">
            <a:xfrm flipV="1">
              <a:off x="1401764" y="3295648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0 h 24"/>
                <a:gd name="T12" fmla="*/ 12 w 25"/>
                <a:gd name="T13" fmla="*/ 0 h 24"/>
                <a:gd name="T14" fmla="*/ 0 w 25"/>
                <a:gd name="T15" fmla="*/ 12 h 24"/>
                <a:gd name="T16" fmla="*/ 12 w 25"/>
                <a:gd name="T17" fmla="*/ 24 h 24"/>
                <a:gd name="T18" fmla="*/ 25 w 25"/>
                <a:gd name="T19" fmla="*/ 12 h 24"/>
                <a:gd name="T20" fmla="*/ 12 w 25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8" name="Freeform 443"/>
            <p:cNvSpPr>
              <a:spLocks noEditPoints="1"/>
            </p:cNvSpPr>
            <p:nvPr/>
          </p:nvSpPr>
          <p:spPr bwMode="auto">
            <a:xfrm flipV="1">
              <a:off x="1250952" y="3430585"/>
              <a:ext cx="93662" cy="93663"/>
            </a:xfrm>
            <a:custGeom>
              <a:avLst/>
              <a:gdLst>
                <a:gd name="T0" fmla="*/ 12 w 25"/>
                <a:gd name="T1" fmla="*/ 6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6 h 25"/>
                <a:gd name="T12" fmla="*/ 12 w 25"/>
                <a:gd name="T13" fmla="*/ 6 h 25"/>
                <a:gd name="T14" fmla="*/ 12 w 25"/>
                <a:gd name="T15" fmla="*/ 6 h 25"/>
                <a:gd name="T16" fmla="*/ 12 w 25"/>
                <a:gd name="T17" fmla="*/ 0 h 25"/>
                <a:gd name="T18" fmla="*/ 12 w 25"/>
                <a:gd name="T19" fmla="*/ 0 h 25"/>
                <a:gd name="T20" fmla="*/ 0 w 25"/>
                <a:gd name="T21" fmla="*/ 13 h 25"/>
                <a:gd name="T22" fmla="*/ 3 w 25"/>
                <a:gd name="T23" fmla="*/ 22 h 25"/>
                <a:gd name="T24" fmla="*/ 12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2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2" y="6"/>
                  </a:moveTo>
                  <a:cubicBezTo>
                    <a:pt x="16" y="6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2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9" y="24"/>
                    <a:pt x="21" y="22"/>
                  </a:cubicBezTo>
                  <a:cubicBezTo>
                    <a:pt x="23" y="19"/>
                    <a:pt x="25" y="16"/>
                    <a:pt x="25" y="13"/>
                  </a:cubicBezTo>
                  <a:cubicBezTo>
                    <a:pt x="25" y="10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9" name="Freeform 444"/>
            <p:cNvSpPr>
              <a:spLocks noEditPoints="1"/>
            </p:cNvSpPr>
            <p:nvPr/>
          </p:nvSpPr>
          <p:spPr bwMode="auto">
            <a:xfrm flipV="1">
              <a:off x="854077" y="3479798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0" name="Freeform 445"/>
            <p:cNvSpPr>
              <a:spLocks noEditPoints="1"/>
            </p:cNvSpPr>
            <p:nvPr/>
          </p:nvSpPr>
          <p:spPr bwMode="auto">
            <a:xfrm flipV="1">
              <a:off x="666752" y="3284536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12 w 25"/>
                <a:gd name="T7" fmla="*/ 19 h 24"/>
                <a:gd name="T8" fmla="*/ 5 w 25"/>
                <a:gd name="T9" fmla="*/ 12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0 w 25"/>
                <a:gd name="T17" fmla="*/ 12 h 24"/>
                <a:gd name="T18" fmla="*/ 12 w 25"/>
                <a:gd name="T19" fmla="*/ 24 h 24"/>
                <a:gd name="T20" fmla="*/ 25 w 25"/>
                <a:gd name="T21" fmla="*/ 12 h 24"/>
                <a:gd name="T22" fmla="*/ 12 w 2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1" name="Freeform 446"/>
            <p:cNvSpPr>
              <a:spLocks noEditPoints="1"/>
            </p:cNvSpPr>
            <p:nvPr/>
          </p:nvSpPr>
          <p:spPr bwMode="auto">
            <a:xfrm flipV="1">
              <a:off x="857252" y="3084510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9 w 24"/>
                <a:gd name="T3" fmla="*/ 13 h 25"/>
                <a:gd name="T4" fmla="*/ 12 w 24"/>
                <a:gd name="T5" fmla="*/ 20 h 25"/>
                <a:gd name="T6" fmla="*/ 12 w 24"/>
                <a:gd name="T7" fmla="*/ 20 h 25"/>
                <a:gd name="T8" fmla="*/ 5 w 24"/>
                <a:gd name="T9" fmla="*/ 13 h 25"/>
                <a:gd name="T10" fmla="*/ 12 w 24"/>
                <a:gd name="T11" fmla="*/ 5 h 25"/>
                <a:gd name="T12" fmla="*/ 12 w 24"/>
                <a:gd name="T13" fmla="*/ 0 h 25"/>
                <a:gd name="T14" fmla="*/ 0 w 24"/>
                <a:gd name="T15" fmla="*/ 13 h 25"/>
                <a:gd name="T16" fmla="*/ 3 w 24"/>
                <a:gd name="T17" fmla="*/ 21 h 25"/>
                <a:gd name="T18" fmla="*/ 12 w 24"/>
                <a:gd name="T19" fmla="*/ 25 h 25"/>
                <a:gd name="T20" fmla="*/ 24 w 24"/>
                <a:gd name="T21" fmla="*/ 13 h 25"/>
                <a:gd name="T22" fmla="*/ 21 w 24"/>
                <a:gd name="T23" fmla="*/ 4 h 25"/>
                <a:gd name="T24" fmla="*/ 12 w 24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4" y="19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2" name="Freeform 448"/>
            <p:cNvSpPr>
              <a:spLocks noEditPoints="1"/>
            </p:cNvSpPr>
            <p:nvPr/>
          </p:nvSpPr>
          <p:spPr bwMode="auto">
            <a:xfrm flipV="1">
              <a:off x="666752" y="29051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2 w 25"/>
                <a:gd name="T3" fmla="*/ 5 h 24"/>
                <a:gd name="T4" fmla="*/ 19 w 25"/>
                <a:gd name="T5" fmla="*/ 12 h 24"/>
                <a:gd name="T6" fmla="*/ 12 w 25"/>
                <a:gd name="T7" fmla="*/ 19 h 24"/>
                <a:gd name="T8" fmla="*/ 12 w 25"/>
                <a:gd name="T9" fmla="*/ 19 h 24"/>
                <a:gd name="T10" fmla="*/ 6 w 25"/>
                <a:gd name="T11" fmla="*/ 12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3" name="Freeform 449"/>
            <p:cNvSpPr>
              <a:spLocks noEditPoints="1"/>
            </p:cNvSpPr>
            <p:nvPr/>
          </p:nvSpPr>
          <p:spPr bwMode="auto">
            <a:xfrm flipV="1">
              <a:off x="846139" y="272414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4 w 24"/>
                <a:gd name="T27" fmla="*/ 21 h 24"/>
                <a:gd name="T28" fmla="*/ 12 w 24"/>
                <a:gd name="T29" fmla="*/ 24 h 24"/>
                <a:gd name="T30" fmla="*/ 21 w 24"/>
                <a:gd name="T31" fmla="*/ 20 h 24"/>
                <a:gd name="T32" fmla="*/ 24 w 24"/>
                <a:gd name="T33" fmla="*/ 12 h 24"/>
                <a:gd name="T34" fmla="*/ 21 w 24"/>
                <a:gd name="T35" fmla="*/ 4 h 24"/>
                <a:gd name="T36" fmla="*/ 12 w 24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4" name="Freeform 450"/>
            <p:cNvSpPr>
              <a:spLocks noEditPoints="1"/>
            </p:cNvSpPr>
            <p:nvPr/>
          </p:nvSpPr>
          <p:spPr bwMode="auto">
            <a:xfrm flipV="1">
              <a:off x="474664" y="2717798"/>
              <a:ext cx="101600" cy="100013"/>
            </a:xfrm>
            <a:custGeom>
              <a:avLst/>
              <a:gdLst>
                <a:gd name="T0" fmla="*/ 14 w 27"/>
                <a:gd name="T1" fmla="*/ 6 h 27"/>
                <a:gd name="T2" fmla="*/ 21 w 27"/>
                <a:gd name="T3" fmla="*/ 13 h 27"/>
                <a:gd name="T4" fmla="*/ 14 w 27"/>
                <a:gd name="T5" fmla="*/ 20 h 27"/>
                <a:gd name="T6" fmla="*/ 14 w 27"/>
                <a:gd name="T7" fmla="*/ 20 h 27"/>
                <a:gd name="T8" fmla="*/ 7 w 27"/>
                <a:gd name="T9" fmla="*/ 13 h 27"/>
                <a:gd name="T10" fmla="*/ 14 w 27"/>
                <a:gd name="T11" fmla="*/ 6 h 27"/>
                <a:gd name="T12" fmla="*/ 14 w 27"/>
                <a:gd name="T13" fmla="*/ 6 h 27"/>
                <a:gd name="T14" fmla="*/ 14 w 27"/>
                <a:gd name="T15" fmla="*/ 0 h 27"/>
                <a:gd name="T16" fmla="*/ 14 w 27"/>
                <a:gd name="T17" fmla="*/ 0 h 27"/>
                <a:gd name="T18" fmla="*/ 0 w 27"/>
                <a:gd name="T19" fmla="*/ 13 h 27"/>
                <a:gd name="T20" fmla="*/ 4 w 27"/>
                <a:gd name="T21" fmla="*/ 23 h 27"/>
                <a:gd name="T22" fmla="*/ 14 w 27"/>
                <a:gd name="T23" fmla="*/ 27 h 27"/>
                <a:gd name="T24" fmla="*/ 27 w 27"/>
                <a:gd name="T25" fmla="*/ 13 h 27"/>
                <a:gd name="T26" fmla="*/ 14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4" y="6"/>
                  </a:moveTo>
                  <a:cubicBezTo>
                    <a:pt x="18" y="6"/>
                    <a:pt x="21" y="10"/>
                    <a:pt x="21" y="13"/>
                  </a:cubicBezTo>
                  <a:cubicBezTo>
                    <a:pt x="21" y="17"/>
                    <a:pt x="18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0" y="20"/>
                    <a:pt x="7" y="17"/>
                    <a:pt x="7" y="13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7" y="26"/>
                    <a:pt x="10" y="27"/>
                    <a:pt x="14" y="27"/>
                  </a:cubicBezTo>
                  <a:cubicBezTo>
                    <a:pt x="21" y="27"/>
                    <a:pt x="27" y="21"/>
                    <a:pt x="27" y="13"/>
                  </a:cubicBezTo>
                  <a:cubicBezTo>
                    <a:pt x="27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5" name="Freeform 451"/>
            <p:cNvSpPr>
              <a:spLocks noEditPoints="1"/>
            </p:cNvSpPr>
            <p:nvPr/>
          </p:nvSpPr>
          <p:spPr bwMode="auto">
            <a:xfrm flipV="1">
              <a:off x="-17461" y="2600323"/>
              <a:ext cx="101600" cy="101600"/>
            </a:xfrm>
            <a:custGeom>
              <a:avLst/>
              <a:gdLst>
                <a:gd name="T0" fmla="*/ 13 w 27"/>
                <a:gd name="T1" fmla="*/ 7 h 27"/>
                <a:gd name="T2" fmla="*/ 20 w 27"/>
                <a:gd name="T3" fmla="*/ 14 h 27"/>
                <a:gd name="T4" fmla="*/ 13 w 27"/>
                <a:gd name="T5" fmla="*/ 21 h 27"/>
                <a:gd name="T6" fmla="*/ 13 w 27"/>
                <a:gd name="T7" fmla="*/ 21 h 27"/>
                <a:gd name="T8" fmla="*/ 7 w 27"/>
                <a:gd name="T9" fmla="*/ 14 h 27"/>
                <a:gd name="T10" fmla="*/ 13 w 27"/>
                <a:gd name="T11" fmla="*/ 7 h 27"/>
                <a:gd name="T12" fmla="*/ 13 w 27"/>
                <a:gd name="T13" fmla="*/ 7 h 27"/>
                <a:gd name="T14" fmla="*/ 13 w 27"/>
                <a:gd name="T15" fmla="*/ 0 h 27"/>
                <a:gd name="T16" fmla="*/ 13 w 27"/>
                <a:gd name="T17" fmla="*/ 0 h 27"/>
                <a:gd name="T18" fmla="*/ 0 w 27"/>
                <a:gd name="T19" fmla="*/ 14 h 27"/>
                <a:gd name="T20" fmla="*/ 13 w 27"/>
                <a:gd name="T21" fmla="*/ 27 h 27"/>
                <a:gd name="T22" fmla="*/ 27 w 27"/>
                <a:gd name="T23" fmla="*/ 14 h 27"/>
                <a:gd name="T24" fmla="*/ 23 w 27"/>
                <a:gd name="T25" fmla="*/ 4 h 27"/>
                <a:gd name="T26" fmla="*/ 13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3" y="7"/>
                  </a:moveTo>
                  <a:cubicBezTo>
                    <a:pt x="17" y="7"/>
                    <a:pt x="20" y="10"/>
                    <a:pt x="20" y="14"/>
                  </a:cubicBezTo>
                  <a:cubicBezTo>
                    <a:pt x="20" y="18"/>
                    <a:pt x="17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21" y="27"/>
                    <a:pt x="27" y="21"/>
                    <a:pt x="27" y="14"/>
                  </a:cubicBezTo>
                  <a:cubicBezTo>
                    <a:pt x="27" y="10"/>
                    <a:pt x="26" y="7"/>
                    <a:pt x="23" y="4"/>
                  </a:cubicBezTo>
                  <a:cubicBezTo>
                    <a:pt x="21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6" name="Freeform 452"/>
            <p:cNvSpPr>
              <a:spLocks noEditPoints="1"/>
            </p:cNvSpPr>
            <p:nvPr/>
          </p:nvSpPr>
          <p:spPr bwMode="auto">
            <a:xfrm flipV="1">
              <a:off x="295277" y="2905123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0 h 24"/>
                <a:gd name="T28" fmla="*/ 24 w 24"/>
                <a:gd name="T29" fmla="*/ 12 h 24"/>
                <a:gd name="T30" fmla="*/ 21 w 24"/>
                <a:gd name="T31" fmla="*/ 3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7" name="Freeform 453"/>
            <p:cNvSpPr>
              <a:spLocks noEditPoints="1"/>
            </p:cNvSpPr>
            <p:nvPr/>
          </p:nvSpPr>
          <p:spPr bwMode="auto">
            <a:xfrm flipV="1">
              <a:off x="-815973" y="3062285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8" name="Freeform 454"/>
            <p:cNvSpPr>
              <a:spLocks noEditPoints="1"/>
            </p:cNvSpPr>
            <p:nvPr/>
          </p:nvSpPr>
          <p:spPr bwMode="auto">
            <a:xfrm flipV="1">
              <a:off x="-614361" y="324961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9" name="Freeform 455"/>
            <p:cNvSpPr>
              <a:spLocks noEditPoints="1"/>
            </p:cNvSpPr>
            <p:nvPr/>
          </p:nvSpPr>
          <p:spPr bwMode="auto">
            <a:xfrm flipV="1">
              <a:off x="-366711" y="3213098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1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5"/>
                    <a:pt x="2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0" name="Freeform 456"/>
            <p:cNvSpPr>
              <a:spLocks noEditPoints="1"/>
            </p:cNvSpPr>
            <p:nvPr/>
          </p:nvSpPr>
          <p:spPr bwMode="auto">
            <a:xfrm flipV="1">
              <a:off x="-820736" y="32686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1" name="Freeform 457"/>
            <p:cNvSpPr>
              <a:spLocks noEditPoints="1"/>
            </p:cNvSpPr>
            <p:nvPr/>
          </p:nvSpPr>
          <p:spPr bwMode="auto">
            <a:xfrm flipV="1">
              <a:off x="-573086" y="3006723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3 h 24"/>
                <a:gd name="T18" fmla="*/ 0 w 24"/>
                <a:gd name="T19" fmla="*/ 12 h 24"/>
                <a:gd name="T20" fmla="*/ 4 w 24"/>
                <a:gd name="T21" fmla="*/ 20 h 24"/>
                <a:gd name="T22" fmla="*/ 12 w 24"/>
                <a:gd name="T23" fmla="*/ 24 h 24"/>
                <a:gd name="T24" fmla="*/ 21 w 24"/>
                <a:gd name="T25" fmla="*/ 20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2" name="Freeform 458"/>
            <p:cNvSpPr>
              <a:spLocks noEditPoints="1"/>
            </p:cNvSpPr>
            <p:nvPr/>
          </p:nvSpPr>
          <p:spPr bwMode="auto">
            <a:xfrm flipV="1">
              <a:off x="-23811" y="36893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3" name="Freeform 459"/>
            <p:cNvSpPr>
              <a:spLocks noEditPoints="1"/>
            </p:cNvSpPr>
            <p:nvPr/>
          </p:nvSpPr>
          <p:spPr bwMode="auto">
            <a:xfrm flipV="1">
              <a:off x="331789" y="367029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4" name="Freeform 460"/>
            <p:cNvSpPr>
              <a:spLocks noEditPoints="1"/>
            </p:cNvSpPr>
            <p:nvPr/>
          </p:nvSpPr>
          <p:spPr bwMode="auto">
            <a:xfrm flipV="1">
              <a:off x="-392111" y="39147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5" name="Freeform 461"/>
            <p:cNvSpPr>
              <a:spLocks noEditPoints="1"/>
            </p:cNvSpPr>
            <p:nvPr/>
          </p:nvSpPr>
          <p:spPr bwMode="auto">
            <a:xfrm flipV="1">
              <a:off x="-125411" y="40465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0 w 24"/>
                <a:gd name="T17" fmla="*/ 12 h 24"/>
                <a:gd name="T18" fmla="*/ 4 w 24"/>
                <a:gd name="T19" fmla="*/ 20 h 24"/>
                <a:gd name="T20" fmla="*/ 12 w 24"/>
                <a:gd name="T21" fmla="*/ 24 h 24"/>
                <a:gd name="T22" fmla="*/ 21 w 24"/>
                <a:gd name="T23" fmla="*/ 20 h 24"/>
                <a:gd name="T24" fmla="*/ 24 w 24"/>
                <a:gd name="T25" fmla="*/ 12 h 24"/>
                <a:gd name="T26" fmla="*/ 21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6" name="Freeform 462"/>
            <p:cNvSpPr>
              <a:spLocks noEditPoints="1"/>
            </p:cNvSpPr>
            <p:nvPr/>
          </p:nvSpPr>
          <p:spPr bwMode="auto">
            <a:xfrm flipV="1">
              <a:off x="295277" y="254158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7" name="Freeform 463"/>
            <p:cNvSpPr>
              <a:spLocks noEditPoints="1"/>
            </p:cNvSpPr>
            <p:nvPr/>
          </p:nvSpPr>
          <p:spPr bwMode="auto">
            <a:xfrm flipV="1">
              <a:off x="488952" y="23574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3 w 24"/>
                <a:gd name="T17" fmla="*/ 21 h 24"/>
                <a:gd name="T18" fmla="*/ 12 w 24"/>
                <a:gd name="T19" fmla="*/ 24 h 24"/>
                <a:gd name="T20" fmla="*/ 20 w 24"/>
                <a:gd name="T21" fmla="*/ 21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8" name="Freeform 464"/>
            <p:cNvSpPr>
              <a:spLocks noEditPoints="1"/>
            </p:cNvSpPr>
            <p:nvPr/>
          </p:nvSpPr>
          <p:spPr bwMode="auto">
            <a:xfrm flipV="1">
              <a:off x="1038227" y="3279773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9" name="Freeform 465"/>
            <p:cNvSpPr>
              <a:spLocks noEditPoints="1"/>
            </p:cNvSpPr>
            <p:nvPr/>
          </p:nvSpPr>
          <p:spPr bwMode="auto">
            <a:xfrm flipV="1">
              <a:off x="1049339" y="2897185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5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5 w 25"/>
                <a:gd name="T25" fmla="*/ 12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0" name="Freeform 466"/>
            <p:cNvSpPr>
              <a:spLocks/>
            </p:cNvSpPr>
            <p:nvPr/>
          </p:nvSpPr>
          <p:spPr bwMode="auto">
            <a:xfrm flipV="1">
              <a:off x="-1776411" y="3678236"/>
              <a:ext cx="3582987" cy="1906588"/>
            </a:xfrm>
            <a:custGeom>
              <a:avLst/>
              <a:gdLst>
                <a:gd name="T0" fmla="*/ 955 w 955"/>
                <a:gd name="T1" fmla="*/ 508 h 508"/>
                <a:gd name="T2" fmla="*/ 906 w 955"/>
                <a:gd name="T3" fmla="*/ 508 h 508"/>
                <a:gd name="T4" fmla="*/ 903 w 955"/>
                <a:gd name="T5" fmla="*/ 506 h 508"/>
                <a:gd name="T6" fmla="*/ 807 w 955"/>
                <a:gd name="T7" fmla="*/ 410 h 508"/>
                <a:gd name="T8" fmla="*/ 698 w 955"/>
                <a:gd name="T9" fmla="*/ 410 h 508"/>
                <a:gd name="T10" fmla="*/ 694 w 955"/>
                <a:gd name="T11" fmla="*/ 409 h 508"/>
                <a:gd name="T12" fmla="*/ 655 w 955"/>
                <a:gd name="T13" fmla="*/ 370 h 508"/>
                <a:gd name="T14" fmla="*/ 365 w 955"/>
                <a:gd name="T15" fmla="*/ 370 h 508"/>
                <a:gd name="T16" fmla="*/ 362 w 955"/>
                <a:gd name="T17" fmla="*/ 369 h 508"/>
                <a:gd name="T18" fmla="*/ 0 w 955"/>
                <a:gd name="T19" fmla="*/ 7 h 508"/>
                <a:gd name="T20" fmla="*/ 7 w 955"/>
                <a:gd name="T21" fmla="*/ 0 h 508"/>
                <a:gd name="T22" fmla="*/ 367 w 955"/>
                <a:gd name="T23" fmla="*/ 360 h 508"/>
                <a:gd name="T24" fmla="*/ 657 w 955"/>
                <a:gd name="T25" fmla="*/ 360 h 508"/>
                <a:gd name="T26" fmla="*/ 661 w 955"/>
                <a:gd name="T27" fmla="*/ 361 h 508"/>
                <a:gd name="T28" fmla="*/ 700 w 955"/>
                <a:gd name="T29" fmla="*/ 400 h 508"/>
                <a:gd name="T30" fmla="*/ 809 w 955"/>
                <a:gd name="T31" fmla="*/ 400 h 508"/>
                <a:gd name="T32" fmla="*/ 812 w 955"/>
                <a:gd name="T33" fmla="*/ 401 h 508"/>
                <a:gd name="T34" fmla="*/ 908 w 955"/>
                <a:gd name="T35" fmla="*/ 497 h 508"/>
                <a:gd name="T36" fmla="*/ 955 w 955"/>
                <a:gd name="T37" fmla="*/ 497 h 508"/>
                <a:gd name="T38" fmla="*/ 955 w 955"/>
                <a:gd name="T39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5" h="508">
                  <a:moveTo>
                    <a:pt x="955" y="508"/>
                  </a:moveTo>
                  <a:cubicBezTo>
                    <a:pt x="906" y="508"/>
                    <a:pt x="906" y="508"/>
                    <a:pt x="906" y="508"/>
                  </a:cubicBezTo>
                  <a:cubicBezTo>
                    <a:pt x="905" y="508"/>
                    <a:pt x="904" y="507"/>
                    <a:pt x="903" y="506"/>
                  </a:cubicBezTo>
                  <a:cubicBezTo>
                    <a:pt x="807" y="410"/>
                    <a:pt x="807" y="410"/>
                    <a:pt x="807" y="410"/>
                  </a:cubicBezTo>
                  <a:cubicBezTo>
                    <a:pt x="698" y="410"/>
                    <a:pt x="698" y="410"/>
                    <a:pt x="698" y="410"/>
                  </a:cubicBezTo>
                  <a:cubicBezTo>
                    <a:pt x="696" y="410"/>
                    <a:pt x="695" y="410"/>
                    <a:pt x="694" y="409"/>
                  </a:cubicBezTo>
                  <a:cubicBezTo>
                    <a:pt x="655" y="370"/>
                    <a:pt x="655" y="370"/>
                    <a:pt x="655" y="370"/>
                  </a:cubicBezTo>
                  <a:cubicBezTo>
                    <a:pt x="365" y="370"/>
                    <a:pt x="365" y="370"/>
                    <a:pt x="365" y="370"/>
                  </a:cubicBezTo>
                  <a:cubicBezTo>
                    <a:pt x="364" y="370"/>
                    <a:pt x="363" y="369"/>
                    <a:pt x="362" y="36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67" y="360"/>
                    <a:pt x="367" y="360"/>
                    <a:pt x="367" y="360"/>
                  </a:cubicBezTo>
                  <a:cubicBezTo>
                    <a:pt x="657" y="360"/>
                    <a:pt x="657" y="360"/>
                    <a:pt x="657" y="360"/>
                  </a:cubicBezTo>
                  <a:cubicBezTo>
                    <a:pt x="659" y="360"/>
                    <a:pt x="660" y="360"/>
                    <a:pt x="661" y="361"/>
                  </a:cubicBezTo>
                  <a:cubicBezTo>
                    <a:pt x="700" y="400"/>
                    <a:pt x="700" y="400"/>
                    <a:pt x="700" y="400"/>
                  </a:cubicBezTo>
                  <a:cubicBezTo>
                    <a:pt x="809" y="400"/>
                    <a:pt x="809" y="400"/>
                    <a:pt x="809" y="400"/>
                  </a:cubicBezTo>
                  <a:cubicBezTo>
                    <a:pt x="810" y="400"/>
                    <a:pt x="811" y="400"/>
                    <a:pt x="812" y="401"/>
                  </a:cubicBezTo>
                  <a:cubicBezTo>
                    <a:pt x="908" y="497"/>
                    <a:pt x="908" y="497"/>
                    <a:pt x="908" y="497"/>
                  </a:cubicBezTo>
                  <a:cubicBezTo>
                    <a:pt x="955" y="497"/>
                    <a:pt x="955" y="497"/>
                    <a:pt x="955" y="497"/>
                  </a:cubicBezTo>
                  <a:lnTo>
                    <a:pt x="955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1" name="Freeform 467"/>
            <p:cNvSpPr>
              <a:spLocks/>
            </p:cNvSpPr>
            <p:nvPr/>
          </p:nvSpPr>
          <p:spPr bwMode="auto">
            <a:xfrm flipV="1">
              <a:off x="-50798" y="3378198"/>
              <a:ext cx="1504950" cy="715963"/>
            </a:xfrm>
            <a:custGeom>
              <a:avLst/>
              <a:gdLst>
                <a:gd name="T0" fmla="*/ 401 w 401"/>
                <a:gd name="T1" fmla="*/ 191 h 191"/>
                <a:gd name="T2" fmla="*/ 398 w 401"/>
                <a:gd name="T3" fmla="*/ 191 h 191"/>
                <a:gd name="T4" fmla="*/ 398 w 401"/>
                <a:gd name="T5" fmla="*/ 158 h 191"/>
                <a:gd name="T6" fmla="*/ 366 w 401"/>
                <a:gd name="T7" fmla="*/ 127 h 191"/>
                <a:gd name="T8" fmla="*/ 313 w 401"/>
                <a:gd name="T9" fmla="*/ 127 h 191"/>
                <a:gd name="T10" fmla="*/ 312 w 401"/>
                <a:gd name="T11" fmla="*/ 127 h 191"/>
                <a:gd name="T12" fmla="*/ 189 w 401"/>
                <a:gd name="T13" fmla="*/ 4 h 191"/>
                <a:gd name="T14" fmla="*/ 0 w 401"/>
                <a:gd name="T15" fmla="*/ 4 h 191"/>
                <a:gd name="T16" fmla="*/ 0 w 401"/>
                <a:gd name="T17" fmla="*/ 0 h 191"/>
                <a:gd name="T18" fmla="*/ 190 w 401"/>
                <a:gd name="T19" fmla="*/ 0 h 191"/>
                <a:gd name="T20" fmla="*/ 191 w 401"/>
                <a:gd name="T21" fmla="*/ 1 h 191"/>
                <a:gd name="T22" fmla="*/ 314 w 401"/>
                <a:gd name="T23" fmla="*/ 124 h 191"/>
                <a:gd name="T24" fmla="*/ 367 w 401"/>
                <a:gd name="T25" fmla="*/ 124 h 191"/>
                <a:gd name="T26" fmla="*/ 368 w 401"/>
                <a:gd name="T27" fmla="*/ 124 h 191"/>
                <a:gd name="T28" fmla="*/ 401 w 401"/>
                <a:gd name="T29" fmla="*/ 156 h 191"/>
                <a:gd name="T30" fmla="*/ 401 w 401"/>
                <a:gd name="T31" fmla="*/ 158 h 191"/>
                <a:gd name="T32" fmla="*/ 401 w 401"/>
                <a:gd name="T33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1" h="191">
                  <a:moveTo>
                    <a:pt x="401" y="191"/>
                  </a:moveTo>
                  <a:cubicBezTo>
                    <a:pt x="398" y="191"/>
                    <a:pt x="398" y="191"/>
                    <a:pt x="398" y="191"/>
                  </a:cubicBezTo>
                  <a:cubicBezTo>
                    <a:pt x="398" y="158"/>
                    <a:pt x="398" y="158"/>
                    <a:pt x="398" y="158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13" y="127"/>
                    <a:pt x="313" y="127"/>
                    <a:pt x="313" y="127"/>
                  </a:cubicBezTo>
                  <a:cubicBezTo>
                    <a:pt x="313" y="127"/>
                    <a:pt x="312" y="127"/>
                    <a:pt x="312" y="127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91" y="0"/>
                    <a:pt x="191" y="1"/>
                  </a:cubicBezTo>
                  <a:cubicBezTo>
                    <a:pt x="314" y="124"/>
                    <a:pt x="314" y="124"/>
                    <a:pt x="314" y="124"/>
                  </a:cubicBezTo>
                  <a:cubicBezTo>
                    <a:pt x="367" y="124"/>
                    <a:pt x="367" y="124"/>
                    <a:pt x="367" y="124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7"/>
                    <a:pt x="401" y="157"/>
                    <a:pt x="401" y="158"/>
                  </a:cubicBezTo>
                  <a:lnTo>
                    <a:pt x="401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2" name="Freeform 468"/>
            <p:cNvSpPr>
              <a:spLocks/>
            </p:cNvSpPr>
            <p:nvPr/>
          </p:nvSpPr>
          <p:spPr bwMode="auto">
            <a:xfrm flipV="1">
              <a:off x="-320673" y="3467098"/>
              <a:ext cx="1576387" cy="496888"/>
            </a:xfrm>
            <a:custGeom>
              <a:avLst/>
              <a:gdLst>
                <a:gd name="T0" fmla="*/ 420 w 420"/>
                <a:gd name="T1" fmla="*/ 132 h 132"/>
                <a:gd name="T2" fmla="*/ 382 w 420"/>
                <a:gd name="T3" fmla="*/ 132 h 132"/>
                <a:gd name="T4" fmla="*/ 381 w 420"/>
                <a:gd name="T5" fmla="*/ 132 h 132"/>
                <a:gd name="T6" fmla="*/ 252 w 420"/>
                <a:gd name="T7" fmla="*/ 3 h 132"/>
                <a:gd name="T8" fmla="*/ 0 w 420"/>
                <a:gd name="T9" fmla="*/ 3 h 132"/>
                <a:gd name="T10" fmla="*/ 0 w 420"/>
                <a:gd name="T11" fmla="*/ 0 h 132"/>
                <a:gd name="T12" fmla="*/ 253 w 420"/>
                <a:gd name="T13" fmla="*/ 0 h 132"/>
                <a:gd name="T14" fmla="*/ 254 w 420"/>
                <a:gd name="T15" fmla="*/ 0 h 132"/>
                <a:gd name="T16" fmla="*/ 383 w 420"/>
                <a:gd name="T17" fmla="*/ 129 h 132"/>
                <a:gd name="T18" fmla="*/ 420 w 420"/>
                <a:gd name="T19" fmla="*/ 129 h 132"/>
                <a:gd name="T20" fmla="*/ 420 w 420"/>
                <a:gd name="T2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0" h="132">
                  <a:moveTo>
                    <a:pt x="420" y="132"/>
                  </a:move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252" y="3"/>
                    <a:pt x="252" y="3"/>
                    <a:pt x="25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53" y="0"/>
                    <a:pt x="254" y="0"/>
                    <a:pt x="254" y="0"/>
                  </a:cubicBezTo>
                  <a:cubicBezTo>
                    <a:pt x="383" y="129"/>
                    <a:pt x="383" y="129"/>
                    <a:pt x="383" y="129"/>
                  </a:cubicBezTo>
                  <a:cubicBezTo>
                    <a:pt x="420" y="129"/>
                    <a:pt x="420" y="129"/>
                    <a:pt x="420" y="129"/>
                  </a:cubicBezTo>
                  <a:lnTo>
                    <a:pt x="42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3" name="Freeform 469"/>
            <p:cNvSpPr>
              <a:spLocks/>
            </p:cNvSpPr>
            <p:nvPr/>
          </p:nvSpPr>
          <p:spPr bwMode="auto">
            <a:xfrm flipV="1">
              <a:off x="34927" y="3325811"/>
              <a:ext cx="1009650" cy="514350"/>
            </a:xfrm>
            <a:custGeom>
              <a:avLst/>
              <a:gdLst>
                <a:gd name="T0" fmla="*/ 237 w 269"/>
                <a:gd name="T1" fmla="*/ 137 h 137"/>
                <a:gd name="T2" fmla="*/ 236 w 269"/>
                <a:gd name="T3" fmla="*/ 136 h 137"/>
                <a:gd name="T4" fmla="*/ 103 w 269"/>
                <a:gd name="T5" fmla="*/ 3 h 137"/>
                <a:gd name="T6" fmla="*/ 22 w 269"/>
                <a:gd name="T7" fmla="*/ 3 h 137"/>
                <a:gd name="T8" fmla="*/ 2 w 269"/>
                <a:gd name="T9" fmla="*/ 24 h 137"/>
                <a:gd name="T10" fmla="*/ 0 w 269"/>
                <a:gd name="T11" fmla="*/ 21 h 137"/>
                <a:gd name="T12" fmla="*/ 20 w 269"/>
                <a:gd name="T13" fmla="*/ 0 h 137"/>
                <a:gd name="T14" fmla="*/ 22 w 269"/>
                <a:gd name="T15" fmla="*/ 0 h 137"/>
                <a:gd name="T16" fmla="*/ 22 w 269"/>
                <a:gd name="T17" fmla="*/ 0 h 137"/>
                <a:gd name="T18" fmla="*/ 104 w 269"/>
                <a:gd name="T19" fmla="*/ 0 h 137"/>
                <a:gd name="T20" fmla="*/ 105 w 269"/>
                <a:gd name="T21" fmla="*/ 0 h 137"/>
                <a:gd name="T22" fmla="*/ 238 w 269"/>
                <a:gd name="T23" fmla="*/ 133 h 137"/>
                <a:gd name="T24" fmla="*/ 269 w 269"/>
                <a:gd name="T25" fmla="*/ 133 h 137"/>
                <a:gd name="T26" fmla="*/ 269 w 269"/>
                <a:gd name="T27" fmla="*/ 137 h 137"/>
                <a:gd name="T28" fmla="*/ 237 w 269"/>
                <a:gd name="T29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9" h="137">
                  <a:moveTo>
                    <a:pt x="237" y="137"/>
                  </a:moveTo>
                  <a:cubicBezTo>
                    <a:pt x="237" y="137"/>
                    <a:pt x="237" y="136"/>
                    <a:pt x="236" y="136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238" y="133"/>
                    <a:pt x="238" y="133"/>
                    <a:pt x="238" y="133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7"/>
                    <a:pt x="269" y="137"/>
                    <a:pt x="269" y="137"/>
                  </a:cubicBezTo>
                  <a:lnTo>
                    <a:pt x="237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4" name="Freeform 470"/>
            <p:cNvSpPr>
              <a:spLocks/>
            </p:cNvSpPr>
            <p:nvPr/>
          </p:nvSpPr>
          <p:spPr bwMode="auto">
            <a:xfrm flipV="1">
              <a:off x="-2035173" y="3171823"/>
              <a:ext cx="2941637" cy="2135188"/>
            </a:xfrm>
            <a:custGeom>
              <a:avLst/>
              <a:gdLst>
                <a:gd name="T0" fmla="*/ 784 w 784"/>
                <a:gd name="T1" fmla="*/ 569 h 569"/>
                <a:gd name="T2" fmla="*/ 781 w 784"/>
                <a:gd name="T3" fmla="*/ 569 h 569"/>
                <a:gd name="T4" fmla="*/ 781 w 784"/>
                <a:gd name="T5" fmla="*/ 536 h 569"/>
                <a:gd name="T6" fmla="*/ 687 w 784"/>
                <a:gd name="T7" fmla="*/ 441 h 569"/>
                <a:gd name="T8" fmla="*/ 672 w 784"/>
                <a:gd name="T9" fmla="*/ 441 h 569"/>
                <a:gd name="T10" fmla="*/ 646 w 784"/>
                <a:gd name="T11" fmla="*/ 467 h 569"/>
                <a:gd name="T12" fmla="*/ 645 w 784"/>
                <a:gd name="T13" fmla="*/ 467 h 569"/>
                <a:gd name="T14" fmla="*/ 466 w 784"/>
                <a:gd name="T15" fmla="*/ 467 h 569"/>
                <a:gd name="T16" fmla="*/ 465 w 784"/>
                <a:gd name="T17" fmla="*/ 467 h 569"/>
                <a:gd name="T18" fmla="*/ 0 w 784"/>
                <a:gd name="T19" fmla="*/ 2 h 569"/>
                <a:gd name="T20" fmla="*/ 2 w 784"/>
                <a:gd name="T21" fmla="*/ 0 h 569"/>
                <a:gd name="T22" fmla="*/ 467 w 784"/>
                <a:gd name="T23" fmla="*/ 464 h 569"/>
                <a:gd name="T24" fmla="*/ 644 w 784"/>
                <a:gd name="T25" fmla="*/ 464 h 569"/>
                <a:gd name="T26" fmla="*/ 670 w 784"/>
                <a:gd name="T27" fmla="*/ 439 h 569"/>
                <a:gd name="T28" fmla="*/ 671 w 784"/>
                <a:gd name="T29" fmla="*/ 438 h 569"/>
                <a:gd name="T30" fmla="*/ 687 w 784"/>
                <a:gd name="T31" fmla="*/ 438 h 569"/>
                <a:gd name="T32" fmla="*/ 689 w 784"/>
                <a:gd name="T33" fmla="*/ 439 h 569"/>
                <a:gd name="T34" fmla="*/ 784 w 784"/>
                <a:gd name="T35" fmla="*/ 534 h 569"/>
                <a:gd name="T36" fmla="*/ 784 w 784"/>
                <a:gd name="T37" fmla="*/ 535 h 569"/>
                <a:gd name="T38" fmla="*/ 784 w 784"/>
                <a:gd name="T39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4" h="569">
                  <a:moveTo>
                    <a:pt x="784" y="569"/>
                  </a:moveTo>
                  <a:cubicBezTo>
                    <a:pt x="781" y="569"/>
                    <a:pt x="781" y="569"/>
                    <a:pt x="781" y="569"/>
                  </a:cubicBezTo>
                  <a:cubicBezTo>
                    <a:pt x="781" y="536"/>
                    <a:pt x="781" y="536"/>
                    <a:pt x="781" y="536"/>
                  </a:cubicBezTo>
                  <a:cubicBezTo>
                    <a:pt x="687" y="441"/>
                    <a:pt x="687" y="441"/>
                    <a:pt x="687" y="441"/>
                  </a:cubicBezTo>
                  <a:cubicBezTo>
                    <a:pt x="672" y="441"/>
                    <a:pt x="672" y="441"/>
                    <a:pt x="672" y="441"/>
                  </a:cubicBezTo>
                  <a:cubicBezTo>
                    <a:pt x="646" y="467"/>
                    <a:pt x="646" y="467"/>
                    <a:pt x="646" y="467"/>
                  </a:cubicBezTo>
                  <a:cubicBezTo>
                    <a:pt x="646" y="467"/>
                    <a:pt x="646" y="467"/>
                    <a:pt x="645" y="467"/>
                  </a:cubicBezTo>
                  <a:cubicBezTo>
                    <a:pt x="466" y="467"/>
                    <a:pt x="466" y="467"/>
                    <a:pt x="466" y="467"/>
                  </a:cubicBezTo>
                  <a:cubicBezTo>
                    <a:pt x="465" y="467"/>
                    <a:pt x="465" y="467"/>
                    <a:pt x="465" y="4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67" y="464"/>
                    <a:pt x="467" y="464"/>
                    <a:pt x="467" y="464"/>
                  </a:cubicBezTo>
                  <a:cubicBezTo>
                    <a:pt x="644" y="464"/>
                    <a:pt x="644" y="464"/>
                    <a:pt x="644" y="464"/>
                  </a:cubicBezTo>
                  <a:cubicBezTo>
                    <a:pt x="670" y="439"/>
                    <a:pt x="670" y="439"/>
                    <a:pt x="670" y="439"/>
                  </a:cubicBezTo>
                  <a:cubicBezTo>
                    <a:pt x="670" y="438"/>
                    <a:pt x="671" y="438"/>
                    <a:pt x="671" y="438"/>
                  </a:cubicBezTo>
                  <a:cubicBezTo>
                    <a:pt x="687" y="438"/>
                    <a:pt x="687" y="438"/>
                    <a:pt x="687" y="438"/>
                  </a:cubicBezTo>
                  <a:cubicBezTo>
                    <a:pt x="688" y="438"/>
                    <a:pt x="688" y="438"/>
                    <a:pt x="689" y="439"/>
                  </a:cubicBezTo>
                  <a:cubicBezTo>
                    <a:pt x="784" y="534"/>
                    <a:pt x="784" y="534"/>
                    <a:pt x="784" y="534"/>
                  </a:cubicBezTo>
                  <a:cubicBezTo>
                    <a:pt x="784" y="534"/>
                    <a:pt x="784" y="535"/>
                    <a:pt x="784" y="535"/>
                  </a:cubicBezTo>
                  <a:lnTo>
                    <a:pt x="784" y="5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5" name="Freeform 471"/>
            <p:cNvSpPr>
              <a:spLocks/>
            </p:cNvSpPr>
            <p:nvPr/>
          </p:nvSpPr>
          <p:spPr bwMode="auto">
            <a:xfrm flipV="1">
              <a:off x="-763586" y="3328986"/>
              <a:ext cx="1452562" cy="206375"/>
            </a:xfrm>
            <a:custGeom>
              <a:avLst/>
              <a:gdLst>
                <a:gd name="T0" fmla="*/ 3 w 387"/>
                <a:gd name="T1" fmla="*/ 55 h 55"/>
                <a:gd name="T2" fmla="*/ 0 w 387"/>
                <a:gd name="T3" fmla="*/ 52 h 55"/>
                <a:gd name="T4" fmla="*/ 52 w 387"/>
                <a:gd name="T5" fmla="*/ 1 h 55"/>
                <a:gd name="T6" fmla="*/ 53 w 387"/>
                <a:gd name="T7" fmla="*/ 0 h 55"/>
                <a:gd name="T8" fmla="*/ 53 w 387"/>
                <a:gd name="T9" fmla="*/ 0 h 55"/>
                <a:gd name="T10" fmla="*/ 80 w 387"/>
                <a:gd name="T11" fmla="*/ 0 h 55"/>
                <a:gd name="T12" fmla="*/ 81 w 387"/>
                <a:gd name="T13" fmla="*/ 1 h 55"/>
                <a:gd name="T14" fmla="*/ 93 w 387"/>
                <a:gd name="T15" fmla="*/ 13 h 55"/>
                <a:gd name="T16" fmla="*/ 305 w 387"/>
                <a:gd name="T17" fmla="*/ 13 h 55"/>
                <a:gd name="T18" fmla="*/ 306 w 387"/>
                <a:gd name="T19" fmla="*/ 13 h 55"/>
                <a:gd name="T20" fmla="*/ 326 w 387"/>
                <a:gd name="T21" fmla="*/ 33 h 55"/>
                <a:gd name="T22" fmla="*/ 373 w 387"/>
                <a:gd name="T23" fmla="*/ 33 h 55"/>
                <a:gd name="T24" fmla="*/ 374 w 387"/>
                <a:gd name="T25" fmla="*/ 34 h 55"/>
                <a:gd name="T26" fmla="*/ 387 w 387"/>
                <a:gd name="T27" fmla="*/ 46 h 55"/>
                <a:gd name="T28" fmla="*/ 384 w 387"/>
                <a:gd name="T29" fmla="*/ 48 h 55"/>
                <a:gd name="T30" fmla="*/ 372 w 387"/>
                <a:gd name="T31" fmla="*/ 37 h 55"/>
                <a:gd name="T32" fmla="*/ 325 w 387"/>
                <a:gd name="T33" fmla="*/ 37 h 55"/>
                <a:gd name="T34" fmla="*/ 324 w 387"/>
                <a:gd name="T35" fmla="*/ 36 h 55"/>
                <a:gd name="T36" fmla="*/ 304 w 387"/>
                <a:gd name="T37" fmla="*/ 16 h 55"/>
                <a:gd name="T38" fmla="*/ 93 w 387"/>
                <a:gd name="T39" fmla="*/ 16 h 55"/>
                <a:gd name="T40" fmla="*/ 91 w 387"/>
                <a:gd name="T41" fmla="*/ 16 h 55"/>
                <a:gd name="T42" fmla="*/ 79 w 387"/>
                <a:gd name="T43" fmla="*/ 4 h 55"/>
                <a:gd name="T44" fmla="*/ 54 w 387"/>
                <a:gd name="T45" fmla="*/ 4 h 55"/>
                <a:gd name="T46" fmla="*/ 3 w 387"/>
                <a:gd name="T4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7" h="55">
                  <a:moveTo>
                    <a:pt x="3" y="55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1" y="0"/>
                    <a:pt x="81" y="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305" y="13"/>
                    <a:pt x="305" y="13"/>
                    <a:pt x="305" y="13"/>
                  </a:cubicBezTo>
                  <a:cubicBezTo>
                    <a:pt x="305" y="13"/>
                    <a:pt x="306" y="13"/>
                    <a:pt x="306" y="1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73" y="33"/>
                    <a:pt x="373" y="33"/>
                    <a:pt x="373" y="33"/>
                  </a:cubicBezTo>
                  <a:cubicBezTo>
                    <a:pt x="374" y="33"/>
                    <a:pt x="374" y="33"/>
                    <a:pt x="374" y="34"/>
                  </a:cubicBezTo>
                  <a:cubicBezTo>
                    <a:pt x="387" y="46"/>
                    <a:pt x="387" y="46"/>
                    <a:pt x="387" y="46"/>
                  </a:cubicBezTo>
                  <a:cubicBezTo>
                    <a:pt x="384" y="48"/>
                    <a:pt x="384" y="48"/>
                    <a:pt x="384" y="48"/>
                  </a:cubicBezTo>
                  <a:cubicBezTo>
                    <a:pt x="372" y="37"/>
                    <a:pt x="372" y="37"/>
                    <a:pt x="372" y="37"/>
                  </a:cubicBezTo>
                  <a:cubicBezTo>
                    <a:pt x="325" y="37"/>
                    <a:pt x="325" y="37"/>
                    <a:pt x="325" y="37"/>
                  </a:cubicBezTo>
                  <a:cubicBezTo>
                    <a:pt x="325" y="37"/>
                    <a:pt x="324" y="37"/>
                    <a:pt x="324" y="36"/>
                  </a:cubicBezTo>
                  <a:cubicBezTo>
                    <a:pt x="304" y="16"/>
                    <a:pt x="304" y="16"/>
                    <a:pt x="304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2" y="16"/>
                    <a:pt x="92" y="16"/>
                    <a:pt x="91" y="16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54" y="4"/>
                    <a:pt x="54" y="4"/>
                    <a:pt x="54" y="4"/>
                  </a:cubicBezTo>
                  <a:lnTo>
                    <a:pt x="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6" name="Freeform 472"/>
            <p:cNvSpPr>
              <a:spLocks/>
            </p:cNvSpPr>
            <p:nvPr/>
          </p:nvSpPr>
          <p:spPr bwMode="auto">
            <a:xfrm flipV="1">
              <a:off x="-306386" y="2938460"/>
              <a:ext cx="1362075" cy="465138"/>
            </a:xfrm>
            <a:custGeom>
              <a:avLst/>
              <a:gdLst>
                <a:gd name="T0" fmla="*/ 363 w 363"/>
                <a:gd name="T1" fmla="*/ 124 h 124"/>
                <a:gd name="T2" fmla="*/ 320 w 363"/>
                <a:gd name="T3" fmla="*/ 124 h 124"/>
                <a:gd name="T4" fmla="*/ 319 w 363"/>
                <a:gd name="T5" fmla="*/ 124 h 124"/>
                <a:gd name="T6" fmla="*/ 229 w 363"/>
                <a:gd name="T7" fmla="*/ 33 h 124"/>
                <a:gd name="T8" fmla="*/ 201 w 363"/>
                <a:gd name="T9" fmla="*/ 33 h 124"/>
                <a:gd name="T10" fmla="*/ 200 w 363"/>
                <a:gd name="T11" fmla="*/ 33 h 124"/>
                <a:gd name="T12" fmla="*/ 171 w 363"/>
                <a:gd name="T13" fmla="*/ 4 h 124"/>
                <a:gd name="T14" fmla="*/ 34 w 363"/>
                <a:gd name="T15" fmla="*/ 4 h 124"/>
                <a:gd name="T16" fmla="*/ 2 w 363"/>
                <a:gd name="T17" fmla="*/ 35 h 124"/>
                <a:gd name="T18" fmla="*/ 0 w 363"/>
                <a:gd name="T19" fmla="*/ 33 h 124"/>
                <a:gd name="T20" fmla="*/ 32 w 363"/>
                <a:gd name="T21" fmla="*/ 1 h 124"/>
                <a:gd name="T22" fmla="*/ 33 w 363"/>
                <a:gd name="T23" fmla="*/ 0 h 124"/>
                <a:gd name="T24" fmla="*/ 172 w 363"/>
                <a:gd name="T25" fmla="*/ 0 h 124"/>
                <a:gd name="T26" fmla="*/ 173 w 363"/>
                <a:gd name="T27" fmla="*/ 1 h 124"/>
                <a:gd name="T28" fmla="*/ 202 w 363"/>
                <a:gd name="T29" fmla="*/ 30 h 124"/>
                <a:gd name="T30" fmla="*/ 230 w 363"/>
                <a:gd name="T31" fmla="*/ 30 h 124"/>
                <a:gd name="T32" fmla="*/ 231 w 363"/>
                <a:gd name="T33" fmla="*/ 31 h 124"/>
                <a:gd name="T34" fmla="*/ 321 w 363"/>
                <a:gd name="T35" fmla="*/ 121 h 124"/>
                <a:gd name="T36" fmla="*/ 363 w 363"/>
                <a:gd name="T37" fmla="*/ 121 h 124"/>
                <a:gd name="T38" fmla="*/ 363 w 363"/>
                <a:gd name="T3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3" h="124">
                  <a:moveTo>
                    <a:pt x="363" y="124"/>
                  </a:moveTo>
                  <a:cubicBezTo>
                    <a:pt x="320" y="124"/>
                    <a:pt x="320" y="124"/>
                    <a:pt x="320" y="124"/>
                  </a:cubicBezTo>
                  <a:cubicBezTo>
                    <a:pt x="320" y="124"/>
                    <a:pt x="320" y="124"/>
                    <a:pt x="319" y="124"/>
                  </a:cubicBezTo>
                  <a:cubicBezTo>
                    <a:pt x="229" y="33"/>
                    <a:pt x="229" y="33"/>
                    <a:pt x="229" y="33"/>
                  </a:cubicBezTo>
                  <a:cubicBezTo>
                    <a:pt x="201" y="33"/>
                    <a:pt x="201" y="33"/>
                    <a:pt x="201" y="33"/>
                  </a:cubicBezTo>
                  <a:cubicBezTo>
                    <a:pt x="201" y="33"/>
                    <a:pt x="201" y="33"/>
                    <a:pt x="200" y="33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0"/>
                    <a:pt x="173" y="1"/>
                    <a:pt x="173" y="1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30" y="30"/>
                    <a:pt x="230" y="30"/>
                    <a:pt x="230" y="30"/>
                  </a:cubicBezTo>
                  <a:cubicBezTo>
                    <a:pt x="230" y="30"/>
                    <a:pt x="231" y="30"/>
                    <a:pt x="231" y="31"/>
                  </a:cubicBezTo>
                  <a:cubicBezTo>
                    <a:pt x="321" y="121"/>
                    <a:pt x="321" y="121"/>
                    <a:pt x="321" y="121"/>
                  </a:cubicBezTo>
                  <a:cubicBezTo>
                    <a:pt x="363" y="121"/>
                    <a:pt x="363" y="121"/>
                    <a:pt x="363" y="121"/>
                  </a:cubicBezTo>
                  <a:lnTo>
                    <a:pt x="363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7" name="Freeform 473"/>
            <p:cNvSpPr>
              <a:spLocks/>
            </p:cNvSpPr>
            <p:nvPr/>
          </p:nvSpPr>
          <p:spPr bwMode="auto">
            <a:xfrm flipV="1">
              <a:off x="-755648" y="2795585"/>
              <a:ext cx="1079500" cy="354013"/>
            </a:xfrm>
            <a:custGeom>
              <a:avLst/>
              <a:gdLst>
                <a:gd name="T0" fmla="*/ 115 w 288"/>
                <a:gd name="T1" fmla="*/ 94 h 94"/>
                <a:gd name="T2" fmla="*/ 78 w 288"/>
                <a:gd name="T3" fmla="*/ 94 h 94"/>
                <a:gd name="T4" fmla="*/ 77 w 288"/>
                <a:gd name="T5" fmla="*/ 94 h 94"/>
                <a:gd name="T6" fmla="*/ 0 w 288"/>
                <a:gd name="T7" fmla="*/ 18 h 94"/>
                <a:gd name="T8" fmla="*/ 3 w 288"/>
                <a:gd name="T9" fmla="*/ 15 h 94"/>
                <a:gd name="T10" fmla="*/ 79 w 288"/>
                <a:gd name="T11" fmla="*/ 91 h 94"/>
                <a:gd name="T12" fmla="*/ 115 w 288"/>
                <a:gd name="T13" fmla="*/ 91 h 94"/>
                <a:gd name="T14" fmla="*/ 205 w 288"/>
                <a:gd name="T15" fmla="*/ 1 h 94"/>
                <a:gd name="T16" fmla="*/ 206 w 288"/>
                <a:gd name="T17" fmla="*/ 0 h 94"/>
                <a:gd name="T18" fmla="*/ 244 w 288"/>
                <a:gd name="T19" fmla="*/ 0 h 94"/>
                <a:gd name="T20" fmla="*/ 245 w 288"/>
                <a:gd name="T21" fmla="*/ 1 h 94"/>
                <a:gd name="T22" fmla="*/ 288 w 288"/>
                <a:gd name="T23" fmla="*/ 44 h 94"/>
                <a:gd name="T24" fmla="*/ 285 w 288"/>
                <a:gd name="T25" fmla="*/ 46 h 94"/>
                <a:gd name="T26" fmla="*/ 243 w 288"/>
                <a:gd name="T27" fmla="*/ 4 h 94"/>
                <a:gd name="T28" fmla="*/ 207 w 288"/>
                <a:gd name="T29" fmla="*/ 4 h 94"/>
                <a:gd name="T30" fmla="*/ 117 w 288"/>
                <a:gd name="T31" fmla="*/ 94 h 94"/>
                <a:gd name="T32" fmla="*/ 115 w 288"/>
                <a:gd name="T3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8" h="94">
                  <a:moveTo>
                    <a:pt x="115" y="94"/>
                  </a:moveTo>
                  <a:cubicBezTo>
                    <a:pt x="78" y="94"/>
                    <a:pt x="78" y="94"/>
                    <a:pt x="78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115" y="91"/>
                    <a:pt x="115" y="91"/>
                    <a:pt x="115" y="9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5" y="0"/>
                    <a:pt x="206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44" y="0"/>
                    <a:pt x="245" y="1"/>
                    <a:pt x="245" y="1"/>
                  </a:cubicBezTo>
                  <a:cubicBezTo>
                    <a:pt x="288" y="44"/>
                    <a:pt x="288" y="44"/>
                    <a:pt x="288" y="44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6" y="94"/>
                    <a:pt x="116" y="94"/>
                    <a:pt x="115" y="9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8" name="Freeform 474"/>
            <p:cNvSpPr>
              <a:spLocks/>
            </p:cNvSpPr>
            <p:nvPr/>
          </p:nvSpPr>
          <p:spPr bwMode="auto">
            <a:xfrm flipV="1">
              <a:off x="-441323" y="2363785"/>
              <a:ext cx="930275" cy="649288"/>
            </a:xfrm>
            <a:custGeom>
              <a:avLst/>
              <a:gdLst>
                <a:gd name="T0" fmla="*/ 56 w 248"/>
                <a:gd name="T1" fmla="*/ 173 h 173"/>
                <a:gd name="T2" fmla="*/ 28 w 248"/>
                <a:gd name="T3" fmla="*/ 173 h 173"/>
                <a:gd name="T4" fmla="*/ 24 w 248"/>
                <a:gd name="T5" fmla="*/ 171 h 173"/>
                <a:gd name="T6" fmla="*/ 1 w 248"/>
                <a:gd name="T7" fmla="*/ 148 h 173"/>
                <a:gd name="T8" fmla="*/ 0 w 248"/>
                <a:gd name="T9" fmla="*/ 144 h 173"/>
                <a:gd name="T10" fmla="*/ 0 w 248"/>
                <a:gd name="T11" fmla="*/ 115 h 173"/>
                <a:gd name="T12" fmla="*/ 1 w 248"/>
                <a:gd name="T13" fmla="*/ 112 h 173"/>
                <a:gd name="T14" fmla="*/ 111 w 248"/>
                <a:gd name="T15" fmla="*/ 2 h 173"/>
                <a:gd name="T16" fmla="*/ 115 w 248"/>
                <a:gd name="T17" fmla="*/ 0 h 173"/>
                <a:gd name="T18" fmla="*/ 115 w 248"/>
                <a:gd name="T19" fmla="*/ 0 h 173"/>
                <a:gd name="T20" fmla="*/ 145 w 248"/>
                <a:gd name="T21" fmla="*/ 0 h 173"/>
                <a:gd name="T22" fmla="*/ 149 w 248"/>
                <a:gd name="T23" fmla="*/ 2 h 173"/>
                <a:gd name="T24" fmla="*/ 207 w 248"/>
                <a:gd name="T25" fmla="*/ 60 h 173"/>
                <a:gd name="T26" fmla="*/ 248 w 248"/>
                <a:gd name="T27" fmla="*/ 60 h 173"/>
                <a:gd name="T28" fmla="*/ 248 w 248"/>
                <a:gd name="T29" fmla="*/ 70 h 173"/>
                <a:gd name="T30" fmla="*/ 205 w 248"/>
                <a:gd name="T31" fmla="*/ 70 h 173"/>
                <a:gd name="T32" fmla="*/ 201 w 248"/>
                <a:gd name="T33" fmla="*/ 69 h 173"/>
                <a:gd name="T34" fmla="*/ 143 w 248"/>
                <a:gd name="T35" fmla="*/ 11 h 173"/>
                <a:gd name="T36" fmla="*/ 117 w 248"/>
                <a:gd name="T37" fmla="*/ 11 h 173"/>
                <a:gd name="T38" fmla="*/ 10 w 248"/>
                <a:gd name="T39" fmla="*/ 117 h 173"/>
                <a:gd name="T40" fmla="*/ 10 w 248"/>
                <a:gd name="T41" fmla="*/ 142 h 173"/>
                <a:gd name="T42" fmla="*/ 30 w 248"/>
                <a:gd name="T43" fmla="*/ 162 h 173"/>
                <a:gd name="T44" fmla="*/ 54 w 248"/>
                <a:gd name="T45" fmla="*/ 162 h 173"/>
                <a:gd name="T46" fmla="*/ 116 w 248"/>
                <a:gd name="T47" fmla="*/ 100 h 173"/>
                <a:gd name="T48" fmla="*/ 123 w 248"/>
                <a:gd name="T49" fmla="*/ 107 h 173"/>
                <a:gd name="T50" fmla="*/ 60 w 248"/>
                <a:gd name="T51" fmla="*/ 171 h 173"/>
                <a:gd name="T52" fmla="*/ 56 w 248"/>
                <a:gd name="T53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173">
                  <a:moveTo>
                    <a:pt x="56" y="173"/>
                  </a:moveTo>
                  <a:cubicBezTo>
                    <a:pt x="28" y="173"/>
                    <a:pt x="28" y="173"/>
                    <a:pt x="28" y="173"/>
                  </a:cubicBezTo>
                  <a:cubicBezTo>
                    <a:pt x="27" y="173"/>
                    <a:pt x="25" y="172"/>
                    <a:pt x="24" y="171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0" y="147"/>
                    <a:pt x="0" y="146"/>
                    <a:pt x="0" y="144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0" y="113"/>
                    <a:pt x="1" y="11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3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7" y="0"/>
                    <a:pt x="148" y="1"/>
                    <a:pt x="149" y="2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48" y="60"/>
                    <a:pt x="248" y="60"/>
                    <a:pt x="248" y="60"/>
                  </a:cubicBezTo>
                  <a:cubicBezTo>
                    <a:pt x="248" y="70"/>
                    <a:pt x="248" y="70"/>
                    <a:pt x="248" y="70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4" y="70"/>
                    <a:pt x="202" y="70"/>
                    <a:pt x="201" y="69"/>
                  </a:cubicBezTo>
                  <a:cubicBezTo>
                    <a:pt x="143" y="11"/>
                    <a:pt x="143" y="11"/>
                    <a:pt x="143" y="11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116" y="100"/>
                    <a:pt x="116" y="100"/>
                    <a:pt x="116" y="100"/>
                  </a:cubicBezTo>
                  <a:cubicBezTo>
                    <a:pt x="123" y="107"/>
                    <a:pt x="123" y="107"/>
                    <a:pt x="123" y="107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59" y="172"/>
                    <a:pt x="57" y="173"/>
                    <a:pt x="56" y="1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9" name="Freeform 475"/>
            <p:cNvSpPr>
              <a:spLocks/>
            </p:cNvSpPr>
            <p:nvPr/>
          </p:nvSpPr>
          <p:spPr bwMode="auto">
            <a:xfrm flipV="1">
              <a:off x="-554036" y="2946398"/>
              <a:ext cx="1227137" cy="371475"/>
            </a:xfrm>
            <a:custGeom>
              <a:avLst/>
              <a:gdLst>
                <a:gd name="T0" fmla="*/ 327 w 327"/>
                <a:gd name="T1" fmla="*/ 99 h 99"/>
                <a:gd name="T2" fmla="*/ 296 w 327"/>
                <a:gd name="T3" fmla="*/ 99 h 99"/>
                <a:gd name="T4" fmla="*/ 295 w 327"/>
                <a:gd name="T5" fmla="*/ 98 h 99"/>
                <a:gd name="T6" fmla="*/ 200 w 327"/>
                <a:gd name="T7" fmla="*/ 3 h 99"/>
                <a:gd name="T8" fmla="*/ 120 w 327"/>
                <a:gd name="T9" fmla="*/ 3 h 99"/>
                <a:gd name="T10" fmla="*/ 67 w 327"/>
                <a:gd name="T11" fmla="*/ 57 h 99"/>
                <a:gd name="T12" fmla="*/ 66 w 327"/>
                <a:gd name="T13" fmla="*/ 57 h 99"/>
                <a:gd name="T14" fmla="*/ 45 w 327"/>
                <a:gd name="T15" fmla="*/ 57 h 99"/>
                <a:gd name="T16" fmla="*/ 44 w 327"/>
                <a:gd name="T17" fmla="*/ 57 h 99"/>
                <a:gd name="T18" fmla="*/ 0 w 327"/>
                <a:gd name="T19" fmla="*/ 13 h 99"/>
                <a:gd name="T20" fmla="*/ 2 w 327"/>
                <a:gd name="T21" fmla="*/ 10 h 99"/>
                <a:gd name="T22" fmla="*/ 46 w 327"/>
                <a:gd name="T23" fmla="*/ 54 h 99"/>
                <a:gd name="T24" fmla="*/ 65 w 327"/>
                <a:gd name="T25" fmla="*/ 54 h 99"/>
                <a:gd name="T26" fmla="*/ 118 w 327"/>
                <a:gd name="T27" fmla="*/ 0 h 99"/>
                <a:gd name="T28" fmla="*/ 119 w 327"/>
                <a:gd name="T29" fmla="*/ 0 h 99"/>
                <a:gd name="T30" fmla="*/ 201 w 327"/>
                <a:gd name="T31" fmla="*/ 0 h 99"/>
                <a:gd name="T32" fmla="*/ 202 w 327"/>
                <a:gd name="T33" fmla="*/ 0 h 99"/>
                <a:gd name="T34" fmla="*/ 297 w 327"/>
                <a:gd name="T35" fmla="*/ 95 h 99"/>
                <a:gd name="T36" fmla="*/ 327 w 327"/>
                <a:gd name="T37" fmla="*/ 95 h 99"/>
                <a:gd name="T38" fmla="*/ 327 w 327"/>
                <a:gd name="T3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7" h="99">
                  <a:moveTo>
                    <a:pt x="327" y="99"/>
                  </a:moveTo>
                  <a:cubicBezTo>
                    <a:pt x="296" y="99"/>
                    <a:pt x="296" y="99"/>
                    <a:pt x="296" y="99"/>
                  </a:cubicBezTo>
                  <a:cubicBezTo>
                    <a:pt x="296" y="99"/>
                    <a:pt x="295" y="98"/>
                    <a:pt x="295" y="98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67" y="57"/>
                    <a:pt x="67" y="57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2" y="0"/>
                    <a:pt x="202" y="0"/>
                  </a:cubicBezTo>
                  <a:cubicBezTo>
                    <a:pt x="297" y="95"/>
                    <a:pt x="297" y="95"/>
                    <a:pt x="297" y="95"/>
                  </a:cubicBezTo>
                  <a:cubicBezTo>
                    <a:pt x="327" y="95"/>
                    <a:pt x="327" y="95"/>
                    <a:pt x="327" y="95"/>
                  </a:cubicBezTo>
                  <a:lnTo>
                    <a:pt x="327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0" name="Freeform 476"/>
            <p:cNvSpPr>
              <a:spLocks/>
            </p:cNvSpPr>
            <p:nvPr/>
          </p:nvSpPr>
          <p:spPr bwMode="auto">
            <a:xfrm flipV="1">
              <a:off x="-512761" y="2762248"/>
              <a:ext cx="1366837" cy="495300"/>
            </a:xfrm>
            <a:custGeom>
              <a:avLst/>
              <a:gdLst>
                <a:gd name="T0" fmla="*/ 364 w 364"/>
                <a:gd name="T1" fmla="*/ 132 h 132"/>
                <a:gd name="T2" fmla="*/ 314 w 364"/>
                <a:gd name="T3" fmla="*/ 132 h 132"/>
                <a:gd name="T4" fmla="*/ 312 w 364"/>
                <a:gd name="T5" fmla="*/ 131 h 132"/>
                <a:gd name="T6" fmla="*/ 184 w 364"/>
                <a:gd name="T7" fmla="*/ 3 h 132"/>
                <a:gd name="T8" fmla="*/ 122 w 364"/>
                <a:gd name="T9" fmla="*/ 3 h 132"/>
                <a:gd name="T10" fmla="*/ 44 w 364"/>
                <a:gd name="T11" fmla="*/ 81 h 132"/>
                <a:gd name="T12" fmla="*/ 43 w 364"/>
                <a:gd name="T13" fmla="*/ 82 h 132"/>
                <a:gd name="T14" fmla="*/ 21 w 364"/>
                <a:gd name="T15" fmla="*/ 82 h 132"/>
                <a:gd name="T16" fmla="*/ 20 w 364"/>
                <a:gd name="T17" fmla="*/ 81 h 132"/>
                <a:gd name="T18" fmla="*/ 0 w 364"/>
                <a:gd name="T19" fmla="*/ 61 h 132"/>
                <a:gd name="T20" fmla="*/ 2 w 364"/>
                <a:gd name="T21" fmla="*/ 59 h 132"/>
                <a:gd name="T22" fmla="*/ 22 w 364"/>
                <a:gd name="T23" fmla="*/ 78 h 132"/>
                <a:gd name="T24" fmla="*/ 42 w 364"/>
                <a:gd name="T25" fmla="*/ 78 h 132"/>
                <a:gd name="T26" fmla="*/ 120 w 364"/>
                <a:gd name="T27" fmla="*/ 0 h 132"/>
                <a:gd name="T28" fmla="*/ 122 w 364"/>
                <a:gd name="T29" fmla="*/ 0 h 132"/>
                <a:gd name="T30" fmla="*/ 185 w 364"/>
                <a:gd name="T31" fmla="*/ 0 h 132"/>
                <a:gd name="T32" fmla="*/ 186 w 364"/>
                <a:gd name="T33" fmla="*/ 0 h 132"/>
                <a:gd name="T34" fmla="*/ 314 w 364"/>
                <a:gd name="T35" fmla="*/ 128 h 132"/>
                <a:gd name="T36" fmla="*/ 364 w 364"/>
                <a:gd name="T37" fmla="*/ 128 h 132"/>
                <a:gd name="T38" fmla="*/ 364 w 364"/>
                <a:gd name="T39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4" h="132">
                  <a:moveTo>
                    <a:pt x="364" y="132"/>
                  </a:moveTo>
                  <a:cubicBezTo>
                    <a:pt x="314" y="132"/>
                    <a:pt x="314" y="132"/>
                    <a:pt x="314" y="132"/>
                  </a:cubicBezTo>
                  <a:cubicBezTo>
                    <a:pt x="313" y="132"/>
                    <a:pt x="313" y="132"/>
                    <a:pt x="312" y="131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4" y="82"/>
                    <a:pt x="44" y="82"/>
                    <a:pt x="43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0" y="82"/>
                    <a:pt x="20" y="8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0"/>
                    <a:pt x="121" y="0"/>
                    <a:pt x="122" y="0"/>
                  </a:cubicBez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314" y="128"/>
                    <a:pt x="314" y="128"/>
                    <a:pt x="314" y="128"/>
                  </a:cubicBezTo>
                  <a:cubicBezTo>
                    <a:pt x="364" y="128"/>
                    <a:pt x="364" y="128"/>
                    <a:pt x="364" y="128"/>
                  </a:cubicBezTo>
                  <a:lnTo>
                    <a:pt x="364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1" name="Freeform 477"/>
            <p:cNvSpPr>
              <a:spLocks/>
            </p:cNvSpPr>
            <p:nvPr/>
          </p:nvSpPr>
          <p:spPr bwMode="auto">
            <a:xfrm flipV="1">
              <a:off x="-2117723" y="2217736"/>
              <a:ext cx="2424112" cy="387350"/>
            </a:xfrm>
            <a:custGeom>
              <a:avLst/>
              <a:gdLst>
                <a:gd name="T0" fmla="*/ 545 w 646"/>
                <a:gd name="T1" fmla="*/ 103 h 103"/>
                <a:gd name="T2" fmla="*/ 0 w 646"/>
                <a:gd name="T3" fmla="*/ 103 h 103"/>
                <a:gd name="T4" fmla="*/ 0 w 646"/>
                <a:gd name="T5" fmla="*/ 99 h 103"/>
                <a:gd name="T6" fmla="*/ 544 w 646"/>
                <a:gd name="T7" fmla="*/ 99 h 103"/>
                <a:gd name="T8" fmla="*/ 566 w 646"/>
                <a:gd name="T9" fmla="*/ 77 h 103"/>
                <a:gd name="T10" fmla="*/ 566 w 646"/>
                <a:gd name="T11" fmla="*/ 49 h 103"/>
                <a:gd name="T12" fmla="*/ 567 w 646"/>
                <a:gd name="T13" fmla="*/ 48 h 103"/>
                <a:gd name="T14" fmla="*/ 613 w 646"/>
                <a:gd name="T15" fmla="*/ 1 h 103"/>
                <a:gd name="T16" fmla="*/ 614 w 646"/>
                <a:gd name="T17" fmla="*/ 0 h 103"/>
                <a:gd name="T18" fmla="*/ 646 w 646"/>
                <a:gd name="T19" fmla="*/ 0 h 103"/>
                <a:gd name="T20" fmla="*/ 646 w 646"/>
                <a:gd name="T21" fmla="*/ 4 h 103"/>
                <a:gd name="T22" fmla="*/ 615 w 646"/>
                <a:gd name="T23" fmla="*/ 4 h 103"/>
                <a:gd name="T24" fmla="*/ 570 w 646"/>
                <a:gd name="T25" fmla="*/ 49 h 103"/>
                <a:gd name="T26" fmla="*/ 570 w 646"/>
                <a:gd name="T27" fmla="*/ 78 h 103"/>
                <a:gd name="T28" fmla="*/ 569 w 646"/>
                <a:gd name="T29" fmla="*/ 79 h 103"/>
                <a:gd name="T30" fmla="*/ 546 w 646"/>
                <a:gd name="T31" fmla="*/ 102 h 103"/>
                <a:gd name="T32" fmla="*/ 545 w 646"/>
                <a:gd name="T3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6" h="103">
                  <a:moveTo>
                    <a:pt x="545" y="103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544" y="99"/>
                    <a:pt x="544" y="99"/>
                    <a:pt x="544" y="99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6" y="49"/>
                    <a:pt x="566" y="49"/>
                    <a:pt x="566" y="49"/>
                  </a:cubicBezTo>
                  <a:cubicBezTo>
                    <a:pt x="566" y="48"/>
                    <a:pt x="566" y="48"/>
                    <a:pt x="567" y="48"/>
                  </a:cubicBezTo>
                  <a:cubicBezTo>
                    <a:pt x="613" y="1"/>
                    <a:pt x="613" y="1"/>
                    <a:pt x="613" y="1"/>
                  </a:cubicBezTo>
                  <a:cubicBezTo>
                    <a:pt x="614" y="1"/>
                    <a:pt x="614" y="0"/>
                    <a:pt x="614" y="0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615" y="4"/>
                    <a:pt x="615" y="4"/>
                    <a:pt x="615" y="4"/>
                  </a:cubicBezTo>
                  <a:cubicBezTo>
                    <a:pt x="570" y="49"/>
                    <a:pt x="570" y="49"/>
                    <a:pt x="570" y="49"/>
                  </a:cubicBezTo>
                  <a:cubicBezTo>
                    <a:pt x="570" y="78"/>
                    <a:pt x="570" y="78"/>
                    <a:pt x="570" y="78"/>
                  </a:cubicBezTo>
                  <a:cubicBezTo>
                    <a:pt x="570" y="79"/>
                    <a:pt x="569" y="79"/>
                    <a:pt x="569" y="79"/>
                  </a:cubicBezTo>
                  <a:cubicBezTo>
                    <a:pt x="546" y="102"/>
                    <a:pt x="546" y="102"/>
                    <a:pt x="546" y="102"/>
                  </a:cubicBezTo>
                  <a:cubicBezTo>
                    <a:pt x="546" y="103"/>
                    <a:pt x="546" y="103"/>
                    <a:pt x="545" y="1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2" name="Freeform 478"/>
            <p:cNvSpPr>
              <a:spLocks/>
            </p:cNvSpPr>
            <p:nvPr/>
          </p:nvSpPr>
          <p:spPr bwMode="auto">
            <a:xfrm flipV="1">
              <a:off x="-1949448" y="1989136"/>
              <a:ext cx="2443162" cy="428625"/>
            </a:xfrm>
            <a:custGeom>
              <a:avLst/>
              <a:gdLst>
                <a:gd name="T0" fmla="*/ 496 w 651"/>
                <a:gd name="T1" fmla="*/ 114 h 114"/>
                <a:gd name="T2" fmla="*/ 0 w 651"/>
                <a:gd name="T3" fmla="*/ 114 h 114"/>
                <a:gd name="T4" fmla="*/ 0 w 651"/>
                <a:gd name="T5" fmla="*/ 110 h 114"/>
                <a:gd name="T6" fmla="*/ 496 w 651"/>
                <a:gd name="T7" fmla="*/ 110 h 114"/>
                <a:gd name="T8" fmla="*/ 606 w 651"/>
                <a:gd name="T9" fmla="*/ 0 h 114"/>
                <a:gd name="T10" fmla="*/ 607 w 651"/>
                <a:gd name="T11" fmla="*/ 0 h 114"/>
                <a:gd name="T12" fmla="*/ 651 w 651"/>
                <a:gd name="T13" fmla="*/ 0 h 114"/>
                <a:gd name="T14" fmla="*/ 651 w 651"/>
                <a:gd name="T15" fmla="*/ 3 h 114"/>
                <a:gd name="T16" fmla="*/ 608 w 651"/>
                <a:gd name="T17" fmla="*/ 3 h 114"/>
                <a:gd name="T18" fmla="*/ 498 w 651"/>
                <a:gd name="T19" fmla="*/ 113 h 114"/>
                <a:gd name="T20" fmla="*/ 496 w 651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1" h="114">
                  <a:moveTo>
                    <a:pt x="496" y="114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496" y="110"/>
                    <a:pt x="496" y="110"/>
                    <a:pt x="496" y="11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6" y="0"/>
                    <a:pt x="606" y="0"/>
                    <a:pt x="607" y="0"/>
                  </a:cubicBezTo>
                  <a:cubicBezTo>
                    <a:pt x="651" y="0"/>
                    <a:pt x="651" y="0"/>
                    <a:pt x="651" y="0"/>
                  </a:cubicBezTo>
                  <a:cubicBezTo>
                    <a:pt x="651" y="3"/>
                    <a:pt x="651" y="3"/>
                    <a:pt x="651" y="3"/>
                  </a:cubicBezTo>
                  <a:cubicBezTo>
                    <a:pt x="608" y="3"/>
                    <a:pt x="608" y="3"/>
                    <a:pt x="608" y="3"/>
                  </a:cubicBezTo>
                  <a:cubicBezTo>
                    <a:pt x="498" y="113"/>
                    <a:pt x="498" y="113"/>
                    <a:pt x="498" y="113"/>
                  </a:cubicBezTo>
                  <a:cubicBezTo>
                    <a:pt x="497" y="114"/>
                    <a:pt x="497" y="114"/>
                    <a:pt x="496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3" name="Freeform 479"/>
            <p:cNvSpPr>
              <a:spLocks noEditPoints="1"/>
            </p:cNvSpPr>
            <p:nvPr/>
          </p:nvSpPr>
          <p:spPr bwMode="auto">
            <a:xfrm flipV="1">
              <a:off x="5311777" y="6561136"/>
              <a:ext cx="101600" cy="100013"/>
            </a:xfrm>
            <a:custGeom>
              <a:avLst/>
              <a:gdLst>
                <a:gd name="T0" fmla="*/ 13 w 27"/>
                <a:gd name="T1" fmla="*/ 6 h 27"/>
                <a:gd name="T2" fmla="*/ 13 w 27"/>
                <a:gd name="T3" fmla="*/ 6 h 27"/>
                <a:gd name="T4" fmla="*/ 13 w 27"/>
                <a:gd name="T5" fmla="*/ 6 h 27"/>
                <a:gd name="T6" fmla="*/ 20 w 27"/>
                <a:gd name="T7" fmla="*/ 13 h 27"/>
                <a:gd name="T8" fmla="*/ 13 w 27"/>
                <a:gd name="T9" fmla="*/ 20 h 27"/>
                <a:gd name="T10" fmla="*/ 13 w 27"/>
                <a:gd name="T11" fmla="*/ 20 h 27"/>
                <a:gd name="T12" fmla="*/ 13 w 27"/>
                <a:gd name="T13" fmla="*/ 20 h 27"/>
                <a:gd name="T14" fmla="*/ 6 w 27"/>
                <a:gd name="T15" fmla="*/ 13 h 27"/>
                <a:gd name="T16" fmla="*/ 13 w 27"/>
                <a:gd name="T17" fmla="*/ 6 h 27"/>
                <a:gd name="T18" fmla="*/ 13 w 27"/>
                <a:gd name="T19" fmla="*/ 0 h 27"/>
                <a:gd name="T20" fmla="*/ 13 w 27"/>
                <a:gd name="T21" fmla="*/ 0 h 27"/>
                <a:gd name="T22" fmla="*/ 13 w 27"/>
                <a:gd name="T23" fmla="*/ 0 h 27"/>
                <a:gd name="T24" fmla="*/ 4 w 27"/>
                <a:gd name="T25" fmla="*/ 4 h 27"/>
                <a:gd name="T26" fmla="*/ 0 w 27"/>
                <a:gd name="T27" fmla="*/ 13 h 27"/>
                <a:gd name="T28" fmla="*/ 13 w 27"/>
                <a:gd name="T29" fmla="*/ 27 h 27"/>
                <a:gd name="T30" fmla="*/ 23 w 27"/>
                <a:gd name="T31" fmla="*/ 23 h 27"/>
                <a:gd name="T32" fmla="*/ 27 w 27"/>
                <a:gd name="T33" fmla="*/ 13 h 27"/>
                <a:gd name="T34" fmla="*/ 13 w 27"/>
                <a:gd name="T3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7">
                  <a:moveTo>
                    <a:pt x="13" y="6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7" y="6"/>
                    <a:pt x="20" y="10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10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6"/>
                    <a:pt x="0" y="10"/>
                    <a:pt x="0" y="13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17" y="27"/>
                    <a:pt x="20" y="26"/>
                    <a:pt x="23" y="23"/>
                  </a:cubicBezTo>
                  <a:cubicBezTo>
                    <a:pt x="26" y="20"/>
                    <a:pt x="27" y="17"/>
                    <a:pt x="27" y="13"/>
                  </a:cubicBezTo>
                  <a:cubicBezTo>
                    <a:pt x="27" y="6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4" name="Freeform 480"/>
            <p:cNvSpPr>
              <a:spLocks noEditPoints="1"/>
            </p:cNvSpPr>
            <p:nvPr/>
          </p:nvSpPr>
          <p:spPr bwMode="auto">
            <a:xfrm flipV="1">
              <a:off x="5322889" y="6924673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5" name="Freeform 481"/>
            <p:cNvSpPr>
              <a:spLocks noEditPoints="1"/>
            </p:cNvSpPr>
            <p:nvPr/>
          </p:nvSpPr>
          <p:spPr bwMode="auto">
            <a:xfrm flipV="1">
              <a:off x="3360739" y="99790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6" name="Freeform 482"/>
            <p:cNvSpPr>
              <a:spLocks noEditPoints="1"/>
            </p:cNvSpPr>
            <p:nvPr/>
          </p:nvSpPr>
          <p:spPr bwMode="auto">
            <a:xfrm flipV="1">
              <a:off x="5138739" y="67405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7" name="Freeform 483"/>
            <p:cNvSpPr>
              <a:spLocks noEditPoints="1"/>
            </p:cNvSpPr>
            <p:nvPr/>
          </p:nvSpPr>
          <p:spPr bwMode="auto">
            <a:xfrm flipV="1">
              <a:off x="2733677" y="96345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8" name="Freeform 484"/>
            <p:cNvSpPr>
              <a:spLocks noEditPoints="1"/>
            </p:cNvSpPr>
            <p:nvPr/>
          </p:nvSpPr>
          <p:spPr bwMode="auto">
            <a:xfrm flipV="1">
              <a:off x="4973639" y="69167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0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9" name="Freeform 485"/>
            <p:cNvSpPr>
              <a:spLocks noEditPoints="1"/>
            </p:cNvSpPr>
            <p:nvPr/>
          </p:nvSpPr>
          <p:spPr bwMode="auto">
            <a:xfrm flipV="1">
              <a:off x="3698877" y="8823323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0" name="Freeform 486"/>
            <p:cNvSpPr>
              <a:spLocks noEditPoints="1"/>
            </p:cNvSpPr>
            <p:nvPr/>
          </p:nvSpPr>
          <p:spPr bwMode="auto">
            <a:xfrm flipV="1">
              <a:off x="497363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5"/>
                    <a:pt x="15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1" name="Freeform 487"/>
            <p:cNvSpPr>
              <a:spLocks noEditPoints="1"/>
            </p:cNvSpPr>
            <p:nvPr/>
          </p:nvSpPr>
          <p:spPr bwMode="auto">
            <a:xfrm flipV="1">
              <a:off x="3041652" y="99948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2" name="Freeform 488"/>
            <p:cNvSpPr>
              <a:spLocks noEditPoints="1"/>
            </p:cNvSpPr>
            <p:nvPr/>
          </p:nvSpPr>
          <p:spPr bwMode="auto">
            <a:xfrm flipV="1">
              <a:off x="532288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0 w 24"/>
                <a:gd name="T19" fmla="*/ 20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3" name="Freeform 489"/>
            <p:cNvSpPr>
              <a:spLocks noEditPoints="1"/>
            </p:cNvSpPr>
            <p:nvPr/>
          </p:nvSpPr>
          <p:spPr bwMode="auto">
            <a:xfrm flipV="1">
              <a:off x="3187702" y="99901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4 w 24"/>
                <a:gd name="T15" fmla="*/ 4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4" name="Freeform 490"/>
            <p:cNvSpPr>
              <a:spLocks noEditPoints="1"/>
            </p:cNvSpPr>
            <p:nvPr/>
          </p:nvSpPr>
          <p:spPr bwMode="auto">
            <a:xfrm flipV="1">
              <a:off x="5492752" y="7097711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5" name="Freeform 491"/>
            <p:cNvSpPr>
              <a:spLocks noEditPoints="1"/>
            </p:cNvSpPr>
            <p:nvPr/>
          </p:nvSpPr>
          <p:spPr bwMode="auto">
            <a:xfrm flipV="1">
              <a:off x="2973389" y="10133011"/>
              <a:ext cx="90487" cy="93663"/>
            </a:xfrm>
            <a:custGeom>
              <a:avLst/>
              <a:gdLst>
                <a:gd name="T0" fmla="*/ 12 w 24"/>
                <a:gd name="T1" fmla="*/ 6 h 25"/>
                <a:gd name="T2" fmla="*/ 12 w 24"/>
                <a:gd name="T3" fmla="*/ 6 h 25"/>
                <a:gd name="T4" fmla="*/ 19 w 24"/>
                <a:gd name="T5" fmla="*/ 13 h 25"/>
                <a:gd name="T6" fmla="*/ 12 w 24"/>
                <a:gd name="T7" fmla="*/ 19 h 25"/>
                <a:gd name="T8" fmla="*/ 5 w 24"/>
                <a:gd name="T9" fmla="*/ 13 h 25"/>
                <a:gd name="T10" fmla="*/ 12 w 24"/>
                <a:gd name="T11" fmla="*/ 6 h 25"/>
                <a:gd name="T12" fmla="*/ 12 w 24"/>
                <a:gd name="T13" fmla="*/ 0 h 25"/>
                <a:gd name="T14" fmla="*/ 12 w 24"/>
                <a:gd name="T15" fmla="*/ 0 h 25"/>
                <a:gd name="T16" fmla="*/ 3 w 24"/>
                <a:gd name="T17" fmla="*/ 4 h 25"/>
                <a:gd name="T18" fmla="*/ 0 w 24"/>
                <a:gd name="T19" fmla="*/ 13 h 25"/>
                <a:gd name="T20" fmla="*/ 12 w 24"/>
                <a:gd name="T21" fmla="*/ 25 h 25"/>
                <a:gd name="T22" fmla="*/ 20 w 24"/>
                <a:gd name="T23" fmla="*/ 21 h 25"/>
                <a:gd name="T24" fmla="*/ 24 w 24"/>
                <a:gd name="T25" fmla="*/ 12 h 25"/>
                <a:gd name="T26" fmla="*/ 12 w 24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5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3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5" y="25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6" name="Oval 492"/>
            <p:cNvSpPr>
              <a:spLocks noChangeArrowheads="1"/>
            </p:cNvSpPr>
            <p:nvPr/>
          </p:nvSpPr>
          <p:spPr bwMode="auto">
            <a:xfrm flipV="1">
              <a:off x="5514977" y="6913561"/>
              <a:ext cx="107950" cy="1079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7" name="Freeform 493"/>
            <p:cNvSpPr>
              <a:spLocks/>
            </p:cNvSpPr>
            <p:nvPr/>
          </p:nvSpPr>
          <p:spPr bwMode="auto">
            <a:xfrm flipV="1">
              <a:off x="3049589" y="7156449"/>
              <a:ext cx="2944812" cy="3028950"/>
            </a:xfrm>
            <a:custGeom>
              <a:avLst/>
              <a:gdLst>
                <a:gd name="T0" fmla="*/ 673 w 785"/>
                <a:gd name="T1" fmla="*/ 807 h 807"/>
                <a:gd name="T2" fmla="*/ 670 w 785"/>
                <a:gd name="T3" fmla="*/ 804 h 807"/>
                <a:gd name="T4" fmla="*/ 688 w 785"/>
                <a:gd name="T5" fmla="*/ 787 h 807"/>
                <a:gd name="T6" fmla="*/ 689 w 785"/>
                <a:gd name="T7" fmla="*/ 786 h 807"/>
                <a:gd name="T8" fmla="*/ 728 w 785"/>
                <a:gd name="T9" fmla="*/ 786 h 807"/>
                <a:gd name="T10" fmla="*/ 782 w 785"/>
                <a:gd name="T11" fmla="*/ 733 h 807"/>
                <a:gd name="T12" fmla="*/ 782 w 785"/>
                <a:gd name="T13" fmla="*/ 692 h 807"/>
                <a:gd name="T14" fmla="*/ 93 w 785"/>
                <a:gd name="T15" fmla="*/ 3 h 807"/>
                <a:gd name="T16" fmla="*/ 0 w 785"/>
                <a:gd name="T17" fmla="*/ 3 h 807"/>
                <a:gd name="T18" fmla="*/ 0 w 785"/>
                <a:gd name="T19" fmla="*/ 0 h 807"/>
                <a:gd name="T20" fmla="*/ 94 w 785"/>
                <a:gd name="T21" fmla="*/ 0 h 807"/>
                <a:gd name="T22" fmla="*/ 95 w 785"/>
                <a:gd name="T23" fmla="*/ 0 h 807"/>
                <a:gd name="T24" fmla="*/ 785 w 785"/>
                <a:gd name="T25" fmla="*/ 690 h 807"/>
                <a:gd name="T26" fmla="*/ 785 w 785"/>
                <a:gd name="T27" fmla="*/ 692 h 807"/>
                <a:gd name="T28" fmla="*/ 785 w 785"/>
                <a:gd name="T29" fmla="*/ 733 h 807"/>
                <a:gd name="T30" fmla="*/ 785 w 785"/>
                <a:gd name="T31" fmla="*/ 735 h 807"/>
                <a:gd name="T32" fmla="*/ 730 w 785"/>
                <a:gd name="T33" fmla="*/ 789 h 807"/>
                <a:gd name="T34" fmla="*/ 729 w 785"/>
                <a:gd name="T35" fmla="*/ 790 h 807"/>
                <a:gd name="T36" fmla="*/ 690 w 785"/>
                <a:gd name="T37" fmla="*/ 790 h 807"/>
                <a:gd name="T38" fmla="*/ 673 w 785"/>
                <a:gd name="T3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5" h="807">
                  <a:moveTo>
                    <a:pt x="673" y="807"/>
                  </a:moveTo>
                  <a:cubicBezTo>
                    <a:pt x="670" y="804"/>
                    <a:pt x="670" y="804"/>
                    <a:pt x="670" y="804"/>
                  </a:cubicBezTo>
                  <a:cubicBezTo>
                    <a:pt x="688" y="787"/>
                    <a:pt x="688" y="787"/>
                    <a:pt x="688" y="787"/>
                  </a:cubicBezTo>
                  <a:cubicBezTo>
                    <a:pt x="688" y="787"/>
                    <a:pt x="689" y="786"/>
                    <a:pt x="689" y="786"/>
                  </a:cubicBezTo>
                  <a:cubicBezTo>
                    <a:pt x="728" y="786"/>
                    <a:pt x="728" y="786"/>
                    <a:pt x="728" y="786"/>
                  </a:cubicBezTo>
                  <a:cubicBezTo>
                    <a:pt x="782" y="733"/>
                    <a:pt x="782" y="733"/>
                    <a:pt x="782" y="733"/>
                  </a:cubicBezTo>
                  <a:cubicBezTo>
                    <a:pt x="782" y="692"/>
                    <a:pt x="782" y="692"/>
                    <a:pt x="782" y="692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0"/>
                  </a:cubicBezTo>
                  <a:cubicBezTo>
                    <a:pt x="785" y="690"/>
                    <a:pt x="785" y="690"/>
                    <a:pt x="785" y="690"/>
                  </a:cubicBezTo>
                  <a:cubicBezTo>
                    <a:pt x="785" y="691"/>
                    <a:pt x="785" y="691"/>
                    <a:pt x="785" y="692"/>
                  </a:cubicBezTo>
                  <a:cubicBezTo>
                    <a:pt x="785" y="733"/>
                    <a:pt x="785" y="733"/>
                    <a:pt x="785" y="733"/>
                  </a:cubicBezTo>
                  <a:cubicBezTo>
                    <a:pt x="785" y="734"/>
                    <a:pt x="785" y="734"/>
                    <a:pt x="785" y="735"/>
                  </a:cubicBezTo>
                  <a:cubicBezTo>
                    <a:pt x="730" y="789"/>
                    <a:pt x="730" y="789"/>
                    <a:pt x="730" y="789"/>
                  </a:cubicBezTo>
                  <a:cubicBezTo>
                    <a:pt x="730" y="790"/>
                    <a:pt x="729" y="790"/>
                    <a:pt x="729" y="790"/>
                  </a:cubicBezTo>
                  <a:cubicBezTo>
                    <a:pt x="690" y="790"/>
                    <a:pt x="690" y="790"/>
                    <a:pt x="690" y="790"/>
                  </a:cubicBezTo>
                  <a:lnTo>
                    <a:pt x="673" y="8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8" name="Freeform 494"/>
            <p:cNvSpPr>
              <a:spLocks/>
            </p:cNvSpPr>
            <p:nvPr/>
          </p:nvSpPr>
          <p:spPr bwMode="auto">
            <a:xfrm flipV="1">
              <a:off x="3297239" y="7007223"/>
              <a:ext cx="2435225" cy="2998788"/>
            </a:xfrm>
            <a:custGeom>
              <a:avLst/>
              <a:gdLst>
                <a:gd name="T0" fmla="*/ 550 w 649"/>
                <a:gd name="T1" fmla="*/ 799 h 799"/>
                <a:gd name="T2" fmla="*/ 550 w 649"/>
                <a:gd name="T3" fmla="*/ 764 h 799"/>
                <a:gd name="T4" fmla="*/ 551 w 649"/>
                <a:gd name="T5" fmla="*/ 762 h 799"/>
                <a:gd name="T6" fmla="*/ 646 w 649"/>
                <a:gd name="T7" fmla="*/ 671 h 799"/>
                <a:gd name="T8" fmla="*/ 646 w 649"/>
                <a:gd name="T9" fmla="*/ 644 h 799"/>
                <a:gd name="T10" fmla="*/ 216 w 649"/>
                <a:gd name="T11" fmla="*/ 214 h 799"/>
                <a:gd name="T12" fmla="*/ 164 w 649"/>
                <a:gd name="T13" fmla="*/ 214 h 799"/>
                <a:gd name="T14" fmla="*/ 162 w 649"/>
                <a:gd name="T15" fmla="*/ 214 h 799"/>
                <a:gd name="T16" fmla="*/ 0 w 649"/>
                <a:gd name="T17" fmla="*/ 52 h 799"/>
                <a:gd name="T18" fmla="*/ 0 w 649"/>
                <a:gd name="T19" fmla="*/ 51 h 799"/>
                <a:gd name="T20" fmla="*/ 0 w 649"/>
                <a:gd name="T21" fmla="*/ 22 h 799"/>
                <a:gd name="T22" fmla="*/ 0 w 649"/>
                <a:gd name="T23" fmla="*/ 21 h 799"/>
                <a:gd name="T24" fmla="*/ 22 w 649"/>
                <a:gd name="T25" fmla="*/ 0 h 799"/>
                <a:gd name="T26" fmla="*/ 24 w 649"/>
                <a:gd name="T27" fmla="*/ 2 h 799"/>
                <a:gd name="T28" fmla="*/ 3 w 649"/>
                <a:gd name="T29" fmla="*/ 23 h 799"/>
                <a:gd name="T30" fmla="*/ 3 w 649"/>
                <a:gd name="T31" fmla="*/ 50 h 799"/>
                <a:gd name="T32" fmla="*/ 164 w 649"/>
                <a:gd name="T33" fmla="*/ 211 h 799"/>
                <a:gd name="T34" fmla="*/ 217 w 649"/>
                <a:gd name="T35" fmla="*/ 211 h 799"/>
                <a:gd name="T36" fmla="*/ 218 w 649"/>
                <a:gd name="T37" fmla="*/ 211 h 799"/>
                <a:gd name="T38" fmla="*/ 649 w 649"/>
                <a:gd name="T39" fmla="*/ 642 h 799"/>
                <a:gd name="T40" fmla="*/ 649 w 649"/>
                <a:gd name="T41" fmla="*/ 644 h 799"/>
                <a:gd name="T42" fmla="*/ 649 w 649"/>
                <a:gd name="T43" fmla="*/ 671 h 799"/>
                <a:gd name="T44" fmla="*/ 649 w 649"/>
                <a:gd name="T45" fmla="*/ 673 h 799"/>
                <a:gd name="T46" fmla="*/ 554 w 649"/>
                <a:gd name="T47" fmla="*/ 764 h 799"/>
                <a:gd name="T48" fmla="*/ 554 w 649"/>
                <a:gd name="T49" fmla="*/ 799 h 799"/>
                <a:gd name="T50" fmla="*/ 550 w 649"/>
                <a:gd name="T51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9" h="799">
                  <a:moveTo>
                    <a:pt x="550" y="799"/>
                  </a:moveTo>
                  <a:cubicBezTo>
                    <a:pt x="550" y="764"/>
                    <a:pt x="550" y="764"/>
                    <a:pt x="550" y="764"/>
                  </a:cubicBezTo>
                  <a:cubicBezTo>
                    <a:pt x="550" y="763"/>
                    <a:pt x="550" y="763"/>
                    <a:pt x="551" y="762"/>
                  </a:cubicBezTo>
                  <a:cubicBezTo>
                    <a:pt x="646" y="671"/>
                    <a:pt x="646" y="671"/>
                    <a:pt x="646" y="671"/>
                  </a:cubicBezTo>
                  <a:cubicBezTo>
                    <a:pt x="646" y="644"/>
                    <a:pt x="646" y="644"/>
                    <a:pt x="646" y="644"/>
                  </a:cubicBezTo>
                  <a:cubicBezTo>
                    <a:pt x="216" y="214"/>
                    <a:pt x="216" y="214"/>
                    <a:pt x="216" y="214"/>
                  </a:cubicBezTo>
                  <a:cubicBezTo>
                    <a:pt x="164" y="214"/>
                    <a:pt x="164" y="214"/>
                    <a:pt x="164" y="214"/>
                  </a:cubicBezTo>
                  <a:cubicBezTo>
                    <a:pt x="163" y="214"/>
                    <a:pt x="163" y="214"/>
                    <a:pt x="162" y="2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0" y="5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164" y="211"/>
                    <a:pt x="164" y="211"/>
                    <a:pt x="164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7" y="211"/>
                    <a:pt x="218" y="211"/>
                    <a:pt x="218" y="211"/>
                  </a:cubicBezTo>
                  <a:cubicBezTo>
                    <a:pt x="649" y="642"/>
                    <a:pt x="649" y="642"/>
                    <a:pt x="649" y="642"/>
                  </a:cubicBezTo>
                  <a:cubicBezTo>
                    <a:pt x="649" y="643"/>
                    <a:pt x="649" y="643"/>
                    <a:pt x="649" y="644"/>
                  </a:cubicBezTo>
                  <a:cubicBezTo>
                    <a:pt x="649" y="671"/>
                    <a:pt x="649" y="671"/>
                    <a:pt x="649" y="671"/>
                  </a:cubicBezTo>
                  <a:cubicBezTo>
                    <a:pt x="649" y="672"/>
                    <a:pt x="649" y="672"/>
                    <a:pt x="649" y="673"/>
                  </a:cubicBezTo>
                  <a:cubicBezTo>
                    <a:pt x="554" y="764"/>
                    <a:pt x="554" y="764"/>
                    <a:pt x="554" y="764"/>
                  </a:cubicBezTo>
                  <a:cubicBezTo>
                    <a:pt x="554" y="799"/>
                    <a:pt x="554" y="799"/>
                    <a:pt x="554" y="799"/>
                  </a:cubicBezTo>
                  <a:lnTo>
                    <a:pt x="550" y="7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9" name="Freeform 495"/>
            <p:cNvSpPr>
              <a:spLocks/>
            </p:cNvSpPr>
            <p:nvPr/>
          </p:nvSpPr>
          <p:spPr bwMode="auto">
            <a:xfrm flipV="1">
              <a:off x="3127377" y="7356474"/>
              <a:ext cx="2330450" cy="2663825"/>
            </a:xfrm>
            <a:custGeom>
              <a:avLst/>
              <a:gdLst>
                <a:gd name="T0" fmla="*/ 606 w 621"/>
                <a:gd name="T1" fmla="*/ 710 h 710"/>
                <a:gd name="T2" fmla="*/ 603 w 621"/>
                <a:gd name="T3" fmla="*/ 707 h 710"/>
                <a:gd name="T4" fmla="*/ 617 w 621"/>
                <a:gd name="T5" fmla="*/ 693 h 710"/>
                <a:gd name="T6" fmla="*/ 617 w 621"/>
                <a:gd name="T7" fmla="*/ 621 h 710"/>
                <a:gd name="T8" fmla="*/ 247 w 621"/>
                <a:gd name="T9" fmla="*/ 250 h 710"/>
                <a:gd name="T10" fmla="*/ 200 w 621"/>
                <a:gd name="T11" fmla="*/ 250 h 710"/>
                <a:gd name="T12" fmla="*/ 198 w 621"/>
                <a:gd name="T13" fmla="*/ 250 h 710"/>
                <a:gd name="T14" fmla="*/ 0 w 621"/>
                <a:gd name="T15" fmla="*/ 52 h 710"/>
                <a:gd name="T16" fmla="*/ 0 w 621"/>
                <a:gd name="T17" fmla="*/ 50 h 710"/>
                <a:gd name="T18" fmla="*/ 0 w 621"/>
                <a:gd name="T19" fmla="*/ 23 h 710"/>
                <a:gd name="T20" fmla="*/ 0 w 621"/>
                <a:gd name="T21" fmla="*/ 22 h 710"/>
                <a:gd name="T22" fmla="*/ 22 w 621"/>
                <a:gd name="T23" fmla="*/ 0 h 710"/>
                <a:gd name="T24" fmla="*/ 24 w 621"/>
                <a:gd name="T25" fmla="*/ 2 h 710"/>
                <a:gd name="T26" fmla="*/ 3 w 621"/>
                <a:gd name="T27" fmla="*/ 24 h 710"/>
                <a:gd name="T28" fmla="*/ 3 w 621"/>
                <a:gd name="T29" fmla="*/ 50 h 710"/>
                <a:gd name="T30" fmla="*/ 200 w 621"/>
                <a:gd name="T31" fmla="*/ 247 h 710"/>
                <a:gd name="T32" fmla="*/ 248 w 621"/>
                <a:gd name="T33" fmla="*/ 247 h 710"/>
                <a:gd name="T34" fmla="*/ 249 w 621"/>
                <a:gd name="T35" fmla="*/ 247 h 710"/>
                <a:gd name="T36" fmla="*/ 620 w 621"/>
                <a:gd name="T37" fmla="*/ 619 h 710"/>
                <a:gd name="T38" fmla="*/ 621 w 621"/>
                <a:gd name="T39" fmla="*/ 620 h 710"/>
                <a:gd name="T40" fmla="*/ 621 w 621"/>
                <a:gd name="T41" fmla="*/ 694 h 710"/>
                <a:gd name="T42" fmla="*/ 620 w 621"/>
                <a:gd name="T43" fmla="*/ 695 h 710"/>
                <a:gd name="T44" fmla="*/ 606 w 621"/>
                <a:gd name="T45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1" h="710">
                  <a:moveTo>
                    <a:pt x="606" y="710"/>
                  </a:moveTo>
                  <a:cubicBezTo>
                    <a:pt x="603" y="707"/>
                    <a:pt x="603" y="707"/>
                    <a:pt x="603" y="707"/>
                  </a:cubicBezTo>
                  <a:cubicBezTo>
                    <a:pt x="617" y="693"/>
                    <a:pt x="617" y="693"/>
                    <a:pt x="617" y="693"/>
                  </a:cubicBezTo>
                  <a:cubicBezTo>
                    <a:pt x="617" y="621"/>
                    <a:pt x="617" y="621"/>
                    <a:pt x="617" y="621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00" y="250"/>
                    <a:pt x="200" y="250"/>
                    <a:pt x="200" y="250"/>
                  </a:cubicBezTo>
                  <a:cubicBezTo>
                    <a:pt x="199" y="250"/>
                    <a:pt x="199" y="250"/>
                    <a:pt x="198" y="25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1"/>
                    <a:pt x="0" y="51"/>
                    <a:pt x="0" y="5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00" y="247"/>
                    <a:pt x="200" y="247"/>
                    <a:pt x="200" y="247"/>
                  </a:cubicBezTo>
                  <a:cubicBezTo>
                    <a:pt x="248" y="247"/>
                    <a:pt x="248" y="247"/>
                    <a:pt x="248" y="247"/>
                  </a:cubicBezTo>
                  <a:cubicBezTo>
                    <a:pt x="248" y="247"/>
                    <a:pt x="248" y="247"/>
                    <a:pt x="249" y="247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1" y="619"/>
                    <a:pt x="621" y="620"/>
                  </a:cubicBezTo>
                  <a:cubicBezTo>
                    <a:pt x="621" y="694"/>
                    <a:pt x="621" y="694"/>
                    <a:pt x="621" y="694"/>
                  </a:cubicBezTo>
                  <a:cubicBezTo>
                    <a:pt x="621" y="695"/>
                    <a:pt x="620" y="695"/>
                    <a:pt x="620" y="695"/>
                  </a:cubicBezTo>
                  <a:lnTo>
                    <a:pt x="606" y="7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0" name="Freeform 496"/>
            <p:cNvSpPr>
              <a:spLocks/>
            </p:cNvSpPr>
            <p:nvPr/>
          </p:nvSpPr>
          <p:spPr bwMode="auto">
            <a:xfrm flipV="1">
              <a:off x="2986089" y="7318373"/>
              <a:ext cx="2389187" cy="2706688"/>
            </a:xfrm>
            <a:custGeom>
              <a:avLst/>
              <a:gdLst>
                <a:gd name="T0" fmla="*/ 552 w 637"/>
                <a:gd name="T1" fmla="*/ 721 h 721"/>
                <a:gd name="T2" fmla="*/ 552 w 637"/>
                <a:gd name="T3" fmla="*/ 716 h 721"/>
                <a:gd name="T4" fmla="*/ 593 w 637"/>
                <a:gd name="T5" fmla="*/ 716 h 721"/>
                <a:gd name="T6" fmla="*/ 632 w 637"/>
                <a:gd name="T7" fmla="*/ 677 h 721"/>
                <a:gd name="T8" fmla="*/ 632 w 637"/>
                <a:gd name="T9" fmla="*/ 635 h 721"/>
                <a:gd name="T10" fmla="*/ 279 w 637"/>
                <a:gd name="T11" fmla="*/ 283 h 721"/>
                <a:gd name="T12" fmla="*/ 219 w 637"/>
                <a:gd name="T13" fmla="*/ 283 h 721"/>
                <a:gd name="T14" fmla="*/ 217 w 637"/>
                <a:gd name="T15" fmla="*/ 282 h 721"/>
                <a:gd name="T16" fmla="*/ 1 w 637"/>
                <a:gd name="T17" fmla="*/ 66 h 721"/>
                <a:gd name="T18" fmla="*/ 0 w 637"/>
                <a:gd name="T19" fmla="*/ 64 h 721"/>
                <a:gd name="T20" fmla="*/ 0 w 637"/>
                <a:gd name="T21" fmla="*/ 20 h 721"/>
                <a:gd name="T22" fmla="*/ 1 w 637"/>
                <a:gd name="T23" fmla="*/ 18 h 721"/>
                <a:gd name="T24" fmla="*/ 19 w 637"/>
                <a:gd name="T25" fmla="*/ 0 h 721"/>
                <a:gd name="T26" fmla="*/ 23 w 637"/>
                <a:gd name="T27" fmla="*/ 3 h 721"/>
                <a:gd name="T28" fmla="*/ 5 w 637"/>
                <a:gd name="T29" fmla="*/ 21 h 721"/>
                <a:gd name="T30" fmla="*/ 5 w 637"/>
                <a:gd name="T31" fmla="*/ 63 h 721"/>
                <a:gd name="T32" fmla="*/ 220 w 637"/>
                <a:gd name="T33" fmla="*/ 277 h 721"/>
                <a:gd name="T34" fmla="*/ 280 w 637"/>
                <a:gd name="T35" fmla="*/ 277 h 721"/>
                <a:gd name="T36" fmla="*/ 282 w 637"/>
                <a:gd name="T37" fmla="*/ 278 h 721"/>
                <a:gd name="T38" fmla="*/ 636 w 637"/>
                <a:gd name="T39" fmla="*/ 633 h 721"/>
                <a:gd name="T40" fmla="*/ 637 w 637"/>
                <a:gd name="T41" fmla="*/ 634 h 721"/>
                <a:gd name="T42" fmla="*/ 637 w 637"/>
                <a:gd name="T43" fmla="*/ 678 h 721"/>
                <a:gd name="T44" fmla="*/ 636 w 637"/>
                <a:gd name="T45" fmla="*/ 680 h 721"/>
                <a:gd name="T46" fmla="*/ 596 w 637"/>
                <a:gd name="T47" fmla="*/ 720 h 721"/>
                <a:gd name="T48" fmla="*/ 594 w 637"/>
                <a:gd name="T49" fmla="*/ 721 h 721"/>
                <a:gd name="T50" fmla="*/ 552 w 637"/>
                <a:gd name="T51" fmla="*/ 72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7" h="721">
                  <a:moveTo>
                    <a:pt x="552" y="721"/>
                  </a:moveTo>
                  <a:cubicBezTo>
                    <a:pt x="552" y="716"/>
                    <a:pt x="552" y="716"/>
                    <a:pt x="552" y="716"/>
                  </a:cubicBezTo>
                  <a:cubicBezTo>
                    <a:pt x="593" y="716"/>
                    <a:pt x="593" y="716"/>
                    <a:pt x="593" y="716"/>
                  </a:cubicBezTo>
                  <a:cubicBezTo>
                    <a:pt x="632" y="677"/>
                    <a:pt x="632" y="677"/>
                    <a:pt x="632" y="677"/>
                  </a:cubicBezTo>
                  <a:cubicBezTo>
                    <a:pt x="632" y="635"/>
                    <a:pt x="632" y="635"/>
                    <a:pt x="632" y="635"/>
                  </a:cubicBezTo>
                  <a:cubicBezTo>
                    <a:pt x="279" y="283"/>
                    <a:pt x="279" y="283"/>
                    <a:pt x="279" y="283"/>
                  </a:cubicBezTo>
                  <a:cubicBezTo>
                    <a:pt x="219" y="283"/>
                    <a:pt x="219" y="283"/>
                    <a:pt x="219" y="283"/>
                  </a:cubicBezTo>
                  <a:cubicBezTo>
                    <a:pt x="218" y="283"/>
                    <a:pt x="218" y="282"/>
                    <a:pt x="217" y="282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0" y="65"/>
                    <a:pt x="0" y="6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9"/>
                    <a:pt x="1" y="18"/>
                    <a:pt x="1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220" y="277"/>
                    <a:pt x="220" y="277"/>
                    <a:pt x="220" y="277"/>
                  </a:cubicBezTo>
                  <a:cubicBezTo>
                    <a:pt x="280" y="277"/>
                    <a:pt x="280" y="277"/>
                    <a:pt x="280" y="277"/>
                  </a:cubicBezTo>
                  <a:cubicBezTo>
                    <a:pt x="281" y="277"/>
                    <a:pt x="282" y="278"/>
                    <a:pt x="282" y="278"/>
                  </a:cubicBezTo>
                  <a:cubicBezTo>
                    <a:pt x="636" y="633"/>
                    <a:pt x="636" y="633"/>
                    <a:pt x="636" y="633"/>
                  </a:cubicBezTo>
                  <a:cubicBezTo>
                    <a:pt x="637" y="633"/>
                    <a:pt x="637" y="634"/>
                    <a:pt x="637" y="634"/>
                  </a:cubicBezTo>
                  <a:cubicBezTo>
                    <a:pt x="637" y="678"/>
                    <a:pt x="637" y="678"/>
                    <a:pt x="637" y="678"/>
                  </a:cubicBezTo>
                  <a:cubicBezTo>
                    <a:pt x="637" y="679"/>
                    <a:pt x="637" y="680"/>
                    <a:pt x="636" y="680"/>
                  </a:cubicBezTo>
                  <a:cubicBezTo>
                    <a:pt x="596" y="720"/>
                    <a:pt x="596" y="720"/>
                    <a:pt x="596" y="720"/>
                  </a:cubicBezTo>
                  <a:cubicBezTo>
                    <a:pt x="596" y="721"/>
                    <a:pt x="595" y="721"/>
                    <a:pt x="594" y="721"/>
                  </a:cubicBezTo>
                  <a:lnTo>
                    <a:pt x="552" y="72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1" name="Freeform 497"/>
            <p:cNvSpPr>
              <a:spLocks/>
            </p:cNvSpPr>
            <p:nvPr/>
          </p:nvSpPr>
          <p:spPr bwMode="auto">
            <a:xfrm flipV="1">
              <a:off x="3776664" y="7004048"/>
              <a:ext cx="1512887" cy="1871663"/>
            </a:xfrm>
            <a:custGeom>
              <a:avLst/>
              <a:gdLst>
                <a:gd name="T0" fmla="*/ 333 w 403"/>
                <a:gd name="T1" fmla="*/ 499 h 499"/>
                <a:gd name="T2" fmla="*/ 328 w 403"/>
                <a:gd name="T3" fmla="*/ 499 h 499"/>
                <a:gd name="T4" fmla="*/ 328 w 403"/>
                <a:gd name="T5" fmla="*/ 468 h 499"/>
                <a:gd name="T6" fmla="*/ 300 w 403"/>
                <a:gd name="T7" fmla="*/ 440 h 499"/>
                <a:gd name="T8" fmla="*/ 299 w 403"/>
                <a:gd name="T9" fmla="*/ 438 h 499"/>
                <a:gd name="T10" fmla="*/ 299 w 403"/>
                <a:gd name="T11" fmla="*/ 398 h 499"/>
                <a:gd name="T12" fmla="*/ 300 w 403"/>
                <a:gd name="T13" fmla="*/ 396 h 499"/>
                <a:gd name="T14" fmla="*/ 322 w 403"/>
                <a:gd name="T15" fmla="*/ 374 h 499"/>
                <a:gd name="T16" fmla="*/ 323 w 403"/>
                <a:gd name="T17" fmla="*/ 374 h 499"/>
                <a:gd name="T18" fmla="*/ 374 w 403"/>
                <a:gd name="T19" fmla="*/ 374 h 499"/>
                <a:gd name="T20" fmla="*/ 398 w 403"/>
                <a:gd name="T21" fmla="*/ 349 h 499"/>
                <a:gd name="T22" fmla="*/ 398 w 403"/>
                <a:gd name="T23" fmla="*/ 340 h 499"/>
                <a:gd name="T24" fmla="*/ 63 w 403"/>
                <a:gd name="T25" fmla="*/ 5 h 499"/>
                <a:gd name="T26" fmla="*/ 0 w 403"/>
                <a:gd name="T27" fmla="*/ 5 h 499"/>
                <a:gd name="T28" fmla="*/ 0 w 403"/>
                <a:gd name="T29" fmla="*/ 0 h 499"/>
                <a:gd name="T30" fmla="*/ 64 w 403"/>
                <a:gd name="T31" fmla="*/ 0 h 499"/>
                <a:gd name="T32" fmla="*/ 66 w 403"/>
                <a:gd name="T33" fmla="*/ 0 h 499"/>
                <a:gd name="T34" fmla="*/ 403 w 403"/>
                <a:gd name="T35" fmla="*/ 337 h 499"/>
                <a:gd name="T36" fmla="*/ 403 w 403"/>
                <a:gd name="T37" fmla="*/ 339 h 499"/>
                <a:gd name="T38" fmla="*/ 403 w 403"/>
                <a:gd name="T39" fmla="*/ 350 h 499"/>
                <a:gd name="T40" fmla="*/ 403 w 403"/>
                <a:gd name="T41" fmla="*/ 352 h 499"/>
                <a:gd name="T42" fmla="*/ 377 w 403"/>
                <a:gd name="T43" fmla="*/ 378 h 499"/>
                <a:gd name="T44" fmla="*/ 375 w 403"/>
                <a:gd name="T45" fmla="*/ 379 h 499"/>
                <a:gd name="T46" fmla="*/ 325 w 403"/>
                <a:gd name="T47" fmla="*/ 379 h 499"/>
                <a:gd name="T48" fmla="*/ 304 w 403"/>
                <a:gd name="T49" fmla="*/ 399 h 499"/>
                <a:gd name="T50" fmla="*/ 304 w 403"/>
                <a:gd name="T51" fmla="*/ 437 h 499"/>
                <a:gd name="T52" fmla="*/ 332 w 403"/>
                <a:gd name="T53" fmla="*/ 465 h 499"/>
                <a:gd name="T54" fmla="*/ 333 w 403"/>
                <a:gd name="T55" fmla="*/ 467 h 499"/>
                <a:gd name="T56" fmla="*/ 333 w 403"/>
                <a:gd name="T57" fmla="*/ 49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3" h="499">
                  <a:moveTo>
                    <a:pt x="333" y="499"/>
                  </a:moveTo>
                  <a:cubicBezTo>
                    <a:pt x="328" y="499"/>
                    <a:pt x="328" y="499"/>
                    <a:pt x="328" y="499"/>
                  </a:cubicBezTo>
                  <a:cubicBezTo>
                    <a:pt x="328" y="468"/>
                    <a:pt x="328" y="468"/>
                    <a:pt x="328" y="468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9" y="439"/>
                    <a:pt x="299" y="438"/>
                    <a:pt x="299" y="438"/>
                  </a:cubicBezTo>
                  <a:cubicBezTo>
                    <a:pt x="299" y="398"/>
                    <a:pt x="299" y="398"/>
                    <a:pt x="299" y="398"/>
                  </a:cubicBezTo>
                  <a:cubicBezTo>
                    <a:pt x="299" y="397"/>
                    <a:pt x="299" y="397"/>
                    <a:pt x="300" y="396"/>
                  </a:cubicBezTo>
                  <a:cubicBezTo>
                    <a:pt x="322" y="374"/>
                    <a:pt x="322" y="374"/>
                    <a:pt x="322" y="374"/>
                  </a:cubicBezTo>
                  <a:cubicBezTo>
                    <a:pt x="322" y="374"/>
                    <a:pt x="323" y="374"/>
                    <a:pt x="323" y="374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98" y="349"/>
                    <a:pt x="398" y="349"/>
                    <a:pt x="398" y="349"/>
                  </a:cubicBezTo>
                  <a:cubicBezTo>
                    <a:pt x="398" y="340"/>
                    <a:pt x="398" y="340"/>
                    <a:pt x="398" y="340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5" y="0"/>
                    <a:pt x="66" y="0"/>
                    <a:pt x="66" y="0"/>
                  </a:cubicBezTo>
                  <a:cubicBezTo>
                    <a:pt x="403" y="337"/>
                    <a:pt x="403" y="337"/>
                    <a:pt x="403" y="337"/>
                  </a:cubicBezTo>
                  <a:cubicBezTo>
                    <a:pt x="403" y="337"/>
                    <a:pt x="403" y="338"/>
                    <a:pt x="403" y="339"/>
                  </a:cubicBezTo>
                  <a:cubicBezTo>
                    <a:pt x="403" y="350"/>
                    <a:pt x="403" y="350"/>
                    <a:pt x="403" y="350"/>
                  </a:cubicBezTo>
                  <a:cubicBezTo>
                    <a:pt x="403" y="351"/>
                    <a:pt x="403" y="351"/>
                    <a:pt x="403" y="352"/>
                  </a:cubicBezTo>
                  <a:cubicBezTo>
                    <a:pt x="377" y="378"/>
                    <a:pt x="377" y="378"/>
                    <a:pt x="377" y="378"/>
                  </a:cubicBezTo>
                  <a:cubicBezTo>
                    <a:pt x="376" y="378"/>
                    <a:pt x="375" y="379"/>
                    <a:pt x="375" y="379"/>
                  </a:cubicBezTo>
                  <a:cubicBezTo>
                    <a:pt x="325" y="379"/>
                    <a:pt x="325" y="379"/>
                    <a:pt x="325" y="379"/>
                  </a:cubicBezTo>
                  <a:cubicBezTo>
                    <a:pt x="304" y="399"/>
                    <a:pt x="304" y="399"/>
                    <a:pt x="304" y="399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32" y="465"/>
                    <a:pt x="332" y="465"/>
                    <a:pt x="332" y="465"/>
                  </a:cubicBezTo>
                  <a:cubicBezTo>
                    <a:pt x="333" y="465"/>
                    <a:pt x="333" y="466"/>
                    <a:pt x="333" y="467"/>
                  </a:cubicBezTo>
                  <a:lnTo>
                    <a:pt x="333" y="49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2" name="Freeform 498"/>
            <p:cNvSpPr>
              <a:spLocks/>
            </p:cNvSpPr>
            <p:nvPr/>
          </p:nvSpPr>
          <p:spPr bwMode="auto">
            <a:xfrm flipV="1">
              <a:off x="3228977" y="6650036"/>
              <a:ext cx="3013075" cy="3941763"/>
            </a:xfrm>
            <a:custGeom>
              <a:avLst/>
              <a:gdLst>
                <a:gd name="T0" fmla="*/ 564 w 803"/>
                <a:gd name="T1" fmla="*/ 1050 h 1050"/>
                <a:gd name="T2" fmla="*/ 564 w 803"/>
                <a:gd name="T3" fmla="*/ 1017 h 1050"/>
                <a:gd name="T4" fmla="*/ 566 w 803"/>
                <a:gd name="T5" fmla="*/ 1013 h 1050"/>
                <a:gd name="T6" fmla="*/ 660 w 803"/>
                <a:gd name="T7" fmla="*/ 920 h 1050"/>
                <a:gd name="T8" fmla="*/ 663 w 803"/>
                <a:gd name="T9" fmla="*/ 918 h 1050"/>
                <a:gd name="T10" fmla="*/ 663 w 803"/>
                <a:gd name="T11" fmla="*/ 918 h 1050"/>
                <a:gd name="T12" fmla="*/ 706 w 803"/>
                <a:gd name="T13" fmla="*/ 918 h 1050"/>
                <a:gd name="T14" fmla="*/ 793 w 803"/>
                <a:gd name="T15" fmla="*/ 832 h 1050"/>
                <a:gd name="T16" fmla="*/ 793 w 803"/>
                <a:gd name="T17" fmla="*/ 800 h 1050"/>
                <a:gd name="T18" fmla="*/ 0 w 803"/>
                <a:gd name="T19" fmla="*/ 7 h 1050"/>
                <a:gd name="T20" fmla="*/ 7 w 803"/>
                <a:gd name="T21" fmla="*/ 0 h 1050"/>
                <a:gd name="T22" fmla="*/ 802 w 803"/>
                <a:gd name="T23" fmla="*/ 794 h 1050"/>
                <a:gd name="T24" fmla="*/ 803 w 803"/>
                <a:gd name="T25" fmla="*/ 797 h 1050"/>
                <a:gd name="T26" fmla="*/ 803 w 803"/>
                <a:gd name="T27" fmla="*/ 834 h 1050"/>
                <a:gd name="T28" fmla="*/ 802 w 803"/>
                <a:gd name="T29" fmla="*/ 837 h 1050"/>
                <a:gd name="T30" fmla="*/ 712 w 803"/>
                <a:gd name="T31" fmla="*/ 927 h 1050"/>
                <a:gd name="T32" fmla="*/ 708 w 803"/>
                <a:gd name="T33" fmla="*/ 929 h 1050"/>
                <a:gd name="T34" fmla="*/ 708 w 803"/>
                <a:gd name="T35" fmla="*/ 929 h 1050"/>
                <a:gd name="T36" fmla="*/ 665 w 803"/>
                <a:gd name="T37" fmla="*/ 928 h 1050"/>
                <a:gd name="T38" fmla="*/ 575 w 803"/>
                <a:gd name="T39" fmla="*/ 1019 h 1050"/>
                <a:gd name="T40" fmla="*/ 575 w 803"/>
                <a:gd name="T41" fmla="*/ 1050 h 1050"/>
                <a:gd name="T42" fmla="*/ 564 w 803"/>
                <a:gd name="T43" fmla="*/ 105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3" h="1050">
                  <a:moveTo>
                    <a:pt x="564" y="1050"/>
                  </a:moveTo>
                  <a:cubicBezTo>
                    <a:pt x="564" y="1017"/>
                    <a:pt x="564" y="1017"/>
                    <a:pt x="564" y="1017"/>
                  </a:cubicBezTo>
                  <a:cubicBezTo>
                    <a:pt x="564" y="1016"/>
                    <a:pt x="565" y="1014"/>
                    <a:pt x="566" y="1013"/>
                  </a:cubicBezTo>
                  <a:cubicBezTo>
                    <a:pt x="660" y="920"/>
                    <a:pt x="660" y="920"/>
                    <a:pt x="660" y="920"/>
                  </a:cubicBezTo>
                  <a:cubicBezTo>
                    <a:pt x="661" y="919"/>
                    <a:pt x="662" y="918"/>
                    <a:pt x="663" y="918"/>
                  </a:cubicBezTo>
                  <a:cubicBezTo>
                    <a:pt x="663" y="918"/>
                    <a:pt x="663" y="918"/>
                    <a:pt x="663" y="918"/>
                  </a:cubicBezTo>
                  <a:cubicBezTo>
                    <a:pt x="706" y="918"/>
                    <a:pt x="706" y="918"/>
                    <a:pt x="706" y="918"/>
                  </a:cubicBezTo>
                  <a:cubicBezTo>
                    <a:pt x="793" y="832"/>
                    <a:pt x="793" y="832"/>
                    <a:pt x="793" y="832"/>
                  </a:cubicBezTo>
                  <a:cubicBezTo>
                    <a:pt x="793" y="800"/>
                    <a:pt x="793" y="800"/>
                    <a:pt x="793" y="80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02" y="794"/>
                    <a:pt x="802" y="794"/>
                    <a:pt x="802" y="794"/>
                  </a:cubicBezTo>
                  <a:cubicBezTo>
                    <a:pt x="803" y="795"/>
                    <a:pt x="803" y="796"/>
                    <a:pt x="803" y="797"/>
                  </a:cubicBezTo>
                  <a:cubicBezTo>
                    <a:pt x="803" y="834"/>
                    <a:pt x="803" y="834"/>
                    <a:pt x="803" y="834"/>
                  </a:cubicBezTo>
                  <a:cubicBezTo>
                    <a:pt x="803" y="835"/>
                    <a:pt x="803" y="836"/>
                    <a:pt x="802" y="837"/>
                  </a:cubicBezTo>
                  <a:cubicBezTo>
                    <a:pt x="712" y="927"/>
                    <a:pt x="712" y="927"/>
                    <a:pt x="712" y="927"/>
                  </a:cubicBezTo>
                  <a:cubicBezTo>
                    <a:pt x="711" y="928"/>
                    <a:pt x="710" y="929"/>
                    <a:pt x="708" y="929"/>
                  </a:cubicBezTo>
                  <a:cubicBezTo>
                    <a:pt x="708" y="929"/>
                    <a:pt x="708" y="929"/>
                    <a:pt x="708" y="929"/>
                  </a:cubicBezTo>
                  <a:cubicBezTo>
                    <a:pt x="665" y="928"/>
                    <a:pt x="665" y="928"/>
                    <a:pt x="665" y="928"/>
                  </a:cubicBezTo>
                  <a:cubicBezTo>
                    <a:pt x="575" y="1019"/>
                    <a:pt x="575" y="1019"/>
                    <a:pt x="575" y="1019"/>
                  </a:cubicBezTo>
                  <a:cubicBezTo>
                    <a:pt x="575" y="1050"/>
                    <a:pt x="575" y="1050"/>
                    <a:pt x="575" y="1050"/>
                  </a:cubicBezTo>
                  <a:lnTo>
                    <a:pt x="564" y="1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3" name="Freeform 499"/>
            <p:cNvSpPr>
              <a:spLocks noEditPoints="1"/>
            </p:cNvSpPr>
            <p:nvPr/>
          </p:nvSpPr>
          <p:spPr bwMode="auto">
            <a:xfrm flipV="1">
              <a:off x="4595814" y="65611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0 w 24"/>
                <a:gd name="T23" fmla="*/ 21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4" name="Freeform 500"/>
            <p:cNvSpPr>
              <a:spLocks noEditPoints="1"/>
            </p:cNvSpPr>
            <p:nvPr/>
          </p:nvSpPr>
          <p:spPr bwMode="auto">
            <a:xfrm flipV="1">
              <a:off x="2309814" y="9299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5" name="Freeform 501"/>
            <p:cNvSpPr>
              <a:spLocks noEditPoints="1"/>
            </p:cNvSpPr>
            <p:nvPr/>
          </p:nvSpPr>
          <p:spPr bwMode="auto">
            <a:xfrm flipV="1">
              <a:off x="4854577" y="670718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4 w 24"/>
                <a:gd name="T17" fmla="*/ 20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6" name="Freeform 502"/>
            <p:cNvSpPr>
              <a:spLocks noEditPoints="1"/>
            </p:cNvSpPr>
            <p:nvPr/>
          </p:nvSpPr>
          <p:spPr bwMode="auto">
            <a:xfrm flipV="1">
              <a:off x="4572002" y="73151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7" name="Freeform 503"/>
            <p:cNvSpPr>
              <a:spLocks noEditPoints="1"/>
            </p:cNvSpPr>
            <p:nvPr/>
          </p:nvSpPr>
          <p:spPr bwMode="auto">
            <a:xfrm flipV="1">
              <a:off x="2816227" y="92281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1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8" name="Freeform 504"/>
            <p:cNvSpPr>
              <a:spLocks noEditPoints="1"/>
            </p:cNvSpPr>
            <p:nvPr/>
          </p:nvSpPr>
          <p:spPr bwMode="auto">
            <a:xfrm flipV="1">
              <a:off x="4775202" y="707866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9" name="Freeform 505"/>
            <p:cNvSpPr>
              <a:spLocks noEditPoints="1"/>
            </p:cNvSpPr>
            <p:nvPr/>
          </p:nvSpPr>
          <p:spPr bwMode="auto">
            <a:xfrm flipV="1">
              <a:off x="4411664" y="63833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0" name="Freeform 506"/>
            <p:cNvSpPr>
              <a:spLocks noEditPoints="1"/>
            </p:cNvSpPr>
            <p:nvPr/>
          </p:nvSpPr>
          <p:spPr bwMode="auto">
            <a:xfrm flipV="1">
              <a:off x="4227514" y="619601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1" name="Freeform 507"/>
            <p:cNvSpPr>
              <a:spLocks noEditPoints="1"/>
            </p:cNvSpPr>
            <p:nvPr/>
          </p:nvSpPr>
          <p:spPr bwMode="auto">
            <a:xfrm flipV="1">
              <a:off x="2336802" y="91043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2" name="Freeform 508"/>
            <p:cNvSpPr>
              <a:spLocks noEditPoints="1"/>
            </p:cNvSpPr>
            <p:nvPr/>
          </p:nvSpPr>
          <p:spPr bwMode="auto">
            <a:xfrm flipV="1">
              <a:off x="4213227" y="65262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3" name="Freeform 509"/>
            <p:cNvSpPr>
              <a:spLocks noEditPoints="1"/>
            </p:cNvSpPr>
            <p:nvPr/>
          </p:nvSpPr>
          <p:spPr bwMode="auto">
            <a:xfrm flipV="1">
              <a:off x="3889377" y="65611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4 w 24"/>
                <a:gd name="T21" fmla="*/ 4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4" name="Freeform 510"/>
            <p:cNvSpPr>
              <a:spLocks noEditPoints="1"/>
            </p:cNvSpPr>
            <p:nvPr/>
          </p:nvSpPr>
          <p:spPr bwMode="auto">
            <a:xfrm flipV="1">
              <a:off x="4065589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5" y="16"/>
                    <a:pt x="5" y="12"/>
                  </a:cubicBezTo>
                  <a:cubicBezTo>
                    <a:pt x="5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5" name="Freeform 511"/>
            <p:cNvSpPr>
              <a:spLocks noEditPoints="1"/>
            </p:cNvSpPr>
            <p:nvPr/>
          </p:nvSpPr>
          <p:spPr bwMode="auto">
            <a:xfrm flipV="1">
              <a:off x="3724277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1 w 24"/>
                <a:gd name="T19" fmla="*/ 21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6" name="Freeform 512"/>
            <p:cNvSpPr>
              <a:spLocks noEditPoints="1"/>
            </p:cNvSpPr>
            <p:nvPr/>
          </p:nvSpPr>
          <p:spPr bwMode="auto">
            <a:xfrm flipV="1">
              <a:off x="2767014" y="7593011"/>
              <a:ext cx="90487" cy="88900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6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7" name="Freeform 513"/>
            <p:cNvSpPr>
              <a:spLocks noEditPoints="1"/>
            </p:cNvSpPr>
            <p:nvPr/>
          </p:nvSpPr>
          <p:spPr bwMode="auto">
            <a:xfrm flipV="1">
              <a:off x="2928939" y="75326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9" y="18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8" name="Freeform 514"/>
            <p:cNvSpPr>
              <a:spLocks noEditPoints="1"/>
            </p:cNvSpPr>
            <p:nvPr/>
          </p:nvSpPr>
          <p:spPr bwMode="auto">
            <a:xfrm flipV="1">
              <a:off x="2876552" y="76977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3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9" name="Freeform 515"/>
            <p:cNvSpPr>
              <a:spLocks noEditPoints="1"/>
            </p:cNvSpPr>
            <p:nvPr/>
          </p:nvSpPr>
          <p:spPr bwMode="auto">
            <a:xfrm flipV="1">
              <a:off x="3698877" y="63690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0" name="Freeform 516"/>
            <p:cNvSpPr>
              <a:spLocks noEditPoints="1"/>
            </p:cNvSpPr>
            <p:nvPr/>
          </p:nvSpPr>
          <p:spPr bwMode="auto">
            <a:xfrm flipV="1">
              <a:off x="3836989" y="58133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12 w 24"/>
                <a:gd name="T13" fmla="*/ 19 h 24"/>
                <a:gd name="T14" fmla="*/ 5 w 24"/>
                <a:gd name="T15" fmla="*/ 12 h 24"/>
                <a:gd name="T16" fmla="*/ 12 w 24"/>
                <a:gd name="T17" fmla="*/ 5 h 24"/>
                <a:gd name="T18" fmla="*/ 12 w 24"/>
                <a:gd name="T19" fmla="*/ 0 h 24"/>
                <a:gd name="T20" fmla="*/ 12 w 24"/>
                <a:gd name="T21" fmla="*/ 0 h 24"/>
                <a:gd name="T22" fmla="*/ 12 w 24"/>
                <a:gd name="T23" fmla="*/ 0 h 24"/>
                <a:gd name="T24" fmla="*/ 4 w 24"/>
                <a:gd name="T25" fmla="*/ 4 h 24"/>
                <a:gd name="T26" fmla="*/ 0 w 24"/>
                <a:gd name="T27" fmla="*/ 12 h 24"/>
                <a:gd name="T28" fmla="*/ 12 w 24"/>
                <a:gd name="T29" fmla="*/ 24 h 24"/>
                <a:gd name="T30" fmla="*/ 24 w 24"/>
                <a:gd name="T31" fmla="*/ 12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1" name="Freeform 517"/>
            <p:cNvSpPr>
              <a:spLocks noEditPoints="1"/>
            </p:cNvSpPr>
            <p:nvPr/>
          </p:nvSpPr>
          <p:spPr bwMode="auto">
            <a:xfrm flipV="1">
              <a:off x="3671889" y="5629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4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2" name="Freeform 518"/>
            <p:cNvSpPr>
              <a:spLocks noEditPoints="1"/>
            </p:cNvSpPr>
            <p:nvPr/>
          </p:nvSpPr>
          <p:spPr bwMode="auto">
            <a:xfrm flipV="1">
              <a:off x="3492502" y="5445122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21 w 24"/>
                <a:gd name="T23" fmla="*/ 3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 w="317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3" name="Freeform 519"/>
            <p:cNvSpPr>
              <a:spLocks noEditPoints="1"/>
            </p:cNvSpPr>
            <p:nvPr/>
          </p:nvSpPr>
          <p:spPr bwMode="auto">
            <a:xfrm flipV="1">
              <a:off x="3308352" y="52625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4" name="Freeform 520"/>
            <p:cNvSpPr>
              <a:spLocks noEditPoints="1"/>
            </p:cNvSpPr>
            <p:nvPr/>
          </p:nvSpPr>
          <p:spPr bwMode="auto">
            <a:xfrm flipV="1">
              <a:off x="3138489" y="54451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5" name="Freeform 521"/>
            <p:cNvSpPr>
              <a:spLocks noEditPoints="1"/>
            </p:cNvSpPr>
            <p:nvPr/>
          </p:nvSpPr>
          <p:spPr bwMode="auto">
            <a:xfrm flipV="1">
              <a:off x="3090864" y="5788024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6" name="Freeform 522"/>
            <p:cNvSpPr>
              <a:spLocks noEditPoints="1"/>
            </p:cNvSpPr>
            <p:nvPr/>
          </p:nvSpPr>
          <p:spPr bwMode="auto">
            <a:xfrm flipV="1">
              <a:off x="3275014" y="5970586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9" y="19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7" name="Freeform 523"/>
            <p:cNvSpPr>
              <a:spLocks noEditPoints="1"/>
            </p:cNvSpPr>
            <p:nvPr/>
          </p:nvSpPr>
          <p:spPr bwMode="auto">
            <a:xfrm flipV="1">
              <a:off x="4024314" y="59896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8" name="Freeform 524"/>
            <p:cNvSpPr>
              <a:spLocks noEditPoints="1"/>
            </p:cNvSpPr>
            <p:nvPr/>
          </p:nvSpPr>
          <p:spPr bwMode="auto">
            <a:xfrm flipV="1">
              <a:off x="2928939" y="5637211"/>
              <a:ext cx="93662" cy="90488"/>
            </a:xfrm>
            <a:custGeom>
              <a:avLst/>
              <a:gdLst>
                <a:gd name="T0" fmla="*/ 12 w 25"/>
                <a:gd name="T1" fmla="*/ 6 h 24"/>
                <a:gd name="T2" fmla="*/ 19 w 25"/>
                <a:gd name="T3" fmla="*/ 12 h 24"/>
                <a:gd name="T4" fmla="*/ 12 w 25"/>
                <a:gd name="T5" fmla="*/ 19 h 24"/>
                <a:gd name="T6" fmla="*/ 6 w 25"/>
                <a:gd name="T7" fmla="*/ 12 h 24"/>
                <a:gd name="T8" fmla="*/ 12 w 25"/>
                <a:gd name="T9" fmla="*/ 6 h 24"/>
                <a:gd name="T10" fmla="*/ 12 w 25"/>
                <a:gd name="T11" fmla="*/ 0 h 24"/>
                <a:gd name="T12" fmla="*/ 12 w 25"/>
                <a:gd name="T13" fmla="*/ 0 h 24"/>
                <a:gd name="T14" fmla="*/ 4 w 25"/>
                <a:gd name="T15" fmla="*/ 4 h 24"/>
                <a:gd name="T16" fmla="*/ 0 w 25"/>
                <a:gd name="T17" fmla="*/ 12 h 24"/>
                <a:gd name="T18" fmla="*/ 12 w 25"/>
                <a:gd name="T19" fmla="*/ 24 h 24"/>
                <a:gd name="T20" fmla="*/ 21 w 25"/>
                <a:gd name="T21" fmla="*/ 21 h 24"/>
                <a:gd name="T22" fmla="*/ 24 w 25"/>
                <a:gd name="T23" fmla="*/ 12 h 24"/>
                <a:gd name="T24" fmla="*/ 12 w 25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9"/>
                    <a:pt x="25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9" name="Freeform 525"/>
            <p:cNvSpPr>
              <a:spLocks noEditPoints="1"/>
            </p:cNvSpPr>
            <p:nvPr/>
          </p:nvSpPr>
          <p:spPr bwMode="auto">
            <a:xfrm flipV="1">
              <a:off x="2538414" y="600551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0 w 24"/>
                <a:gd name="T29" fmla="*/ 21 h 24"/>
                <a:gd name="T30" fmla="*/ 24 w 24"/>
                <a:gd name="T31" fmla="*/ 12 h 24"/>
                <a:gd name="T32" fmla="*/ 20 w 24"/>
                <a:gd name="T33" fmla="*/ 4 h 24"/>
                <a:gd name="T34" fmla="*/ 12 w 24"/>
                <a:gd name="T3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9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0" name="Freeform 526"/>
            <p:cNvSpPr>
              <a:spLocks noEditPoints="1"/>
            </p:cNvSpPr>
            <p:nvPr/>
          </p:nvSpPr>
          <p:spPr bwMode="auto">
            <a:xfrm flipV="1">
              <a:off x="1773239" y="66389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1" name="Freeform 527"/>
            <p:cNvSpPr>
              <a:spLocks noEditPoints="1"/>
            </p:cNvSpPr>
            <p:nvPr/>
          </p:nvSpPr>
          <p:spPr bwMode="auto">
            <a:xfrm flipV="1">
              <a:off x="1825627" y="70072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3 w 24"/>
                <a:gd name="T15" fmla="*/ 3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0 w 24"/>
                <a:gd name="T23" fmla="*/ 20 h 24"/>
                <a:gd name="T24" fmla="*/ 24 w 24"/>
                <a:gd name="T25" fmla="*/ 12 h 24"/>
                <a:gd name="T26" fmla="*/ 20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2" name="Freeform 528"/>
            <p:cNvSpPr>
              <a:spLocks noEditPoints="1"/>
            </p:cNvSpPr>
            <p:nvPr/>
          </p:nvSpPr>
          <p:spPr bwMode="auto">
            <a:xfrm flipV="1">
              <a:off x="1663702" y="70516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3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3" name="Oval 529"/>
            <p:cNvSpPr>
              <a:spLocks noChangeArrowheads="1"/>
            </p:cNvSpPr>
            <p:nvPr/>
          </p:nvSpPr>
          <p:spPr bwMode="auto">
            <a:xfrm flipV="1">
              <a:off x="2501902" y="7304086"/>
              <a:ext cx="69850" cy="71438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4" name="Freeform 530"/>
            <p:cNvSpPr>
              <a:spLocks/>
            </p:cNvSpPr>
            <p:nvPr/>
          </p:nvSpPr>
          <p:spPr bwMode="auto">
            <a:xfrm flipV="1">
              <a:off x="681039" y="7100886"/>
              <a:ext cx="990600" cy="927100"/>
            </a:xfrm>
            <a:custGeom>
              <a:avLst/>
              <a:gdLst>
                <a:gd name="T0" fmla="*/ 264 w 264"/>
                <a:gd name="T1" fmla="*/ 247 h 247"/>
                <a:gd name="T2" fmla="*/ 245 w 264"/>
                <a:gd name="T3" fmla="*/ 247 h 247"/>
                <a:gd name="T4" fmla="*/ 244 w 264"/>
                <a:gd name="T5" fmla="*/ 246 h 247"/>
                <a:gd name="T6" fmla="*/ 0 w 264"/>
                <a:gd name="T7" fmla="*/ 3 h 247"/>
                <a:gd name="T8" fmla="*/ 3 w 264"/>
                <a:gd name="T9" fmla="*/ 0 h 247"/>
                <a:gd name="T10" fmla="*/ 246 w 264"/>
                <a:gd name="T11" fmla="*/ 243 h 247"/>
                <a:gd name="T12" fmla="*/ 264 w 264"/>
                <a:gd name="T13" fmla="*/ 243 h 247"/>
                <a:gd name="T14" fmla="*/ 264 w 264"/>
                <a:gd name="T1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47">
                  <a:moveTo>
                    <a:pt x="264" y="247"/>
                  </a:moveTo>
                  <a:cubicBezTo>
                    <a:pt x="245" y="247"/>
                    <a:pt x="245" y="247"/>
                    <a:pt x="245" y="247"/>
                  </a:cubicBezTo>
                  <a:cubicBezTo>
                    <a:pt x="245" y="247"/>
                    <a:pt x="244" y="247"/>
                    <a:pt x="244" y="24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6" y="243"/>
                    <a:pt x="246" y="243"/>
                    <a:pt x="246" y="243"/>
                  </a:cubicBezTo>
                  <a:cubicBezTo>
                    <a:pt x="264" y="243"/>
                    <a:pt x="264" y="243"/>
                    <a:pt x="264" y="243"/>
                  </a:cubicBezTo>
                  <a:lnTo>
                    <a:pt x="264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5" name="Freeform 531"/>
            <p:cNvSpPr>
              <a:spLocks/>
            </p:cNvSpPr>
            <p:nvPr/>
          </p:nvSpPr>
          <p:spPr bwMode="auto">
            <a:xfrm flipV="1">
              <a:off x="760414" y="7092949"/>
              <a:ext cx="1114425" cy="1009650"/>
            </a:xfrm>
            <a:custGeom>
              <a:avLst/>
              <a:gdLst>
                <a:gd name="T0" fmla="*/ 297 w 297"/>
                <a:gd name="T1" fmla="*/ 269 h 269"/>
                <a:gd name="T2" fmla="*/ 294 w 297"/>
                <a:gd name="T3" fmla="*/ 269 h 269"/>
                <a:gd name="T4" fmla="*/ 294 w 297"/>
                <a:gd name="T5" fmla="*/ 253 h 269"/>
                <a:gd name="T6" fmla="*/ 268 w 297"/>
                <a:gd name="T7" fmla="*/ 227 h 269"/>
                <a:gd name="T8" fmla="*/ 226 w 297"/>
                <a:gd name="T9" fmla="*/ 227 h 269"/>
                <a:gd name="T10" fmla="*/ 225 w 297"/>
                <a:gd name="T11" fmla="*/ 226 h 269"/>
                <a:gd name="T12" fmla="*/ 0 w 297"/>
                <a:gd name="T13" fmla="*/ 2 h 269"/>
                <a:gd name="T14" fmla="*/ 3 w 297"/>
                <a:gd name="T15" fmla="*/ 0 h 269"/>
                <a:gd name="T16" fmla="*/ 226 w 297"/>
                <a:gd name="T17" fmla="*/ 223 h 269"/>
                <a:gd name="T18" fmla="*/ 269 w 297"/>
                <a:gd name="T19" fmla="*/ 223 h 269"/>
                <a:gd name="T20" fmla="*/ 270 w 297"/>
                <a:gd name="T21" fmla="*/ 224 h 269"/>
                <a:gd name="T22" fmla="*/ 297 w 297"/>
                <a:gd name="T23" fmla="*/ 251 h 269"/>
                <a:gd name="T24" fmla="*/ 297 w 297"/>
                <a:gd name="T25" fmla="*/ 252 h 269"/>
                <a:gd name="T26" fmla="*/ 297 w 297"/>
                <a:gd name="T2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7" h="269">
                  <a:moveTo>
                    <a:pt x="297" y="269"/>
                  </a:moveTo>
                  <a:cubicBezTo>
                    <a:pt x="294" y="269"/>
                    <a:pt x="294" y="269"/>
                    <a:pt x="294" y="269"/>
                  </a:cubicBezTo>
                  <a:cubicBezTo>
                    <a:pt x="294" y="253"/>
                    <a:pt x="294" y="253"/>
                    <a:pt x="294" y="253"/>
                  </a:cubicBezTo>
                  <a:cubicBezTo>
                    <a:pt x="268" y="227"/>
                    <a:pt x="268" y="227"/>
                    <a:pt x="268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5" y="227"/>
                    <a:pt x="225" y="227"/>
                    <a:pt x="225" y="22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69" y="223"/>
                    <a:pt x="269" y="223"/>
                    <a:pt x="269" y="223"/>
                  </a:cubicBezTo>
                  <a:cubicBezTo>
                    <a:pt x="269" y="223"/>
                    <a:pt x="269" y="224"/>
                    <a:pt x="270" y="224"/>
                  </a:cubicBezTo>
                  <a:cubicBezTo>
                    <a:pt x="297" y="251"/>
                    <a:pt x="297" y="251"/>
                    <a:pt x="297" y="251"/>
                  </a:cubicBezTo>
                  <a:cubicBezTo>
                    <a:pt x="297" y="251"/>
                    <a:pt x="297" y="252"/>
                    <a:pt x="297" y="252"/>
                  </a:cubicBezTo>
                  <a:lnTo>
                    <a:pt x="297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6" name="Freeform 532"/>
            <p:cNvSpPr>
              <a:spLocks/>
            </p:cNvSpPr>
            <p:nvPr/>
          </p:nvSpPr>
          <p:spPr bwMode="auto">
            <a:xfrm flipV="1">
              <a:off x="530227" y="6677024"/>
              <a:ext cx="1250950" cy="1196975"/>
            </a:xfrm>
            <a:custGeom>
              <a:avLst/>
              <a:gdLst>
                <a:gd name="T0" fmla="*/ 317 w 333"/>
                <a:gd name="T1" fmla="*/ 319 h 319"/>
                <a:gd name="T2" fmla="*/ 316 w 333"/>
                <a:gd name="T3" fmla="*/ 318 h 319"/>
                <a:gd name="T4" fmla="*/ 0 w 333"/>
                <a:gd name="T5" fmla="*/ 2 h 319"/>
                <a:gd name="T6" fmla="*/ 2 w 333"/>
                <a:gd name="T7" fmla="*/ 0 h 319"/>
                <a:gd name="T8" fmla="*/ 318 w 333"/>
                <a:gd name="T9" fmla="*/ 315 h 319"/>
                <a:gd name="T10" fmla="*/ 333 w 333"/>
                <a:gd name="T11" fmla="*/ 315 h 319"/>
                <a:gd name="T12" fmla="*/ 333 w 333"/>
                <a:gd name="T13" fmla="*/ 319 h 319"/>
                <a:gd name="T14" fmla="*/ 317 w 333"/>
                <a:gd name="T1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19">
                  <a:moveTo>
                    <a:pt x="317" y="319"/>
                  </a:moveTo>
                  <a:cubicBezTo>
                    <a:pt x="317" y="319"/>
                    <a:pt x="316" y="319"/>
                    <a:pt x="316" y="3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18" y="315"/>
                    <a:pt x="318" y="315"/>
                    <a:pt x="318" y="315"/>
                  </a:cubicBezTo>
                  <a:cubicBezTo>
                    <a:pt x="333" y="315"/>
                    <a:pt x="333" y="315"/>
                    <a:pt x="333" y="315"/>
                  </a:cubicBezTo>
                  <a:cubicBezTo>
                    <a:pt x="333" y="319"/>
                    <a:pt x="333" y="319"/>
                    <a:pt x="333" y="319"/>
                  </a:cubicBezTo>
                  <a:cubicBezTo>
                    <a:pt x="317" y="319"/>
                    <a:pt x="317" y="319"/>
                    <a:pt x="317" y="3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7" name="Freeform 533"/>
            <p:cNvSpPr>
              <a:spLocks/>
            </p:cNvSpPr>
            <p:nvPr/>
          </p:nvSpPr>
          <p:spPr bwMode="auto">
            <a:xfrm flipV="1">
              <a:off x="433389" y="6064249"/>
              <a:ext cx="2135187" cy="1724025"/>
            </a:xfrm>
            <a:custGeom>
              <a:avLst/>
              <a:gdLst>
                <a:gd name="T0" fmla="*/ 564 w 569"/>
                <a:gd name="T1" fmla="*/ 459 h 459"/>
                <a:gd name="T2" fmla="*/ 435 w 569"/>
                <a:gd name="T3" fmla="*/ 330 h 459"/>
                <a:gd name="T4" fmla="*/ 345 w 569"/>
                <a:gd name="T5" fmla="*/ 330 h 459"/>
                <a:gd name="T6" fmla="*/ 343 w 569"/>
                <a:gd name="T7" fmla="*/ 329 h 459"/>
                <a:gd name="T8" fmla="*/ 205 w 569"/>
                <a:gd name="T9" fmla="*/ 191 h 459"/>
                <a:gd name="T10" fmla="*/ 187 w 569"/>
                <a:gd name="T11" fmla="*/ 191 h 459"/>
                <a:gd name="T12" fmla="*/ 185 w 569"/>
                <a:gd name="T13" fmla="*/ 190 h 459"/>
                <a:gd name="T14" fmla="*/ 0 w 569"/>
                <a:gd name="T15" fmla="*/ 5 h 459"/>
                <a:gd name="T16" fmla="*/ 5 w 569"/>
                <a:gd name="T17" fmla="*/ 0 h 459"/>
                <a:gd name="T18" fmla="*/ 189 w 569"/>
                <a:gd name="T19" fmla="*/ 184 h 459"/>
                <a:gd name="T20" fmla="*/ 206 w 569"/>
                <a:gd name="T21" fmla="*/ 184 h 459"/>
                <a:gd name="T22" fmla="*/ 209 w 569"/>
                <a:gd name="T23" fmla="*/ 185 h 459"/>
                <a:gd name="T24" fmla="*/ 347 w 569"/>
                <a:gd name="T25" fmla="*/ 323 h 459"/>
                <a:gd name="T26" fmla="*/ 436 w 569"/>
                <a:gd name="T27" fmla="*/ 323 h 459"/>
                <a:gd name="T28" fmla="*/ 439 w 569"/>
                <a:gd name="T29" fmla="*/ 324 h 459"/>
                <a:gd name="T30" fmla="*/ 569 w 569"/>
                <a:gd name="T31" fmla="*/ 454 h 459"/>
                <a:gd name="T32" fmla="*/ 564 w 569"/>
                <a:gd name="T33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9" h="459">
                  <a:moveTo>
                    <a:pt x="564" y="459"/>
                  </a:moveTo>
                  <a:cubicBezTo>
                    <a:pt x="435" y="330"/>
                    <a:pt x="435" y="330"/>
                    <a:pt x="435" y="330"/>
                  </a:cubicBezTo>
                  <a:cubicBezTo>
                    <a:pt x="345" y="330"/>
                    <a:pt x="345" y="330"/>
                    <a:pt x="345" y="330"/>
                  </a:cubicBezTo>
                  <a:cubicBezTo>
                    <a:pt x="344" y="330"/>
                    <a:pt x="343" y="330"/>
                    <a:pt x="343" y="329"/>
                  </a:cubicBezTo>
                  <a:cubicBezTo>
                    <a:pt x="205" y="191"/>
                    <a:pt x="205" y="191"/>
                    <a:pt x="205" y="191"/>
                  </a:cubicBezTo>
                  <a:cubicBezTo>
                    <a:pt x="187" y="191"/>
                    <a:pt x="187" y="191"/>
                    <a:pt x="187" y="191"/>
                  </a:cubicBezTo>
                  <a:cubicBezTo>
                    <a:pt x="186" y="191"/>
                    <a:pt x="185" y="191"/>
                    <a:pt x="185" y="19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89" y="184"/>
                    <a:pt x="189" y="184"/>
                    <a:pt x="189" y="184"/>
                  </a:cubicBezTo>
                  <a:cubicBezTo>
                    <a:pt x="206" y="184"/>
                    <a:pt x="206" y="184"/>
                    <a:pt x="206" y="184"/>
                  </a:cubicBezTo>
                  <a:cubicBezTo>
                    <a:pt x="207" y="184"/>
                    <a:pt x="208" y="184"/>
                    <a:pt x="209" y="185"/>
                  </a:cubicBezTo>
                  <a:cubicBezTo>
                    <a:pt x="347" y="323"/>
                    <a:pt x="347" y="323"/>
                    <a:pt x="347" y="323"/>
                  </a:cubicBezTo>
                  <a:cubicBezTo>
                    <a:pt x="436" y="323"/>
                    <a:pt x="436" y="323"/>
                    <a:pt x="436" y="323"/>
                  </a:cubicBezTo>
                  <a:cubicBezTo>
                    <a:pt x="437" y="323"/>
                    <a:pt x="438" y="323"/>
                    <a:pt x="439" y="324"/>
                  </a:cubicBezTo>
                  <a:cubicBezTo>
                    <a:pt x="569" y="454"/>
                    <a:pt x="569" y="454"/>
                    <a:pt x="569" y="454"/>
                  </a:cubicBezTo>
                  <a:lnTo>
                    <a:pt x="564" y="45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8" name="Freeform 534"/>
            <p:cNvSpPr>
              <a:spLocks/>
            </p:cNvSpPr>
            <p:nvPr/>
          </p:nvSpPr>
          <p:spPr bwMode="auto">
            <a:xfrm flipV="1">
              <a:off x="361952" y="5667373"/>
              <a:ext cx="2578100" cy="2049463"/>
            </a:xfrm>
            <a:custGeom>
              <a:avLst/>
              <a:gdLst>
                <a:gd name="T0" fmla="*/ 687 w 687"/>
                <a:gd name="T1" fmla="*/ 546 h 546"/>
                <a:gd name="T2" fmla="*/ 678 w 687"/>
                <a:gd name="T3" fmla="*/ 546 h 546"/>
                <a:gd name="T4" fmla="*/ 675 w 687"/>
                <a:gd name="T5" fmla="*/ 545 h 546"/>
                <a:gd name="T6" fmla="*/ 627 w 687"/>
                <a:gd name="T7" fmla="*/ 496 h 546"/>
                <a:gd name="T8" fmla="*/ 600 w 687"/>
                <a:gd name="T9" fmla="*/ 496 h 546"/>
                <a:gd name="T10" fmla="*/ 597 w 687"/>
                <a:gd name="T11" fmla="*/ 495 h 546"/>
                <a:gd name="T12" fmla="*/ 487 w 687"/>
                <a:gd name="T13" fmla="*/ 385 h 546"/>
                <a:gd name="T14" fmla="*/ 402 w 687"/>
                <a:gd name="T15" fmla="*/ 385 h 546"/>
                <a:gd name="T16" fmla="*/ 399 w 687"/>
                <a:gd name="T17" fmla="*/ 384 h 546"/>
                <a:gd name="T18" fmla="*/ 209 w 687"/>
                <a:gd name="T19" fmla="*/ 194 h 546"/>
                <a:gd name="T20" fmla="*/ 190 w 687"/>
                <a:gd name="T21" fmla="*/ 194 h 546"/>
                <a:gd name="T22" fmla="*/ 188 w 687"/>
                <a:gd name="T23" fmla="*/ 193 h 546"/>
                <a:gd name="T24" fmla="*/ 0 w 687"/>
                <a:gd name="T25" fmla="*/ 5 h 546"/>
                <a:gd name="T26" fmla="*/ 5 w 687"/>
                <a:gd name="T27" fmla="*/ 0 h 546"/>
                <a:gd name="T28" fmla="*/ 192 w 687"/>
                <a:gd name="T29" fmla="*/ 187 h 546"/>
                <a:gd name="T30" fmla="*/ 210 w 687"/>
                <a:gd name="T31" fmla="*/ 187 h 546"/>
                <a:gd name="T32" fmla="*/ 213 w 687"/>
                <a:gd name="T33" fmla="*/ 188 h 546"/>
                <a:gd name="T34" fmla="*/ 403 w 687"/>
                <a:gd name="T35" fmla="*/ 378 h 546"/>
                <a:gd name="T36" fmla="*/ 488 w 687"/>
                <a:gd name="T37" fmla="*/ 378 h 546"/>
                <a:gd name="T38" fmla="*/ 491 w 687"/>
                <a:gd name="T39" fmla="*/ 379 h 546"/>
                <a:gd name="T40" fmla="*/ 601 w 687"/>
                <a:gd name="T41" fmla="*/ 489 h 546"/>
                <a:gd name="T42" fmla="*/ 628 w 687"/>
                <a:gd name="T43" fmla="*/ 489 h 546"/>
                <a:gd name="T44" fmla="*/ 631 w 687"/>
                <a:gd name="T45" fmla="*/ 490 h 546"/>
                <a:gd name="T46" fmla="*/ 679 w 687"/>
                <a:gd name="T47" fmla="*/ 539 h 546"/>
                <a:gd name="T48" fmla="*/ 687 w 687"/>
                <a:gd name="T49" fmla="*/ 539 h 546"/>
                <a:gd name="T50" fmla="*/ 687 w 687"/>
                <a:gd name="T51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87" h="546">
                  <a:moveTo>
                    <a:pt x="687" y="546"/>
                  </a:moveTo>
                  <a:cubicBezTo>
                    <a:pt x="678" y="546"/>
                    <a:pt x="678" y="546"/>
                    <a:pt x="678" y="546"/>
                  </a:cubicBezTo>
                  <a:cubicBezTo>
                    <a:pt x="677" y="546"/>
                    <a:pt x="676" y="546"/>
                    <a:pt x="675" y="545"/>
                  </a:cubicBezTo>
                  <a:cubicBezTo>
                    <a:pt x="627" y="496"/>
                    <a:pt x="627" y="496"/>
                    <a:pt x="627" y="496"/>
                  </a:cubicBezTo>
                  <a:cubicBezTo>
                    <a:pt x="600" y="496"/>
                    <a:pt x="600" y="496"/>
                    <a:pt x="600" y="496"/>
                  </a:cubicBezTo>
                  <a:cubicBezTo>
                    <a:pt x="599" y="496"/>
                    <a:pt x="598" y="496"/>
                    <a:pt x="597" y="495"/>
                  </a:cubicBezTo>
                  <a:cubicBezTo>
                    <a:pt x="487" y="385"/>
                    <a:pt x="487" y="385"/>
                    <a:pt x="487" y="385"/>
                  </a:cubicBezTo>
                  <a:cubicBezTo>
                    <a:pt x="402" y="385"/>
                    <a:pt x="402" y="385"/>
                    <a:pt x="402" y="385"/>
                  </a:cubicBezTo>
                  <a:cubicBezTo>
                    <a:pt x="401" y="385"/>
                    <a:pt x="400" y="385"/>
                    <a:pt x="399" y="384"/>
                  </a:cubicBezTo>
                  <a:cubicBezTo>
                    <a:pt x="209" y="194"/>
                    <a:pt x="209" y="194"/>
                    <a:pt x="209" y="194"/>
                  </a:cubicBezTo>
                  <a:cubicBezTo>
                    <a:pt x="190" y="194"/>
                    <a:pt x="190" y="194"/>
                    <a:pt x="190" y="194"/>
                  </a:cubicBezTo>
                  <a:cubicBezTo>
                    <a:pt x="189" y="194"/>
                    <a:pt x="188" y="193"/>
                    <a:pt x="188" y="19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92" y="187"/>
                    <a:pt x="192" y="187"/>
                    <a:pt x="192" y="187"/>
                  </a:cubicBezTo>
                  <a:cubicBezTo>
                    <a:pt x="210" y="187"/>
                    <a:pt x="210" y="187"/>
                    <a:pt x="210" y="187"/>
                  </a:cubicBezTo>
                  <a:cubicBezTo>
                    <a:pt x="211" y="187"/>
                    <a:pt x="212" y="187"/>
                    <a:pt x="213" y="188"/>
                  </a:cubicBezTo>
                  <a:cubicBezTo>
                    <a:pt x="403" y="378"/>
                    <a:pt x="403" y="378"/>
                    <a:pt x="403" y="378"/>
                  </a:cubicBezTo>
                  <a:cubicBezTo>
                    <a:pt x="488" y="378"/>
                    <a:pt x="488" y="378"/>
                    <a:pt x="488" y="378"/>
                  </a:cubicBezTo>
                  <a:cubicBezTo>
                    <a:pt x="489" y="378"/>
                    <a:pt x="490" y="378"/>
                    <a:pt x="491" y="379"/>
                  </a:cubicBezTo>
                  <a:cubicBezTo>
                    <a:pt x="601" y="489"/>
                    <a:pt x="601" y="489"/>
                    <a:pt x="601" y="489"/>
                  </a:cubicBezTo>
                  <a:cubicBezTo>
                    <a:pt x="628" y="489"/>
                    <a:pt x="628" y="489"/>
                    <a:pt x="628" y="489"/>
                  </a:cubicBezTo>
                  <a:cubicBezTo>
                    <a:pt x="629" y="489"/>
                    <a:pt x="630" y="490"/>
                    <a:pt x="631" y="490"/>
                  </a:cubicBezTo>
                  <a:cubicBezTo>
                    <a:pt x="679" y="539"/>
                    <a:pt x="679" y="539"/>
                    <a:pt x="679" y="539"/>
                  </a:cubicBezTo>
                  <a:cubicBezTo>
                    <a:pt x="687" y="539"/>
                    <a:pt x="687" y="539"/>
                    <a:pt x="687" y="539"/>
                  </a:cubicBezTo>
                  <a:lnTo>
                    <a:pt x="687" y="54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9" name="Freeform 535"/>
            <p:cNvSpPr>
              <a:spLocks/>
            </p:cNvSpPr>
            <p:nvPr/>
          </p:nvSpPr>
          <p:spPr bwMode="auto">
            <a:xfrm flipV="1">
              <a:off x="617539" y="5299074"/>
              <a:ext cx="2701925" cy="2660650"/>
            </a:xfrm>
            <a:custGeom>
              <a:avLst/>
              <a:gdLst>
                <a:gd name="T0" fmla="*/ 720 w 720"/>
                <a:gd name="T1" fmla="*/ 709 h 709"/>
                <a:gd name="T2" fmla="*/ 690 w 720"/>
                <a:gd name="T3" fmla="*/ 709 h 709"/>
                <a:gd name="T4" fmla="*/ 689 w 720"/>
                <a:gd name="T5" fmla="*/ 708 h 709"/>
                <a:gd name="T6" fmla="*/ 648 w 720"/>
                <a:gd name="T7" fmla="*/ 667 h 709"/>
                <a:gd name="T8" fmla="*/ 647 w 720"/>
                <a:gd name="T9" fmla="*/ 665 h 709"/>
                <a:gd name="T10" fmla="*/ 647 w 720"/>
                <a:gd name="T11" fmla="*/ 635 h 709"/>
                <a:gd name="T12" fmla="*/ 648 w 720"/>
                <a:gd name="T13" fmla="*/ 634 h 709"/>
                <a:gd name="T14" fmla="*/ 665 w 720"/>
                <a:gd name="T15" fmla="*/ 617 h 709"/>
                <a:gd name="T16" fmla="*/ 665 w 720"/>
                <a:gd name="T17" fmla="*/ 601 h 709"/>
                <a:gd name="T18" fmla="*/ 619 w 720"/>
                <a:gd name="T19" fmla="*/ 556 h 709"/>
                <a:gd name="T20" fmla="*/ 607 w 720"/>
                <a:gd name="T21" fmla="*/ 556 h 709"/>
                <a:gd name="T22" fmla="*/ 606 w 720"/>
                <a:gd name="T23" fmla="*/ 556 h 709"/>
                <a:gd name="T24" fmla="*/ 567 w 720"/>
                <a:gd name="T25" fmla="*/ 517 h 709"/>
                <a:gd name="T26" fmla="*/ 566 w 720"/>
                <a:gd name="T27" fmla="*/ 515 h 709"/>
                <a:gd name="T28" fmla="*/ 566 w 720"/>
                <a:gd name="T29" fmla="*/ 470 h 709"/>
                <a:gd name="T30" fmla="*/ 494 w 720"/>
                <a:gd name="T31" fmla="*/ 398 h 709"/>
                <a:gd name="T32" fmla="*/ 447 w 720"/>
                <a:gd name="T33" fmla="*/ 398 h 709"/>
                <a:gd name="T34" fmla="*/ 446 w 720"/>
                <a:gd name="T35" fmla="*/ 397 h 709"/>
                <a:gd name="T36" fmla="*/ 355 w 720"/>
                <a:gd name="T37" fmla="*/ 306 h 709"/>
                <a:gd name="T38" fmla="*/ 304 w 720"/>
                <a:gd name="T39" fmla="*/ 306 h 709"/>
                <a:gd name="T40" fmla="*/ 303 w 720"/>
                <a:gd name="T41" fmla="*/ 305 h 709"/>
                <a:gd name="T42" fmla="*/ 0 w 720"/>
                <a:gd name="T43" fmla="*/ 2 h 709"/>
                <a:gd name="T44" fmla="*/ 2 w 720"/>
                <a:gd name="T45" fmla="*/ 0 h 709"/>
                <a:gd name="T46" fmla="*/ 305 w 720"/>
                <a:gd name="T47" fmla="*/ 302 h 709"/>
                <a:gd name="T48" fmla="*/ 355 w 720"/>
                <a:gd name="T49" fmla="*/ 302 h 709"/>
                <a:gd name="T50" fmla="*/ 356 w 720"/>
                <a:gd name="T51" fmla="*/ 303 h 709"/>
                <a:gd name="T52" fmla="*/ 448 w 720"/>
                <a:gd name="T53" fmla="*/ 394 h 709"/>
                <a:gd name="T54" fmla="*/ 495 w 720"/>
                <a:gd name="T55" fmla="*/ 394 h 709"/>
                <a:gd name="T56" fmla="*/ 496 w 720"/>
                <a:gd name="T57" fmla="*/ 395 h 709"/>
                <a:gd name="T58" fmla="*/ 569 w 720"/>
                <a:gd name="T59" fmla="*/ 468 h 709"/>
                <a:gd name="T60" fmla="*/ 570 w 720"/>
                <a:gd name="T61" fmla="*/ 469 h 709"/>
                <a:gd name="T62" fmla="*/ 570 w 720"/>
                <a:gd name="T63" fmla="*/ 515 h 709"/>
                <a:gd name="T64" fmla="*/ 608 w 720"/>
                <a:gd name="T65" fmla="*/ 553 h 709"/>
                <a:gd name="T66" fmla="*/ 620 w 720"/>
                <a:gd name="T67" fmla="*/ 553 h 709"/>
                <a:gd name="T68" fmla="*/ 621 w 720"/>
                <a:gd name="T69" fmla="*/ 553 h 709"/>
                <a:gd name="T70" fmla="*/ 668 w 720"/>
                <a:gd name="T71" fmla="*/ 600 h 709"/>
                <a:gd name="T72" fmla="*/ 668 w 720"/>
                <a:gd name="T73" fmla="*/ 601 h 709"/>
                <a:gd name="T74" fmla="*/ 668 w 720"/>
                <a:gd name="T75" fmla="*/ 617 h 709"/>
                <a:gd name="T76" fmla="*/ 668 w 720"/>
                <a:gd name="T77" fmla="*/ 618 h 709"/>
                <a:gd name="T78" fmla="*/ 650 w 720"/>
                <a:gd name="T79" fmla="*/ 636 h 709"/>
                <a:gd name="T80" fmla="*/ 650 w 720"/>
                <a:gd name="T81" fmla="*/ 665 h 709"/>
                <a:gd name="T82" fmla="*/ 691 w 720"/>
                <a:gd name="T83" fmla="*/ 705 h 709"/>
                <a:gd name="T84" fmla="*/ 720 w 720"/>
                <a:gd name="T85" fmla="*/ 705 h 709"/>
                <a:gd name="T86" fmla="*/ 720 w 720"/>
                <a:gd name="T87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20" h="709">
                  <a:moveTo>
                    <a:pt x="720" y="709"/>
                  </a:moveTo>
                  <a:cubicBezTo>
                    <a:pt x="690" y="709"/>
                    <a:pt x="690" y="709"/>
                    <a:pt x="690" y="709"/>
                  </a:cubicBezTo>
                  <a:cubicBezTo>
                    <a:pt x="690" y="709"/>
                    <a:pt x="690" y="709"/>
                    <a:pt x="689" y="708"/>
                  </a:cubicBezTo>
                  <a:cubicBezTo>
                    <a:pt x="648" y="667"/>
                    <a:pt x="648" y="667"/>
                    <a:pt x="648" y="667"/>
                  </a:cubicBezTo>
                  <a:cubicBezTo>
                    <a:pt x="647" y="666"/>
                    <a:pt x="647" y="666"/>
                    <a:pt x="647" y="665"/>
                  </a:cubicBezTo>
                  <a:cubicBezTo>
                    <a:pt x="647" y="635"/>
                    <a:pt x="647" y="635"/>
                    <a:pt x="647" y="635"/>
                  </a:cubicBezTo>
                  <a:cubicBezTo>
                    <a:pt x="647" y="635"/>
                    <a:pt x="647" y="634"/>
                    <a:pt x="648" y="634"/>
                  </a:cubicBezTo>
                  <a:cubicBezTo>
                    <a:pt x="665" y="617"/>
                    <a:pt x="665" y="617"/>
                    <a:pt x="665" y="617"/>
                  </a:cubicBezTo>
                  <a:cubicBezTo>
                    <a:pt x="665" y="601"/>
                    <a:pt x="665" y="601"/>
                    <a:pt x="665" y="601"/>
                  </a:cubicBezTo>
                  <a:cubicBezTo>
                    <a:pt x="619" y="556"/>
                    <a:pt x="619" y="556"/>
                    <a:pt x="619" y="556"/>
                  </a:cubicBezTo>
                  <a:cubicBezTo>
                    <a:pt x="607" y="556"/>
                    <a:pt x="607" y="556"/>
                    <a:pt x="607" y="556"/>
                  </a:cubicBezTo>
                  <a:cubicBezTo>
                    <a:pt x="607" y="556"/>
                    <a:pt x="606" y="556"/>
                    <a:pt x="606" y="556"/>
                  </a:cubicBezTo>
                  <a:cubicBezTo>
                    <a:pt x="567" y="517"/>
                    <a:pt x="567" y="517"/>
                    <a:pt x="567" y="517"/>
                  </a:cubicBezTo>
                  <a:cubicBezTo>
                    <a:pt x="566" y="516"/>
                    <a:pt x="566" y="516"/>
                    <a:pt x="566" y="515"/>
                  </a:cubicBezTo>
                  <a:cubicBezTo>
                    <a:pt x="566" y="470"/>
                    <a:pt x="566" y="470"/>
                    <a:pt x="566" y="470"/>
                  </a:cubicBezTo>
                  <a:cubicBezTo>
                    <a:pt x="494" y="398"/>
                    <a:pt x="494" y="398"/>
                    <a:pt x="494" y="398"/>
                  </a:cubicBezTo>
                  <a:cubicBezTo>
                    <a:pt x="447" y="398"/>
                    <a:pt x="447" y="398"/>
                    <a:pt x="447" y="398"/>
                  </a:cubicBezTo>
                  <a:cubicBezTo>
                    <a:pt x="447" y="398"/>
                    <a:pt x="446" y="398"/>
                    <a:pt x="446" y="397"/>
                  </a:cubicBezTo>
                  <a:cubicBezTo>
                    <a:pt x="355" y="306"/>
                    <a:pt x="355" y="306"/>
                    <a:pt x="355" y="306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06"/>
                    <a:pt x="303" y="305"/>
                    <a:pt x="303" y="30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55" y="302"/>
                    <a:pt x="355" y="302"/>
                    <a:pt x="355" y="302"/>
                  </a:cubicBezTo>
                  <a:cubicBezTo>
                    <a:pt x="356" y="302"/>
                    <a:pt x="356" y="302"/>
                    <a:pt x="356" y="303"/>
                  </a:cubicBezTo>
                  <a:cubicBezTo>
                    <a:pt x="448" y="394"/>
                    <a:pt x="448" y="394"/>
                    <a:pt x="448" y="394"/>
                  </a:cubicBezTo>
                  <a:cubicBezTo>
                    <a:pt x="495" y="394"/>
                    <a:pt x="495" y="394"/>
                    <a:pt x="495" y="394"/>
                  </a:cubicBezTo>
                  <a:cubicBezTo>
                    <a:pt x="495" y="394"/>
                    <a:pt x="496" y="394"/>
                    <a:pt x="496" y="395"/>
                  </a:cubicBezTo>
                  <a:cubicBezTo>
                    <a:pt x="569" y="468"/>
                    <a:pt x="569" y="468"/>
                    <a:pt x="569" y="468"/>
                  </a:cubicBezTo>
                  <a:cubicBezTo>
                    <a:pt x="569" y="468"/>
                    <a:pt x="570" y="469"/>
                    <a:pt x="570" y="469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608" y="553"/>
                    <a:pt x="608" y="553"/>
                    <a:pt x="608" y="553"/>
                  </a:cubicBezTo>
                  <a:cubicBezTo>
                    <a:pt x="620" y="553"/>
                    <a:pt x="620" y="553"/>
                    <a:pt x="620" y="553"/>
                  </a:cubicBezTo>
                  <a:cubicBezTo>
                    <a:pt x="621" y="553"/>
                    <a:pt x="621" y="553"/>
                    <a:pt x="621" y="553"/>
                  </a:cubicBezTo>
                  <a:cubicBezTo>
                    <a:pt x="668" y="600"/>
                    <a:pt x="668" y="600"/>
                    <a:pt x="668" y="600"/>
                  </a:cubicBezTo>
                  <a:cubicBezTo>
                    <a:pt x="668" y="600"/>
                    <a:pt x="668" y="600"/>
                    <a:pt x="668" y="601"/>
                  </a:cubicBezTo>
                  <a:cubicBezTo>
                    <a:pt x="668" y="617"/>
                    <a:pt x="668" y="617"/>
                    <a:pt x="668" y="617"/>
                  </a:cubicBezTo>
                  <a:cubicBezTo>
                    <a:pt x="668" y="618"/>
                    <a:pt x="668" y="618"/>
                    <a:pt x="668" y="618"/>
                  </a:cubicBezTo>
                  <a:cubicBezTo>
                    <a:pt x="650" y="636"/>
                    <a:pt x="650" y="636"/>
                    <a:pt x="650" y="636"/>
                  </a:cubicBezTo>
                  <a:cubicBezTo>
                    <a:pt x="650" y="665"/>
                    <a:pt x="650" y="665"/>
                    <a:pt x="650" y="665"/>
                  </a:cubicBezTo>
                  <a:cubicBezTo>
                    <a:pt x="691" y="705"/>
                    <a:pt x="691" y="705"/>
                    <a:pt x="691" y="705"/>
                  </a:cubicBezTo>
                  <a:cubicBezTo>
                    <a:pt x="720" y="705"/>
                    <a:pt x="720" y="705"/>
                    <a:pt x="720" y="705"/>
                  </a:cubicBezTo>
                  <a:lnTo>
                    <a:pt x="720" y="7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0" name="Freeform 536"/>
            <p:cNvSpPr>
              <a:spLocks/>
            </p:cNvSpPr>
            <p:nvPr/>
          </p:nvSpPr>
          <p:spPr bwMode="auto">
            <a:xfrm flipV="1">
              <a:off x="819152" y="5851524"/>
              <a:ext cx="2293937" cy="2311400"/>
            </a:xfrm>
            <a:custGeom>
              <a:avLst/>
              <a:gdLst>
                <a:gd name="T0" fmla="*/ 609 w 611"/>
                <a:gd name="T1" fmla="*/ 616 h 616"/>
                <a:gd name="T2" fmla="*/ 585 w 611"/>
                <a:gd name="T3" fmla="*/ 592 h 616"/>
                <a:gd name="T4" fmla="*/ 561 w 611"/>
                <a:gd name="T5" fmla="*/ 592 h 616"/>
                <a:gd name="T6" fmla="*/ 560 w 611"/>
                <a:gd name="T7" fmla="*/ 591 h 616"/>
                <a:gd name="T8" fmla="*/ 538 w 611"/>
                <a:gd name="T9" fmla="*/ 570 h 616"/>
                <a:gd name="T10" fmla="*/ 538 w 611"/>
                <a:gd name="T11" fmla="*/ 569 h 616"/>
                <a:gd name="T12" fmla="*/ 538 w 611"/>
                <a:gd name="T13" fmla="*/ 513 h 616"/>
                <a:gd name="T14" fmla="*/ 439 w 611"/>
                <a:gd name="T15" fmla="*/ 413 h 616"/>
                <a:gd name="T16" fmla="*/ 396 w 611"/>
                <a:gd name="T17" fmla="*/ 413 h 616"/>
                <a:gd name="T18" fmla="*/ 395 w 611"/>
                <a:gd name="T19" fmla="*/ 413 h 616"/>
                <a:gd name="T20" fmla="*/ 322 w 611"/>
                <a:gd name="T21" fmla="*/ 339 h 616"/>
                <a:gd name="T22" fmla="*/ 321 w 611"/>
                <a:gd name="T23" fmla="*/ 338 h 616"/>
                <a:gd name="T24" fmla="*/ 321 w 611"/>
                <a:gd name="T25" fmla="*/ 281 h 616"/>
                <a:gd name="T26" fmla="*/ 254 w 611"/>
                <a:gd name="T27" fmla="*/ 214 h 616"/>
                <a:gd name="T28" fmla="*/ 212 w 611"/>
                <a:gd name="T29" fmla="*/ 214 h 616"/>
                <a:gd name="T30" fmla="*/ 211 w 611"/>
                <a:gd name="T31" fmla="*/ 214 h 616"/>
                <a:gd name="T32" fmla="*/ 0 w 611"/>
                <a:gd name="T33" fmla="*/ 2 h 616"/>
                <a:gd name="T34" fmla="*/ 2 w 611"/>
                <a:gd name="T35" fmla="*/ 0 h 616"/>
                <a:gd name="T36" fmla="*/ 213 w 611"/>
                <a:gd name="T37" fmla="*/ 211 h 616"/>
                <a:gd name="T38" fmla="*/ 255 w 611"/>
                <a:gd name="T39" fmla="*/ 211 h 616"/>
                <a:gd name="T40" fmla="*/ 256 w 611"/>
                <a:gd name="T41" fmla="*/ 211 h 616"/>
                <a:gd name="T42" fmla="*/ 324 w 611"/>
                <a:gd name="T43" fmla="*/ 279 h 616"/>
                <a:gd name="T44" fmla="*/ 325 w 611"/>
                <a:gd name="T45" fmla="*/ 280 h 616"/>
                <a:gd name="T46" fmla="*/ 325 w 611"/>
                <a:gd name="T47" fmla="*/ 337 h 616"/>
                <a:gd name="T48" fmla="*/ 397 w 611"/>
                <a:gd name="T49" fmla="*/ 410 h 616"/>
                <a:gd name="T50" fmla="*/ 439 w 611"/>
                <a:gd name="T51" fmla="*/ 410 h 616"/>
                <a:gd name="T52" fmla="*/ 441 w 611"/>
                <a:gd name="T53" fmla="*/ 410 h 616"/>
                <a:gd name="T54" fmla="*/ 541 w 611"/>
                <a:gd name="T55" fmla="*/ 511 h 616"/>
                <a:gd name="T56" fmla="*/ 541 w 611"/>
                <a:gd name="T57" fmla="*/ 512 h 616"/>
                <a:gd name="T58" fmla="*/ 541 w 611"/>
                <a:gd name="T59" fmla="*/ 568 h 616"/>
                <a:gd name="T60" fmla="*/ 562 w 611"/>
                <a:gd name="T61" fmla="*/ 588 h 616"/>
                <a:gd name="T62" fmla="*/ 586 w 611"/>
                <a:gd name="T63" fmla="*/ 588 h 616"/>
                <a:gd name="T64" fmla="*/ 587 w 611"/>
                <a:gd name="T65" fmla="*/ 589 h 616"/>
                <a:gd name="T66" fmla="*/ 611 w 611"/>
                <a:gd name="T67" fmla="*/ 613 h 616"/>
                <a:gd name="T68" fmla="*/ 609 w 611"/>
                <a:gd name="T69" fmla="*/ 61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1" h="616">
                  <a:moveTo>
                    <a:pt x="609" y="616"/>
                  </a:moveTo>
                  <a:cubicBezTo>
                    <a:pt x="585" y="592"/>
                    <a:pt x="585" y="592"/>
                    <a:pt x="585" y="592"/>
                  </a:cubicBezTo>
                  <a:cubicBezTo>
                    <a:pt x="561" y="592"/>
                    <a:pt x="561" y="592"/>
                    <a:pt x="561" y="592"/>
                  </a:cubicBezTo>
                  <a:cubicBezTo>
                    <a:pt x="561" y="592"/>
                    <a:pt x="560" y="592"/>
                    <a:pt x="560" y="591"/>
                  </a:cubicBezTo>
                  <a:cubicBezTo>
                    <a:pt x="538" y="570"/>
                    <a:pt x="538" y="570"/>
                    <a:pt x="538" y="570"/>
                  </a:cubicBezTo>
                  <a:cubicBezTo>
                    <a:pt x="538" y="570"/>
                    <a:pt x="538" y="569"/>
                    <a:pt x="538" y="569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39" y="413"/>
                    <a:pt x="439" y="413"/>
                    <a:pt x="439" y="413"/>
                  </a:cubicBezTo>
                  <a:cubicBezTo>
                    <a:pt x="396" y="413"/>
                    <a:pt x="396" y="413"/>
                    <a:pt x="396" y="413"/>
                  </a:cubicBezTo>
                  <a:cubicBezTo>
                    <a:pt x="396" y="413"/>
                    <a:pt x="395" y="413"/>
                    <a:pt x="395" y="413"/>
                  </a:cubicBezTo>
                  <a:cubicBezTo>
                    <a:pt x="322" y="339"/>
                    <a:pt x="322" y="339"/>
                    <a:pt x="322" y="339"/>
                  </a:cubicBezTo>
                  <a:cubicBezTo>
                    <a:pt x="321" y="339"/>
                    <a:pt x="321" y="338"/>
                    <a:pt x="321" y="338"/>
                  </a:cubicBezTo>
                  <a:cubicBezTo>
                    <a:pt x="321" y="281"/>
                    <a:pt x="321" y="281"/>
                    <a:pt x="321" y="281"/>
                  </a:cubicBezTo>
                  <a:cubicBezTo>
                    <a:pt x="254" y="214"/>
                    <a:pt x="254" y="214"/>
                    <a:pt x="254" y="214"/>
                  </a:cubicBezTo>
                  <a:cubicBezTo>
                    <a:pt x="212" y="214"/>
                    <a:pt x="212" y="214"/>
                    <a:pt x="212" y="214"/>
                  </a:cubicBezTo>
                  <a:cubicBezTo>
                    <a:pt x="212" y="214"/>
                    <a:pt x="211" y="214"/>
                    <a:pt x="211" y="2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55" y="211"/>
                    <a:pt x="255" y="211"/>
                    <a:pt x="255" y="211"/>
                  </a:cubicBezTo>
                  <a:cubicBezTo>
                    <a:pt x="256" y="211"/>
                    <a:pt x="256" y="211"/>
                    <a:pt x="256" y="211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79"/>
                    <a:pt x="325" y="280"/>
                    <a:pt x="325" y="280"/>
                  </a:cubicBezTo>
                  <a:cubicBezTo>
                    <a:pt x="325" y="337"/>
                    <a:pt x="325" y="337"/>
                    <a:pt x="325" y="337"/>
                  </a:cubicBezTo>
                  <a:cubicBezTo>
                    <a:pt x="397" y="410"/>
                    <a:pt x="397" y="410"/>
                    <a:pt x="397" y="410"/>
                  </a:cubicBezTo>
                  <a:cubicBezTo>
                    <a:pt x="439" y="410"/>
                    <a:pt x="439" y="410"/>
                    <a:pt x="439" y="410"/>
                  </a:cubicBezTo>
                  <a:cubicBezTo>
                    <a:pt x="440" y="410"/>
                    <a:pt x="440" y="410"/>
                    <a:pt x="441" y="410"/>
                  </a:cubicBezTo>
                  <a:cubicBezTo>
                    <a:pt x="541" y="511"/>
                    <a:pt x="541" y="511"/>
                    <a:pt x="541" y="511"/>
                  </a:cubicBezTo>
                  <a:cubicBezTo>
                    <a:pt x="541" y="511"/>
                    <a:pt x="541" y="511"/>
                    <a:pt x="541" y="512"/>
                  </a:cubicBezTo>
                  <a:cubicBezTo>
                    <a:pt x="541" y="568"/>
                    <a:pt x="541" y="568"/>
                    <a:pt x="541" y="568"/>
                  </a:cubicBezTo>
                  <a:cubicBezTo>
                    <a:pt x="562" y="588"/>
                    <a:pt x="562" y="588"/>
                    <a:pt x="562" y="588"/>
                  </a:cubicBezTo>
                  <a:cubicBezTo>
                    <a:pt x="586" y="588"/>
                    <a:pt x="586" y="588"/>
                    <a:pt x="586" y="588"/>
                  </a:cubicBezTo>
                  <a:cubicBezTo>
                    <a:pt x="586" y="588"/>
                    <a:pt x="587" y="589"/>
                    <a:pt x="587" y="589"/>
                  </a:cubicBezTo>
                  <a:cubicBezTo>
                    <a:pt x="611" y="613"/>
                    <a:pt x="611" y="613"/>
                    <a:pt x="611" y="613"/>
                  </a:cubicBezTo>
                  <a:lnTo>
                    <a:pt x="609" y="61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1" name="Freeform 537"/>
            <p:cNvSpPr>
              <a:spLocks/>
            </p:cNvSpPr>
            <p:nvPr/>
          </p:nvSpPr>
          <p:spPr bwMode="auto">
            <a:xfrm flipV="1">
              <a:off x="895352" y="5483223"/>
              <a:ext cx="2573337" cy="2754313"/>
            </a:xfrm>
            <a:custGeom>
              <a:avLst/>
              <a:gdLst>
                <a:gd name="T0" fmla="*/ 621 w 686"/>
                <a:gd name="T1" fmla="*/ 734 h 734"/>
                <a:gd name="T2" fmla="*/ 621 w 686"/>
                <a:gd name="T3" fmla="*/ 731 h 734"/>
                <a:gd name="T4" fmla="*/ 663 w 686"/>
                <a:gd name="T5" fmla="*/ 731 h 734"/>
                <a:gd name="T6" fmla="*/ 682 w 686"/>
                <a:gd name="T7" fmla="*/ 712 h 734"/>
                <a:gd name="T8" fmla="*/ 682 w 686"/>
                <a:gd name="T9" fmla="*/ 685 h 734"/>
                <a:gd name="T10" fmla="*/ 593 w 686"/>
                <a:gd name="T11" fmla="*/ 596 h 734"/>
                <a:gd name="T12" fmla="*/ 592 w 686"/>
                <a:gd name="T13" fmla="*/ 595 h 734"/>
                <a:gd name="T14" fmla="*/ 592 w 686"/>
                <a:gd name="T15" fmla="*/ 567 h 734"/>
                <a:gd name="T16" fmla="*/ 430 w 686"/>
                <a:gd name="T17" fmla="*/ 404 h 734"/>
                <a:gd name="T18" fmla="*/ 375 w 686"/>
                <a:gd name="T19" fmla="*/ 404 h 734"/>
                <a:gd name="T20" fmla="*/ 374 w 686"/>
                <a:gd name="T21" fmla="*/ 404 h 734"/>
                <a:gd name="T22" fmla="*/ 334 w 686"/>
                <a:gd name="T23" fmla="*/ 364 h 734"/>
                <a:gd name="T24" fmla="*/ 334 w 686"/>
                <a:gd name="T25" fmla="*/ 363 h 734"/>
                <a:gd name="T26" fmla="*/ 334 w 686"/>
                <a:gd name="T27" fmla="*/ 308 h 734"/>
                <a:gd name="T28" fmla="*/ 219 w 686"/>
                <a:gd name="T29" fmla="*/ 194 h 734"/>
                <a:gd name="T30" fmla="*/ 193 w 686"/>
                <a:gd name="T31" fmla="*/ 194 h 734"/>
                <a:gd name="T32" fmla="*/ 191 w 686"/>
                <a:gd name="T33" fmla="*/ 193 h 734"/>
                <a:gd name="T34" fmla="*/ 0 w 686"/>
                <a:gd name="T35" fmla="*/ 2 h 734"/>
                <a:gd name="T36" fmla="*/ 2 w 686"/>
                <a:gd name="T37" fmla="*/ 0 h 734"/>
                <a:gd name="T38" fmla="*/ 193 w 686"/>
                <a:gd name="T39" fmla="*/ 190 h 734"/>
                <a:gd name="T40" fmla="*/ 220 w 686"/>
                <a:gd name="T41" fmla="*/ 190 h 734"/>
                <a:gd name="T42" fmla="*/ 221 w 686"/>
                <a:gd name="T43" fmla="*/ 191 h 734"/>
                <a:gd name="T44" fmla="*/ 337 w 686"/>
                <a:gd name="T45" fmla="*/ 306 h 734"/>
                <a:gd name="T46" fmla="*/ 337 w 686"/>
                <a:gd name="T47" fmla="*/ 307 h 734"/>
                <a:gd name="T48" fmla="*/ 337 w 686"/>
                <a:gd name="T49" fmla="*/ 362 h 734"/>
                <a:gd name="T50" fmla="*/ 376 w 686"/>
                <a:gd name="T51" fmla="*/ 401 h 734"/>
                <a:gd name="T52" fmla="*/ 430 w 686"/>
                <a:gd name="T53" fmla="*/ 401 h 734"/>
                <a:gd name="T54" fmla="*/ 432 w 686"/>
                <a:gd name="T55" fmla="*/ 401 h 734"/>
                <a:gd name="T56" fmla="*/ 595 w 686"/>
                <a:gd name="T57" fmla="*/ 565 h 734"/>
                <a:gd name="T58" fmla="*/ 596 w 686"/>
                <a:gd name="T59" fmla="*/ 566 h 734"/>
                <a:gd name="T60" fmla="*/ 596 w 686"/>
                <a:gd name="T61" fmla="*/ 594 h 734"/>
                <a:gd name="T62" fmla="*/ 685 w 686"/>
                <a:gd name="T63" fmla="*/ 684 h 734"/>
                <a:gd name="T64" fmla="*/ 686 w 686"/>
                <a:gd name="T65" fmla="*/ 685 h 734"/>
                <a:gd name="T66" fmla="*/ 686 w 686"/>
                <a:gd name="T67" fmla="*/ 712 h 734"/>
                <a:gd name="T68" fmla="*/ 685 w 686"/>
                <a:gd name="T69" fmla="*/ 714 h 734"/>
                <a:gd name="T70" fmla="*/ 665 w 686"/>
                <a:gd name="T71" fmla="*/ 734 h 734"/>
                <a:gd name="T72" fmla="*/ 664 w 686"/>
                <a:gd name="T73" fmla="*/ 734 h 734"/>
                <a:gd name="T74" fmla="*/ 621 w 686"/>
                <a:gd name="T75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6" h="734">
                  <a:moveTo>
                    <a:pt x="621" y="734"/>
                  </a:moveTo>
                  <a:cubicBezTo>
                    <a:pt x="621" y="731"/>
                    <a:pt x="621" y="731"/>
                    <a:pt x="621" y="731"/>
                  </a:cubicBezTo>
                  <a:cubicBezTo>
                    <a:pt x="663" y="731"/>
                    <a:pt x="663" y="731"/>
                    <a:pt x="663" y="731"/>
                  </a:cubicBezTo>
                  <a:cubicBezTo>
                    <a:pt x="682" y="712"/>
                    <a:pt x="682" y="712"/>
                    <a:pt x="682" y="712"/>
                  </a:cubicBezTo>
                  <a:cubicBezTo>
                    <a:pt x="682" y="685"/>
                    <a:pt x="682" y="685"/>
                    <a:pt x="682" y="685"/>
                  </a:cubicBezTo>
                  <a:cubicBezTo>
                    <a:pt x="593" y="596"/>
                    <a:pt x="593" y="596"/>
                    <a:pt x="593" y="596"/>
                  </a:cubicBezTo>
                  <a:cubicBezTo>
                    <a:pt x="592" y="596"/>
                    <a:pt x="592" y="595"/>
                    <a:pt x="592" y="595"/>
                  </a:cubicBezTo>
                  <a:cubicBezTo>
                    <a:pt x="592" y="567"/>
                    <a:pt x="592" y="567"/>
                    <a:pt x="592" y="567"/>
                  </a:cubicBezTo>
                  <a:cubicBezTo>
                    <a:pt x="430" y="404"/>
                    <a:pt x="430" y="404"/>
                    <a:pt x="430" y="404"/>
                  </a:cubicBezTo>
                  <a:cubicBezTo>
                    <a:pt x="375" y="404"/>
                    <a:pt x="375" y="404"/>
                    <a:pt x="375" y="404"/>
                  </a:cubicBezTo>
                  <a:cubicBezTo>
                    <a:pt x="374" y="404"/>
                    <a:pt x="374" y="404"/>
                    <a:pt x="374" y="404"/>
                  </a:cubicBezTo>
                  <a:cubicBezTo>
                    <a:pt x="334" y="364"/>
                    <a:pt x="334" y="364"/>
                    <a:pt x="334" y="364"/>
                  </a:cubicBezTo>
                  <a:cubicBezTo>
                    <a:pt x="334" y="364"/>
                    <a:pt x="334" y="363"/>
                    <a:pt x="334" y="363"/>
                  </a:cubicBezTo>
                  <a:cubicBezTo>
                    <a:pt x="334" y="308"/>
                    <a:pt x="334" y="308"/>
                    <a:pt x="334" y="308"/>
                  </a:cubicBezTo>
                  <a:cubicBezTo>
                    <a:pt x="219" y="194"/>
                    <a:pt x="219" y="194"/>
                    <a:pt x="219" y="194"/>
                  </a:cubicBezTo>
                  <a:cubicBezTo>
                    <a:pt x="193" y="194"/>
                    <a:pt x="193" y="194"/>
                    <a:pt x="193" y="194"/>
                  </a:cubicBezTo>
                  <a:cubicBezTo>
                    <a:pt x="192" y="194"/>
                    <a:pt x="192" y="194"/>
                    <a:pt x="191" y="19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3" y="190"/>
                    <a:pt x="193" y="190"/>
                    <a:pt x="193" y="190"/>
                  </a:cubicBezTo>
                  <a:cubicBezTo>
                    <a:pt x="220" y="190"/>
                    <a:pt x="220" y="190"/>
                    <a:pt x="220" y="190"/>
                  </a:cubicBezTo>
                  <a:cubicBezTo>
                    <a:pt x="221" y="190"/>
                    <a:pt x="221" y="191"/>
                    <a:pt x="221" y="191"/>
                  </a:cubicBezTo>
                  <a:cubicBezTo>
                    <a:pt x="337" y="306"/>
                    <a:pt x="337" y="306"/>
                    <a:pt x="337" y="306"/>
                  </a:cubicBezTo>
                  <a:cubicBezTo>
                    <a:pt x="337" y="306"/>
                    <a:pt x="337" y="307"/>
                    <a:pt x="337" y="307"/>
                  </a:cubicBezTo>
                  <a:cubicBezTo>
                    <a:pt x="337" y="362"/>
                    <a:pt x="337" y="362"/>
                    <a:pt x="337" y="362"/>
                  </a:cubicBezTo>
                  <a:cubicBezTo>
                    <a:pt x="376" y="401"/>
                    <a:pt x="376" y="401"/>
                    <a:pt x="376" y="401"/>
                  </a:cubicBezTo>
                  <a:cubicBezTo>
                    <a:pt x="430" y="401"/>
                    <a:pt x="430" y="401"/>
                    <a:pt x="430" y="401"/>
                  </a:cubicBezTo>
                  <a:cubicBezTo>
                    <a:pt x="431" y="401"/>
                    <a:pt x="431" y="401"/>
                    <a:pt x="432" y="401"/>
                  </a:cubicBezTo>
                  <a:cubicBezTo>
                    <a:pt x="595" y="565"/>
                    <a:pt x="595" y="565"/>
                    <a:pt x="595" y="565"/>
                  </a:cubicBezTo>
                  <a:cubicBezTo>
                    <a:pt x="595" y="565"/>
                    <a:pt x="596" y="566"/>
                    <a:pt x="596" y="566"/>
                  </a:cubicBezTo>
                  <a:cubicBezTo>
                    <a:pt x="596" y="594"/>
                    <a:pt x="596" y="594"/>
                    <a:pt x="596" y="594"/>
                  </a:cubicBezTo>
                  <a:cubicBezTo>
                    <a:pt x="685" y="684"/>
                    <a:pt x="685" y="684"/>
                    <a:pt x="685" y="684"/>
                  </a:cubicBezTo>
                  <a:cubicBezTo>
                    <a:pt x="685" y="684"/>
                    <a:pt x="686" y="684"/>
                    <a:pt x="686" y="685"/>
                  </a:cubicBezTo>
                  <a:cubicBezTo>
                    <a:pt x="686" y="712"/>
                    <a:pt x="686" y="712"/>
                    <a:pt x="686" y="712"/>
                  </a:cubicBezTo>
                  <a:cubicBezTo>
                    <a:pt x="686" y="713"/>
                    <a:pt x="685" y="713"/>
                    <a:pt x="685" y="714"/>
                  </a:cubicBezTo>
                  <a:cubicBezTo>
                    <a:pt x="665" y="734"/>
                    <a:pt x="665" y="734"/>
                    <a:pt x="665" y="734"/>
                  </a:cubicBezTo>
                  <a:cubicBezTo>
                    <a:pt x="664" y="734"/>
                    <a:pt x="664" y="734"/>
                    <a:pt x="664" y="734"/>
                  </a:cubicBezTo>
                  <a:lnTo>
                    <a:pt x="621" y="73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2" name="Freeform 538"/>
            <p:cNvSpPr>
              <a:spLocks/>
            </p:cNvSpPr>
            <p:nvPr/>
          </p:nvSpPr>
          <p:spPr bwMode="auto">
            <a:xfrm flipV="1">
              <a:off x="996952" y="6038848"/>
              <a:ext cx="2303462" cy="2303463"/>
            </a:xfrm>
            <a:custGeom>
              <a:avLst/>
              <a:gdLst>
                <a:gd name="T0" fmla="*/ 1446 w 1451"/>
                <a:gd name="T1" fmla="*/ 1451 h 1451"/>
                <a:gd name="T2" fmla="*/ 0 w 1451"/>
                <a:gd name="T3" fmla="*/ 7 h 1451"/>
                <a:gd name="T4" fmla="*/ 7 w 1451"/>
                <a:gd name="T5" fmla="*/ 0 h 1451"/>
                <a:gd name="T6" fmla="*/ 1451 w 1451"/>
                <a:gd name="T7" fmla="*/ 1446 h 1451"/>
                <a:gd name="T8" fmla="*/ 1446 w 1451"/>
                <a:gd name="T9" fmla="*/ 1451 h 1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1" h="1451">
                  <a:moveTo>
                    <a:pt x="1446" y="1451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451" y="1446"/>
                  </a:lnTo>
                  <a:lnTo>
                    <a:pt x="1446" y="14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3" name="Freeform 539"/>
            <p:cNvSpPr>
              <a:spLocks/>
            </p:cNvSpPr>
            <p:nvPr/>
          </p:nvSpPr>
          <p:spPr bwMode="auto">
            <a:xfrm flipV="1">
              <a:off x="1096964" y="5513386"/>
              <a:ext cx="2544762" cy="2927350"/>
            </a:xfrm>
            <a:custGeom>
              <a:avLst/>
              <a:gdLst>
                <a:gd name="T0" fmla="*/ 659 w 678"/>
                <a:gd name="T1" fmla="*/ 780 h 780"/>
                <a:gd name="T2" fmla="*/ 656 w 678"/>
                <a:gd name="T3" fmla="*/ 777 h 780"/>
                <a:gd name="T4" fmla="*/ 664 w 678"/>
                <a:gd name="T5" fmla="*/ 770 h 780"/>
                <a:gd name="T6" fmla="*/ 664 w 678"/>
                <a:gd name="T7" fmla="*/ 716 h 780"/>
                <a:gd name="T8" fmla="*/ 664 w 678"/>
                <a:gd name="T9" fmla="*/ 714 h 780"/>
                <a:gd name="T10" fmla="*/ 674 w 678"/>
                <a:gd name="T11" fmla="*/ 704 h 780"/>
                <a:gd name="T12" fmla="*/ 674 w 678"/>
                <a:gd name="T13" fmla="*/ 687 h 780"/>
                <a:gd name="T14" fmla="*/ 265 w 678"/>
                <a:gd name="T15" fmla="*/ 277 h 780"/>
                <a:gd name="T16" fmla="*/ 264 w 678"/>
                <a:gd name="T17" fmla="*/ 276 h 780"/>
                <a:gd name="T18" fmla="*/ 264 w 678"/>
                <a:gd name="T19" fmla="*/ 267 h 780"/>
                <a:gd name="T20" fmla="*/ 0 w 678"/>
                <a:gd name="T21" fmla="*/ 2 h 780"/>
                <a:gd name="T22" fmla="*/ 2 w 678"/>
                <a:gd name="T23" fmla="*/ 0 h 780"/>
                <a:gd name="T24" fmla="*/ 267 w 678"/>
                <a:gd name="T25" fmla="*/ 265 h 780"/>
                <a:gd name="T26" fmla="*/ 268 w 678"/>
                <a:gd name="T27" fmla="*/ 266 h 780"/>
                <a:gd name="T28" fmla="*/ 268 w 678"/>
                <a:gd name="T29" fmla="*/ 275 h 780"/>
                <a:gd name="T30" fmla="*/ 677 w 678"/>
                <a:gd name="T31" fmla="*/ 685 h 780"/>
                <a:gd name="T32" fmla="*/ 678 w 678"/>
                <a:gd name="T33" fmla="*/ 686 h 780"/>
                <a:gd name="T34" fmla="*/ 678 w 678"/>
                <a:gd name="T35" fmla="*/ 705 h 780"/>
                <a:gd name="T36" fmla="*/ 677 w 678"/>
                <a:gd name="T37" fmla="*/ 706 h 780"/>
                <a:gd name="T38" fmla="*/ 667 w 678"/>
                <a:gd name="T39" fmla="*/ 716 h 780"/>
                <a:gd name="T40" fmla="*/ 667 w 678"/>
                <a:gd name="T41" fmla="*/ 771 h 780"/>
                <a:gd name="T42" fmla="*/ 667 w 678"/>
                <a:gd name="T43" fmla="*/ 772 h 780"/>
                <a:gd name="T44" fmla="*/ 659 w 678"/>
                <a:gd name="T45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8" h="780">
                  <a:moveTo>
                    <a:pt x="659" y="780"/>
                  </a:moveTo>
                  <a:cubicBezTo>
                    <a:pt x="656" y="777"/>
                    <a:pt x="656" y="777"/>
                    <a:pt x="656" y="777"/>
                  </a:cubicBezTo>
                  <a:cubicBezTo>
                    <a:pt x="664" y="770"/>
                    <a:pt x="664" y="770"/>
                    <a:pt x="664" y="770"/>
                  </a:cubicBezTo>
                  <a:cubicBezTo>
                    <a:pt x="664" y="716"/>
                    <a:pt x="664" y="716"/>
                    <a:pt x="664" y="716"/>
                  </a:cubicBezTo>
                  <a:cubicBezTo>
                    <a:pt x="664" y="715"/>
                    <a:pt x="664" y="715"/>
                    <a:pt x="664" y="714"/>
                  </a:cubicBezTo>
                  <a:cubicBezTo>
                    <a:pt x="674" y="704"/>
                    <a:pt x="674" y="704"/>
                    <a:pt x="674" y="704"/>
                  </a:cubicBezTo>
                  <a:cubicBezTo>
                    <a:pt x="674" y="687"/>
                    <a:pt x="674" y="687"/>
                    <a:pt x="674" y="687"/>
                  </a:cubicBezTo>
                  <a:cubicBezTo>
                    <a:pt x="265" y="277"/>
                    <a:pt x="265" y="277"/>
                    <a:pt x="265" y="277"/>
                  </a:cubicBezTo>
                  <a:cubicBezTo>
                    <a:pt x="264" y="277"/>
                    <a:pt x="264" y="276"/>
                    <a:pt x="264" y="276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67" y="265"/>
                    <a:pt x="267" y="265"/>
                    <a:pt x="267" y="265"/>
                  </a:cubicBezTo>
                  <a:cubicBezTo>
                    <a:pt x="267" y="265"/>
                    <a:pt x="268" y="266"/>
                    <a:pt x="268" y="266"/>
                  </a:cubicBezTo>
                  <a:cubicBezTo>
                    <a:pt x="268" y="275"/>
                    <a:pt x="268" y="275"/>
                    <a:pt x="268" y="275"/>
                  </a:cubicBezTo>
                  <a:cubicBezTo>
                    <a:pt x="677" y="685"/>
                    <a:pt x="677" y="685"/>
                    <a:pt x="677" y="685"/>
                  </a:cubicBezTo>
                  <a:cubicBezTo>
                    <a:pt x="678" y="685"/>
                    <a:pt x="678" y="686"/>
                    <a:pt x="678" y="686"/>
                  </a:cubicBezTo>
                  <a:cubicBezTo>
                    <a:pt x="678" y="705"/>
                    <a:pt x="678" y="705"/>
                    <a:pt x="678" y="705"/>
                  </a:cubicBezTo>
                  <a:cubicBezTo>
                    <a:pt x="678" y="705"/>
                    <a:pt x="678" y="706"/>
                    <a:pt x="677" y="706"/>
                  </a:cubicBezTo>
                  <a:cubicBezTo>
                    <a:pt x="667" y="716"/>
                    <a:pt x="667" y="716"/>
                    <a:pt x="667" y="716"/>
                  </a:cubicBezTo>
                  <a:cubicBezTo>
                    <a:pt x="667" y="771"/>
                    <a:pt x="667" y="771"/>
                    <a:pt x="667" y="771"/>
                  </a:cubicBezTo>
                  <a:cubicBezTo>
                    <a:pt x="667" y="771"/>
                    <a:pt x="667" y="771"/>
                    <a:pt x="667" y="772"/>
                  </a:cubicBezTo>
                  <a:lnTo>
                    <a:pt x="659" y="78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4" name="Freeform 540"/>
            <p:cNvSpPr>
              <a:spLocks/>
            </p:cNvSpPr>
            <p:nvPr/>
          </p:nvSpPr>
          <p:spPr bwMode="auto">
            <a:xfrm flipV="1">
              <a:off x="1173164" y="5711824"/>
              <a:ext cx="2551112" cy="2803525"/>
            </a:xfrm>
            <a:custGeom>
              <a:avLst/>
              <a:gdLst>
                <a:gd name="T0" fmla="*/ 680 w 680"/>
                <a:gd name="T1" fmla="*/ 747 h 747"/>
                <a:gd name="T2" fmla="*/ 676 w 680"/>
                <a:gd name="T3" fmla="*/ 747 h 747"/>
                <a:gd name="T4" fmla="*/ 676 w 680"/>
                <a:gd name="T5" fmla="*/ 705 h 747"/>
                <a:gd name="T6" fmla="*/ 275 w 680"/>
                <a:gd name="T7" fmla="*/ 304 h 747"/>
                <a:gd name="T8" fmla="*/ 275 w 680"/>
                <a:gd name="T9" fmla="*/ 303 h 747"/>
                <a:gd name="T10" fmla="*/ 275 w 680"/>
                <a:gd name="T11" fmla="*/ 277 h 747"/>
                <a:gd name="T12" fmla="*/ 0 w 680"/>
                <a:gd name="T13" fmla="*/ 2 h 747"/>
                <a:gd name="T14" fmla="*/ 2 w 680"/>
                <a:gd name="T15" fmla="*/ 0 h 747"/>
                <a:gd name="T16" fmla="*/ 278 w 680"/>
                <a:gd name="T17" fmla="*/ 275 h 747"/>
                <a:gd name="T18" fmla="*/ 278 w 680"/>
                <a:gd name="T19" fmla="*/ 276 h 747"/>
                <a:gd name="T20" fmla="*/ 278 w 680"/>
                <a:gd name="T21" fmla="*/ 302 h 747"/>
                <a:gd name="T22" fmla="*/ 679 w 680"/>
                <a:gd name="T23" fmla="*/ 703 h 747"/>
                <a:gd name="T24" fmla="*/ 680 w 680"/>
                <a:gd name="T25" fmla="*/ 704 h 747"/>
                <a:gd name="T26" fmla="*/ 680 w 680"/>
                <a:gd name="T27" fmla="*/ 74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0" h="747">
                  <a:moveTo>
                    <a:pt x="680" y="747"/>
                  </a:moveTo>
                  <a:cubicBezTo>
                    <a:pt x="676" y="747"/>
                    <a:pt x="676" y="747"/>
                    <a:pt x="676" y="747"/>
                  </a:cubicBezTo>
                  <a:cubicBezTo>
                    <a:pt x="676" y="705"/>
                    <a:pt x="676" y="705"/>
                    <a:pt x="676" y="705"/>
                  </a:cubicBezTo>
                  <a:cubicBezTo>
                    <a:pt x="275" y="304"/>
                    <a:pt x="275" y="304"/>
                    <a:pt x="275" y="304"/>
                  </a:cubicBezTo>
                  <a:cubicBezTo>
                    <a:pt x="275" y="304"/>
                    <a:pt x="275" y="303"/>
                    <a:pt x="275" y="303"/>
                  </a:cubicBezTo>
                  <a:cubicBezTo>
                    <a:pt x="275" y="277"/>
                    <a:pt x="275" y="277"/>
                    <a:pt x="275" y="27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78" y="275"/>
                    <a:pt x="278" y="275"/>
                    <a:pt x="278" y="275"/>
                  </a:cubicBezTo>
                  <a:cubicBezTo>
                    <a:pt x="278" y="275"/>
                    <a:pt x="278" y="276"/>
                    <a:pt x="278" y="276"/>
                  </a:cubicBezTo>
                  <a:cubicBezTo>
                    <a:pt x="278" y="302"/>
                    <a:pt x="278" y="302"/>
                    <a:pt x="278" y="302"/>
                  </a:cubicBezTo>
                  <a:cubicBezTo>
                    <a:pt x="679" y="703"/>
                    <a:pt x="679" y="703"/>
                    <a:pt x="679" y="703"/>
                  </a:cubicBezTo>
                  <a:cubicBezTo>
                    <a:pt x="680" y="703"/>
                    <a:pt x="680" y="704"/>
                    <a:pt x="680" y="704"/>
                  </a:cubicBezTo>
                  <a:lnTo>
                    <a:pt x="680" y="7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5" name="Freeform 541"/>
            <p:cNvSpPr>
              <a:spLocks/>
            </p:cNvSpPr>
            <p:nvPr/>
          </p:nvSpPr>
          <p:spPr bwMode="auto">
            <a:xfrm flipV="1">
              <a:off x="1250952" y="5876923"/>
              <a:ext cx="2616200" cy="2728913"/>
            </a:xfrm>
            <a:custGeom>
              <a:avLst/>
              <a:gdLst>
                <a:gd name="T0" fmla="*/ 693 w 697"/>
                <a:gd name="T1" fmla="*/ 727 h 727"/>
                <a:gd name="T2" fmla="*/ 675 w 697"/>
                <a:gd name="T3" fmla="*/ 710 h 727"/>
                <a:gd name="T4" fmla="*/ 657 w 697"/>
                <a:gd name="T5" fmla="*/ 710 h 727"/>
                <a:gd name="T6" fmla="*/ 654 w 697"/>
                <a:gd name="T7" fmla="*/ 709 h 727"/>
                <a:gd name="T8" fmla="*/ 300 w 697"/>
                <a:gd name="T9" fmla="*/ 355 h 727"/>
                <a:gd name="T10" fmla="*/ 299 w 697"/>
                <a:gd name="T11" fmla="*/ 353 h 727"/>
                <a:gd name="T12" fmla="*/ 299 w 697"/>
                <a:gd name="T13" fmla="*/ 304 h 727"/>
                <a:gd name="T14" fmla="*/ 0 w 697"/>
                <a:gd name="T15" fmla="*/ 5 h 727"/>
                <a:gd name="T16" fmla="*/ 5 w 697"/>
                <a:gd name="T17" fmla="*/ 0 h 727"/>
                <a:gd name="T18" fmla="*/ 305 w 697"/>
                <a:gd name="T19" fmla="*/ 300 h 727"/>
                <a:gd name="T20" fmla="*/ 306 w 697"/>
                <a:gd name="T21" fmla="*/ 303 h 727"/>
                <a:gd name="T22" fmla="*/ 306 w 697"/>
                <a:gd name="T23" fmla="*/ 351 h 727"/>
                <a:gd name="T24" fmla="*/ 658 w 697"/>
                <a:gd name="T25" fmla="*/ 703 h 727"/>
                <a:gd name="T26" fmla="*/ 677 w 697"/>
                <a:gd name="T27" fmla="*/ 703 h 727"/>
                <a:gd name="T28" fmla="*/ 679 w 697"/>
                <a:gd name="T29" fmla="*/ 704 h 727"/>
                <a:gd name="T30" fmla="*/ 697 w 697"/>
                <a:gd name="T31" fmla="*/ 722 h 727"/>
                <a:gd name="T32" fmla="*/ 693 w 697"/>
                <a:gd name="T33" fmla="*/ 727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7" h="727">
                  <a:moveTo>
                    <a:pt x="693" y="727"/>
                  </a:moveTo>
                  <a:cubicBezTo>
                    <a:pt x="675" y="710"/>
                    <a:pt x="675" y="710"/>
                    <a:pt x="675" y="710"/>
                  </a:cubicBezTo>
                  <a:cubicBezTo>
                    <a:pt x="657" y="710"/>
                    <a:pt x="657" y="710"/>
                    <a:pt x="657" y="710"/>
                  </a:cubicBezTo>
                  <a:cubicBezTo>
                    <a:pt x="656" y="710"/>
                    <a:pt x="655" y="710"/>
                    <a:pt x="654" y="709"/>
                  </a:cubicBezTo>
                  <a:cubicBezTo>
                    <a:pt x="300" y="355"/>
                    <a:pt x="300" y="355"/>
                    <a:pt x="300" y="355"/>
                  </a:cubicBezTo>
                  <a:cubicBezTo>
                    <a:pt x="300" y="354"/>
                    <a:pt x="299" y="354"/>
                    <a:pt x="299" y="353"/>
                  </a:cubicBezTo>
                  <a:cubicBezTo>
                    <a:pt x="299" y="304"/>
                    <a:pt x="299" y="304"/>
                    <a:pt x="299" y="30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306" y="301"/>
                    <a:pt x="306" y="302"/>
                    <a:pt x="306" y="303"/>
                  </a:cubicBezTo>
                  <a:cubicBezTo>
                    <a:pt x="306" y="351"/>
                    <a:pt x="306" y="351"/>
                    <a:pt x="306" y="351"/>
                  </a:cubicBezTo>
                  <a:cubicBezTo>
                    <a:pt x="658" y="703"/>
                    <a:pt x="658" y="703"/>
                    <a:pt x="658" y="703"/>
                  </a:cubicBezTo>
                  <a:cubicBezTo>
                    <a:pt x="677" y="703"/>
                    <a:pt x="677" y="703"/>
                    <a:pt x="677" y="703"/>
                  </a:cubicBezTo>
                  <a:cubicBezTo>
                    <a:pt x="678" y="703"/>
                    <a:pt x="679" y="704"/>
                    <a:pt x="679" y="704"/>
                  </a:cubicBezTo>
                  <a:cubicBezTo>
                    <a:pt x="697" y="722"/>
                    <a:pt x="697" y="722"/>
                    <a:pt x="697" y="722"/>
                  </a:cubicBezTo>
                  <a:lnTo>
                    <a:pt x="693" y="72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6" name="Freeform 542"/>
            <p:cNvSpPr>
              <a:spLocks/>
            </p:cNvSpPr>
            <p:nvPr/>
          </p:nvSpPr>
          <p:spPr bwMode="auto">
            <a:xfrm flipV="1">
              <a:off x="1333502" y="6053136"/>
              <a:ext cx="2717800" cy="2627313"/>
            </a:xfrm>
            <a:custGeom>
              <a:avLst/>
              <a:gdLst>
                <a:gd name="T0" fmla="*/ 720 w 724"/>
                <a:gd name="T1" fmla="*/ 700 h 700"/>
                <a:gd name="T2" fmla="*/ 712 w 724"/>
                <a:gd name="T3" fmla="*/ 692 h 700"/>
                <a:gd name="T4" fmla="*/ 629 w 724"/>
                <a:gd name="T5" fmla="*/ 692 h 700"/>
                <a:gd name="T6" fmla="*/ 628 w 724"/>
                <a:gd name="T7" fmla="*/ 691 h 700"/>
                <a:gd name="T8" fmla="*/ 319 w 724"/>
                <a:gd name="T9" fmla="*/ 382 h 700"/>
                <a:gd name="T10" fmla="*/ 318 w 724"/>
                <a:gd name="T11" fmla="*/ 380 h 700"/>
                <a:gd name="T12" fmla="*/ 318 w 724"/>
                <a:gd name="T13" fmla="*/ 322 h 700"/>
                <a:gd name="T14" fmla="*/ 0 w 724"/>
                <a:gd name="T15" fmla="*/ 3 h 700"/>
                <a:gd name="T16" fmla="*/ 3 w 724"/>
                <a:gd name="T17" fmla="*/ 0 h 700"/>
                <a:gd name="T18" fmla="*/ 323 w 724"/>
                <a:gd name="T19" fmla="*/ 319 h 700"/>
                <a:gd name="T20" fmla="*/ 323 w 724"/>
                <a:gd name="T21" fmla="*/ 321 h 700"/>
                <a:gd name="T22" fmla="*/ 323 w 724"/>
                <a:gd name="T23" fmla="*/ 379 h 700"/>
                <a:gd name="T24" fmla="*/ 630 w 724"/>
                <a:gd name="T25" fmla="*/ 687 h 700"/>
                <a:gd name="T26" fmla="*/ 713 w 724"/>
                <a:gd name="T27" fmla="*/ 687 h 700"/>
                <a:gd name="T28" fmla="*/ 715 w 724"/>
                <a:gd name="T29" fmla="*/ 687 h 700"/>
                <a:gd name="T30" fmla="*/ 724 w 724"/>
                <a:gd name="T31" fmla="*/ 696 h 700"/>
                <a:gd name="T32" fmla="*/ 720 w 724"/>
                <a:gd name="T33" fmla="*/ 70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4" h="700">
                  <a:moveTo>
                    <a:pt x="720" y="700"/>
                  </a:moveTo>
                  <a:cubicBezTo>
                    <a:pt x="712" y="692"/>
                    <a:pt x="712" y="692"/>
                    <a:pt x="712" y="692"/>
                  </a:cubicBezTo>
                  <a:cubicBezTo>
                    <a:pt x="629" y="692"/>
                    <a:pt x="629" y="692"/>
                    <a:pt x="629" y="692"/>
                  </a:cubicBezTo>
                  <a:cubicBezTo>
                    <a:pt x="629" y="692"/>
                    <a:pt x="628" y="691"/>
                    <a:pt x="628" y="691"/>
                  </a:cubicBezTo>
                  <a:cubicBezTo>
                    <a:pt x="319" y="382"/>
                    <a:pt x="319" y="382"/>
                    <a:pt x="319" y="382"/>
                  </a:cubicBezTo>
                  <a:cubicBezTo>
                    <a:pt x="318" y="382"/>
                    <a:pt x="318" y="381"/>
                    <a:pt x="318" y="380"/>
                  </a:cubicBezTo>
                  <a:cubicBezTo>
                    <a:pt x="318" y="322"/>
                    <a:pt x="318" y="322"/>
                    <a:pt x="318" y="3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23" y="319"/>
                    <a:pt x="323" y="319"/>
                    <a:pt x="323" y="319"/>
                  </a:cubicBezTo>
                  <a:cubicBezTo>
                    <a:pt x="323" y="319"/>
                    <a:pt x="323" y="320"/>
                    <a:pt x="323" y="321"/>
                  </a:cubicBezTo>
                  <a:cubicBezTo>
                    <a:pt x="323" y="379"/>
                    <a:pt x="323" y="379"/>
                    <a:pt x="323" y="379"/>
                  </a:cubicBezTo>
                  <a:cubicBezTo>
                    <a:pt x="630" y="687"/>
                    <a:pt x="630" y="687"/>
                    <a:pt x="630" y="687"/>
                  </a:cubicBezTo>
                  <a:cubicBezTo>
                    <a:pt x="713" y="687"/>
                    <a:pt x="713" y="687"/>
                    <a:pt x="713" y="687"/>
                  </a:cubicBezTo>
                  <a:cubicBezTo>
                    <a:pt x="714" y="687"/>
                    <a:pt x="714" y="687"/>
                    <a:pt x="715" y="687"/>
                  </a:cubicBezTo>
                  <a:cubicBezTo>
                    <a:pt x="724" y="696"/>
                    <a:pt x="724" y="696"/>
                    <a:pt x="724" y="696"/>
                  </a:cubicBezTo>
                  <a:lnTo>
                    <a:pt x="720" y="7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7" name="Freeform 543"/>
            <p:cNvSpPr>
              <a:spLocks/>
            </p:cNvSpPr>
            <p:nvPr/>
          </p:nvSpPr>
          <p:spPr bwMode="auto">
            <a:xfrm flipV="1">
              <a:off x="1487489" y="6451598"/>
              <a:ext cx="2263775" cy="2379663"/>
            </a:xfrm>
            <a:custGeom>
              <a:avLst/>
              <a:gdLst>
                <a:gd name="T0" fmla="*/ 603 w 603"/>
                <a:gd name="T1" fmla="*/ 634 h 634"/>
                <a:gd name="T2" fmla="*/ 599 w 603"/>
                <a:gd name="T3" fmla="*/ 634 h 634"/>
                <a:gd name="T4" fmla="*/ 599 w 603"/>
                <a:gd name="T5" fmla="*/ 602 h 634"/>
                <a:gd name="T6" fmla="*/ 0 w 603"/>
                <a:gd name="T7" fmla="*/ 2 h 634"/>
                <a:gd name="T8" fmla="*/ 2 w 603"/>
                <a:gd name="T9" fmla="*/ 0 h 634"/>
                <a:gd name="T10" fmla="*/ 602 w 603"/>
                <a:gd name="T11" fmla="*/ 600 h 634"/>
                <a:gd name="T12" fmla="*/ 603 w 603"/>
                <a:gd name="T13" fmla="*/ 601 h 634"/>
                <a:gd name="T14" fmla="*/ 603 w 603"/>
                <a:gd name="T15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634">
                  <a:moveTo>
                    <a:pt x="603" y="634"/>
                  </a:moveTo>
                  <a:cubicBezTo>
                    <a:pt x="599" y="634"/>
                    <a:pt x="599" y="634"/>
                    <a:pt x="599" y="634"/>
                  </a:cubicBezTo>
                  <a:cubicBezTo>
                    <a:pt x="599" y="602"/>
                    <a:pt x="599" y="602"/>
                    <a:pt x="599" y="60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2" y="600"/>
                    <a:pt x="602" y="600"/>
                    <a:pt x="602" y="600"/>
                  </a:cubicBezTo>
                  <a:cubicBezTo>
                    <a:pt x="603" y="600"/>
                    <a:pt x="603" y="601"/>
                    <a:pt x="603" y="601"/>
                  </a:cubicBezTo>
                  <a:lnTo>
                    <a:pt x="603" y="6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8" name="Freeform 544"/>
            <p:cNvSpPr>
              <a:spLocks/>
            </p:cNvSpPr>
            <p:nvPr/>
          </p:nvSpPr>
          <p:spPr bwMode="auto">
            <a:xfrm flipV="1">
              <a:off x="2095502" y="6819898"/>
              <a:ext cx="1658937" cy="1808163"/>
            </a:xfrm>
            <a:custGeom>
              <a:avLst/>
              <a:gdLst>
                <a:gd name="T0" fmla="*/ 439 w 442"/>
                <a:gd name="T1" fmla="*/ 482 h 482"/>
                <a:gd name="T2" fmla="*/ 314 w 442"/>
                <a:gd name="T3" fmla="*/ 356 h 482"/>
                <a:gd name="T4" fmla="*/ 313 w 442"/>
                <a:gd name="T5" fmla="*/ 355 h 482"/>
                <a:gd name="T6" fmla="*/ 313 w 442"/>
                <a:gd name="T7" fmla="*/ 274 h 482"/>
                <a:gd name="T8" fmla="*/ 42 w 442"/>
                <a:gd name="T9" fmla="*/ 3 h 482"/>
                <a:gd name="T10" fmla="*/ 17 w 442"/>
                <a:gd name="T11" fmla="*/ 3 h 482"/>
                <a:gd name="T12" fmla="*/ 4 w 442"/>
                <a:gd name="T13" fmla="*/ 16 h 482"/>
                <a:gd name="T14" fmla="*/ 4 w 442"/>
                <a:gd name="T15" fmla="*/ 46 h 482"/>
                <a:gd name="T16" fmla="*/ 231 w 442"/>
                <a:gd name="T17" fmla="*/ 273 h 482"/>
                <a:gd name="T18" fmla="*/ 228 w 442"/>
                <a:gd name="T19" fmla="*/ 276 h 482"/>
                <a:gd name="T20" fmla="*/ 1 w 442"/>
                <a:gd name="T21" fmla="*/ 48 h 482"/>
                <a:gd name="T22" fmla="*/ 0 w 442"/>
                <a:gd name="T23" fmla="*/ 47 h 482"/>
                <a:gd name="T24" fmla="*/ 0 w 442"/>
                <a:gd name="T25" fmla="*/ 16 h 482"/>
                <a:gd name="T26" fmla="*/ 1 w 442"/>
                <a:gd name="T27" fmla="*/ 15 h 482"/>
                <a:gd name="T28" fmla="*/ 15 w 442"/>
                <a:gd name="T29" fmla="*/ 0 h 482"/>
                <a:gd name="T30" fmla="*/ 16 w 442"/>
                <a:gd name="T31" fmla="*/ 0 h 482"/>
                <a:gd name="T32" fmla="*/ 43 w 442"/>
                <a:gd name="T33" fmla="*/ 0 h 482"/>
                <a:gd name="T34" fmla="*/ 44 w 442"/>
                <a:gd name="T35" fmla="*/ 0 h 482"/>
                <a:gd name="T36" fmla="*/ 316 w 442"/>
                <a:gd name="T37" fmla="*/ 272 h 482"/>
                <a:gd name="T38" fmla="*/ 317 w 442"/>
                <a:gd name="T39" fmla="*/ 274 h 482"/>
                <a:gd name="T40" fmla="*/ 317 w 442"/>
                <a:gd name="T41" fmla="*/ 354 h 482"/>
                <a:gd name="T42" fmla="*/ 442 w 442"/>
                <a:gd name="T43" fmla="*/ 479 h 482"/>
                <a:gd name="T44" fmla="*/ 439 w 442"/>
                <a:gd name="T45" fmla="*/ 48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2" h="482">
                  <a:moveTo>
                    <a:pt x="439" y="482"/>
                  </a:moveTo>
                  <a:cubicBezTo>
                    <a:pt x="314" y="356"/>
                    <a:pt x="314" y="356"/>
                    <a:pt x="314" y="356"/>
                  </a:cubicBezTo>
                  <a:cubicBezTo>
                    <a:pt x="313" y="356"/>
                    <a:pt x="313" y="355"/>
                    <a:pt x="313" y="355"/>
                  </a:cubicBezTo>
                  <a:cubicBezTo>
                    <a:pt x="313" y="274"/>
                    <a:pt x="313" y="274"/>
                    <a:pt x="313" y="27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31" y="273"/>
                    <a:pt x="231" y="273"/>
                    <a:pt x="231" y="273"/>
                  </a:cubicBezTo>
                  <a:cubicBezTo>
                    <a:pt x="228" y="276"/>
                    <a:pt x="228" y="276"/>
                    <a:pt x="228" y="276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7"/>
                    <a:pt x="0" y="4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0"/>
                    <a:pt x="44" y="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3"/>
                    <a:pt x="317" y="273"/>
                    <a:pt x="317" y="274"/>
                  </a:cubicBezTo>
                  <a:cubicBezTo>
                    <a:pt x="317" y="354"/>
                    <a:pt x="317" y="354"/>
                    <a:pt x="317" y="354"/>
                  </a:cubicBezTo>
                  <a:cubicBezTo>
                    <a:pt x="442" y="479"/>
                    <a:pt x="442" y="479"/>
                    <a:pt x="442" y="479"/>
                  </a:cubicBezTo>
                  <a:lnTo>
                    <a:pt x="439" y="4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9" name="Freeform 545"/>
            <p:cNvSpPr>
              <a:spLocks/>
            </p:cNvSpPr>
            <p:nvPr/>
          </p:nvSpPr>
          <p:spPr bwMode="auto">
            <a:xfrm flipV="1">
              <a:off x="2009777" y="6635749"/>
              <a:ext cx="1914525" cy="2079625"/>
            </a:xfrm>
            <a:custGeom>
              <a:avLst/>
              <a:gdLst>
                <a:gd name="T0" fmla="*/ 508 w 510"/>
                <a:gd name="T1" fmla="*/ 554 h 554"/>
                <a:gd name="T2" fmla="*/ 499 w 510"/>
                <a:gd name="T3" fmla="*/ 546 h 554"/>
                <a:gd name="T4" fmla="*/ 499 w 510"/>
                <a:gd name="T5" fmla="*/ 545 h 554"/>
                <a:gd name="T6" fmla="*/ 499 w 510"/>
                <a:gd name="T7" fmla="*/ 500 h 554"/>
                <a:gd name="T8" fmla="*/ 364 w 510"/>
                <a:gd name="T9" fmla="*/ 365 h 554"/>
                <a:gd name="T10" fmla="*/ 364 w 510"/>
                <a:gd name="T11" fmla="*/ 364 h 554"/>
                <a:gd name="T12" fmla="*/ 364 w 510"/>
                <a:gd name="T13" fmla="*/ 299 h 554"/>
                <a:gd name="T14" fmla="*/ 68 w 510"/>
                <a:gd name="T15" fmla="*/ 3 h 554"/>
                <a:gd name="T16" fmla="*/ 34 w 510"/>
                <a:gd name="T17" fmla="*/ 3 h 554"/>
                <a:gd name="T18" fmla="*/ 4 w 510"/>
                <a:gd name="T19" fmla="*/ 34 h 554"/>
                <a:gd name="T20" fmla="*/ 4 w 510"/>
                <a:gd name="T21" fmla="*/ 73 h 554"/>
                <a:gd name="T22" fmla="*/ 210 w 510"/>
                <a:gd name="T23" fmla="*/ 279 h 554"/>
                <a:gd name="T24" fmla="*/ 207 w 510"/>
                <a:gd name="T25" fmla="*/ 282 h 554"/>
                <a:gd name="T26" fmla="*/ 1 w 510"/>
                <a:gd name="T27" fmla="*/ 75 h 554"/>
                <a:gd name="T28" fmla="*/ 0 w 510"/>
                <a:gd name="T29" fmla="*/ 74 h 554"/>
                <a:gd name="T30" fmla="*/ 0 w 510"/>
                <a:gd name="T31" fmla="*/ 33 h 554"/>
                <a:gd name="T32" fmla="*/ 1 w 510"/>
                <a:gd name="T33" fmla="*/ 32 h 554"/>
                <a:gd name="T34" fmla="*/ 32 w 510"/>
                <a:gd name="T35" fmla="*/ 0 h 554"/>
                <a:gd name="T36" fmla="*/ 34 w 510"/>
                <a:gd name="T37" fmla="*/ 0 h 554"/>
                <a:gd name="T38" fmla="*/ 34 w 510"/>
                <a:gd name="T39" fmla="*/ 0 h 554"/>
                <a:gd name="T40" fmla="*/ 68 w 510"/>
                <a:gd name="T41" fmla="*/ 0 h 554"/>
                <a:gd name="T42" fmla="*/ 70 w 510"/>
                <a:gd name="T43" fmla="*/ 0 h 554"/>
                <a:gd name="T44" fmla="*/ 366 w 510"/>
                <a:gd name="T45" fmla="*/ 297 h 554"/>
                <a:gd name="T46" fmla="*/ 367 w 510"/>
                <a:gd name="T47" fmla="*/ 298 h 554"/>
                <a:gd name="T48" fmla="*/ 367 w 510"/>
                <a:gd name="T49" fmla="*/ 363 h 554"/>
                <a:gd name="T50" fmla="*/ 502 w 510"/>
                <a:gd name="T51" fmla="*/ 498 h 554"/>
                <a:gd name="T52" fmla="*/ 502 w 510"/>
                <a:gd name="T53" fmla="*/ 499 h 554"/>
                <a:gd name="T54" fmla="*/ 502 w 510"/>
                <a:gd name="T55" fmla="*/ 544 h 554"/>
                <a:gd name="T56" fmla="*/ 510 w 510"/>
                <a:gd name="T57" fmla="*/ 552 h 554"/>
                <a:gd name="T58" fmla="*/ 508 w 510"/>
                <a:gd name="T59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0" h="554">
                  <a:moveTo>
                    <a:pt x="508" y="554"/>
                  </a:moveTo>
                  <a:cubicBezTo>
                    <a:pt x="499" y="546"/>
                    <a:pt x="499" y="546"/>
                    <a:pt x="499" y="546"/>
                  </a:cubicBezTo>
                  <a:cubicBezTo>
                    <a:pt x="499" y="546"/>
                    <a:pt x="499" y="545"/>
                    <a:pt x="499" y="545"/>
                  </a:cubicBezTo>
                  <a:cubicBezTo>
                    <a:pt x="499" y="500"/>
                    <a:pt x="499" y="500"/>
                    <a:pt x="499" y="500"/>
                  </a:cubicBezTo>
                  <a:cubicBezTo>
                    <a:pt x="364" y="365"/>
                    <a:pt x="364" y="365"/>
                    <a:pt x="364" y="365"/>
                  </a:cubicBezTo>
                  <a:cubicBezTo>
                    <a:pt x="364" y="365"/>
                    <a:pt x="364" y="364"/>
                    <a:pt x="364" y="364"/>
                  </a:cubicBezTo>
                  <a:cubicBezTo>
                    <a:pt x="364" y="299"/>
                    <a:pt x="364" y="299"/>
                    <a:pt x="364" y="299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210" y="279"/>
                    <a:pt x="210" y="279"/>
                    <a:pt x="210" y="27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0" y="75"/>
                    <a:pt x="0" y="7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2"/>
                    <a:pt x="1" y="32"/>
                    <a:pt x="1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366" y="297"/>
                    <a:pt x="366" y="297"/>
                    <a:pt x="366" y="297"/>
                  </a:cubicBezTo>
                  <a:cubicBezTo>
                    <a:pt x="367" y="297"/>
                    <a:pt x="367" y="298"/>
                    <a:pt x="367" y="298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502" y="498"/>
                    <a:pt x="502" y="498"/>
                    <a:pt x="502" y="498"/>
                  </a:cubicBezTo>
                  <a:cubicBezTo>
                    <a:pt x="502" y="498"/>
                    <a:pt x="502" y="499"/>
                    <a:pt x="502" y="499"/>
                  </a:cubicBezTo>
                  <a:cubicBezTo>
                    <a:pt x="502" y="544"/>
                    <a:pt x="502" y="544"/>
                    <a:pt x="502" y="544"/>
                  </a:cubicBezTo>
                  <a:cubicBezTo>
                    <a:pt x="510" y="552"/>
                    <a:pt x="510" y="552"/>
                    <a:pt x="510" y="552"/>
                  </a:cubicBezTo>
                  <a:lnTo>
                    <a:pt x="508" y="5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0" name="Freeform 546"/>
            <p:cNvSpPr>
              <a:spLocks/>
            </p:cNvSpPr>
            <p:nvPr/>
          </p:nvSpPr>
          <p:spPr bwMode="auto">
            <a:xfrm flipV="1">
              <a:off x="2171702" y="6492874"/>
              <a:ext cx="2044700" cy="2060575"/>
            </a:xfrm>
            <a:custGeom>
              <a:avLst/>
              <a:gdLst>
                <a:gd name="T0" fmla="*/ 480 w 545"/>
                <a:gd name="T1" fmla="*/ 549 h 549"/>
                <a:gd name="T2" fmla="*/ 453 w 545"/>
                <a:gd name="T3" fmla="*/ 549 h 549"/>
                <a:gd name="T4" fmla="*/ 451 w 545"/>
                <a:gd name="T5" fmla="*/ 548 h 549"/>
                <a:gd name="T6" fmla="*/ 438 w 545"/>
                <a:gd name="T7" fmla="*/ 535 h 549"/>
                <a:gd name="T8" fmla="*/ 437 w 545"/>
                <a:gd name="T9" fmla="*/ 534 h 549"/>
                <a:gd name="T10" fmla="*/ 437 w 545"/>
                <a:gd name="T11" fmla="*/ 520 h 549"/>
                <a:gd name="T12" fmla="*/ 275 w 545"/>
                <a:gd name="T13" fmla="*/ 357 h 549"/>
                <a:gd name="T14" fmla="*/ 274 w 545"/>
                <a:gd name="T15" fmla="*/ 356 h 549"/>
                <a:gd name="T16" fmla="*/ 274 w 545"/>
                <a:gd name="T17" fmla="*/ 256 h 549"/>
                <a:gd name="T18" fmla="*/ 22 w 545"/>
                <a:gd name="T19" fmla="*/ 3 h 549"/>
                <a:gd name="T20" fmla="*/ 9 w 545"/>
                <a:gd name="T21" fmla="*/ 3 h 549"/>
                <a:gd name="T22" fmla="*/ 3 w 545"/>
                <a:gd name="T23" fmla="*/ 9 h 549"/>
                <a:gd name="T24" fmla="*/ 3 w 545"/>
                <a:gd name="T25" fmla="*/ 17 h 549"/>
                <a:gd name="T26" fmla="*/ 194 w 545"/>
                <a:gd name="T27" fmla="*/ 208 h 549"/>
                <a:gd name="T28" fmla="*/ 192 w 545"/>
                <a:gd name="T29" fmla="*/ 211 h 549"/>
                <a:gd name="T30" fmla="*/ 0 w 545"/>
                <a:gd name="T31" fmla="*/ 19 h 549"/>
                <a:gd name="T32" fmla="*/ 0 w 545"/>
                <a:gd name="T33" fmla="*/ 18 h 549"/>
                <a:gd name="T34" fmla="*/ 0 w 545"/>
                <a:gd name="T35" fmla="*/ 8 h 549"/>
                <a:gd name="T36" fmla="*/ 0 w 545"/>
                <a:gd name="T37" fmla="*/ 7 h 549"/>
                <a:gd name="T38" fmla="*/ 7 w 545"/>
                <a:gd name="T39" fmla="*/ 0 h 549"/>
                <a:gd name="T40" fmla="*/ 8 w 545"/>
                <a:gd name="T41" fmla="*/ 0 h 549"/>
                <a:gd name="T42" fmla="*/ 8 w 545"/>
                <a:gd name="T43" fmla="*/ 0 h 549"/>
                <a:gd name="T44" fmla="*/ 22 w 545"/>
                <a:gd name="T45" fmla="*/ 0 h 549"/>
                <a:gd name="T46" fmla="*/ 24 w 545"/>
                <a:gd name="T47" fmla="*/ 0 h 549"/>
                <a:gd name="T48" fmla="*/ 277 w 545"/>
                <a:gd name="T49" fmla="*/ 254 h 549"/>
                <a:gd name="T50" fmla="*/ 278 w 545"/>
                <a:gd name="T51" fmla="*/ 255 h 549"/>
                <a:gd name="T52" fmla="*/ 278 w 545"/>
                <a:gd name="T53" fmla="*/ 355 h 549"/>
                <a:gd name="T54" fmla="*/ 440 w 545"/>
                <a:gd name="T55" fmla="*/ 518 h 549"/>
                <a:gd name="T56" fmla="*/ 441 w 545"/>
                <a:gd name="T57" fmla="*/ 519 h 549"/>
                <a:gd name="T58" fmla="*/ 441 w 545"/>
                <a:gd name="T59" fmla="*/ 533 h 549"/>
                <a:gd name="T60" fmla="*/ 453 w 545"/>
                <a:gd name="T61" fmla="*/ 545 h 549"/>
                <a:gd name="T62" fmla="*/ 480 w 545"/>
                <a:gd name="T63" fmla="*/ 545 h 549"/>
                <a:gd name="T64" fmla="*/ 500 w 545"/>
                <a:gd name="T65" fmla="*/ 525 h 549"/>
                <a:gd name="T66" fmla="*/ 501 w 545"/>
                <a:gd name="T67" fmla="*/ 524 h 549"/>
                <a:gd name="T68" fmla="*/ 545 w 545"/>
                <a:gd name="T69" fmla="*/ 524 h 549"/>
                <a:gd name="T70" fmla="*/ 545 w 545"/>
                <a:gd name="T71" fmla="*/ 528 h 549"/>
                <a:gd name="T72" fmla="*/ 502 w 545"/>
                <a:gd name="T73" fmla="*/ 528 h 549"/>
                <a:gd name="T74" fmla="*/ 481 w 545"/>
                <a:gd name="T75" fmla="*/ 548 h 549"/>
                <a:gd name="T76" fmla="*/ 480 w 545"/>
                <a:gd name="T77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5" h="549">
                  <a:moveTo>
                    <a:pt x="480" y="549"/>
                  </a:moveTo>
                  <a:cubicBezTo>
                    <a:pt x="453" y="549"/>
                    <a:pt x="453" y="549"/>
                    <a:pt x="453" y="549"/>
                  </a:cubicBezTo>
                  <a:cubicBezTo>
                    <a:pt x="452" y="549"/>
                    <a:pt x="452" y="548"/>
                    <a:pt x="451" y="548"/>
                  </a:cubicBezTo>
                  <a:cubicBezTo>
                    <a:pt x="438" y="535"/>
                    <a:pt x="438" y="535"/>
                    <a:pt x="438" y="535"/>
                  </a:cubicBezTo>
                  <a:cubicBezTo>
                    <a:pt x="438" y="534"/>
                    <a:pt x="437" y="534"/>
                    <a:pt x="437" y="534"/>
                  </a:cubicBezTo>
                  <a:cubicBezTo>
                    <a:pt x="437" y="520"/>
                    <a:pt x="437" y="520"/>
                    <a:pt x="437" y="520"/>
                  </a:cubicBezTo>
                  <a:cubicBezTo>
                    <a:pt x="275" y="357"/>
                    <a:pt x="275" y="357"/>
                    <a:pt x="275" y="357"/>
                  </a:cubicBezTo>
                  <a:cubicBezTo>
                    <a:pt x="274" y="357"/>
                    <a:pt x="274" y="356"/>
                    <a:pt x="274" y="356"/>
                  </a:cubicBezTo>
                  <a:cubicBezTo>
                    <a:pt x="274" y="256"/>
                    <a:pt x="274" y="256"/>
                    <a:pt x="274" y="256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94" y="208"/>
                    <a:pt x="194" y="208"/>
                    <a:pt x="194" y="208"/>
                  </a:cubicBezTo>
                  <a:cubicBezTo>
                    <a:pt x="192" y="211"/>
                    <a:pt x="192" y="211"/>
                    <a:pt x="192" y="2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8"/>
                    <a:pt x="0" y="1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77" y="254"/>
                    <a:pt x="277" y="254"/>
                    <a:pt x="277" y="254"/>
                  </a:cubicBezTo>
                  <a:cubicBezTo>
                    <a:pt x="277" y="254"/>
                    <a:pt x="278" y="255"/>
                    <a:pt x="278" y="255"/>
                  </a:cubicBezTo>
                  <a:cubicBezTo>
                    <a:pt x="278" y="355"/>
                    <a:pt x="278" y="355"/>
                    <a:pt x="278" y="355"/>
                  </a:cubicBezTo>
                  <a:cubicBezTo>
                    <a:pt x="440" y="518"/>
                    <a:pt x="440" y="518"/>
                    <a:pt x="440" y="518"/>
                  </a:cubicBezTo>
                  <a:cubicBezTo>
                    <a:pt x="441" y="518"/>
                    <a:pt x="441" y="519"/>
                    <a:pt x="441" y="519"/>
                  </a:cubicBezTo>
                  <a:cubicBezTo>
                    <a:pt x="441" y="533"/>
                    <a:pt x="441" y="533"/>
                    <a:pt x="441" y="533"/>
                  </a:cubicBezTo>
                  <a:cubicBezTo>
                    <a:pt x="453" y="545"/>
                    <a:pt x="453" y="545"/>
                    <a:pt x="453" y="545"/>
                  </a:cubicBezTo>
                  <a:cubicBezTo>
                    <a:pt x="480" y="545"/>
                    <a:pt x="480" y="545"/>
                    <a:pt x="480" y="545"/>
                  </a:cubicBezTo>
                  <a:cubicBezTo>
                    <a:pt x="500" y="525"/>
                    <a:pt x="500" y="525"/>
                    <a:pt x="500" y="525"/>
                  </a:cubicBezTo>
                  <a:cubicBezTo>
                    <a:pt x="500" y="525"/>
                    <a:pt x="501" y="524"/>
                    <a:pt x="501" y="524"/>
                  </a:cubicBezTo>
                  <a:cubicBezTo>
                    <a:pt x="545" y="524"/>
                    <a:pt x="545" y="524"/>
                    <a:pt x="545" y="524"/>
                  </a:cubicBezTo>
                  <a:cubicBezTo>
                    <a:pt x="545" y="528"/>
                    <a:pt x="545" y="528"/>
                    <a:pt x="545" y="528"/>
                  </a:cubicBezTo>
                  <a:cubicBezTo>
                    <a:pt x="502" y="528"/>
                    <a:pt x="502" y="528"/>
                    <a:pt x="502" y="528"/>
                  </a:cubicBezTo>
                  <a:cubicBezTo>
                    <a:pt x="481" y="548"/>
                    <a:pt x="481" y="548"/>
                    <a:pt x="481" y="548"/>
                  </a:cubicBezTo>
                  <a:cubicBezTo>
                    <a:pt x="481" y="548"/>
                    <a:pt x="481" y="549"/>
                    <a:pt x="480" y="5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1" name="Freeform 547"/>
            <p:cNvSpPr>
              <a:spLocks/>
            </p:cNvSpPr>
            <p:nvPr/>
          </p:nvSpPr>
          <p:spPr bwMode="auto">
            <a:xfrm flipV="1">
              <a:off x="1874839" y="6440486"/>
              <a:ext cx="2644775" cy="2781300"/>
            </a:xfrm>
            <a:custGeom>
              <a:avLst/>
              <a:gdLst>
                <a:gd name="T0" fmla="*/ 699 w 705"/>
                <a:gd name="T1" fmla="*/ 741 h 741"/>
                <a:gd name="T2" fmla="*/ 697 w 705"/>
                <a:gd name="T3" fmla="*/ 739 h 741"/>
                <a:gd name="T4" fmla="*/ 701 w 705"/>
                <a:gd name="T5" fmla="*/ 734 h 741"/>
                <a:gd name="T6" fmla="*/ 701 w 705"/>
                <a:gd name="T7" fmla="*/ 703 h 741"/>
                <a:gd name="T8" fmla="*/ 656 w 705"/>
                <a:gd name="T9" fmla="*/ 657 h 741"/>
                <a:gd name="T10" fmla="*/ 627 w 705"/>
                <a:gd name="T11" fmla="*/ 657 h 741"/>
                <a:gd name="T12" fmla="*/ 607 w 705"/>
                <a:gd name="T13" fmla="*/ 678 h 741"/>
                <a:gd name="T14" fmla="*/ 606 w 705"/>
                <a:gd name="T15" fmla="*/ 678 h 741"/>
                <a:gd name="T16" fmla="*/ 606 w 705"/>
                <a:gd name="T17" fmla="*/ 678 h 741"/>
                <a:gd name="T18" fmla="*/ 579 w 705"/>
                <a:gd name="T19" fmla="*/ 678 h 741"/>
                <a:gd name="T20" fmla="*/ 578 w 705"/>
                <a:gd name="T21" fmla="*/ 678 h 741"/>
                <a:gd name="T22" fmla="*/ 564 w 705"/>
                <a:gd name="T23" fmla="*/ 664 h 741"/>
                <a:gd name="T24" fmla="*/ 564 w 705"/>
                <a:gd name="T25" fmla="*/ 663 h 741"/>
                <a:gd name="T26" fmla="*/ 564 w 705"/>
                <a:gd name="T27" fmla="*/ 634 h 741"/>
                <a:gd name="T28" fmla="*/ 564 w 705"/>
                <a:gd name="T29" fmla="*/ 633 h 741"/>
                <a:gd name="T30" fmla="*/ 584 w 705"/>
                <a:gd name="T31" fmla="*/ 614 h 741"/>
                <a:gd name="T32" fmla="*/ 584 w 705"/>
                <a:gd name="T33" fmla="*/ 586 h 741"/>
                <a:gd name="T34" fmla="*/ 0 w 705"/>
                <a:gd name="T35" fmla="*/ 3 h 741"/>
                <a:gd name="T36" fmla="*/ 3 w 705"/>
                <a:gd name="T37" fmla="*/ 0 h 741"/>
                <a:gd name="T38" fmla="*/ 587 w 705"/>
                <a:gd name="T39" fmla="*/ 584 h 741"/>
                <a:gd name="T40" fmla="*/ 587 w 705"/>
                <a:gd name="T41" fmla="*/ 585 h 741"/>
                <a:gd name="T42" fmla="*/ 587 w 705"/>
                <a:gd name="T43" fmla="*/ 614 h 741"/>
                <a:gd name="T44" fmla="*/ 587 w 705"/>
                <a:gd name="T45" fmla="*/ 615 h 741"/>
                <a:gd name="T46" fmla="*/ 567 w 705"/>
                <a:gd name="T47" fmla="*/ 635 h 741"/>
                <a:gd name="T48" fmla="*/ 567 w 705"/>
                <a:gd name="T49" fmla="*/ 662 h 741"/>
                <a:gd name="T50" fmla="*/ 580 w 705"/>
                <a:gd name="T51" fmla="*/ 675 h 741"/>
                <a:gd name="T52" fmla="*/ 605 w 705"/>
                <a:gd name="T53" fmla="*/ 675 h 741"/>
                <a:gd name="T54" fmla="*/ 625 w 705"/>
                <a:gd name="T55" fmla="*/ 654 h 741"/>
                <a:gd name="T56" fmla="*/ 627 w 705"/>
                <a:gd name="T57" fmla="*/ 654 h 741"/>
                <a:gd name="T58" fmla="*/ 656 w 705"/>
                <a:gd name="T59" fmla="*/ 654 h 741"/>
                <a:gd name="T60" fmla="*/ 658 w 705"/>
                <a:gd name="T61" fmla="*/ 654 h 741"/>
                <a:gd name="T62" fmla="*/ 704 w 705"/>
                <a:gd name="T63" fmla="*/ 701 h 741"/>
                <a:gd name="T64" fmla="*/ 705 w 705"/>
                <a:gd name="T65" fmla="*/ 702 h 741"/>
                <a:gd name="T66" fmla="*/ 705 w 705"/>
                <a:gd name="T67" fmla="*/ 735 h 741"/>
                <a:gd name="T68" fmla="*/ 704 w 705"/>
                <a:gd name="T69" fmla="*/ 736 h 741"/>
                <a:gd name="T70" fmla="*/ 699 w 705"/>
                <a:gd name="T71" fmla="*/ 74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5" h="741">
                  <a:moveTo>
                    <a:pt x="699" y="741"/>
                  </a:moveTo>
                  <a:cubicBezTo>
                    <a:pt x="697" y="739"/>
                    <a:pt x="697" y="739"/>
                    <a:pt x="697" y="739"/>
                  </a:cubicBezTo>
                  <a:cubicBezTo>
                    <a:pt x="701" y="734"/>
                    <a:pt x="701" y="734"/>
                    <a:pt x="701" y="734"/>
                  </a:cubicBezTo>
                  <a:cubicBezTo>
                    <a:pt x="701" y="703"/>
                    <a:pt x="701" y="703"/>
                    <a:pt x="701" y="703"/>
                  </a:cubicBezTo>
                  <a:cubicBezTo>
                    <a:pt x="656" y="657"/>
                    <a:pt x="656" y="657"/>
                    <a:pt x="656" y="657"/>
                  </a:cubicBezTo>
                  <a:cubicBezTo>
                    <a:pt x="627" y="657"/>
                    <a:pt x="627" y="657"/>
                    <a:pt x="627" y="657"/>
                  </a:cubicBezTo>
                  <a:cubicBezTo>
                    <a:pt x="607" y="678"/>
                    <a:pt x="607" y="678"/>
                    <a:pt x="607" y="678"/>
                  </a:cubicBezTo>
                  <a:cubicBezTo>
                    <a:pt x="607" y="678"/>
                    <a:pt x="606" y="678"/>
                    <a:pt x="606" y="678"/>
                  </a:cubicBezTo>
                  <a:cubicBezTo>
                    <a:pt x="606" y="678"/>
                    <a:pt x="606" y="678"/>
                    <a:pt x="606" y="678"/>
                  </a:cubicBezTo>
                  <a:cubicBezTo>
                    <a:pt x="579" y="678"/>
                    <a:pt x="579" y="678"/>
                    <a:pt x="579" y="678"/>
                  </a:cubicBezTo>
                  <a:cubicBezTo>
                    <a:pt x="579" y="678"/>
                    <a:pt x="578" y="678"/>
                    <a:pt x="578" y="678"/>
                  </a:cubicBezTo>
                  <a:cubicBezTo>
                    <a:pt x="564" y="664"/>
                    <a:pt x="564" y="664"/>
                    <a:pt x="564" y="664"/>
                  </a:cubicBezTo>
                  <a:cubicBezTo>
                    <a:pt x="564" y="664"/>
                    <a:pt x="564" y="663"/>
                    <a:pt x="564" y="663"/>
                  </a:cubicBezTo>
                  <a:cubicBezTo>
                    <a:pt x="564" y="634"/>
                    <a:pt x="564" y="634"/>
                    <a:pt x="564" y="634"/>
                  </a:cubicBezTo>
                  <a:cubicBezTo>
                    <a:pt x="564" y="634"/>
                    <a:pt x="564" y="633"/>
                    <a:pt x="564" y="633"/>
                  </a:cubicBezTo>
                  <a:cubicBezTo>
                    <a:pt x="584" y="614"/>
                    <a:pt x="584" y="614"/>
                    <a:pt x="584" y="614"/>
                  </a:cubicBezTo>
                  <a:cubicBezTo>
                    <a:pt x="584" y="586"/>
                    <a:pt x="584" y="586"/>
                    <a:pt x="584" y="58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87" y="584"/>
                    <a:pt x="587" y="584"/>
                    <a:pt x="587" y="584"/>
                  </a:cubicBezTo>
                  <a:cubicBezTo>
                    <a:pt x="587" y="584"/>
                    <a:pt x="587" y="585"/>
                    <a:pt x="587" y="585"/>
                  </a:cubicBezTo>
                  <a:cubicBezTo>
                    <a:pt x="587" y="614"/>
                    <a:pt x="587" y="614"/>
                    <a:pt x="587" y="614"/>
                  </a:cubicBezTo>
                  <a:cubicBezTo>
                    <a:pt x="587" y="615"/>
                    <a:pt x="587" y="615"/>
                    <a:pt x="587" y="615"/>
                  </a:cubicBezTo>
                  <a:cubicBezTo>
                    <a:pt x="567" y="635"/>
                    <a:pt x="567" y="635"/>
                    <a:pt x="567" y="635"/>
                  </a:cubicBezTo>
                  <a:cubicBezTo>
                    <a:pt x="567" y="662"/>
                    <a:pt x="567" y="662"/>
                    <a:pt x="567" y="662"/>
                  </a:cubicBezTo>
                  <a:cubicBezTo>
                    <a:pt x="580" y="675"/>
                    <a:pt x="580" y="675"/>
                    <a:pt x="580" y="675"/>
                  </a:cubicBezTo>
                  <a:cubicBezTo>
                    <a:pt x="605" y="675"/>
                    <a:pt x="605" y="675"/>
                    <a:pt x="605" y="675"/>
                  </a:cubicBezTo>
                  <a:cubicBezTo>
                    <a:pt x="625" y="654"/>
                    <a:pt x="625" y="654"/>
                    <a:pt x="625" y="654"/>
                  </a:cubicBezTo>
                  <a:cubicBezTo>
                    <a:pt x="626" y="654"/>
                    <a:pt x="626" y="654"/>
                    <a:pt x="627" y="654"/>
                  </a:cubicBezTo>
                  <a:cubicBezTo>
                    <a:pt x="656" y="654"/>
                    <a:pt x="656" y="654"/>
                    <a:pt x="656" y="654"/>
                  </a:cubicBezTo>
                  <a:cubicBezTo>
                    <a:pt x="657" y="654"/>
                    <a:pt x="657" y="654"/>
                    <a:pt x="658" y="654"/>
                  </a:cubicBezTo>
                  <a:cubicBezTo>
                    <a:pt x="704" y="701"/>
                    <a:pt x="704" y="701"/>
                    <a:pt x="704" y="701"/>
                  </a:cubicBezTo>
                  <a:cubicBezTo>
                    <a:pt x="705" y="701"/>
                    <a:pt x="705" y="702"/>
                    <a:pt x="705" y="702"/>
                  </a:cubicBezTo>
                  <a:cubicBezTo>
                    <a:pt x="705" y="735"/>
                    <a:pt x="705" y="735"/>
                    <a:pt x="705" y="735"/>
                  </a:cubicBezTo>
                  <a:cubicBezTo>
                    <a:pt x="705" y="735"/>
                    <a:pt x="705" y="736"/>
                    <a:pt x="704" y="736"/>
                  </a:cubicBezTo>
                  <a:lnTo>
                    <a:pt x="699" y="74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2" name="Freeform 548"/>
            <p:cNvSpPr>
              <a:spLocks/>
            </p:cNvSpPr>
            <p:nvPr/>
          </p:nvSpPr>
          <p:spPr bwMode="auto">
            <a:xfrm flipV="1">
              <a:off x="1922464" y="6811961"/>
              <a:ext cx="2260600" cy="2454275"/>
            </a:xfrm>
            <a:custGeom>
              <a:avLst/>
              <a:gdLst>
                <a:gd name="T0" fmla="*/ 594 w 602"/>
                <a:gd name="T1" fmla="*/ 654 h 654"/>
                <a:gd name="T2" fmla="*/ 591 w 602"/>
                <a:gd name="T3" fmla="*/ 651 h 654"/>
                <a:gd name="T4" fmla="*/ 598 w 602"/>
                <a:gd name="T5" fmla="*/ 644 h 654"/>
                <a:gd name="T6" fmla="*/ 598 w 602"/>
                <a:gd name="T7" fmla="*/ 601 h 654"/>
                <a:gd name="T8" fmla="*/ 0 w 602"/>
                <a:gd name="T9" fmla="*/ 2 h 654"/>
                <a:gd name="T10" fmla="*/ 2 w 602"/>
                <a:gd name="T11" fmla="*/ 0 h 654"/>
                <a:gd name="T12" fmla="*/ 601 w 602"/>
                <a:gd name="T13" fmla="*/ 599 h 654"/>
                <a:gd name="T14" fmla="*/ 602 w 602"/>
                <a:gd name="T15" fmla="*/ 600 h 654"/>
                <a:gd name="T16" fmla="*/ 602 w 602"/>
                <a:gd name="T17" fmla="*/ 645 h 654"/>
                <a:gd name="T18" fmla="*/ 601 w 602"/>
                <a:gd name="T19" fmla="*/ 646 h 654"/>
                <a:gd name="T20" fmla="*/ 594 w 602"/>
                <a:gd name="T21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2" h="654">
                  <a:moveTo>
                    <a:pt x="594" y="654"/>
                  </a:moveTo>
                  <a:cubicBezTo>
                    <a:pt x="591" y="651"/>
                    <a:pt x="591" y="651"/>
                    <a:pt x="591" y="651"/>
                  </a:cubicBezTo>
                  <a:cubicBezTo>
                    <a:pt x="598" y="644"/>
                    <a:pt x="598" y="644"/>
                    <a:pt x="598" y="644"/>
                  </a:cubicBezTo>
                  <a:cubicBezTo>
                    <a:pt x="598" y="601"/>
                    <a:pt x="598" y="601"/>
                    <a:pt x="598" y="60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1" y="599"/>
                    <a:pt x="601" y="599"/>
                    <a:pt x="601" y="599"/>
                  </a:cubicBezTo>
                  <a:cubicBezTo>
                    <a:pt x="602" y="599"/>
                    <a:pt x="602" y="600"/>
                    <a:pt x="602" y="600"/>
                  </a:cubicBezTo>
                  <a:cubicBezTo>
                    <a:pt x="602" y="645"/>
                    <a:pt x="602" y="645"/>
                    <a:pt x="602" y="645"/>
                  </a:cubicBezTo>
                  <a:cubicBezTo>
                    <a:pt x="602" y="645"/>
                    <a:pt x="602" y="646"/>
                    <a:pt x="601" y="646"/>
                  </a:cubicBezTo>
                  <a:lnTo>
                    <a:pt x="594" y="65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3" name="Freeform 549"/>
            <p:cNvSpPr>
              <a:spLocks/>
            </p:cNvSpPr>
            <p:nvPr/>
          </p:nvSpPr>
          <p:spPr bwMode="auto">
            <a:xfrm flipV="1">
              <a:off x="2249489" y="6627811"/>
              <a:ext cx="2371725" cy="2701925"/>
            </a:xfrm>
            <a:custGeom>
              <a:avLst/>
              <a:gdLst>
                <a:gd name="T0" fmla="*/ 630 w 632"/>
                <a:gd name="T1" fmla="*/ 720 h 720"/>
                <a:gd name="T2" fmla="*/ 624 w 632"/>
                <a:gd name="T3" fmla="*/ 714 h 720"/>
                <a:gd name="T4" fmla="*/ 623 w 632"/>
                <a:gd name="T5" fmla="*/ 713 h 720"/>
                <a:gd name="T6" fmla="*/ 623 w 632"/>
                <a:gd name="T7" fmla="*/ 670 h 720"/>
                <a:gd name="T8" fmla="*/ 591 w 632"/>
                <a:gd name="T9" fmla="*/ 639 h 720"/>
                <a:gd name="T10" fmla="*/ 562 w 632"/>
                <a:gd name="T11" fmla="*/ 639 h 720"/>
                <a:gd name="T12" fmla="*/ 560 w 632"/>
                <a:gd name="T13" fmla="*/ 638 h 720"/>
                <a:gd name="T14" fmla="*/ 404 w 632"/>
                <a:gd name="T15" fmla="*/ 482 h 720"/>
                <a:gd name="T16" fmla="*/ 404 w 632"/>
                <a:gd name="T17" fmla="*/ 481 h 720"/>
                <a:gd name="T18" fmla="*/ 404 w 632"/>
                <a:gd name="T19" fmla="*/ 436 h 720"/>
                <a:gd name="T20" fmla="*/ 57 w 632"/>
                <a:gd name="T21" fmla="*/ 89 h 720"/>
                <a:gd name="T22" fmla="*/ 31 w 632"/>
                <a:gd name="T23" fmla="*/ 89 h 720"/>
                <a:gd name="T24" fmla="*/ 30 w 632"/>
                <a:gd name="T25" fmla="*/ 88 h 720"/>
                <a:gd name="T26" fmla="*/ 0 w 632"/>
                <a:gd name="T27" fmla="*/ 59 h 720"/>
                <a:gd name="T28" fmla="*/ 0 w 632"/>
                <a:gd name="T29" fmla="*/ 58 h 720"/>
                <a:gd name="T30" fmla="*/ 0 w 632"/>
                <a:gd name="T31" fmla="*/ 21 h 720"/>
                <a:gd name="T32" fmla="*/ 0 w 632"/>
                <a:gd name="T33" fmla="*/ 20 h 720"/>
                <a:gd name="T34" fmla="*/ 21 w 632"/>
                <a:gd name="T35" fmla="*/ 0 h 720"/>
                <a:gd name="T36" fmla="*/ 24 w 632"/>
                <a:gd name="T37" fmla="*/ 2 h 720"/>
                <a:gd name="T38" fmla="*/ 3 w 632"/>
                <a:gd name="T39" fmla="*/ 22 h 720"/>
                <a:gd name="T40" fmla="*/ 3 w 632"/>
                <a:gd name="T41" fmla="*/ 57 h 720"/>
                <a:gd name="T42" fmla="*/ 32 w 632"/>
                <a:gd name="T43" fmla="*/ 85 h 720"/>
                <a:gd name="T44" fmla="*/ 57 w 632"/>
                <a:gd name="T45" fmla="*/ 85 h 720"/>
                <a:gd name="T46" fmla="*/ 59 w 632"/>
                <a:gd name="T47" fmla="*/ 86 h 720"/>
                <a:gd name="T48" fmla="*/ 407 w 632"/>
                <a:gd name="T49" fmla="*/ 434 h 720"/>
                <a:gd name="T50" fmla="*/ 407 w 632"/>
                <a:gd name="T51" fmla="*/ 435 h 720"/>
                <a:gd name="T52" fmla="*/ 407 w 632"/>
                <a:gd name="T53" fmla="*/ 480 h 720"/>
                <a:gd name="T54" fmla="*/ 562 w 632"/>
                <a:gd name="T55" fmla="*/ 635 h 720"/>
                <a:gd name="T56" fmla="*/ 592 w 632"/>
                <a:gd name="T57" fmla="*/ 635 h 720"/>
                <a:gd name="T58" fmla="*/ 593 w 632"/>
                <a:gd name="T59" fmla="*/ 636 h 720"/>
                <a:gd name="T60" fmla="*/ 626 w 632"/>
                <a:gd name="T61" fmla="*/ 669 h 720"/>
                <a:gd name="T62" fmla="*/ 627 w 632"/>
                <a:gd name="T63" fmla="*/ 670 h 720"/>
                <a:gd name="T64" fmla="*/ 627 w 632"/>
                <a:gd name="T65" fmla="*/ 712 h 720"/>
                <a:gd name="T66" fmla="*/ 632 w 632"/>
                <a:gd name="T67" fmla="*/ 717 h 720"/>
                <a:gd name="T68" fmla="*/ 630 w 632"/>
                <a:gd name="T69" fmla="*/ 72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20">
                  <a:moveTo>
                    <a:pt x="630" y="720"/>
                  </a:moveTo>
                  <a:cubicBezTo>
                    <a:pt x="624" y="714"/>
                    <a:pt x="624" y="714"/>
                    <a:pt x="624" y="714"/>
                  </a:cubicBezTo>
                  <a:cubicBezTo>
                    <a:pt x="623" y="714"/>
                    <a:pt x="623" y="713"/>
                    <a:pt x="623" y="713"/>
                  </a:cubicBezTo>
                  <a:cubicBezTo>
                    <a:pt x="623" y="670"/>
                    <a:pt x="623" y="670"/>
                    <a:pt x="623" y="670"/>
                  </a:cubicBezTo>
                  <a:cubicBezTo>
                    <a:pt x="591" y="639"/>
                    <a:pt x="591" y="639"/>
                    <a:pt x="591" y="639"/>
                  </a:cubicBezTo>
                  <a:cubicBezTo>
                    <a:pt x="562" y="639"/>
                    <a:pt x="562" y="639"/>
                    <a:pt x="562" y="639"/>
                  </a:cubicBezTo>
                  <a:cubicBezTo>
                    <a:pt x="561" y="639"/>
                    <a:pt x="561" y="638"/>
                    <a:pt x="560" y="638"/>
                  </a:cubicBezTo>
                  <a:cubicBezTo>
                    <a:pt x="404" y="482"/>
                    <a:pt x="404" y="482"/>
                    <a:pt x="404" y="482"/>
                  </a:cubicBezTo>
                  <a:cubicBezTo>
                    <a:pt x="404" y="482"/>
                    <a:pt x="404" y="481"/>
                    <a:pt x="404" y="481"/>
                  </a:cubicBezTo>
                  <a:cubicBezTo>
                    <a:pt x="404" y="436"/>
                    <a:pt x="404" y="436"/>
                    <a:pt x="404" y="436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8" y="86"/>
                    <a:pt x="59" y="86"/>
                  </a:cubicBezTo>
                  <a:cubicBezTo>
                    <a:pt x="407" y="434"/>
                    <a:pt x="407" y="434"/>
                    <a:pt x="407" y="434"/>
                  </a:cubicBezTo>
                  <a:cubicBezTo>
                    <a:pt x="407" y="434"/>
                    <a:pt x="407" y="435"/>
                    <a:pt x="407" y="435"/>
                  </a:cubicBezTo>
                  <a:cubicBezTo>
                    <a:pt x="407" y="480"/>
                    <a:pt x="407" y="480"/>
                    <a:pt x="407" y="480"/>
                  </a:cubicBezTo>
                  <a:cubicBezTo>
                    <a:pt x="562" y="635"/>
                    <a:pt x="562" y="635"/>
                    <a:pt x="562" y="635"/>
                  </a:cubicBezTo>
                  <a:cubicBezTo>
                    <a:pt x="592" y="635"/>
                    <a:pt x="592" y="635"/>
                    <a:pt x="592" y="635"/>
                  </a:cubicBezTo>
                  <a:cubicBezTo>
                    <a:pt x="593" y="635"/>
                    <a:pt x="593" y="635"/>
                    <a:pt x="593" y="636"/>
                  </a:cubicBezTo>
                  <a:cubicBezTo>
                    <a:pt x="626" y="669"/>
                    <a:pt x="626" y="669"/>
                    <a:pt x="626" y="669"/>
                  </a:cubicBezTo>
                  <a:cubicBezTo>
                    <a:pt x="627" y="669"/>
                    <a:pt x="627" y="669"/>
                    <a:pt x="627" y="670"/>
                  </a:cubicBezTo>
                  <a:cubicBezTo>
                    <a:pt x="627" y="712"/>
                    <a:pt x="627" y="712"/>
                    <a:pt x="627" y="712"/>
                  </a:cubicBezTo>
                  <a:cubicBezTo>
                    <a:pt x="632" y="717"/>
                    <a:pt x="632" y="717"/>
                    <a:pt x="632" y="717"/>
                  </a:cubicBezTo>
                  <a:lnTo>
                    <a:pt x="630" y="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4" name="Freeform 550"/>
            <p:cNvSpPr>
              <a:spLocks/>
            </p:cNvSpPr>
            <p:nvPr/>
          </p:nvSpPr>
          <p:spPr bwMode="auto">
            <a:xfrm flipV="1">
              <a:off x="2406652" y="6234111"/>
              <a:ext cx="2371725" cy="2919413"/>
            </a:xfrm>
            <a:custGeom>
              <a:avLst/>
              <a:gdLst>
                <a:gd name="T0" fmla="*/ 507 w 632"/>
                <a:gd name="T1" fmla="*/ 778 h 778"/>
                <a:gd name="T2" fmla="*/ 507 w 632"/>
                <a:gd name="T3" fmla="*/ 774 h 778"/>
                <a:gd name="T4" fmla="*/ 554 w 632"/>
                <a:gd name="T5" fmla="*/ 774 h 778"/>
                <a:gd name="T6" fmla="*/ 629 w 632"/>
                <a:gd name="T7" fmla="*/ 699 h 778"/>
                <a:gd name="T8" fmla="*/ 629 w 632"/>
                <a:gd name="T9" fmla="*/ 661 h 778"/>
                <a:gd name="T10" fmla="*/ 609 w 632"/>
                <a:gd name="T11" fmla="*/ 641 h 778"/>
                <a:gd name="T12" fmla="*/ 609 w 632"/>
                <a:gd name="T13" fmla="*/ 640 h 778"/>
                <a:gd name="T14" fmla="*/ 609 w 632"/>
                <a:gd name="T15" fmla="*/ 614 h 778"/>
                <a:gd name="T16" fmla="*/ 563 w 632"/>
                <a:gd name="T17" fmla="*/ 568 h 778"/>
                <a:gd name="T18" fmla="*/ 522 w 632"/>
                <a:gd name="T19" fmla="*/ 568 h 778"/>
                <a:gd name="T20" fmla="*/ 520 w 632"/>
                <a:gd name="T21" fmla="*/ 568 h 778"/>
                <a:gd name="T22" fmla="*/ 394 w 632"/>
                <a:gd name="T23" fmla="*/ 441 h 778"/>
                <a:gd name="T24" fmla="*/ 393 w 632"/>
                <a:gd name="T25" fmla="*/ 440 h 778"/>
                <a:gd name="T26" fmla="*/ 393 w 632"/>
                <a:gd name="T27" fmla="*/ 371 h 778"/>
                <a:gd name="T28" fmla="*/ 25 w 632"/>
                <a:gd name="T29" fmla="*/ 3 h 778"/>
                <a:gd name="T30" fmla="*/ 0 w 632"/>
                <a:gd name="T31" fmla="*/ 3 h 778"/>
                <a:gd name="T32" fmla="*/ 0 w 632"/>
                <a:gd name="T33" fmla="*/ 0 h 778"/>
                <a:gd name="T34" fmla="*/ 26 w 632"/>
                <a:gd name="T35" fmla="*/ 0 h 778"/>
                <a:gd name="T36" fmla="*/ 27 w 632"/>
                <a:gd name="T37" fmla="*/ 0 h 778"/>
                <a:gd name="T38" fmla="*/ 396 w 632"/>
                <a:gd name="T39" fmla="*/ 369 h 778"/>
                <a:gd name="T40" fmla="*/ 397 w 632"/>
                <a:gd name="T41" fmla="*/ 371 h 778"/>
                <a:gd name="T42" fmla="*/ 397 w 632"/>
                <a:gd name="T43" fmla="*/ 439 h 778"/>
                <a:gd name="T44" fmla="*/ 522 w 632"/>
                <a:gd name="T45" fmla="*/ 565 h 778"/>
                <a:gd name="T46" fmla="*/ 564 w 632"/>
                <a:gd name="T47" fmla="*/ 565 h 778"/>
                <a:gd name="T48" fmla="*/ 565 w 632"/>
                <a:gd name="T49" fmla="*/ 565 h 778"/>
                <a:gd name="T50" fmla="*/ 612 w 632"/>
                <a:gd name="T51" fmla="*/ 612 h 778"/>
                <a:gd name="T52" fmla="*/ 612 w 632"/>
                <a:gd name="T53" fmla="*/ 613 h 778"/>
                <a:gd name="T54" fmla="*/ 612 w 632"/>
                <a:gd name="T55" fmla="*/ 640 h 778"/>
                <a:gd name="T56" fmla="*/ 632 w 632"/>
                <a:gd name="T57" fmla="*/ 659 h 778"/>
                <a:gd name="T58" fmla="*/ 632 w 632"/>
                <a:gd name="T59" fmla="*/ 660 h 778"/>
                <a:gd name="T60" fmla="*/ 632 w 632"/>
                <a:gd name="T61" fmla="*/ 700 h 778"/>
                <a:gd name="T62" fmla="*/ 632 w 632"/>
                <a:gd name="T63" fmla="*/ 701 h 778"/>
                <a:gd name="T64" fmla="*/ 556 w 632"/>
                <a:gd name="T65" fmla="*/ 777 h 778"/>
                <a:gd name="T66" fmla="*/ 554 w 632"/>
                <a:gd name="T67" fmla="*/ 778 h 778"/>
                <a:gd name="T68" fmla="*/ 507 w 632"/>
                <a:gd name="T69" fmla="*/ 778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78">
                  <a:moveTo>
                    <a:pt x="507" y="778"/>
                  </a:moveTo>
                  <a:cubicBezTo>
                    <a:pt x="507" y="774"/>
                    <a:pt x="507" y="774"/>
                    <a:pt x="507" y="774"/>
                  </a:cubicBezTo>
                  <a:cubicBezTo>
                    <a:pt x="554" y="774"/>
                    <a:pt x="554" y="774"/>
                    <a:pt x="554" y="774"/>
                  </a:cubicBezTo>
                  <a:cubicBezTo>
                    <a:pt x="629" y="699"/>
                    <a:pt x="629" y="699"/>
                    <a:pt x="629" y="699"/>
                  </a:cubicBezTo>
                  <a:cubicBezTo>
                    <a:pt x="629" y="661"/>
                    <a:pt x="629" y="661"/>
                    <a:pt x="629" y="661"/>
                  </a:cubicBezTo>
                  <a:cubicBezTo>
                    <a:pt x="609" y="641"/>
                    <a:pt x="609" y="641"/>
                    <a:pt x="609" y="641"/>
                  </a:cubicBezTo>
                  <a:cubicBezTo>
                    <a:pt x="609" y="641"/>
                    <a:pt x="609" y="641"/>
                    <a:pt x="609" y="640"/>
                  </a:cubicBezTo>
                  <a:cubicBezTo>
                    <a:pt x="609" y="614"/>
                    <a:pt x="609" y="614"/>
                    <a:pt x="609" y="614"/>
                  </a:cubicBezTo>
                  <a:cubicBezTo>
                    <a:pt x="563" y="568"/>
                    <a:pt x="563" y="568"/>
                    <a:pt x="563" y="568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1" y="568"/>
                    <a:pt x="521" y="568"/>
                    <a:pt x="520" y="568"/>
                  </a:cubicBezTo>
                  <a:cubicBezTo>
                    <a:pt x="394" y="441"/>
                    <a:pt x="394" y="441"/>
                    <a:pt x="394" y="441"/>
                  </a:cubicBezTo>
                  <a:cubicBezTo>
                    <a:pt x="393" y="441"/>
                    <a:pt x="393" y="441"/>
                    <a:pt x="393" y="440"/>
                  </a:cubicBezTo>
                  <a:cubicBezTo>
                    <a:pt x="393" y="371"/>
                    <a:pt x="393" y="371"/>
                    <a:pt x="393" y="371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396" y="369"/>
                    <a:pt x="396" y="369"/>
                    <a:pt x="396" y="369"/>
                  </a:cubicBezTo>
                  <a:cubicBezTo>
                    <a:pt x="396" y="370"/>
                    <a:pt x="397" y="370"/>
                    <a:pt x="397" y="371"/>
                  </a:cubicBezTo>
                  <a:cubicBezTo>
                    <a:pt x="397" y="439"/>
                    <a:pt x="397" y="439"/>
                    <a:pt x="397" y="439"/>
                  </a:cubicBezTo>
                  <a:cubicBezTo>
                    <a:pt x="522" y="565"/>
                    <a:pt x="522" y="565"/>
                    <a:pt x="522" y="565"/>
                  </a:cubicBezTo>
                  <a:cubicBezTo>
                    <a:pt x="564" y="565"/>
                    <a:pt x="564" y="565"/>
                    <a:pt x="564" y="565"/>
                  </a:cubicBezTo>
                  <a:cubicBezTo>
                    <a:pt x="565" y="565"/>
                    <a:pt x="565" y="565"/>
                    <a:pt x="565" y="565"/>
                  </a:cubicBezTo>
                  <a:cubicBezTo>
                    <a:pt x="612" y="612"/>
                    <a:pt x="612" y="612"/>
                    <a:pt x="612" y="612"/>
                  </a:cubicBezTo>
                  <a:cubicBezTo>
                    <a:pt x="612" y="612"/>
                    <a:pt x="612" y="612"/>
                    <a:pt x="612" y="613"/>
                  </a:cubicBezTo>
                  <a:cubicBezTo>
                    <a:pt x="612" y="640"/>
                    <a:pt x="612" y="640"/>
                    <a:pt x="612" y="640"/>
                  </a:cubicBezTo>
                  <a:cubicBezTo>
                    <a:pt x="632" y="659"/>
                    <a:pt x="632" y="659"/>
                    <a:pt x="632" y="659"/>
                  </a:cubicBezTo>
                  <a:cubicBezTo>
                    <a:pt x="632" y="660"/>
                    <a:pt x="632" y="660"/>
                    <a:pt x="632" y="660"/>
                  </a:cubicBezTo>
                  <a:cubicBezTo>
                    <a:pt x="632" y="700"/>
                    <a:pt x="632" y="700"/>
                    <a:pt x="632" y="700"/>
                  </a:cubicBezTo>
                  <a:cubicBezTo>
                    <a:pt x="632" y="700"/>
                    <a:pt x="632" y="700"/>
                    <a:pt x="632" y="701"/>
                  </a:cubicBezTo>
                  <a:cubicBezTo>
                    <a:pt x="556" y="777"/>
                    <a:pt x="556" y="777"/>
                    <a:pt x="556" y="777"/>
                  </a:cubicBezTo>
                  <a:cubicBezTo>
                    <a:pt x="555" y="777"/>
                    <a:pt x="555" y="778"/>
                    <a:pt x="554" y="778"/>
                  </a:cubicBezTo>
                  <a:lnTo>
                    <a:pt x="507" y="77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5" name="Freeform 551"/>
            <p:cNvSpPr>
              <a:spLocks/>
            </p:cNvSpPr>
            <p:nvPr/>
          </p:nvSpPr>
          <p:spPr bwMode="auto">
            <a:xfrm flipV="1">
              <a:off x="2235202" y="6778623"/>
              <a:ext cx="2641600" cy="2798763"/>
            </a:xfrm>
            <a:custGeom>
              <a:avLst/>
              <a:gdLst>
                <a:gd name="T0" fmla="*/ 702 w 704"/>
                <a:gd name="T1" fmla="*/ 746 h 746"/>
                <a:gd name="T2" fmla="*/ 632 w 704"/>
                <a:gd name="T3" fmla="*/ 676 h 746"/>
                <a:gd name="T4" fmla="*/ 631 w 704"/>
                <a:gd name="T5" fmla="*/ 675 h 746"/>
                <a:gd name="T6" fmla="*/ 631 w 704"/>
                <a:gd name="T7" fmla="*/ 633 h 746"/>
                <a:gd name="T8" fmla="*/ 0 w 704"/>
                <a:gd name="T9" fmla="*/ 2 h 746"/>
                <a:gd name="T10" fmla="*/ 2 w 704"/>
                <a:gd name="T11" fmla="*/ 0 h 746"/>
                <a:gd name="T12" fmla="*/ 634 w 704"/>
                <a:gd name="T13" fmla="*/ 632 h 746"/>
                <a:gd name="T14" fmla="*/ 635 w 704"/>
                <a:gd name="T15" fmla="*/ 633 h 746"/>
                <a:gd name="T16" fmla="*/ 635 w 704"/>
                <a:gd name="T17" fmla="*/ 674 h 746"/>
                <a:gd name="T18" fmla="*/ 704 w 704"/>
                <a:gd name="T19" fmla="*/ 744 h 746"/>
                <a:gd name="T20" fmla="*/ 702 w 704"/>
                <a:gd name="T21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4" h="746">
                  <a:moveTo>
                    <a:pt x="702" y="746"/>
                  </a:moveTo>
                  <a:cubicBezTo>
                    <a:pt x="632" y="676"/>
                    <a:pt x="632" y="676"/>
                    <a:pt x="632" y="676"/>
                  </a:cubicBezTo>
                  <a:cubicBezTo>
                    <a:pt x="632" y="676"/>
                    <a:pt x="631" y="675"/>
                    <a:pt x="631" y="675"/>
                  </a:cubicBezTo>
                  <a:cubicBezTo>
                    <a:pt x="631" y="633"/>
                    <a:pt x="631" y="633"/>
                    <a:pt x="631" y="6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34" y="632"/>
                    <a:pt x="634" y="632"/>
                    <a:pt x="634" y="632"/>
                  </a:cubicBezTo>
                  <a:cubicBezTo>
                    <a:pt x="635" y="632"/>
                    <a:pt x="635" y="632"/>
                    <a:pt x="635" y="633"/>
                  </a:cubicBezTo>
                  <a:cubicBezTo>
                    <a:pt x="635" y="674"/>
                    <a:pt x="635" y="674"/>
                    <a:pt x="635" y="674"/>
                  </a:cubicBezTo>
                  <a:cubicBezTo>
                    <a:pt x="704" y="744"/>
                    <a:pt x="704" y="744"/>
                    <a:pt x="704" y="744"/>
                  </a:cubicBezTo>
                  <a:lnTo>
                    <a:pt x="702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6" name="Freeform 552"/>
            <p:cNvSpPr>
              <a:spLocks/>
            </p:cNvSpPr>
            <p:nvPr/>
          </p:nvSpPr>
          <p:spPr bwMode="auto">
            <a:xfrm flipV="1">
              <a:off x="2879727" y="7400924"/>
              <a:ext cx="1812925" cy="1854200"/>
            </a:xfrm>
            <a:custGeom>
              <a:avLst/>
              <a:gdLst>
                <a:gd name="T0" fmla="*/ 464 w 483"/>
                <a:gd name="T1" fmla="*/ 494 h 494"/>
                <a:gd name="T2" fmla="*/ 461 w 483"/>
                <a:gd name="T3" fmla="*/ 494 h 494"/>
                <a:gd name="T4" fmla="*/ 461 w 483"/>
                <a:gd name="T5" fmla="*/ 465 h 494"/>
                <a:gd name="T6" fmla="*/ 462 w 483"/>
                <a:gd name="T7" fmla="*/ 463 h 494"/>
                <a:gd name="T8" fmla="*/ 480 w 483"/>
                <a:gd name="T9" fmla="*/ 445 h 494"/>
                <a:gd name="T10" fmla="*/ 480 w 483"/>
                <a:gd name="T11" fmla="*/ 429 h 494"/>
                <a:gd name="T12" fmla="*/ 269 w 483"/>
                <a:gd name="T13" fmla="*/ 218 h 494"/>
                <a:gd name="T14" fmla="*/ 217 w 483"/>
                <a:gd name="T15" fmla="*/ 218 h 494"/>
                <a:gd name="T16" fmla="*/ 215 w 483"/>
                <a:gd name="T17" fmla="*/ 218 h 494"/>
                <a:gd name="T18" fmla="*/ 0 w 483"/>
                <a:gd name="T19" fmla="*/ 2 h 494"/>
                <a:gd name="T20" fmla="*/ 2 w 483"/>
                <a:gd name="T21" fmla="*/ 0 h 494"/>
                <a:gd name="T22" fmla="*/ 217 w 483"/>
                <a:gd name="T23" fmla="*/ 215 h 494"/>
                <a:gd name="T24" fmla="*/ 270 w 483"/>
                <a:gd name="T25" fmla="*/ 215 h 494"/>
                <a:gd name="T26" fmla="*/ 271 w 483"/>
                <a:gd name="T27" fmla="*/ 215 h 494"/>
                <a:gd name="T28" fmla="*/ 483 w 483"/>
                <a:gd name="T29" fmla="*/ 427 h 494"/>
                <a:gd name="T30" fmla="*/ 483 w 483"/>
                <a:gd name="T31" fmla="*/ 428 h 494"/>
                <a:gd name="T32" fmla="*/ 483 w 483"/>
                <a:gd name="T33" fmla="*/ 446 h 494"/>
                <a:gd name="T34" fmla="*/ 483 w 483"/>
                <a:gd name="T35" fmla="*/ 447 h 494"/>
                <a:gd name="T36" fmla="*/ 464 w 483"/>
                <a:gd name="T37" fmla="*/ 465 h 494"/>
                <a:gd name="T38" fmla="*/ 464 w 483"/>
                <a:gd name="T39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4">
                  <a:moveTo>
                    <a:pt x="464" y="494"/>
                  </a:moveTo>
                  <a:cubicBezTo>
                    <a:pt x="461" y="494"/>
                    <a:pt x="461" y="494"/>
                    <a:pt x="461" y="494"/>
                  </a:cubicBezTo>
                  <a:cubicBezTo>
                    <a:pt x="461" y="465"/>
                    <a:pt x="461" y="465"/>
                    <a:pt x="461" y="465"/>
                  </a:cubicBezTo>
                  <a:cubicBezTo>
                    <a:pt x="461" y="464"/>
                    <a:pt x="461" y="464"/>
                    <a:pt x="462" y="463"/>
                  </a:cubicBezTo>
                  <a:cubicBezTo>
                    <a:pt x="480" y="445"/>
                    <a:pt x="480" y="445"/>
                    <a:pt x="480" y="445"/>
                  </a:cubicBezTo>
                  <a:cubicBezTo>
                    <a:pt x="480" y="429"/>
                    <a:pt x="480" y="429"/>
                    <a:pt x="480" y="429"/>
                  </a:cubicBezTo>
                  <a:cubicBezTo>
                    <a:pt x="269" y="218"/>
                    <a:pt x="269" y="218"/>
                    <a:pt x="269" y="218"/>
                  </a:cubicBezTo>
                  <a:cubicBezTo>
                    <a:pt x="217" y="218"/>
                    <a:pt x="217" y="218"/>
                    <a:pt x="217" y="218"/>
                  </a:cubicBezTo>
                  <a:cubicBezTo>
                    <a:pt x="216" y="218"/>
                    <a:pt x="216" y="218"/>
                    <a:pt x="215" y="2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70" y="215"/>
                    <a:pt x="270" y="215"/>
                    <a:pt x="270" y="215"/>
                  </a:cubicBezTo>
                  <a:cubicBezTo>
                    <a:pt x="270" y="215"/>
                    <a:pt x="271" y="215"/>
                    <a:pt x="271" y="215"/>
                  </a:cubicBezTo>
                  <a:cubicBezTo>
                    <a:pt x="483" y="427"/>
                    <a:pt x="483" y="427"/>
                    <a:pt x="483" y="427"/>
                  </a:cubicBezTo>
                  <a:cubicBezTo>
                    <a:pt x="483" y="427"/>
                    <a:pt x="483" y="428"/>
                    <a:pt x="483" y="428"/>
                  </a:cubicBezTo>
                  <a:cubicBezTo>
                    <a:pt x="483" y="446"/>
                    <a:pt x="483" y="446"/>
                    <a:pt x="483" y="446"/>
                  </a:cubicBezTo>
                  <a:cubicBezTo>
                    <a:pt x="483" y="446"/>
                    <a:pt x="483" y="447"/>
                    <a:pt x="483" y="447"/>
                  </a:cubicBezTo>
                  <a:cubicBezTo>
                    <a:pt x="464" y="465"/>
                    <a:pt x="464" y="465"/>
                    <a:pt x="464" y="465"/>
                  </a:cubicBezTo>
                  <a:lnTo>
                    <a:pt x="464" y="4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7" name="Freeform 553"/>
            <p:cNvSpPr>
              <a:spLocks/>
            </p:cNvSpPr>
            <p:nvPr/>
          </p:nvSpPr>
          <p:spPr bwMode="auto">
            <a:xfrm flipV="1">
              <a:off x="2786064" y="6770686"/>
              <a:ext cx="2360612" cy="2897188"/>
            </a:xfrm>
            <a:custGeom>
              <a:avLst/>
              <a:gdLst>
                <a:gd name="T0" fmla="*/ 629 w 629"/>
                <a:gd name="T1" fmla="*/ 772 h 772"/>
                <a:gd name="T2" fmla="*/ 590 w 629"/>
                <a:gd name="T3" fmla="*/ 772 h 772"/>
                <a:gd name="T4" fmla="*/ 587 w 629"/>
                <a:gd name="T5" fmla="*/ 771 h 772"/>
                <a:gd name="T6" fmla="*/ 505 w 629"/>
                <a:gd name="T7" fmla="*/ 688 h 772"/>
                <a:gd name="T8" fmla="*/ 504 w 629"/>
                <a:gd name="T9" fmla="*/ 686 h 772"/>
                <a:gd name="T10" fmla="*/ 504 w 629"/>
                <a:gd name="T11" fmla="*/ 645 h 772"/>
                <a:gd name="T12" fmla="*/ 505 w 629"/>
                <a:gd name="T13" fmla="*/ 643 h 772"/>
                <a:gd name="T14" fmla="*/ 519 w 629"/>
                <a:gd name="T15" fmla="*/ 628 h 772"/>
                <a:gd name="T16" fmla="*/ 519 w 629"/>
                <a:gd name="T17" fmla="*/ 582 h 772"/>
                <a:gd name="T18" fmla="*/ 520 w 629"/>
                <a:gd name="T19" fmla="*/ 580 h 772"/>
                <a:gd name="T20" fmla="*/ 549 w 629"/>
                <a:gd name="T21" fmla="*/ 551 h 772"/>
                <a:gd name="T22" fmla="*/ 549 w 629"/>
                <a:gd name="T23" fmla="*/ 539 h 772"/>
                <a:gd name="T24" fmla="*/ 294 w 629"/>
                <a:gd name="T25" fmla="*/ 284 h 772"/>
                <a:gd name="T26" fmla="*/ 256 w 629"/>
                <a:gd name="T27" fmla="*/ 284 h 772"/>
                <a:gd name="T28" fmla="*/ 253 w 629"/>
                <a:gd name="T29" fmla="*/ 283 h 772"/>
                <a:gd name="T30" fmla="*/ 175 w 629"/>
                <a:gd name="T31" fmla="*/ 204 h 772"/>
                <a:gd name="T32" fmla="*/ 173 w 629"/>
                <a:gd name="T33" fmla="*/ 201 h 772"/>
                <a:gd name="T34" fmla="*/ 174 w 629"/>
                <a:gd name="T35" fmla="*/ 178 h 772"/>
                <a:gd name="T36" fmla="*/ 0 w 629"/>
                <a:gd name="T37" fmla="*/ 5 h 772"/>
                <a:gd name="T38" fmla="*/ 5 w 629"/>
                <a:gd name="T39" fmla="*/ 0 h 772"/>
                <a:gd name="T40" fmla="*/ 179 w 629"/>
                <a:gd name="T41" fmla="*/ 174 h 772"/>
                <a:gd name="T42" fmla="*/ 180 w 629"/>
                <a:gd name="T43" fmla="*/ 177 h 772"/>
                <a:gd name="T44" fmla="*/ 180 w 629"/>
                <a:gd name="T45" fmla="*/ 200 h 772"/>
                <a:gd name="T46" fmla="*/ 257 w 629"/>
                <a:gd name="T47" fmla="*/ 277 h 772"/>
                <a:gd name="T48" fmla="*/ 295 w 629"/>
                <a:gd name="T49" fmla="*/ 277 h 772"/>
                <a:gd name="T50" fmla="*/ 298 w 629"/>
                <a:gd name="T51" fmla="*/ 278 h 772"/>
                <a:gd name="T52" fmla="*/ 555 w 629"/>
                <a:gd name="T53" fmla="*/ 535 h 772"/>
                <a:gd name="T54" fmla="*/ 556 w 629"/>
                <a:gd name="T55" fmla="*/ 537 h 772"/>
                <a:gd name="T56" fmla="*/ 556 w 629"/>
                <a:gd name="T57" fmla="*/ 552 h 772"/>
                <a:gd name="T58" fmla="*/ 555 w 629"/>
                <a:gd name="T59" fmla="*/ 555 h 772"/>
                <a:gd name="T60" fmla="*/ 526 w 629"/>
                <a:gd name="T61" fmla="*/ 584 h 772"/>
                <a:gd name="T62" fmla="*/ 526 w 629"/>
                <a:gd name="T63" fmla="*/ 630 h 772"/>
                <a:gd name="T64" fmla="*/ 525 w 629"/>
                <a:gd name="T65" fmla="*/ 632 h 772"/>
                <a:gd name="T66" fmla="*/ 511 w 629"/>
                <a:gd name="T67" fmla="*/ 647 h 772"/>
                <a:gd name="T68" fmla="*/ 511 w 629"/>
                <a:gd name="T69" fmla="*/ 684 h 772"/>
                <a:gd name="T70" fmla="*/ 591 w 629"/>
                <a:gd name="T71" fmla="*/ 765 h 772"/>
                <a:gd name="T72" fmla="*/ 629 w 629"/>
                <a:gd name="T73" fmla="*/ 765 h 772"/>
                <a:gd name="T74" fmla="*/ 629 w 629"/>
                <a:gd name="T75" fmla="*/ 772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9" h="772">
                  <a:moveTo>
                    <a:pt x="629" y="772"/>
                  </a:moveTo>
                  <a:cubicBezTo>
                    <a:pt x="590" y="772"/>
                    <a:pt x="590" y="772"/>
                    <a:pt x="590" y="772"/>
                  </a:cubicBezTo>
                  <a:cubicBezTo>
                    <a:pt x="589" y="772"/>
                    <a:pt x="588" y="771"/>
                    <a:pt x="587" y="771"/>
                  </a:cubicBezTo>
                  <a:cubicBezTo>
                    <a:pt x="505" y="688"/>
                    <a:pt x="505" y="688"/>
                    <a:pt x="505" y="688"/>
                  </a:cubicBezTo>
                  <a:cubicBezTo>
                    <a:pt x="504" y="687"/>
                    <a:pt x="504" y="687"/>
                    <a:pt x="504" y="686"/>
                  </a:cubicBezTo>
                  <a:cubicBezTo>
                    <a:pt x="504" y="645"/>
                    <a:pt x="504" y="645"/>
                    <a:pt x="504" y="645"/>
                  </a:cubicBezTo>
                  <a:cubicBezTo>
                    <a:pt x="504" y="644"/>
                    <a:pt x="504" y="644"/>
                    <a:pt x="505" y="643"/>
                  </a:cubicBezTo>
                  <a:cubicBezTo>
                    <a:pt x="519" y="628"/>
                    <a:pt x="519" y="628"/>
                    <a:pt x="519" y="628"/>
                  </a:cubicBezTo>
                  <a:cubicBezTo>
                    <a:pt x="519" y="582"/>
                    <a:pt x="519" y="582"/>
                    <a:pt x="519" y="582"/>
                  </a:cubicBezTo>
                  <a:cubicBezTo>
                    <a:pt x="519" y="581"/>
                    <a:pt x="520" y="580"/>
                    <a:pt x="520" y="580"/>
                  </a:cubicBezTo>
                  <a:cubicBezTo>
                    <a:pt x="549" y="551"/>
                    <a:pt x="549" y="551"/>
                    <a:pt x="549" y="551"/>
                  </a:cubicBezTo>
                  <a:cubicBezTo>
                    <a:pt x="549" y="539"/>
                    <a:pt x="549" y="539"/>
                    <a:pt x="549" y="539"/>
                  </a:cubicBezTo>
                  <a:cubicBezTo>
                    <a:pt x="294" y="284"/>
                    <a:pt x="294" y="284"/>
                    <a:pt x="294" y="284"/>
                  </a:cubicBezTo>
                  <a:cubicBezTo>
                    <a:pt x="256" y="284"/>
                    <a:pt x="256" y="284"/>
                    <a:pt x="256" y="284"/>
                  </a:cubicBezTo>
                  <a:cubicBezTo>
                    <a:pt x="255" y="284"/>
                    <a:pt x="254" y="283"/>
                    <a:pt x="253" y="283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03"/>
                    <a:pt x="173" y="202"/>
                    <a:pt x="173" y="201"/>
                  </a:cubicBezTo>
                  <a:cubicBezTo>
                    <a:pt x="174" y="178"/>
                    <a:pt x="174" y="178"/>
                    <a:pt x="174" y="17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79" y="174"/>
                    <a:pt x="179" y="174"/>
                    <a:pt x="179" y="174"/>
                  </a:cubicBezTo>
                  <a:cubicBezTo>
                    <a:pt x="180" y="175"/>
                    <a:pt x="180" y="176"/>
                    <a:pt x="180" y="177"/>
                  </a:cubicBezTo>
                  <a:cubicBezTo>
                    <a:pt x="180" y="200"/>
                    <a:pt x="180" y="200"/>
                    <a:pt x="180" y="200"/>
                  </a:cubicBezTo>
                  <a:cubicBezTo>
                    <a:pt x="257" y="277"/>
                    <a:pt x="257" y="277"/>
                    <a:pt x="257" y="277"/>
                  </a:cubicBezTo>
                  <a:cubicBezTo>
                    <a:pt x="295" y="277"/>
                    <a:pt x="295" y="277"/>
                    <a:pt x="295" y="277"/>
                  </a:cubicBezTo>
                  <a:cubicBezTo>
                    <a:pt x="296" y="277"/>
                    <a:pt x="297" y="277"/>
                    <a:pt x="298" y="278"/>
                  </a:cubicBezTo>
                  <a:cubicBezTo>
                    <a:pt x="555" y="535"/>
                    <a:pt x="555" y="535"/>
                    <a:pt x="555" y="535"/>
                  </a:cubicBezTo>
                  <a:cubicBezTo>
                    <a:pt x="556" y="536"/>
                    <a:pt x="556" y="536"/>
                    <a:pt x="556" y="537"/>
                  </a:cubicBezTo>
                  <a:cubicBezTo>
                    <a:pt x="556" y="552"/>
                    <a:pt x="556" y="552"/>
                    <a:pt x="556" y="552"/>
                  </a:cubicBezTo>
                  <a:cubicBezTo>
                    <a:pt x="556" y="553"/>
                    <a:pt x="556" y="554"/>
                    <a:pt x="555" y="555"/>
                  </a:cubicBezTo>
                  <a:cubicBezTo>
                    <a:pt x="526" y="584"/>
                    <a:pt x="526" y="584"/>
                    <a:pt x="526" y="584"/>
                  </a:cubicBezTo>
                  <a:cubicBezTo>
                    <a:pt x="526" y="630"/>
                    <a:pt x="526" y="630"/>
                    <a:pt x="526" y="630"/>
                  </a:cubicBezTo>
                  <a:cubicBezTo>
                    <a:pt x="526" y="631"/>
                    <a:pt x="526" y="632"/>
                    <a:pt x="525" y="632"/>
                  </a:cubicBezTo>
                  <a:cubicBezTo>
                    <a:pt x="511" y="647"/>
                    <a:pt x="511" y="647"/>
                    <a:pt x="511" y="647"/>
                  </a:cubicBezTo>
                  <a:cubicBezTo>
                    <a:pt x="511" y="684"/>
                    <a:pt x="511" y="684"/>
                    <a:pt x="511" y="684"/>
                  </a:cubicBezTo>
                  <a:cubicBezTo>
                    <a:pt x="591" y="765"/>
                    <a:pt x="591" y="765"/>
                    <a:pt x="591" y="765"/>
                  </a:cubicBezTo>
                  <a:cubicBezTo>
                    <a:pt x="629" y="765"/>
                    <a:pt x="629" y="765"/>
                    <a:pt x="629" y="765"/>
                  </a:cubicBezTo>
                  <a:lnTo>
                    <a:pt x="629" y="77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8" name="Freeform 554"/>
            <p:cNvSpPr>
              <a:spLocks/>
            </p:cNvSpPr>
            <p:nvPr/>
          </p:nvSpPr>
          <p:spPr bwMode="auto">
            <a:xfrm flipV="1">
              <a:off x="2620964" y="7164386"/>
              <a:ext cx="2536825" cy="2800350"/>
            </a:xfrm>
            <a:custGeom>
              <a:avLst/>
              <a:gdLst>
                <a:gd name="T0" fmla="*/ 589 w 676"/>
                <a:gd name="T1" fmla="*/ 746 h 746"/>
                <a:gd name="T2" fmla="*/ 586 w 676"/>
                <a:gd name="T3" fmla="*/ 746 h 746"/>
                <a:gd name="T4" fmla="*/ 586 w 676"/>
                <a:gd name="T5" fmla="*/ 682 h 746"/>
                <a:gd name="T6" fmla="*/ 586 w 676"/>
                <a:gd name="T7" fmla="*/ 681 h 746"/>
                <a:gd name="T8" fmla="*/ 619 w 676"/>
                <a:gd name="T9" fmla="*/ 648 h 746"/>
                <a:gd name="T10" fmla="*/ 620 w 676"/>
                <a:gd name="T11" fmla="*/ 647 h 746"/>
                <a:gd name="T12" fmla="*/ 663 w 676"/>
                <a:gd name="T13" fmla="*/ 647 h 746"/>
                <a:gd name="T14" fmla="*/ 673 w 676"/>
                <a:gd name="T15" fmla="*/ 638 h 746"/>
                <a:gd name="T16" fmla="*/ 673 w 676"/>
                <a:gd name="T17" fmla="*/ 627 h 746"/>
                <a:gd name="T18" fmla="*/ 381 w 676"/>
                <a:gd name="T19" fmla="*/ 336 h 746"/>
                <a:gd name="T20" fmla="*/ 300 w 676"/>
                <a:gd name="T21" fmla="*/ 336 h 746"/>
                <a:gd name="T22" fmla="*/ 299 w 676"/>
                <a:gd name="T23" fmla="*/ 335 h 746"/>
                <a:gd name="T24" fmla="*/ 255 w 676"/>
                <a:gd name="T25" fmla="*/ 291 h 746"/>
                <a:gd name="T26" fmla="*/ 254 w 676"/>
                <a:gd name="T27" fmla="*/ 290 h 746"/>
                <a:gd name="T28" fmla="*/ 254 w 676"/>
                <a:gd name="T29" fmla="*/ 257 h 746"/>
                <a:gd name="T30" fmla="*/ 0 w 676"/>
                <a:gd name="T31" fmla="*/ 2 h 746"/>
                <a:gd name="T32" fmla="*/ 2 w 676"/>
                <a:gd name="T33" fmla="*/ 0 h 746"/>
                <a:gd name="T34" fmla="*/ 257 w 676"/>
                <a:gd name="T35" fmla="*/ 255 h 746"/>
                <a:gd name="T36" fmla="*/ 258 w 676"/>
                <a:gd name="T37" fmla="*/ 257 h 746"/>
                <a:gd name="T38" fmla="*/ 258 w 676"/>
                <a:gd name="T39" fmla="*/ 290 h 746"/>
                <a:gd name="T40" fmla="*/ 300 w 676"/>
                <a:gd name="T41" fmla="*/ 332 h 746"/>
                <a:gd name="T42" fmla="*/ 382 w 676"/>
                <a:gd name="T43" fmla="*/ 332 h 746"/>
                <a:gd name="T44" fmla="*/ 383 w 676"/>
                <a:gd name="T45" fmla="*/ 333 h 746"/>
                <a:gd name="T46" fmla="*/ 676 w 676"/>
                <a:gd name="T47" fmla="*/ 625 h 746"/>
                <a:gd name="T48" fmla="*/ 676 w 676"/>
                <a:gd name="T49" fmla="*/ 627 h 746"/>
                <a:gd name="T50" fmla="*/ 676 w 676"/>
                <a:gd name="T51" fmla="*/ 638 h 746"/>
                <a:gd name="T52" fmla="*/ 676 w 676"/>
                <a:gd name="T53" fmla="*/ 639 h 746"/>
                <a:gd name="T54" fmla="*/ 665 w 676"/>
                <a:gd name="T55" fmla="*/ 650 h 746"/>
                <a:gd name="T56" fmla="*/ 664 w 676"/>
                <a:gd name="T57" fmla="*/ 651 h 746"/>
                <a:gd name="T58" fmla="*/ 621 w 676"/>
                <a:gd name="T59" fmla="*/ 651 h 746"/>
                <a:gd name="T60" fmla="*/ 589 w 676"/>
                <a:gd name="T61" fmla="*/ 683 h 746"/>
                <a:gd name="T62" fmla="*/ 589 w 676"/>
                <a:gd name="T63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6" h="746">
                  <a:moveTo>
                    <a:pt x="589" y="746"/>
                  </a:moveTo>
                  <a:cubicBezTo>
                    <a:pt x="586" y="746"/>
                    <a:pt x="586" y="746"/>
                    <a:pt x="586" y="746"/>
                  </a:cubicBezTo>
                  <a:cubicBezTo>
                    <a:pt x="586" y="682"/>
                    <a:pt x="586" y="682"/>
                    <a:pt x="586" y="682"/>
                  </a:cubicBezTo>
                  <a:cubicBezTo>
                    <a:pt x="586" y="682"/>
                    <a:pt x="586" y="681"/>
                    <a:pt x="586" y="681"/>
                  </a:cubicBezTo>
                  <a:cubicBezTo>
                    <a:pt x="619" y="648"/>
                    <a:pt x="619" y="648"/>
                    <a:pt x="619" y="648"/>
                  </a:cubicBezTo>
                  <a:cubicBezTo>
                    <a:pt x="619" y="648"/>
                    <a:pt x="620" y="647"/>
                    <a:pt x="620" y="647"/>
                  </a:cubicBezTo>
                  <a:cubicBezTo>
                    <a:pt x="663" y="647"/>
                    <a:pt x="663" y="647"/>
                    <a:pt x="663" y="647"/>
                  </a:cubicBezTo>
                  <a:cubicBezTo>
                    <a:pt x="673" y="638"/>
                    <a:pt x="673" y="638"/>
                    <a:pt x="673" y="638"/>
                  </a:cubicBezTo>
                  <a:cubicBezTo>
                    <a:pt x="673" y="627"/>
                    <a:pt x="673" y="627"/>
                    <a:pt x="673" y="627"/>
                  </a:cubicBezTo>
                  <a:cubicBezTo>
                    <a:pt x="381" y="336"/>
                    <a:pt x="381" y="336"/>
                    <a:pt x="381" y="336"/>
                  </a:cubicBezTo>
                  <a:cubicBezTo>
                    <a:pt x="300" y="336"/>
                    <a:pt x="300" y="336"/>
                    <a:pt x="300" y="336"/>
                  </a:cubicBezTo>
                  <a:cubicBezTo>
                    <a:pt x="299" y="336"/>
                    <a:pt x="299" y="335"/>
                    <a:pt x="299" y="335"/>
                  </a:cubicBezTo>
                  <a:cubicBezTo>
                    <a:pt x="255" y="291"/>
                    <a:pt x="255" y="291"/>
                    <a:pt x="255" y="291"/>
                  </a:cubicBezTo>
                  <a:cubicBezTo>
                    <a:pt x="255" y="291"/>
                    <a:pt x="254" y="291"/>
                    <a:pt x="254" y="290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58" y="256"/>
                    <a:pt x="258" y="256"/>
                    <a:pt x="258" y="257"/>
                  </a:cubicBezTo>
                  <a:cubicBezTo>
                    <a:pt x="258" y="290"/>
                    <a:pt x="258" y="290"/>
                    <a:pt x="258" y="290"/>
                  </a:cubicBezTo>
                  <a:cubicBezTo>
                    <a:pt x="300" y="332"/>
                    <a:pt x="300" y="332"/>
                    <a:pt x="300" y="332"/>
                  </a:cubicBezTo>
                  <a:cubicBezTo>
                    <a:pt x="382" y="332"/>
                    <a:pt x="382" y="332"/>
                    <a:pt x="382" y="332"/>
                  </a:cubicBezTo>
                  <a:cubicBezTo>
                    <a:pt x="382" y="332"/>
                    <a:pt x="383" y="332"/>
                    <a:pt x="383" y="333"/>
                  </a:cubicBezTo>
                  <a:cubicBezTo>
                    <a:pt x="676" y="625"/>
                    <a:pt x="676" y="625"/>
                    <a:pt x="676" y="625"/>
                  </a:cubicBezTo>
                  <a:cubicBezTo>
                    <a:pt x="676" y="626"/>
                    <a:pt x="676" y="626"/>
                    <a:pt x="676" y="627"/>
                  </a:cubicBezTo>
                  <a:cubicBezTo>
                    <a:pt x="676" y="638"/>
                    <a:pt x="676" y="638"/>
                    <a:pt x="676" y="638"/>
                  </a:cubicBezTo>
                  <a:cubicBezTo>
                    <a:pt x="676" y="639"/>
                    <a:pt x="676" y="639"/>
                    <a:pt x="676" y="639"/>
                  </a:cubicBezTo>
                  <a:cubicBezTo>
                    <a:pt x="665" y="650"/>
                    <a:pt x="665" y="650"/>
                    <a:pt x="665" y="650"/>
                  </a:cubicBezTo>
                  <a:cubicBezTo>
                    <a:pt x="664" y="651"/>
                    <a:pt x="664" y="651"/>
                    <a:pt x="664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589" y="683"/>
                    <a:pt x="589" y="683"/>
                    <a:pt x="589" y="683"/>
                  </a:cubicBezTo>
                  <a:lnTo>
                    <a:pt x="589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9" name="Freeform 555"/>
            <p:cNvSpPr>
              <a:spLocks/>
            </p:cNvSpPr>
            <p:nvPr/>
          </p:nvSpPr>
          <p:spPr bwMode="auto">
            <a:xfrm flipV="1">
              <a:off x="1401764" y="6016623"/>
              <a:ext cx="3921125" cy="2751138"/>
            </a:xfrm>
            <a:custGeom>
              <a:avLst/>
              <a:gdLst>
                <a:gd name="T0" fmla="*/ 770 w 1045"/>
                <a:gd name="T1" fmla="*/ 733 h 733"/>
                <a:gd name="T2" fmla="*/ 766 w 1045"/>
                <a:gd name="T3" fmla="*/ 731 h 733"/>
                <a:gd name="T4" fmla="*/ 719 w 1045"/>
                <a:gd name="T5" fmla="*/ 684 h 733"/>
                <a:gd name="T6" fmla="*/ 617 w 1045"/>
                <a:gd name="T7" fmla="*/ 684 h 733"/>
                <a:gd name="T8" fmla="*/ 613 w 1045"/>
                <a:gd name="T9" fmla="*/ 682 h 733"/>
                <a:gd name="T10" fmla="*/ 406 w 1045"/>
                <a:gd name="T11" fmla="*/ 474 h 733"/>
                <a:gd name="T12" fmla="*/ 404 w 1045"/>
                <a:gd name="T13" fmla="*/ 470 h 733"/>
                <a:gd name="T14" fmla="*/ 404 w 1045"/>
                <a:gd name="T15" fmla="*/ 411 h 733"/>
                <a:gd name="T16" fmla="*/ 0 w 1045"/>
                <a:gd name="T17" fmla="*/ 8 h 733"/>
                <a:gd name="T18" fmla="*/ 8 w 1045"/>
                <a:gd name="T19" fmla="*/ 0 h 733"/>
                <a:gd name="T20" fmla="*/ 413 w 1045"/>
                <a:gd name="T21" fmla="*/ 405 h 733"/>
                <a:gd name="T22" fmla="*/ 414 w 1045"/>
                <a:gd name="T23" fmla="*/ 409 h 733"/>
                <a:gd name="T24" fmla="*/ 414 w 1045"/>
                <a:gd name="T25" fmla="*/ 468 h 733"/>
                <a:gd name="T26" fmla="*/ 619 w 1045"/>
                <a:gd name="T27" fmla="*/ 673 h 733"/>
                <a:gd name="T28" fmla="*/ 721 w 1045"/>
                <a:gd name="T29" fmla="*/ 673 h 733"/>
                <a:gd name="T30" fmla="*/ 724 w 1045"/>
                <a:gd name="T31" fmla="*/ 675 h 733"/>
                <a:gd name="T32" fmla="*/ 772 w 1045"/>
                <a:gd name="T33" fmla="*/ 722 h 733"/>
                <a:gd name="T34" fmla="*/ 861 w 1045"/>
                <a:gd name="T35" fmla="*/ 722 h 733"/>
                <a:gd name="T36" fmla="*/ 1013 w 1045"/>
                <a:gd name="T37" fmla="*/ 571 h 733"/>
                <a:gd name="T38" fmla="*/ 1016 w 1045"/>
                <a:gd name="T39" fmla="*/ 569 h 733"/>
                <a:gd name="T40" fmla="*/ 1045 w 1045"/>
                <a:gd name="T41" fmla="*/ 569 h 733"/>
                <a:gd name="T42" fmla="*/ 1045 w 1045"/>
                <a:gd name="T43" fmla="*/ 579 h 733"/>
                <a:gd name="T44" fmla="*/ 1018 w 1045"/>
                <a:gd name="T45" fmla="*/ 579 h 733"/>
                <a:gd name="T46" fmla="*/ 867 w 1045"/>
                <a:gd name="T47" fmla="*/ 731 h 733"/>
                <a:gd name="T48" fmla="*/ 863 w 1045"/>
                <a:gd name="T49" fmla="*/ 733 h 733"/>
                <a:gd name="T50" fmla="*/ 770 w 1045"/>
                <a:gd name="T51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45" h="733">
                  <a:moveTo>
                    <a:pt x="770" y="733"/>
                  </a:moveTo>
                  <a:cubicBezTo>
                    <a:pt x="768" y="733"/>
                    <a:pt x="767" y="732"/>
                    <a:pt x="766" y="731"/>
                  </a:cubicBezTo>
                  <a:cubicBezTo>
                    <a:pt x="719" y="684"/>
                    <a:pt x="719" y="684"/>
                    <a:pt x="719" y="684"/>
                  </a:cubicBezTo>
                  <a:cubicBezTo>
                    <a:pt x="617" y="684"/>
                    <a:pt x="617" y="684"/>
                    <a:pt x="617" y="684"/>
                  </a:cubicBezTo>
                  <a:cubicBezTo>
                    <a:pt x="616" y="684"/>
                    <a:pt x="614" y="683"/>
                    <a:pt x="613" y="682"/>
                  </a:cubicBezTo>
                  <a:cubicBezTo>
                    <a:pt x="406" y="474"/>
                    <a:pt x="406" y="474"/>
                    <a:pt x="406" y="474"/>
                  </a:cubicBezTo>
                  <a:cubicBezTo>
                    <a:pt x="405" y="473"/>
                    <a:pt x="404" y="472"/>
                    <a:pt x="404" y="470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13" y="405"/>
                    <a:pt x="413" y="405"/>
                    <a:pt x="413" y="405"/>
                  </a:cubicBezTo>
                  <a:cubicBezTo>
                    <a:pt x="414" y="406"/>
                    <a:pt x="414" y="408"/>
                    <a:pt x="414" y="409"/>
                  </a:cubicBezTo>
                  <a:cubicBezTo>
                    <a:pt x="414" y="468"/>
                    <a:pt x="414" y="468"/>
                    <a:pt x="414" y="468"/>
                  </a:cubicBezTo>
                  <a:cubicBezTo>
                    <a:pt x="619" y="673"/>
                    <a:pt x="619" y="673"/>
                    <a:pt x="619" y="673"/>
                  </a:cubicBezTo>
                  <a:cubicBezTo>
                    <a:pt x="721" y="673"/>
                    <a:pt x="721" y="673"/>
                    <a:pt x="721" y="673"/>
                  </a:cubicBezTo>
                  <a:cubicBezTo>
                    <a:pt x="722" y="673"/>
                    <a:pt x="723" y="674"/>
                    <a:pt x="724" y="675"/>
                  </a:cubicBezTo>
                  <a:cubicBezTo>
                    <a:pt x="772" y="722"/>
                    <a:pt x="772" y="722"/>
                    <a:pt x="772" y="722"/>
                  </a:cubicBezTo>
                  <a:cubicBezTo>
                    <a:pt x="861" y="722"/>
                    <a:pt x="861" y="722"/>
                    <a:pt x="861" y="722"/>
                  </a:cubicBezTo>
                  <a:cubicBezTo>
                    <a:pt x="1013" y="571"/>
                    <a:pt x="1013" y="571"/>
                    <a:pt x="1013" y="571"/>
                  </a:cubicBezTo>
                  <a:cubicBezTo>
                    <a:pt x="1014" y="570"/>
                    <a:pt x="1015" y="569"/>
                    <a:pt x="1016" y="569"/>
                  </a:cubicBezTo>
                  <a:cubicBezTo>
                    <a:pt x="1045" y="569"/>
                    <a:pt x="1045" y="569"/>
                    <a:pt x="1045" y="569"/>
                  </a:cubicBezTo>
                  <a:cubicBezTo>
                    <a:pt x="1045" y="579"/>
                    <a:pt x="1045" y="579"/>
                    <a:pt x="1045" y="579"/>
                  </a:cubicBezTo>
                  <a:cubicBezTo>
                    <a:pt x="1018" y="579"/>
                    <a:pt x="1018" y="579"/>
                    <a:pt x="1018" y="579"/>
                  </a:cubicBezTo>
                  <a:cubicBezTo>
                    <a:pt x="867" y="731"/>
                    <a:pt x="867" y="731"/>
                    <a:pt x="867" y="731"/>
                  </a:cubicBezTo>
                  <a:cubicBezTo>
                    <a:pt x="866" y="732"/>
                    <a:pt x="865" y="733"/>
                    <a:pt x="863" y="733"/>
                  </a:cubicBezTo>
                  <a:lnTo>
                    <a:pt x="770" y="7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0" name="Oval 556"/>
            <p:cNvSpPr>
              <a:spLocks noChangeArrowheads="1"/>
            </p:cNvSpPr>
            <p:nvPr/>
          </p:nvSpPr>
          <p:spPr bwMode="auto">
            <a:xfrm flipV="1">
              <a:off x="3803652" y="6165849"/>
              <a:ext cx="101600" cy="1016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1" name="Freeform 557"/>
            <p:cNvSpPr>
              <a:spLocks noEditPoints="1"/>
            </p:cNvSpPr>
            <p:nvPr/>
          </p:nvSpPr>
          <p:spPr bwMode="auto">
            <a:xfrm flipV="1">
              <a:off x="2295527" y="53403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3 h 25"/>
                <a:gd name="T12" fmla="*/ 12 w 25"/>
                <a:gd name="T13" fmla="*/ 5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2" name="Freeform 558"/>
            <p:cNvSpPr>
              <a:spLocks noEditPoints="1"/>
            </p:cNvSpPr>
            <p:nvPr/>
          </p:nvSpPr>
          <p:spPr bwMode="auto">
            <a:xfrm flipV="1">
              <a:off x="2681289" y="4984748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5 w 25"/>
                <a:gd name="T23" fmla="*/ 13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3" name="Freeform 559"/>
            <p:cNvSpPr>
              <a:spLocks/>
            </p:cNvSpPr>
            <p:nvPr/>
          </p:nvSpPr>
          <p:spPr bwMode="auto">
            <a:xfrm flipV="1">
              <a:off x="-1900236" y="1797048"/>
              <a:ext cx="3981450" cy="1446213"/>
            </a:xfrm>
            <a:custGeom>
              <a:avLst/>
              <a:gdLst>
                <a:gd name="T0" fmla="*/ 603 w 1061"/>
                <a:gd name="T1" fmla="*/ 385 h 385"/>
                <a:gd name="T2" fmla="*/ 0 w 1061"/>
                <a:gd name="T3" fmla="*/ 385 h 385"/>
                <a:gd name="T4" fmla="*/ 0 w 1061"/>
                <a:gd name="T5" fmla="*/ 371 h 385"/>
                <a:gd name="T6" fmla="*/ 600 w 1061"/>
                <a:gd name="T7" fmla="*/ 371 h 385"/>
                <a:gd name="T8" fmla="*/ 969 w 1061"/>
                <a:gd name="T9" fmla="*/ 2 h 385"/>
                <a:gd name="T10" fmla="*/ 974 w 1061"/>
                <a:gd name="T11" fmla="*/ 0 h 385"/>
                <a:gd name="T12" fmla="*/ 1061 w 1061"/>
                <a:gd name="T13" fmla="*/ 0 h 385"/>
                <a:gd name="T14" fmla="*/ 1061 w 1061"/>
                <a:gd name="T15" fmla="*/ 13 h 385"/>
                <a:gd name="T16" fmla="*/ 977 w 1061"/>
                <a:gd name="T17" fmla="*/ 13 h 385"/>
                <a:gd name="T18" fmla="*/ 607 w 1061"/>
                <a:gd name="T19" fmla="*/ 383 h 385"/>
                <a:gd name="T20" fmla="*/ 603 w 1061"/>
                <a:gd name="T21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1" h="385">
                  <a:moveTo>
                    <a:pt x="603" y="385"/>
                  </a:moveTo>
                  <a:cubicBezTo>
                    <a:pt x="0" y="385"/>
                    <a:pt x="0" y="385"/>
                    <a:pt x="0" y="385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600" y="371"/>
                    <a:pt x="600" y="371"/>
                    <a:pt x="600" y="371"/>
                  </a:cubicBezTo>
                  <a:cubicBezTo>
                    <a:pt x="969" y="2"/>
                    <a:pt x="969" y="2"/>
                    <a:pt x="969" y="2"/>
                  </a:cubicBezTo>
                  <a:cubicBezTo>
                    <a:pt x="971" y="0"/>
                    <a:pt x="972" y="0"/>
                    <a:pt x="974" y="0"/>
                  </a:cubicBezTo>
                  <a:cubicBezTo>
                    <a:pt x="1061" y="0"/>
                    <a:pt x="1061" y="0"/>
                    <a:pt x="1061" y="0"/>
                  </a:cubicBezTo>
                  <a:cubicBezTo>
                    <a:pt x="1061" y="13"/>
                    <a:pt x="1061" y="13"/>
                    <a:pt x="1061" y="13"/>
                  </a:cubicBezTo>
                  <a:cubicBezTo>
                    <a:pt x="977" y="13"/>
                    <a:pt x="977" y="13"/>
                    <a:pt x="977" y="13"/>
                  </a:cubicBezTo>
                  <a:cubicBezTo>
                    <a:pt x="607" y="383"/>
                    <a:pt x="607" y="383"/>
                    <a:pt x="607" y="383"/>
                  </a:cubicBezTo>
                  <a:cubicBezTo>
                    <a:pt x="606" y="384"/>
                    <a:pt x="604" y="385"/>
                    <a:pt x="603" y="3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4" name="Freeform 560"/>
            <p:cNvSpPr>
              <a:spLocks/>
            </p:cNvSpPr>
            <p:nvPr/>
          </p:nvSpPr>
          <p:spPr bwMode="auto">
            <a:xfrm flipV="1">
              <a:off x="-77786" y="3543299"/>
              <a:ext cx="962025" cy="355600"/>
            </a:xfrm>
            <a:custGeom>
              <a:avLst/>
              <a:gdLst>
                <a:gd name="T0" fmla="*/ 253 w 256"/>
                <a:gd name="T1" fmla="*/ 95 h 95"/>
                <a:gd name="T2" fmla="*/ 162 w 256"/>
                <a:gd name="T3" fmla="*/ 3 h 95"/>
                <a:gd name="T4" fmla="*/ 22 w 256"/>
                <a:gd name="T5" fmla="*/ 3 h 95"/>
                <a:gd name="T6" fmla="*/ 3 w 256"/>
                <a:gd name="T7" fmla="*/ 22 h 95"/>
                <a:gd name="T8" fmla="*/ 3 w 256"/>
                <a:gd name="T9" fmla="*/ 47 h 95"/>
                <a:gd name="T10" fmla="*/ 24 w 256"/>
                <a:gd name="T11" fmla="*/ 68 h 95"/>
                <a:gd name="T12" fmla="*/ 99 w 256"/>
                <a:gd name="T13" fmla="*/ 68 h 95"/>
                <a:gd name="T14" fmla="*/ 113 w 256"/>
                <a:gd name="T15" fmla="*/ 53 h 95"/>
                <a:gd name="T16" fmla="*/ 115 w 256"/>
                <a:gd name="T17" fmla="*/ 56 h 95"/>
                <a:gd name="T18" fmla="*/ 100 w 256"/>
                <a:gd name="T19" fmla="*/ 71 h 95"/>
                <a:gd name="T20" fmla="*/ 99 w 256"/>
                <a:gd name="T21" fmla="*/ 71 h 95"/>
                <a:gd name="T22" fmla="*/ 24 w 256"/>
                <a:gd name="T23" fmla="*/ 71 h 95"/>
                <a:gd name="T24" fmla="*/ 22 w 256"/>
                <a:gd name="T25" fmla="*/ 71 h 95"/>
                <a:gd name="T26" fmla="*/ 0 w 256"/>
                <a:gd name="T27" fmla="*/ 49 h 95"/>
                <a:gd name="T28" fmla="*/ 0 w 256"/>
                <a:gd name="T29" fmla="*/ 48 h 95"/>
                <a:gd name="T30" fmla="*/ 0 w 256"/>
                <a:gd name="T31" fmla="*/ 21 h 95"/>
                <a:gd name="T32" fmla="*/ 0 w 256"/>
                <a:gd name="T33" fmla="*/ 20 h 95"/>
                <a:gd name="T34" fmla="*/ 20 w 256"/>
                <a:gd name="T35" fmla="*/ 0 h 95"/>
                <a:gd name="T36" fmla="*/ 22 w 256"/>
                <a:gd name="T37" fmla="*/ 0 h 95"/>
                <a:gd name="T38" fmla="*/ 162 w 256"/>
                <a:gd name="T39" fmla="*/ 0 h 95"/>
                <a:gd name="T40" fmla="*/ 164 w 256"/>
                <a:gd name="T41" fmla="*/ 0 h 95"/>
                <a:gd name="T42" fmla="*/ 256 w 256"/>
                <a:gd name="T43" fmla="*/ 92 h 95"/>
                <a:gd name="T44" fmla="*/ 253 w 256"/>
                <a:gd name="T4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95">
                  <a:moveTo>
                    <a:pt x="253" y="95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00" y="71"/>
                    <a:pt x="100" y="71"/>
                    <a:pt x="100" y="71"/>
                  </a:cubicBezTo>
                  <a:cubicBezTo>
                    <a:pt x="100" y="71"/>
                    <a:pt x="100" y="71"/>
                    <a:pt x="99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3" y="71"/>
                    <a:pt x="23" y="71"/>
                    <a:pt x="22" y="7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3" y="0"/>
                    <a:pt x="163" y="0"/>
                    <a:pt x="164" y="0"/>
                  </a:cubicBezTo>
                  <a:cubicBezTo>
                    <a:pt x="256" y="92"/>
                    <a:pt x="256" y="92"/>
                    <a:pt x="256" y="92"/>
                  </a:cubicBezTo>
                  <a:lnTo>
                    <a:pt x="253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5" name="Freeform 561"/>
            <p:cNvSpPr>
              <a:spLocks noEditPoints="1"/>
            </p:cNvSpPr>
            <p:nvPr/>
          </p:nvSpPr>
          <p:spPr bwMode="auto">
            <a:xfrm flipV="1">
              <a:off x="-2411411" y="43910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4 w 25"/>
                <a:gd name="T19" fmla="*/ 3 h 24"/>
                <a:gd name="T20" fmla="*/ 0 w 25"/>
                <a:gd name="T21" fmla="*/ 12 h 24"/>
                <a:gd name="T22" fmla="*/ 4 w 25"/>
                <a:gd name="T23" fmla="*/ 21 h 24"/>
                <a:gd name="T24" fmla="*/ 12 w 25"/>
                <a:gd name="T25" fmla="*/ 24 h 24"/>
                <a:gd name="T26" fmla="*/ 21 w 25"/>
                <a:gd name="T27" fmla="*/ 21 h 24"/>
                <a:gd name="T28" fmla="*/ 25 w 25"/>
                <a:gd name="T29" fmla="*/ 12 h 24"/>
                <a:gd name="T30" fmla="*/ 21 w 25"/>
                <a:gd name="T31" fmla="*/ 3 h 24"/>
                <a:gd name="T32" fmla="*/ 12 w 25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6" y="6"/>
                    <a:pt x="17" y="7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9"/>
                    <a:pt x="14" y="19"/>
                    <a:pt x="12" y="19"/>
                  </a:cubicBezTo>
                  <a:cubicBezTo>
                    <a:pt x="10" y="19"/>
                    <a:pt x="9" y="19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9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8"/>
                    <a:pt x="25" y="15"/>
                    <a:pt x="25" y="12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6" name="Freeform 562"/>
            <p:cNvSpPr>
              <a:spLocks noEditPoints="1"/>
            </p:cNvSpPr>
            <p:nvPr/>
          </p:nvSpPr>
          <p:spPr bwMode="auto">
            <a:xfrm flipV="1">
              <a:off x="-2212973" y="4379911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9 w 26"/>
                <a:gd name="T3" fmla="*/ 8 h 25"/>
                <a:gd name="T4" fmla="*/ 19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2 h 25"/>
                <a:gd name="T22" fmla="*/ 13 w 26"/>
                <a:gd name="T23" fmla="*/ 25 h 25"/>
                <a:gd name="T24" fmla="*/ 22 w 26"/>
                <a:gd name="T25" fmla="*/ 22 h 25"/>
                <a:gd name="T26" fmla="*/ 26 w 26"/>
                <a:gd name="T27" fmla="*/ 13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7" y="6"/>
                    <a:pt x="19" y="8"/>
                  </a:cubicBezTo>
                  <a:cubicBezTo>
                    <a:pt x="21" y="11"/>
                    <a:pt x="21" y="15"/>
                    <a:pt x="19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2" y="20"/>
                    <a:pt x="10" y="19"/>
                    <a:pt x="8" y="18"/>
                  </a:cubicBezTo>
                  <a:cubicBezTo>
                    <a:pt x="6" y="15"/>
                    <a:pt x="6" y="11"/>
                    <a:pt x="8" y="8"/>
                  </a:cubicBezTo>
                  <a:cubicBezTo>
                    <a:pt x="10" y="6"/>
                    <a:pt x="12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2"/>
                    <a:pt x="5" y="4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7" y="24"/>
                    <a:pt x="10" y="25"/>
                    <a:pt x="13" y="25"/>
                  </a:cubicBezTo>
                  <a:cubicBezTo>
                    <a:pt x="17" y="25"/>
                    <a:pt x="20" y="24"/>
                    <a:pt x="22" y="22"/>
                  </a:cubicBezTo>
                  <a:cubicBezTo>
                    <a:pt x="25" y="19"/>
                    <a:pt x="26" y="16"/>
                    <a:pt x="26" y="13"/>
                  </a:cubicBezTo>
                  <a:cubicBezTo>
                    <a:pt x="26" y="10"/>
                    <a:pt x="25" y="6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7" name="Freeform 563"/>
            <p:cNvSpPr>
              <a:spLocks noEditPoints="1"/>
            </p:cNvSpPr>
            <p:nvPr/>
          </p:nvSpPr>
          <p:spPr bwMode="auto">
            <a:xfrm flipV="1">
              <a:off x="-1893886" y="4132261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18 w 25"/>
                <a:gd name="T3" fmla="*/ 8 h 25"/>
                <a:gd name="T4" fmla="*/ 18 w 25"/>
                <a:gd name="T5" fmla="*/ 18 h 25"/>
                <a:gd name="T6" fmla="*/ 13 w 25"/>
                <a:gd name="T7" fmla="*/ 20 h 25"/>
                <a:gd name="T8" fmla="*/ 8 w 25"/>
                <a:gd name="T9" fmla="*/ 18 h 25"/>
                <a:gd name="T10" fmla="*/ 8 w 25"/>
                <a:gd name="T11" fmla="*/ 8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4 w 25"/>
                <a:gd name="T19" fmla="*/ 4 h 25"/>
                <a:gd name="T20" fmla="*/ 0 w 25"/>
                <a:gd name="T21" fmla="*/ 13 h 25"/>
                <a:gd name="T22" fmla="*/ 4 w 25"/>
                <a:gd name="T23" fmla="*/ 22 h 25"/>
                <a:gd name="T24" fmla="*/ 13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3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5" y="6"/>
                    <a:pt x="16" y="6"/>
                    <a:pt x="18" y="8"/>
                  </a:cubicBezTo>
                  <a:cubicBezTo>
                    <a:pt x="21" y="11"/>
                    <a:pt x="21" y="15"/>
                    <a:pt x="18" y="18"/>
                  </a:cubicBezTo>
                  <a:cubicBezTo>
                    <a:pt x="16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1"/>
                    <a:pt x="8" y="8"/>
                  </a:cubicBezTo>
                  <a:cubicBezTo>
                    <a:pt x="9" y="6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2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1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9"/>
                    <a:pt x="24" y="6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8" name="Freeform 564"/>
            <p:cNvSpPr>
              <a:spLocks noEditPoints="1"/>
            </p:cNvSpPr>
            <p:nvPr/>
          </p:nvSpPr>
          <p:spPr bwMode="auto">
            <a:xfrm flipV="1">
              <a:off x="-1127123" y="3659185"/>
              <a:ext cx="100012" cy="90488"/>
            </a:xfrm>
            <a:custGeom>
              <a:avLst/>
              <a:gdLst>
                <a:gd name="T0" fmla="*/ 14 w 27"/>
                <a:gd name="T1" fmla="*/ 5 h 24"/>
                <a:gd name="T2" fmla="*/ 18 w 27"/>
                <a:gd name="T3" fmla="*/ 7 h 24"/>
                <a:gd name="T4" fmla="*/ 18 w 27"/>
                <a:gd name="T5" fmla="*/ 17 h 24"/>
                <a:gd name="T6" fmla="*/ 14 w 27"/>
                <a:gd name="T7" fmla="*/ 19 h 24"/>
                <a:gd name="T8" fmla="*/ 9 w 27"/>
                <a:gd name="T9" fmla="*/ 17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4"/>
                    <a:pt x="18" y="17"/>
                  </a:cubicBezTo>
                  <a:cubicBezTo>
                    <a:pt x="17" y="18"/>
                    <a:pt x="15" y="19"/>
                    <a:pt x="14" y="19"/>
                  </a:cubicBezTo>
                  <a:cubicBezTo>
                    <a:pt x="12" y="19"/>
                    <a:pt x="10" y="18"/>
                    <a:pt x="9" y="17"/>
                  </a:cubicBezTo>
                  <a:cubicBezTo>
                    <a:pt x="6" y="14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9" name="Freeform 565"/>
            <p:cNvSpPr>
              <a:spLocks noEditPoints="1"/>
            </p:cNvSpPr>
            <p:nvPr/>
          </p:nvSpPr>
          <p:spPr bwMode="auto">
            <a:xfrm flipV="1">
              <a:off x="-1390648" y="3898898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9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13 w 26"/>
                <a:gd name="T17" fmla="*/ 0 h 24"/>
                <a:gd name="T18" fmla="*/ 5 w 26"/>
                <a:gd name="T19" fmla="*/ 3 h 24"/>
                <a:gd name="T20" fmla="*/ 5 w 26"/>
                <a:gd name="T21" fmla="*/ 20 h 24"/>
                <a:gd name="T22" fmla="*/ 13 w 26"/>
                <a:gd name="T23" fmla="*/ 24 h 24"/>
                <a:gd name="T24" fmla="*/ 22 w 26"/>
                <a:gd name="T25" fmla="*/ 20 h 24"/>
                <a:gd name="T26" fmla="*/ 22 w 26"/>
                <a:gd name="T27" fmla="*/ 3 h 24"/>
                <a:gd name="T28" fmla="*/ 13 w 26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7" y="5"/>
                    <a:pt x="18" y="7"/>
                  </a:cubicBezTo>
                  <a:cubicBezTo>
                    <a:pt x="21" y="9"/>
                    <a:pt x="21" y="14"/>
                    <a:pt x="18" y="16"/>
                  </a:cubicBezTo>
                  <a:cubicBezTo>
                    <a:pt x="17" y="18"/>
                    <a:pt x="15" y="19"/>
                    <a:pt x="13" y="19"/>
                  </a:cubicBezTo>
                  <a:cubicBezTo>
                    <a:pt x="11" y="19"/>
                    <a:pt x="10" y="18"/>
                    <a:pt x="8" y="16"/>
                  </a:cubicBezTo>
                  <a:cubicBezTo>
                    <a:pt x="6" y="14"/>
                    <a:pt x="6" y="9"/>
                    <a:pt x="8" y="7"/>
                  </a:cubicBezTo>
                  <a:cubicBezTo>
                    <a:pt x="10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3" y="24"/>
                  </a:cubicBezTo>
                  <a:cubicBezTo>
                    <a:pt x="16" y="24"/>
                    <a:pt x="19" y="22"/>
                    <a:pt x="22" y="20"/>
                  </a:cubicBezTo>
                  <a:cubicBezTo>
                    <a:pt x="26" y="15"/>
                    <a:pt x="26" y="8"/>
                    <a:pt x="22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0" name="Freeform 566"/>
            <p:cNvSpPr>
              <a:spLocks noEditPoints="1"/>
            </p:cNvSpPr>
            <p:nvPr/>
          </p:nvSpPr>
          <p:spPr bwMode="auto">
            <a:xfrm flipV="1">
              <a:off x="-708023" y="3557585"/>
              <a:ext cx="101600" cy="90488"/>
            </a:xfrm>
            <a:custGeom>
              <a:avLst/>
              <a:gdLst>
                <a:gd name="T0" fmla="*/ 14 w 27"/>
                <a:gd name="T1" fmla="*/ 5 h 24"/>
                <a:gd name="T2" fmla="*/ 19 w 27"/>
                <a:gd name="T3" fmla="*/ 7 h 24"/>
                <a:gd name="T4" fmla="*/ 19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5"/>
                    <a:pt x="19" y="7"/>
                  </a:cubicBezTo>
                  <a:cubicBezTo>
                    <a:pt x="21" y="9"/>
                    <a:pt x="21" y="14"/>
                    <a:pt x="19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6" y="14"/>
                    <a:pt x="6" y="9"/>
                    <a:pt x="9" y="7"/>
                  </a:cubicBezTo>
                  <a:cubicBezTo>
                    <a:pt x="10" y="5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5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1" name="Freeform 567"/>
            <p:cNvSpPr>
              <a:spLocks noEditPoints="1"/>
            </p:cNvSpPr>
            <p:nvPr/>
          </p:nvSpPr>
          <p:spPr bwMode="auto">
            <a:xfrm flipV="1">
              <a:off x="-796923" y="3843336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7 w 24"/>
                <a:gd name="T3" fmla="*/ 8 h 24"/>
                <a:gd name="T4" fmla="*/ 17 w 24"/>
                <a:gd name="T5" fmla="*/ 17 h 24"/>
                <a:gd name="T6" fmla="*/ 12 w 24"/>
                <a:gd name="T7" fmla="*/ 19 h 24"/>
                <a:gd name="T8" fmla="*/ 7 w 24"/>
                <a:gd name="T9" fmla="*/ 17 h 24"/>
                <a:gd name="T10" fmla="*/ 7 w 24"/>
                <a:gd name="T11" fmla="*/ 8 h 24"/>
                <a:gd name="T12" fmla="*/ 12 w 24"/>
                <a:gd name="T13" fmla="*/ 6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0 w 24"/>
                <a:gd name="T27" fmla="*/ 21 h 24"/>
                <a:gd name="T28" fmla="*/ 24 w 24"/>
                <a:gd name="T29" fmla="*/ 12 h 24"/>
                <a:gd name="T30" fmla="*/ 20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4" y="6"/>
                    <a:pt x="15" y="6"/>
                    <a:pt x="17" y="8"/>
                  </a:cubicBezTo>
                  <a:cubicBezTo>
                    <a:pt x="19" y="10"/>
                    <a:pt x="19" y="15"/>
                    <a:pt x="17" y="17"/>
                  </a:cubicBezTo>
                  <a:cubicBezTo>
                    <a:pt x="15" y="19"/>
                    <a:pt x="14" y="19"/>
                    <a:pt x="12" y="19"/>
                  </a:cubicBezTo>
                  <a:cubicBezTo>
                    <a:pt x="10" y="19"/>
                    <a:pt x="8" y="19"/>
                    <a:pt x="7" y="17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2" name="Freeform 568"/>
            <p:cNvSpPr>
              <a:spLocks noEditPoints="1"/>
            </p:cNvSpPr>
            <p:nvPr/>
          </p:nvSpPr>
          <p:spPr bwMode="auto">
            <a:xfrm flipV="1">
              <a:off x="-2163761" y="41211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19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3 h 25"/>
                <a:gd name="T20" fmla="*/ 0 w 26"/>
                <a:gd name="T21" fmla="*/ 12 h 25"/>
                <a:gd name="T22" fmla="*/ 4 w 26"/>
                <a:gd name="T23" fmla="*/ 21 h 25"/>
                <a:gd name="T24" fmla="*/ 13 w 26"/>
                <a:gd name="T25" fmla="*/ 25 h 25"/>
                <a:gd name="T26" fmla="*/ 21 w 26"/>
                <a:gd name="T27" fmla="*/ 21 h 25"/>
                <a:gd name="T28" fmla="*/ 21 w 26"/>
                <a:gd name="T29" fmla="*/ 3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6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6" y="16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3" name="Freeform 569"/>
            <p:cNvSpPr>
              <a:spLocks/>
            </p:cNvSpPr>
            <p:nvPr/>
          </p:nvSpPr>
          <p:spPr bwMode="auto">
            <a:xfrm flipV="1">
              <a:off x="-2339973" y="3898899"/>
              <a:ext cx="1568450" cy="657225"/>
            </a:xfrm>
            <a:custGeom>
              <a:avLst/>
              <a:gdLst>
                <a:gd name="T0" fmla="*/ 416 w 418"/>
                <a:gd name="T1" fmla="*/ 175 h 175"/>
                <a:gd name="T2" fmla="*/ 282 w 418"/>
                <a:gd name="T3" fmla="*/ 41 h 175"/>
                <a:gd name="T4" fmla="*/ 108 w 418"/>
                <a:gd name="T5" fmla="*/ 41 h 175"/>
                <a:gd name="T6" fmla="*/ 107 w 418"/>
                <a:gd name="T7" fmla="*/ 41 h 175"/>
                <a:gd name="T8" fmla="*/ 69 w 418"/>
                <a:gd name="T9" fmla="*/ 3 h 175"/>
                <a:gd name="T10" fmla="*/ 25 w 418"/>
                <a:gd name="T11" fmla="*/ 3 h 175"/>
                <a:gd name="T12" fmla="*/ 2 w 418"/>
                <a:gd name="T13" fmla="*/ 26 h 175"/>
                <a:gd name="T14" fmla="*/ 0 w 418"/>
                <a:gd name="T15" fmla="*/ 23 h 175"/>
                <a:gd name="T16" fmla="*/ 23 w 418"/>
                <a:gd name="T17" fmla="*/ 0 h 175"/>
                <a:gd name="T18" fmla="*/ 24 w 418"/>
                <a:gd name="T19" fmla="*/ 0 h 175"/>
                <a:gd name="T20" fmla="*/ 24 w 418"/>
                <a:gd name="T21" fmla="*/ 0 h 175"/>
                <a:gd name="T22" fmla="*/ 70 w 418"/>
                <a:gd name="T23" fmla="*/ 0 h 175"/>
                <a:gd name="T24" fmla="*/ 71 w 418"/>
                <a:gd name="T25" fmla="*/ 0 h 175"/>
                <a:gd name="T26" fmla="*/ 109 w 418"/>
                <a:gd name="T27" fmla="*/ 38 h 175"/>
                <a:gd name="T28" fmla="*/ 283 w 418"/>
                <a:gd name="T29" fmla="*/ 38 h 175"/>
                <a:gd name="T30" fmla="*/ 284 w 418"/>
                <a:gd name="T31" fmla="*/ 38 h 175"/>
                <a:gd name="T32" fmla="*/ 418 w 418"/>
                <a:gd name="T33" fmla="*/ 173 h 175"/>
                <a:gd name="T34" fmla="*/ 416 w 418"/>
                <a:gd name="T3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8" h="175">
                  <a:moveTo>
                    <a:pt x="416" y="175"/>
                  </a:moveTo>
                  <a:cubicBezTo>
                    <a:pt x="282" y="41"/>
                    <a:pt x="282" y="41"/>
                    <a:pt x="282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8" y="41"/>
                    <a:pt x="107" y="41"/>
                    <a:pt x="107" y="41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1" y="0"/>
                    <a:pt x="71" y="0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283" y="38"/>
                    <a:pt x="283" y="38"/>
                    <a:pt x="283" y="38"/>
                  </a:cubicBezTo>
                  <a:cubicBezTo>
                    <a:pt x="283" y="38"/>
                    <a:pt x="283" y="38"/>
                    <a:pt x="284" y="38"/>
                  </a:cubicBezTo>
                  <a:cubicBezTo>
                    <a:pt x="418" y="173"/>
                    <a:pt x="418" y="173"/>
                    <a:pt x="418" y="173"/>
                  </a:cubicBezTo>
                  <a:lnTo>
                    <a:pt x="416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4" name="Freeform 570"/>
            <p:cNvSpPr>
              <a:spLocks/>
            </p:cNvSpPr>
            <p:nvPr/>
          </p:nvSpPr>
          <p:spPr bwMode="auto">
            <a:xfrm flipV="1">
              <a:off x="-2141536" y="3617911"/>
              <a:ext cx="1471612" cy="781050"/>
            </a:xfrm>
            <a:custGeom>
              <a:avLst/>
              <a:gdLst>
                <a:gd name="T0" fmla="*/ 389 w 392"/>
                <a:gd name="T1" fmla="*/ 208 h 208"/>
                <a:gd name="T2" fmla="*/ 211 w 392"/>
                <a:gd name="T3" fmla="*/ 30 h 208"/>
                <a:gd name="T4" fmla="*/ 28 w 392"/>
                <a:gd name="T5" fmla="*/ 30 h 208"/>
                <a:gd name="T6" fmla="*/ 27 w 392"/>
                <a:gd name="T7" fmla="*/ 29 h 208"/>
                <a:gd name="T8" fmla="*/ 0 w 392"/>
                <a:gd name="T9" fmla="*/ 3 h 208"/>
                <a:gd name="T10" fmla="*/ 3 w 392"/>
                <a:gd name="T11" fmla="*/ 0 h 208"/>
                <a:gd name="T12" fmla="*/ 29 w 392"/>
                <a:gd name="T13" fmla="*/ 26 h 208"/>
                <a:gd name="T14" fmla="*/ 211 w 392"/>
                <a:gd name="T15" fmla="*/ 26 h 208"/>
                <a:gd name="T16" fmla="*/ 213 w 392"/>
                <a:gd name="T17" fmla="*/ 27 h 208"/>
                <a:gd name="T18" fmla="*/ 392 w 392"/>
                <a:gd name="T19" fmla="*/ 206 h 208"/>
                <a:gd name="T20" fmla="*/ 389 w 392"/>
                <a:gd name="T21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2" h="208">
                  <a:moveTo>
                    <a:pt x="389" y="208"/>
                  </a:moveTo>
                  <a:cubicBezTo>
                    <a:pt x="211" y="30"/>
                    <a:pt x="211" y="30"/>
                    <a:pt x="211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7" y="2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11" y="26"/>
                    <a:pt x="211" y="26"/>
                    <a:pt x="211" y="26"/>
                  </a:cubicBezTo>
                  <a:cubicBezTo>
                    <a:pt x="212" y="26"/>
                    <a:pt x="212" y="27"/>
                    <a:pt x="213" y="27"/>
                  </a:cubicBezTo>
                  <a:cubicBezTo>
                    <a:pt x="392" y="206"/>
                    <a:pt x="392" y="206"/>
                    <a:pt x="392" y="206"/>
                  </a:cubicBezTo>
                  <a:lnTo>
                    <a:pt x="389" y="2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5" name="Freeform 571"/>
            <p:cNvSpPr>
              <a:spLocks/>
            </p:cNvSpPr>
            <p:nvPr/>
          </p:nvSpPr>
          <p:spPr bwMode="auto">
            <a:xfrm flipV="1">
              <a:off x="-2089148" y="3733798"/>
              <a:ext cx="1020762" cy="417513"/>
            </a:xfrm>
            <a:custGeom>
              <a:avLst/>
              <a:gdLst>
                <a:gd name="T0" fmla="*/ 272 w 272"/>
                <a:gd name="T1" fmla="*/ 111 h 111"/>
                <a:gd name="T2" fmla="*/ 269 w 272"/>
                <a:gd name="T3" fmla="*/ 111 h 111"/>
                <a:gd name="T4" fmla="*/ 269 w 272"/>
                <a:gd name="T5" fmla="*/ 83 h 111"/>
                <a:gd name="T6" fmla="*/ 211 w 272"/>
                <a:gd name="T7" fmla="*/ 25 h 111"/>
                <a:gd name="T8" fmla="*/ 23 w 272"/>
                <a:gd name="T9" fmla="*/ 25 h 111"/>
                <a:gd name="T10" fmla="*/ 22 w 272"/>
                <a:gd name="T11" fmla="*/ 25 h 111"/>
                <a:gd name="T12" fmla="*/ 0 w 272"/>
                <a:gd name="T13" fmla="*/ 3 h 111"/>
                <a:gd name="T14" fmla="*/ 3 w 272"/>
                <a:gd name="T15" fmla="*/ 0 h 111"/>
                <a:gd name="T16" fmla="*/ 24 w 272"/>
                <a:gd name="T17" fmla="*/ 22 h 111"/>
                <a:gd name="T18" fmla="*/ 212 w 272"/>
                <a:gd name="T19" fmla="*/ 22 h 111"/>
                <a:gd name="T20" fmla="*/ 213 w 272"/>
                <a:gd name="T21" fmla="*/ 22 h 111"/>
                <a:gd name="T22" fmla="*/ 271 w 272"/>
                <a:gd name="T23" fmla="*/ 81 h 111"/>
                <a:gd name="T24" fmla="*/ 272 w 272"/>
                <a:gd name="T25" fmla="*/ 82 h 111"/>
                <a:gd name="T26" fmla="*/ 272 w 272"/>
                <a:gd name="T2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2" h="111">
                  <a:moveTo>
                    <a:pt x="272" y="111"/>
                  </a:moveTo>
                  <a:cubicBezTo>
                    <a:pt x="269" y="111"/>
                    <a:pt x="269" y="111"/>
                    <a:pt x="269" y="111"/>
                  </a:cubicBezTo>
                  <a:cubicBezTo>
                    <a:pt x="269" y="83"/>
                    <a:pt x="269" y="83"/>
                    <a:pt x="269" y="83"/>
                  </a:cubicBezTo>
                  <a:cubicBezTo>
                    <a:pt x="211" y="25"/>
                    <a:pt x="211" y="25"/>
                    <a:pt x="211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12" y="22"/>
                    <a:pt x="212" y="22"/>
                    <a:pt x="212" y="22"/>
                  </a:cubicBezTo>
                  <a:cubicBezTo>
                    <a:pt x="212" y="22"/>
                    <a:pt x="213" y="22"/>
                    <a:pt x="213" y="22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2" y="81"/>
                    <a:pt x="272" y="82"/>
                  </a:cubicBezTo>
                  <a:lnTo>
                    <a:pt x="272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6" name="Freeform 572"/>
            <p:cNvSpPr>
              <a:spLocks/>
            </p:cNvSpPr>
            <p:nvPr/>
          </p:nvSpPr>
          <p:spPr bwMode="auto">
            <a:xfrm flipV="1">
              <a:off x="-1814511" y="3625849"/>
              <a:ext cx="869950" cy="561975"/>
            </a:xfrm>
            <a:custGeom>
              <a:avLst/>
              <a:gdLst>
                <a:gd name="T0" fmla="*/ 211 w 232"/>
                <a:gd name="T1" fmla="*/ 150 h 150"/>
                <a:gd name="T2" fmla="*/ 180 w 232"/>
                <a:gd name="T3" fmla="*/ 150 h 150"/>
                <a:gd name="T4" fmla="*/ 179 w 232"/>
                <a:gd name="T5" fmla="*/ 150 h 150"/>
                <a:gd name="T6" fmla="*/ 126 w 232"/>
                <a:gd name="T7" fmla="*/ 96 h 150"/>
                <a:gd name="T8" fmla="*/ 125 w 232"/>
                <a:gd name="T9" fmla="*/ 95 h 150"/>
                <a:gd name="T10" fmla="*/ 125 w 232"/>
                <a:gd name="T11" fmla="*/ 74 h 150"/>
                <a:gd name="T12" fmla="*/ 128 w 232"/>
                <a:gd name="T13" fmla="*/ 74 h 150"/>
                <a:gd name="T14" fmla="*/ 128 w 232"/>
                <a:gd name="T15" fmla="*/ 94 h 150"/>
                <a:gd name="T16" fmla="*/ 181 w 232"/>
                <a:gd name="T17" fmla="*/ 147 h 150"/>
                <a:gd name="T18" fmla="*/ 211 w 232"/>
                <a:gd name="T19" fmla="*/ 147 h 150"/>
                <a:gd name="T20" fmla="*/ 228 w 232"/>
                <a:gd name="T21" fmla="*/ 129 h 150"/>
                <a:gd name="T22" fmla="*/ 228 w 232"/>
                <a:gd name="T23" fmla="*/ 103 h 150"/>
                <a:gd name="T24" fmla="*/ 130 w 232"/>
                <a:gd name="T25" fmla="*/ 4 h 150"/>
                <a:gd name="T26" fmla="*/ 0 w 232"/>
                <a:gd name="T27" fmla="*/ 4 h 150"/>
                <a:gd name="T28" fmla="*/ 0 w 232"/>
                <a:gd name="T29" fmla="*/ 0 h 150"/>
                <a:gd name="T30" fmla="*/ 130 w 232"/>
                <a:gd name="T31" fmla="*/ 0 h 150"/>
                <a:gd name="T32" fmla="*/ 131 w 232"/>
                <a:gd name="T33" fmla="*/ 1 h 150"/>
                <a:gd name="T34" fmla="*/ 231 w 232"/>
                <a:gd name="T35" fmla="*/ 101 h 150"/>
                <a:gd name="T36" fmla="*/ 232 w 232"/>
                <a:gd name="T37" fmla="*/ 102 h 150"/>
                <a:gd name="T38" fmla="*/ 232 w 232"/>
                <a:gd name="T39" fmla="*/ 130 h 150"/>
                <a:gd name="T40" fmla="*/ 231 w 232"/>
                <a:gd name="T41" fmla="*/ 131 h 150"/>
                <a:gd name="T42" fmla="*/ 213 w 232"/>
                <a:gd name="T43" fmla="*/ 150 h 150"/>
                <a:gd name="T44" fmla="*/ 211 w 232"/>
                <a:gd name="T4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50">
                  <a:moveTo>
                    <a:pt x="211" y="150"/>
                  </a:moveTo>
                  <a:cubicBezTo>
                    <a:pt x="180" y="150"/>
                    <a:pt x="180" y="150"/>
                    <a:pt x="180" y="150"/>
                  </a:cubicBezTo>
                  <a:cubicBezTo>
                    <a:pt x="180" y="150"/>
                    <a:pt x="179" y="150"/>
                    <a:pt x="179" y="150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5" y="96"/>
                    <a:pt x="125" y="95"/>
                    <a:pt x="125" y="95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8" y="74"/>
                    <a:pt x="128" y="74"/>
                    <a:pt x="128" y="7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81" y="147"/>
                    <a:pt x="181" y="147"/>
                    <a:pt x="181" y="147"/>
                  </a:cubicBezTo>
                  <a:cubicBezTo>
                    <a:pt x="211" y="147"/>
                    <a:pt x="211" y="147"/>
                    <a:pt x="211" y="147"/>
                  </a:cubicBezTo>
                  <a:cubicBezTo>
                    <a:pt x="228" y="129"/>
                    <a:pt x="228" y="129"/>
                    <a:pt x="228" y="129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1" y="0"/>
                    <a:pt x="131" y="1"/>
                    <a:pt x="131" y="1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1" y="101"/>
                    <a:pt x="232" y="101"/>
                    <a:pt x="232" y="102"/>
                  </a:cubicBezTo>
                  <a:cubicBezTo>
                    <a:pt x="232" y="130"/>
                    <a:pt x="232" y="130"/>
                    <a:pt x="232" y="130"/>
                  </a:cubicBezTo>
                  <a:cubicBezTo>
                    <a:pt x="232" y="130"/>
                    <a:pt x="231" y="131"/>
                    <a:pt x="231" y="131"/>
                  </a:cubicBezTo>
                  <a:cubicBezTo>
                    <a:pt x="213" y="150"/>
                    <a:pt x="213" y="150"/>
                    <a:pt x="213" y="150"/>
                  </a:cubicBezTo>
                  <a:cubicBezTo>
                    <a:pt x="212" y="150"/>
                    <a:pt x="212" y="150"/>
                    <a:pt x="211" y="1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7" name="Freeform 573"/>
            <p:cNvSpPr>
              <a:spLocks noEditPoints="1"/>
            </p:cNvSpPr>
            <p:nvPr/>
          </p:nvSpPr>
          <p:spPr bwMode="auto">
            <a:xfrm flipV="1">
              <a:off x="-3063873" y="3543298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7 w 24"/>
                <a:gd name="T3" fmla="*/ 8 h 25"/>
                <a:gd name="T4" fmla="*/ 17 w 24"/>
                <a:gd name="T5" fmla="*/ 18 h 25"/>
                <a:gd name="T6" fmla="*/ 12 w 24"/>
                <a:gd name="T7" fmla="*/ 20 h 25"/>
                <a:gd name="T8" fmla="*/ 7 w 24"/>
                <a:gd name="T9" fmla="*/ 18 h 25"/>
                <a:gd name="T10" fmla="*/ 7 w 24"/>
                <a:gd name="T11" fmla="*/ 8 h 25"/>
                <a:gd name="T12" fmla="*/ 12 w 24"/>
                <a:gd name="T13" fmla="*/ 5 h 25"/>
                <a:gd name="T14" fmla="*/ 12 w 24"/>
                <a:gd name="T15" fmla="*/ 0 h 25"/>
                <a:gd name="T16" fmla="*/ 12 w 24"/>
                <a:gd name="T17" fmla="*/ 0 h 25"/>
                <a:gd name="T18" fmla="*/ 3 w 24"/>
                <a:gd name="T19" fmla="*/ 4 h 25"/>
                <a:gd name="T20" fmla="*/ 0 w 24"/>
                <a:gd name="T21" fmla="*/ 13 h 25"/>
                <a:gd name="T22" fmla="*/ 3 w 24"/>
                <a:gd name="T23" fmla="*/ 21 h 25"/>
                <a:gd name="T24" fmla="*/ 12 w 24"/>
                <a:gd name="T25" fmla="*/ 25 h 25"/>
                <a:gd name="T26" fmla="*/ 21 w 24"/>
                <a:gd name="T27" fmla="*/ 21 h 25"/>
                <a:gd name="T28" fmla="*/ 24 w 24"/>
                <a:gd name="T29" fmla="*/ 13 h 25"/>
                <a:gd name="T30" fmla="*/ 21 w 24"/>
                <a:gd name="T31" fmla="*/ 4 h 25"/>
                <a:gd name="T32" fmla="*/ 12 w 2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4" y="5"/>
                    <a:pt x="16" y="6"/>
                    <a:pt x="17" y="8"/>
                  </a:cubicBezTo>
                  <a:cubicBezTo>
                    <a:pt x="20" y="10"/>
                    <a:pt x="20" y="15"/>
                    <a:pt x="17" y="18"/>
                  </a:cubicBezTo>
                  <a:cubicBezTo>
                    <a:pt x="16" y="19"/>
                    <a:pt x="14" y="20"/>
                    <a:pt x="12" y="20"/>
                  </a:cubicBezTo>
                  <a:cubicBezTo>
                    <a:pt x="10" y="20"/>
                    <a:pt x="8" y="19"/>
                    <a:pt x="7" y="18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8" y="24"/>
                    <a:pt x="21" y="21"/>
                  </a:cubicBezTo>
                  <a:cubicBezTo>
                    <a:pt x="23" y="19"/>
                    <a:pt x="24" y="16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8" name="Freeform 574"/>
            <p:cNvSpPr>
              <a:spLocks noEditPoints="1"/>
            </p:cNvSpPr>
            <p:nvPr/>
          </p:nvSpPr>
          <p:spPr bwMode="auto">
            <a:xfrm flipV="1">
              <a:off x="-3055936" y="3744911"/>
              <a:ext cx="96837" cy="95250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4 h 25"/>
                <a:gd name="T20" fmla="*/ 0 w 26"/>
                <a:gd name="T21" fmla="*/ 13 h 25"/>
                <a:gd name="T22" fmla="*/ 4 w 26"/>
                <a:gd name="T23" fmla="*/ 21 h 25"/>
                <a:gd name="T24" fmla="*/ 13 w 26"/>
                <a:gd name="T25" fmla="*/ 25 h 25"/>
                <a:gd name="T26" fmla="*/ 22 w 26"/>
                <a:gd name="T27" fmla="*/ 21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10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9" name="Freeform 575"/>
            <p:cNvSpPr>
              <a:spLocks noEditPoints="1"/>
            </p:cNvSpPr>
            <p:nvPr/>
          </p:nvSpPr>
          <p:spPr bwMode="auto">
            <a:xfrm flipV="1">
              <a:off x="-2813048" y="4060823"/>
              <a:ext cx="101600" cy="93663"/>
            </a:xfrm>
            <a:custGeom>
              <a:avLst/>
              <a:gdLst>
                <a:gd name="T0" fmla="*/ 14 w 27"/>
                <a:gd name="T1" fmla="*/ 5 h 25"/>
                <a:gd name="T2" fmla="*/ 19 w 27"/>
                <a:gd name="T3" fmla="*/ 7 h 25"/>
                <a:gd name="T4" fmla="*/ 19 w 27"/>
                <a:gd name="T5" fmla="*/ 17 h 25"/>
                <a:gd name="T6" fmla="*/ 14 w 27"/>
                <a:gd name="T7" fmla="*/ 20 h 25"/>
                <a:gd name="T8" fmla="*/ 9 w 27"/>
                <a:gd name="T9" fmla="*/ 17 h 25"/>
                <a:gd name="T10" fmla="*/ 9 w 27"/>
                <a:gd name="T11" fmla="*/ 7 h 25"/>
                <a:gd name="T12" fmla="*/ 14 w 27"/>
                <a:gd name="T13" fmla="*/ 5 h 25"/>
                <a:gd name="T14" fmla="*/ 14 w 27"/>
                <a:gd name="T15" fmla="*/ 0 h 25"/>
                <a:gd name="T16" fmla="*/ 14 w 27"/>
                <a:gd name="T17" fmla="*/ 0 h 25"/>
                <a:gd name="T18" fmla="*/ 5 w 27"/>
                <a:gd name="T19" fmla="*/ 4 h 25"/>
                <a:gd name="T20" fmla="*/ 5 w 27"/>
                <a:gd name="T21" fmla="*/ 21 h 25"/>
                <a:gd name="T22" fmla="*/ 14 w 27"/>
                <a:gd name="T23" fmla="*/ 25 h 25"/>
                <a:gd name="T24" fmla="*/ 23 w 27"/>
                <a:gd name="T25" fmla="*/ 21 h 25"/>
                <a:gd name="T26" fmla="*/ 23 w 27"/>
                <a:gd name="T27" fmla="*/ 4 h 25"/>
                <a:gd name="T28" fmla="*/ 14 w 27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14" y="5"/>
                  </a:moveTo>
                  <a:cubicBezTo>
                    <a:pt x="16" y="5"/>
                    <a:pt x="17" y="6"/>
                    <a:pt x="19" y="7"/>
                  </a:cubicBezTo>
                  <a:cubicBezTo>
                    <a:pt x="22" y="10"/>
                    <a:pt x="22" y="15"/>
                    <a:pt x="19" y="17"/>
                  </a:cubicBezTo>
                  <a:cubicBezTo>
                    <a:pt x="18" y="19"/>
                    <a:pt x="16" y="20"/>
                    <a:pt x="14" y="20"/>
                  </a:cubicBezTo>
                  <a:cubicBezTo>
                    <a:pt x="12" y="20"/>
                    <a:pt x="10" y="19"/>
                    <a:pt x="9" y="17"/>
                  </a:cubicBezTo>
                  <a:cubicBezTo>
                    <a:pt x="6" y="15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1" y="25"/>
                    <a:pt x="14" y="25"/>
                  </a:cubicBezTo>
                  <a:cubicBezTo>
                    <a:pt x="17" y="25"/>
                    <a:pt x="20" y="23"/>
                    <a:pt x="23" y="21"/>
                  </a:cubicBezTo>
                  <a:cubicBezTo>
                    <a:pt x="27" y="16"/>
                    <a:pt x="27" y="8"/>
                    <a:pt x="23" y="4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0" name="Freeform 576"/>
            <p:cNvSpPr>
              <a:spLocks noEditPoints="1"/>
            </p:cNvSpPr>
            <p:nvPr/>
          </p:nvSpPr>
          <p:spPr bwMode="auto">
            <a:xfrm flipV="1">
              <a:off x="-1052511" y="24923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6 w 24"/>
                <a:gd name="T3" fmla="*/ 7 h 24"/>
                <a:gd name="T4" fmla="*/ 16 w 24"/>
                <a:gd name="T5" fmla="*/ 16 h 24"/>
                <a:gd name="T6" fmla="*/ 12 w 24"/>
                <a:gd name="T7" fmla="*/ 19 h 24"/>
                <a:gd name="T8" fmla="*/ 7 w 24"/>
                <a:gd name="T9" fmla="*/ 16 h 24"/>
                <a:gd name="T10" fmla="*/ 7 w 24"/>
                <a:gd name="T11" fmla="*/ 7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3 w 24"/>
                <a:gd name="T21" fmla="*/ 20 h 24"/>
                <a:gd name="T22" fmla="*/ 12 w 24"/>
                <a:gd name="T23" fmla="*/ 24 h 24"/>
                <a:gd name="T24" fmla="*/ 20 w 24"/>
                <a:gd name="T25" fmla="*/ 20 h 24"/>
                <a:gd name="T26" fmla="*/ 24 w 24"/>
                <a:gd name="T27" fmla="*/ 12 h 24"/>
                <a:gd name="T28" fmla="*/ 20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3" y="5"/>
                    <a:pt x="15" y="5"/>
                    <a:pt x="16" y="7"/>
                  </a:cubicBezTo>
                  <a:cubicBezTo>
                    <a:pt x="19" y="9"/>
                    <a:pt x="19" y="14"/>
                    <a:pt x="16" y="16"/>
                  </a:cubicBezTo>
                  <a:cubicBezTo>
                    <a:pt x="15" y="18"/>
                    <a:pt x="13" y="19"/>
                    <a:pt x="12" y="19"/>
                  </a:cubicBezTo>
                  <a:cubicBezTo>
                    <a:pt x="10" y="19"/>
                    <a:pt x="8" y="18"/>
                    <a:pt x="7" y="16"/>
                  </a:cubicBezTo>
                  <a:cubicBezTo>
                    <a:pt x="4" y="14"/>
                    <a:pt x="4" y="9"/>
                    <a:pt x="7" y="7"/>
                  </a:cubicBezTo>
                  <a:cubicBezTo>
                    <a:pt x="8" y="5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2"/>
                    <a:pt x="8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8"/>
                    <a:pt x="22" y="5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1" name="Freeform 577"/>
            <p:cNvSpPr>
              <a:spLocks noEditPoints="1"/>
            </p:cNvSpPr>
            <p:nvPr/>
          </p:nvSpPr>
          <p:spPr bwMode="auto">
            <a:xfrm flipV="1">
              <a:off x="-1319211" y="2735260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3 w 25"/>
                <a:gd name="T17" fmla="*/ 4 h 24"/>
                <a:gd name="T18" fmla="*/ 0 w 25"/>
                <a:gd name="T19" fmla="*/ 12 h 24"/>
                <a:gd name="T20" fmla="*/ 3 w 25"/>
                <a:gd name="T21" fmla="*/ 21 h 24"/>
                <a:gd name="T22" fmla="*/ 12 w 25"/>
                <a:gd name="T23" fmla="*/ 24 h 24"/>
                <a:gd name="T24" fmla="*/ 20 w 25"/>
                <a:gd name="T25" fmla="*/ 21 h 24"/>
                <a:gd name="T26" fmla="*/ 20 w 25"/>
                <a:gd name="T27" fmla="*/ 4 h 24"/>
                <a:gd name="T28" fmla="*/ 12 w 25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5" y="6"/>
                    <a:pt x="17" y="7"/>
                  </a:cubicBezTo>
                  <a:cubicBezTo>
                    <a:pt x="19" y="10"/>
                    <a:pt x="19" y="14"/>
                    <a:pt x="17" y="17"/>
                  </a:cubicBezTo>
                  <a:cubicBezTo>
                    <a:pt x="15" y="18"/>
                    <a:pt x="14" y="19"/>
                    <a:pt x="12" y="19"/>
                  </a:cubicBezTo>
                  <a:cubicBezTo>
                    <a:pt x="10" y="19"/>
                    <a:pt x="8" y="18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5" y="16"/>
                    <a:pt x="25" y="8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2" name="Freeform 578"/>
            <p:cNvSpPr>
              <a:spLocks noEditPoints="1"/>
            </p:cNvSpPr>
            <p:nvPr/>
          </p:nvSpPr>
          <p:spPr bwMode="auto">
            <a:xfrm flipV="1">
              <a:off x="-636586" y="2390773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8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3 h 24"/>
                <a:gd name="T18" fmla="*/ 4 w 26"/>
                <a:gd name="T19" fmla="*/ 20 h 24"/>
                <a:gd name="T20" fmla="*/ 13 w 26"/>
                <a:gd name="T21" fmla="*/ 24 h 24"/>
                <a:gd name="T22" fmla="*/ 21 w 26"/>
                <a:gd name="T23" fmla="*/ 20 h 24"/>
                <a:gd name="T24" fmla="*/ 21 w 26"/>
                <a:gd name="T25" fmla="*/ 3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4" y="5"/>
                    <a:pt x="16" y="5"/>
                    <a:pt x="18" y="7"/>
                  </a:cubicBezTo>
                  <a:cubicBezTo>
                    <a:pt x="20" y="9"/>
                    <a:pt x="20" y="14"/>
                    <a:pt x="18" y="16"/>
                  </a:cubicBezTo>
                  <a:cubicBezTo>
                    <a:pt x="16" y="18"/>
                    <a:pt x="14" y="18"/>
                    <a:pt x="13" y="18"/>
                  </a:cubicBezTo>
                  <a:cubicBezTo>
                    <a:pt x="11" y="18"/>
                    <a:pt x="9" y="18"/>
                    <a:pt x="8" y="16"/>
                  </a:cubicBezTo>
                  <a:cubicBezTo>
                    <a:pt x="5" y="14"/>
                    <a:pt x="5" y="9"/>
                    <a:pt x="8" y="7"/>
                  </a:cubicBezTo>
                  <a:cubicBezTo>
                    <a:pt x="9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6" y="22"/>
                    <a:pt x="9" y="24"/>
                    <a:pt x="13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6" y="15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3" name="Freeform 579"/>
            <p:cNvSpPr>
              <a:spLocks noEditPoints="1"/>
            </p:cNvSpPr>
            <p:nvPr/>
          </p:nvSpPr>
          <p:spPr bwMode="auto">
            <a:xfrm flipV="1">
              <a:off x="-733423" y="2676523"/>
              <a:ext cx="96837" cy="88900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8 h 24"/>
                <a:gd name="T4" fmla="*/ 18 w 26"/>
                <a:gd name="T5" fmla="*/ 17 h 24"/>
                <a:gd name="T6" fmla="*/ 13 w 26"/>
                <a:gd name="T7" fmla="*/ 19 h 24"/>
                <a:gd name="T8" fmla="*/ 8 w 26"/>
                <a:gd name="T9" fmla="*/ 17 h 24"/>
                <a:gd name="T10" fmla="*/ 8 w 26"/>
                <a:gd name="T11" fmla="*/ 8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1 w 26"/>
                <a:gd name="T23" fmla="*/ 21 h 24"/>
                <a:gd name="T24" fmla="*/ 21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6" y="6"/>
                    <a:pt x="18" y="8"/>
                  </a:cubicBezTo>
                  <a:cubicBezTo>
                    <a:pt x="20" y="10"/>
                    <a:pt x="20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8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6" y="16"/>
                    <a:pt x="26" y="9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4" name="Freeform 580"/>
            <p:cNvSpPr>
              <a:spLocks noEditPoints="1"/>
            </p:cNvSpPr>
            <p:nvPr/>
          </p:nvSpPr>
          <p:spPr bwMode="auto">
            <a:xfrm flipV="1">
              <a:off x="-2801936" y="37909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20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1 h 25"/>
                <a:gd name="T22" fmla="*/ 13 w 26"/>
                <a:gd name="T23" fmla="*/ 25 h 25"/>
                <a:gd name="T24" fmla="*/ 22 w 26"/>
                <a:gd name="T25" fmla="*/ 21 h 25"/>
                <a:gd name="T26" fmla="*/ 26 w 26"/>
                <a:gd name="T27" fmla="*/ 12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10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10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7" y="25"/>
                    <a:pt x="20" y="23"/>
                    <a:pt x="22" y="21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9"/>
                    <a:pt x="24" y="6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5" name="Freeform 581"/>
            <p:cNvSpPr>
              <a:spLocks/>
            </p:cNvSpPr>
            <p:nvPr/>
          </p:nvSpPr>
          <p:spPr bwMode="auto">
            <a:xfrm flipV="1">
              <a:off x="-3003548" y="2555873"/>
              <a:ext cx="1984375" cy="1017588"/>
            </a:xfrm>
            <a:custGeom>
              <a:avLst/>
              <a:gdLst>
                <a:gd name="T0" fmla="*/ 526 w 529"/>
                <a:gd name="T1" fmla="*/ 271 h 271"/>
                <a:gd name="T2" fmla="*/ 512 w 529"/>
                <a:gd name="T3" fmla="*/ 257 h 271"/>
                <a:gd name="T4" fmla="*/ 512 w 529"/>
                <a:gd name="T5" fmla="*/ 256 h 271"/>
                <a:gd name="T6" fmla="*/ 512 w 529"/>
                <a:gd name="T7" fmla="*/ 226 h 271"/>
                <a:gd name="T8" fmla="*/ 418 w 529"/>
                <a:gd name="T9" fmla="*/ 132 h 271"/>
                <a:gd name="T10" fmla="*/ 307 w 529"/>
                <a:gd name="T11" fmla="*/ 132 h 271"/>
                <a:gd name="T12" fmla="*/ 243 w 529"/>
                <a:gd name="T13" fmla="*/ 197 h 271"/>
                <a:gd name="T14" fmla="*/ 242 w 529"/>
                <a:gd name="T15" fmla="*/ 197 h 271"/>
                <a:gd name="T16" fmla="*/ 196 w 529"/>
                <a:gd name="T17" fmla="*/ 197 h 271"/>
                <a:gd name="T18" fmla="*/ 194 w 529"/>
                <a:gd name="T19" fmla="*/ 197 h 271"/>
                <a:gd name="T20" fmla="*/ 0 w 529"/>
                <a:gd name="T21" fmla="*/ 2 h 271"/>
                <a:gd name="T22" fmla="*/ 2 w 529"/>
                <a:gd name="T23" fmla="*/ 0 h 271"/>
                <a:gd name="T24" fmla="*/ 196 w 529"/>
                <a:gd name="T25" fmla="*/ 194 h 271"/>
                <a:gd name="T26" fmla="*/ 241 w 529"/>
                <a:gd name="T27" fmla="*/ 194 h 271"/>
                <a:gd name="T28" fmla="*/ 305 w 529"/>
                <a:gd name="T29" fmla="*/ 129 h 271"/>
                <a:gd name="T30" fmla="*/ 306 w 529"/>
                <a:gd name="T31" fmla="*/ 129 h 271"/>
                <a:gd name="T32" fmla="*/ 419 w 529"/>
                <a:gd name="T33" fmla="*/ 129 h 271"/>
                <a:gd name="T34" fmla="*/ 420 w 529"/>
                <a:gd name="T35" fmla="*/ 129 h 271"/>
                <a:gd name="T36" fmla="*/ 515 w 529"/>
                <a:gd name="T37" fmla="*/ 224 h 271"/>
                <a:gd name="T38" fmla="*/ 515 w 529"/>
                <a:gd name="T39" fmla="*/ 225 h 271"/>
                <a:gd name="T40" fmla="*/ 515 w 529"/>
                <a:gd name="T41" fmla="*/ 255 h 271"/>
                <a:gd name="T42" fmla="*/ 529 w 529"/>
                <a:gd name="T43" fmla="*/ 269 h 271"/>
                <a:gd name="T44" fmla="*/ 526 w 529"/>
                <a:gd name="T45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9" h="271">
                  <a:moveTo>
                    <a:pt x="526" y="271"/>
                  </a:moveTo>
                  <a:cubicBezTo>
                    <a:pt x="512" y="257"/>
                    <a:pt x="512" y="257"/>
                    <a:pt x="512" y="257"/>
                  </a:cubicBezTo>
                  <a:cubicBezTo>
                    <a:pt x="512" y="257"/>
                    <a:pt x="512" y="257"/>
                    <a:pt x="512" y="256"/>
                  </a:cubicBezTo>
                  <a:cubicBezTo>
                    <a:pt x="512" y="226"/>
                    <a:pt x="512" y="226"/>
                    <a:pt x="512" y="226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307" y="132"/>
                    <a:pt x="307" y="132"/>
                    <a:pt x="307" y="132"/>
                  </a:cubicBezTo>
                  <a:cubicBezTo>
                    <a:pt x="243" y="197"/>
                    <a:pt x="243" y="197"/>
                    <a:pt x="243" y="197"/>
                  </a:cubicBezTo>
                  <a:cubicBezTo>
                    <a:pt x="243" y="197"/>
                    <a:pt x="242" y="197"/>
                    <a:pt x="242" y="197"/>
                  </a:cubicBezTo>
                  <a:cubicBezTo>
                    <a:pt x="196" y="197"/>
                    <a:pt x="196" y="197"/>
                    <a:pt x="196" y="197"/>
                  </a:cubicBezTo>
                  <a:cubicBezTo>
                    <a:pt x="195" y="197"/>
                    <a:pt x="195" y="197"/>
                    <a:pt x="194" y="1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241" y="194"/>
                    <a:pt x="241" y="194"/>
                    <a:pt x="241" y="194"/>
                  </a:cubicBezTo>
                  <a:cubicBezTo>
                    <a:pt x="305" y="129"/>
                    <a:pt x="305" y="129"/>
                    <a:pt x="305" y="129"/>
                  </a:cubicBezTo>
                  <a:cubicBezTo>
                    <a:pt x="306" y="129"/>
                    <a:pt x="306" y="129"/>
                    <a:pt x="306" y="129"/>
                  </a:cubicBezTo>
                  <a:cubicBezTo>
                    <a:pt x="419" y="129"/>
                    <a:pt x="419" y="129"/>
                    <a:pt x="419" y="129"/>
                  </a:cubicBezTo>
                  <a:cubicBezTo>
                    <a:pt x="419" y="129"/>
                    <a:pt x="419" y="129"/>
                    <a:pt x="420" y="129"/>
                  </a:cubicBezTo>
                  <a:cubicBezTo>
                    <a:pt x="515" y="224"/>
                    <a:pt x="515" y="224"/>
                    <a:pt x="515" y="224"/>
                  </a:cubicBezTo>
                  <a:cubicBezTo>
                    <a:pt x="515" y="225"/>
                    <a:pt x="515" y="225"/>
                    <a:pt x="515" y="225"/>
                  </a:cubicBezTo>
                  <a:cubicBezTo>
                    <a:pt x="515" y="255"/>
                    <a:pt x="515" y="255"/>
                    <a:pt x="515" y="255"/>
                  </a:cubicBezTo>
                  <a:cubicBezTo>
                    <a:pt x="529" y="269"/>
                    <a:pt x="529" y="269"/>
                    <a:pt x="529" y="269"/>
                  </a:cubicBezTo>
                  <a:lnTo>
                    <a:pt x="526" y="2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6" name="Freeform 582"/>
            <p:cNvSpPr>
              <a:spLocks/>
            </p:cNvSpPr>
            <p:nvPr/>
          </p:nvSpPr>
          <p:spPr bwMode="auto">
            <a:xfrm flipV="1">
              <a:off x="-2992436" y="2412998"/>
              <a:ext cx="2127250" cy="1366838"/>
            </a:xfrm>
            <a:custGeom>
              <a:avLst/>
              <a:gdLst>
                <a:gd name="T0" fmla="*/ 532 w 567"/>
                <a:gd name="T1" fmla="*/ 364 h 364"/>
                <a:gd name="T2" fmla="*/ 494 w 567"/>
                <a:gd name="T3" fmla="*/ 364 h 364"/>
                <a:gd name="T4" fmla="*/ 493 w 567"/>
                <a:gd name="T5" fmla="*/ 364 h 364"/>
                <a:gd name="T6" fmla="*/ 442 w 567"/>
                <a:gd name="T7" fmla="*/ 313 h 364"/>
                <a:gd name="T8" fmla="*/ 442 w 567"/>
                <a:gd name="T9" fmla="*/ 312 h 364"/>
                <a:gd name="T10" fmla="*/ 442 w 567"/>
                <a:gd name="T11" fmla="*/ 280 h 364"/>
                <a:gd name="T12" fmla="*/ 442 w 567"/>
                <a:gd name="T13" fmla="*/ 279 h 364"/>
                <a:gd name="T14" fmla="*/ 452 w 567"/>
                <a:gd name="T15" fmla="*/ 270 h 364"/>
                <a:gd name="T16" fmla="*/ 454 w 567"/>
                <a:gd name="T17" fmla="*/ 272 h 364"/>
                <a:gd name="T18" fmla="*/ 445 w 567"/>
                <a:gd name="T19" fmla="*/ 281 h 364"/>
                <a:gd name="T20" fmla="*/ 445 w 567"/>
                <a:gd name="T21" fmla="*/ 311 h 364"/>
                <a:gd name="T22" fmla="*/ 495 w 567"/>
                <a:gd name="T23" fmla="*/ 361 h 364"/>
                <a:gd name="T24" fmla="*/ 531 w 567"/>
                <a:gd name="T25" fmla="*/ 361 h 364"/>
                <a:gd name="T26" fmla="*/ 564 w 567"/>
                <a:gd name="T27" fmla="*/ 329 h 364"/>
                <a:gd name="T28" fmla="*/ 564 w 567"/>
                <a:gd name="T29" fmla="*/ 288 h 364"/>
                <a:gd name="T30" fmla="*/ 418 w 567"/>
                <a:gd name="T31" fmla="*/ 142 h 364"/>
                <a:gd name="T32" fmla="*/ 291 w 567"/>
                <a:gd name="T33" fmla="*/ 142 h 364"/>
                <a:gd name="T34" fmla="*/ 229 w 567"/>
                <a:gd name="T35" fmla="*/ 204 h 364"/>
                <a:gd name="T36" fmla="*/ 228 w 567"/>
                <a:gd name="T37" fmla="*/ 205 h 364"/>
                <a:gd name="T38" fmla="*/ 202 w 567"/>
                <a:gd name="T39" fmla="*/ 205 h 364"/>
                <a:gd name="T40" fmla="*/ 201 w 567"/>
                <a:gd name="T41" fmla="*/ 204 h 364"/>
                <a:gd name="T42" fmla="*/ 0 w 567"/>
                <a:gd name="T43" fmla="*/ 3 h 364"/>
                <a:gd name="T44" fmla="*/ 2 w 567"/>
                <a:gd name="T45" fmla="*/ 0 h 364"/>
                <a:gd name="T46" fmla="*/ 203 w 567"/>
                <a:gd name="T47" fmla="*/ 201 h 364"/>
                <a:gd name="T48" fmla="*/ 227 w 567"/>
                <a:gd name="T49" fmla="*/ 201 h 364"/>
                <a:gd name="T50" fmla="*/ 289 w 567"/>
                <a:gd name="T51" fmla="*/ 140 h 364"/>
                <a:gd name="T52" fmla="*/ 290 w 567"/>
                <a:gd name="T53" fmla="*/ 139 h 364"/>
                <a:gd name="T54" fmla="*/ 419 w 567"/>
                <a:gd name="T55" fmla="*/ 139 h 364"/>
                <a:gd name="T56" fmla="*/ 420 w 567"/>
                <a:gd name="T57" fmla="*/ 140 h 364"/>
                <a:gd name="T58" fmla="*/ 567 w 567"/>
                <a:gd name="T59" fmla="*/ 286 h 364"/>
                <a:gd name="T60" fmla="*/ 567 w 567"/>
                <a:gd name="T61" fmla="*/ 287 h 364"/>
                <a:gd name="T62" fmla="*/ 567 w 567"/>
                <a:gd name="T63" fmla="*/ 329 h 364"/>
                <a:gd name="T64" fmla="*/ 567 w 567"/>
                <a:gd name="T65" fmla="*/ 330 h 364"/>
                <a:gd name="T66" fmla="*/ 533 w 567"/>
                <a:gd name="T67" fmla="*/ 364 h 364"/>
                <a:gd name="T68" fmla="*/ 532 w 567"/>
                <a:gd name="T6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7" h="364">
                  <a:moveTo>
                    <a:pt x="532" y="364"/>
                  </a:moveTo>
                  <a:cubicBezTo>
                    <a:pt x="494" y="364"/>
                    <a:pt x="494" y="364"/>
                    <a:pt x="494" y="364"/>
                  </a:cubicBezTo>
                  <a:cubicBezTo>
                    <a:pt x="494" y="364"/>
                    <a:pt x="493" y="364"/>
                    <a:pt x="493" y="364"/>
                  </a:cubicBezTo>
                  <a:cubicBezTo>
                    <a:pt x="442" y="313"/>
                    <a:pt x="442" y="313"/>
                    <a:pt x="442" y="313"/>
                  </a:cubicBezTo>
                  <a:cubicBezTo>
                    <a:pt x="442" y="313"/>
                    <a:pt x="442" y="312"/>
                    <a:pt x="442" y="312"/>
                  </a:cubicBezTo>
                  <a:cubicBezTo>
                    <a:pt x="442" y="280"/>
                    <a:pt x="442" y="280"/>
                    <a:pt x="442" y="280"/>
                  </a:cubicBezTo>
                  <a:cubicBezTo>
                    <a:pt x="442" y="280"/>
                    <a:pt x="442" y="279"/>
                    <a:pt x="442" y="279"/>
                  </a:cubicBezTo>
                  <a:cubicBezTo>
                    <a:pt x="452" y="270"/>
                    <a:pt x="452" y="270"/>
                    <a:pt x="452" y="270"/>
                  </a:cubicBezTo>
                  <a:cubicBezTo>
                    <a:pt x="454" y="272"/>
                    <a:pt x="454" y="272"/>
                    <a:pt x="454" y="272"/>
                  </a:cubicBezTo>
                  <a:cubicBezTo>
                    <a:pt x="445" y="281"/>
                    <a:pt x="445" y="281"/>
                    <a:pt x="445" y="281"/>
                  </a:cubicBezTo>
                  <a:cubicBezTo>
                    <a:pt x="445" y="311"/>
                    <a:pt x="445" y="311"/>
                    <a:pt x="445" y="311"/>
                  </a:cubicBezTo>
                  <a:cubicBezTo>
                    <a:pt x="495" y="361"/>
                    <a:pt x="495" y="361"/>
                    <a:pt x="495" y="361"/>
                  </a:cubicBezTo>
                  <a:cubicBezTo>
                    <a:pt x="531" y="361"/>
                    <a:pt x="531" y="361"/>
                    <a:pt x="531" y="361"/>
                  </a:cubicBezTo>
                  <a:cubicBezTo>
                    <a:pt x="564" y="329"/>
                    <a:pt x="564" y="329"/>
                    <a:pt x="564" y="329"/>
                  </a:cubicBezTo>
                  <a:cubicBezTo>
                    <a:pt x="564" y="288"/>
                    <a:pt x="564" y="288"/>
                    <a:pt x="564" y="288"/>
                  </a:cubicBezTo>
                  <a:cubicBezTo>
                    <a:pt x="418" y="142"/>
                    <a:pt x="418" y="142"/>
                    <a:pt x="418" y="142"/>
                  </a:cubicBezTo>
                  <a:cubicBezTo>
                    <a:pt x="291" y="142"/>
                    <a:pt x="291" y="142"/>
                    <a:pt x="291" y="142"/>
                  </a:cubicBezTo>
                  <a:cubicBezTo>
                    <a:pt x="229" y="204"/>
                    <a:pt x="229" y="204"/>
                    <a:pt x="229" y="204"/>
                  </a:cubicBezTo>
                  <a:cubicBezTo>
                    <a:pt x="229" y="205"/>
                    <a:pt x="228" y="205"/>
                    <a:pt x="228" y="205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1" y="20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03" y="201"/>
                    <a:pt x="203" y="201"/>
                    <a:pt x="203" y="201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39"/>
                    <a:pt x="290" y="139"/>
                    <a:pt x="290" y="139"/>
                  </a:cubicBezTo>
                  <a:cubicBezTo>
                    <a:pt x="419" y="139"/>
                    <a:pt x="419" y="139"/>
                    <a:pt x="419" y="139"/>
                  </a:cubicBezTo>
                  <a:cubicBezTo>
                    <a:pt x="420" y="139"/>
                    <a:pt x="420" y="139"/>
                    <a:pt x="420" y="140"/>
                  </a:cubicBezTo>
                  <a:cubicBezTo>
                    <a:pt x="567" y="286"/>
                    <a:pt x="567" y="286"/>
                    <a:pt x="567" y="286"/>
                  </a:cubicBezTo>
                  <a:cubicBezTo>
                    <a:pt x="567" y="286"/>
                    <a:pt x="567" y="287"/>
                    <a:pt x="567" y="287"/>
                  </a:cubicBezTo>
                  <a:cubicBezTo>
                    <a:pt x="567" y="329"/>
                    <a:pt x="567" y="329"/>
                    <a:pt x="567" y="329"/>
                  </a:cubicBezTo>
                  <a:cubicBezTo>
                    <a:pt x="567" y="330"/>
                    <a:pt x="567" y="330"/>
                    <a:pt x="567" y="330"/>
                  </a:cubicBezTo>
                  <a:cubicBezTo>
                    <a:pt x="533" y="364"/>
                    <a:pt x="533" y="364"/>
                    <a:pt x="533" y="364"/>
                  </a:cubicBezTo>
                  <a:cubicBezTo>
                    <a:pt x="533" y="364"/>
                    <a:pt x="532" y="364"/>
                    <a:pt x="532" y="3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7" name="Freeform 583"/>
            <p:cNvSpPr>
              <a:spLocks/>
            </p:cNvSpPr>
            <p:nvPr/>
          </p:nvSpPr>
          <p:spPr bwMode="auto">
            <a:xfrm flipV="1">
              <a:off x="-2725736" y="2451099"/>
              <a:ext cx="2124075" cy="1358900"/>
            </a:xfrm>
            <a:custGeom>
              <a:avLst/>
              <a:gdLst>
                <a:gd name="T0" fmla="*/ 564 w 566"/>
                <a:gd name="T1" fmla="*/ 362 h 362"/>
                <a:gd name="T2" fmla="*/ 509 w 566"/>
                <a:gd name="T3" fmla="*/ 307 h 362"/>
                <a:gd name="T4" fmla="*/ 508 w 566"/>
                <a:gd name="T5" fmla="*/ 306 h 362"/>
                <a:gd name="T6" fmla="*/ 508 w 566"/>
                <a:gd name="T7" fmla="*/ 277 h 362"/>
                <a:gd name="T8" fmla="*/ 355 w 566"/>
                <a:gd name="T9" fmla="*/ 123 h 362"/>
                <a:gd name="T10" fmla="*/ 213 w 566"/>
                <a:gd name="T11" fmla="*/ 123 h 362"/>
                <a:gd name="T12" fmla="*/ 183 w 566"/>
                <a:gd name="T13" fmla="*/ 154 h 362"/>
                <a:gd name="T14" fmla="*/ 181 w 566"/>
                <a:gd name="T15" fmla="*/ 154 h 362"/>
                <a:gd name="T16" fmla="*/ 153 w 566"/>
                <a:gd name="T17" fmla="*/ 154 h 362"/>
                <a:gd name="T18" fmla="*/ 152 w 566"/>
                <a:gd name="T19" fmla="*/ 154 h 362"/>
                <a:gd name="T20" fmla="*/ 0 w 566"/>
                <a:gd name="T21" fmla="*/ 2 h 362"/>
                <a:gd name="T22" fmla="*/ 2 w 566"/>
                <a:gd name="T23" fmla="*/ 0 h 362"/>
                <a:gd name="T24" fmla="*/ 154 w 566"/>
                <a:gd name="T25" fmla="*/ 151 h 362"/>
                <a:gd name="T26" fmla="*/ 181 w 566"/>
                <a:gd name="T27" fmla="*/ 151 h 362"/>
                <a:gd name="T28" fmla="*/ 211 w 566"/>
                <a:gd name="T29" fmla="*/ 120 h 362"/>
                <a:gd name="T30" fmla="*/ 213 w 566"/>
                <a:gd name="T31" fmla="*/ 120 h 362"/>
                <a:gd name="T32" fmla="*/ 355 w 566"/>
                <a:gd name="T33" fmla="*/ 120 h 362"/>
                <a:gd name="T34" fmla="*/ 357 w 566"/>
                <a:gd name="T35" fmla="*/ 120 h 362"/>
                <a:gd name="T36" fmla="*/ 511 w 566"/>
                <a:gd name="T37" fmla="*/ 275 h 362"/>
                <a:gd name="T38" fmla="*/ 512 w 566"/>
                <a:gd name="T39" fmla="*/ 276 h 362"/>
                <a:gd name="T40" fmla="*/ 512 w 566"/>
                <a:gd name="T41" fmla="*/ 305 h 362"/>
                <a:gd name="T42" fmla="*/ 566 w 566"/>
                <a:gd name="T43" fmla="*/ 359 h 362"/>
                <a:gd name="T44" fmla="*/ 564 w 566"/>
                <a:gd name="T45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6" h="362">
                  <a:moveTo>
                    <a:pt x="564" y="362"/>
                  </a:moveTo>
                  <a:cubicBezTo>
                    <a:pt x="509" y="307"/>
                    <a:pt x="509" y="307"/>
                    <a:pt x="509" y="307"/>
                  </a:cubicBezTo>
                  <a:cubicBezTo>
                    <a:pt x="509" y="307"/>
                    <a:pt x="508" y="306"/>
                    <a:pt x="508" y="306"/>
                  </a:cubicBezTo>
                  <a:cubicBezTo>
                    <a:pt x="508" y="277"/>
                    <a:pt x="508" y="277"/>
                    <a:pt x="508" y="277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213" y="123"/>
                    <a:pt x="213" y="123"/>
                    <a:pt x="213" y="123"/>
                  </a:cubicBezTo>
                  <a:cubicBezTo>
                    <a:pt x="183" y="154"/>
                    <a:pt x="183" y="154"/>
                    <a:pt x="183" y="154"/>
                  </a:cubicBezTo>
                  <a:cubicBezTo>
                    <a:pt x="182" y="154"/>
                    <a:pt x="182" y="154"/>
                    <a:pt x="181" y="154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3" y="154"/>
                    <a:pt x="152" y="154"/>
                    <a:pt x="152" y="1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81" y="151"/>
                    <a:pt x="181" y="151"/>
                    <a:pt x="181" y="151"/>
                  </a:cubicBezTo>
                  <a:cubicBezTo>
                    <a:pt x="211" y="120"/>
                    <a:pt x="211" y="120"/>
                    <a:pt x="211" y="120"/>
                  </a:cubicBezTo>
                  <a:cubicBezTo>
                    <a:pt x="212" y="120"/>
                    <a:pt x="212" y="120"/>
                    <a:pt x="213" y="120"/>
                  </a:cubicBezTo>
                  <a:cubicBezTo>
                    <a:pt x="355" y="120"/>
                    <a:pt x="355" y="120"/>
                    <a:pt x="355" y="120"/>
                  </a:cubicBezTo>
                  <a:cubicBezTo>
                    <a:pt x="356" y="120"/>
                    <a:pt x="356" y="120"/>
                    <a:pt x="357" y="120"/>
                  </a:cubicBezTo>
                  <a:cubicBezTo>
                    <a:pt x="511" y="275"/>
                    <a:pt x="511" y="275"/>
                    <a:pt x="511" y="275"/>
                  </a:cubicBezTo>
                  <a:cubicBezTo>
                    <a:pt x="512" y="275"/>
                    <a:pt x="512" y="276"/>
                    <a:pt x="512" y="276"/>
                  </a:cubicBezTo>
                  <a:cubicBezTo>
                    <a:pt x="512" y="305"/>
                    <a:pt x="512" y="305"/>
                    <a:pt x="512" y="305"/>
                  </a:cubicBezTo>
                  <a:cubicBezTo>
                    <a:pt x="566" y="359"/>
                    <a:pt x="566" y="359"/>
                    <a:pt x="566" y="359"/>
                  </a:cubicBezTo>
                  <a:lnTo>
                    <a:pt x="564" y="3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8" name="Freeform 584"/>
            <p:cNvSpPr>
              <a:spLocks/>
            </p:cNvSpPr>
            <p:nvPr/>
          </p:nvSpPr>
          <p:spPr bwMode="auto">
            <a:xfrm flipV="1">
              <a:off x="-2741611" y="2754311"/>
              <a:ext cx="2071687" cy="1333500"/>
            </a:xfrm>
            <a:custGeom>
              <a:avLst/>
              <a:gdLst>
                <a:gd name="T0" fmla="*/ 552 w 552"/>
                <a:gd name="T1" fmla="*/ 355 h 355"/>
                <a:gd name="T2" fmla="*/ 549 w 552"/>
                <a:gd name="T3" fmla="*/ 355 h 355"/>
                <a:gd name="T4" fmla="*/ 549 w 552"/>
                <a:gd name="T5" fmla="*/ 337 h 355"/>
                <a:gd name="T6" fmla="*/ 360 w 552"/>
                <a:gd name="T7" fmla="*/ 148 h 355"/>
                <a:gd name="T8" fmla="*/ 211 w 552"/>
                <a:gd name="T9" fmla="*/ 148 h 355"/>
                <a:gd name="T10" fmla="*/ 195 w 552"/>
                <a:gd name="T11" fmla="*/ 164 h 355"/>
                <a:gd name="T12" fmla="*/ 193 w 552"/>
                <a:gd name="T13" fmla="*/ 165 h 355"/>
                <a:gd name="T14" fmla="*/ 163 w 552"/>
                <a:gd name="T15" fmla="*/ 165 h 355"/>
                <a:gd name="T16" fmla="*/ 162 w 552"/>
                <a:gd name="T17" fmla="*/ 164 h 355"/>
                <a:gd name="T18" fmla="*/ 0 w 552"/>
                <a:gd name="T19" fmla="*/ 2 h 355"/>
                <a:gd name="T20" fmla="*/ 3 w 552"/>
                <a:gd name="T21" fmla="*/ 0 h 355"/>
                <a:gd name="T22" fmla="*/ 164 w 552"/>
                <a:gd name="T23" fmla="*/ 161 h 355"/>
                <a:gd name="T24" fmla="*/ 193 w 552"/>
                <a:gd name="T25" fmla="*/ 161 h 355"/>
                <a:gd name="T26" fmla="*/ 209 w 552"/>
                <a:gd name="T27" fmla="*/ 145 h 355"/>
                <a:gd name="T28" fmla="*/ 210 w 552"/>
                <a:gd name="T29" fmla="*/ 145 h 355"/>
                <a:gd name="T30" fmla="*/ 361 w 552"/>
                <a:gd name="T31" fmla="*/ 145 h 355"/>
                <a:gd name="T32" fmla="*/ 362 w 552"/>
                <a:gd name="T33" fmla="*/ 145 h 355"/>
                <a:gd name="T34" fmla="*/ 552 w 552"/>
                <a:gd name="T35" fmla="*/ 335 h 355"/>
                <a:gd name="T36" fmla="*/ 552 w 552"/>
                <a:gd name="T37" fmla="*/ 336 h 355"/>
                <a:gd name="T38" fmla="*/ 552 w 552"/>
                <a:gd name="T39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2" h="355">
                  <a:moveTo>
                    <a:pt x="552" y="355"/>
                  </a:moveTo>
                  <a:cubicBezTo>
                    <a:pt x="549" y="355"/>
                    <a:pt x="549" y="355"/>
                    <a:pt x="549" y="355"/>
                  </a:cubicBezTo>
                  <a:cubicBezTo>
                    <a:pt x="549" y="337"/>
                    <a:pt x="549" y="337"/>
                    <a:pt x="549" y="337"/>
                  </a:cubicBezTo>
                  <a:cubicBezTo>
                    <a:pt x="360" y="148"/>
                    <a:pt x="360" y="148"/>
                    <a:pt x="360" y="148"/>
                  </a:cubicBezTo>
                  <a:cubicBezTo>
                    <a:pt x="211" y="148"/>
                    <a:pt x="211" y="148"/>
                    <a:pt x="211" y="148"/>
                  </a:cubicBezTo>
                  <a:cubicBezTo>
                    <a:pt x="195" y="164"/>
                    <a:pt x="195" y="164"/>
                    <a:pt x="195" y="164"/>
                  </a:cubicBezTo>
                  <a:cubicBezTo>
                    <a:pt x="194" y="164"/>
                    <a:pt x="194" y="165"/>
                    <a:pt x="193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3" y="165"/>
                    <a:pt x="162" y="164"/>
                    <a:pt x="162" y="16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64" y="161"/>
                    <a:pt x="164" y="161"/>
                    <a:pt x="164" y="161"/>
                  </a:cubicBezTo>
                  <a:cubicBezTo>
                    <a:pt x="193" y="161"/>
                    <a:pt x="193" y="161"/>
                    <a:pt x="193" y="161"/>
                  </a:cubicBezTo>
                  <a:cubicBezTo>
                    <a:pt x="209" y="145"/>
                    <a:pt x="209" y="145"/>
                    <a:pt x="209" y="145"/>
                  </a:cubicBezTo>
                  <a:cubicBezTo>
                    <a:pt x="209" y="145"/>
                    <a:pt x="210" y="145"/>
                    <a:pt x="210" y="145"/>
                  </a:cubicBezTo>
                  <a:cubicBezTo>
                    <a:pt x="361" y="145"/>
                    <a:pt x="361" y="145"/>
                    <a:pt x="361" y="145"/>
                  </a:cubicBezTo>
                  <a:cubicBezTo>
                    <a:pt x="361" y="145"/>
                    <a:pt x="362" y="145"/>
                    <a:pt x="362" y="145"/>
                  </a:cubicBezTo>
                  <a:cubicBezTo>
                    <a:pt x="552" y="335"/>
                    <a:pt x="552" y="335"/>
                    <a:pt x="552" y="335"/>
                  </a:cubicBezTo>
                  <a:cubicBezTo>
                    <a:pt x="552" y="335"/>
                    <a:pt x="552" y="336"/>
                    <a:pt x="552" y="336"/>
                  </a:cubicBezTo>
                  <a:lnTo>
                    <a:pt x="552" y="3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9" name="Freeform 801"/>
            <p:cNvSpPr>
              <a:spLocks noEditPoints="1"/>
            </p:cNvSpPr>
            <p:nvPr/>
          </p:nvSpPr>
          <p:spPr bwMode="auto">
            <a:xfrm flipV="1">
              <a:off x="1960564" y="6110285"/>
              <a:ext cx="98425" cy="90488"/>
            </a:xfrm>
            <a:custGeom>
              <a:avLst/>
              <a:gdLst>
                <a:gd name="T0" fmla="*/ 13 w 26"/>
                <a:gd name="T1" fmla="*/ 6 h 24"/>
                <a:gd name="T2" fmla="*/ 17 w 26"/>
                <a:gd name="T3" fmla="*/ 8 h 24"/>
                <a:gd name="T4" fmla="*/ 17 w 26"/>
                <a:gd name="T5" fmla="*/ 17 h 24"/>
                <a:gd name="T6" fmla="*/ 13 w 26"/>
                <a:gd name="T7" fmla="*/ 18 h 24"/>
                <a:gd name="T8" fmla="*/ 9 w 26"/>
                <a:gd name="T9" fmla="*/ 17 h 24"/>
                <a:gd name="T10" fmla="*/ 9 w 26"/>
                <a:gd name="T11" fmla="*/ 8 h 24"/>
                <a:gd name="T12" fmla="*/ 13 w 26"/>
                <a:gd name="T13" fmla="*/ 6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2 w 26"/>
                <a:gd name="T23" fmla="*/ 21 h 24"/>
                <a:gd name="T24" fmla="*/ 22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8"/>
                    <a:pt x="13" y="18"/>
                  </a:cubicBezTo>
                  <a:cubicBezTo>
                    <a:pt x="11" y="18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1"/>
                    <a:pt x="4" y="4"/>
                  </a:cubicBezTo>
                  <a:cubicBezTo>
                    <a:pt x="0" y="8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2" y="21"/>
                  </a:cubicBezTo>
                  <a:cubicBezTo>
                    <a:pt x="26" y="16"/>
                    <a:pt x="26" y="8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" name="Freeform 802"/>
            <p:cNvSpPr>
              <a:spLocks noEditPoints="1"/>
            </p:cNvSpPr>
            <p:nvPr/>
          </p:nvSpPr>
          <p:spPr bwMode="auto">
            <a:xfrm flipV="1">
              <a:off x="2609852" y="5637210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7 w 26"/>
                <a:gd name="T3" fmla="*/ 8 h 25"/>
                <a:gd name="T4" fmla="*/ 17 w 26"/>
                <a:gd name="T5" fmla="*/ 17 h 25"/>
                <a:gd name="T6" fmla="*/ 13 w 26"/>
                <a:gd name="T7" fmla="*/ 19 h 25"/>
                <a:gd name="T8" fmla="*/ 9 w 26"/>
                <a:gd name="T9" fmla="*/ 17 h 25"/>
                <a:gd name="T10" fmla="*/ 9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4 w 26"/>
                <a:gd name="T17" fmla="*/ 4 h 25"/>
                <a:gd name="T18" fmla="*/ 4 w 26"/>
                <a:gd name="T19" fmla="*/ 21 h 25"/>
                <a:gd name="T20" fmla="*/ 13 w 26"/>
                <a:gd name="T21" fmla="*/ 25 h 25"/>
                <a:gd name="T22" fmla="*/ 22 w 26"/>
                <a:gd name="T23" fmla="*/ 21 h 25"/>
                <a:gd name="T24" fmla="*/ 22 w 26"/>
                <a:gd name="T25" fmla="*/ 4 h 25"/>
                <a:gd name="T26" fmla="*/ 13 w 26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9"/>
                    <a:pt x="13" y="19"/>
                  </a:cubicBezTo>
                  <a:cubicBezTo>
                    <a:pt x="11" y="19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6" y="25"/>
                    <a:pt x="19" y="23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1" name="Freeform 804"/>
            <p:cNvSpPr>
              <a:spLocks noEditPoints="1"/>
            </p:cNvSpPr>
            <p:nvPr/>
          </p:nvSpPr>
          <p:spPr bwMode="auto">
            <a:xfrm flipV="1">
              <a:off x="2191985" y="3470273"/>
              <a:ext cx="101600" cy="90488"/>
            </a:xfrm>
            <a:custGeom>
              <a:avLst/>
              <a:gdLst>
                <a:gd name="T0" fmla="*/ 14 w 27"/>
                <a:gd name="T1" fmla="*/ 6 h 24"/>
                <a:gd name="T2" fmla="*/ 18 w 27"/>
                <a:gd name="T3" fmla="*/ 8 h 24"/>
                <a:gd name="T4" fmla="*/ 18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8 h 24"/>
                <a:gd name="T12" fmla="*/ 14 w 27"/>
                <a:gd name="T13" fmla="*/ 6 h 24"/>
                <a:gd name="T14" fmla="*/ 14 w 27"/>
                <a:gd name="T15" fmla="*/ 0 h 24"/>
                <a:gd name="T16" fmla="*/ 5 w 27"/>
                <a:gd name="T17" fmla="*/ 3 h 24"/>
                <a:gd name="T18" fmla="*/ 5 w 27"/>
                <a:gd name="T19" fmla="*/ 21 h 24"/>
                <a:gd name="T20" fmla="*/ 14 w 27"/>
                <a:gd name="T21" fmla="*/ 24 h 24"/>
                <a:gd name="T22" fmla="*/ 22 w 27"/>
                <a:gd name="T23" fmla="*/ 21 h 24"/>
                <a:gd name="T24" fmla="*/ 22 w 27"/>
                <a:gd name="T25" fmla="*/ 3 h 24"/>
                <a:gd name="T26" fmla="*/ 14 w 27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4">
                  <a:moveTo>
                    <a:pt x="14" y="6"/>
                  </a:moveTo>
                  <a:cubicBezTo>
                    <a:pt x="15" y="6"/>
                    <a:pt x="17" y="6"/>
                    <a:pt x="18" y="8"/>
                  </a:cubicBezTo>
                  <a:cubicBezTo>
                    <a:pt x="20" y="10"/>
                    <a:pt x="20" y="14"/>
                    <a:pt x="18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7" y="14"/>
                    <a:pt x="7" y="10"/>
                    <a:pt x="9" y="8"/>
                  </a:cubicBezTo>
                  <a:cubicBezTo>
                    <a:pt x="10" y="6"/>
                    <a:pt x="12" y="6"/>
                    <a:pt x="14" y="6"/>
                  </a:cubicBezTo>
                  <a:close/>
                  <a:moveTo>
                    <a:pt x="14" y="0"/>
                  </a:move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4"/>
                    <a:pt x="14" y="24"/>
                  </a:cubicBezTo>
                  <a:cubicBezTo>
                    <a:pt x="17" y="24"/>
                    <a:pt x="20" y="23"/>
                    <a:pt x="22" y="21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2" name="任意多边形 1579"/>
            <p:cNvSpPr>
              <a:spLocks/>
            </p:cNvSpPr>
            <p:nvPr/>
          </p:nvSpPr>
          <p:spPr bwMode="auto">
            <a:xfrm flipV="1">
              <a:off x="3314562" y="4770340"/>
              <a:ext cx="3033852" cy="2698846"/>
            </a:xfrm>
            <a:custGeom>
              <a:avLst/>
              <a:gdLst>
                <a:gd name="connsiteX0" fmla="*/ 17697 w 3033852"/>
                <a:gd name="connsiteY0" fmla="*/ 2698846 h 2698846"/>
                <a:gd name="connsiteX1" fmla="*/ 114308 w 3033852"/>
                <a:gd name="connsiteY1" fmla="*/ 2602405 h 2698846"/>
                <a:gd name="connsiteX2" fmla="*/ 1206037 w 3033852"/>
                <a:gd name="connsiteY2" fmla="*/ 1512600 h 2698846"/>
                <a:gd name="connsiteX3" fmla="*/ 1382438 w 3033852"/>
                <a:gd name="connsiteY3" fmla="*/ 1512600 h 2698846"/>
                <a:gd name="connsiteX4" fmla="*/ 1393698 w 3033852"/>
                <a:gd name="connsiteY4" fmla="*/ 1508846 h 2698846"/>
                <a:gd name="connsiteX5" fmla="*/ 1926654 w 3033852"/>
                <a:gd name="connsiteY5" fmla="*/ 972118 h 2698846"/>
                <a:gd name="connsiteX6" fmla="*/ 2076783 w 3033852"/>
                <a:gd name="connsiteY6" fmla="*/ 972118 h 2698846"/>
                <a:gd name="connsiteX7" fmla="*/ 2084289 w 3033852"/>
                <a:gd name="connsiteY7" fmla="*/ 968364 h 2698846"/>
                <a:gd name="connsiteX8" fmla="*/ 3033852 w 3033852"/>
                <a:gd name="connsiteY8" fmla="*/ 18767 h 2698846"/>
                <a:gd name="connsiteX9" fmla="*/ 3015086 w 3033852"/>
                <a:gd name="connsiteY9" fmla="*/ 0 h 2698846"/>
                <a:gd name="connsiteX10" fmla="*/ 2069277 w 3033852"/>
                <a:gd name="connsiteY10" fmla="*/ 945844 h 2698846"/>
                <a:gd name="connsiteX11" fmla="*/ 1922901 w 3033852"/>
                <a:gd name="connsiteY11" fmla="*/ 945844 h 2698846"/>
                <a:gd name="connsiteX12" fmla="*/ 1911641 w 3033852"/>
                <a:gd name="connsiteY12" fmla="*/ 949597 h 2698846"/>
                <a:gd name="connsiteX13" fmla="*/ 1378685 w 3033852"/>
                <a:gd name="connsiteY13" fmla="*/ 1486326 h 2698846"/>
                <a:gd name="connsiteX14" fmla="*/ 1198531 w 3033852"/>
                <a:gd name="connsiteY14" fmla="*/ 1486326 h 2698846"/>
                <a:gd name="connsiteX15" fmla="*/ 1191025 w 3033852"/>
                <a:gd name="connsiteY15" fmla="*/ 1490080 h 2698846"/>
                <a:gd name="connsiteX16" fmla="*/ 67694 w 3033852"/>
                <a:gd name="connsiteY16" fmla="*/ 2613451 h 2698846"/>
                <a:gd name="connsiteX17" fmla="*/ 0 w 3033852"/>
                <a:gd name="connsiteY17" fmla="*/ 2681148 h 269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33852" h="2698846">
                  <a:moveTo>
                    <a:pt x="17697" y="2698846"/>
                  </a:moveTo>
                  <a:lnTo>
                    <a:pt x="114308" y="2602405"/>
                  </a:lnTo>
                  <a:cubicBezTo>
                    <a:pt x="392924" y="2324280"/>
                    <a:pt x="749553" y="1968280"/>
                    <a:pt x="1206037" y="1512600"/>
                  </a:cubicBezTo>
                  <a:cubicBezTo>
                    <a:pt x="1206037" y="1512600"/>
                    <a:pt x="1206037" y="1512600"/>
                    <a:pt x="1382438" y="1512600"/>
                  </a:cubicBezTo>
                  <a:cubicBezTo>
                    <a:pt x="1386192" y="1512600"/>
                    <a:pt x="1389945" y="1508846"/>
                    <a:pt x="1393698" y="1508846"/>
                  </a:cubicBezTo>
                  <a:cubicBezTo>
                    <a:pt x="1393698" y="1508846"/>
                    <a:pt x="1393698" y="1508846"/>
                    <a:pt x="1926654" y="972118"/>
                  </a:cubicBezTo>
                  <a:cubicBezTo>
                    <a:pt x="1926654" y="972118"/>
                    <a:pt x="1926654" y="972118"/>
                    <a:pt x="2076783" y="972118"/>
                  </a:cubicBezTo>
                  <a:cubicBezTo>
                    <a:pt x="2076783" y="972118"/>
                    <a:pt x="2080536" y="972118"/>
                    <a:pt x="2084289" y="968364"/>
                  </a:cubicBezTo>
                  <a:cubicBezTo>
                    <a:pt x="2084289" y="968364"/>
                    <a:pt x="2084289" y="968364"/>
                    <a:pt x="3033852" y="18767"/>
                  </a:cubicBezTo>
                  <a:cubicBezTo>
                    <a:pt x="3033852" y="18767"/>
                    <a:pt x="3033852" y="18767"/>
                    <a:pt x="3015086" y="0"/>
                  </a:cubicBezTo>
                  <a:cubicBezTo>
                    <a:pt x="3015086" y="0"/>
                    <a:pt x="3015086" y="0"/>
                    <a:pt x="2069277" y="945844"/>
                  </a:cubicBezTo>
                  <a:cubicBezTo>
                    <a:pt x="2069277" y="945844"/>
                    <a:pt x="2069277" y="945844"/>
                    <a:pt x="1922901" y="945844"/>
                  </a:cubicBezTo>
                  <a:cubicBezTo>
                    <a:pt x="1919148" y="945844"/>
                    <a:pt x="1915395" y="949597"/>
                    <a:pt x="1911641" y="949597"/>
                  </a:cubicBezTo>
                  <a:cubicBezTo>
                    <a:pt x="1911641" y="949597"/>
                    <a:pt x="1911641" y="949597"/>
                    <a:pt x="1378685" y="1486326"/>
                  </a:cubicBezTo>
                  <a:cubicBezTo>
                    <a:pt x="1378685" y="1486326"/>
                    <a:pt x="1378685" y="1486326"/>
                    <a:pt x="1198531" y="1486326"/>
                  </a:cubicBezTo>
                  <a:cubicBezTo>
                    <a:pt x="1194778" y="1486326"/>
                    <a:pt x="1191025" y="1486326"/>
                    <a:pt x="1191025" y="1490080"/>
                  </a:cubicBezTo>
                  <a:cubicBezTo>
                    <a:pt x="1191025" y="1490080"/>
                    <a:pt x="1191025" y="1490080"/>
                    <a:pt x="67694" y="2613451"/>
                  </a:cubicBezTo>
                  <a:lnTo>
                    <a:pt x="0" y="268114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3" name="任意多边形 1536"/>
            <p:cNvSpPr>
              <a:spLocks/>
            </p:cNvSpPr>
            <p:nvPr/>
          </p:nvSpPr>
          <p:spPr bwMode="auto">
            <a:xfrm flipV="1">
              <a:off x="2328508" y="3317874"/>
              <a:ext cx="663931" cy="2341563"/>
            </a:xfrm>
            <a:custGeom>
              <a:avLst/>
              <a:gdLst>
                <a:gd name="connsiteX0" fmla="*/ 0 w 663931"/>
                <a:gd name="connsiteY0" fmla="*/ 2341563 h 2341563"/>
                <a:gd name="connsiteX1" fmla="*/ 18755 w 663931"/>
                <a:gd name="connsiteY1" fmla="*/ 2341563 h 2341563"/>
                <a:gd name="connsiteX2" fmla="*/ 18755 w 663931"/>
                <a:gd name="connsiteY2" fmla="*/ 2312254 h 2341563"/>
                <a:gd name="connsiteX3" fmla="*/ 18755 w 663931"/>
                <a:gd name="connsiteY3" fmla="*/ 1756289 h 2341563"/>
                <a:gd name="connsiteX4" fmla="*/ 660180 w 663931"/>
                <a:gd name="connsiteY4" fmla="*/ 1114568 h 2341563"/>
                <a:gd name="connsiteX5" fmla="*/ 663931 w 663931"/>
                <a:gd name="connsiteY5" fmla="*/ 1107063 h 2341563"/>
                <a:gd name="connsiteX6" fmla="*/ 663931 w 663931"/>
                <a:gd name="connsiteY6" fmla="*/ 476600 h 2341563"/>
                <a:gd name="connsiteX7" fmla="*/ 660180 w 663931"/>
                <a:gd name="connsiteY7" fmla="*/ 469095 h 2341563"/>
                <a:gd name="connsiteX8" fmla="*/ 337592 w 663931"/>
                <a:gd name="connsiteY8" fmla="*/ 146358 h 2341563"/>
                <a:gd name="connsiteX9" fmla="*/ 337592 w 663931"/>
                <a:gd name="connsiteY9" fmla="*/ 0 h 2341563"/>
                <a:gd name="connsiteX10" fmla="*/ 315086 w 663931"/>
                <a:gd name="connsiteY10" fmla="*/ 0 h 2341563"/>
                <a:gd name="connsiteX11" fmla="*/ 315086 w 663931"/>
                <a:gd name="connsiteY11" fmla="*/ 150110 h 2341563"/>
                <a:gd name="connsiteX12" fmla="*/ 318837 w 663931"/>
                <a:gd name="connsiteY12" fmla="*/ 157616 h 2341563"/>
                <a:gd name="connsiteX13" fmla="*/ 641425 w 663931"/>
                <a:gd name="connsiteY13" fmla="*/ 480353 h 2341563"/>
                <a:gd name="connsiteX14" fmla="*/ 641425 w 663931"/>
                <a:gd name="connsiteY14" fmla="*/ 1103310 h 2341563"/>
                <a:gd name="connsiteX15" fmla="*/ 0 w 663931"/>
                <a:gd name="connsiteY15" fmla="*/ 1741278 h 2341563"/>
                <a:gd name="connsiteX16" fmla="*/ 0 w 663931"/>
                <a:gd name="connsiteY16" fmla="*/ 1748784 h 2341563"/>
                <a:gd name="connsiteX17" fmla="*/ 0 w 663931"/>
                <a:gd name="connsiteY17" fmla="*/ 2244052 h 234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3931" h="2341563">
                  <a:moveTo>
                    <a:pt x="0" y="2341563"/>
                  </a:moveTo>
                  <a:lnTo>
                    <a:pt x="18755" y="2341563"/>
                  </a:lnTo>
                  <a:lnTo>
                    <a:pt x="18755" y="2312254"/>
                  </a:lnTo>
                  <a:cubicBezTo>
                    <a:pt x="18755" y="2204509"/>
                    <a:pt x="18755" y="2032117"/>
                    <a:pt x="18755" y="1756289"/>
                  </a:cubicBezTo>
                  <a:cubicBezTo>
                    <a:pt x="18755" y="1756289"/>
                    <a:pt x="18755" y="1756289"/>
                    <a:pt x="660180" y="1114568"/>
                  </a:cubicBezTo>
                  <a:cubicBezTo>
                    <a:pt x="663931" y="1110816"/>
                    <a:pt x="663931" y="1110816"/>
                    <a:pt x="663931" y="1107063"/>
                  </a:cubicBezTo>
                  <a:cubicBezTo>
                    <a:pt x="663931" y="1107063"/>
                    <a:pt x="663931" y="1107063"/>
                    <a:pt x="663931" y="476600"/>
                  </a:cubicBezTo>
                  <a:cubicBezTo>
                    <a:pt x="663931" y="472847"/>
                    <a:pt x="663931" y="469095"/>
                    <a:pt x="660180" y="469095"/>
                  </a:cubicBezTo>
                  <a:cubicBezTo>
                    <a:pt x="660180" y="469095"/>
                    <a:pt x="660180" y="469095"/>
                    <a:pt x="337592" y="146358"/>
                  </a:cubicBezTo>
                  <a:cubicBezTo>
                    <a:pt x="337592" y="146358"/>
                    <a:pt x="337592" y="146358"/>
                    <a:pt x="337592" y="0"/>
                  </a:cubicBezTo>
                  <a:cubicBezTo>
                    <a:pt x="337592" y="0"/>
                    <a:pt x="337592" y="0"/>
                    <a:pt x="315086" y="0"/>
                  </a:cubicBezTo>
                  <a:cubicBezTo>
                    <a:pt x="315086" y="0"/>
                    <a:pt x="315086" y="0"/>
                    <a:pt x="315086" y="150110"/>
                  </a:cubicBezTo>
                  <a:cubicBezTo>
                    <a:pt x="315086" y="153863"/>
                    <a:pt x="318837" y="157616"/>
                    <a:pt x="318837" y="157616"/>
                  </a:cubicBezTo>
                  <a:cubicBezTo>
                    <a:pt x="318837" y="157616"/>
                    <a:pt x="318837" y="157616"/>
                    <a:pt x="641425" y="480353"/>
                  </a:cubicBezTo>
                  <a:cubicBezTo>
                    <a:pt x="641425" y="480353"/>
                    <a:pt x="641425" y="480353"/>
                    <a:pt x="641425" y="1103310"/>
                  </a:cubicBezTo>
                  <a:cubicBezTo>
                    <a:pt x="641425" y="1103310"/>
                    <a:pt x="641425" y="1103310"/>
                    <a:pt x="0" y="1741278"/>
                  </a:cubicBezTo>
                  <a:cubicBezTo>
                    <a:pt x="0" y="1745031"/>
                    <a:pt x="0" y="1748784"/>
                    <a:pt x="0" y="1748784"/>
                  </a:cubicBezTo>
                  <a:cubicBezTo>
                    <a:pt x="0" y="1748784"/>
                    <a:pt x="0" y="1748784"/>
                    <a:pt x="0" y="224405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4" name="任意多边形 1539"/>
            <p:cNvSpPr>
              <a:spLocks/>
            </p:cNvSpPr>
            <p:nvPr/>
          </p:nvSpPr>
          <p:spPr bwMode="auto">
            <a:xfrm flipV="1">
              <a:off x="1998243" y="3553617"/>
              <a:ext cx="886246" cy="2578894"/>
            </a:xfrm>
            <a:custGeom>
              <a:avLst/>
              <a:gdLst>
                <a:gd name="connsiteX0" fmla="*/ 232828 w 886246"/>
                <a:gd name="connsiteY0" fmla="*/ 2578894 h 2578894"/>
                <a:gd name="connsiteX1" fmla="*/ 255359 w 886246"/>
                <a:gd name="connsiteY1" fmla="*/ 2578894 h 2578894"/>
                <a:gd name="connsiteX2" fmla="*/ 255359 w 886246"/>
                <a:gd name="connsiteY2" fmla="*/ 2434465 h 2578894"/>
                <a:gd name="connsiteX3" fmla="*/ 255359 w 886246"/>
                <a:gd name="connsiteY3" fmla="*/ 2187952 h 2578894"/>
                <a:gd name="connsiteX4" fmla="*/ 882491 w 886246"/>
                <a:gd name="connsiteY4" fmla="*/ 1557462 h 2578894"/>
                <a:gd name="connsiteX5" fmla="*/ 886246 w 886246"/>
                <a:gd name="connsiteY5" fmla="*/ 1549956 h 2578894"/>
                <a:gd name="connsiteX6" fmla="*/ 886246 w 886246"/>
                <a:gd name="connsiteY6" fmla="*/ 1013288 h 2578894"/>
                <a:gd name="connsiteX7" fmla="*/ 882491 w 886246"/>
                <a:gd name="connsiteY7" fmla="*/ 1005783 h 2578894"/>
                <a:gd name="connsiteX8" fmla="*/ 22532 w 886246"/>
                <a:gd name="connsiteY8" fmla="*/ 142611 h 2578894"/>
                <a:gd name="connsiteX9" fmla="*/ 22532 w 886246"/>
                <a:gd name="connsiteY9" fmla="*/ 0 h 2578894"/>
                <a:gd name="connsiteX10" fmla="*/ 0 w 886246"/>
                <a:gd name="connsiteY10" fmla="*/ 0 h 2578894"/>
                <a:gd name="connsiteX11" fmla="*/ 0 w 886246"/>
                <a:gd name="connsiteY11" fmla="*/ 146364 h 2578894"/>
                <a:gd name="connsiteX12" fmla="*/ 3756 w 886246"/>
                <a:gd name="connsiteY12" fmla="*/ 153870 h 2578894"/>
                <a:gd name="connsiteX13" fmla="*/ 863715 w 886246"/>
                <a:gd name="connsiteY13" fmla="*/ 1017041 h 2578894"/>
                <a:gd name="connsiteX14" fmla="*/ 863715 w 886246"/>
                <a:gd name="connsiteY14" fmla="*/ 1546203 h 2578894"/>
                <a:gd name="connsiteX15" fmla="*/ 236583 w 886246"/>
                <a:gd name="connsiteY15" fmla="*/ 2176693 h 2578894"/>
                <a:gd name="connsiteX16" fmla="*/ 232828 w 886246"/>
                <a:gd name="connsiteY16" fmla="*/ 2184199 h 2578894"/>
                <a:gd name="connsiteX17" fmla="*/ 232828 w 886246"/>
                <a:gd name="connsiteY17" fmla="*/ 2517689 h 257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86246" h="2578894">
                  <a:moveTo>
                    <a:pt x="232828" y="2578894"/>
                  </a:moveTo>
                  <a:lnTo>
                    <a:pt x="255359" y="2578894"/>
                  </a:lnTo>
                  <a:lnTo>
                    <a:pt x="255359" y="2434465"/>
                  </a:lnTo>
                  <a:cubicBezTo>
                    <a:pt x="255359" y="2362991"/>
                    <a:pt x="255359" y="2281306"/>
                    <a:pt x="255359" y="2187952"/>
                  </a:cubicBezTo>
                  <a:cubicBezTo>
                    <a:pt x="255359" y="2187952"/>
                    <a:pt x="255359" y="2187952"/>
                    <a:pt x="882491" y="1557462"/>
                  </a:cubicBezTo>
                  <a:cubicBezTo>
                    <a:pt x="886246" y="1557462"/>
                    <a:pt x="886246" y="1553709"/>
                    <a:pt x="886246" y="1549956"/>
                  </a:cubicBezTo>
                  <a:cubicBezTo>
                    <a:pt x="886246" y="1549956"/>
                    <a:pt x="886246" y="1549956"/>
                    <a:pt x="886246" y="1013288"/>
                  </a:cubicBezTo>
                  <a:cubicBezTo>
                    <a:pt x="886246" y="1009536"/>
                    <a:pt x="886246" y="1005783"/>
                    <a:pt x="882491" y="1005783"/>
                  </a:cubicBezTo>
                  <a:cubicBezTo>
                    <a:pt x="882491" y="1005783"/>
                    <a:pt x="882491" y="1005783"/>
                    <a:pt x="22532" y="142611"/>
                  </a:cubicBezTo>
                  <a:cubicBezTo>
                    <a:pt x="22532" y="142611"/>
                    <a:pt x="22532" y="142611"/>
                    <a:pt x="22532" y="0"/>
                  </a:cubicBezTo>
                  <a:cubicBezTo>
                    <a:pt x="22532" y="0"/>
                    <a:pt x="22532" y="0"/>
                    <a:pt x="0" y="0"/>
                  </a:cubicBezTo>
                  <a:cubicBezTo>
                    <a:pt x="0" y="0"/>
                    <a:pt x="0" y="0"/>
                    <a:pt x="0" y="146364"/>
                  </a:cubicBezTo>
                  <a:cubicBezTo>
                    <a:pt x="0" y="150117"/>
                    <a:pt x="0" y="153870"/>
                    <a:pt x="3756" y="153870"/>
                  </a:cubicBezTo>
                  <a:cubicBezTo>
                    <a:pt x="3756" y="153870"/>
                    <a:pt x="3756" y="153870"/>
                    <a:pt x="863715" y="1017041"/>
                  </a:cubicBezTo>
                  <a:cubicBezTo>
                    <a:pt x="863715" y="1017041"/>
                    <a:pt x="863715" y="1017041"/>
                    <a:pt x="863715" y="1546203"/>
                  </a:cubicBezTo>
                  <a:cubicBezTo>
                    <a:pt x="863715" y="1546203"/>
                    <a:pt x="863715" y="1546203"/>
                    <a:pt x="236583" y="2176693"/>
                  </a:cubicBezTo>
                  <a:cubicBezTo>
                    <a:pt x="232828" y="2176693"/>
                    <a:pt x="232828" y="2180446"/>
                    <a:pt x="232828" y="2184199"/>
                  </a:cubicBezTo>
                  <a:cubicBezTo>
                    <a:pt x="232828" y="2184199"/>
                    <a:pt x="232828" y="2184199"/>
                    <a:pt x="232828" y="251768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5" name="椭圆 1537"/>
            <p:cNvSpPr>
              <a:spLocks noChangeAspect="1"/>
            </p:cNvSpPr>
            <p:nvPr/>
          </p:nvSpPr>
          <p:spPr>
            <a:xfrm>
              <a:off x="2295590" y="3240505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solidFill>
                <a:srgbClr val="4D4D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56" name="椭圆 1540"/>
            <p:cNvSpPr>
              <a:spLocks noChangeAspect="1"/>
            </p:cNvSpPr>
            <p:nvPr/>
          </p:nvSpPr>
          <p:spPr>
            <a:xfrm>
              <a:off x="3254922" y="471169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57" name="椭圆 1541"/>
            <p:cNvSpPr>
              <a:spLocks noChangeAspect="1"/>
            </p:cNvSpPr>
            <p:nvPr/>
          </p:nvSpPr>
          <p:spPr>
            <a:xfrm>
              <a:off x="3495552" y="544896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58" name="椭圆 1542"/>
            <p:cNvSpPr/>
            <p:nvPr/>
          </p:nvSpPr>
          <p:spPr>
            <a:xfrm>
              <a:off x="2318942" y="4220764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59" name="椭圆 1543"/>
            <p:cNvSpPr/>
            <p:nvPr/>
          </p:nvSpPr>
          <p:spPr>
            <a:xfrm>
              <a:off x="1061246" y="29114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0" name="椭圆 1544"/>
            <p:cNvSpPr/>
            <p:nvPr/>
          </p:nvSpPr>
          <p:spPr>
            <a:xfrm>
              <a:off x="1049339" y="328929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1" name="椭圆 1545"/>
            <p:cNvSpPr/>
            <p:nvPr/>
          </p:nvSpPr>
          <p:spPr>
            <a:xfrm>
              <a:off x="680641" y="291345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2" name="椭圆 1546"/>
            <p:cNvSpPr/>
            <p:nvPr/>
          </p:nvSpPr>
          <p:spPr>
            <a:xfrm>
              <a:off x="305992" y="254833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3" name="椭圆 1547"/>
            <p:cNvSpPr/>
            <p:nvPr/>
          </p:nvSpPr>
          <p:spPr>
            <a:xfrm>
              <a:off x="1575198" y="382468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4" name="椭圆 1548"/>
            <p:cNvSpPr/>
            <p:nvPr/>
          </p:nvSpPr>
          <p:spPr>
            <a:xfrm>
              <a:off x="2307036" y="4965299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5" name="椭圆 1549"/>
            <p:cNvSpPr/>
            <p:nvPr/>
          </p:nvSpPr>
          <p:spPr>
            <a:xfrm>
              <a:off x="2694385" y="4996257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6" name="椭圆 1550"/>
            <p:cNvSpPr/>
            <p:nvPr/>
          </p:nvSpPr>
          <p:spPr>
            <a:xfrm>
              <a:off x="2940448" y="564713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7" name="椭圆 1551"/>
            <p:cNvSpPr>
              <a:spLocks noChangeAspect="1"/>
            </p:cNvSpPr>
            <p:nvPr/>
          </p:nvSpPr>
          <p:spPr>
            <a:xfrm>
              <a:off x="3840832" y="5817204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8" name="椭圆 1552"/>
            <p:cNvSpPr/>
            <p:nvPr/>
          </p:nvSpPr>
          <p:spPr>
            <a:xfrm>
              <a:off x="4421585" y="6393258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9" name="椭圆 1553"/>
            <p:cNvSpPr/>
            <p:nvPr/>
          </p:nvSpPr>
          <p:spPr>
            <a:xfrm>
              <a:off x="3898504" y="65690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70" name="椭圆 1554"/>
            <p:cNvSpPr/>
            <p:nvPr/>
          </p:nvSpPr>
          <p:spPr>
            <a:xfrm>
              <a:off x="5148660" y="6750445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86532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041482"/>
            <a:ext cx="8837456" cy="5816517"/>
          </a:xfrm>
          <a:prstGeom prst="rect">
            <a:avLst/>
          </a:prstGeom>
        </p:spPr>
      </p:pic>
      <p:grpSp>
        <p:nvGrpSpPr>
          <p:cNvPr id="3" name="组合 4"/>
          <p:cNvGrpSpPr/>
          <p:nvPr/>
        </p:nvGrpSpPr>
        <p:grpSpPr>
          <a:xfrm>
            <a:off x="0" y="561280"/>
            <a:ext cx="3395006" cy="431295"/>
            <a:chOff x="-22274" y="526055"/>
            <a:chExt cx="3395006" cy="431295"/>
          </a:xfrm>
        </p:grpSpPr>
        <p:grpSp>
          <p:nvGrpSpPr>
            <p:cNvPr id="4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9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4" name="文本框 6"/>
          <p:cNvSpPr txBox="1"/>
          <p:nvPr/>
        </p:nvSpPr>
        <p:spPr>
          <a:xfrm>
            <a:off x="136593" y="86232"/>
            <a:ext cx="6246361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GM/GDS </a:t>
            </a:r>
            <a:r>
              <a:rPr lang="en-US" altLang="zh-CN" sz="2600" b="1" dirty="0" err="1">
                <a:solidFill>
                  <a:prstClr val="black"/>
                </a:solidFill>
                <a:ea typeface="方正清刻本悦宋简体" panose="02000000000000000000" pitchFamily="2" charset="-122"/>
              </a:rPr>
              <a:t>vs</a:t>
            </a:r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 GM/ID for PMOS Load 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7573195-A27E-0EF4-FFC7-956BC6760CEA}"/>
              </a:ext>
            </a:extLst>
          </p:cNvPr>
          <p:cNvGrpSpPr/>
          <p:nvPr/>
        </p:nvGrpSpPr>
        <p:grpSpPr>
          <a:xfrm>
            <a:off x="8943163" y="1887828"/>
            <a:ext cx="3147273" cy="4123823"/>
            <a:chOff x="1637956" y="2031999"/>
            <a:chExt cx="3147273" cy="4123823"/>
          </a:xfrm>
        </p:grpSpPr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C997AD2-E8FA-0EF2-6995-4BAC4E5C5E4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28889" y="4365560"/>
              <a:ext cx="156340" cy="0"/>
            </a:xfrm>
            <a:prstGeom prst="lin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B7521034-C773-E894-56C9-6F2707016618}"/>
                </a:ext>
              </a:extLst>
            </p:cNvPr>
            <p:cNvGrpSpPr/>
            <p:nvPr/>
          </p:nvGrpSpPr>
          <p:grpSpPr>
            <a:xfrm>
              <a:off x="1743273" y="4310054"/>
              <a:ext cx="194484" cy="152992"/>
              <a:chOff x="6698562" y="3393669"/>
              <a:chExt cx="307294" cy="280878"/>
            </a:xfrm>
          </p:grpSpPr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EC6BE468-35D2-EC13-F2FE-D6CF8FA3CAE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98562" y="3522147"/>
                <a:ext cx="307294" cy="0"/>
              </a:xfrm>
              <a:prstGeom prst="lin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D81051A8-169A-1D63-FBF2-15312B0015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50962" y="3393669"/>
                <a:ext cx="1247" cy="280878"/>
              </a:xfrm>
              <a:prstGeom prst="lin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D37EC87D-44FB-CCA8-CF89-F4AC921533F8}"/>
                </a:ext>
              </a:extLst>
            </p:cNvPr>
            <p:cNvGrpSpPr/>
            <p:nvPr/>
          </p:nvGrpSpPr>
          <p:grpSpPr>
            <a:xfrm>
              <a:off x="3111090" y="5998261"/>
              <a:ext cx="344510" cy="157561"/>
              <a:chOff x="7382434" y="6021460"/>
              <a:chExt cx="368799" cy="172385"/>
            </a:xfrm>
          </p:grpSpPr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2EA48502-451E-5295-C4E9-DA18FF14CB1C}"/>
                  </a:ext>
                </a:extLst>
              </p:cNvPr>
              <p:cNvCxnSpPr/>
              <p:nvPr/>
            </p:nvCxnSpPr>
            <p:spPr>
              <a:xfrm>
                <a:off x="7455076" y="6107652"/>
                <a:ext cx="234690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30A1F2DC-259F-71C4-C213-4545C66237EF}"/>
                  </a:ext>
                </a:extLst>
              </p:cNvPr>
              <p:cNvCxnSpPr/>
              <p:nvPr/>
            </p:nvCxnSpPr>
            <p:spPr>
              <a:xfrm>
                <a:off x="7522131" y="6193845"/>
                <a:ext cx="111757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7D8D053A-03B4-CF48-7429-D2BFD760D927}"/>
                  </a:ext>
                </a:extLst>
              </p:cNvPr>
              <p:cNvCxnSpPr/>
              <p:nvPr/>
            </p:nvCxnSpPr>
            <p:spPr>
              <a:xfrm>
                <a:off x="7382434" y="6021460"/>
                <a:ext cx="368799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3BDD8F72-90D6-7F85-573E-97B71BEB0797}"/>
                </a:ext>
              </a:extLst>
            </p:cNvPr>
            <p:cNvGrpSpPr/>
            <p:nvPr/>
          </p:nvGrpSpPr>
          <p:grpSpPr>
            <a:xfrm flipH="1">
              <a:off x="3178948" y="2031999"/>
              <a:ext cx="229178" cy="272239"/>
              <a:chOff x="6184900" y="454026"/>
              <a:chExt cx="266700" cy="441324"/>
            </a:xfrm>
          </p:grpSpPr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83E27425-F5E7-8750-FE8F-4386CAE20299}"/>
                  </a:ext>
                </a:extLst>
              </p:cNvPr>
              <p:cNvCxnSpPr/>
              <p:nvPr/>
            </p:nvCxnSpPr>
            <p:spPr>
              <a:xfrm flipV="1">
                <a:off x="6318250" y="685800"/>
                <a:ext cx="0" cy="20955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Isosceles Triangle 68">
                <a:extLst>
                  <a:ext uri="{FF2B5EF4-FFF2-40B4-BE49-F238E27FC236}">
                    <a16:creationId xmlns:a16="http://schemas.microsoft.com/office/drawing/2014/main" id="{FDE06903-CFBF-DE03-9091-19D3D59AE3AC}"/>
                  </a:ext>
                </a:extLst>
              </p:cNvPr>
              <p:cNvSpPr/>
              <p:nvPr/>
            </p:nvSpPr>
            <p:spPr>
              <a:xfrm>
                <a:off x="6184900" y="454026"/>
                <a:ext cx="266700" cy="234950"/>
              </a:xfrm>
              <a:prstGeom prst="triangl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</p:grp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A9569921-D344-FE04-EAB8-37CFE1DE4AF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83345" y="4874775"/>
              <a:ext cx="0" cy="112348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7D7F6047-1C20-4711-2241-FB4BF0AE7698}"/>
                </a:ext>
              </a:extLst>
            </p:cNvPr>
            <p:cNvGrpSpPr/>
            <p:nvPr/>
          </p:nvGrpSpPr>
          <p:grpSpPr>
            <a:xfrm>
              <a:off x="2186616" y="3914651"/>
              <a:ext cx="343664" cy="642407"/>
              <a:chOff x="7418814" y="5257536"/>
              <a:chExt cx="367893" cy="702846"/>
            </a:xfrm>
          </p:grpSpPr>
          <p:cxnSp>
            <p:nvCxnSpPr>
              <p:cNvPr id="62" name="Straight Connector 61">
                <a:extLst>
                  <a:ext uri="{FF2B5EF4-FFF2-40B4-BE49-F238E27FC236}">
                    <a16:creationId xmlns:a16="http://schemas.microsoft.com/office/drawing/2014/main" id="{05CF24AB-BA71-4E26-D80B-665C89FAFD9D}"/>
                  </a:ext>
                </a:extLst>
              </p:cNvPr>
              <p:cNvCxnSpPr/>
              <p:nvPr/>
            </p:nvCxnSpPr>
            <p:spPr>
              <a:xfrm>
                <a:off x="7418814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5AFECD8B-B252-986D-7F6D-B1740C76E9C3}"/>
                  </a:ext>
                </a:extLst>
              </p:cNvPr>
              <p:cNvCxnSpPr/>
              <p:nvPr/>
            </p:nvCxnSpPr>
            <p:spPr>
              <a:xfrm>
                <a:off x="7520302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447C6ECE-8925-6EF2-64A4-388A3D640DB6}"/>
                  </a:ext>
                </a:extLst>
              </p:cNvPr>
              <p:cNvCxnSpPr/>
              <p:nvPr/>
            </p:nvCxnSpPr>
            <p:spPr>
              <a:xfrm flipH="1">
                <a:off x="7520302" y="5857527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78E70EF4-BDDC-F927-4033-7096B13BA069}"/>
                  </a:ext>
                </a:extLst>
              </p:cNvPr>
              <p:cNvCxnSpPr/>
              <p:nvPr/>
            </p:nvCxnSpPr>
            <p:spPr>
              <a:xfrm flipH="1">
                <a:off x="7520302" y="5257536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CB0F8C41-0880-08BC-A518-34DD5E4CFB88}"/>
                  </a:ext>
                </a:extLst>
              </p:cNvPr>
              <p:cNvCxnSpPr/>
              <p:nvPr/>
            </p:nvCxnSpPr>
            <p:spPr>
              <a:xfrm flipH="1">
                <a:off x="7672533" y="5857527"/>
                <a:ext cx="114174" cy="10285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91AB54B9-DD25-19DE-CDAA-7A1A031A9546}"/>
                  </a:ext>
                </a:extLst>
              </p:cNvPr>
              <p:cNvCxnSpPr/>
              <p:nvPr/>
            </p:nvCxnSpPr>
            <p:spPr>
              <a:xfrm flipH="1" flipV="1">
                <a:off x="7685220" y="5793242"/>
                <a:ext cx="95144" cy="6428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12E7390-2F87-9458-645D-AE4909B43946}"/>
                </a:ext>
              </a:extLst>
            </p:cNvPr>
            <p:cNvCxnSpPr>
              <a:cxnSpLocks/>
            </p:cNvCxnSpPr>
            <p:nvPr/>
          </p:nvCxnSpPr>
          <p:spPr>
            <a:xfrm>
              <a:off x="2514023" y="3085762"/>
              <a:ext cx="0" cy="82888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8E8A7FE3-B910-CD5A-A645-8CDCFE7AA25A}"/>
                </a:ext>
              </a:extLst>
            </p:cNvPr>
            <p:cNvGrpSpPr/>
            <p:nvPr/>
          </p:nvGrpSpPr>
          <p:grpSpPr>
            <a:xfrm>
              <a:off x="2500638" y="2483505"/>
              <a:ext cx="491097" cy="602256"/>
              <a:chOff x="7780364" y="3601345"/>
              <a:chExt cx="525720" cy="658918"/>
            </a:xfrm>
          </p:grpSpPr>
          <p:cxnSp>
            <p:nvCxnSpPr>
              <p:cNvPr id="54" name="Straight Connector 53">
                <a:extLst>
                  <a:ext uri="{FF2B5EF4-FFF2-40B4-BE49-F238E27FC236}">
                    <a16:creationId xmlns:a16="http://schemas.microsoft.com/office/drawing/2014/main" id="{755CEDD4-B975-29DB-4530-CF48A7ED259D}"/>
                  </a:ext>
                </a:extLst>
              </p:cNvPr>
              <p:cNvCxnSpPr/>
              <p:nvPr/>
            </p:nvCxnSpPr>
            <p:spPr>
              <a:xfrm flipH="1">
                <a:off x="8119161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F76EB704-04C4-B095-3340-CC9B7F5FFF85}"/>
                  </a:ext>
                </a:extLst>
              </p:cNvPr>
              <p:cNvCxnSpPr/>
              <p:nvPr/>
            </p:nvCxnSpPr>
            <p:spPr>
              <a:xfrm flipH="1">
                <a:off x="8025700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Straight Connector 55">
                <a:extLst>
                  <a:ext uri="{FF2B5EF4-FFF2-40B4-BE49-F238E27FC236}">
                    <a16:creationId xmlns:a16="http://schemas.microsoft.com/office/drawing/2014/main" id="{C4EBC546-9DD6-5429-6298-AA2E53D8522F}"/>
                  </a:ext>
                </a:extLst>
              </p:cNvPr>
              <p:cNvCxnSpPr/>
              <p:nvPr/>
            </p:nvCxnSpPr>
            <p:spPr>
              <a:xfrm>
                <a:off x="7780364" y="426026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Straight Connector 56">
                <a:extLst>
                  <a:ext uri="{FF2B5EF4-FFF2-40B4-BE49-F238E27FC236}">
                    <a16:creationId xmlns:a16="http://schemas.microsoft.com/office/drawing/2014/main" id="{0E84291A-7202-7627-C3A0-85D975573A9E}"/>
                  </a:ext>
                </a:extLst>
              </p:cNvPr>
              <p:cNvCxnSpPr/>
              <p:nvPr/>
            </p:nvCxnSpPr>
            <p:spPr>
              <a:xfrm>
                <a:off x="7780364" y="366027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Oval 57">
                <a:extLst>
                  <a:ext uri="{FF2B5EF4-FFF2-40B4-BE49-F238E27FC236}">
                    <a16:creationId xmlns:a16="http://schemas.microsoft.com/office/drawing/2014/main" id="{A53926D4-0E4A-45EE-F4A2-EF482A813DF0}"/>
                  </a:ext>
                </a:extLst>
              </p:cNvPr>
              <p:cNvSpPr/>
              <p:nvPr/>
            </p:nvSpPr>
            <p:spPr>
              <a:xfrm flipH="1">
                <a:off x="8130844" y="3904555"/>
                <a:ext cx="175240" cy="14571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59" name="Group 58">
                <a:extLst>
                  <a:ext uri="{FF2B5EF4-FFF2-40B4-BE49-F238E27FC236}">
                    <a16:creationId xmlns:a16="http://schemas.microsoft.com/office/drawing/2014/main" id="{5AA33E5B-6FD3-AFF8-2718-6D157411C6F8}"/>
                  </a:ext>
                </a:extLst>
              </p:cNvPr>
              <p:cNvGrpSpPr/>
              <p:nvPr/>
            </p:nvGrpSpPr>
            <p:grpSpPr>
              <a:xfrm>
                <a:off x="7903032" y="3601345"/>
                <a:ext cx="122666" cy="134998"/>
                <a:chOff x="6715124" y="1749425"/>
                <a:chExt cx="114300" cy="247650"/>
              </a:xfrm>
            </p:grpSpPr>
            <p:cxnSp>
              <p:nvCxnSpPr>
                <p:cNvPr id="60" name="Straight Connector 59">
                  <a:extLst>
                    <a:ext uri="{FF2B5EF4-FFF2-40B4-BE49-F238E27FC236}">
                      <a16:creationId xmlns:a16="http://schemas.microsoft.com/office/drawing/2014/main" id="{A2F232A2-A82F-7E55-C7D5-239878DF8B55}"/>
                    </a:ext>
                  </a:extLst>
                </p:cNvPr>
                <p:cNvCxnSpPr/>
                <p:nvPr/>
              </p:nvCxnSpPr>
              <p:spPr>
                <a:xfrm flipH="1">
                  <a:off x="6715124" y="1844675"/>
                  <a:ext cx="114300" cy="15240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Straight Connector 60">
                  <a:extLst>
                    <a:ext uri="{FF2B5EF4-FFF2-40B4-BE49-F238E27FC236}">
                      <a16:creationId xmlns:a16="http://schemas.microsoft.com/office/drawing/2014/main" id="{AFC274D8-D38D-0A92-0407-3178B8B30663}"/>
                    </a:ext>
                  </a:extLst>
                </p:cNvPr>
                <p:cNvCxnSpPr/>
                <p:nvPr/>
              </p:nvCxnSpPr>
              <p:spPr>
                <a:xfrm flipH="1" flipV="1">
                  <a:off x="6727825" y="1749425"/>
                  <a:ext cx="95249" cy="9525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48E254E3-9462-8669-418D-DA4924203D8B}"/>
                </a:ext>
              </a:extLst>
            </p:cNvPr>
            <p:cNvGrpSpPr/>
            <p:nvPr/>
          </p:nvGrpSpPr>
          <p:grpSpPr>
            <a:xfrm flipH="1">
              <a:off x="4028714" y="3933034"/>
              <a:ext cx="334469" cy="642407"/>
              <a:chOff x="7418814" y="5257536"/>
              <a:chExt cx="367893" cy="702846"/>
            </a:xfrm>
          </p:grpSpPr>
          <p:cxnSp>
            <p:nvCxnSpPr>
              <p:cNvPr id="48" name="Straight Connector 47">
                <a:extLst>
                  <a:ext uri="{FF2B5EF4-FFF2-40B4-BE49-F238E27FC236}">
                    <a16:creationId xmlns:a16="http://schemas.microsoft.com/office/drawing/2014/main" id="{A1FF2984-C71C-7794-5E5A-706B59ECC03C}"/>
                  </a:ext>
                </a:extLst>
              </p:cNvPr>
              <p:cNvCxnSpPr/>
              <p:nvPr/>
            </p:nvCxnSpPr>
            <p:spPr>
              <a:xfrm>
                <a:off x="7418814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64CF6794-E4AB-B788-BCF0-985805CB51F9}"/>
                  </a:ext>
                </a:extLst>
              </p:cNvPr>
              <p:cNvCxnSpPr/>
              <p:nvPr/>
            </p:nvCxnSpPr>
            <p:spPr>
              <a:xfrm>
                <a:off x="7520302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C945F836-E315-F70E-39EF-4A11AB2C09DB}"/>
                  </a:ext>
                </a:extLst>
              </p:cNvPr>
              <p:cNvCxnSpPr/>
              <p:nvPr/>
            </p:nvCxnSpPr>
            <p:spPr>
              <a:xfrm flipH="1">
                <a:off x="7520302" y="5857527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064C44F1-E44D-FC4A-D645-BE8006A5A208}"/>
                  </a:ext>
                </a:extLst>
              </p:cNvPr>
              <p:cNvCxnSpPr/>
              <p:nvPr/>
            </p:nvCxnSpPr>
            <p:spPr>
              <a:xfrm flipH="1">
                <a:off x="7520302" y="5257536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Straight Connector 51">
                <a:extLst>
                  <a:ext uri="{FF2B5EF4-FFF2-40B4-BE49-F238E27FC236}">
                    <a16:creationId xmlns:a16="http://schemas.microsoft.com/office/drawing/2014/main" id="{D7A8A234-F723-DEF9-3990-A4EA3E53A77D}"/>
                  </a:ext>
                </a:extLst>
              </p:cNvPr>
              <p:cNvCxnSpPr/>
              <p:nvPr/>
            </p:nvCxnSpPr>
            <p:spPr>
              <a:xfrm flipH="1">
                <a:off x="7672533" y="5857527"/>
                <a:ext cx="114174" cy="10285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a16:creationId xmlns:a16="http://schemas.microsoft.com/office/drawing/2014/main" id="{1A2E2470-4C25-B6A0-2C5D-DC6B7E30B2AB}"/>
                  </a:ext>
                </a:extLst>
              </p:cNvPr>
              <p:cNvCxnSpPr/>
              <p:nvPr/>
            </p:nvCxnSpPr>
            <p:spPr>
              <a:xfrm flipH="1" flipV="1">
                <a:off x="7685220" y="5793242"/>
                <a:ext cx="95144" cy="6428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5FB10A83-F966-4CD3-5F41-B74891D387D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044536" y="3104145"/>
              <a:ext cx="0" cy="82888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E92E5F3B-78C2-6634-35A3-7D686E3A2745}"/>
                </a:ext>
              </a:extLst>
            </p:cNvPr>
            <p:cNvGrpSpPr/>
            <p:nvPr/>
          </p:nvGrpSpPr>
          <p:grpSpPr>
            <a:xfrm flipH="1">
              <a:off x="3579605" y="2501889"/>
              <a:ext cx="477958" cy="602256"/>
              <a:chOff x="7780364" y="3601345"/>
              <a:chExt cx="525720" cy="658918"/>
            </a:xfrm>
          </p:grpSpPr>
          <p:cxnSp>
            <p:nvCxnSpPr>
              <p:cNvPr id="40" name="Straight Connector 39">
                <a:extLst>
                  <a:ext uri="{FF2B5EF4-FFF2-40B4-BE49-F238E27FC236}">
                    <a16:creationId xmlns:a16="http://schemas.microsoft.com/office/drawing/2014/main" id="{0BD7AAA0-3087-80B6-2335-A3B0409E0D7D}"/>
                  </a:ext>
                </a:extLst>
              </p:cNvPr>
              <p:cNvCxnSpPr/>
              <p:nvPr/>
            </p:nvCxnSpPr>
            <p:spPr>
              <a:xfrm flipH="1">
                <a:off x="8119161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2DD044AF-55CC-D2A8-1F84-BB5DCBF3EA24}"/>
                  </a:ext>
                </a:extLst>
              </p:cNvPr>
              <p:cNvCxnSpPr/>
              <p:nvPr/>
            </p:nvCxnSpPr>
            <p:spPr>
              <a:xfrm flipH="1">
                <a:off x="8025700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F6DCCAF6-10A8-719D-8F97-A9087E7524B6}"/>
                  </a:ext>
                </a:extLst>
              </p:cNvPr>
              <p:cNvCxnSpPr/>
              <p:nvPr/>
            </p:nvCxnSpPr>
            <p:spPr>
              <a:xfrm>
                <a:off x="7780364" y="426026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42">
                <a:extLst>
                  <a:ext uri="{FF2B5EF4-FFF2-40B4-BE49-F238E27FC236}">
                    <a16:creationId xmlns:a16="http://schemas.microsoft.com/office/drawing/2014/main" id="{7E3FD4E5-D6CD-5413-58A2-A9F5E511648E}"/>
                  </a:ext>
                </a:extLst>
              </p:cNvPr>
              <p:cNvCxnSpPr/>
              <p:nvPr/>
            </p:nvCxnSpPr>
            <p:spPr>
              <a:xfrm>
                <a:off x="7780364" y="366027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A45EDF84-0878-8E20-A38D-7748F3F96F95}"/>
                  </a:ext>
                </a:extLst>
              </p:cNvPr>
              <p:cNvSpPr/>
              <p:nvPr/>
            </p:nvSpPr>
            <p:spPr>
              <a:xfrm flipH="1">
                <a:off x="8130844" y="3904555"/>
                <a:ext cx="175240" cy="14571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D16AED4A-CC88-0C6E-CAC4-2513D66BEC1C}"/>
                  </a:ext>
                </a:extLst>
              </p:cNvPr>
              <p:cNvGrpSpPr/>
              <p:nvPr/>
            </p:nvGrpSpPr>
            <p:grpSpPr>
              <a:xfrm>
                <a:off x="7903032" y="3601345"/>
                <a:ext cx="122666" cy="134998"/>
                <a:chOff x="6715124" y="1749425"/>
                <a:chExt cx="114300" cy="247650"/>
              </a:xfrm>
            </p:grpSpPr>
            <p:cxnSp>
              <p:nvCxnSpPr>
                <p:cNvPr id="46" name="Straight Connector 45">
                  <a:extLst>
                    <a:ext uri="{FF2B5EF4-FFF2-40B4-BE49-F238E27FC236}">
                      <a16:creationId xmlns:a16="http://schemas.microsoft.com/office/drawing/2014/main" id="{C1A5C213-FF36-C722-960F-F791ABF47955}"/>
                    </a:ext>
                  </a:extLst>
                </p:cNvPr>
                <p:cNvCxnSpPr/>
                <p:nvPr/>
              </p:nvCxnSpPr>
              <p:spPr>
                <a:xfrm flipH="1">
                  <a:off x="6715124" y="1844675"/>
                  <a:ext cx="114300" cy="15240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" name="Straight Connector 46">
                  <a:extLst>
                    <a:ext uri="{FF2B5EF4-FFF2-40B4-BE49-F238E27FC236}">
                      <a16:creationId xmlns:a16="http://schemas.microsoft.com/office/drawing/2014/main" id="{CDBBE450-B93A-7DA1-728D-A2D136C4184B}"/>
                    </a:ext>
                  </a:extLst>
                </p:cNvPr>
                <p:cNvCxnSpPr/>
                <p:nvPr/>
              </p:nvCxnSpPr>
              <p:spPr>
                <a:xfrm flipH="1" flipV="1">
                  <a:off x="6727825" y="1749425"/>
                  <a:ext cx="95249" cy="9525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5BB8C61-A8A9-3800-7503-F77AEA63692C}"/>
                </a:ext>
              </a:extLst>
            </p:cNvPr>
            <p:cNvCxnSpPr>
              <a:cxnSpLocks/>
            </p:cNvCxnSpPr>
            <p:nvPr/>
          </p:nvCxnSpPr>
          <p:spPr>
            <a:xfrm>
              <a:off x="2514023" y="4463046"/>
              <a:ext cx="0" cy="41172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FBAFC503-324D-CF01-3EE3-E89C27FA95B4}"/>
                </a:ext>
              </a:extLst>
            </p:cNvPr>
            <p:cNvCxnSpPr>
              <a:cxnSpLocks/>
            </p:cNvCxnSpPr>
            <p:nvPr/>
          </p:nvCxnSpPr>
          <p:spPr>
            <a:xfrm>
              <a:off x="4044536" y="4466421"/>
              <a:ext cx="0" cy="41172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E524B607-18B6-932B-C122-F7033E216A29}"/>
                </a:ext>
              </a:extLst>
            </p:cNvPr>
            <p:cNvCxnSpPr>
              <a:cxnSpLocks/>
            </p:cNvCxnSpPr>
            <p:nvPr/>
          </p:nvCxnSpPr>
          <p:spPr>
            <a:xfrm>
              <a:off x="2500638" y="4877991"/>
              <a:ext cx="1565416" cy="907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D88C34BE-A964-A2FC-482A-7BDF9E2858AF}"/>
                </a:ext>
              </a:extLst>
            </p:cNvPr>
            <p:cNvSpPr/>
            <p:nvPr/>
          </p:nvSpPr>
          <p:spPr>
            <a:xfrm>
              <a:off x="3063519" y="5169040"/>
              <a:ext cx="439651" cy="510352"/>
            </a:xfrm>
            <a:prstGeom prst="ellipse">
              <a:avLst/>
            </a:prstGeom>
            <a:solidFill>
              <a:schemeClr val="bg1"/>
            </a:solidFill>
            <a:ln w="381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en-US">
                <a:solidFill>
                  <a:prstClr val="white"/>
                </a:solidFill>
              </a:endParaRPr>
            </a:p>
          </p:txBody>
        </p:sp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666658B9-6D17-635D-C2F2-1BA73EBC2344}"/>
                </a:ext>
              </a:extLst>
            </p:cNvPr>
            <p:cNvCxnSpPr/>
            <p:nvPr/>
          </p:nvCxnSpPr>
          <p:spPr>
            <a:xfrm>
              <a:off x="3283343" y="5279811"/>
              <a:ext cx="0" cy="313413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2762A8F7-1DC2-05BE-54D9-23DC21226EE9}"/>
                </a:ext>
              </a:extLst>
            </p:cNvPr>
            <p:cNvCxnSpPr>
              <a:cxnSpLocks/>
              <a:stCxn id="58" idx="2"/>
              <a:endCxn id="44" idx="2"/>
            </p:cNvCxnSpPr>
            <p:nvPr/>
          </p:nvCxnSpPr>
          <p:spPr>
            <a:xfrm>
              <a:off x="2991735" y="2827233"/>
              <a:ext cx="587871" cy="1838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DEB25BE9-0335-CE11-2768-4456B1F0743D}"/>
                </a:ext>
              </a:extLst>
            </p:cNvPr>
            <p:cNvCxnSpPr>
              <a:cxnSpLocks/>
            </p:cNvCxnSpPr>
            <p:nvPr/>
          </p:nvCxnSpPr>
          <p:spPr>
            <a:xfrm>
              <a:off x="2510330" y="3482322"/>
              <a:ext cx="778275" cy="14687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634367F-F60A-A251-AFEA-B0D74EBCD91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276506" y="2827233"/>
              <a:ext cx="12812" cy="66148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5DBB987-85BE-4535-DAF5-5825541A0B97}"/>
                </a:ext>
              </a:extLst>
            </p:cNvPr>
            <p:cNvCxnSpPr>
              <a:cxnSpLocks/>
            </p:cNvCxnSpPr>
            <p:nvPr/>
          </p:nvCxnSpPr>
          <p:spPr>
            <a:xfrm>
              <a:off x="2516871" y="2282542"/>
              <a:ext cx="0" cy="27386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E7714948-EE08-2D88-CD4C-01860BF09683}"/>
                </a:ext>
              </a:extLst>
            </p:cNvPr>
            <p:cNvCxnSpPr>
              <a:cxnSpLocks/>
            </p:cNvCxnSpPr>
            <p:nvPr/>
          </p:nvCxnSpPr>
          <p:spPr>
            <a:xfrm>
              <a:off x="4044536" y="2295062"/>
              <a:ext cx="0" cy="27386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E579B924-9917-7458-00B3-EBA501BC65B0}"/>
                </a:ext>
              </a:extLst>
            </p:cNvPr>
            <p:cNvCxnSpPr>
              <a:cxnSpLocks/>
            </p:cNvCxnSpPr>
            <p:nvPr/>
          </p:nvCxnSpPr>
          <p:spPr>
            <a:xfrm>
              <a:off x="2504637" y="2296826"/>
              <a:ext cx="1552926" cy="1482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215CA41-B79B-A197-4D29-D641BD9B8907}"/>
                </a:ext>
              </a:extLst>
            </p:cNvPr>
            <p:cNvCxnSpPr>
              <a:cxnSpLocks/>
            </p:cNvCxnSpPr>
            <p:nvPr/>
          </p:nvCxnSpPr>
          <p:spPr>
            <a:xfrm>
              <a:off x="1637956" y="4188849"/>
              <a:ext cx="548660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3915683C-F69A-78E1-4243-BD4028AA0116}"/>
                </a:ext>
              </a:extLst>
            </p:cNvPr>
            <p:cNvCxnSpPr>
              <a:cxnSpLocks/>
            </p:cNvCxnSpPr>
            <p:nvPr/>
          </p:nvCxnSpPr>
          <p:spPr>
            <a:xfrm>
              <a:off x="4358332" y="4188849"/>
              <a:ext cx="41470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5" name="Rounded Rectangle 74"/>
          <p:cNvSpPr/>
          <p:nvPr/>
        </p:nvSpPr>
        <p:spPr>
          <a:xfrm>
            <a:off x="9298117" y="2149665"/>
            <a:ext cx="2497353" cy="878775"/>
          </a:xfrm>
          <a:prstGeom prst="round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76" name="组合 1"/>
          <p:cNvGrpSpPr/>
          <p:nvPr/>
        </p:nvGrpSpPr>
        <p:grpSpPr>
          <a:xfrm rot="10359241">
            <a:off x="6347865" y="-5609521"/>
            <a:ext cx="9412287" cy="8794751"/>
            <a:chOff x="-3063873" y="1797048"/>
            <a:chExt cx="9412287" cy="8794751"/>
          </a:xfrm>
        </p:grpSpPr>
        <p:sp>
          <p:nvSpPr>
            <p:cNvPr id="77" name="Freeform 412"/>
            <p:cNvSpPr>
              <a:spLocks noEditPoints="1"/>
            </p:cNvSpPr>
            <p:nvPr/>
          </p:nvSpPr>
          <p:spPr bwMode="auto">
            <a:xfrm flipV="1">
              <a:off x="1371602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2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4 w 25"/>
                <a:gd name="T17" fmla="*/ 3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1 w 25"/>
                <a:gd name="T25" fmla="*/ 21 h 25"/>
                <a:gd name="T26" fmla="*/ 25 w 25"/>
                <a:gd name="T27" fmla="*/ 12 h 25"/>
                <a:gd name="T28" fmla="*/ 21 w 25"/>
                <a:gd name="T29" fmla="*/ 3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8" name="Freeform 413"/>
            <p:cNvSpPr>
              <a:spLocks noEditPoints="1"/>
            </p:cNvSpPr>
            <p:nvPr/>
          </p:nvSpPr>
          <p:spPr bwMode="auto">
            <a:xfrm flipV="1">
              <a:off x="1038227" y="61436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4 w 25"/>
                <a:gd name="T17" fmla="*/ 3 h 24"/>
                <a:gd name="T18" fmla="*/ 0 w 25"/>
                <a:gd name="T19" fmla="*/ 12 h 24"/>
                <a:gd name="T20" fmla="*/ 12 w 25"/>
                <a:gd name="T21" fmla="*/ 24 h 24"/>
                <a:gd name="T22" fmla="*/ 25 w 25"/>
                <a:gd name="T23" fmla="*/ 12 h 24"/>
                <a:gd name="T24" fmla="*/ 21 w 25"/>
                <a:gd name="T25" fmla="*/ 3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9" name="Freeform 414"/>
            <p:cNvSpPr>
              <a:spLocks noEditPoints="1"/>
            </p:cNvSpPr>
            <p:nvPr/>
          </p:nvSpPr>
          <p:spPr bwMode="auto">
            <a:xfrm flipV="1">
              <a:off x="1165227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3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1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7"/>
                    <a:pt x="5" y="13"/>
                  </a:cubicBezTo>
                  <a:cubicBezTo>
                    <a:pt x="5" y="9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0" name="Freeform 415"/>
            <p:cNvSpPr>
              <a:spLocks noEditPoints="1"/>
            </p:cNvSpPr>
            <p:nvPr/>
          </p:nvSpPr>
          <p:spPr bwMode="auto">
            <a:xfrm flipV="1">
              <a:off x="2106614" y="5149849"/>
              <a:ext cx="106362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6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14 w 28"/>
                <a:gd name="T19" fmla="*/ 0 h 28"/>
                <a:gd name="T20" fmla="*/ 0 w 28"/>
                <a:gd name="T21" fmla="*/ 14 h 28"/>
                <a:gd name="T22" fmla="*/ 14 w 28"/>
                <a:gd name="T23" fmla="*/ 28 h 28"/>
                <a:gd name="T24" fmla="*/ 28 w 28"/>
                <a:gd name="T25" fmla="*/ 1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1" name="Freeform 416"/>
            <p:cNvSpPr>
              <a:spLocks noEditPoints="1"/>
            </p:cNvSpPr>
            <p:nvPr/>
          </p:nvSpPr>
          <p:spPr bwMode="auto">
            <a:xfrm flipV="1">
              <a:off x="2295527" y="4954586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2 w 25"/>
                <a:gd name="T3" fmla="*/ 5 h 25"/>
                <a:gd name="T4" fmla="*/ 20 w 25"/>
                <a:gd name="T5" fmla="*/ 12 h 25"/>
                <a:gd name="T6" fmla="*/ 12 w 25"/>
                <a:gd name="T7" fmla="*/ 20 h 25"/>
                <a:gd name="T8" fmla="*/ 5 w 25"/>
                <a:gd name="T9" fmla="*/ 12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12 w 25"/>
                <a:gd name="T17" fmla="*/ 0 h 25"/>
                <a:gd name="T18" fmla="*/ 0 w 25"/>
                <a:gd name="T19" fmla="*/ 12 h 25"/>
                <a:gd name="T20" fmla="*/ 12 w 25"/>
                <a:gd name="T21" fmla="*/ 25 h 25"/>
                <a:gd name="T22" fmla="*/ 25 w 25"/>
                <a:gd name="T23" fmla="*/ 12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2" name="Freeform 417"/>
            <p:cNvSpPr>
              <a:spLocks noEditPoints="1"/>
            </p:cNvSpPr>
            <p:nvPr/>
          </p:nvSpPr>
          <p:spPr bwMode="auto">
            <a:xfrm flipV="1">
              <a:off x="2684464" y="4600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12 w 24"/>
                <a:gd name="T19" fmla="*/ 0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3" name="Freeform 418"/>
            <p:cNvSpPr>
              <a:spLocks noEditPoints="1"/>
            </p:cNvSpPr>
            <p:nvPr/>
          </p:nvSpPr>
          <p:spPr bwMode="auto">
            <a:xfrm flipV="1">
              <a:off x="2519364" y="44132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2 h 25"/>
                <a:gd name="T4" fmla="*/ 12 w 25"/>
                <a:gd name="T5" fmla="*/ 19 h 25"/>
                <a:gd name="T6" fmla="*/ 12 w 25"/>
                <a:gd name="T7" fmla="*/ 19 h 25"/>
                <a:gd name="T8" fmla="*/ 12 w 25"/>
                <a:gd name="T9" fmla="*/ 19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0 h 25"/>
                <a:gd name="T16" fmla="*/ 12 w 25"/>
                <a:gd name="T17" fmla="*/ 0 h 25"/>
                <a:gd name="T18" fmla="*/ 4 w 25"/>
                <a:gd name="T19" fmla="*/ 3 h 25"/>
                <a:gd name="T20" fmla="*/ 0 w 25"/>
                <a:gd name="T21" fmla="*/ 12 h 25"/>
                <a:gd name="T22" fmla="*/ 12 w 25"/>
                <a:gd name="T23" fmla="*/ 25 h 25"/>
                <a:gd name="T24" fmla="*/ 25 w 25"/>
                <a:gd name="T25" fmla="*/ 12 h 25"/>
                <a:gd name="T26" fmla="*/ 21 w 25"/>
                <a:gd name="T27" fmla="*/ 3 h 25"/>
                <a:gd name="T28" fmla="*/ 12 w 25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4" name="Freeform 419"/>
            <p:cNvSpPr>
              <a:spLocks noEditPoints="1"/>
            </p:cNvSpPr>
            <p:nvPr/>
          </p:nvSpPr>
          <p:spPr bwMode="auto">
            <a:xfrm flipV="1">
              <a:off x="2309814" y="4586286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5" name="Freeform 420"/>
            <p:cNvSpPr>
              <a:spLocks noEditPoints="1"/>
            </p:cNvSpPr>
            <p:nvPr/>
          </p:nvSpPr>
          <p:spPr bwMode="auto">
            <a:xfrm flipV="1">
              <a:off x="2136777" y="4368798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2 w 25"/>
                <a:gd name="T25" fmla="*/ 21 h 25"/>
                <a:gd name="T26" fmla="*/ 25 w 25"/>
                <a:gd name="T27" fmla="*/ 12 h 25"/>
                <a:gd name="T28" fmla="*/ 22 w 25"/>
                <a:gd name="T29" fmla="*/ 4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6"/>
                    <a:pt x="6" y="12"/>
                  </a:cubicBezTo>
                  <a:cubicBezTo>
                    <a:pt x="6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6" name="Freeform 421"/>
            <p:cNvSpPr>
              <a:spLocks noEditPoints="1"/>
            </p:cNvSpPr>
            <p:nvPr/>
          </p:nvSpPr>
          <p:spPr bwMode="auto">
            <a:xfrm flipV="1">
              <a:off x="2301877" y="4203699"/>
              <a:ext cx="104775" cy="104775"/>
            </a:xfrm>
            <a:custGeom>
              <a:avLst/>
              <a:gdLst>
                <a:gd name="T0" fmla="*/ 14 w 28"/>
                <a:gd name="T1" fmla="*/ 7 h 28"/>
                <a:gd name="T2" fmla="*/ 14 w 28"/>
                <a:gd name="T3" fmla="*/ 7 h 28"/>
                <a:gd name="T4" fmla="*/ 21 w 28"/>
                <a:gd name="T5" fmla="*/ 14 h 28"/>
                <a:gd name="T6" fmla="*/ 14 w 28"/>
                <a:gd name="T7" fmla="*/ 21 h 28"/>
                <a:gd name="T8" fmla="*/ 14 w 28"/>
                <a:gd name="T9" fmla="*/ 21 h 28"/>
                <a:gd name="T10" fmla="*/ 7 w 28"/>
                <a:gd name="T11" fmla="*/ 14 h 28"/>
                <a:gd name="T12" fmla="*/ 14 w 28"/>
                <a:gd name="T13" fmla="*/ 7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14 w 28"/>
                <a:gd name="T21" fmla="*/ 28 h 28"/>
                <a:gd name="T22" fmla="*/ 28 w 28"/>
                <a:gd name="T23" fmla="*/ 14 h 28"/>
                <a:gd name="T24" fmla="*/ 24 w 28"/>
                <a:gd name="T25" fmla="*/ 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8" y="7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4" y="7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10"/>
                    <a:pt x="27" y="7"/>
                    <a:pt x="24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7" name="Freeform 422"/>
            <p:cNvSpPr>
              <a:spLocks noEditPoints="1"/>
            </p:cNvSpPr>
            <p:nvPr/>
          </p:nvSpPr>
          <p:spPr bwMode="auto">
            <a:xfrm flipV="1">
              <a:off x="1765302" y="400049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2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5 h 25"/>
                <a:gd name="T16" fmla="*/ 12 w 25"/>
                <a:gd name="T17" fmla="*/ 0 h 25"/>
                <a:gd name="T18" fmla="*/ 12 w 25"/>
                <a:gd name="T19" fmla="*/ 0 h 25"/>
                <a:gd name="T20" fmla="*/ 3 w 25"/>
                <a:gd name="T21" fmla="*/ 4 h 25"/>
                <a:gd name="T22" fmla="*/ 0 w 25"/>
                <a:gd name="T23" fmla="*/ 12 h 25"/>
                <a:gd name="T24" fmla="*/ 3 w 25"/>
                <a:gd name="T25" fmla="*/ 21 h 25"/>
                <a:gd name="T26" fmla="*/ 12 w 25"/>
                <a:gd name="T27" fmla="*/ 25 h 25"/>
                <a:gd name="T28" fmla="*/ 25 w 25"/>
                <a:gd name="T29" fmla="*/ 12 h 25"/>
                <a:gd name="T30" fmla="*/ 12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8" name="Freeform 423"/>
            <p:cNvSpPr>
              <a:spLocks noEditPoints="1"/>
            </p:cNvSpPr>
            <p:nvPr/>
          </p:nvSpPr>
          <p:spPr bwMode="auto">
            <a:xfrm flipV="1">
              <a:off x="2009777" y="38544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0 w 25"/>
                <a:gd name="T15" fmla="*/ 13 h 25"/>
                <a:gd name="T16" fmla="*/ 4 w 25"/>
                <a:gd name="T17" fmla="*/ 21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20" y="9"/>
                    <a:pt x="20" y="13"/>
                  </a:cubicBezTo>
                  <a:cubicBezTo>
                    <a:pt x="20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4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9" name="Freeform 424"/>
            <p:cNvSpPr>
              <a:spLocks noEditPoints="1"/>
            </p:cNvSpPr>
            <p:nvPr/>
          </p:nvSpPr>
          <p:spPr bwMode="auto">
            <a:xfrm flipV="1">
              <a:off x="1563689" y="3813173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2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0" name="Freeform 425"/>
            <p:cNvSpPr>
              <a:spLocks/>
            </p:cNvSpPr>
            <p:nvPr/>
          </p:nvSpPr>
          <p:spPr bwMode="auto">
            <a:xfrm flipV="1">
              <a:off x="309564" y="5400674"/>
              <a:ext cx="2014537" cy="2251075"/>
            </a:xfrm>
            <a:custGeom>
              <a:avLst/>
              <a:gdLst>
                <a:gd name="T0" fmla="*/ 534 w 537"/>
                <a:gd name="T1" fmla="*/ 600 h 600"/>
                <a:gd name="T2" fmla="*/ 345 w 537"/>
                <a:gd name="T3" fmla="*/ 411 h 600"/>
                <a:gd name="T4" fmla="*/ 345 w 537"/>
                <a:gd name="T5" fmla="*/ 410 h 600"/>
                <a:gd name="T6" fmla="*/ 345 w 537"/>
                <a:gd name="T7" fmla="*/ 347 h 600"/>
                <a:gd name="T8" fmla="*/ 0 w 537"/>
                <a:gd name="T9" fmla="*/ 3 h 600"/>
                <a:gd name="T10" fmla="*/ 2 w 537"/>
                <a:gd name="T11" fmla="*/ 0 h 600"/>
                <a:gd name="T12" fmla="*/ 347 w 537"/>
                <a:gd name="T13" fmla="*/ 346 h 600"/>
                <a:gd name="T14" fmla="*/ 348 w 537"/>
                <a:gd name="T15" fmla="*/ 347 h 600"/>
                <a:gd name="T16" fmla="*/ 348 w 537"/>
                <a:gd name="T17" fmla="*/ 409 h 600"/>
                <a:gd name="T18" fmla="*/ 537 w 537"/>
                <a:gd name="T19" fmla="*/ 598 h 600"/>
                <a:gd name="T20" fmla="*/ 534 w 537"/>
                <a:gd name="T21" fmla="*/ 6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7" h="600">
                  <a:moveTo>
                    <a:pt x="534" y="600"/>
                  </a:moveTo>
                  <a:cubicBezTo>
                    <a:pt x="345" y="411"/>
                    <a:pt x="345" y="411"/>
                    <a:pt x="345" y="411"/>
                  </a:cubicBezTo>
                  <a:cubicBezTo>
                    <a:pt x="345" y="411"/>
                    <a:pt x="345" y="410"/>
                    <a:pt x="345" y="410"/>
                  </a:cubicBezTo>
                  <a:cubicBezTo>
                    <a:pt x="345" y="347"/>
                    <a:pt x="345" y="347"/>
                    <a:pt x="345" y="34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47" y="346"/>
                    <a:pt x="347" y="346"/>
                    <a:pt x="347" y="346"/>
                  </a:cubicBezTo>
                  <a:cubicBezTo>
                    <a:pt x="348" y="346"/>
                    <a:pt x="348" y="346"/>
                    <a:pt x="348" y="347"/>
                  </a:cubicBezTo>
                  <a:cubicBezTo>
                    <a:pt x="348" y="409"/>
                    <a:pt x="348" y="409"/>
                    <a:pt x="348" y="409"/>
                  </a:cubicBezTo>
                  <a:cubicBezTo>
                    <a:pt x="537" y="598"/>
                    <a:pt x="537" y="598"/>
                    <a:pt x="537" y="598"/>
                  </a:cubicBezTo>
                  <a:lnTo>
                    <a:pt x="534" y="6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1" name="Freeform 426"/>
            <p:cNvSpPr>
              <a:spLocks/>
            </p:cNvSpPr>
            <p:nvPr/>
          </p:nvSpPr>
          <p:spPr bwMode="auto">
            <a:xfrm flipV="1">
              <a:off x="246064" y="5026024"/>
              <a:ext cx="2446337" cy="2562225"/>
            </a:xfrm>
            <a:custGeom>
              <a:avLst/>
              <a:gdLst>
                <a:gd name="T0" fmla="*/ 652 w 652"/>
                <a:gd name="T1" fmla="*/ 683 h 683"/>
                <a:gd name="T2" fmla="*/ 613 w 652"/>
                <a:gd name="T3" fmla="*/ 683 h 683"/>
                <a:gd name="T4" fmla="*/ 612 w 652"/>
                <a:gd name="T5" fmla="*/ 682 h 683"/>
                <a:gd name="T6" fmla="*/ 335 w 652"/>
                <a:gd name="T7" fmla="*/ 405 h 683"/>
                <a:gd name="T8" fmla="*/ 335 w 652"/>
                <a:gd name="T9" fmla="*/ 404 h 683"/>
                <a:gd name="T10" fmla="*/ 335 w 652"/>
                <a:gd name="T11" fmla="*/ 337 h 683"/>
                <a:gd name="T12" fmla="*/ 0 w 652"/>
                <a:gd name="T13" fmla="*/ 2 h 683"/>
                <a:gd name="T14" fmla="*/ 2 w 652"/>
                <a:gd name="T15" fmla="*/ 0 h 683"/>
                <a:gd name="T16" fmla="*/ 338 w 652"/>
                <a:gd name="T17" fmla="*/ 335 h 683"/>
                <a:gd name="T18" fmla="*/ 338 w 652"/>
                <a:gd name="T19" fmla="*/ 336 h 683"/>
                <a:gd name="T20" fmla="*/ 338 w 652"/>
                <a:gd name="T21" fmla="*/ 403 h 683"/>
                <a:gd name="T22" fmla="*/ 614 w 652"/>
                <a:gd name="T23" fmla="*/ 679 h 683"/>
                <a:gd name="T24" fmla="*/ 652 w 652"/>
                <a:gd name="T25" fmla="*/ 679 h 683"/>
                <a:gd name="T26" fmla="*/ 652 w 652"/>
                <a:gd name="T27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2" h="683">
                  <a:moveTo>
                    <a:pt x="652" y="683"/>
                  </a:moveTo>
                  <a:cubicBezTo>
                    <a:pt x="613" y="683"/>
                    <a:pt x="613" y="683"/>
                    <a:pt x="613" y="683"/>
                  </a:cubicBezTo>
                  <a:cubicBezTo>
                    <a:pt x="613" y="683"/>
                    <a:pt x="612" y="682"/>
                    <a:pt x="612" y="682"/>
                  </a:cubicBezTo>
                  <a:cubicBezTo>
                    <a:pt x="335" y="405"/>
                    <a:pt x="335" y="405"/>
                    <a:pt x="335" y="405"/>
                  </a:cubicBezTo>
                  <a:cubicBezTo>
                    <a:pt x="335" y="405"/>
                    <a:pt x="335" y="404"/>
                    <a:pt x="335" y="404"/>
                  </a:cubicBezTo>
                  <a:cubicBezTo>
                    <a:pt x="335" y="337"/>
                    <a:pt x="335" y="337"/>
                    <a:pt x="335" y="3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38" y="335"/>
                    <a:pt x="338" y="335"/>
                    <a:pt x="338" y="335"/>
                  </a:cubicBezTo>
                  <a:cubicBezTo>
                    <a:pt x="338" y="335"/>
                    <a:pt x="338" y="335"/>
                    <a:pt x="338" y="336"/>
                  </a:cubicBezTo>
                  <a:cubicBezTo>
                    <a:pt x="338" y="403"/>
                    <a:pt x="338" y="403"/>
                    <a:pt x="338" y="403"/>
                  </a:cubicBezTo>
                  <a:cubicBezTo>
                    <a:pt x="614" y="679"/>
                    <a:pt x="614" y="679"/>
                    <a:pt x="614" y="679"/>
                  </a:cubicBezTo>
                  <a:cubicBezTo>
                    <a:pt x="652" y="679"/>
                    <a:pt x="652" y="679"/>
                    <a:pt x="652" y="679"/>
                  </a:cubicBezTo>
                  <a:lnTo>
                    <a:pt x="652" y="68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2" name="Freeform 427"/>
            <p:cNvSpPr>
              <a:spLocks/>
            </p:cNvSpPr>
            <p:nvPr/>
          </p:nvSpPr>
          <p:spPr bwMode="auto">
            <a:xfrm flipV="1">
              <a:off x="174627" y="5929311"/>
              <a:ext cx="1257300" cy="1598613"/>
            </a:xfrm>
            <a:custGeom>
              <a:avLst/>
              <a:gdLst>
                <a:gd name="T0" fmla="*/ 335 w 335"/>
                <a:gd name="T1" fmla="*/ 426 h 426"/>
                <a:gd name="T2" fmla="*/ 328 w 335"/>
                <a:gd name="T3" fmla="*/ 426 h 426"/>
                <a:gd name="T4" fmla="*/ 328 w 335"/>
                <a:gd name="T5" fmla="*/ 333 h 426"/>
                <a:gd name="T6" fmla="*/ 0 w 335"/>
                <a:gd name="T7" fmla="*/ 5 h 426"/>
                <a:gd name="T8" fmla="*/ 5 w 335"/>
                <a:gd name="T9" fmla="*/ 0 h 426"/>
                <a:gd name="T10" fmla="*/ 334 w 335"/>
                <a:gd name="T11" fmla="*/ 329 h 426"/>
                <a:gd name="T12" fmla="*/ 335 w 335"/>
                <a:gd name="T13" fmla="*/ 332 h 426"/>
                <a:gd name="T14" fmla="*/ 335 w 335"/>
                <a:gd name="T15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" h="426">
                  <a:moveTo>
                    <a:pt x="335" y="426"/>
                  </a:moveTo>
                  <a:cubicBezTo>
                    <a:pt x="328" y="426"/>
                    <a:pt x="328" y="426"/>
                    <a:pt x="328" y="426"/>
                  </a:cubicBezTo>
                  <a:cubicBezTo>
                    <a:pt x="328" y="333"/>
                    <a:pt x="328" y="333"/>
                    <a:pt x="328" y="33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34" y="329"/>
                    <a:pt x="334" y="329"/>
                    <a:pt x="334" y="329"/>
                  </a:cubicBezTo>
                  <a:cubicBezTo>
                    <a:pt x="334" y="330"/>
                    <a:pt x="335" y="331"/>
                    <a:pt x="335" y="332"/>
                  </a:cubicBezTo>
                  <a:lnTo>
                    <a:pt x="335" y="4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3" name="Freeform 428"/>
            <p:cNvSpPr>
              <a:spLocks/>
            </p:cNvSpPr>
            <p:nvPr/>
          </p:nvSpPr>
          <p:spPr bwMode="auto">
            <a:xfrm flipV="1">
              <a:off x="106364" y="6226173"/>
              <a:ext cx="984250" cy="1227138"/>
            </a:xfrm>
            <a:custGeom>
              <a:avLst/>
              <a:gdLst>
                <a:gd name="T0" fmla="*/ 259 w 262"/>
                <a:gd name="T1" fmla="*/ 327 h 327"/>
                <a:gd name="T2" fmla="*/ 259 w 262"/>
                <a:gd name="T3" fmla="*/ 261 h 327"/>
                <a:gd name="T4" fmla="*/ 0 w 262"/>
                <a:gd name="T5" fmla="*/ 3 h 327"/>
                <a:gd name="T6" fmla="*/ 3 w 262"/>
                <a:gd name="T7" fmla="*/ 0 h 327"/>
                <a:gd name="T8" fmla="*/ 262 w 262"/>
                <a:gd name="T9" fmla="*/ 259 h 327"/>
                <a:gd name="T10" fmla="*/ 262 w 262"/>
                <a:gd name="T11" fmla="*/ 260 h 327"/>
                <a:gd name="T12" fmla="*/ 262 w 262"/>
                <a:gd name="T13" fmla="*/ 327 h 327"/>
                <a:gd name="T14" fmla="*/ 259 w 262"/>
                <a:gd name="T15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2" h="327">
                  <a:moveTo>
                    <a:pt x="259" y="327"/>
                  </a:moveTo>
                  <a:cubicBezTo>
                    <a:pt x="259" y="261"/>
                    <a:pt x="259" y="261"/>
                    <a:pt x="259" y="26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62" y="259"/>
                    <a:pt x="262" y="259"/>
                    <a:pt x="262" y="259"/>
                  </a:cubicBezTo>
                  <a:cubicBezTo>
                    <a:pt x="262" y="259"/>
                    <a:pt x="262" y="260"/>
                    <a:pt x="262" y="260"/>
                  </a:cubicBezTo>
                  <a:cubicBezTo>
                    <a:pt x="262" y="327"/>
                    <a:pt x="262" y="327"/>
                    <a:pt x="262" y="327"/>
                  </a:cubicBezTo>
                  <a:lnTo>
                    <a:pt x="259" y="327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4" name="Freeform 429"/>
            <p:cNvSpPr>
              <a:spLocks/>
            </p:cNvSpPr>
            <p:nvPr/>
          </p:nvSpPr>
          <p:spPr bwMode="auto">
            <a:xfrm flipV="1">
              <a:off x="-406398" y="5899149"/>
              <a:ext cx="1593850" cy="1685925"/>
            </a:xfrm>
            <a:custGeom>
              <a:avLst/>
              <a:gdLst>
                <a:gd name="T0" fmla="*/ 423 w 425"/>
                <a:gd name="T1" fmla="*/ 449 h 449"/>
                <a:gd name="T2" fmla="*/ 272 w 425"/>
                <a:gd name="T3" fmla="*/ 299 h 449"/>
                <a:gd name="T4" fmla="*/ 272 w 425"/>
                <a:gd name="T5" fmla="*/ 297 h 449"/>
                <a:gd name="T6" fmla="*/ 272 w 425"/>
                <a:gd name="T7" fmla="*/ 285 h 449"/>
                <a:gd name="T8" fmla="*/ 272 w 425"/>
                <a:gd name="T9" fmla="*/ 284 h 449"/>
                <a:gd name="T10" fmla="*/ 304 w 425"/>
                <a:gd name="T11" fmla="*/ 252 h 449"/>
                <a:gd name="T12" fmla="*/ 304 w 425"/>
                <a:gd name="T13" fmla="*/ 237 h 449"/>
                <a:gd name="T14" fmla="*/ 217 w 425"/>
                <a:gd name="T15" fmla="*/ 151 h 449"/>
                <a:gd name="T16" fmla="*/ 207 w 425"/>
                <a:gd name="T17" fmla="*/ 151 h 449"/>
                <a:gd name="T18" fmla="*/ 200 w 425"/>
                <a:gd name="T19" fmla="*/ 158 h 449"/>
                <a:gd name="T20" fmla="*/ 200 w 425"/>
                <a:gd name="T21" fmla="*/ 168 h 449"/>
                <a:gd name="T22" fmla="*/ 232 w 425"/>
                <a:gd name="T23" fmla="*/ 199 h 449"/>
                <a:gd name="T24" fmla="*/ 232 w 425"/>
                <a:gd name="T25" fmla="*/ 201 h 449"/>
                <a:gd name="T26" fmla="*/ 232 w 425"/>
                <a:gd name="T27" fmla="*/ 209 h 449"/>
                <a:gd name="T28" fmla="*/ 232 w 425"/>
                <a:gd name="T29" fmla="*/ 211 h 449"/>
                <a:gd name="T30" fmla="*/ 226 w 425"/>
                <a:gd name="T31" fmla="*/ 216 h 449"/>
                <a:gd name="T32" fmla="*/ 225 w 425"/>
                <a:gd name="T33" fmla="*/ 216 h 449"/>
                <a:gd name="T34" fmla="*/ 225 w 425"/>
                <a:gd name="T35" fmla="*/ 216 h 449"/>
                <a:gd name="T36" fmla="*/ 215 w 425"/>
                <a:gd name="T37" fmla="*/ 216 h 449"/>
                <a:gd name="T38" fmla="*/ 214 w 425"/>
                <a:gd name="T39" fmla="*/ 216 h 449"/>
                <a:gd name="T40" fmla="*/ 0 w 425"/>
                <a:gd name="T41" fmla="*/ 2 h 449"/>
                <a:gd name="T42" fmla="*/ 2 w 425"/>
                <a:gd name="T43" fmla="*/ 0 h 449"/>
                <a:gd name="T44" fmla="*/ 216 w 425"/>
                <a:gd name="T45" fmla="*/ 213 h 449"/>
                <a:gd name="T46" fmla="*/ 225 w 425"/>
                <a:gd name="T47" fmla="*/ 213 h 449"/>
                <a:gd name="T48" fmla="*/ 229 w 425"/>
                <a:gd name="T49" fmla="*/ 209 h 449"/>
                <a:gd name="T50" fmla="*/ 229 w 425"/>
                <a:gd name="T51" fmla="*/ 201 h 449"/>
                <a:gd name="T52" fmla="*/ 197 w 425"/>
                <a:gd name="T53" fmla="*/ 170 h 449"/>
                <a:gd name="T54" fmla="*/ 197 w 425"/>
                <a:gd name="T55" fmla="*/ 169 h 449"/>
                <a:gd name="T56" fmla="*/ 197 w 425"/>
                <a:gd name="T57" fmla="*/ 157 h 449"/>
                <a:gd name="T58" fmla="*/ 197 w 425"/>
                <a:gd name="T59" fmla="*/ 156 h 449"/>
                <a:gd name="T60" fmla="*/ 205 w 425"/>
                <a:gd name="T61" fmla="*/ 148 h 449"/>
                <a:gd name="T62" fmla="*/ 206 w 425"/>
                <a:gd name="T63" fmla="*/ 148 h 449"/>
                <a:gd name="T64" fmla="*/ 206 w 425"/>
                <a:gd name="T65" fmla="*/ 148 h 449"/>
                <a:gd name="T66" fmla="*/ 218 w 425"/>
                <a:gd name="T67" fmla="*/ 148 h 449"/>
                <a:gd name="T68" fmla="*/ 219 w 425"/>
                <a:gd name="T69" fmla="*/ 148 h 449"/>
                <a:gd name="T70" fmla="*/ 307 w 425"/>
                <a:gd name="T71" fmla="*/ 235 h 449"/>
                <a:gd name="T72" fmla="*/ 307 w 425"/>
                <a:gd name="T73" fmla="*/ 237 h 449"/>
                <a:gd name="T74" fmla="*/ 307 w 425"/>
                <a:gd name="T75" fmla="*/ 253 h 449"/>
                <a:gd name="T76" fmla="*/ 307 w 425"/>
                <a:gd name="T77" fmla="*/ 254 h 449"/>
                <a:gd name="T78" fmla="*/ 275 w 425"/>
                <a:gd name="T79" fmla="*/ 286 h 449"/>
                <a:gd name="T80" fmla="*/ 275 w 425"/>
                <a:gd name="T81" fmla="*/ 297 h 449"/>
                <a:gd name="T82" fmla="*/ 425 w 425"/>
                <a:gd name="T83" fmla="*/ 447 h 449"/>
                <a:gd name="T84" fmla="*/ 423 w 425"/>
                <a:gd name="T8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5" h="449">
                  <a:moveTo>
                    <a:pt x="423" y="449"/>
                  </a:moveTo>
                  <a:cubicBezTo>
                    <a:pt x="272" y="299"/>
                    <a:pt x="272" y="299"/>
                    <a:pt x="272" y="299"/>
                  </a:cubicBezTo>
                  <a:cubicBezTo>
                    <a:pt x="272" y="298"/>
                    <a:pt x="272" y="298"/>
                    <a:pt x="272" y="297"/>
                  </a:cubicBezTo>
                  <a:cubicBezTo>
                    <a:pt x="272" y="285"/>
                    <a:pt x="272" y="285"/>
                    <a:pt x="272" y="285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304" y="252"/>
                    <a:pt x="304" y="252"/>
                    <a:pt x="304" y="252"/>
                  </a:cubicBezTo>
                  <a:cubicBezTo>
                    <a:pt x="304" y="237"/>
                    <a:pt x="304" y="237"/>
                    <a:pt x="304" y="237"/>
                  </a:cubicBezTo>
                  <a:cubicBezTo>
                    <a:pt x="217" y="151"/>
                    <a:pt x="217" y="151"/>
                    <a:pt x="217" y="151"/>
                  </a:cubicBezTo>
                  <a:cubicBezTo>
                    <a:pt x="207" y="151"/>
                    <a:pt x="207" y="151"/>
                    <a:pt x="207" y="151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32" y="199"/>
                    <a:pt x="232" y="199"/>
                    <a:pt x="232" y="199"/>
                  </a:cubicBezTo>
                  <a:cubicBezTo>
                    <a:pt x="232" y="200"/>
                    <a:pt x="232" y="200"/>
                    <a:pt x="232" y="201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10"/>
                    <a:pt x="232" y="210"/>
                    <a:pt x="232" y="211"/>
                  </a:cubicBezTo>
                  <a:cubicBezTo>
                    <a:pt x="226" y="216"/>
                    <a:pt x="226" y="216"/>
                    <a:pt x="226" y="216"/>
                  </a:cubicBezTo>
                  <a:cubicBezTo>
                    <a:pt x="226" y="216"/>
                    <a:pt x="226" y="216"/>
                    <a:pt x="225" y="216"/>
                  </a:cubicBezTo>
                  <a:cubicBezTo>
                    <a:pt x="225" y="216"/>
                    <a:pt x="225" y="216"/>
                    <a:pt x="225" y="216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6"/>
                    <a:pt x="214" y="216"/>
                    <a:pt x="214" y="2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6" y="213"/>
                    <a:pt x="216" y="213"/>
                    <a:pt x="216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9" y="209"/>
                    <a:pt x="229" y="209"/>
                    <a:pt x="229" y="209"/>
                  </a:cubicBezTo>
                  <a:cubicBezTo>
                    <a:pt x="229" y="201"/>
                    <a:pt x="229" y="201"/>
                    <a:pt x="229" y="201"/>
                  </a:cubicBezTo>
                  <a:cubicBezTo>
                    <a:pt x="197" y="170"/>
                    <a:pt x="197" y="170"/>
                    <a:pt x="197" y="170"/>
                  </a:cubicBezTo>
                  <a:cubicBezTo>
                    <a:pt x="197" y="170"/>
                    <a:pt x="197" y="169"/>
                    <a:pt x="197" y="169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7" y="157"/>
                    <a:pt x="197" y="156"/>
                    <a:pt x="197" y="156"/>
                  </a:cubicBezTo>
                  <a:cubicBezTo>
                    <a:pt x="205" y="148"/>
                    <a:pt x="205" y="148"/>
                    <a:pt x="205" y="148"/>
                  </a:cubicBezTo>
                  <a:cubicBezTo>
                    <a:pt x="205" y="148"/>
                    <a:pt x="206" y="148"/>
                    <a:pt x="206" y="148"/>
                  </a:cubicBezTo>
                  <a:cubicBezTo>
                    <a:pt x="206" y="148"/>
                    <a:pt x="206" y="148"/>
                    <a:pt x="206" y="148"/>
                  </a:cubicBezTo>
                  <a:cubicBezTo>
                    <a:pt x="218" y="148"/>
                    <a:pt x="218" y="148"/>
                    <a:pt x="218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307" y="235"/>
                    <a:pt x="307" y="235"/>
                    <a:pt x="307" y="235"/>
                  </a:cubicBezTo>
                  <a:cubicBezTo>
                    <a:pt x="307" y="236"/>
                    <a:pt x="307" y="236"/>
                    <a:pt x="307" y="237"/>
                  </a:cubicBezTo>
                  <a:cubicBezTo>
                    <a:pt x="307" y="253"/>
                    <a:pt x="307" y="253"/>
                    <a:pt x="307" y="253"/>
                  </a:cubicBezTo>
                  <a:cubicBezTo>
                    <a:pt x="307" y="253"/>
                    <a:pt x="307" y="254"/>
                    <a:pt x="307" y="254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97"/>
                    <a:pt x="275" y="297"/>
                    <a:pt x="275" y="297"/>
                  </a:cubicBezTo>
                  <a:cubicBezTo>
                    <a:pt x="425" y="447"/>
                    <a:pt x="425" y="447"/>
                    <a:pt x="425" y="447"/>
                  </a:cubicBezTo>
                  <a:lnTo>
                    <a:pt x="423" y="44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5" name="Freeform 430"/>
            <p:cNvSpPr>
              <a:spLocks/>
            </p:cNvSpPr>
            <p:nvPr/>
          </p:nvSpPr>
          <p:spPr bwMode="auto">
            <a:xfrm flipV="1">
              <a:off x="-485773" y="5243511"/>
              <a:ext cx="2663825" cy="2292350"/>
            </a:xfrm>
            <a:custGeom>
              <a:avLst/>
              <a:gdLst>
                <a:gd name="T0" fmla="*/ 710 w 710"/>
                <a:gd name="T1" fmla="*/ 611 h 611"/>
                <a:gd name="T2" fmla="*/ 700 w 710"/>
                <a:gd name="T3" fmla="*/ 611 h 611"/>
                <a:gd name="T4" fmla="*/ 700 w 710"/>
                <a:gd name="T5" fmla="*/ 596 h 611"/>
                <a:gd name="T6" fmla="*/ 586 w 710"/>
                <a:gd name="T7" fmla="*/ 482 h 611"/>
                <a:gd name="T8" fmla="*/ 447 w 710"/>
                <a:gd name="T9" fmla="*/ 482 h 611"/>
                <a:gd name="T10" fmla="*/ 443 w 710"/>
                <a:gd name="T11" fmla="*/ 480 h 611"/>
                <a:gd name="T12" fmla="*/ 221 w 710"/>
                <a:gd name="T13" fmla="*/ 258 h 611"/>
                <a:gd name="T14" fmla="*/ 219 w 710"/>
                <a:gd name="T15" fmla="*/ 254 h 611"/>
                <a:gd name="T16" fmla="*/ 219 w 710"/>
                <a:gd name="T17" fmla="*/ 227 h 611"/>
                <a:gd name="T18" fmla="*/ 0 w 710"/>
                <a:gd name="T19" fmla="*/ 7 h 611"/>
                <a:gd name="T20" fmla="*/ 7 w 710"/>
                <a:gd name="T21" fmla="*/ 0 h 611"/>
                <a:gd name="T22" fmla="*/ 228 w 710"/>
                <a:gd name="T23" fmla="*/ 221 h 611"/>
                <a:gd name="T24" fmla="*/ 229 w 710"/>
                <a:gd name="T25" fmla="*/ 225 h 611"/>
                <a:gd name="T26" fmla="*/ 229 w 710"/>
                <a:gd name="T27" fmla="*/ 252 h 611"/>
                <a:gd name="T28" fmla="*/ 449 w 710"/>
                <a:gd name="T29" fmla="*/ 472 h 611"/>
                <a:gd name="T30" fmla="*/ 588 w 710"/>
                <a:gd name="T31" fmla="*/ 472 h 611"/>
                <a:gd name="T32" fmla="*/ 591 w 710"/>
                <a:gd name="T33" fmla="*/ 473 h 611"/>
                <a:gd name="T34" fmla="*/ 709 w 710"/>
                <a:gd name="T35" fmla="*/ 591 h 611"/>
                <a:gd name="T36" fmla="*/ 710 w 710"/>
                <a:gd name="T37" fmla="*/ 594 h 611"/>
                <a:gd name="T38" fmla="*/ 710 w 71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0" h="611">
                  <a:moveTo>
                    <a:pt x="710" y="611"/>
                  </a:moveTo>
                  <a:cubicBezTo>
                    <a:pt x="700" y="611"/>
                    <a:pt x="700" y="611"/>
                    <a:pt x="700" y="611"/>
                  </a:cubicBezTo>
                  <a:cubicBezTo>
                    <a:pt x="700" y="596"/>
                    <a:pt x="700" y="596"/>
                    <a:pt x="700" y="596"/>
                  </a:cubicBezTo>
                  <a:cubicBezTo>
                    <a:pt x="586" y="482"/>
                    <a:pt x="586" y="482"/>
                    <a:pt x="586" y="482"/>
                  </a:cubicBezTo>
                  <a:cubicBezTo>
                    <a:pt x="447" y="482"/>
                    <a:pt x="447" y="482"/>
                    <a:pt x="447" y="482"/>
                  </a:cubicBezTo>
                  <a:cubicBezTo>
                    <a:pt x="445" y="482"/>
                    <a:pt x="444" y="481"/>
                    <a:pt x="443" y="480"/>
                  </a:cubicBezTo>
                  <a:cubicBezTo>
                    <a:pt x="221" y="258"/>
                    <a:pt x="221" y="258"/>
                    <a:pt x="221" y="258"/>
                  </a:cubicBezTo>
                  <a:cubicBezTo>
                    <a:pt x="220" y="257"/>
                    <a:pt x="219" y="256"/>
                    <a:pt x="219" y="254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28" y="221"/>
                    <a:pt x="228" y="221"/>
                    <a:pt x="228" y="221"/>
                  </a:cubicBezTo>
                  <a:cubicBezTo>
                    <a:pt x="229" y="222"/>
                    <a:pt x="229" y="223"/>
                    <a:pt x="229" y="225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449" y="472"/>
                    <a:pt x="449" y="472"/>
                    <a:pt x="449" y="472"/>
                  </a:cubicBezTo>
                  <a:cubicBezTo>
                    <a:pt x="588" y="472"/>
                    <a:pt x="588" y="472"/>
                    <a:pt x="588" y="472"/>
                  </a:cubicBezTo>
                  <a:cubicBezTo>
                    <a:pt x="589" y="472"/>
                    <a:pt x="590" y="472"/>
                    <a:pt x="591" y="473"/>
                  </a:cubicBezTo>
                  <a:cubicBezTo>
                    <a:pt x="709" y="591"/>
                    <a:pt x="709" y="591"/>
                    <a:pt x="709" y="591"/>
                  </a:cubicBezTo>
                  <a:cubicBezTo>
                    <a:pt x="710" y="591"/>
                    <a:pt x="710" y="593"/>
                    <a:pt x="710" y="594"/>
                  </a:cubicBezTo>
                  <a:lnTo>
                    <a:pt x="71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6" name="Freeform 431"/>
            <p:cNvSpPr>
              <a:spLocks/>
            </p:cNvSpPr>
            <p:nvPr/>
          </p:nvSpPr>
          <p:spPr bwMode="auto">
            <a:xfrm flipV="1">
              <a:off x="-565148" y="4995861"/>
              <a:ext cx="2871787" cy="2484438"/>
            </a:xfrm>
            <a:custGeom>
              <a:avLst/>
              <a:gdLst>
                <a:gd name="T0" fmla="*/ 738 w 765"/>
                <a:gd name="T1" fmla="*/ 662 h 662"/>
                <a:gd name="T2" fmla="*/ 737 w 765"/>
                <a:gd name="T3" fmla="*/ 662 h 662"/>
                <a:gd name="T4" fmla="*/ 566 w 765"/>
                <a:gd name="T5" fmla="*/ 490 h 662"/>
                <a:gd name="T6" fmla="*/ 459 w 765"/>
                <a:gd name="T7" fmla="*/ 490 h 662"/>
                <a:gd name="T8" fmla="*/ 457 w 765"/>
                <a:gd name="T9" fmla="*/ 490 h 662"/>
                <a:gd name="T10" fmla="*/ 218 w 765"/>
                <a:gd name="T11" fmla="*/ 251 h 662"/>
                <a:gd name="T12" fmla="*/ 217 w 765"/>
                <a:gd name="T13" fmla="*/ 249 h 662"/>
                <a:gd name="T14" fmla="*/ 217 w 765"/>
                <a:gd name="T15" fmla="*/ 221 h 662"/>
                <a:gd name="T16" fmla="*/ 0 w 765"/>
                <a:gd name="T17" fmla="*/ 3 h 662"/>
                <a:gd name="T18" fmla="*/ 3 w 765"/>
                <a:gd name="T19" fmla="*/ 0 h 662"/>
                <a:gd name="T20" fmla="*/ 220 w 765"/>
                <a:gd name="T21" fmla="*/ 219 h 662"/>
                <a:gd name="T22" fmla="*/ 221 w 765"/>
                <a:gd name="T23" fmla="*/ 220 h 662"/>
                <a:gd name="T24" fmla="*/ 221 w 765"/>
                <a:gd name="T25" fmla="*/ 249 h 662"/>
                <a:gd name="T26" fmla="*/ 459 w 765"/>
                <a:gd name="T27" fmla="*/ 487 h 662"/>
                <a:gd name="T28" fmla="*/ 567 w 765"/>
                <a:gd name="T29" fmla="*/ 487 h 662"/>
                <a:gd name="T30" fmla="*/ 568 w 765"/>
                <a:gd name="T31" fmla="*/ 488 h 662"/>
                <a:gd name="T32" fmla="*/ 739 w 765"/>
                <a:gd name="T33" fmla="*/ 659 h 662"/>
                <a:gd name="T34" fmla="*/ 765 w 765"/>
                <a:gd name="T35" fmla="*/ 659 h 662"/>
                <a:gd name="T36" fmla="*/ 765 w 765"/>
                <a:gd name="T37" fmla="*/ 662 h 662"/>
                <a:gd name="T38" fmla="*/ 738 w 765"/>
                <a:gd name="T39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5" h="662">
                  <a:moveTo>
                    <a:pt x="738" y="662"/>
                  </a:moveTo>
                  <a:cubicBezTo>
                    <a:pt x="738" y="662"/>
                    <a:pt x="737" y="662"/>
                    <a:pt x="737" y="662"/>
                  </a:cubicBezTo>
                  <a:cubicBezTo>
                    <a:pt x="566" y="490"/>
                    <a:pt x="566" y="490"/>
                    <a:pt x="566" y="490"/>
                  </a:cubicBezTo>
                  <a:cubicBezTo>
                    <a:pt x="459" y="490"/>
                    <a:pt x="459" y="490"/>
                    <a:pt x="459" y="490"/>
                  </a:cubicBezTo>
                  <a:cubicBezTo>
                    <a:pt x="458" y="490"/>
                    <a:pt x="458" y="490"/>
                    <a:pt x="457" y="490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8" y="250"/>
                    <a:pt x="217" y="250"/>
                    <a:pt x="217" y="249"/>
                  </a:cubicBezTo>
                  <a:cubicBezTo>
                    <a:pt x="217" y="221"/>
                    <a:pt x="217" y="221"/>
                    <a:pt x="217" y="2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1" y="219"/>
                    <a:pt x="221" y="219"/>
                    <a:pt x="221" y="220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459" y="487"/>
                    <a:pt x="459" y="487"/>
                    <a:pt x="459" y="487"/>
                  </a:cubicBezTo>
                  <a:cubicBezTo>
                    <a:pt x="567" y="487"/>
                    <a:pt x="567" y="487"/>
                    <a:pt x="567" y="487"/>
                  </a:cubicBezTo>
                  <a:cubicBezTo>
                    <a:pt x="567" y="487"/>
                    <a:pt x="568" y="487"/>
                    <a:pt x="568" y="488"/>
                  </a:cubicBezTo>
                  <a:cubicBezTo>
                    <a:pt x="739" y="659"/>
                    <a:pt x="739" y="659"/>
                    <a:pt x="739" y="659"/>
                  </a:cubicBezTo>
                  <a:cubicBezTo>
                    <a:pt x="765" y="659"/>
                    <a:pt x="765" y="659"/>
                    <a:pt x="765" y="659"/>
                  </a:cubicBezTo>
                  <a:cubicBezTo>
                    <a:pt x="765" y="662"/>
                    <a:pt x="765" y="662"/>
                    <a:pt x="765" y="662"/>
                  </a:cubicBezTo>
                  <a:lnTo>
                    <a:pt x="738" y="6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7" name="Freeform 432"/>
            <p:cNvSpPr>
              <a:spLocks/>
            </p:cNvSpPr>
            <p:nvPr/>
          </p:nvSpPr>
          <p:spPr bwMode="auto">
            <a:xfrm flipV="1">
              <a:off x="-642936" y="4679949"/>
              <a:ext cx="3379787" cy="2759075"/>
            </a:xfrm>
            <a:custGeom>
              <a:avLst/>
              <a:gdLst>
                <a:gd name="T0" fmla="*/ 901 w 901"/>
                <a:gd name="T1" fmla="*/ 735 h 735"/>
                <a:gd name="T2" fmla="*/ 897 w 901"/>
                <a:gd name="T3" fmla="*/ 735 h 735"/>
                <a:gd name="T4" fmla="*/ 897 w 901"/>
                <a:gd name="T5" fmla="*/ 700 h 735"/>
                <a:gd name="T6" fmla="*/ 868 w 901"/>
                <a:gd name="T7" fmla="*/ 671 h 735"/>
                <a:gd name="T8" fmla="*/ 835 w 901"/>
                <a:gd name="T9" fmla="*/ 671 h 735"/>
                <a:gd name="T10" fmla="*/ 825 w 901"/>
                <a:gd name="T11" fmla="*/ 681 h 735"/>
                <a:gd name="T12" fmla="*/ 824 w 901"/>
                <a:gd name="T13" fmla="*/ 681 h 735"/>
                <a:gd name="T14" fmla="*/ 761 w 901"/>
                <a:gd name="T15" fmla="*/ 681 h 735"/>
                <a:gd name="T16" fmla="*/ 760 w 901"/>
                <a:gd name="T17" fmla="*/ 681 h 735"/>
                <a:gd name="T18" fmla="*/ 588 w 901"/>
                <a:gd name="T19" fmla="*/ 509 h 735"/>
                <a:gd name="T20" fmla="*/ 474 w 901"/>
                <a:gd name="T21" fmla="*/ 509 h 735"/>
                <a:gd name="T22" fmla="*/ 473 w 901"/>
                <a:gd name="T23" fmla="*/ 508 h 735"/>
                <a:gd name="T24" fmla="*/ 212 w 901"/>
                <a:gd name="T25" fmla="*/ 247 h 735"/>
                <a:gd name="T26" fmla="*/ 212 w 901"/>
                <a:gd name="T27" fmla="*/ 246 h 735"/>
                <a:gd name="T28" fmla="*/ 212 w 901"/>
                <a:gd name="T29" fmla="*/ 215 h 735"/>
                <a:gd name="T30" fmla="*/ 0 w 901"/>
                <a:gd name="T31" fmla="*/ 2 h 735"/>
                <a:gd name="T32" fmla="*/ 2 w 901"/>
                <a:gd name="T33" fmla="*/ 0 h 735"/>
                <a:gd name="T34" fmla="*/ 215 w 901"/>
                <a:gd name="T35" fmla="*/ 213 h 735"/>
                <a:gd name="T36" fmla="*/ 215 w 901"/>
                <a:gd name="T37" fmla="*/ 214 h 735"/>
                <a:gd name="T38" fmla="*/ 215 w 901"/>
                <a:gd name="T39" fmla="*/ 245 h 735"/>
                <a:gd name="T40" fmla="*/ 475 w 901"/>
                <a:gd name="T41" fmla="*/ 505 h 735"/>
                <a:gd name="T42" fmla="*/ 589 w 901"/>
                <a:gd name="T43" fmla="*/ 505 h 735"/>
                <a:gd name="T44" fmla="*/ 590 w 901"/>
                <a:gd name="T45" fmla="*/ 506 h 735"/>
                <a:gd name="T46" fmla="*/ 762 w 901"/>
                <a:gd name="T47" fmla="*/ 678 h 735"/>
                <a:gd name="T48" fmla="*/ 823 w 901"/>
                <a:gd name="T49" fmla="*/ 678 h 735"/>
                <a:gd name="T50" fmla="*/ 833 w 901"/>
                <a:gd name="T51" fmla="*/ 668 h 735"/>
                <a:gd name="T52" fmla="*/ 834 w 901"/>
                <a:gd name="T53" fmla="*/ 667 h 735"/>
                <a:gd name="T54" fmla="*/ 869 w 901"/>
                <a:gd name="T55" fmla="*/ 667 h 735"/>
                <a:gd name="T56" fmla="*/ 870 w 901"/>
                <a:gd name="T57" fmla="*/ 668 h 735"/>
                <a:gd name="T58" fmla="*/ 900 w 901"/>
                <a:gd name="T59" fmla="*/ 698 h 735"/>
                <a:gd name="T60" fmla="*/ 901 w 901"/>
                <a:gd name="T61" fmla="*/ 699 h 735"/>
                <a:gd name="T62" fmla="*/ 901 w 901"/>
                <a:gd name="T63" fmla="*/ 735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1" h="735">
                  <a:moveTo>
                    <a:pt x="901" y="735"/>
                  </a:moveTo>
                  <a:cubicBezTo>
                    <a:pt x="897" y="735"/>
                    <a:pt x="897" y="735"/>
                    <a:pt x="897" y="735"/>
                  </a:cubicBezTo>
                  <a:cubicBezTo>
                    <a:pt x="897" y="700"/>
                    <a:pt x="897" y="700"/>
                    <a:pt x="897" y="700"/>
                  </a:cubicBezTo>
                  <a:cubicBezTo>
                    <a:pt x="868" y="671"/>
                    <a:pt x="868" y="671"/>
                    <a:pt x="868" y="671"/>
                  </a:cubicBezTo>
                  <a:cubicBezTo>
                    <a:pt x="835" y="671"/>
                    <a:pt x="835" y="671"/>
                    <a:pt x="835" y="671"/>
                  </a:cubicBezTo>
                  <a:cubicBezTo>
                    <a:pt x="825" y="681"/>
                    <a:pt x="825" y="681"/>
                    <a:pt x="825" y="681"/>
                  </a:cubicBezTo>
                  <a:cubicBezTo>
                    <a:pt x="825" y="681"/>
                    <a:pt x="824" y="681"/>
                    <a:pt x="824" y="681"/>
                  </a:cubicBezTo>
                  <a:cubicBezTo>
                    <a:pt x="761" y="681"/>
                    <a:pt x="761" y="681"/>
                    <a:pt x="761" y="681"/>
                  </a:cubicBezTo>
                  <a:cubicBezTo>
                    <a:pt x="761" y="681"/>
                    <a:pt x="760" y="681"/>
                    <a:pt x="760" y="681"/>
                  </a:cubicBezTo>
                  <a:cubicBezTo>
                    <a:pt x="588" y="509"/>
                    <a:pt x="588" y="509"/>
                    <a:pt x="588" y="509"/>
                  </a:cubicBezTo>
                  <a:cubicBezTo>
                    <a:pt x="474" y="509"/>
                    <a:pt x="474" y="509"/>
                    <a:pt x="474" y="509"/>
                  </a:cubicBezTo>
                  <a:cubicBezTo>
                    <a:pt x="474" y="509"/>
                    <a:pt x="474" y="509"/>
                    <a:pt x="473" y="508"/>
                  </a:cubicBezTo>
                  <a:cubicBezTo>
                    <a:pt x="212" y="247"/>
                    <a:pt x="212" y="247"/>
                    <a:pt x="212" y="247"/>
                  </a:cubicBezTo>
                  <a:cubicBezTo>
                    <a:pt x="212" y="247"/>
                    <a:pt x="212" y="247"/>
                    <a:pt x="212" y="246"/>
                  </a:cubicBezTo>
                  <a:cubicBezTo>
                    <a:pt x="212" y="215"/>
                    <a:pt x="212" y="215"/>
                    <a:pt x="212" y="21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3"/>
                    <a:pt x="215" y="214"/>
                    <a:pt x="215" y="214"/>
                  </a:cubicBezTo>
                  <a:cubicBezTo>
                    <a:pt x="215" y="245"/>
                    <a:pt x="215" y="245"/>
                    <a:pt x="215" y="245"/>
                  </a:cubicBezTo>
                  <a:cubicBezTo>
                    <a:pt x="475" y="505"/>
                    <a:pt x="475" y="505"/>
                    <a:pt x="475" y="505"/>
                  </a:cubicBezTo>
                  <a:cubicBezTo>
                    <a:pt x="589" y="505"/>
                    <a:pt x="589" y="505"/>
                    <a:pt x="589" y="505"/>
                  </a:cubicBezTo>
                  <a:cubicBezTo>
                    <a:pt x="589" y="505"/>
                    <a:pt x="590" y="506"/>
                    <a:pt x="590" y="506"/>
                  </a:cubicBezTo>
                  <a:cubicBezTo>
                    <a:pt x="762" y="678"/>
                    <a:pt x="762" y="678"/>
                    <a:pt x="762" y="678"/>
                  </a:cubicBezTo>
                  <a:cubicBezTo>
                    <a:pt x="823" y="678"/>
                    <a:pt x="823" y="678"/>
                    <a:pt x="823" y="678"/>
                  </a:cubicBezTo>
                  <a:cubicBezTo>
                    <a:pt x="833" y="668"/>
                    <a:pt x="833" y="668"/>
                    <a:pt x="833" y="668"/>
                  </a:cubicBezTo>
                  <a:cubicBezTo>
                    <a:pt x="833" y="668"/>
                    <a:pt x="834" y="667"/>
                    <a:pt x="834" y="667"/>
                  </a:cubicBezTo>
                  <a:cubicBezTo>
                    <a:pt x="869" y="667"/>
                    <a:pt x="869" y="667"/>
                    <a:pt x="869" y="667"/>
                  </a:cubicBezTo>
                  <a:cubicBezTo>
                    <a:pt x="869" y="667"/>
                    <a:pt x="870" y="668"/>
                    <a:pt x="870" y="668"/>
                  </a:cubicBezTo>
                  <a:cubicBezTo>
                    <a:pt x="900" y="698"/>
                    <a:pt x="900" y="698"/>
                    <a:pt x="900" y="698"/>
                  </a:cubicBezTo>
                  <a:cubicBezTo>
                    <a:pt x="900" y="698"/>
                    <a:pt x="901" y="699"/>
                    <a:pt x="901" y="699"/>
                  </a:cubicBezTo>
                  <a:lnTo>
                    <a:pt x="901" y="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8" name="Freeform 433"/>
            <p:cNvSpPr>
              <a:spLocks/>
            </p:cNvSpPr>
            <p:nvPr/>
          </p:nvSpPr>
          <p:spPr bwMode="auto">
            <a:xfrm flipV="1">
              <a:off x="-430211" y="4500561"/>
              <a:ext cx="3001962" cy="2413000"/>
            </a:xfrm>
            <a:custGeom>
              <a:avLst/>
              <a:gdLst>
                <a:gd name="T0" fmla="*/ 797 w 800"/>
                <a:gd name="T1" fmla="*/ 643 h 643"/>
                <a:gd name="T2" fmla="*/ 797 w 800"/>
                <a:gd name="T3" fmla="*/ 609 h 643"/>
                <a:gd name="T4" fmla="*/ 767 w 800"/>
                <a:gd name="T5" fmla="*/ 579 h 643"/>
                <a:gd name="T6" fmla="*/ 693 w 800"/>
                <a:gd name="T7" fmla="*/ 579 h 643"/>
                <a:gd name="T8" fmla="*/ 692 w 800"/>
                <a:gd name="T9" fmla="*/ 578 h 643"/>
                <a:gd name="T10" fmla="*/ 518 w 800"/>
                <a:gd name="T11" fmla="*/ 404 h 643"/>
                <a:gd name="T12" fmla="*/ 402 w 800"/>
                <a:gd name="T13" fmla="*/ 404 h 643"/>
                <a:gd name="T14" fmla="*/ 401 w 800"/>
                <a:gd name="T15" fmla="*/ 404 h 643"/>
                <a:gd name="T16" fmla="*/ 0 w 800"/>
                <a:gd name="T17" fmla="*/ 2 h 643"/>
                <a:gd name="T18" fmla="*/ 2 w 800"/>
                <a:gd name="T19" fmla="*/ 0 h 643"/>
                <a:gd name="T20" fmla="*/ 403 w 800"/>
                <a:gd name="T21" fmla="*/ 401 h 643"/>
                <a:gd name="T22" fmla="*/ 519 w 800"/>
                <a:gd name="T23" fmla="*/ 401 h 643"/>
                <a:gd name="T24" fmla="*/ 520 w 800"/>
                <a:gd name="T25" fmla="*/ 401 h 643"/>
                <a:gd name="T26" fmla="*/ 694 w 800"/>
                <a:gd name="T27" fmla="*/ 575 h 643"/>
                <a:gd name="T28" fmla="*/ 767 w 800"/>
                <a:gd name="T29" fmla="*/ 575 h 643"/>
                <a:gd name="T30" fmla="*/ 768 w 800"/>
                <a:gd name="T31" fmla="*/ 576 h 643"/>
                <a:gd name="T32" fmla="*/ 800 w 800"/>
                <a:gd name="T33" fmla="*/ 607 h 643"/>
                <a:gd name="T34" fmla="*/ 800 w 800"/>
                <a:gd name="T35" fmla="*/ 608 h 643"/>
                <a:gd name="T36" fmla="*/ 800 w 800"/>
                <a:gd name="T37" fmla="*/ 643 h 643"/>
                <a:gd name="T38" fmla="*/ 797 w 800"/>
                <a:gd name="T39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0" h="643">
                  <a:moveTo>
                    <a:pt x="797" y="643"/>
                  </a:moveTo>
                  <a:cubicBezTo>
                    <a:pt x="797" y="609"/>
                    <a:pt x="797" y="609"/>
                    <a:pt x="797" y="609"/>
                  </a:cubicBezTo>
                  <a:cubicBezTo>
                    <a:pt x="767" y="579"/>
                    <a:pt x="767" y="579"/>
                    <a:pt x="767" y="579"/>
                  </a:cubicBezTo>
                  <a:cubicBezTo>
                    <a:pt x="693" y="579"/>
                    <a:pt x="693" y="579"/>
                    <a:pt x="693" y="579"/>
                  </a:cubicBezTo>
                  <a:cubicBezTo>
                    <a:pt x="693" y="579"/>
                    <a:pt x="692" y="579"/>
                    <a:pt x="692" y="578"/>
                  </a:cubicBezTo>
                  <a:cubicBezTo>
                    <a:pt x="518" y="404"/>
                    <a:pt x="518" y="404"/>
                    <a:pt x="518" y="404"/>
                  </a:cubicBezTo>
                  <a:cubicBezTo>
                    <a:pt x="402" y="404"/>
                    <a:pt x="402" y="404"/>
                    <a:pt x="402" y="404"/>
                  </a:cubicBezTo>
                  <a:cubicBezTo>
                    <a:pt x="402" y="404"/>
                    <a:pt x="401" y="404"/>
                    <a:pt x="401" y="40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519" y="401"/>
                    <a:pt x="519" y="401"/>
                    <a:pt x="519" y="401"/>
                  </a:cubicBezTo>
                  <a:cubicBezTo>
                    <a:pt x="519" y="401"/>
                    <a:pt x="519" y="401"/>
                    <a:pt x="520" y="401"/>
                  </a:cubicBezTo>
                  <a:cubicBezTo>
                    <a:pt x="694" y="575"/>
                    <a:pt x="694" y="575"/>
                    <a:pt x="694" y="575"/>
                  </a:cubicBezTo>
                  <a:cubicBezTo>
                    <a:pt x="767" y="575"/>
                    <a:pt x="767" y="575"/>
                    <a:pt x="767" y="575"/>
                  </a:cubicBezTo>
                  <a:cubicBezTo>
                    <a:pt x="768" y="575"/>
                    <a:pt x="768" y="576"/>
                    <a:pt x="768" y="576"/>
                  </a:cubicBezTo>
                  <a:cubicBezTo>
                    <a:pt x="800" y="607"/>
                    <a:pt x="800" y="607"/>
                    <a:pt x="800" y="607"/>
                  </a:cubicBezTo>
                  <a:cubicBezTo>
                    <a:pt x="800" y="607"/>
                    <a:pt x="800" y="608"/>
                    <a:pt x="800" y="608"/>
                  </a:cubicBezTo>
                  <a:cubicBezTo>
                    <a:pt x="800" y="643"/>
                    <a:pt x="800" y="643"/>
                    <a:pt x="800" y="643"/>
                  </a:cubicBezTo>
                  <a:lnTo>
                    <a:pt x="797" y="64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9" name="Freeform 434"/>
            <p:cNvSpPr>
              <a:spLocks/>
            </p:cNvSpPr>
            <p:nvPr/>
          </p:nvSpPr>
          <p:spPr bwMode="auto">
            <a:xfrm flipV="1">
              <a:off x="-538161" y="4627561"/>
              <a:ext cx="2859087" cy="2176463"/>
            </a:xfrm>
            <a:custGeom>
              <a:avLst/>
              <a:gdLst>
                <a:gd name="T0" fmla="*/ 720 w 762"/>
                <a:gd name="T1" fmla="*/ 580 h 580"/>
                <a:gd name="T2" fmla="*/ 719 w 762"/>
                <a:gd name="T3" fmla="*/ 580 h 580"/>
                <a:gd name="T4" fmla="*/ 549 w 762"/>
                <a:gd name="T5" fmla="*/ 410 h 580"/>
                <a:gd name="T6" fmla="*/ 409 w 762"/>
                <a:gd name="T7" fmla="*/ 410 h 580"/>
                <a:gd name="T8" fmla="*/ 407 w 762"/>
                <a:gd name="T9" fmla="*/ 410 h 580"/>
                <a:gd name="T10" fmla="*/ 0 w 762"/>
                <a:gd name="T11" fmla="*/ 2 h 580"/>
                <a:gd name="T12" fmla="*/ 2 w 762"/>
                <a:gd name="T13" fmla="*/ 0 h 580"/>
                <a:gd name="T14" fmla="*/ 409 w 762"/>
                <a:gd name="T15" fmla="*/ 407 h 580"/>
                <a:gd name="T16" fmla="*/ 550 w 762"/>
                <a:gd name="T17" fmla="*/ 407 h 580"/>
                <a:gd name="T18" fmla="*/ 551 w 762"/>
                <a:gd name="T19" fmla="*/ 407 h 580"/>
                <a:gd name="T20" fmla="*/ 721 w 762"/>
                <a:gd name="T21" fmla="*/ 577 h 580"/>
                <a:gd name="T22" fmla="*/ 762 w 762"/>
                <a:gd name="T23" fmla="*/ 577 h 580"/>
                <a:gd name="T24" fmla="*/ 762 w 762"/>
                <a:gd name="T25" fmla="*/ 580 h 580"/>
                <a:gd name="T26" fmla="*/ 720 w 762"/>
                <a:gd name="T27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580">
                  <a:moveTo>
                    <a:pt x="720" y="580"/>
                  </a:moveTo>
                  <a:cubicBezTo>
                    <a:pt x="720" y="580"/>
                    <a:pt x="720" y="580"/>
                    <a:pt x="719" y="580"/>
                  </a:cubicBezTo>
                  <a:cubicBezTo>
                    <a:pt x="549" y="410"/>
                    <a:pt x="549" y="410"/>
                    <a:pt x="549" y="410"/>
                  </a:cubicBezTo>
                  <a:cubicBezTo>
                    <a:pt x="409" y="410"/>
                    <a:pt x="409" y="410"/>
                    <a:pt x="409" y="410"/>
                  </a:cubicBezTo>
                  <a:cubicBezTo>
                    <a:pt x="408" y="410"/>
                    <a:pt x="408" y="410"/>
                    <a:pt x="407" y="4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9" y="407"/>
                    <a:pt x="409" y="407"/>
                    <a:pt x="409" y="407"/>
                  </a:cubicBezTo>
                  <a:cubicBezTo>
                    <a:pt x="550" y="407"/>
                    <a:pt x="550" y="407"/>
                    <a:pt x="550" y="407"/>
                  </a:cubicBezTo>
                  <a:cubicBezTo>
                    <a:pt x="550" y="407"/>
                    <a:pt x="551" y="407"/>
                    <a:pt x="551" y="407"/>
                  </a:cubicBezTo>
                  <a:cubicBezTo>
                    <a:pt x="721" y="577"/>
                    <a:pt x="721" y="577"/>
                    <a:pt x="721" y="577"/>
                  </a:cubicBezTo>
                  <a:cubicBezTo>
                    <a:pt x="762" y="577"/>
                    <a:pt x="762" y="577"/>
                    <a:pt x="762" y="577"/>
                  </a:cubicBezTo>
                  <a:cubicBezTo>
                    <a:pt x="762" y="580"/>
                    <a:pt x="762" y="580"/>
                    <a:pt x="762" y="580"/>
                  </a:cubicBezTo>
                  <a:lnTo>
                    <a:pt x="720" y="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0" name="Freeform 435"/>
            <p:cNvSpPr>
              <a:spLocks/>
            </p:cNvSpPr>
            <p:nvPr/>
          </p:nvSpPr>
          <p:spPr bwMode="auto">
            <a:xfrm flipV="1">
              <a:off x="-639761" y="4435473"/>
              <a:ext cx="2806700" cy="2271713"/>
            </a:xfrm>
            <a:custGeom>
              <a:avLst/>
              <a:gdLst>
                <a:gd name="T0" fmla="*/ 745 w 748"/>
                <a:gd name="T1" fmla="*/ 605 h 605"/>
                <a:gd name="T2" fmla="*/ 683 w 748"/>
                <a:gd name="T3" fmla="*/ 543 h 605"/>
                <a:gd name="T4" fmla="*/ 637 w 748"/>
                <a:gd name="T5" fmla="*/ 543 h 605"/>
                <a:gd name="T6" fmla="*/ 635 w 748"/>
                <a:gd name="T7" fmla="*/ 543 h 605"/>
                <a:gd name="T8" fmla="*/ 512 w 748"/>
                <a:gd name="T9" fmla="*/ 419 h 605"/>
                <a:gd name="T10" fmla="*/ 375 w 748"/>
                <a:gd name="T11" fmla="*/ 419 h 605"/>
                <a:gd name="T12" fmla="*/ 374 w 748"/>
                <a:gd name="T13" fmla="*/ 419 h 605"/>
                <a:gd name="T14" fmla="*/ 341 w 748"/>
                <a:gd name="T15" fmla="*/ 386 h 605"/>
                <a:gd name="T16" fmla="*/ 340 w 748"/>
                <a:gd name="T17" fmla="*/ 385 h 605"/>
                <a:gd name="T18" fmla="*/ 340 w 748"/>
                <a:gd name="T19" fmla="*/ 343 h 605"/>
                <a:gd name="T20" fmla="*/ 0 w 748"/>
                <a:gd name="T21" fmla="*/ 3 h 605"/>
                <a:gd name="T22" fmla="*/ 3 w 748"/>
                <a:gd name="T23" fmla="*/ 0 h 605"/>
                <a:gd name="T24" fmla="*/ 343 w 748"/>
                <a:gd name="T25" fmla="*/ 341 h 605"/>
                <a:gd name="T26" fmla="*/ 344 w 748"/>
                <a:gd name="T27" fmla="*/ 342 h 605"/>
                <a:gd name="T28" fmla="*/ 344 w 748"/>
                <a:gd name="T29" fmla="*/ 384 h 605"/>
                <a:gd name="T30" fmla="*/ 376 w 748"/>
                <a:gd name="T31" fmla="*/ 416 h 605"/>
                <a:gd name="T32" fmla="*/ 513 w 748"/>
                <a:gd name="T33" fmla="*/ 416 h 605"/>
                <a:gd name="T34" fmla="*/ 514 w 748"/>
                <a:gd name="T35" fmla="*/ 417 h 605"/>
                <a:gd name="T36" fmla="*/ 637 w 748"/>
                <a:gd name="T37" fmla="*/ 540 h 605"/>
                <a:gd name="T38" fmla="*/ 683 w 748"/>
                <a:gd name="T39" fmla="*/ 540 h 605"/>
                <a:gd name="T40" fmla="*/ 685 w 748"/>
                <a:gd name="T41" fmla="*/ 540 h 605"/>
                <a:gd name="T42" fmla="*/ 748 w 748"/>
                <a:gd name="T43" fmla="*/ 603 h 605"/>
                <a:gd name="T44" fmla="*/ 745 w 748"/>
                <a:gd name="T45" fmla="*/ 60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8" h="605">
                  <a:moveTo>
                    <a:pt x="745" y="605"/>
                  </a:moveTo>
                  <a:cubicBezTo>
                    <a:pt x="683" y="543"/>
                    <a:pt x="683" y="543"/>
                    <a:pt x="683" y="543"/>
                  </a:cubicBezTo>
                  <a:cubicBezTo>
                    <a:pt x="637" y="543"/>
                    <a:pt x="637" y="543"/>
                    <a:pt x="637" y="543"/>
                  </a:cubicBezTo>
                  <a:cubicBezTo>
                    <a:pt x="636" y="543"/>
                    <a:pt x="636" y="543"/>
                    <a:pt x="635" y="543"/>
                  </a:cubicBezTo>
                  <a:cubicBezTo>
                    <a:pt x="512" y="419"/>
                    <a:pt x="512" y="419"/>
                    <a:pt x="512" y="419"/>
                  </a:cubicBezTo>
                  <a:cubicBezTo>
                    <a:pt x="375" y="419"/>
                    <a:pt x="375" y="419"/>
                    <a:pt x="375" y="419"/>
                  </a:cubicBezTo>
                  <a:cubicBezTo>
                    <a:pt x="375" y="419"/>
                    <a:pt x="374" y="419"/>
                    <a:pt x="374" y="419"/>
                  </a:cubicBezTo>
                  <a:cubicBezTo>
                    <a:pt x="341" y="386"/>
                    <a:pt x="341" y="386"/>
                    <a:pt x="341" y="386"/>
                  </a:cubicBezTo>
                  <a:cubicBezTo>
                    <a:pt x="341" y="386"/>
                    <a:pt x="340" y="385"/>
                    <a:pt x="340" y="385"/>
                  </a:cubicBezTo>
                  <a:cubicBezTo>
                    <a:pt x="340" y="343"/>
                    <a:pt x="340" y="343"/>
                    <a:pt x="340" y="34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3" y="341"/>
                    <a:pt x="343" y="341"/>
                    <a:pt x="343" y="341"/>
                  </a:cubicBezTo>
                  <a:cubicBezTo>
                    <a:pt x="344" y="341"/>
                    <a:pt x="344" y="342"/>
                    <a:pt x="344" y="342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76" y="416"/>
                    <a:pt x="376" y="416"/>
                    <a:pt x="376" y="416"/>
                  </a:cubicBezTo>
                  <a:cubicBezTo>
                    <a:pt x="513" y="416"/>
                    <a:pt x="513" y="416"/>
                    <a:pt x="513" y="416"/>
                  </a:cubicBezTo>
                  <a:cubicBezTo>
                    <a:pt x="513" y="416"/>
                    <a:pt x="514" y="416"/>
                    <a:pt x="514" y="417"/>
                  </a:cubicBezTo>
                  <a:cubicBezTo>
                    <a:pt x="637" y="540"/>
                    <a:pt x="637" y="540"/>
                    <a:pt x="637" y="540"/>
                  </a:cubicBezTo>
                  <a:cubicBezTo>
                    <a:pt x="683" y="540"/>
                    <a:pt x="683" y="540"/>
                    <a:pt x="683" y="540"/>
                  </a:cubicBezTo>
                  <a:cubicBezTo>
                    <a:pt x="684" y="540"/>
                    <a:pt x="684" y="540"/>
                    <a:pt x="685" y="540"/>
                  </a:cubicBezTo>
                  <a:cubicBezTo>
                    <a:pt x="748" y="603"/>
                    <a:pt x="748" y="603"/>
                    <a:pt x="748" y="603"/>
                  </a:cubicBezTo>
                  <a:lnTo>
                    <a:pt x="745" y="605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1" name="Freeform 436"/>
            <p:cNvSpPr>
              <a:spLocks/>
            </p:cNvSpPr>
            <p:nvPr/>
          </p:nvSpPr>
          <p:spPr bwMode="auto">
            <a:xfrm flipV="1">
              <a:off x="-835023" y="4233861"/>
              <a:ext cx="3152775" cy="2292350"/>
            </a:xfrm>
            <a:custGeom>
              <a:avLst/>
              <a:gdLst>
                <a:gd name="T0" fmla="*/ 840 w 840"/>
                <a:gd name="T1" fmla="*/ 611 h 611"/>
                <a:gd name="T2" fmla="*/ 800 w 840"/>
                <a:gd name="T3" fmla="*/ 611 h 611"/>
                <a:gd name="T4" fmla="*/ 796 w 840"/>
                <a:gd name="T5" fmla="*/ 609 h 611"/>
                <a:gd name="T6" fmla="*/ 718 w 840"/>
                <a:gd name="T7" fmla="*/ 531 h 611"/>
                <a:gd name="T8" fmla="*/ 665 w 840"/>
                <a:gd name="T9" fmla="*/ 531 h 611"/>
                <a:gd name="T10" fmla="*/ 661 w 840"/>
                <a:gd name="T11" fmla="*/ 530 h 611"/>
                <a:gd name="T12" fmla="*/ 542 w 840"/>
                <a:gd name="T13" fmla="*/ 410 h 611"/>
                <a:gd name="T14" fmla="*/ 405 w 840"/>
                <a:gd name="T15" fmla="*/ 410 h 611"/>
                <a:gd name="T16" fmla="*/ 402 w 840"/>
                <a:gd name="T17" fmla="*/ 409 h 611"/>
                <a:gd name="T18" fmla="*/ 0 w 840"/>
                <a:gd name="T19" fmla="*/ 7 h 611"/>
                <a:gd name="T20" fmla="*/ 7 w 840"/>
                <a:gd name="T21" fmla="*/ 0 h 611"/>
                <a:gd name="T22" fmla="*/ 407 w 840"/>
                <a:gd name="T23" fmla="*/ 400 h 611"/>
                <a:gd name="T24" fmla="*/ 544 w 840"/>
                <a:gd name="T25" fmla="*/ 400 h 611"/>
                <a:gd name="T26" fmla="*/ 548 w 840"/>
                <a:gd name="T27" fmla="*/ 401 h 611"/>
                <a:gd name="T28" fmla="*/ 667 w 840"/>
                <a:gd name="T29" fmla="*/ 521 h 611"/>
                <a:gd name="T30" fmla="*/ 721 w 840"/>
                <a:gd name="T31" fmla="*/ 521 h 611"/>
                <a:gd name="T32" fmla="*/ 724 w 840"/>
                <a:gd name="T33" fmla="*/ 522 h 611"/>
                <a:gd name="T34" fmla="*/ 802 w 840"/>
                <a:gd name="T35" fmla="*/ 600 h 611"/>
                <a:gd name="T36" fmla="*/ 840 w 840"/>
                <a:gd name="T37" fmla="*/ 600 h 611"/>
                <a:gd name="T38" fmla="*/ 840 w 84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40" h="611">
                  <a:moveTo>
                    <a:pt x="840" y="611"/>
                  </a:moveTo>
                  <a:cubicBezTo>
                    <a:pt x="800" y="611"/>
                    <a:pt x="800" y="611"/>
                    <a:pt x="800" y="611"/>
                  </a:cubicBezTo>
                  <a:cubicBezTo>
                    <a:pt x="799" y="611"/>
                    <a:pt x="797" y="610"/>
                    <a:pt x="796" y="609"/>
                  </a:cubicBezTo>
                  <a:cubicBezTo>
                    <a:pt x="718" y="531"/>
                    <a:pt x="718" y="531"/>
                    <a:pt x="718" y="531"/>
                  </a:cubicBezTo>
                  <a:cubicBezTo>
                    <a:pt x="665" y="531"/>
                    <a:pt x="665" y="531"/>
                    <a:pt x="665" y="531"/>
                  </a:cubicBezTo>
                  <a:cubicBezTo>
                    <a:pt x="664" y="531"/>
                    <a:pt x="662" y="531"/>
                    <a:pt x="661" y="530"/>
                  </a:cubicBezTo>
                  <a:cubicBezTo>
                    <a:pt x="542" y="410"/>
                    <a:pt x="542" y="410"/>
                    <a:pt x="542" y="410"/>
                  </a:cubicBezTo>
                  <a:cubicBezTo>
                    <a:pt x="405" y="410"/>
                    <a:pt x="405" y="410"/>
                    <a:pt x="405" y="410"/>
                  </a:cubicBezTo>
                  <a:cubicBezTo>
                    <a:pt x="404" y="410"/>
                    <a:pt x="403" y="410"/>
                    <a:pt x="402" y="40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07" y="400"/>
                    <a:pt x="407" y="400"/>
                    <a:pt x="407" y="400"/>
                  </a:cubicBezTo>
                  <a:cubicBezTo>
                    <a:pt x="544" y="400"/>
                    <a:pt x="544" y="400"/>
                    <a:pt x="544" y="400"/>
                  </a:cubicBezTo>
                  <a:cubicBezTo>
                    <a:pt x="545" y="400"/>
                    <a:pt x="547" y="400"/>
                    <a:pt x="548" y="401"/>
                  </a:cubicBezTo>
                  <a:cubicBezTo>
                    <a:pt x="667" y="521"/>
                    <a:pt x="667" y="521"/>
                    <a:pt x="667" y="521"/>
                  </a:cubicBezTo>
                  <a:cubicBezTo>
                    <a:pt x="721" y="521"/>
                    <a:pt x="721" y="521"/>
                    <a:pt x="721" y="521"/>
                  </a:cubicBezTo>
                  <a:cubicBezTo>
                    <a:pt x="722" y="521"/>
                    <a:pt x="723" y="521"/>
                    <a:pt x="724" y="522"/>
                  </a:cubicBezTo>
                  <a:cubicBezTo>
                    <a:pt x="802" y="600"/>
                    <a:pt x="802" y="600"/>
                    <a:pt x="802" y="600"/>
                  </a:cubicBezTo>
                  <a:cubicBezTo>
                    <a:pt x="840" y="600"/>
                    <a:pt x="840" y="600"/>
                    <a:pt x="840" y="600"/>
                  </a:cubicBezTo>
                  <a:lnTo>
                    <a:pt x="84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2" name="Freeform 437"/>
            <p:cNvSpPr>
              <a:spLocks/>
            </p:cNvSpPr>
            <p:nvPr/>
          </p:nvSpPr>
          <p:spPr bwMode="auto">
            <a:xfrm flipV="1">
              <a:off x="-1131886" y="4090986"/>
              <a:ext cx="2949575" cy="2120900"/>
            </a:xfrm>
            <a:custGeom>
              <a:avLst/>
              <a:gdLst>
                <a:gd name="T0" fmla="*/ 786 w 786"/>
                <a:gd name="T1" fmla="*/ 565 h 565"/>
                <a:gd name="T2" fmla="*/ 782 w 786"/>
                <a:gd name="T3" fmla="*/ 565 h 565"/>
                <a:gd name="T4" fmla="*/ 782 w 786"/>
                <a:gd name="T5" fmla="*/ 517 h 565"/>
                <a:gd name="T6" fmla="*/ 621 w 786"/>
                <a:gd name="T7" fmla="*/ 356 h 565"/>
                <a:gd name="T8" fmla="*/ 354 w 786"/>
                <a:gd name="T9" fmla="*/ 356 h 565"/>
                <a:gd name="T10" fmla="*/ 353 w 786"/>
                <a:gd name="T11" fmla="*/ 355 h 565"/>
                <a:gd name="T12" fmla="*/ 0 w 786"/>
                <a:gd name="T13" fmla="*/ 2 h 565"/>
                <a:gd name="T14" fmla="*/ 2 w 786"/>
                <a:gd name="T15" fmla="*/ 0 h 565"/>
                <a:gd name="T16" fmla="*/ 355 w 786"/>
                <a:gd name="T17" fmla="*/ 352 h 565"/>
                <a:gd name="T18" fmla="*/ 622 w 786"/>
                <a:gd name="T19" fmla="*/ 352 h 565"/>
                <a:gd name="T20" fmla="*/ 623 w 786"/>
                <a:gd name="T21" fmla="*/ 353 h 565"/>
                <a:gd name="T22" fmla="*/ 785 w 786"/>
                <a:gd name="T23" fmla="*/ 515 h 565"/>
                <a:gd name="T24" fmla="*/ 786 w 786"/>
                <a:gd name="T25" fmla="*/ 516 h 565"/>
                <a:gd name="T26" fmla="*/ 786 w 786"/>
                <a:gd name="T27" fmla="*/ 565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6" h="565">
                  <a:moveTo>
                    <a:pt x="786" y="565"/>
                  </a:moveTo>
                  <a:cubicBezTo>
                    <a:pt x="782" y="565"/>
                    <a:pt x="782" y="565"/>
                    <a:pt x="782" y="565"/>
                  </a:cubicBezTo>
                  <a:cubicBezTo>
                    <a:pt x="782" y="517"/>
                    <a:pt x="782" y="517"/>
                    <a:pt x="782" y="517"/>
                  </a:cubicBezTo>
                  <a:cubicBezTo>
                    <a:pt x="621" y="356"/>
                    <a:pt x="621" y="356"/>
                    <a:pt x="621" y="356"/>
                  </a:cubicBezTo>
                  <a:cubicBezTo>
                    <a:pt x="354" y="356"/>
                    <a:pt x="354" y="356"/>
                    <a:pt x="354" y="356"/>
                  </a:cubicBezTo>
                  <a:cubicBezTo>
                    <a:pt x="354" y="356"/>
                    <a:pt x="354" y="356"/>
                    <a:pt x="353" y="35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55" y="352"/>
                    <a:pt x="355" y="352"/>
                    <a:pt x="355" y="352"/>
                  </a:cubicBezTo>
                  <a:cubicBezTo>
                    <a:pt x="622" y="352"/>
                    <a:pt x="622" y="352"/>
                    <a:pt x="622" y="352"/>
                  </a:cubicBezTo>
                  <a:cubicBezTo>
                    <a:pt x="622" y="352"/>
                    <a:pt x="623" y="353"/>
                    <a:pt x="623" y="353"/>
                  </a:cubicBezTo>
                  <a:cubicBezTo>
                    <a:pt x="785" y="515"/>
                    <a:pt x="785" y="515"/>
                    <a:pt x="785" y="515"/>
                  </a:cubicBezTo>
                  <a:cubicBezTo>
                    <a:pt x="786" y="515"/>
                    <a:pt x="786" y="516"/>
                    <a:pt x="786" y="516"/>
                  </a:cubicBezTo>
                  <a:lnTo>
                    <a:pt x="786" y="5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3" name="Freeform 438"/>
            <p:cNvSpPr>
              <a:spLocks/>
            </p:cNvSpPr>
            <p:nvPr/>
          </p:nvSpPr>
          <p:spPr bwMode="auto">
            <a:xfrm flipV="1">
              <a:off x="-1330323" y="3827461"/>
              <a:ext cx="3370262" cy="2189163"/>
            </a:xfrm>
            <a:custGeom>
              <a:avLst/>
              <a:gdLst>
                <a:gd name="T0" fmla="*/ 843 w 898"/>
                <a:gd name="T1" fmla="*/ 583 h 583"/>
                <a:gd name="T2" fmla="*/ 842 w 898"/>
                <a:gd name="T3" fmla="*/ 582 h 583"/>
                <a:gd name="T4" fmla="*/ 753 w 898"/>
                <a:gd name="T5" fmla="*/ 493 h 583"/>
                <a:gd name="T6" fmla="*/ 752 w 898"/>
                <a:gd name="T7" fmla="*/ 492 h 583"/>
                <a:gd name="T8" fmla="*/ 752 w 898"/>
                <a:gd name="T9" fmla="*/ 428 h 583"/>
                <a:gd name="T10" fmla="*/ 666 w 898"/>
                <a:gd name="T11" fmla="*/ 342 h 583"/>
                <a:gd name="T12" fmla="*/ 341 w 898"/>
                <a:gd name="T13" fmla="*/ 342 h 583"/>
                <a:gd name="T14" fmla="*/ 339 w 898"/>
                <a:gd name="T15" fmla="*/ 342 h 583"/>
                <a:gd name="T16" fmla="*/ 0 w 898"/>
                <a:gd name="T17" fmla="*/ 3 h 583"/>
                <a:gd name="T18" fmla="*/ 3 w 898"/>
                <a:gd name="T19" fmla="*/ 0 h 583"/>
                <a:gd name="T20" fmla="*/ 341 w 898"/>
                <a:gd name="T21" fmla="*/ 339 h 583"/>
                <a:gd name="T22" fmla="*/ 666 w 898"/>
                <a:gd name="T23" fmla="*/ 339 h 583"/>
                <a:gd name="T24" fmla="*/ 668 w 898"/>
                <a:gd name="T25" fmla="*/ 339 h 583"/>
                <a:gd name="T26" fmla="*/ 755 w 898"/>
                <a:gd name="T27" fmla="*/ 426 h 583"/>
                <a:gd name="T28" fmla="*/ 755 w 898"/>
                <a:gd name="T29" fmla="*/ 428 h 583"/>
                <a:gd name="T30" fmla="*/ 755 w 898"/>
                <a:gd name="T31" fmla="*/ 491 h 583"/>
                <a:gd name="T32" fmla="*/ 844 w 898"/>
                <a:gd name="T33" fmla="*/ 579 h 583"/>
                <a:gd name="T34" fmla="*/ 886 w 898"/>
                <a:gd name="T35" fmla="*/ 579 h 583"/>
                <a:gd name="T36" fmla="*/ 895 w 898"/>
                <a:gd name="T37" fmla="*/ 570 h 583"/>
                <a:gd name="T38" fmla="*/ 898 w 898"/>
                <a:gd name="T39" fmla="*/ 572 h 583"/>
                <a:gd name="T40" fmla="*/ 888 w 898"/>
                <a:gd name="T41" fmla="*/ 582 h 583"/>
                <a:gd name="T42" fmla="*/ 887 w 898"/>
                <a:gd name="T43" fmla="*/ 583 h 583"/>
                <a:gd name="T44" fmla="*/ 843 w 898"/>
                <a:gd name="T45" fmla="*/ 58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583">
                  <a:moveTo>
                    <a:pt x="843" y="583"/>
                  </a:moveTo>
                  <a:cubicBezTo>
                    <a:pt x="842" y="583"/>
                    <a:pt x="842" y="583"/>
                    <a:pt x="842" y="582"/>
                  </a:cubicBezTo>
                  <a:cubicBezTo>
                    <a:pt x="753" y="493"/>
                    <a:pt x="753" y="493"/>
                    <a:pt x="753" y="493"/>
                  </a:cubicBezTo>
                  <a:cubicBezTo>
                    <a:pt x="752" y="493"/>
                    <a:pt x="752" y="492"/>
                    <a:pt x="752" y="492"/>
                  </a:cubicBezTo>
                  <a:cubicBezTo>
                    <a:pt x="752" y="428"/>
                    <a:pt x="752" y="428"/>
                    <a:pt x="752" y="428"/>
                  </a:cubicBezTo>
                  <a:cubicBezTo>
                    <a:pt x="666" y="342"/>
                    <a:pt x="666" y="342"/>
                    <a:pt x="666" y="342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0" y="342"/>
                    <a:pt x="340" y="342"/>
                    <a:pt x="339" y="34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1" y="339"/>
                    <a:pt x="341" y="339"/>
                    <a:pt x="341" y="339"/>
                  </a:cubicBezTo>
                  <a:cubicBezTo>
                    <a:pt x="666" y="339"/>
                    <a:pt x="666" y="339"/>
                    <a:pt x="666" y="339"/>
                  </a:cubicBezTo>
                  <a:cubicBezTo>
                    <a:pt x="667" y="339"/>
                    <a:pt x="667" y="339"/>
                    <a:pt x="668" y="339"/>
                  </a:cubicBezTo>
                  <a:cubicBezTo>
                    <a:pt x="755" y="426"/>
                    <a:pt x="755" y="426"/>
                    <a:pt x="755" y="426"/>
                  </a:cubicBezTo>
                  <a:cubicBezTo>
                    <a:pt x="755" y="427"/>
                    <a:pt x="755" y="427"/>
                    <a:pt x="755" y="428"/>
                  </a:cubicBezTo>
                  <a:cubicBezTo>
                    <a:pt x="755" y="491"/>
                    <a:pt x="755" y="491"/>
                    <a:pt x="755" y="491"/>
                  </a:cubicBezTo>
                  <a:cubicBezTo>
                    <a:pt x="844" y="579"/>
                    <a:pt x="844" y="579"/>
                    <a:pt x="844" y="579"/>
                  </a:cubicBezTo>
                  <a:cubicBezTo>
                    <a:pt x="886" y="579"/>
                    <a:pt x="886" y="579"/>
                    <a:pt x="886" y="579"/>
                  </a:cubicBezTo>
                  <a:cubicBezTo>
                    <a:pt x="895" y="570"/>
                    <a:pt x="895" y="570"/>
                    <a:pt x="895" y="570"/>
                  </a:cubicBezTo>
                  <a:cubicBezTo>
                    <a:pt x="898" y="572"/>
                    <a:pt x="898" y="572"/>
                    <a:pt x="898" y="572"/>
                  </a:cubicBezTo>
                  <a:cubicBezTo>
                    <a:pt x="888" y="582"/>
                    <a:pt x="888" y="582"/>
                    <a:pt x="888" y="582"/>
                  </a:cubicBezTo>
                  <a:cubicBezTo>
                    <a:pt x="887" y="583"/>
                    <a:pt x="887" y="583"/>
                    <a:pt x="887" y="583"/>
                  </a:cubicBezTo>
                  <a:lnTo>
                    <a:pt x="843" y="5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4" name="Freeform 439"/>
            <p:cNvSpPr>
              <a:spLocks/>
            </p:cNvSpPr>
            <p:nvPr/>
          </p:nvSpPr>
          <p:spPr bwMode="auto">
            <a:xfrm flipV="1">
              <a:off x="-1619248" y="3881436"/>
              <a:ext cx="3205162" cy="1846263"/>
            </a:xfrm>
            <a:custGeom>
              <a:avLst/>
              <a:gdLst>
                <a:gd name="T0" fmla="*/ 671 w 854"/>
                <a:gd name="T1" fmla="*/ 312 h 492"/>
                <a:gd name="T2" fmla="*/ 654 w 854"/>
                <a:gd name="T3" fmla="*/ 315 h 492"/>
                <a:gd name="T4" fmla="*/ 722 w 854"/>
                <a:gd name="T5" fmla="*/ 392 h 492"/>
                <a:gd name="T6" fmla="*/ 723 w 854"/>
                <a:gd name="T7" fmla="*/ 402 h 492"/>
                <a:gd name="T8" fmla="*/ 715 w 854"/>
                <a:gd name="T9" fmla="*/ 410 h 492"/>
                <a:gd name="T10" fmla="*/ 705 w 854"/>
                <a:gd name="T11" fmla="*/ 410 h 492"/>
                <a:gd name="T12" fmla="*/ 603 w 854"/>
                <a:gd name="T13" fmla="*/ 309 h 492"/>
                <a:gd name="T14" fmla="*/ 469 w 854"/>
                <a:gd name="T15" fmla="*/ 319 h 492"/>
                <a:gd name="T16" fmla="*/ 475 w 854"/>
                <a:gd name="T17" fmla="*/ 333 h 492"/>
                <a:gd name="T18" fmla="*/ 575 w 854"/>
                <a:gd name="T19" fmla="*/ 333 h 492"/>
                <a:gd name="T20" fmla="*/ 583 w 854"/>
                <a:gd name="T21" fmla="*/ 342 h 492"/>
                <a:gd name="T22" fmla="*/ 583 w 854"/>
                <a:gd name="T23" fmla="*/ 353 h 492"/>
                <a:gd name="T24" fmla="*/ 573 w 854"/>
                <a:gd name="T25" fmla="*/ 362 h 492"/>
                <a:gd name="T26" fmla="*/ 354 w 854"/>
                <a:gd name="T27" fmla="*/ 362 h 492"/>
                <a:gd name="T28" fmla="*/ 247 w 854"/>
                <a:gd name="T29" fmla="*/ 255 h 492"/>
                <a:gd name="T30" fmla="*/ 248 w 854"/>
                <a:gd name="T31" fmla="*/ 240 h 492"/>
                <a:gd name="T32" fmla="*/ 259 w 854"/>
                <a:gd name="T33" fmla="*/ 229 h 492"/>
                <a:gd name="T34" fmla="*/ 273 w 854"/>
                <a:gd name="T35" fmla="*/ 230 h 492"/>
                <a:gd name="T36" fmla="*/ 387 w 854"/>
                <a:gd name="T37" fmla="*/ 332 h 492"/>
                <a:gd name="T38" fmla="*/ 397 w 854"/>
                <a:gd name="T39" fmla="*/ 311 h 492"/>
                <a:gd name="T40" fmla="*/ 118 w 854"/>
                <a:gd name="T41" fmla="*/ 43 h 492"/>
                <a:gd name="T42" fmla="*/ 108 w 854"/>
                <a:gd name="T43" fmla="*/ 65 h 492"/>
                <a:gd name="T44" fmla="*/ 199 w 854"/>
                <a:gd name="T45" fmla="*/ 157 h 492"/>
                <a:gd name="T46" fmla="*/ 199 w 854"/>
                <a:gd name="T47" fmla="*/ 167 h 492"/>
                <a:gd name="T48" fmla="*/ 187 w 854"/>
                <a:gd name="T49" fmla="*/ 178 h 492"/>
                <a:gd name="T50" fmla="*/ 176 w 854"/>
                <a:gd name="T51" fmla="*/ 178 h 492"/>
                <a:gd name="T52" fmla="*/ 0 w 854"/>
                <a:gd name="T53" fmla="*/ 3 h 492"/>
                <a:gd name="T54" fmla="*/ 177 w 854"/>
                <a:gd name="T55" fmla="*/ 174 h 492"/>
                <a:gd name="T56" fmla="*/ 196 w 854"/>
                <a:gd name="T57" fmla="*/ 165 h 492"/>
                <a:gd name="T58" fmla="*/ 105 w 854"/>
                <a:gd name="T59" fmla="*/ 67 h 492"/>
                <a:gd name="T60" fmla="*/ 104 w 854"/>
                <a:gd name="T61" fmla="*/ 53 h 492"/>
                <a:gd name="T62" fmla="*/ 116 w 854"/>
                <a:gd name="T63" fmla="*/ 40 h 492"/>
                <a:gd name="T64" fmla="*/ 130 w 854"/>
                <a:gd name="T65" fmla="*/ 40 h 492"/>
                <a:gd name="T66" fmla="*/ 400 w 854"/>
                <a:gd name="T67" fmla="*/ 309 h 492"/>
                <a:gd name="T68" fmla="*/ 400 w 854"/>
                <a:gd name="T69" fmla="*/ 323 h 492"/>
                <a:gd name="T70" fmla="*/ 389 w 854"/>
                <a:gd name="T71" fmla="*/ 335 h 492"/>
                <a:gd name="T72" fmla="*/ 374 w 854"/>
                <a:gd name="T73" fmla="*/ 335 h 492"/>
                <a:gd name="T74" fmla="*/ 271 w 854"/>
                <a:gd name="T75" fmla="*/ 233 h 492"/>
                <a:gd name="T76" fmla="*/ 251 w 854"/>
                <a:gd name="T77" fmla="*/ 242 h 492"/>
                <a:gd name="T78" fmla="*/ 356 w 854"/>
                <a:gd name="T79" fmla="*/ 359 h 492"/>
                <a:gd name="T80" fmla="*/ 580 w 854"/>
                <a:gd name="T81" fmla="*/ 351 h 492"/>
                <a:gd name="T82" fmla="*/ 573 w 854"/>
                <a:gd name="T83" fmla="*/ 336 h 492"/>
                <a:gd name="T84" fmla="*/ 473 w 854"/>
                <a:gd name="T85" fmla="*/ 336 h 492"/>
                <a:gd name="T86" fmla="*/ 465 w 854"/>
                <a:gd name="T87" fmla="*/ 327 h 492"/>
                <a:gd name="T88" fmla="*/ 466 w 854"/>
                <a:gd name="T89" fmla="*/ 317 h 492"/>
                <a:gd name="T90" fmla="*/ 478 w 854"/>
                <a:gd name="T91" fmla="*/ 306 h 492"/>
                <a:gd name="T92" fmla="*/ 605 w 854"/>
                <a:gd name="T93" fmla="*/ 306 h 492"/>
                <a:gd name="T94" fmla="*/ 713 w 854"/>
                <a:gd name="T95" fmla="*/ 407 h 492"/>
                <a:gd name="T96" fmla="*/ 720 w 854"/>
                <a:gd name="T97" fmla="*/ 394 h 492"/>
                <a:gd name="T98" fmla="*/ 651 w 854"/>
                <a:gd name="T99" fmla="*/ 324 h 492"/>
                <a:gd name="T100" fmla="*/ 651 w 854"/>
                <a:gd name="T101" fmla="*/ 313 h 492"/>
                <a:gd name="T102" fmla="*/ 657 w 854"/>
                <a:gd name="T103" fmla="*/ 308 h 492"/>
                <a:gd name="T104" fmla="*/ 672 w 854"/>
                <a:gd name="T105" fmla="*/ 309 h 492"/>
                <a:gd name="T106" fmla="*/ 851 w 854"/>
                <a:gd name="T107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54" h="492">
                  <a:moveTo>
                    <a:pt x="851" y="492"/>
                  </a:moveTo>
                  <a:cubicBezTo>
                    <a:pt x="671" y="312"/>
                    <a:pt x="671" y="312"/>
                    <a:pt x="671" y="312"/>
                  </a:cubicBezTo>
                  <a:cubicBezTo>
                    <a:pt x="658" y="312"/>
                    <a:pt x="658" y="312"/>
                    <a:pt x="658" y="312"/>
                  </a:cubicBezTo>
                  <a:cubicBezTo>
                    <a:pt x="654" y="315"/>
                    <a:pt x="654" y="315"/>
                    <a:pt x="654" y="315"/>
                  </a:cubicBezTo>
                  <a:cubicBezTo>
                    <a:pt x="654" y="324"/>
                    <a:pt x="654" y="324"/>
                    <a:pt x="654" y="324"/>
                  </a:cubicBezTo>
                  <a:cubicBezTo>
                    <a:pt x="722" y="392"/>
                    <a:pt x="722" y="392"/>
                    <a:pt x="722" y="392"/>
                  </a:cubicBezTo>
                  <a:cubicBezTo>
                    <a:pt x="723" y="392"/>
                    <a:pt x="723" y="393"/>
                    <a:pt x="723" y="393"/>
                  </a:cubicBezTo>
                  <a:cubicBezTo>
                    <a:pt x="723" y="402"/>
                    <a:pt x="723" y="402"/>
                    <a:pt x="723" y="402"/>
                  </a:cubicBezTo>
                  <a:cubicBezTo>
                    <a:pt x="723" y="402"/>
                    <a:pt x="723" y="402"/>
                    <a:pt x="722" y="403"/>
                  </a:cubicBezTo>
                  <a:cubicBezTo>
                    <a:pt x="715" y="410"/>
                    <a:pt x="715" y="410"/>
                    <a:pt x="715" y="410"/>
                  </a:cubicBezTo>
                  <a:cubicBezTo>
                    <a:pt x="715" y="410"/>
                    <a:pt x="715" y="410"/>
                    <a:pt x="714" y="410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704" y="410"/>
                    <a:pt x="704" y="410"/>
                    <a:pt x="704" y="410"/>
                  </a:cubicBezTo>
                  <a:cubicBezTo>
                    <a:pt x="603" y="309"/>
                    <a:pt x="603" y="309"/>
                    <a:pt x="603" y="309"/>
                  </a:cubicBezTo>
                  <a:cubicBezTo>
                    <a:pt x="479" y="309"/>
                    <a:pt x="479" y="309"/>
                    <a:pt x="479" y="309"/>
                  </a:cubicBezTo>
                  <a:cubicBezTo>
                    <a:pt x="469" y="319"/>
                    <a:pt x="469" y="319"/>
                    <a:pt x="469" y="319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75" y="333"/>
                    <a:pt x="475" y="333"/>
                    <a:pt x="475" y="333"/>
                  </a:cubicBezTo>
                  <a:cubicBezTo>
                    <a:pt x="574" y="333"/>
                    <a:pt x="574" y="333"/>
                    <a:pt x="574" y="333"/>
                  </a:cubicBezTo>
                  <a:cubicBezTo>
                    <a:pt x="574" y="333"/>
                    <a:pt x="575" y="333"/>
                    <a:pt x="575" y="333"/>
                  </a:cubicBezTo>
                  <a:cubicBezTo>
                    <a:pt x="583" y="341"/>
                    <a:pt x="583" y="341"/>
                    <a:pt x="583" y="341"/>
                  </a:cubicBezTo>
                  <a:cubicBezTo>
                    <a:pt x="583" y="341"/>
                    <a:pt x="583" y="342"/>
                    <a:pt x="583" y="342"/>
                  </a:cubicBezTo>
                  <a:cubicBezTo>
                    <a:pt x="583" y="352"/>
                    <a:pt x="583" y="352"/>
                    <a:pt x="583" y="352"/>
                  </a:cubicBezTo>
                  <a:cubicBezTo>
                    <a:pt x="583" y="352"/>
                    <a:pt x="583" y="353"/>
                    <a:pt x="583" y="353"/>
                  </a:cubicBezTo>
                  <a:cubicBezTo>
                    <a:pt x="574" y="362"/>
                    <a:pt x="574" y="362"/>
                    <a:pt x="574" y="362"/>
                  </a:cubicBezTo>
                  <a:cubicBezTo>
                    <a:pt x="574" y="362"/>
                    <a:pt x="573" y="362"/>
                    <a:pt x="573" y="362"/>
                  </a:cubicBezTo>
                  <a:cubicBezTo>
                    <a:pt x="355" y="362"/>
                    <a:pt x="355" y="362"/>
                    <a:pt x="355" y="362"/>
                  </a:cubicBezTo>
                  <a:cubicBezTo>
                    <a:pt x="355" y="362"/>
                    <a:pt x="354" y="362"/>
                    <a:pt x="354" y="362"/>
                  </a:cubicBezTo>
                  <a:cubicBezTo>
                    <a:pt x="248" y="256"/>
                    <a:pt x="248" y="256"/>
                    <a:pt x="248" y="256"/>
                  </a:cubicBezTo>
                  <a:cubicBezTo>
                    <a:pt x="248" y="256"/>
                    <a:pt x="247" y="255"/>
                    <a:pt x="247" y="255"/>
                  </a:cubicBezTo>
                  <a:cubicBezTo>
                    <a:pt x="247" y="241"/>
                    <a:pt x="247" y="241"/>
                    <a:pt x="247" y="241"/>
                  </a:cubicBezTo>
                  <a:cubicBezTo>
                    <a:pt x="247" y="241"/>
                    <a:pt x="248" y="240"/>
                    <a:pt x="248" y="240"/>
                  </a:cubicBezTo>
                  <a:cubicBezTo>
                    <a:pt x="258" y="230"/>
                    <a:pt x="258" y="230"/>
                    <a:pt x="258" y="230"/>
                  </a:cubicBezTo>
                  <a:cubicBezTo>
                    <a:pt x="259" y="230"/>
                    <a:pt x="259" y="229"/>
                    <a:pt x="259" y="229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9"/>
                    <a:pt x="273" y="229"/>
                    <a:pt x="273" y="230"/>
                  </a:cubicBezTo>
                  <a:cubicBezTo>
                    <a:pt x="375" y="332"/>
                    <a:pt x="375" y="332"/>
                    <a:pt x="375" y="332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97" y="322"/>
                    <a:pt x="397" y="322"/>
                    <a:pt x="397" y="322"/>
                  </a:cubicBezTo>
                  <a:cubicBezTo>
                    <a:pt x="397" y="311"/>
                    <a:pt x="397" y="311"/>
                    <a:pt x="397" y="311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99" y="156"/>
                    <a:pt x="199" y="156"/>
                    <a:pt x="199" y="156"/>
                  </a:cubicBezTo>
                  <a:cubicBezTo>
                    <a:pt x="199" y="156"/>
                    <a:pt x="199" y="157"/>
                    <a:pt x="199" y="157"/>
                  </a:cubicBezTo>
                  <a:cubicBezTo>
                    <a:pt x="199" y="166"/>
                    <a:pt x="199" y="166"/>
                    <a:pt x="199" y="166"/>
                  </a:cubicBezTo>
                  <a:cubicBezTo>
                    <a:pt x="199" y="166"/>
                    <a:pt x="199" y="167"/>
                    <a:pt x="199" y="167"/>
                  </a:cubicBezTo>
                  <a:cubicBezTo>
                    <a:pt x="189" y="177"/>
                    <a:pt x="189" y="177"/>
                    <a:pt x="189" y="177"/>
                  </a:cubicBezTo>
                  <a:cubicBezTo>
                    <a:pt x="188" y="177"/>
                    <a:pt x="188" y="178"/>
                    <a:pt x="187" y="178"/>
                  </a:cubicBezTo>
                  <a:cubicBezTo>
                    <a:pt x="187" y="178"/>
                    <a:pt x="187" y="178"/>
                    <a:pt x="187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5" y="178"/>
                    <a:pt x="175" y="177"/>
                    <a:pt x="175" y="17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77" y="174"/>
                    <a:pt x="177" y="174"/>
                    <a:pt x="17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96" y="165"/>
                    <a:pt x="196" y="165"/>
                    <a:pt x="196" y="165"/>
                  </a:cubicBezTo>
                  <a:cubicBezTo>
                    <a:pt x="196" y="158"/>
                    <a:pt x="196" y="158"/>
                    <a:pt x="196" y="158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4" y="67"/>
                    <a:pt x="104" y="66"/>
                    <a:pt x="104" y="6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4" y="53"/>
                    <a:pt x="104" y="52"/>
                    <a:pt x="105" y="52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7" y="40"/>
                    <a:pt x="117" y="40"/>
                    <a:pt x="118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0"/>
                    <a:pt x="131" y="40"/>
                    <a:pt x="131" y="40"/>
                  </a:cubicBezTo>
                  <a:cubicBezTo>
                    <a:pt x="400" y="309"/>
                    <a:pt x="400" y="309"/>
                    <a:pt x="400" y="309"/>
                  </a:cubicBezTo>
                  <a:cubicBezTo>
                    <a:pt x="400" y="309"/>
                    <a:pt x="400" y="310"/>
                    <a:pt x="400" y="310"/>
                  </a:cubicBezTo>
                  <a:cubicBezTo>
                    <a:pt x="400" y="323"/>
                    <a:pt x="400" y="323"/>
                    <a:pt x="400" y="323"/>
                  </a:cubicBezTo>
                  <a:cubicBezTo>
                    <a:pt x="400" y="323"/>
                    <a:pt x="400" y="324"/>
                    <a:pt x="400" y="324"/>
                  </a:cubicBezTo>
                  <a:cubicBezTo>
                    <a:pt x="389" y="335"/>
                    <a:pt x="389" y="335"/>
                    <a:pt x="389" y="335"/>
                  </a:cubicBezTo>
                  <a:cubicBezTo>
                    <a:pt x="389" y="335"/>
                    <a:pt x="388" y="335"/>
                    <a:pt x="388" y="335"/>
                  </a:cubicBezTo>
                  <a:cubicBezTo>
                    <a:pt x="374" y="335"/>
                    <a:pt x="374" y="335"/>
                    <a:pt x="374" y="335"/>
                  </a:cubicBezTo>
                  <a:cubicBezTo>
                    <a:pt x="374" y="335"/>
                    <a:pt x="373" y="335"/>
                    <a:pt x="373" y="335"/>
                  </a:cubicBezTo>
                  <a:cubicBezTo>
                    <a:pt x="271" y="233"/>
                    <a:pt x="271" y="233"/>
                    <a:pt x="271" y="233"/>
                  </a:cubicBezTo>
                  <a:cubicBezTo>
                    <a:pt x="260" y="233"/>
                    <a:pt x="260" y="233"/>
                    <a:pt x="260" y="233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356" y="359"/>
                    <a:pt x="356" y="359"/>
                    <a:pt x="356" y="359"/>
                  </a:cubicBezTo>
                  <a:cubicBezTo>
                    <a:pt x="572" y="359"/>
                    <a:pt x="572" y="359"/>
                    <a:pt x="572" y="359"/>
                  </a:cubicBezTo>
                  <a:cubicBezTo>
                    <a:pt x="580" y="351"/>
                    <a:pt x="580" y="351"/>
                    <a:pt x="580" y="351"/>
                  </a:cubicBezTo>
                  <a:cubicBezTo>
                    <a:pt x="580" y="343"/>
                    <a:pt x="580" y="343"/>
                    <a:pt x="580" y="343"/>
                  </a:cubicBezTo>
                  <a:cubicBezTo>
                    <a:pt x="573" y="336"/>
                    <a:pt x="573" y="336"/>
                    <a:pt x="573" y="336"/>
                  </a:cubicBezTo>
                  <a:cubicBezTo>
                    <a:pt x="474" y="336"/>
                    <a:pt x="474" y="336"/>
                    <a:pt x="474" y="336"/>
                  </a:cubicBezTo>
                  <a:cubicBezTo>
                    <a:pt x="474" y="336"/>
                    <a:pt x="473" y="336"/>
                    <a:pt x="473" y="336"/>
                  </a:cubicBezTo>
                  <a:cubicBezTo>
                    <a:pt x="466" y="328"/>
                    <a:pt x="466" y="328"/>
                    <a:pt x="466" y="328"/>
                  </a:cubicBezTo>
                  <a:cubicBezTo>
                    <a:pt x="465" y="328"/>
                    <a:pt x="465" y="328"/>
                    <a:pt x="465" y="327"/>
                  </a:cubicBezTo>
                  <a:cubicBezTo>
                    <a:pt x="465" y="319"/>
                    <a:pt x="465" y="319"/>
                    <a:pt x="465" y="319"/>
                  </a:cubicBezTo>
                  <a:cubicBezTo>
                    <a:pt x="465" y="318"/>
                    <a:pt x="465" y="318"/>
                    <a:pt x="466" y="317"/>
                  </a:cubicBezTo>
                  <a:cubicBezTo>
                    <a:pt x="477" y="306"/>
                    <a:pt x="477" y="306"/>
                    <a:pt x="477" y="306"/>
                  </a:cubicBezTo>
                  <a:cubicBezTo>
                    <a:pt x="477" y="306"/>
                    <a:pt x="478" y="306"/>
                    <a:pt x="478" y="306"/>
                  </a:cubicBezTo>
                  <a:cubicBezTo>
                    <a:pt x="603" y="306"/>
                    <a:pt x="603" y="306"/>
                    <a:pt x="603" y="306"/>
                  </a:cubicBezTo>
                  <a:cubicBezTo>
                    <a:pt x="604" y="306"/>
                    <a:pt x="604" y="306"/>
                    <a:pt x="605" y="306"/>
                  </a:cubicBezTo>
                  <a:cubicBezTo>
                    <a:pt x="705" y="407"/>
                    <a:pt x="705" y="407"/>
                    <a:pt x="705" y="407"/>
                  </a:cubicBezTo>
                  <a:cubicBezTo>
                    <a:pt x="713" y="407"/>
                    <a:pt x="713" y="407"/>
                    <a:pt x="713" y="407"/>
                  </a:cubicBezTo>
                  <a:cubicBezTo>
                    <a:pt x="720" y="401"/>
                    <a:pt x="720" y="401"/>
                    <a:pt x="720" y="401"/>
                  </a:cubicBezTo>
                  <a:cubicBezTo>
                    <a:pt x="720" y="394"/>
                    <a:pt x="720" y="394"/>
                    <a:pt x="720" y="394"/>
                  </a:cubicBezTo>
                  <a:cubicBezTo>
                    <a:pt x="651" y="326"/>
                    <a:pt x="651" y="326"/>
                    <a:pt x="651" y="326"/>
                  </a:cubicBezTo>
                  <a:cubicBezTo>
                    <a:pt x="651" y="325"/>
                    <a:pt x="651" y="325"/>
                    <a:pt x="651" y="324"/>
                  </a:cubicBezTo>
                  <a:cubicBezTo>
                    <a:pt x="651" y="315"/>
                    <a:pt x="651" y="315"/>
                    <a:pt x="651" y="315"/>
                  </a:cubicBezTo>
                  <a:cubicBezTo>
                    <a:pt x="651" y="314"/>
                    <a:pt x="651" y="314"/>
                    <a:pt x="651" y="313"/>
                  </a:cubicBezTo>
                  <a:cubicBezTo>
                    <a:pt x="656" y="309"/>
                    <a:pt x="656" y="309"/>
                    <a:pt x="656" y="309"/>
                  </a:cubicBezTo>
                  <a:cubicBezTo>
                    <a:pt x="656" y="308"/>
                    <a:pt x="657" y="308"/>
                    <a:pt x="657" y="308"/>
                  </a:cubicBezTo>
                  <a:cubicBezTo>
                    <a:pt x="671" y="308"/>
                    <a:pt x="671" y="308"/>
                    <a:pt x="671" y="308"/>
                  </a:cubicBezTo>
                  <a:cubicBezTo>
                    <a:pt x="672" y="308"/>
                    <a:pt x="672" y="308"/>
                    <a:pt x="672" y="309"/>
                  </a:cubicBezTo>
                  <a:cubicBezTo>
                    <a:pt x="854" y="490"/>
                    <a:pt x="854" y="490"/>
                    <a:pt x="854" y="490"/>
                  </a:cubicBezTo>
                  <a:lnTo>
                    <a:pt x="851" y="4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5" name="Freeform 440"/>
            <p:cNvSpPr>
              <a:spLocks noEditPoints="1"/>
            </p:cNvSpPr>
            <p:nvPr/>
          </p:nvSpPr>
          <p:spPr bwMode="auto">
            <a:xfrm flipV="1">
              <a:off x="1792289" y="3648073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0 h 28"/>
                <a:gd name="T12" fmla="*/ 14 w 28"/>
                <a:gd name="T13" fmla="*/ 0 h 28"/>
                <a:gd name="T14" fmla="*/ 0 w 28"/>
                <a:gd name="T15" fmla="*/ 14 h 28"/>
                <a:gd name="T16" fmla="*/ 4 w 28"/>
                <a:gd name="T17" fmla="*/ 24 h 28"/>
                <a:gd name="T18" fmla="*/ 14 w 28"/>
                <a:gd name="T19" fmla="*/ 28 h 28"/>
                <a:gd name="T20" fmla="*/ 28 w 28"/>
                <a:gd name="T21" fmla="*/ 14 h 28"/>
                <a:gd name="T22" fmla="*/ 14 w 28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7" y="26"/>
                    <a:pt x="10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6" name="Freeform 441"/>
            <p:cNvSpPr>
              <a:spLocks noEditPoints="1"/>
            </p:cNvSpPr>
            <p:nvPr/>
          </p:nvSpPr>
          <p:spPr bwMode="auto">
            <a:xfrm flipV="1">
              <a:off x="2058989" y="3163886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14 w 28"/>
                <a:gd name="T3" fmla="*/ 6 h 28"/>
                <a:gd name="T4" fmla="*/ 14 w 28"/>
                <a:gd name="T5" fmla="*/ 6 h 28"/>
                <a:gd name="T6" fmla="*/ 21 w 28"/>
                <a:gd name="T7" fmla="*/ 14 h 28"/>
                <a:gd name="T8" fmla="*/ 14 w 28"/>
                <a:gd name="T9" fmla="*/ 21 h 28"/>
                <a:gd name="T10" fmla="*/ 6 w 28"/>
                <a:gd name="T11" fmla="*/ 14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4 w 28"/>
                <a:gd name="T21" fmla="*/ 24 h 28"/>
                <a:gd name="T22" fmla="*/ 14 w 28"/>
                <a:gd name="T23" fmla="*/ 28 h 28"/>
                <a:gd name="T24" fmla="*/ 24 w 28"/>
                <a:gd name="T25" fmla="*/ 24 h 28"/>
                <a:gd name="T26" fmla="*/ 28 w 28"/>
                <a:gd name="T27" fmla="*/ 14 h 28"/>
                <a:gd name="T28" fmla="*/ 14 w 28"/>
                <a:gd name="T2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6" y="18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6" y="26"/>
                    <a:pt x="10" y="28"/>
                    <a:pt x="14" y="28"/>
                  </a:cubicBezTo>
                  <a:cubicBezTo>
                    <a:pt x="17" y="28"/>
                    <a:pt x="21" y="26"/>
                    <a:pt x="24" y="24"/>
                  </a:cubicBezTo>
                  <a:cubicBezTo>
                    <a:pt x="26" y="21"/>
                    <a:pt x="28" y="17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7" name="Freeform 442"/>
            <p:cNvSpPr>
              <a:spLocks noEditPoints="1"/>
            </p:cNvSpPr>
            <p:nvPr/>
          </p:nvSpPr>
          <p:spPr bwMode="auto">
            <a:xfrm flipV="1">
              <a:off x="1401764" y="3295648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0 h 24"/>
                <a:gd name="T12" fmla="*/ 12 w 25"/>
                <a:gd name="T13" fmla="*/ 0 h 24"/>
                <a:gd name="T14" fmla="*/ 0 w 25"/>
                <a:gd name="T15" fmla="*/ 12 h 24"/>
                <a:gd name="T16" fmla="*/ 12 w 25"/>
                <a:gd name="T17" fmla="*/ 24 h 24"/>
                <a:gd name="T18" fmla="*/ 25 w 25"/>
                <a:gd name="T19" fmla="*/ 12 h 24"/>
                <a:gd name="T20" fmla="*/ 12 w 25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8" name="Freeform 443"/>
            <p:cNvSpPr>
              <a:spLocks noEditPoints="1"/>
            </p:cNvSpPr>
            <p:nvPr/>
          </p:nvSpPr>
          <p:spPr bwMode="auto">
            <a:xfrm flipV="1">
              <a:off x="1250952" y="3430585"/>
              <a:ext cx="93662" cy="93663"/>
            </a:xfrm>
            <a:custGeom>
              <a:avLst/>
              <a:gdLst>
                <a:gd name="T0" fmla="*/ 12 w 25"/>
                <a:gd name="T1" fmla="*/ 6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6 h 25"/>
                <a:gd name="T12" fmla="*/ 12 w 25"/>
                <a:gd name="T13" fmla="*/ 6 h 25"/>
                <a:gd name="T14" fmla="*/ 12 w 25"/>
                <a:gd name="T15" fmla="*/ 6 h 25"/>
                <a:gd name="T16" fmla="*/ 12 w 25"/>
                <a:gd name="T17" fmla="*/ 0 h 25"/>
                <a:gd name="T18" fmla="*/ 12 w 25"/>
                <a:gd name="T19" fmla="*/ 0 h 25"/>
                <a:gd name="T20" fmla="*/ 0 w 25"/>
                <a:gd name="T21" fmla="*/ 13 h 25"/>
                <a:gd name="T22" fmla="*/ 3 w 25"/>
                <a:gd name="T23" fmla="*/ 22 h 25"/>
                <a:gd name="T24" fmla="*/ 12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2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2" y="6"/>
                  </a:moveTo>
                  <a:cubicBezTo>
                    <a:pt x="16" y="6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2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9" y="24"/>
                    <a:pt x="21" y="22"/>
                  </a:cubicBezTo>
                  <a:cubicBezTo>
                    <a:pt x="23" y="19"/>
                    <a:pt x="25" y="16"/>
                    <a:pt x="25" y="13"/>
                  </a:cubicBezTo>
                  <a:cubicBezTo>
                    <a:pt x="25" y="10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9" name="Freeform 444"/>
            <p:cNvSpPr>
              <a:spLocks noEditPoints="1"/>
            </p:cNvSpPr>
            <p:nvPr/>
          </p:nvSpPr>
          <p:spPr bwMode="auto">
            <a:xfrm flipV="1">
              <a:off x="854077" y="3479798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0" name="Freeform 445"/>
            <p:cNvSpPr>
              <a:spLocks noEditPoints="1"/>
            </p:cNvSpPr>
            <p:nvPr/>
          </p:nvSpPr>
          <p:spPr bwMode="auto">
            <a:xfrm flipV="1">
              <a:off x="666752" y="3284536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12 w 25"/>
                <a:gd name="T7" fmla="*/ 19 h 24"/>
                <a:gd name="T8" fmla="*/ 5 w 25"/>
                <a:gd name="T9" fmla="*/ 12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0 w 25"/>
                <a:gd name="T17" fmla="*/ 12 h 24"/>
                <a:gd name="T18" fmla="*/ 12 w 25"/>
                <a:gd name="T19" fmla="*/ 24 h 24"/>
                <a:gd name="T20" fmla="*/ 25 w 25"/>
                <a:gd name="T21" fmla="*/ 12 h 24"/>
                <a:gd name="T22" fmla="*/ 12 w 2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1" name="Freeform 446"/>
            <p:cNvSpPr>
              <a:spLocks noEditPoints="1"/>
            </p:cNvSpPr>
            <p:nvPr/>
          </p:nvSpPr>
          <p:spPr bwMode="auto">
            <a:xfrm flipV="1">
              <a:off x="857252" y="3084510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9 w 24"/>
                <a:gd name="T3" fmla="*/ 13 h 25"/>
                <a:gd name="T4" fmla="*/ 12 w 24"/>
                <a:gd name="T5" fmla="*/ 20 h 25"/>
                <a:gd name="T6" fmla="*/ 12 w 24"/>
                <a:gd name="T7" fmla="*/ 20 h 25"/>
                <a:gd name="T8" fmla="*/ 5 w 24"/>
                <a:gd name="T9" fmla="*/ 13 h 25"/>
                <a:gd name="T10" fmla="*/ 12 w 24"/>
                <a:gd name="T11" fmla="*/ 5 h 25"/>
                <a:gd name="T12" fmla="*/ 12 w 24"/>
                <a:gd name="T13" fmla="*/ 0 h 25"/>
                <a:gd name="T14" fmla="*/ 0 w 24"/>
                <a:gd name="T15" fmla="*/ 13 h 25"/>
                <a:gd name="T16" fmla="*/ 3 w 24"/>
                <a:gd name="T17" fmla="*/ 21 h 25"/>
                <a:gd name="T18" fmla="*/ 12 w 24"/>
                <a:gd name="T19" fmla="*/ 25 h 25"/>
                <a:gd name="T20" fmla="*/ 24 w 24"/>
                <a:gd name="T21" fmla="*/ 13 h 25"/>
                <a:gd name="T22" fmla="*/ 21 w 24"/>
                <a:gd name="T23" fmla="*/ 4 h 25"/>
                <a:gd name="T24" fmla="*/ 12 w 24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4" y="19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2" name="Freeform 448"/>
            <p:cNvSpPr>
              <a:spLocks noEditPoints="1"/>
            </p:cNvSpPr>
            <p:nvPr/>
          </p:nvSpPr>
          <p:spPr bwMode="auto">
            <a:xfrm flipV="1">
              <a:off x="666752" y="29051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2 w 25"/>
                <a:gd name="T3" fmla="*/ 5 h 24"/>
                <a:gd name="T4" fmla="*/ 19 w 25"/>
                <a:gd name="T5" fmla="*/ 12 h 24"/>
                <a:gd name="T6" fmla="*/ 12 w 25"/>
                <a:gd name="T7" fmla="*/ 19 h 24"/>
                <a:gd name="T8" fmla="*/ 12 w 25"/>
                <a:gd name="T9" fmla="*/ 19 h 24"/>
                <a:gd name="T10" fmla="*/ 6 w 25"/>
                <a:gd name="T11" fmla="*/ 12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3" name="Freeform 449"/>
            <p:cNvSpPr>
              <a:spLocks noEditPoints="1"/>
            </p:cNvSpPr>
            <p:nvPr/>
          </p:nvSpPr>
          <p:spPr bwMode="auto">
            <a:xfrm flipV="1">
              <a:off x="846139" y="272414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4 w 24"/>
                <a:gd name="T27" fmla="*/ 21 h 24"/>
                <a:gd name="T28" fmla="*/ 12 w 24"/>
                <a:gd name="T29" fmla="*/ 24 h 24"/>
                <a:gd name="T30" fmla="*/ 21 w 24"/>
                <a:gd name="T31" fmla="*/ 20 h 24"/>
                <a:gd name="T32" fmla="*/ 24 w 24"/>
                <a:gd name="T33" fmla="*/ 12 h 24"/>
                <a:gd name="T34" fmla="*/ 21 w 24"/>
                <a:gd name="T35" fmla="*/ 4 h 24"/>
                <a:gd name="T36" fmla="*/ 12 w 24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4" name="Freeform 450"/>
            <p:cNvSpPr>
              <a:spLocks noEditPoints="1"/>
            </p:cNvSpPr>
            <p:nvPr/>
          </p:nvSpPr>
          <p:spPr bwMode="auto">
            <a:xfrm flipV="1">
              <a:off x="474664" y="2717798"/>
              <a:ext cx="101600" cy="100013"/>
            </a:xfrm>
            <a:custGeom>
              <a:avLst/>
              <a:gdLst>
                <a:gd name="T0" fmla="*/ 14 w 27"/>
                <a:gd name="T1" fmla="*/ 6 h 27"/>
                <a:gd name="T2" fmla="*/ 21 w 27"/>
                <a:gd name="T3" fmla="*/ 13 h 27"/>
                <a:gd name="T4" fmla="*/ 14 w 27"/>
                <a:gd name="T5" fmla="*/ 20 h 27"/>
                <a:gd name="T6" fmla="*/ 14 w 27"/>
                <a:gd name="T7" fmla="*/ 20 h 27"/>
                <a:gd name="T8" fmla="*/ 7 w 27"/>
                <a:gd name="T9" fmla="*/ 13 h 27"/>
                <a:gd name="T10" fmla="*/ 14 w 27"/>
                <a:gd name="T11" fmla="*/ 6 h 27"/>
                <a:gd name="T12" fmla="*/ 14 w 27"/>
                <a:gd name="T13" fmla="*/ 6 h 27"/>
                <a:gd name="T14" fmla="*/ 14 w 27"/>
                <a:gd name="T15" fmla="*/ 0 h 27"/>
                <a:gd name="T16" fmla="*/ 14 w 27"/>
                <a:gd name="T17" fmla="*/ 0 h 27"/>
                <a:gd name="T18" fmla="*/ 0 w 27"/>
                <a:gd name="T19" fmla="*/ 13 h 27"/>
                <a:gd name="T20" fmla="*/ 4 w 27"/>
                <a:gd name="T21" fmla="*/ 23 h 27"/>
                <a:gd name="T22" fmla="*/ 14 w 27"/>
                <a:gd name="T23" fmla="*/ 27 h 27"/>
                <a:gd name="T24" fmla="*/ 27 w 27"/>
                <a:gd name="T25" fmla="*/ 13 h 27"/>
                <a:gd name="T26" fmla="*/ 14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4" y="6"/>
                  </a:moveTo>
                  <a:cubicBezTo>
                    <a:pt x="18" y="6"/>
                    <a:pt x="21" y="10"/>
                    <a:pt x="21" y="13"/>
                  </a:cubicBezTo>
                  <a:cubicBezTo>
                    <a:pt x="21" y="17"/>
                    <a:pt x="18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0" y="20"/>
                    <a:pt x="7" y="17"/>
                    <a:pt x="7" y="13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7" y="26"/>
                    <a:pt x="10" y="27"/>
                    <a:pt x="14" y="27"/>
                  </a:cubicBezTo>
                  <a:cubicBezTo>
                    <a:pt x="21" y="27"/>
                    <a:pt x="27" y="21"/>
                    <a:pt x="27" y="13"/>
                  </a:cubicBezTo>
                  <a:cubicBezTo>
                    <a:pt x="27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5" name="Freeform 451"/>
            <p:cNvSpPr>
              <a:spLocks noEditPoints="1"/>
            </p:cNvSpPr>
            <p:nvPr/>
          </p:nvSpPr>
          <p:spPr bwMode="auto">
            <a:xfrm flipV="1">
              <a:off x="-17461" y="2600323"/>
              <a:ext cx="101600" cy="101600"/>
            </a:xfrm>
            <a:custGeom>
              <a:avLst/>
              <a:gdLst>
                <a:gd name="T0" fmla="*/ 13 w 27"/>
                <a:gd name="T1" fmla="*/ 7 h 27"/>
                <a:gd name="T2" fmla="*/ 20 w 27"/>
                <a:gd name="T3" fmla="*/ 14 h 27"/>
                <a:gd name="T4" fmla="*/ 13 w 27"/>
                <a:gd name="T5" fmla="*/ 21 h 27"/>
                <a:gd name="T6" fmla="*/ 13 w 27"/>
                <a:gd name="T7" fmla="*/ 21 h 27"/>
                <a:gd name="T8" fmla="*/ 7 w 27"/>
                <a:gd name="T9" fmla="*/ 14 h 27"/>
                <a:gd name="T10" fmla="*/ 13 w 27"/>
                <a:gd name="T11" fmla="*/ 7 h 27"/>
                <a:gd name="T12" fmla="*/ 13 w 27"/>
                <a:gd name="T13" fmla="*/ 7 h 27"/>
                <a:gd name="T14" fmla="*/ 13 w 27"/>
                <a:gd name="T15" fmla="*/ 0 h 27"/>
                <a:gd name="T16" fmla="*/ 13 w 27"/>
                <a:gd name="T17" fmla="*/ 0 h 27"/>
                <a:gd name="T18" fmla="*/ 0 w 27"/>
                <a:gd name="T19" fmla="*/ 14 h 27"/>
                <a:gd name="T20" fmla="*/ 13 w 27"/>
                <a:gd name="T21" fmla="*/ 27 h 27"/>
                <a:gd name="T22" fmla="*/ 27 w 27"/>
                <a:gd name="T23" fmla="*/ 14 h 27"/>
                <a:gd name="T24" fmla="*/ 23 w 27"/>
                <a:gd name="T25" fmla="*/ 4 h 27"/>
                <a:gd name="T26" fmla="*/ 13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3" y="7"/>
                  </a:moveTo>
                  <a:cubicBezTo>
                    <a:pt x="17" y="7"/>
                    <a:pt x="20" y="10"/>
                    <a:pt x="20" y="14"/>
                  </a:cubicBezTo>
                  <a:cubicBezTo>
                    <a:pt x="20" y="18"/>
                    <a:pt x="17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21" y="27"/>
                    <a:pt x="27" y="21"/>
                    <a:pt x="27" y="14"/>
                  </a:cubicBezTo>
                  <a:cubicBezTo>
                    <a:pt x="27" y="10"/>
                    <a:pt x="26" y="7"/>
                    <a:pt x="23" y="4"/>
                  </a:cubicBezTo>
                  <a:cubicBezTo>
                    <a:pt x="21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6" name="Freeform 452"/>
            <p:cNvSpPr>
              <a:spLocks noEditPoints="1"/>
            </p:cNvSpPr>
            <p:nvPr/>
          </p:nvSpPr>
          <p:spPr bwMode="auto">
            <a:xfrm flipV="1">
              <a:off x="295277" y="2905123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0 h 24"/>
                <a:gd name="T28" fmla="*/ 24 w 24"/>
                <a:gd name="T29" fmla="*/ 12 h 24"/>
                <a:gd name="T30" fmla="*/ 21 w 24"/>
                <a:gd name="T31" fmla="*/ 3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7" name="Freeform 453"/>
            <p:cNvSpPr>
              <a:spLocks noEditPoints="1"/>
            </p:cNvSpPr>
            <p:nvPr/>
          </p:nvSpPr>
          <p:spPr bwMode="auto">
            <a:xfrm flipV="1">
              <a:off x="-815973" y="3062285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8" name="Freeform 454"/>
            <p:cNvSpPr>
              <a:spLocks noEditPoints="1"/>
            </p:cNvSpPr>
            <p:nvPr/>
          </p:nvSpPr>
          <p:spPr bwMode="auto">
            <a:xfrm flipV="1">
              <a:off x="-614361" y="324961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9" name="Freeform 455"/>
            <p:cNvSpPr>
              <a:spLocks noEditPoints="1"/>
            </p:cNvSpPr>
            <p:nvPr/>
          </p:nvSpPr>
          <p:spPr bwMode="auto">
            <a:xfrm flipV="1">
              <a:off x="-366711" y="3213098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1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5"/>
                    <a:pt x="2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0" name="Freeform 456"/>
            <p:cNvSpPr>
              <a:spLocks noEditPoints="1"/>
            </p:cNvSpPr>
            <p:nvPr/>
          </p:nvSpPr>
          <p:spPr bwMode="auto">
            <a:xfrm flipV="1">
              <a:off x="-820736" y="32686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1" name="Freeform 457"/>
            <p:cNvSpPr>
              <a:spLocks noEditPoints="1"/>
            </p:cNvSpPr>
            <p:nvPr/>
          </p:nvSpPr>
          <p:spPr bwMode="auto">
            <a:xfrm flipV="1">
              <a:off x="-573086" y="3006723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3 h 24"/>
                <a:gd name="T18" fmla="*/ 0 w 24"/>
                <a:gd name="T19" fmla="*/ 12 h 24"/>
                <a:gd name="T20" fmla="*/ 4 w 24"/>
                <a:gd name="T21" fmla="*/ 20 h 24"/>
                <a:gd name="T22" fmla="*/ 12 w 24"/>
                <a:gd name="T23" fmla="*/ 24 h 24"/>
                <a:gd name="T24" fmla="*/ 21 w 24"/>
                <a:gd name="T25" fmla="*/ 20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2" name="Freeform 458"/>
            <p:cNvSpPr>
              <a:spLocks noEditPoints="1"/>
            </p:cNvSpPr>
            <p:nvPr/>
          </p:nvSpPr>
          <p:spPr bwMode="auto">
            <a:xfrm flipV="1">
              <a:off x="-23811" y="36893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3" name="Freeform 459"/>
            <p:cNvSpPr>
              <a:spLocks noEditPoints="1"/>
            </p:cNvSpPr>
            <p:nvPr/>
          </p:nvSpPr>
          <p:spPr bwMode="auto">
            <a:xfrm flipV="1">
              <a:off x="331789" y="367029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4" name="Freeform 460"/>
            <p:cNvSpPr>
              <a:spLocks noEditPoints="1"/>
            </p:cNvSpPr>
            <p:nvPr/>
          </p:nvSpPr>
          <p:spPr bwMode="auto">
            <a:xfrm flipV="1">
              <a:off x="-392111" y="39147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5" name="Freeform 461"/>
            <p:cNvSpPr>
              <a:spLocks noEditPoints="1"/>
            </p:cNvSpPr>
            <p:nvPr/>
          </p:nvSpPr>
          <p:spPr bwMode="auto">
            <a:xfrm flipV="1">
              <a:off x="-125411" y="40465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0 w 24"/>
                <a:gd name="T17" fmla="*/ 12 h 24"/>
                <a:gd name="T18" fmla="*/ 4 w 24"/>
                <a:gd name="T19" fmla="*/ 20 h 24"/>
                <a:gd name="T20" fmla="*/ 12 w 24"/>
                <a:gd name="T21" fmla="*/ 24 h 24"/>
                <a:gd name="T22" fmla="*/ 21 w 24"/>
                <a:gd name="T23" fmla="*/ 20 h 24"/>
                <a:gd name="T24" fmla="*/ 24 w 24"/>
                <a:gd name="T25" fmla="*/ 12 h 24"/>
                <a:gd name="T26" fmla="*/ 21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6" name="Freeform 462"/>
            <p:cNvSpPr>
              <a:spLocks noEditPoints="1"/>
            </p:cNvSpPr>
            <p:nvPr/>
          </p:nvSpPr>
          <p:spPr bwMode="auto">
            <a:xfrm flipV="1">
              <a:off x="295277" y="254158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7" name="Freeform 463"/>
            <p:cNvSpPr>
              <a:spLocks noEditPoints="1"/>
            </p:cNvSpPr>
            <p:nvPr/>
          </p:nvSpPr>
          <p:spPr bwMode="auto">
            <a:xfrm flipV="1">
              <a:off x="488952" y="23574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3 w 24"/>
                <a:gd name="T17" fmla="*/ 21 h 24"/>
                <a:gd name="T18" fmla="*/ 12 w 24"/>
                <a:gd name="T19" fmla="*/ 24 h 24"/>
                <a:gd name="T20" fmla="*/ 20 w 24"/>
                <a:gd name="T21" fmla="*/ 21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8" name="Freeform 464"/>
            <p:cNvSpPr>
              <a:spLocks noEditPoints="1"/>
            </p:cNvSpPr>
            <p:nvPr/>
          </p:nvSpPr>
          <p:spPr bwMode="auto">
            <a:xfrm flipV="1">
              <a:off x="1038227" y="3279773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9" name="Freeform 465"/>
            <p:cNvSpPr>
              <a:spLocks noEditPoints="1"/>
            </p:cNvSpPr>
            <p:nvPr/>
          </p:nvSpPr>
          <p:spPr bwMode="auto">
            <a:xfrm flipV="1">
              <a:off x="1049339" y="2897185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5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5 w 25"/>
                <a:gd name="T25" fmla="*/ 12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0" name="Freeform 466"/>
            <p:cNvSpPr>
              <a:spLocks/>
            </p:cNvSpPr>
            <p:nvPr/>
          </p:nvSpPr>
          <p:spPr bwMode="auto">
            <a:xfrm flipV="1">
              <a:off x="-1776411" y="3678236"/>
              <a:ext cx="3582987" cy="1906588"/>
            </a:xfrm>
            <a:custGeom>
              <a:avLst/>
              <a:gdLst>
                <a:gd name="T0" fmla="*/ 955 w 955"/>
                <a:gd name="T1" fmla="*/ 508 h 508"/>
                <a:gd name="T2" fmla="*/ 906 w 955"/>
                <a:gd name="T3" fmla="*/ 508 h 508"/>
                <a:gd name="T4" fmla="*/ 903 w 955"/>
                <a:gd name="T5" fmla="*/ 506 h 508"/>
                <a:gd name="T6" fmla="*/ 807 w 955"/>
                <a:gd name="T7" fmla="*/ 410 h 508"/>
                <a:gd name="T8" fmla="*/ 698 w 955"/>
                <a:gd name="T9" fmla="*/ 410 h 508"/>
                <a:gd name="T10" fmla="*/ 694 w 955"/>
                <a:gd name="T11" fmla="*/ 409 h 508"/>
                <a:gd name="T12" fmla="*/ 655 w 955"/>
                <a:gd name="T13" fmla="*/ 370 h 508"/>
                <a:gd name="T14" fmla="*/ 365 w 955"/>
                <a:gd name="T15" fmla="*/ 370 h 508"/>
                <a:gd name="T16" fmla="*/ 362 w 955"/>
                <a:gd name="T17" fmla="*/ 369 h 508"/>
                <a:gd name="T18" fmla="*/ 0 w 955"/>
                <a:gd name="T19" fmla="*/ 7 h 508"/>
                <a:gd name="T20" fmla="*/ 7 w 955"/>
                <a:gd name="T21" fmla="*/ 0 h 508"/>
                <a:gd name="T22" fmla="*/ 367 w 955"/>
                <a:gd name="T23" fmla="*/ 360 h 508"/>
                <a:gd name="T24" fmla="*/ 657 w 955"/>
                <a:gd name="T25" fmla="*/ 360 h 508"/>
                <a:gd name="T26" fmla="*/ 661 w 955"/>
                <a:gd name="T27" fmla="*/ 361 h 508"/>
                <a:gd name="T28" fmla="*/ 700 w 955"/>
                <a:gd name="T29" fmla="*/ 400 h 508"/>
                <a:gd name="T30" fmla="*/ 809 w 955"/>
                <a:gd name="T31" fmla="*/ 400 h 508"/>
                <a:gd name="T32" fmla="*/ 812 w 955"/>
                <a:gd name="T33" fmla="*/ 401 h 508"/>
                <a:gd name="T34" fmla="*/ 908 w 955"/>
                <a:gd name="T35" fmla="*/ 497 h 508"/>
                <a:gd name="T36" fmla="*/ 955 w 955"/>
                <a:gd name="T37" fmla="*/ 497 h 508"/>
                <a:gd name="T38" fmla="*/ 955 w 955"/>
                <a:gd name="T39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5" h="508">
                  <a:moveTo>
                    <a:pt x="955" y="508"/>
                  </a:moveTo>
                  <a:cubicBezTo>
                    <a:pt x="906" y="508"/>
                    <a:pt x="906" y="508"/>
                    <a:pt x="906" y="508"/>
                  </a:cubicBezTo>
                  <a:cubicBezTo>
                    <a:pt x="905" y="508"/>
                    <a:pt x="904" y="507"/>
                    <a:pt x="903" y="506"/>
                  </a:cubicBezTo>
                  <a:cubicBezTo>
                    <a:pt x="807" y="410"/>
                    <a:pt x="807" y="410"/>
                    <a:pt x="807" y="410"/>
                  </a:cubicBezTo>
                  <a:cubicBezTo>
                    <a:pt x="698" y="410"/>
                    <a:pt x="698" y="410"/>
                    <a:pt x="698" y="410"/>
                  </a:cubicBezTo>
                  <a:cubicBezTo>
                    <a:pt x="696" y="410"/>
                    <a:pt x="695" y="410"/>
                    <a:pt x="694" y="409"/>
                  </a:cubicBezTo>
                  <a:cubicBezTo>
                    <a:pt x="655" y="370"/>
                    <a:pt x="655" y="370"/>
                    <a:pt x="655" y="370"/>
                  </a:cubicBezTo>
                  <a:cubicBezTo>
                    <a:pt x="365" y="370"/>
                    <a:pt x="365" y="370"/>
                    <a:pt x="365" y="370"/>
                  </a:cubicBezTo>
                  <a:cubicBezTo>
                    <a:pt x="364" y="370"/>
                    <a:pt x="363" y="369"/>
                    <a:pt x="362" y="36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67" y="360"/>
                    <a:pt x="367" y="360"/>
                    <a:pt x="367" y="360"/>
                  </a:cubicBezTo>
                  <a:cubicBezTo>
                    <a:pt x="657" y="360"/>
                    <a:pt x="657" y="360"/>
                    <a:pt x="657" y="360"/>
                  </a:cubicBezTo>
                  <a:cubicBezTo>
                    <a:pt x="659" y="360"/>
                    <a:pt x="660" y="360"/>
                    <a:pt x="661" y="361"/>
                  </a:cubicBezTo>
                  <a:cubicBezTo>
                    <a:pt x="700" y="400"/>
                    <a:pt x="700" y="400"/>
                    <a:pt x="700" y="400"/>
                  </a:cubicBezTo>
                  <a:cubicBezTo>
                    <a:pt x="809" y="400"/>
                    <a:pt x="809" y="400"/>
                    <a:pt x="809" y="400"/>
                  </a:cubicBezTo>
                  <a:cubicBezTo>
                    <a:pt x="810" y="400"/>
                    <a:pt x="811" y="400"/>
                    <a:pt x="812" y="401"/>
                  </a:cubicBezTo>
                  <a:cubicBezTo>
                    <a:pt x="908" y="497"/>
                    <a:pt x="908" y="497"/>
                    <a:pt x="908" y="497"/>
                  </a:cubicBezTo>
                  <a:cubicBezTo>
                    <a:pt x="955" y="497"/>
                    <a:pt x="955" y="497"/>
                    <a:pt x="955" y="497"/>
                  </a:cubicBezTo>
                  <a:lnTo>
                    <a:pt x="955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1" name="Freeform 467"/>
            <p:cNvSpPr>
              <a:spLocks/>
            </p:cNvSpPr>
            <p:nvPr/>
          </p:nvSpPr>
          <p:spPr bwMode="auto">
            <a:xfrm flipV="1">
              <a:off x="-50798" y="3378198"/>
              <a:ext cx="1504950" cy="715963"/>
            </a:xfrm>
            <a:custGeom>
              <a:avLst/>
              <a:gdLst>
                <a:gd name="T0" fmla="*/ 401 w 401"/>
                <a:gd name="T1" fmla="*/ 191 h 191"/>
                <a:gd name="T2" fmla="*/ 398 w 401"/>
                <a:gd name="T3" fmla="*/ 191 h 191"/>
                <a:gd name="T4" fmla="*/ 398 w 401"/>
                <a:gd name="T5" fmla="*/ 158 h 191"/>
                <a:gd name="T6" fmla="*/ 366 w 401"/>
                <a:gd name="T7" fmla="*/ 127 h 191"/>
                <a:gd name="T8" fmla="*/ 313 w 401"/>
                <a:gd name="T9" fmla="*/ 127 h 191"/>
                <a:gd name="T10" fmla="*/ 312 w 401"/>
                <a:gd name="T11" fmla="*/ 127 h 191"/>
                <a:gd name="T12" fmla="*/ 189 w 401"/>
                <a:gd name="T13" fmla="*/ 4 h 191"/>
                <a:gd name="T14" fmla="*/ 0 w 401"/>
                <a:gd name="T15" fmla="*/ 4 h 191"/>
                <a:gd name="T16" fmla="*/ 0 w 401"/>
                <a:gd name="T17" fmla="*/ 0 h 191"/>
                <a:gd name="T18" fmla="*/ 190 w 401"/>
                <a:gd name="T19" fmla="*/ 0 h 191"/>
                <a:gd name="T20" fmla="*/ 191 w 401"/>
                <a:gd name="T21" fmla="*/ 1 h 191"/>
                <a:gd name="T22" fmla="*/ 314 w 401"/>
                <a:gd name="T23" fmla="*/ 124 h 191"/>
                <a:gd name="T24" fmla="*/ 367 w 401"/>
                <a:gd name="T25" fmla="*/ 124 h 191"/>
                <a:gd name="T26" fmla="*/ 368 w 401"/>
                <a:gd name="T27" fmla="*/ 124 h 191"/>
                <a:gd name="T28" fmla="*/ 401 w 401"/>
                <a:gd name="T29" fmla="*/ 156 h 191"/>
                <a:gd name="T30" fmla="*/ 401 w 401"/>
                <a:gd name="T31" fmla="*/ 158 h 191"/>
                <a:gd name="T32" fmla="*/ 401 w 401"/>
                <a:gd name="T33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1" h="191">
                  <a:moveTo>
                    <a:pt x="401" y="191"/>
                  </a:moveTo>
                  <a:cubicBezTo>
                    <a:pt x="398" y="191"/>
                    <a:pt x="398" y="191"/>
                    <a:pt x="398" y="191"/>
                  </a:cubicBezTo>
                  <a:cubicBezTo>
                    <a:pt x="398" y="158"/>
                    <a:pt x="398" y="158"/>
                    <a:pt x="398" y="158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13" y="127"/>
                    <a:pt x="313" y="127"/>
                    <a:pt x="313" y="127"/>
                  </a:cubicBezTo>
                  <a:cubicBezTo>
                    <a:pt x="313" y="127"/>
                    <a:pt x="312" y="127"/>
                    <a:pt x="312" y="127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91" y="0"/>
                    <a:pt x="191" y="1"/>
                  </a:cubicBezTo>
                  <a:cubicBezTo>
                    <a:pt x="314" y="124"/>
                    <a:pt x="314" y="124"/>
                    <a:pt x="314" y="124"/>
                  </a:cubicBezTo>
                  <a:cubicBezTo>
                    <a:pt x="367" y="124"/>
                    <a:pt x="367" y="124"/>
                    <a:pt x="367" y="124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7"/>
                    <a:pt x="401" y="157"/>
                    <a:pt x="401" y="158"/>
                  </a:cubicBezTo>
                  <a:lnTo>
                    <a:pt x="401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2" name="Freeform 468"/>
            <p:cNvSpPr>
              <a:spLocks/>
            </p:cNvSpPr>
            <p:nvPr/>
          </p:nvSpPr>
          <p:spPr bwMode="auto">
            <a:xfrm flipV="1">
              <a:off x="-320673" y="3467098"/>
              <a:ext cx="1576387" cy="496888"/>
            </a:xfrm>
            <a:custGeom>
              <a:avLst/>
              <a:gdLst>
                <a:gd name="T0" fmla="*/ 420 w 420"/>
                <a:gd name="T1" fmla="*/ 132 h 132"/>
                <a:gd name="T2" fmla="*/ 382 w 420"/>
                <a:gd name="T3" fmla="*/ 132 h 132"/>
                <a:gd name="T4" fmla="*/ 381 w 420"/>
                <a:gd name="T5" fmla="*/ 132 h 132"/>
                <a:gd name="T6" fmla="*/ 252 w 420"/>
                <a:gd name="T7" fmla="*/ 3 h 132"/>
                <a:gd name="T8" fmla="*/ 0 w 420"/>
                <a:gd name="T9" fmla="*/ 3 h 132"/>
                <a:gd name="T10" fmla="*/ 0 w 420"/>
                <a:gd name="T11" fmla="*/ 0 h 132"/>
                <a:gd name="T12" fmla="*/ 253 w 420"/>
                <a:gd name="T13" fmla="*/ 0 h 132"/>
                <a:gd name="T14" fmla="*/ 254 w 420"/>
                <a:gd name="T15" fmla="*/ 0 h 132"/>
                <a:gd name="T16" fmla="*/ 383 w 420"/>
                <a:gd name="T17" fmla="*/ 129 h 132"/>
                <a:gd name="T18" fmla="*/ 420 w 420"/>
                <a:gd name="T19" fmla="*/ 129 h 132"/>
                <a:gd name="T20" fmla="*/ 420 w 420"/>
                <a:gd name="T2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0" h="132">
                  <a:moveTo>
                    <a:pt x="420" y="132"/>
                  </a:move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252" y="3"/>
                    <a:pt x="252" y="3"/>
                    <a:pt x="25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53" y="0"/>
                    <a:pt x="254" y="0"/>
                    <a:pt x="254" y="0"/>
                  </a:cubicBezTo>
                  <a:cubicBezTo>
                    <a:pt x="383" y="129"/>
                    <a:pt x="383" y="129"/>
                    <a:pt x="383" y="129"/>
                  </a:cubicBezTo>
                  <a:cubicBezTo>
                    <a:pt x="420" y="129"/>
                    <a:pt x="420" y="129"/>
                    <a:pt x="420" y="129"/>
                  </a:cubicBezTo>
                  <a:lnTo>
                    <a:pt x="42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3" name="Freeform 469"/>
            <p:cNvSpPr>
              <a:spLocks/>
            </p:cNvSpPr>
            <p:nvPr/>
          </p:nvSpPr>
          <p:spPr bwMode="auto">
            <a:xfrm flipV="1">
              <a:off x="34927" y="3325811"/>
              <a:ext cx="1009650" cy="514350"/>
            </a:xfrm>
            <a:custGeom>
              <a:avLst/>
              <a:gdLst>
                <a:gd name="T0" fmla="*/ 237 w 269"/>
                <a:gd name="T1" fmla="*/ 137 h 137"/>
                <a:gd name="T2" fmla="*/ 236 w 269"/>
                <a:gd name="T3" fmla="*/ 136 h 137"/>
                <a:gd name="T4" fmla="*/ 103 w 269"/>
                <a:gd name="T5" fmla="*/ 3 h 137"/>
                <a:gd name="T6" fmla="*/ 22 w 269"/>
                <a:gd name="T7" fmla="*/ 3 h 137"/>
                <a:gd name="T8" fmla="*/ 2 w 269"/>
                <a:gd name="T9" fmla="*/ 24 h 137"/>
                <a:gd name="T10" fmla="*/ 0 w 269"/>
                <a:gd name="T11" fmla="*/ 21 h 137"/>
                <a:gd name="T12" fmla="*/ 20 w 269"/>
                <a:gd name="T13" fmla="*/ 0 h 137"/>
                <a:gd name="T14" fmla="*/ 22 w 269"/>
                <a:gd name="T15" fmla="*/ 0 h 137"/>
                <a:gd name="T16" fmla="*/ 22 w 269"/>
                <a:gd name="T17" fmla="*/ 0 h 137"/>
                <a:gd name="T18" fmla="*/ 104 w 269"/>
                <a:gd name="T19" fmla="*/ 0 h 137"/>
                <a:gd name="T20" fmla="*/ 105 w 269"/>
                <a:gd name="T21" fmla="*/ 0 h 137"/>
                <a:gd name="T22" fmla="*/ 238 w 269"/>
                <a:gd name="T23" fmla="*/ 133 h 137"/>
                <a:gd name="T24" fmla="*/ 269 w 269"/>
                <a:gd name="T25" fmla="*/ 133 h 137"/>
                <a:gd name="T26" fmla="*/ 269 w 269"/>
                <a:gd name="T27" fmla="*/ 137 h 137"/>
                <a:gd name="T28" fmla="*/ 237 w 269"/>
                <a:gd name="T29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9" h="137">
                  <a:moveTo>
                    <a:pt x="237" y="137"/>
                  </a:moveTo>
                  <a:cubicBezTo>
                    <a:pt x="237" y="137"/>
                    <a:pt x="237" y="136"/>
                    <a:pt x="236" y="136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238" y="133"/>
                    <a:pt x="238" y="133"/>
                    <a:pt x="238" y="133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7"/>
                    <a:pt x="269" y="137"/>
                    <a:pt x="269" y="137"/>
                  </a:cubicBezTo>
                  <a:lnTo>
                    <a:pt x="237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4" name="Freeform 470"/>
            <p:cNvSpPr>
              <a:spLocks/>
            </p:cNvSpPr>
            <p:nvPr/>
          </p:nvSpPr>
          <p:spPr bwMode="auto">
            <a:xfrm flipV="1">
              <a:off x="-2035173" y="3171823"/>
              <a:ext cx="2941637" cy="2135188"/>
            </a:xfrm>
            <a:custGeom>
              <a:avLst/>
              <a:gdLst>
                <a:gd name="T0" fmla="*/ 784 w 784"/>
                <a:gd name="T1" fmla="*/ 569 h 569"/>
                <a:gd name="T2" fmla="*/ 781 w 784"/>
                <a:gd name="T3" fmla="*/ 569 h 569"/>
                <a:gd name="T4" fmla="*/ 781 w 784"/>
                <a:gd name="T5" fmla="*/ 536 h 569"/>
                <a:gd name="T6" fmla="*/ 687 w 784"/>
                <a:gd name="T7" fmla="*/ 441 h 569"/>
                <a:gd name="T8" fmla="*/ 672 w 784"/>
                <a:gd name="T9" fmla="*/ 441 h 569"/>
                <a:gd name="T10" fmla="*/ 646 w 784"/>
                <a:gd name="T11" fmla="*/ 467 h 569"/>
                <a:gd name="T12" fmla="*/ 645 w 784"/>
                <a:gd name="T13" fmla="*/ 467 h 569"/>
                <a:gd name="T14" fmla="*/ 466 w 784"/>
                <a:gd name="T15" fmla="*/ 467 h 569"/>
                <a:gd name="T16" fmla="*/ 465 w 784"/>
                <a:gd name="T17" fmla="*/ 467 h 569"/>
                <a:gd name="T18" fmla="*/ 0 w 784"/>
                <a:gd name="T19" fmla="*/ 2 h 569"/>
                <a:gd name="T20" fmla="*/ 2 w 784"/>
                <a:gd name="T21" fmla="*/ 0 h 569"/>
                <a:gd name="T22" fmla="*/ 467 w 784"/>
                <a:gd name="T23" fmla="*/ 464 h 569"/>
                <a:gd name="T24" fmla="*/ 644 w 784"/>
                <a:gd name="T25" fmla="*/ 464 h 569"/>
                <a:gd name="T26" fmla="*/ 670 w 784"/>
                <a:gd name="T27" fmla="*/ 439 h 569"/>
                <a:gd name="T28" fmla="*/ 671 w 784"/>
                <a:gd name="T29" fmla="*/ 438 h 569"/>
                <a:gd name="T30" fmla="*/ 687 w 784"/>
                <a:gd name="T31" fmla="*/ 438 h 569"/>
                <a:gd name="T32" fmla="*/ 689 w 784"/>
                <a:gd name="T33" fmla="*/ 439 h 569"/>
                <a:gd name="T34" fmla="*/ 784 w 784"/>
                <a:gd name="T35" fmla="*/ 534 h 569"/>
                <a:gd name="T36" fmla="*/ 784 w 784"/>
                <a:gd name="T37" fmla="*/ 535 h 569"/>
                <a:gd name="T38" fmla="*/ 784 w 784"/>
                <a:gd name="T39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4" h="569">
                  <a:moveTo>
                    <a:pt x="784" y="569"/>
                  </a:moveTo>
                  <a:cubicBezTo>
                    <a:pt x="781" y="569"/>
                    <a:pt x="781" y="569"/>
                    <a:pt x="781" y="569"/>
                  </a:cubicBezTo>
                  <a:cubicBezTo>
                    <a:pt x="781" y="536"/>
                    <a:pt x="781" y="536"/>
                    <a:pt x="781" y="536"/>
                  </a:cubicBezTo>
                  <a:cubicBezTo>
                    <a:pt x="687" y="441"/>
                    <a:pt x="687" y="441"/>
                    <a:pt x="687" y="441"/>
                  </a:cubicBezTo>
                  <a:cubicBezTo>
                    <a:pt x="672" y="441"/>
                    <a:pt x="672" y="441"/>
                    <a:pt x="672" y="441"/>
                  </a:cubicBezTo>
                  <a:cubicBezTo>
                    <a:pt x="646" y="467"/>
                    <a:pt x="646" y="467"/>
                    <a:pt x="646" y="467"/>
                  </a:cubicBezTo>
                  <a:cubicBezTo>
                    <a:pt x="646" y="467"/>
                    <a:pt x="646" y="467"/>
                    <a:pt x="645" y="467"/>
                  </a:cubicBezTo>
                  <a:cubicBezTo>
                    <a:pt x="466" y="467"/>
                    <a:pt x="466" y="467"/>
                    <a:pt x="466" y="467"/>
                  </a:cubicBezTo>
                  <a:cubicBezTo>
                    <a:pt x="465" y="467"/>
                    <a:pt x="465" y="467"/>
                    <a:pt x="465" y="4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67" y="464"/>
                    <a:pt x="467" y="464"/>
                    <a:pt x="467" y="464"/>
                  </a:cubicBezTo>
                  <a:cubicBezTo>
                    <a:pt x="644" y="464"/>
                    <a:pt x="644" y="464"/>
                    <a:pt x="644" y="464"/>
                  </a:cubicBezTo>
                  <a:cubicBezTo>
                    <a:pt x="670" y="439"/>
                    <a:pt x="670" y="439"/>
                    <a:pt x="670" y="439"/>
                  </a:cubicBezTo>
                  <a:cubicBezTo>
                    <a:pt x="670" y="438"/>
                    <a:pt x="671" y="438"/>
                    <a:pt x="671" y="438"/>
                  </a:cubicBezTo>
                  <a:cubicBezTo>
                    <a:pt x="687" y="438"/>
                    <a:pt x="687" y="438"/>
                    <a:pt x="687" y="438"/>
                  </a:cubicBezTo>
                  <a:cubicBezTo>
                    <a:pt x="688" y="438"/>
                    <a:pt x="688" y="438"/>
                    <a:pt x="689" y="439"/>
                  </a:cubicBezTo>
                  <a:cubicBezTo>
                    <a:pt x="784" y="534"/>
                    <a:pt x="784" y="534"/>
                    <a:pt x="784" y="534"/>
                  </a:cubicBezTo>
                  <a:cubicBezTo>
                    <a:pt x="784" y="534"/>
                    <a:pt x="784" y="535"/>
                    <a:pt x="784" y="535"/>
                  </a:cubicBezTo>
                  <a:lnTo>
                    <a:pt x="784" y="5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5" name="Freeform 471"/>
            <p:cNvSpPr>
              <a:spLocks/>
            </p:cNvSpPr>
            <p:nvPr/>
          </p:nvSpPr>
          <p:spPr bwMode="auto">
            <a:xfrm flipV="1">
              <a:off x="-763586" y="3328986"/>
              <a:ext cx="1452562" cy="206375"/>
            </a:xfrm>
            <a:custGeom>
              <a:avLst/>
              <a:gdLst>
                <a:gd name="T0" fmla="*/ 3 w 387"/>
                <a:gd name="T1" fmla="*/ 55 h 55"/>
                <a:gd name="T2" fmla="*/ 0 w 387"/>
                <a:gd name="T3" fmla="*/ 52 h 55"/>
                <a:gd name="T4" fmla="*/ 52 w 387"/>
                <a:gd name="T5" fmla="*/ 1 h 55"/>
                <a:gd name="T6" fmla="*/ 53 w 387"/>
                <a:gd name="T7" fmla="*/ 0 h 55"/>
                <a:gd name="T8" fmla="*/ 53 w 387"/>
                <a:gd name="T9" fmla="*/ 0 h 55"/>
                <a:gd name="T10" fmla="*/ 80 w 387"/>
                <a:gd name="T11" fmla="*/ 0 h 55"/>
                <a:gd name="T12" fmla="*/ 81 w 387"/>
                <a:gd name="T13" fmla="*/ 1 h 55"/>
                <a:gd name="T14" fmla="*/ 93 w 387"/>
                <a:gd name="T15" fmla="*/ 13 h 55"/>
                <a:gd name="T16" fmla="*/ 305 w 387"/>
                <a:gd name="T17" fmla="*/ 13 h 55"/>
                <a:gd name="T18" fmla="*/ 306 w 387"/>
                <a:gd name="T19" fmla="*/ 13 h 55"/>
                <a:gd name="T20" fmla="*/ 326 w 387"/>
                <a:gd name="T21" fmla="*/ 33 h 55"/>
                <a:gd name="T22" fmla="*/ 373 w 387"/>
                <a:gd name="T23" fmla="*/ 33 h 55"/>
                <a:gd name="T24" fmla="*/ 374 w 387"/>
                <a:gd name="T25" fmla="*/ 34 h 55"/>
                <a:gd name="T26" fmla="*/ 387 w 387"/>
                <a:gd name="T27" fmla="*/ 46 h 55"/>
                <a:gd name="T28" fmla="*/ 384 w 387"/>
                <a:gd name="T29" fmla="*/ 48 h 55"/>
                <a:gd name="T30" fmla="*/ 372 w 387"/>
                <a:gd name="T31" fmla="*/ 37 h 55"/>
                <a:gd name="T32" fmla="*/ 325 w 387"/>
                <a:gd name="T33" fmla="*/ 37 h 55"/>
                <a:gd name="T34" fmla="*/ 324 w 387"/>
                <a:gd name="T35" fmla="*/ 36 h 55"/>
                <a:gd name="T36" fmla="*/ 304 w 387"/>
                <a:gd name="T37" fmla="*/ 16 h 55"/>
                <a:gd name="T38" fmla="*/ 93 w 387"/>
                <a:gd name="T39" fmla="*/ 16 h 55"/>
                <a:gd name="T40" fmla="*/ 91 w 387"/>
                <a:gd name="T41" fmla="*/ 16 h 55"/>
                <a:gd name="T42" fmla="*/ 79 w 387"/>
                <a:gd name="T43" fmla="*/ 4 h 55"/>
                <a:gd name="T44" fmla="*/ 54 w 387"/>
                <a:gd name="T45" fmla="*/ 4 h 55"/>
                <a:gd name="T46" fmla="*/ 3 w 387"/>
                <a:gd name="T4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7" h="55">
                  <a:moveTo>
                    <a:pt x="3" y="55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1" y="0"/>
                    <a:pt x="81" y="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305" y="13"/>
                    <a:pt x="305" y="13"/>
                    <a:pt x="305" y="13"/>
                  </a:cubicBezTo>
                  <a:cubicBezTo>
                    <a:pt x="305" y="13"/>
                    <a:pt x="306" y="13"/>
                    <a:pt x="306" y="1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73" y="33"/>
                    <a:pt x="373" y="33"/>
                    <a:pt x="373" y="33"/>
                  </a:cubicBezTo>
                  <a:cubicBezTo>
                    <a:pt x="374" y="33"/>
                    <a:pt x="374" y="33"/>
                    <a:pt x="374" y="34"/>
                  </a:cubicBezTo>
                  <a:cubicBezTo>
                    <a:pt x="387" y="46"/>
                    <a:pt x="387" y="46"/>
                    <a:pt x="387" y="46"/>
                  </a:cubicBezTo>
                  <a:cubicBezTo>
                    <a:pt x="384" y="48"/>
                    <a:pt x="384" y="48"/>
                    <a:pt x="384" y="48"/>
                  </a:cubicBezTo>
                  <a:cubicBezTo>
                    <a:pt x="372" y="37"/>
                    <a:pt x="372" y="37"/>
                    <a:pt x="372" y="37"/>
                  </a:cubicBezTo>
                  <a:cubicBezTo>
                    <a:pt x="325" y="37"/>
                    <a:pt x="325" y="37"/>
                    <a:pt x="325" y="37"/>
                  </a:cubicBezTo>
                  <a:cubicBezTo>
                    <a:pt x="325" y="37"/>
                    <a:pt x="324" y="37"/>
                    <a:pt x="324" y="36"/>
                  </a:cubicBezTo>
                  <a:cubicBezTo>
                    <a:pt x="304" y="16"/>
                    <a:pt x="304" y="16"/>
                    <a:pt x="304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2" y="16"/>
                    <a:pt x="92" y="16"/>
                    <a:pt x="91" y="16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54" y="4"/>
                    <a:pt x="54" y="4"/>
                    <a:pt x="54" y="4"/>
                  </a:cubicBezTo>
                  <a:lnTo>
                    <a:pt x="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6" name="Freeform 472"/>
            <p:cNvSpPr>
              <a:spLocks/>
            </p:cNvSpPr>
            <p:nvPr/>
          </p:nvSpPr>
          <p:spPr bwMode="auto">
            <a:xfrm flipV="1">
              <a:off x="-306386" y="2938460"/>
              <a:ext cx="1362075" cy="465138"/>
            </a:xfrm>
            <a:custGeom>
              <a:avLst/>
              <a:gdLst>
                <a:gd name="T0" fmla="*/ 363 w 363"/>
                <a:gd name="T1" fmla="*/ 124 h 124"/>
                <a:gd name="T2" fmla="*/ 320 w 363"/>
                <a:gd name="T3" fmla="*/ 124 h 124"/>
                <a:gd name="T4" fmla="*/ 319 w 363"/>
                <a:gd name="T5" fmla="*/ 124 h 124"/>
                <a:gd name="T6" fmla="*/ 229 w 363"/>
                <a:gd name="T7" fmla="*/ 33 h 124"/>
                <a:gd name="T8" fmla="*/ 201 w 363"/>
                <a:gd name="T9" fmla="*/ 33 h 124"/>
                <a:gd name="T10" fmla="*/ 200 w 363"/>
                <a:gd name="T11" fmla="*/ 33 h 124"/>
                <a:gd name="T12" fmla="*/ 171 w 363"/>
                <a:gd name="T13" fmla="*/ 4 h 124"/>
                <a:gd name="T14" fmla="*/ 34 w 363"/>
                <a:gd name="T15" fmla="*/ 4 h 124"/>
                <a:gd name="T16" fmla="*/ 2 w 363"/>
                <a:gd name="T17" fmla="*/ 35 h 124"/>
                <a:gd name="T18" fmla="*/ 0 w 363"/>
                <a:gd name="T19" fmla="*/ 33 h 124"/>
                <a:gd name="T20" fmla="*/ 32 w 363"/>
                <a:gd name="T21" fmla="*/ 1 h 124"/>
                <a:gd name="T22" fmla="*/ 33 w 363"/>
                <a:gd name="T23" fmla="*/ 0 h 124"/>
                <a:gd name="T24" fmla="*/ 172 w 363"/>
                <a:gd name="T25" fmla="*/ 0 h 124"/>
                <a:gd name="T26" fmla="*/ 173 w 363"/>
                <a:gd name="T27" fmla="*/ 1 h 124"/>
                <a:gd name="T28" fmla="*/ 202 w 363"/>
                <a:gd name="T29" fmla="*/ 30 h 124"/>
                <a:gd name="T30" fmla="*/ 230 w 363"/>
                <a:gd name="T31" fmla="*/ 30 h 124"/>
                <a:gd name="T32" fmla="*/ 231 w 363"/>
                <a:gd name="T33" fmla="*/ 31 h 124"/>
                <a:gd name="T34" fmla="*/ 321 w 363"/>
                <a:gd name="T35" fmla="*/ 121 h 124"/>
                <a:gd name="T36" fmla="*/ 363 w 363"/>
                <a:gd name="T37" fmla="*/ 121 h 124"/>
                <a:gd name="T38" fmla="*/ 363 w 363"/>
                <a:gd name="T3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3" h="124">
                  <a:moveTo>
                    <a:pt x="363" y="124"/>
                  </a:moveTo>
                  <a:cubicBezTo>
                    <a:pt x="320" y="124"/>
                    <a:pt x="320" y="124"/>
                    <a:pt x="320" y="124"/>
                  </a:cubicBezTo>
                  <a:cubicBezTo>
                    <a:pt x="320" y="124"/>
                    <a:pt x="320" y="124"/>
                    <a:pt x="319" y="124"/>
                  </a:cubicBezTo>
                  <a:cubicBezTo>
                    <a:pt x="229" y="33"/>
                    <a:pt x="229" y="33"/>
                    <a:pt x="229" y="33"/>
                  </a:cubicBezTo>
                  <a:cubicBezTo>
                    <a:pt x="201" y="33"/>
                    <a:pt x="201" y="33"/>
                    <a:pt x="201" y="33"/>
                  </a:cubicBezTo>
                  <a:cubicBezTo>
                    <a:pt x="201" y="33"/>
                    <a:pt x="201" y="33"/>
                    <a:pt x="200" y="33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0"/>
                    <a:pt x="173" y="1"/>
                    <a:pt x="173" y="1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30" y="30"/>
                    <a:pt x="230" y="30"/>
                    <a:pt x="230" y="30"/>
                  </a:cubicBezTo>
                  <a:cubicBezTo>
                    <a:pt x="230" y="30"/>
                    <a:pt x="231" y="30"/>
                    <a:pt x="231" y="31"/>
                  </a:cubicBezTo>
                  <a:cubicBezTo>
                    <a:pt x="321" y="121"/>
                    <a:pt x="321" y="121"/>
                    <a:pt x="321" y="121"/>
                  </a:cubicBezTo>
                  <a:cubicBezTo>
                    <a:pt x="363" y="121"/>
                    <a:pt x="363" y="121"/>
                    <a:pt x="363" y="121"/>
                  </a:cubicBezTo>
                  <a:lnTo>
                    <a:pt x="363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7" name="Freeform 473"/>
            <p:cNvSpPr>
              <a:spLocks/>
            </p:cNvSpPr>
            <p:nvPr/>
          </p:nvSpPr>
          <p:spPr bwMode="auto">
            <a:xfrm flipV="1">
              <a:off x="-755648" y="2795585"/>
              <a:ext cx="1079500" cy="354013"/>
            </a:xfrm>
            <a:custGeom>
              <a:avLst/>
              <a:gdLst>
                <a:gd name="T0" fmla="*/ 115 w 288"/>
                <a:gd name="T1" fmla="*/ 94 h 94"/>
                <a:gd name="T2" fmla="*/ 78 w 288"/>
                <a:gd name="T3" fmla="*/ 94 h 94"/>
                <a:gd name="T4" fmla="*/ 77 w 288"/>
                <a:gd name="T5" fmla="*/ 94 h 94"/>
                <a:gd name="T6" fmla="*/ 0 w 288"/>
                <a:gd name="T7" fmla="*/ 18 h 94"/>
                <a:gd name="T8" fmla="*/ 3 w 288"/>
                <a:gd name="T9" fmla="*/ 15 h 94"/>
                <a:gd name="T10" fmla="*/ 79 w 288"/>
                <a:gd name="T11" fmla="*/ 91 h 94"/>
                <a:gd name="T12" fmla="*/ 115 w 288"/>
                <a:gd name="T13" fmla="*/ 91 h 94"/>
                <a:gd name="T14" fmla="*/ 205 w 288"/>
                <a:gd name="T15" fmla="*/ 1 h 94"/>
                <a:gd name="T16" fmla="*/ 206 w 288"/>
                <a:gd name="T17" fmla="*/ 0 h 94"/>
                <a:gd name="T18" fmla="*/ 244 w 288"/>
                <a:gd name="T19" fmla="*/ 0 h 94"/>
                <a:gd name="T20" fmla="*/ 245 w 288"/>
                <a:gd name="T21" fmla="*/ 1 h 94"/>
                <a:gd name="T22" fmla="*/ 288 w 288"/>
                <a:gd name="T23" fmla="*/ 44 h 94"/>
                <a:gd name="T24" fmla="*/ 285 w 288"/>
                <a:gd name="T25" fmla="*/ 46 h 94"/>
                <a:gd name="T26" fmla="*/ 243 w 288"/>
                <a:gd name="T27" fmla="*/ 4 h 94"/>
                <a:gd name="T28" fmla="*/ 207 w 288"/>
                <a:gd name="T29" fmla="*/ 4 h 94"/>
                <a:gd name="T30" fmla="*/ 117 w 288"/>
                <a:gd name="T31" fmla="*/ 94 h 94"/>
                <a:gd name="T32" fmla="*/ 115 w 288"/>
                <a:gd name="T3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8" h="94">
                  <a:moveTo>
                    <a:pt x="115" y="94"/>
                  </a:moveTo>
                  <a:cubicBezTo>
                    <a:pt x="78" y="94"/>
                    <a:pt x="78" y="94"/>
                    <a:pt x="78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115" y="91"/>
                    <a:pt x="115" y="91"/>
                    <a:pt x="115" y="9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5" y="0"/>
                    <a:pt x="206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44" y="0"/>
                    <a:pt x="245" y="1"/>
                    <a:pt x="245" y="1"/>
                  </a:cubicBezTo>
                  <a:cubicBezTo>
                    <a:pt x="288" y="44"/>
                    <a:pt x="288" y="44"/>
                    <a:pt x="288" y="44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6" y="94"/>
                    <a:pt x="116" y="94"/>
                    <a:pt x="115" y="9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8" name="Freeform 474"/>
            <p:cNvSpPr>
              <a:spLocks/>
            </p:cNvSpPr>
            <p:nvPr/>
          </p:nvSpPr>
          <p:spPr bwMode="auto">
            <a:xfrm flipV="1">
              <a:off x="-441323" y="2363785"/>
              <a:ext cx="930275" cy="649288"/>
            </a:xfrm>
            <a:custGeom>
              <a:avLst/>
              <a:gdLst>
                <a:gd name="T0" fmla="*/ 56 w 248"/>
                <a:gd name="T1" fmla="*/ 173 h 173"/>
                <a:gd name="T2" fmla="*/ 28 w 248"/>
                <a:gd name="T3" fmla="*/ 173 h 173"/>
                <a:gd name="T4" fmla="*/ 24 w 248"/>
                <a:gd name="T5" fmla="*/ 171 h 173"/>
                <a:gd name="T6" fmla="*/ 1 w 248"/>
                <a:gd name="T7" fmla="*/ 148 h 173"/>
                <a:gd name="T8" fmla="*/ 0 w 248"/>
                <a:gd name="T9" fmla="*/ 144 h 173"/>
                <a:gd name="T10" fmla="*/ 0 w 248"/>
                <a:gd name="T11" fmla="*/ 115 h 173"/>
                <a:gd name="T12" fmla="*/ 1 w 248"/>
                <a:gd name="T13" fmla="*/ 112 h 173"/>
                <a:gd name="T14" fmla="*/ 111 w 248"/>
                <a:gd name="T15" fmla="*/ 2 h 173"/>
                <a:gd name="T16" fmla="*/ 115 w 248"/>
                <a:gd name="T17" fmla="*/ 0 h 173"/>
                <a:gd name="T18" fmla="*/ 115 w 248"/>
                <a:gd name="T19" fmla="*/ 0 h 173"/>
                <a:gd name="T20" fmla="*/ 145 w 248"/>
                <a:gd name="T21" fmla="*/ 0 h 173"/>
                <a:gd name="T22" fmla="*/ 149 w 248"/>
                <a:gd name="T23" fmla="*/ 2 h 173"/>
                <a:gd name="T24" fmla="*/ 207 w 248"/>
                <a:gd name="T25" fmla="*/ 60 h 173"/>
                <a:gd name="T26" fmla="*/ 248 w 248"/>
                <a:gd name="T27" fmla="*/ 60 h 173"/>
                <a:gd name="T28" fmla="*/ 248 w 248"/>
                <a:gd name="T29" fmla="*/ 70 h 173"/>
                <a:gd name="T30" fmla="*/ 205 w 248"/>
                <a:gd name="T31" fmla="*/ 70 h 173"/>
                <a:gd name="T32" fmla="*/ 201 w 248"/>
                <a:gd name="T33" fmla="*/ 69 h 173"/>
                <a:gd name="T34" fmla="*/ 143 w 248"/>
                <a:gd name="T35" fmla="*/ 11 h 173"/>
                <a:gd name="T36" fmla="*/ 117 w 248"/>
                <a:gd name="T37" fmla="*/ 11 h 173"/>
                <a:gd name="T38" fmla="*/ 10 w 248"/>
                <a:gd name="T39" fmla="*/ 117 h 173"/>
                <a:gd name="T40" fmla="*/ 10 w 248"/>
                <a:gd name="T41" fmla="*/ 142 h 173"/>
                <a:gd name="T42" fmla="*/ 30 w 248"/>
                <a:gd name="T43" fmla="*/ 162 h 173"/>
                <a:gd name="T44" fmla="*/ 54 w 248"/>
                <a:gd name="T45" fmla="*/ 162 h 173"/>
                <a:gd name="T46" fmla="*/ 116 w 248"/>
                <a:gd name="T47" fmla="*/ 100 h 173"/>
                <a:gd name="T48" fmla="*/ 123 w 248"/>
                <a:gd name="T49" fmla="*/ 107 h 173"/>
                <a:gd name="T50" fmla="*/ 60 w 248"/>
                <a:gd name="T51" fmla="*/ 171 h 173"/>
                <a:gd name="T52" fmla="*/ 56 w 248"/>
                <a:gd name="T53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173">
                  <a:moveTo>
                    <a:pt x="56" y="173"/>
                  </a:moveTo>
                  <a:cubicBezTo>
                    <a:pt x="28" y="173"/>
                    <a:pt x="28" y="173"/>
                    <a:pt x="28" y="173"/>
                  </a:cubicBezTo>
                  <a:cubicBezTo>
                    <a:pt x="27" y="173"/>
                    <a:pt x="25" y="172"/>
                    <a:pt x="24" y="171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0" y="147"/>
                    <a:pt x="0" y="146"/>
                    <a:pt x="0" y="144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0" y="113"/>
                    <a:pt x="1" y="11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3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7" y="0"/>
                    <a:pt x="148" y="1"/>
                    <a:pt x="149" y="2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48" y="60"/>
                    <a:pt x="248" y="60"/>
                    <a:pt x="248" y="60"/>
                  </a:cubicBezTo>
                  <a:cubicBezTo>
                    <a:pt x="248" y="70"/>
                    <a:pt x="248" y="70"/>
                    <a:pt x="248" y="70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4" y="70"/>
                    <a:pt x="202" y="70"/>
                    <a:pt x="201" y="69"/>
                  </a:cubicBezTo>
                  <a:cubicBezTo>
                    <a:pt x="143" y="11"/>
                    <a:pt x="143" y="11"/>
                    <a:pt x="143" y="11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116" y="100"/>
                    <a:pt x="116" y="100"/>
                    <a:pt x="116" y="100"/>
                  </a:cubicBezTo>
                  <a:cubicBezTo>
                    <a:pt x="123" y="107"/>
                    <a:pt x="123" y="107"/>
                    <a:pt x="123" y="107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59" y="172"/>
                    <a:pt x="57" y="173"/>
                    <a:pt x="56" y="1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9" name="Freeform 475"/>
            <p:cNvSpPr>
              <a:spLocks/>
            </p:cNvSpPr>
            <p:nvPr/>
          </p:nvSpPr>
          <p:spPr bwMode="auto">
            <a:xfrm flipV="1">
              <a:off x="-554036" y="2946398"/>
              <a:ext cx="1227137" cy="371475"/>
            </a:xfrm>
            <a:custGeom>
              <a:avLst/>
              <a:gdLst>
                <a:gd name="T0" fmla="*/ 327 w 327"/>
                <a:gd name="T1" fmla="*/ 99 h 99"/>
                <a:gd name="T2" fmla="*/ 296 w 327"/>
                <a:gd name="T3" fmla="*/ 99 h 99"/>
                <a:gd name="T4" fmla="*/ 295 w 327"/>
                <a:gd name="T5" fmla="*/ 98 h 99"/>
                <a:gd name="T6" fmla="*/ 200 w 327"/>
                <a:gd name="T7" fmla="*/ 3 h 99"/>
                <a:gd name="T8" fmla="*/ 120 w 327"/>
                <a:gd name="T9" fmla="*/ 3 h 99"/>
                <a:gd name="T10" fmla="*/ 67 w 327"/>
                <a:gd name="T11" fmla="*/ 57 h 99"/>
                <a:gd name="T12" fmla="*/ 66 w 327"/>
                <a:gd name="T13" fmla="*/ 57 h 99"/>
                <a:gd name="T14" fmla="*/ 45 w 327"/>
                <a:gd name="T15" fmla="*/ 57 h 99"/>
                <a:gd name="T16" fmla="*/ 44 w 327"/>
                <a:gd name="T17" fmla="*/ 57 h 99"/>
                <a:gd name="T18" fmla="*/ 0 w 327"/>
                <a:gd name="T19" fmla="*/ 13 h 99"/>
                <a:gd name="T20" fmla="*/ 2 w 327"/>
                <a:gd name="T21" fmla="*/ 10 h 99"/>
                <a:gd name="T22" fmla="*/ 46 w 327"/>
                <a:gd name="T23" fmla="*/ 54 h 99"/>
                <a:gd name="T24" fmla="*/ 65 w 327"/>
                <a:gd name="T25" fmla="*/ 54 h 99"/>
                <a:gd name="T26" fmla="*/ 118 w 327"/>
                <a:gd name="T27" fmla="*/ 0 h 99"/>
                <a:gd name="T28" fmla="*/ 119 w 327"/>
                <a:gd name="T29" fmla="*/ 0 h 99"/>
                <a:gd name="T30" fmla="*/ 201 w 327"/>
                <a:gd name="T31" fmla="*/ 0 h 99"/>
                <a:gd name="T32" fmla="*/ 202 w 327"/>
                <a:gd name="T33" fmla="*/ 0 h 99"/>
                <a:gd name="T34" fmla="*/ 297 w 327"/>
                <a:gd name="T35" fmla="*/ 95 h 99"/>
                <a:gd name="T36" fmla="*/ 327 w 327"/>
                <a:gd name="T37" fmla="*/ 95 h 99"/>
                <a:gd name="T38" fmla="*/ 327 w 327"/>
                <a:gd name="T3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7" h="99">
                  <a:moveTo>
                    <a:pt x="327" y="99"/>
                  </a:moveTo>
                  <a:cubicBezTo>
                    <a:pt x="296" y="99"/>
                    <a:pt x="296" y="99"/>
                    <a:pt x="296" y="99"/>
                  </a:cubicBezTo>
                  <a:cubicBezTo>
                    <a:pt x="296" y="99"/>
                    <a:pt x="295" y="98"/>
                    <a:pt x="295" y="98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67" y="57"/>
                    <a:pt x="67" y="57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2" y="0"/>
                    <a:pt x="202" y="0"/>
                  </a:cubicBezTo>
                  <a:cubicBezTo>
                    <a:pt x="297" y="95"/>
                    <a:pt x="297" y="95"/>
                    <a:pt x="297" y="95"/>
                  </a:cubicBezTo>
                  <a:cubicBezTo>
                    <a:pt x="327" y="95"/>
                    <a:pt x="327" y="95"/>
                    <a:pt x="327" y="95"/>
                  </a:cubicBezTo>
                  <a:lnTo>
                    <a:pt x="327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0" name="Freeform 476"/>
            <p:cNvSpPr>
              <a:spLocks/>
            </p:cNvSpPr>
            <p:nvPr/>
          </p:nvSpPr>
          <p:spPr bwMode="auto">
            <a:xfrm flipV="1">
              <a:off x="-512761" y="2762248"/>
              <a:ext cx="1366837" cy="495300"/>
            </a:xfrm>
            <a:custGeom>
              <a:avLst/>
              <a:gdLst>
                <a:gd name="T0" fmla="*/ 364 w 364"/>
                <a:gd name="T1" fmla="*/ 132 h 132"/>
                <a:gd name="T2" fmla="*/ 314 w 364"/>
                <a:gd name="T3" fmla="*/ 132 h 132"/>
                <a:gd name="T4" fmla="*/ 312 w 364"/>
                <a:gd name="T5" fmla="*/ 131 h 132"/>
                <a:gd name="T6" fmla="*/ 184 w 364"/>
                <a:gd name="T7" fmla="*/ 3 h 132"/>
                <a:gd name="T8" fmla="*/ 122 w 364"/>
                <a:gd name="T9" fmla="*/ 3 h 132"/>
                <a:gd name="T10" fmla="*/ 44 w 364"/>
                <a:gd name="T11" fmla="*/ 81 h 132"/>
                <a:gd name="T12" fmla="*/ 43 w 364"/>
                <a:gd name="T13" fmla="*/ 82 h 132"/>
                <a:gd name="T14" fmla="*/ 21 w 364"/>
                <a:gd name="T15" fmla="*/ 82 h 132"/>
                <a:gd name="T16" fmla="*/ 20 w 364"/>
                <a:gd name="T17" fmla="*/ 81 h 132"/>
                <a:gd name="T18" fmla="*/ 0 w 364"/>
                <a:gd name="T19" fmla="*/ 61 h 132"/>
                <a:gd name="T20" fmla="*/ 2 w 364"/>
                <a:gd name="T21" fmla="*/ 59 h 132"/>
                <a:gd name="T22" fmla="*/ 22 w 364"/>
                <a:gd name="T23" fmla="*/ 78 h 132"/>
                <a:gd name="T24" fmla="*/ 42 w 364"/>
                <a:gd name="T25" fmla="*/ 78 h 132"/>
                <a:gd name="T26" fmla="*/ 120 w 364"/>
                <a:gd name="T27" fmla="*/ 0 h 132"/>
                <a:gd name="T28" fmla="*/ 122 w 364"/>
                <a:gd name="T29" fmla="*/ 0 h 132"/>
                <a:gd name="T30" fmla="*/ 185 w 364"/>
                <a:gd name="T31" fmla="*/ 0 h 132"/>
                <a:gd name="T32" fmla="*/ 186 w 364"/>
                <a:gd name="T33" fmla="*/ 0 h 132"/>
                <a:gd name="T34" fmla="*/ 314 w 364"/>
                <a:gd name="T35" fmla="*/ 128 h 132"/>
                <a:gd name="T36" fmla="*/ 364 w 364"/>
                <a:gd name="T37" fmla="*/ 128 h 132"/>
                <a:gd name="T38" fmla="*/ 364 w 364"/>
                <a:gd name="T39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4" h="132">
                  <a:moveTo>
                    <a:pt x="364" y="132"/>
                  </a:moveTo>
                  <a:cubicBezTo>
                    <a:pt x="314" y="132"/>
                    <a:pt x="314" y="132"/>
                    <a:pt x="314" y="132"/>
                  </a:cubicBezTo>
                  <a:cubicBezTo>
                    <a:pt x="313" y="132"/>
                    <a:pt x="313" y="132"/>
                    <a:pt x="312" y="131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4" y="82"/>
                    <a:pt x="44" y="82"/>
                    <a:pt x="43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0" y="82"/>
                    <a:pt x="20" y="8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0"/>
                    <a:pt x="121" y="0"/>
                    <a:pt x="122" y="0"/>
                  </a:cubicBez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314" y="128"/>
                    <a:pt x="314" y="128"/>
                    <a:pt x="314" y="128"/>
                  </a:cubicBezTo>
                  <a:cubicBezTo>
                    <a:pt x="364" y="128"/>
                    <a:pt x="364" y="128"/>
                    <a:pt x="364" y="128"/>
                  </a:cubicBezTo>
                  <a:lnTo>
                    <a:pt x="364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1" name="Freeform 477"/>
            <p:cNvSpPr>
              <a:spLocks/>
            </p:cNvSpPr>
            <p:nvPr/>
          </p:nvSpPr>
          <p:spPr bwMode="auto">
            <a:xfrm flipV="1">
              <a:off x="-2117723" y="2217736"/>
              <a:ext cx="2424112" cy="387350"/>
            </a:xfrm>
            <a:custGeom>
              <a:avLst/>
              <a:gdLst>
                <a:gd name="T0" fmla="*/ 545 w 646"/>
                <a:gd name="T1" fmla="*/ 103 h 103"/>
                <a:gd name="T2" fmla="*/ 0 w 646"/>
                <a:gd name="T3" fmla="*/ 103 h 103"/>
                <a:gd name="T4" fmla="*/ 0 w 646"/>
                <a:gd name="T5" fmla="*/ 99 h 103"/>
                <a:gd name="T6" fmla="*/ 544 w 646"/>
                <a:gd name="T7" fmla="*/ 99 h 103"/>
                <a:gd name="T8" fmla="*/ 566 w 646"/>
                <a:gd name="T9" fmla="*/ 77 h 103"/>
                <a:gd name="T10" fmla="*/ 566 w 646"/>
                <a:gd name="T11" fmla="*/ 49 h 103"/>
                <a:gd name="T12" fmla="*/ 567 w 646"/>
                <a:gd name="T13" fmla="*/ 48 h 103"/>
                <a:gd name="T14" fmla="*/ 613 w 646"/>
                <a:gd name="T15" fmla="*/ 1 h 103"/>
                <a:gd name="T16" fmla="*/ 614 w 646"/>
                <a:gd name="T17" fmla="*/ 0 h 103"/>
                <a:gd name="T18" fmla="*/ 646 w 646"/>
                <a:gd name="T19" fmla="*/ 0 h 103"/>
                <a:gd name="T20" fmla="*/ 646 w 646"/>
                <a:gd name="T21" fmla="*/ 4 h 103"/>
                <a:gd name="T22" fmla="*/ 615 w 646"/>
                <a:gd name="T23" fmla="*/ 4 h 103"/>
                <a:gd name="T24" fmla="*/ 570 w 646"/>
                <a:gd name="T25" fmla="*/ 49 h 103"/>
                <a:gd name="T26" fmla="*/ 570 w 646"/>
                <a:gd name="T27" fmla="*/ 78 h 103"/>
                <a:gd name="T28" fmla="*/ 569 w 646"/>
                <a:gd name="T29" fmla="*/ 79 h 103"/>
                <a:gd name="T30" fmla="*/ 546 w 646"/>
                <a:gd name="T31" fmla="*/ 102 h 103"/>
                <a:gd name="T32" fmla="*/ 545 w 646"/>
                <a:gd name="T3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6" h="103">
                  <a:moveTo>
                    <a:pt x="545" y="103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544" y="99"/>
                    <a:pt x="544" y="99"/>
                    <a:pt x="544" y="99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6" y="49"/>
                    <a:pt x="566" y="49"/>
                    <a:pt x="566" y="49"/>
                  </a:cubicBezTo>
                  <a:cubicBezTo>
                    <a:pt x="566" y="48"/>
                    <a:pt x="566" y="48"/>
                    <a:pt x="567" y="48"/>
                  </a:cubicBezTo>
                  <a:cubicBezTo>
                    <a:pt x="613" y="1"/>
                    <a:pt x="613" y="1"/>
                    <a:pt x="613" y="1"/>
                  </a:cubicBezTo>
                  <a:cubicBezTo>
                    <a:pt x="614" y="1"/>
                    <a:pt x="614" y="0"/>
                    <a:pt x="614" y="0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615" y="4"/>
                    <a:pt x="615" y="4"/>
                    <a:pt x="615" y="4"/>
                  </a:cubicBezTo>
                  <a:cubicBezTo>
                    <a:pt x="570" y="49"/>
                    <a:pt x="570" y="49"/>
                    <a:pt x="570" y="49"/>
                  </a:cubicBezTo>
                  <a:cubicBezTo>
                    <a:pt x="570" y="78"/>
                    <a:pt x="570" y="78"/>
                    <a:pt x="570" y="78"/>
                  </a:cubicBezTo>
                  <a:cubicBezTo>
                    <a:pt x="570" y="79"/>
                    <a:pt x="569" y="79"/>
                    <a:pt x="569" y="79"/>
                  </a:cubicBezTo>
                  <a:cubicBezTo>
                    <a:pt x="546" y="102"/>
                    <a:pt x="546" y="102"/>
                    <a:pt x="546" y="102"/>
                  </a:cubicBezTo>
                  <a:cubicBezTo>
                    <a:pt x="546" y="103"/>
                    <a:pt x="546" y="103"/>
                    <a:pt x="545" y="1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2" name="Freeform 478"/>
            <p:cNvSpPr>
              <a:spLocks/>
            </p:cNvSpPr>
            <p:nvPr/>
          </p:nvSpPr>
          <p:spPr bwMode="auto">
            <a:xfrm flipV="1">
              <a:off x="-1949448" y="1989136"/>
              <a:ext cx="2443162" cy="428625"/>
            </a:xfrm>
            <a:custGeom>
              <a:avLst/>
              <a:gdLst>
                <a:gd name="T0" fmla="*/ 496 w 651"/>
                <a:gd name="T1" fmla="*/ 114 h 114"/>
                <a:gd name="T2" fmla="*/ 0 w 651"/>
                <a:gd name="T3" fmla="*/ 114 h 114"/>
                <a:gd name="T4" fmla="*/ 0 w 651"/>
                <a:gd name="T5" fmla="*/ 110 h 114"/>
                <a:gd name="T6" fmla="*/ 496 w 651"/>
                <a:gd name="T7" fmla="*/ 110 h 114"/>
                <a:gd name="T8" fmla="*/ 606 w 651"/>
                <a:gd name="T9" fmla="*/ 0 h 114"/>
                <a:gd name="T10" fmla="*/ 607 w 651"/>
                <a:gd name="T11" fmla="*/ 0 h 114"/>
                <a:gd name="T12" fmla="*/ 651 w 651"/>
                <a:gd name="T13" fmla="*/ 0 h 114"/>
                <a:gd name="T14" fmla="*/ 651 w 651"/>
                <a:gd name="T15" fmla="*/ 3 h 114"/>
                <a:gd name="T16" fmla="*/ 608 w 651"/>
                <a:gd name="T17" fmla="*/ 3 h 114"/>
                <a:gd name="T18" fmla="*/ 498 w 651"/>
                <a:gd name="T19" fmla="*/ 113 h 114"/>
                <a:gd name="T20" fmla="*/ 496 w 651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1" h="114">
                  <a:moveTo>
                    <a:pt x="496" y="114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496" y="110"/>
                    <a:pt x="496" y="110"/>
                    <a:pt x="496" y="11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6" y="0"/>
                    <a:pt x="606" y="0"/>
                    <a:pt x="607" y="0"/>
                  </a:cubicBezTo>
                  <a:cubicBezTo>
                    <a:pt x="651" y="0"/>
                    <a:pt x="651" y="0"/>
                    <a:pt x="651" y="0"/>
                  </a:cubicBezTo>
                  <a:cubicBezTo>
                    <a:pt x="651" y="3"/>
                    <a:pt x="651" y="3"/>
                    <a:pt x="651" y="3"/>
                  </a:cubicBezTo>
                  <a:cubicBezTo>
                    <a:pt x="608" y="3"/>
                    <a:pt x="608" y="3"/>
                    <a:pt x="608" y="3"/>
                  </a:cubicBezTo>
                  <a:cubicBezTo>
                    <a:pt x="498" y="113"/>
                    <a:pt x="498" y="113"/>
                    <a:pt x="498" y="113"/>
                  </a:cubicBezTo>
                  <a:cubicBezTo>
                    <a:pt x="497" y="114"/>
                    <a:pt x="497" y="114"/>
                    <a:pt x="496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3" name="Freeform 479"/>
            <p:cNvSpPr>
              <a:spLocks noEditPoints="1"/>
            </p:cNvSpPr>
            <p:nvPr/>
          </p:nvSpPr>
          <p:spPr bwMode="auto">
            <a:xfrm flipV="1">
              <a:off x="5311777" y="6561136"/>
              <a:ext cx="101600" cy="100013"/>
            </a:xfrm>
            <a:custGeom>
              <a:avLst/>
              <a:gdLst>
                <a:gd name="T0" fmla="*/ 13 w 27"/>
                <a:gd name="T1" fmla="*/ 6 h 27"/>
                <a:gd name="T2" fmla="*/ 13 w 27"/>
                <a:gd name="T3" fmla="*/ 6 h 27"/>
                <a:gd name="T4" fmla="*/ 13 w 27"/>
                <a:gd name="T5" fmla="*/ 6 h 27"/>
                <a:gd name="T6" fmla="*/ 20 w 27"/>
                <a:gd name="T7" fmla="*/ 13 h 27"/>
                <a:gd name="T8" fmla="*/ 13 w 27"/>
                <a:gd name="T9" fmla="*/ 20 h 27"/>
                <a:gd name="T10" fmla="*/ 13 w 27"/>
                <a:gd name="T11" fmla="*/ 20 h 27"/>
                <a:gd name="T12" fmla="*/ 13 w 27"/>
                <a:gd name="T13" fmla="*/ 20 h 27"/>
                <a:gd name="T14" fmla="*/ 6 w 27"/>
                <a:gd name="T15" fmla="*/ 13 h 27"/>
                <a:gd name="T16" fmla="*/ 13 w 27"/>
                <a:gd name="T17" fmla="*/ 6 h 27"/>
                <a:gd name="T18" fmla="*/ 13 w 27"/>
                <a:gd name="T19" fmla="*/ 0 h 27"/>
                <a:gd name="T20" fmla="*/ 13 w 27"/>
                <a:gd name="T21" fmla="*/ 0 h 27"/>
                <a:gd name="T22" fmla="*/ 13 w 27"/>
                <a:gd name="T23" fmla="*/ 0 h 27"/>
                <a:gd name="T24" fmla="*/ 4 w 27"/>
                <a:gd name="T25" fmla="*/ 4 h 27"/>
                <a:gd name="T26" fmla="*/ 0 w 27"/>
                <a:gd name="T27" fmla="*/ 13 h 27"/>
                <a:gd name="T28" fmla="*/ 13 w 27"/>
                <a:gd name="T29" fmla="*/ 27 h 27"/>
                <a:gd name="T30" fmla="*/ 23 w 27"/>
                <a:gd name="T31" fmla="*/ 23 h 27"/>
                <a:gd name="T32" fmla="*/ 27 w 27"/>
                <a:gd name="T33" fmla="*/ 13 h 27"/>
                <a:gd name="T34" fmla="*/ 13 w 27"/>
                <a:gd name="T3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7">
                  <a:moveTo>
                    <a:pt x="13" y="6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7" y="6"/>
                    <a:pt x="20" y="10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10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6"/>
                    <a:pt x="0" y="10"/>
                    <a:pt x="0" y="13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17" y="27"/>
                    <a:pt x="20" y="26"/>
                    <a:pt x="23" y="23"/>
                  </a:cubicBezTo>
                  <a:cubicBezTo>
                    <a:pt x="26" y="20"/>
                    <a:pt x="27" y="17"/>
                    <a:pt x="27" y="13"/>
                  </a:cubicBezTo>
                  <a:cubicBezTo>
                    <a:pt x="27" y="6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4" name="Freeform 480"/>
            <p:cNvSpPr>
              <a:spLocks noEditPoints="1"/>
            </p:cNvSpPr>
            <p:nvPr/>
          </p:nvSpPr>
          <p:spPr bwMode="auto">
            <a:xfrm flipV="1">
              <a:off x="5322889" y="6924673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5" name="Freeform 481"/>
            <p:cNvSpPr>
              <a:spLocks noEditPoints="1"/>
            </p:cNvSpPr>
            <p:nvPr/>
          </p:nvSpPr>
          <p:spPr bwMode="auto">
            <a:xfrm flipV="1">
              <a:off x="3360739" y="99790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6" name="Freeform 482"/>
            <p:cNvSpPr>
              <a:spLocks noEditPoints="1"/>
            </p:cNvSpPr>
            <p:nvPr/>
          </p:nvSpPr>
          <p:spPr bwMode="auto">
            <a:xfrm flipV="1">
              <a:off x="5138739" y="67405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7" name="Freeform 483"/>
            <p:cNvSpPr>
              <a:spLocks noEditPoints="1"/>
            </p:cNvSpPr>
            <p:nvPr/>
          </p:nvSpPr>
          <p:spPr bwMode="auto">
            <a:xfrm flipV="1">
              <a:off x="2733677" y="96345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8" name="Freeform 484"/>
            <p:cNvSpPr>
              <a:spLocks noEditPoints="1"/>
            </p:cNvSpPr>
            <p:nvPr/>
          </p:nvSpPr>
          <p:spPr bwMode="auto">
            <a:xfrm flipV="1">
              <a:off x="4973639" y="69167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0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9" name="Freeform 485"/>
            <p:cNvSpPr>
              <a:spLocks noEditPoints="1"/>
            </p:cNvSpPr>
            <p:nvPr/>
          </p:nvSpPr>
          <p:spPr bwMode="auto">
            <a:xfrm flipV="1">
              <a:off x="3698877" y="8823323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0" name="Freeform 486"/>
            <p:cNvSpPr>
              <a:spLocks noEditPoints="1"/>
            </p:cNvSpPr>
            <p:nvPr/>
          </p:nvSpPr>
          <p:spPr bwMode="auto">
            <a:xfrm flipV="1">
              <a:off x="497363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5"/>
                    <a:pt x="15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1" name="Freeform 487"/>
            <p:cNvSpPr>
              <a:spLocks noEditPoints="1"/>
            </p:cNvSpPr>
            <p:nvPr/>
          </p:nvSpPr>
          <p:spPr bwMode="auto">
            <a:xfrm flipV="1">
              <a:off x="3041652" y="99948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2" name="Freeform 488"/>
            <p:cNvSpPr>
              <a:spLocks noEditPoints="1"/>
            </p:cNvSpPr>
            <p:nvPr/>
          </p:nvSpPr>
          <p:spPr bwMode="auto">
            <a:xfrm flipV="1">
              <a:off x="532288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0 w 24"/>
                <a:gd name="T19" fmla="*/ 20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3" name="Freeform 489"/>
            <p:cNvSpPr>
              <a:spLocks noEditPoints="1"/>
            </p:cNvSpPr>
            <p:nvPr/>
          </p:nvSpPr>
          <p:spPr bwMode="auto">
            <a:xfrm flipV="1">
              <a:off x="3187702" y="99901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4 w 24"/>
                <a:gd name="T15" fmla="*/ 4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4" name="Freeform 490"/>
            <p:cNvSpPr>
              <a:spLocks noEditPoints="1"/>
            </p:cNvSpPr>
            <p:nvPr/>
          </p:nvSpPr>
          <p:spPr bwMode="auto">
            <a:xfrm flipV="1">
              <a:off x="5492752" y="7097711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5" name="Freeform 491"/>
            <p:cNvSpPr>
              <a:spLocks noEditPoints="1"/>
            </p:cNvSpPr>
            <p:nvPr/>
          </p:nvSpPr>
          <p:spPr bwMode="auto">
            <a:xfrm flipV="1">
              <a:off x="2973389" y="10133011"/>
              <a:ext cx="90487" cy="93663"/>
            </a:xfrm>
            <a:custGeom>
              <a:avLst/>
              <a:gdLst>
                <a:gd name="T0" fmla="*/ 12 w 24"/>
                <a:gd name="T1" fmla="*/ 6 h 25"/>
                <a:gd name="T2" fmla="*/ 12 w 24"/>
                <a:gd name="T3" fmla="*/ 6 h 25"/>
                <a:gd name="T4" fmla="*/ 19 w 24"/>
                <a:gd name="T5" fmla="*/ 13 h 25"/>
                <a:gd name="T6" fmla="*/ 12 w 24"/>
                <a:gd name="T7" fmla="*/ 19 h 25"/>
                <a:gd name="T8" fmla="*/ 5 w 24"/>
                <a:gd name="T9" fmla="*/ 13 h 25"/>
                <a:gd name="T10" fmla="*/ 12 w 24"/>
                <a:gd name="T11" fmla="*/ 6 h 25"/>
                <a:gd name="T12" fmla="*/ 12 w 24"/>
                <a:gd name="T13" fmla="*/ 0 h 25"/>
                <a:gd name="T14" fmla="*/ 12 w 24"/>
                <a:gd name="T15" fmla="*/ 0 h 25"/>
                <a:gd name="T16" fmla="*/ 3 w 24"/>
                <a:gd name="T17" fmla="*/ 4 h 25"/>
                <a:gd name="T18" fmla="*/ 0 w 24"/>
                <a:gd name="T19" fmla="*/ 13 h 25"/>
                <a:gd name="T20" fmla="*/ 12 w 24"/>
                <a:gd name="T21" fmla="*/ 25 h 25"/>
                <a:gd name="T22" fmla="*/ 20 w 24"/>
                <a:gd name="T23" fmla="*/ 21 h 25"/>
                <a:gd name="T24" fmla="*/ 24 w 24"/>
                <a:gd name="T25" fmla="*/ 12 h 25"/>
                <a:gd name="T26" fmla="*/ 12 w 24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5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3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5" y="25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6" name="Oval 492"/>
            <p:cNvSpPr>
              <a:spLocks noChangeArrowheads="1"/>
            </p:cNvSpPr>
            <p:nvPr/>
          </p:nvSpPr>
          <p:spPr bwMode="auto">
            <a:xfrm flipV="1">
              <a:off x="5514977" y="6913561"/>
              <a:ext cx="107950" cy="1079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7" name="Freeform 493"/>
            <p:cNvSpPr>
              <a:spLocks/>
            </p:cNvSpPr>
            <p:nvPr/>
          </p:nvSpPr>
          <p:spPr bwMode="auto">
            <a:xfrm flipV="1">
              <a:off x="3049589" y="7156449"/>
              <a:ext cx="2944812" cy="3028950"/>
            </a:xfrm>
            <a:custGeom>
              <a:avLst/>
              <a:gdLst>
                <a:gd name="T0" fmla="*/ 673 w 785"/>
                <a:gd name="T1" fmla="*/ 807 h 807"/>
                <a:gd name="T2" fmla="*/ 670 w 785"/>
                <a:gd name="T3" fmla="*/ 804 h 807"/>
                <a:gd name="T4" fmla="*/ 688 w 785"/>
                <a:gd name="T5" fmla="*/ 787 h 807"/>
                <a:gd name="T6" fmla="*/ 689 w 785"/>
                <a:gd name="T7" fmla="*/ 786 h 807"/>
                <a:gd name="T8" fmla="*/ 728 w 785"/>
                <a:gd name="T9" fmla="*/ 786 h 807"/>
                <a:gd name="T10" fmla="*/ 782 w 785"/>
                <a:gd name="T11" fmla="*/ 733 h 807"/>
                <a:gd name="T12" fmla="*/ 782 w 785"/>
                <a:gd name="T13" fmla="*/ 692 h 807"/>
                <a:gd name="T14" fmla="*/ 93 w 785"/>
                <a:gd name="T15" fmla="*/ 3 h 807"/>
                <a:gd name="T16" fmla="*/ 0 w 785"/>
                <a:gd name="T17" fmla="*/ 3 h 807"/>
                <a:gd name="T18" fmla="*/ 0 w 785"/>
                <a:gd name="T19" fmla="*/ 0 h 807"/>
                <a:gd name="T20" fmla="*/ 94 w 785"/>
                <a:gd name="T21" fmla="*/ 0 h 807"/>
                <a:gd name="T22" fmla="*/ 95 w 785"/>
                <a:gd name="T23" fmla="*/ 0 h 807"/>
                <a:gd name="T24" fmla="*/ 785 w 785"/>
                <a:gd name="T25" fmla="*/ 690 h 807"/>
                <a:gd name="T26" fmla="*/ 785 w 785"/>
                <a:gd name="T27" fmla="*/ 692 h 807"/>
                <a:gd name="T28" fmla="*/ 785 w 785"/>
                <a:gd name="T29" fmla="*/ 733 h 807"/>
                <a:gd name="T30" fmla="*/ 785 w 785"/>
                <a:gd name="T31" fmla="*/ 735 h 807"/>
                <a:gd name="T32" fmla="*/ 730 w 785"/>
                <a:gd name="T33" fmla="*/ 789 h 807"/>
                <a:gd name="T34" fmla="*/ 729 w 785"/>
                <a:gd name="T35" fmla="*/ 790 h 807"/>
                <a:gd name="T36" fmla="*/ 690 w 785"/>
                <a:gd name="T37" fmla="*/ 790 h 807"/>
                <a:gd name="T38" fmla="*/ 673 w 785"/>
                <a:gd name="T3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5" h="807">
                  <a:moveTo>
                    <a:pt x="673" y="807"/>
                  </a:moveTo>
                  <a:cubicBezTo>
                    <a:pt x="670" y="804"/>
                    <a:pt x="670" y="804"/>
                    <a:pt x="670" y="804"/>
                  </a:cubicBezTo>
                  <a:cubicBezTo>
                    <a:pt x="688" y="787"/>
                    <a:pt x="688" y="787"/>
                    <a:pt x="688" y="787"/>
                  </a:cubicBezTo>
                  <a:cubicBezTo>
                    <a:pt x="688" y="787"/>
                    <a:pt x="689" y="786"/>
                    <a:pt x="689" y="786"/>
                  </a:cubicBezTo>
                  <a:cubicBezTo>
                    <a:pt x="728" y="786"/>
                    <a:pt x="728" y="786"/>
                    <a:pt x="728" y="786"/>
                  </a:cubicBezTo>
                  <a:cubicBezTo>
                    <a:pt x="782" y="733"/>
                    <a:pt x="782" y="733"/>
                    <a:pt x="782" y="733"/>
                  </a:cubicBezTo>
                  <a:cubicBezTo>
                    <a:pt x="782" y="692"/>
                    <a:pt x="782" y="692"/>
                    <a:pt x="782" y="692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0"/>
                  </a:cubicBezTo>
                  <a:cubicBezTo>
                    <a:pt x="785" y="690"/>
                    <a:pt x="785" y="690"/>
                    <a:pt x="785" y="690"/>
                  </a:cubicBezTo>
                  <a:cubicBezTo>
                    <a:pt x="785" y="691"/>
                    <a:pt x="785" y="691"/>
                    <a:pt x="785" y="692"/>
                  </a:cubicBezTo>
                  <a:cubicBezTo>
                    <a:pt x="785" y="733"/>
                    <a:pt x="785" y="733"/>
                    <a:pt x="785" y="733"/>
                  </a:cubicBezTo>
                  <a:cubicBezTo>
                    <a:pt x="785" y="734"/>
                    <a:pt x="785" y="734"/>
                    <a:pt x="785" y="735"/>
                  </a:cubicBezTo>
                  <a:cubicBezTo>
                    <a:pt x="730" y="789"/>
                    <a:pt x="730" y="789"/>
                    <a:pt x="730" y="789"/>
                  </a:cubicBezTo>
                  <a:cubicBezTo>
                    <a:pt x="730" y="790"/>
                    <a:pt x="729" y="790"/>
                    <a:pt x="729" y="790"/>
                  </a:cubicBezTo>
                  <a:cubicBezTo>
                    <a:pt x="690" y="790"/>
                    <a:pt x="690" y="790"/>
                    <a:pt x="690" y="790"/>
                  </a:cubicBezTo>
                  <a:lnTo>
                    <a:pt x="673" y="8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8" name="Freeform 494"/>
            <p:cNvSpPr>
              <a:spLocks/>
            </p:cNvSpPr>
            <p:nvPr/>
          </p:nvSpPr>
          <p:spPr bwMode="auto">
            <a:xfrm flipV="1">
              <a:off x="3297239" y="7007223"/>
              <a:ext cx="2435225" cy="2998788"/>
            </a:xfrm>
            <a:custGeom>
              <a:avLst/>
              <a:gdLst>
                <a:gd name="T0" fmla="*/ 550 w 649"/>
                <a:gd name="T1" fmla="*/ 799 h 799"/>
                <a:gd name="T2" fmla="*/ 550 w 649"/>
                <a:gd name="T3" fmla="*/ 764 h 799"/>
                <a:gd name="T4" fmla="*/ 551 w 649"/>
                <a:gd name="T5" fmla="*/ 762 h 799"/>
                <a:gd name="T6" fmla="*/ 646 w 649"/>
                <a:gd name="T7" fmla="*/ 671 h 799"/>
                <a:gd name="T8" fmla="*/ 646 w 649"/>
                <a:gd name="T9" fmla="*/ 644 h 799"/>
                <a:gd name="T10" fmla="*/ 216 w 649"/>
                <a:gd name="T11" fmla="*/ 214 h 799"/>
                <a:gd name="T12" fmla="*/ 164 w 649"/>
                <a:gd name="T13" fmla="*/ 214 h 799"/>
                <a:gd name="T14" fmla="*/ 162 w 649"/>
                <a:gd name="T15" fmla="*/ 214 h 799"/>
                <a:gd name="T16" fmla="*/ 0 w 649"/>
                <a:gd name="T17" fmla="*/ 52 h 799"/>
                <a:gd name="T18" fmla="*/ 0 w 649"/>
                <a:gd name="T19" fmla="*/ 51 h 799"/>
                <a:gd name="T20" fmla="*/ 0 w 649"/>
                <a:gd name="T21" fmla="*/ 22 h 799"/>
                <a:gd name="T22" fmla="*/ 0 w 649"/>
                <a:gd name="T23" fmla="*/ 21 h 799"/>
                <a:gd name="T24" fmla="*/ 22 w 649"/>
                <a:gd name="T25" fmla="*/ 0 h 799"/>
                <a:gd name="T26" fmla="*/ 24 w 649"/>
                <a:gd name="T27" fmla="*/ 2 h 799"/>
                <a:gd name="T28" fmla="*/ 3 w 649"/>
                <a:gd name="T29" fmla="*/ 23 h 799"/>
                <a:gd name="T30" fmla="*/ 3 w 649"/>
                <a:gd name="T31" fmla="*/ 50 h 799"/>
                <a:gd name="T32" fmla="*/ 164 w 649"/>
                <a:gd name="T33" fmla="*/ 211 h 799"/>
                <a:gd name="T34" fmla="*/ 217 w 649"/>
                <a:gd name="T35" fmla="*/ 211 h 799"/>
                <a:gd name="T36" fmla="*/ 218 w 649"/>
                <a:gd name="T37" fmla="*/ 211 h 799"/>
                <a:gd name="T38" fmla="*/ 649 w 649"/>
                <a:gd name="T39" fmla="*/ 642 h 799"/>
                <a:gd name="T40" fmla="*/ 649 w 649"/>
                <a:gd name="T41" fmla="*/ 644 h 799"/>
                <a:gd name="T42" fmla="*/ 649 w 649"/>
                <a:gd name="T43" fmla="*/ 671 h 799"/>
                <a:gd name="T44" fmla="*/ 649 w 649"/>
                <a:gd name="T45" fmla="*/ 673 h 799"/>
                <a:gd name="T46" fmla="*/ 554 w 649"/>
                <a:gd name="T47" fmla="*/ 764 h 799"/>
                <a:gd name="T48" fmla="*/ 554 w 649"/>
                <a:gd name="T49" fmla="*/ 799 h 799"/>
                <a:gd name="T50" fmla="*/ 550 w 649"/>
                <a:gd name="T51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9" h="799">
                  <a:moveTo>
                    <a:pt x="550" y="799"/>
                  </a:moveTo>
                  <a:cubicBezTo>
                    <a:pt x="550" y="764"/>
                    <a:pt x="550" y="764"/>
                    <a:pt x="550" y="764"/>
                  </a:cubicBezTo>
                  <a:cubicBezTo>
                    <a:pt x="550" y="763"/>
                    <a:pt x="550" y="763"/>
                    <a:pt x="551" y="762"/>
                  </a:cubicBezTo>
                  <a:cubicBezTo>
                    <a:pt x="646" y="671"/>
                    <a:pt x="646" y="671"/>
                    <a:pt x="646" y="671"/>
                  </a:cubicBezTo>
                  <a:cubicBezTo>
                    <a:pt x="646" y="644"/>
                    <a:pt x="646" y="644"/>
                    <a:pt x="646" y="644"/>
                  </a:cubicBezTo>
                  <a:cubicBezTo>
                    <a:pt x="216" y="214"/>
                    <a:pt x="216" y="214"/>
                    <a:pt x="216" y="214"/>
                  </a:cubicBezTo>
                  <a:cubicBezTo>
                    <a:pt x="164" y="214"/>
                    <a:pt x="164" y="214"/>
                    <a:pt x="164" y="214"/>
                  </a:cubicBezTo>
                  <a:cubicBezTo>
                    <a:pt x="163" y="214"/>
                    <a:pt x="163" y="214"/>
                    <a:pt x="162" y="2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0" y="5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164" y="211"/>
                    <a:pt x="164" y="211"/>
                    <a:pt x="164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7" y="211"/>
                    <a:pt x="218" y="211"/>
                    <a:pt x="218" y="211"/>
                  </a:cubicBezTo>
                  <a:cubicBezTo>
                    <a:pt x="649" y="642"/>
                    <a:pt x="649" y="642"/>
                    <a:pt x="649" y="642"/>
                  </a:cubicBezTo>
                  <a:cubicBezTo>
                    <a:pt x="649" y="643"/>
                    <a:pt x="649" y="643"/>
                    <a:pt x="649" y="644"/>
                  </a:cubicBezTo>
                  <a:cubicBezTo>
                    <a:pt x="649" y="671"/>
                    <a:pt x="649" y="671"/>
                    <a:pt x="649" y="671"/>
                  </a:cubicBezTo>
                  <a:cubicBezTo>
                    <a:pt x="649" y="672"/>
                    <a:pt x="649" y="672"/>
                    <a:pt x="649" y="673"/>
                  </a:cubicBezTo>
                  <a:cubicBezTo>
                    <a:pt x="554" y="764"/>
                    <a:pt x="554" y="764"/>
                    <a:pt x="554" y="764"/>
                  </a:cubicBezTo>
                  <a:cubicBezTo>
                    <a:pt x="554" y="799"/>
                    <a:pt x="554" y="799"/>
                    <a:pt x="554" y="799"/>
                  </a:cubicBezTo>
                  <a:lnTo>
                    <a:pt x="550" y="7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9" name="Freeform 495"/>
            <p:cNvSpPr>
              <a:spLocks/>
            </p:cNvSpPr>
            <p:nvPr/>
          </p:nvSpPr>
          <p:spPr bwMode="auto">
            <a:xfrm flipV="1">
              <a:off x="3127377" y="7356474"/>
              <a:ext cx="2330450" cy="2663825"/>
            </a:xfrm>
            <a:custGeom>
              <a:avLst/>
              <a:gdLst>
                <a:gd name="T0" fmla="*/ 606 w 621"/>
                <a:gd name="T1" fmla="*/ 710 h 710"/>
                <a:gd name="T2" fmla="*/ 603 w 621"/>
                <a:gd name="T3" fmla="*/ 707 h 710"/>
                <a:gd name="T4" fmla="*/ 617 w 621"/>
                <a:gd name="T5" fmla="*/ 693 h 710"/>
                <a:gd name="T6" fmla="*/ 617 w 621"/>
                <a:gd name="T7" fmla="*/ 621 h 710"/>
                <a:gd name="T8" fmla="*/ 247 w 621"/>
                <a:gd name="T9" fmla="*/ 250 h 710"/>
                <a:gd name="T10" fmla="*/ 200 w 621"/>
                <a:gd name="T11" fmla="*/ 250 h 710"/>
                <a:gd name="T12" fmla="*/ 198 w 621"/>
                <a:gd name="T13" fmla="*/ 250 h 710"/>
                <a:gd name="T14" fmla="*/ 0 w 621"/>
                <a:gd name="T15" fmla="*/ 52 h 710"/>
                <a:gd name="T16" fmla="*/ 0 w 621"/>
                <a:gd name="T17" fmla="*/ 50 h 710"/>
                <a:gd name="T18" fmla="*/ 0 w 621"/>
                <a:gd name="T19" fmla="*/ 23 h 710"/>
                <a:gd name="T20" fmla="*/ 0 w 621"/>
                <a:gd name="T21" fmla="*/ 22 h 710"/>
                <a:gd name="T22" fmla="*/ 22 w 621"/>
                <a:gd name="T23" fmla="*/ 0 h 710"/>
                <a:gd name="T24" fmla="*/ 24 w 621"/>
                <a:gd name="T25" fmla="*/ 2 h 710"/>
                <a:gd name="T26" fmla="*/ 3 w 621"/>
                <a:gd name="T27" fmla="*/ 24 h 710"/>
                <a:gd name="T28" fmla="*/ 3 w 621"/>
                <a:gd name="T29" fmla="*/ 50 h 710"/>
                <a:gd name="T30" fmla="*/ 200 w 621"/>
                <a:gd name="T31" fmla="*/ 247 h 710"/>
                <a:gd name="T32" fmla="*/ 248 w 621"/>
                <a:gd name="T33" fmla="*/ 247 h 710"/>
                <a:gd name="T34" fmla="*/ 249 w 621"/>
                <a:gd name="T35" fmla="*/ 247 h 710"/>
                <a:gd name="T36" fmla="*/ 620 w 621"/>
                <a:gd name="T37" fmla="*/ 619 h 710"/>
                <a:gd name="T38" fmla="*/ 621 w 621"/>
                <a:gd name="T39" fmla="*/ 620 h 710"/>
                <a:gd name="T40" fmla="*/ 621 w 621"/>
                <a:gd name="T41" fmla="*/ 694 h 710"/>
                <a:gd name="T42" fmla="*/ 620 w 621"/>
                <a:gd name="T43" fmla="*/ 695 h 710"/>
                <a:gd name="T44" fmla="*/ 606 w 621"/>
                <a:gd name="T45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1" h="710">
                  <a:moveTo>
                    <a:pt x="606" y="710"/>
                  </a:moveTo>
                  <a:cubicBezTo>
                    <a:pt x="603" y="707"/>
                    <a:pt x="603" y="707"/>
                    <a:pt x="603" y="707"/>
                  </a:cubicBezTo>
                  <a:cubicBezTo>
                    <a:pt x="617" y="693"/>
                    <a:pt x="617" y="693"/>
                    <a:pt x="617" y="693"/>
                  </a:cubicBezTo>
                  <a:cubicBezTo>
                    <a:pt x="617" y="621"/>
                    <a:pt x="617" y="621"/>
                    <a:pt x="617" y="621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00" y="250"/>
                    <a:pt x="200" y="250"/>
                    <a:pt x="200" y="250"/>
                  </a:cubicBezTo>
                  <a:cubicBezTo>
                    <a:pt x="199" y="250"/>
                    <a:pt x="199" y="250"/>
                    <a:pt x="198" y="25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1"/>
                    <a:pt x="0" y="51"/>
                    <a:pt x="0" y="5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00" y="247"/>
                    <a:pt x="200" y="247"/>
                    <a:pt x="200" y="247"/>
                  </a:cubicBezTo>
                  <a:cubicBezTo>
                    <a:pt x="248" y="247"/>
                    <a:pt x="248" y="247"/>
                    <a:pt x="248" y="247"/>
                  </a:cubicBezTo>
                  <a:cubicBezTo>
                    <a:pt x="248" y="247"/>
                    <a:pt x="248" y="247"/>
                    <a:pt x="249" y="247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1" y="619"/>
                    <a:pt x="621" y="620"/>
                  </a:cubicBezTo>
                  <a:cubicBezTo>
                    <a:pt x="621" y="694"/>
                    <a:pt x="621" y="694"/>
                    <a:pt x="621" y="694"/>
                  </a:cubicBezTo>
                  <a:cubicBezTo>
                    <a:pt x="621" y="695"/>
                    <a:pt x="620" y="695"/>
                    <a:pt x="620" y="695"/>
                  </a:cubicBezTo>
                  <a:lnTo>
                    <a:pt x="606" y="7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0" name="Freeform 496"/>
            <p:cNvSpPr>
              <a:spLocks/>
            </p:cNvSpPr>
            <p:nvPr/>
          </p:nvSpPr>
          <p:spPr bwMode="auto">
            <a:xfrm flipV="1">
              <a:off x="2986089" y="7318373"/>
              <a:ext cx="2389187" cy="2706688"/>
            </a:xfrm>
            <a:custGeom>
              <a:avLst/>
              <a:gdLst>
                <a:gd name="T0" fmla="*/ 552 w 637"/>
                <a:gd name="T1" fmla="*/ 721 h 721"/>
                <a:gd name="T2" fmla="*/ 552 w 637"/>
                <a:gd name="T3" fmla="*/ 716 h 721"/>
                <a:gd name="T4" fmla="*/ 593 w 637"/>
                <a:gd name="T5" fmla="*/ 716 h 721"/>
                <a:gd name="T6" fmla="*/ 632 w 637"/>
                <a:gd name="T7" fmla="*/ 677 h 721"/>
                <a:gd name="T8" fmla="*/ 632 w 637"/>
                <a:gd name="T9" fmla="*/ 635 h 721"/>
                <a:gd name="T10" fmla="*/ 279 w 637"/>
                <a:gd name="T11" fmla="*/ 283 h 721"/>
                <a:gd name="T12" fmla="*/ 219 w 637"/>
                <a:gd name="T13" fmla="*/ 283 h 721"/>
                <a:gd name="T14" fmla="*/ 217 w 637"/>
                <a:gd name="T15" fmla="*/ 282 h 721"/>
                <a:gd name="T16" fmla="*/ 1 w 637"/>
                <a:gd name="T17" fmla="*/ 66 h 721"/>
                <a:gd name="T18" fmla="*/ 0 w 637"/>
                <a:gd name="T19" fmla="*/ 64 h 721"/>
                <a:gd name="T20" fmla="*/ 0 w 637"/>
                <a:gd name="T21" fmla="*/ 20 h 721"/>
                <a:gd name="T22" fmla="*/ 1 w 637"/>
                <a:gd name="T23" fmla="*/ 18 h 721"/>
                <a:gd name="T24" fmla="*/ 19 w 637"/>
                <a:gd name="T25" fmla="*/ 0 h 721"/>
                <a:gd name="T26" fmla="*/ 23 w 637"/>
                <a:gd name="T27" fmla="*/ 3 h 721"/>
                <a:gd name="T28" fmla="*/ 5 w 637"/>
                <a:gd name="T29" fmla="*/ 21 h 721"/>
                <a:gd name="T30" fmla="*/ 5 w 637"/>
                <a:gd name="T31" fmla="*/ 63 h 721"/>
                <a:gd name="T32" fmla="*/ 220 w 637"/>
                <a:gd name="T33" fmla="*/ 277 h 721"/>
                <a:gd name="T34" fmla="*/ 280 w 637"/>
                <a:gd name="T35" fmla="*/ 277 h 721"/>
                <a:gd name="T36" fmla="*/ 282 w 637"/>
                <a:gd name="T37" fmla="*/ 278 h 721"/>
                <a:gd name="T38" fmla="*/ 636 w 637"/>
                <a:gd name="T39" fmla="*/ 633 h 721"/>
                <a:gd name="T40" fmla="*/ 637 w 637"/>
                <a:gd name="T41" fmla="*/ 634 h 721"/>
                <a:gd name="T42" fmla="*/ 637 w 637"/>
                <a:gd name="T43" fmla="*/ 678 h 721"/>
                <a:gd name="T44" fmla="*/ 636 w 637"/>
                <a:gd name="T45" fmla="*/ 680 h 721"/>
                <a:gd name="T46" fmla="*/ 596 w 637"/>
                <a:gd name="T47" fmla="*/ 720 h 721"/>
                <a:gd name="T48" fmla="*/ 594 w 637"/>
                <a:gd name="T49" fmla="*/ 721 h 721"/>
                <a:gd name="T50" fmla="*/ 552 w 637"/>
                <a:gd name="T51" fmla="*/ 72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7" h="721">
                  <a:moveTo>
                    <a:pt x="552" y="721"/>
                  </a:moveTo>
                  <a:cubicBezTo>
                    <a:pt x="552" y="716"/>
                    <a:pt x="552" y="716"/>
                    <a:pt x="552" y="716"/>
                  </a:cubicBezTo>
                  <a:cubicBezTo>
                    <a:pt x="593" y="716"/>
                    <a:pt x="593" y="716"/>
                    <a:pt x="593" y="716"/>
                  </a:cubicBezTo>
                  <a:cubicBezTo>
                    <a:pt x="632" y="677"/>
                    <a:pt x="632" y="677"/>
                    <a:pt x="632" y="677"/>
                  </a:cubicBezTo>
                  <a:cubicBezTo>
                    <a:pt x="632" y="635"/>
                    <a:pt x="632" y="635"/>
                    <a:pt x="632" y="635"/>
                  </a:cubicBezTo>
                  <a:cubicBezTo>
                    <a:pt x="279" y="283"/>
                    <a:pt x="279" y="283"/>
                    <a:pt x="279" y="283"/>
                  </a:cubicBezTo>
                  <a:cubicBezTo>
                    <a:pt x="219" y="283"/>
                    <a:pt x="219" y="283"/>
                    <a:pt x="219" y="283"/>
                  </a:cubicBezTo>
                  <a:cubicBezTo>
                    <a:pt x="218" y="283"/>
                    <a:pt x="218" y="282"/>
                    <a:pt x="217" y="282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0" y="65"/>
                    <a:pt x="0" y="6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9"/>
                    <a:pt x="1" y="18"/>
                    <a:pt x="1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220" y="277"/>
                    <a:pt x="220" y="277"/>
                    <a:pt x="220" y="277"/>
                  </a:cubicBezTo>
                  <a:cubicBezTo>
                    <a:pt x="280" y="277"/>
                    <a:pt x="280" y="277"/>
                    <a:pt x="280" y="277"/>
                  </a:cubicBezTo>
                  <a:cubicBezTo>
                    <a:pt x="281" y="277"/>
                    <a:pt x="282" y="278"/>
                    <a:pt x="282" y="278"/>
                  </a:cubicBezTo>
                  <a:cubicBezTo>
                    <a:pt x="636" y="633"/>
                    <a:pt x="636" y="633"/>
                    <a:pt x="636" y="633"/>
                  </a:cubicBezTo>
                  <a:cubicBezTo>
                    <a:pt x="637" y="633"/>
                    <a:pt x="637" y="634"/>
                    <a:pt x="637" y="634"/>
                  </a:cubicBezTo>
                  <a:cubicBezTo>
                    <a:pt x="637" y="678"/>
                    <a:pt x="637" y="678"/>
                    <a:pt x="637" y="678"/>
                  </a:cubicBezTo>
                  <a:cubicBezTo>
                    <a:pt x="637" y="679"/>
                    <a:pt x="637" y="680"/>
                    <a:pt x="636" y="680"/>
                  </a:cubicBezTo>
                  <a:cubicBezTo>
                    <a:pt x="596" y="720"/>
                    <a:pt x="596" y="720"/>
                    <a:pt x="596" y="720"/>
                  </a:cubicBezTo>
                  <a:cubicBezTo>
                    <a:pt x="596" y="721"/>
                    <a:pt x="595" y="721"/>
                    <a:pt x="594" y="721"/>
                  </a:cubicBezTo>
                  <a:lnTo>
                    <a:pt x="552" y="72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1" name="Freeform 497"/>
            <p:cNvSpPr>
              <a:spLocks/>
            </p:cNvSpPr>
            <p:nvPr/>
          </p:nvSpPr>
          <p:spPr bwMode="auto">
            <a:xfrm flipV="1">
              <a:off x="3776664" y="7004048"/>
              <a:ext cx="1512887" cy="1871663"/>
            </a:xfrm>
            <a:custGeom>
              <a:avLst/>
              <a:gdLst>
                <a:gd name="T0" fmla="*/ 333 w 403"/>
                <a:gd name="T1" fmla="*/ 499 h 499"/>
                <a:gd name="T2" fmla="*/ 328 w 403"/>
                <a:gd name="T3" fmla="*/ 499 h 499"/>
                <a:gd name="T4" fmla="*/ 328 w 403"/>
                <a:gd name="T5" fmla="*/ 468 h 499"/>
                <a:gd name="T6" fmla="*/ 300 w 403"/>
                <a:gd name="T7" fmla="*/ 440 h 499"/>
                <a:gd name="T8" fmla="*/ 299 w 403"/>
                <a:gd name="T9" fmla="*/ 438 h 499"/>
                <a:gd name="T10" fmla="*/ 299 w 403"/>
                <a:gd name="T11" fmla="*/ 398 h 499"/>
                <a:gd name="T12" fmla="*/ 300 w 403"/>
                <a:gd name="T13" fmla="*/ 396 h 499"/>
                <a:gd name="T14" fmla="*/ 322 w 403"/>
                <a:gd name="T15" fmla="*/ 374 h 499"/>
                <a:gd name="T16" fmla="*/ 323 w 403"/>
                <a:gd name="T17" fmla="*/ 374 h 499"/>
                <a:gd name="T18" fmla="*/ 374 w 403"/>
                <a:gd name="T19" fmla="*/ 374 h 499"/>
                <a:gd name="T20" fmla="*/ 398 w 403"/>
                <a:gd name="T21" fmla="*/ 349 h 499"/>
                <a:gd name="T22" fmla="*/ 398 w 403"/>
                <a:gd name="T23" fmla="*/ 340 h 499"/>
                <a:gd name="T24" fmla="*/ 63 w 403"/>
                <a:gd name="T25" fmla="*/ 5 h 499"/>
                <a:gd name="T26" fmla="*/ 0 w 403"/>
                <a:gd name="T27" fmla="*/ 5 h 499"/>
                <a:gd name="T28" fmla="*/ 0 w 403"/>
                <a:gd name="T29" fmla="*/ 0 h 499"/>
                <a:gd name="T30" fmla="*/ 64 w 403"/>
                <a:gd name="T31" fmla="*/ 0 h 499"/>
                <a:gd name="T32" fmla="*/ 66 w 403"/>
                <a:gd name="T33" fmla="*/ 0 h 499"/>
                <a:gd name="T34" fmla="*/ 403 w 403"/>
                <a:gd name="T35" fmla="*/ 337 h 499"/>
                <a:gd name="T36" fmla="*/ 403 w 403"/>
                <a:gd name="T37" fmla="*/ 339 h 499"/>
                <a:gd name="T38" fmla="*/ 403 w 403"/>
                <a:gd name="T39" fmla="*/ 350 h 499"/>
                <a:gd name="T40" fmla="*/ 403 w 403"/>
                <a:gd name="T41" fmla="*/ 352 h 499"/>
                <a:gd name="T42" fmla="*/ 377 w 403"/>
                <a:gd name="T43" fmla="*/ 378 h 499"/>
                <a:gd name="T44" fmla="*/ 375 w 403"/>
                <a:gd name="T45" fmla="*/ 379 h 499"/>
                <a:gd name="T46" fmla="*/ 325 w 403"/>
                <a:gd name="T47" fmla="*/ 379 h 499"/>
                <a:gd name="T48" fmla="*/ 304 w 403"/>
                <a:gd name="T49" fmla="*/ 399 h 499"/>
                <a:gd name="T50" fmla="*/ 304 w 403"/>
                <a:gd name="T51" fmla="*/ 437 h 499"/>
                <a:gd name="T52" fmla="*/ 332 w 403"/>
                <a:gd name="T53" fmla="*/ 465 h 499"/>
                <a:gd name="T54" fmla="*/ 333 w 403"/>
                <a:gd name="T55" fmla="*/ 467 h 499"/>
                <a:gd name="T56" fmla="*/ 333 w 403"/>
                <a:gd name="T57" fmla="*/ 49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3" h="499">
                  <a:moveTo>
                    <a:pt x="333" y="499"/>
                  </a:moveTo>
                  <a:cubicBezTo>
                    <a:pt x="328" y="499"/>
                    <a:pt x="328" y="499"/>
                    <a:pt x="328" y="499"/>
                  </a:cubicBezTo>
                  <a:cubicBezTo>
                    <a:pt x="328" y="468"/>
                    <a:pt x="328" y="468"/>
                    <a:pt x="328" y="468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9" y="439"/>
                    <a:pt x="299" y="438"/>
                    <a:pt x="299" y="438"/>
                  </a:cubicBezTo>
                  <a:cubicBezTo>
                    <a:pt x="299" y="398"/>
                    <a:pt x="299" y="398"/>
                    <a:pt x="299" y="398"/>
                  </a:cubicBezTo>
                  <a:cubicBezTo>
                    <a:pt x="299" y="397"/>
                    <a:pt x="299" y="397"/>
                    <a:pt x="300" y="396"/>
                  </a:cubicBezTo>
                  <a:cubicBezTo>
                    <a:pt x="322" y="374"/>
                    <a:pt x="322" y="374"/>
                    <a:pt x="322" y="374"/>
                  </a:cubicBezTo>
                  <a:cubicBezTo>
                    <a:pt x="322" y="374"/>
                    <a:pt x="323" y="374"/>
                    <a:pt x="323" y="374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98" y="349"/>
                    <a:pt x="398" y="349"/>
                    <a:pt x="398" y="349"/>
                  </a:cubicBezTo>
                  <a:cubicBezTo>
                    <a:pt x="398" y="340"/>
                    <a:pt x="398" y="340"/>
                    <a:pt x="398" y="340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5" y="0"/>
                    <a:pt x="66" y="0"/>
                    <a:pt x="66" y="0"/>
                  </a:cubicBezTo>
                  <a:cubicBezTo>
                    <a:pt x="403" y="337"/>
                    <a:pt x="403" y="337"/>
                    <a:pt x="403" y="337"/>
                  </a:cubicBezTo>
                  <a:cubicBezTo>
                    <a:pt x="403" y="337"/>
                    <a:pt x="403" y="338"/>
                    <a:pt x="403" y="339"/>
                  </a:cubicBezTo>
                  <a:cubicBezTo>
                    <a:pt x="403" y="350"/>
                    <a:pt x="403" y="350"/>
                    <a:pt x="403" y="350"/>
                  </a:cubicBezTo>
                  <a:cubicBezTo>
                    <a:pt x="403" y="351"/>
                    <a:pt x="403" y="351"/>
                    <a:pt x="403" y="352"/>
                  </a:cubicBezTo>
                  <a:cubicBezTo>
                    <a:pt x="377" y="378"/>
                    <a:pt x="377" y="378"/>
                    <a:pt x="377" y="378"/>
                  </a:cubicBezTo>
                  <a:cubicBezTo>
                    <a:pt x="376" y="378"/>
                    <a:pt x="375" y="379"/>
                    <a:pt x="375" y="379"/>
                  </a:cubicBezTo>
                  <a:cubicBezTo>
                    <a:pt x="325" y="379"/>
                    <a:pt x="325" y="379"/>
                    <a:pt x="325" y="379"/>
                  </a:cubicBezTo>
                  <a:cubicBezTo>
                    <a:pt x="304" y="399"/>
                    <a:pt x="304" y="399"/>
                    <a:pt x="304" y="399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32" y="465"/>
                    <a:pt x="332" y="465"/>
                    <a:pt x="332" y="465"/>
                  </a:cubicBezTo>
                  <a:cubicBezTo>
                    <a:pt x="333" y="465"/>
                    <a:pt x="333" y="466"/>
                    <a:pt x="333" y="467"/>
                  </a:cubicBezTo>
                  <a:lnTo>
                    <a:pt x="333" y="49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2" name="Freeform 498"/>
            <p:cNvSpPr>
              <a:spLocks/>
            </p:cNvSpPr>
            <p:nvPr/>
          </p:nvSpPr>
          <p:spPr bwMode="auto">
            <a:xfrm flipV="1">
              <a:off x="3228977" y="6650036"/>
              <a:ext cx="3013075" cy="3941763"/>
            </a:xfrm>
            <a:custGeom>
              <a:avLst/>
              <a:gdLst>
                <a:gd name="T0" fmla="*/ 564 w 803"/>
                <a:gd name="T1" fmla="*/ 1050 h 1050"/>
                <a:gd name="T2" fmla="*/ 564 w 803"/>
                <a:gd name="T3" fmla="*/ 1017 h 1050"/>
                <a:gd name="T4" fmla="*/ 566 w 803"/>
                <a:gd name="T5" fmla="*/ 1013 h 1050"/>
                <a:gd name="T6" fmla="*/ 660 w 803"/>
                <a:gd name="T7" fmla="*/ 920 h 1050"/>
                <a:gd name="T8" fmla="*/ 663 w 803"/>
                <a:gd name="T9" fmla="*/ 918 h 1050"/>
                <a:gd name="T10" fmla="*/ 663 w 803"/>
                <a:gd name="T11" fmla="*/ 918 h 1050"/>
                <a:gd name="T12" fmla="*/ 706 w 803"/>
                <a:gd name="T13" fmla="*/ 918 h 1050"/>
                <a:gd name="T14" fmla="*/ 793 w 803"/>
                <a:gd name="T15" fmla="*/ 832 h 1050"/>
                <a:gd name="T16" fmla="*/ 793 w 803"/>
                <a:gd name="T17" fmla="*/ 800 h 1050"/>
                <a:gd name="T18" fmla="*/ 0 w 803"/>
                <a:gd name="T19" fmla="*/ 7 h 1050"/>
                <a:gd name="T20" fmla="*/ 7 w 803"/>
                <a:gd name="T21" fmla="*/ 0 h 1050"/>
                <a:gd name="T22" fmla="*/ 802 w 803"/>
                <a:gd name="T23" fmla="*/ 794 h 1050"/>
                <a:gd name="T24" fmla="*/ 803 w 803"/>
                <a:gd name="T25" fmla="*/ 797 h 1050"/>
                <a:gd name="T26" fmla="*/ 803 w 803"/>
                <a:gd name="T27" fmla="*/ 834 h 1050"/>
                <a:gd name="T28" fmla="*/ 802 w 803"/>
                <a:gd name="T29" fmla="*/ 837 h 1050"/>
                <a:gd name="T30" fmla="*/ 712 w 803"/>
                <a:gd name="T31" fmla="*/ 927 h 1050"/>
                <a:gd name="T32" fmla="*/ 708 w 803"/>
                <a:gd name="T33" fmla="*/ 929 h 1050"/>
                <a:gd name="T34" fmla="*/ 708 w 803"/>
                <a:gd name="T35" fmla="*/ 929 h 1050"/>
                <a:gd name="T36" fmla="*/ 665 w 803"/>
                <a:gd name="T37" fmla="*/ 928 h 1050"/>
                <a:gd name="T38" fmla="*/ 575 w 803"/>
                <a:gd name="T39" fmla="*/ 1019 h 1050"/>
                <a:gd name="T40" fmla="*/ 575 w 803"/>
                <a:gd name="T41" fmla="*/ 1050 h 1050"/>
                <a:gd name="T42" fmla="*/ 564 w 803"/>
                <a:gd name="T43" fmla="*/ 105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3" h="1050">
                  <a:moveTo>
                    <a:pt x="564" y="1050"/>
                  </a:moveTo>
                  <a:cubicBezTo>
                    <a:pt x="564" y="1017"/>
                    <a:pt x="564" y="1017"/>
                    <a:pt x="564" y="1017"/>
                  </a:cubicBezTo>
                  <a:cubicBezTo>
                    <a:pt x="564" y="1016"/>
                    <a:pt x="565" y="1014"/>
                    <a:pt x="566" y="1013"/>
                  </a:cubicBezTo>
                  <a:cubicBezTo>
                    <a:pt x="660" y="920"/>
                    <a:pt x="660" y="920"/>
                    <a:pt x="660" y="920"/>
                  </a:cubicBezTo>
                  <a:cubicBezTo>
                    <a:pt x="661" y="919"/>
                    <a:pt x="662" y="918"/>
                    <a:pt x="663" y="918"/>
                  </a:cubicBezTo>
                  <a:cubicBezTo>
                    <a:pt x="663" y="918"/>
                    <a:pt x="663" y="918"/>
                    <a:pt x="663" y="918"/>
                  </a:cubicBezTo>
                  <a:cubicBezTo>
                    <a:pt x="706" y="918"/>
                    <a:pt x="706" y="918"/>
                    <a:pt x="706" y="918"/>
                  </a:cubicBezTo>
                  <a:cubicBezTo>
                    <a:pt x="793" y="832"/>
                    <a:pt x="793" y="832"/>
                    <a:pt x="793" y="832"/>
                  </a:cubicBezTo>
                  <a:cubicBezTo>
                    <a:pt x="793" y="800"/>
                    <a:pt x="793" y="800"/>
                    <a:pt x="793" y="80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02" y="794"/>
                    <a:pt x="802" y="794"/>
                    <a:pt x="802" y="794"/>
                  </a:cubicBezTo>
                  <a:cubicBezTo>
                    <a:pt x="803" y="795"/>
                    <a:pt x="803" y="796"/>
                    <a:pt x="803" y="797"/>
                  </a:cubicBezTo>
                  <a:cubicBezTo>
                    <a:pt x="803" y="834"/>
                    <a:pt x="803" y="834"/>
                    <a:pt x="803" y="834"/>
                  </a:cubicBezTo>
                  <a:cubicBezTo>
                    <a:pt x="803" y="835"/>
                    <a:pt x="803" y="836"/>
                    <a:pt x="802" y="837"/>
                  </a:cubicBezTo>
                  <a:cubicBezTo>
                    <a:pt x="712" y="927"/>
                    <a:pt x="712" y="927"/>
                    <a:pt x="712" y="927"/>
                  </a:cubicBezTo>
                  <a:cubicBezTo>
                    <a:pt x="711" y="928"/>
                    <a:pt x="710" y="929"/>
                    <a:pt x="708" y="929"/>
                  </a:cubicBezTo>
                  <a:cubicBezTo>
                    <a:pt x="708" y="929"/>
                    <a:pt x="708" y="929"/>
                    <a:pt x="708" y="929"/>
                  </a:cubicBezTo>
                  <a:cubicBezTo>
                    <a:pt x="665" y="928"/>
                    <a:pt x="665" y="928"/>
                    <a:pt x="665" y="928"/>
                  </a:cubicBezTo>
                  <a:cubicBezTo>
                    <a:pt x="575" y="1019"/>
                    <a:pt x="575" y="1019"/>
                    <a:pt x="575" y="1019"/>
                  </a:cubicBezTo>
                  <a:cubicBezTo>
                    <a:pt x="575" y="1050"/>
                    <a:pt x="575" y="1050"/>
                    <a:pt x="575" y="1050"/>
                  </a:cubicBezTo>
                  <a:lnTo>
                    <a:pt x="564" y="1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3" name="Freeform 499"/>
            <p:cNvSpPr>
              <a:spLocks noEditPoints="1"/>
            </p:cNvSpPr>
            <p:nvPr/>
          </p:nvSpPr>
          <p:spPr bwMode="auto">
            <a:xfrm flipV="1">
              <a:off x="4595814" y="65611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0 w 24"/>
                <a:gd name="T23" fmla="*/ 21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4" name="Freeform 500"/>
            <p:cNvSpPr>
              <a:spLocks noEditPoints="1"/>
            </p:cNvSpPr>
            <p:nvPr/>
          </p:nvSpPr>
          <p:spPr bwMode="auto">
            <a:xfrm flipV="1">
              <a:off x="2309814" y="9299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5" name="Freeform 501"/>
            <p:cNvSpPr>
              <a:spLocks noEditPoints="1"/>
            </p:cNvSpPr>
            <p:nvPr/>
          </p:nvSpPr>
          <p:spPr bwMode="auto">
            <a:xfrm flipV="1">
              <a:off x="4854577" y="670718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4 w 24"/>
                <a:gd name="T17" fmla="*/ 20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6" name="Freeform 502"/>
            <p:cNvSpPr>
              <a:spLocks noEditPoints="1"/>
            </p:cNvSpPr>
            <p:nvPr/>
          </p:nvSpPr>
          <p:spPr bwMode="auto">
            <a:xfrm flipV="1">
              <a:off x="4572002" y="73151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7" name="Freeform 503"/>
            <p:cNvSpPr>
              <a:spLocks noEditPoints="1"/>
            </p:cNvSpPr>
            <p:nvPr/>
          </p:nvSpPr>
          <p:spPr bwMode="auto">
            <a:xfrm flipV="1">
              <a:off x="2816227" y="92281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1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8" name="Freeform 504"/>
            <p:cNvSpPr>
              <a:spLocks noEditPoints="1"/>
            </p:cNvSpPr>
            <p:nvPr/>
          </p:nvSpPr>
          <p:spPr bwMode="auto">
            <a:xfrm flipV="1">
              <a:off x="4775202" y="707866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9" name="Freeform 505"/>
            <p:cNvSpPr>
              <a:spLocks noEditPoints="1"/>
            </p:cNvSpPr>
            <p:nvPr/>
          </p:nvSpPr>
          <p:spPr bwMode="auto">
            <a:xfrm flipV="1">
              <a:off x="4411664" y="63833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0" name="Freeform 506"/>
            <p:cNvSpPr>
              <a:spLocks noEditPoints="1"/>
            </p:cNvSpPr>
            <p:nvPr/>
          </p:nvSpPr>
          <p:spPr bwMode="auto">
            <a:xfrm flipV="1">
              <a:off x="4227514" y="619601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1" name="Freeform 507"/>
            <p:cNvSpPr>
              <a:spLocks noEditPoints="1"/>
            </p:cNvSpPr>
            <p:nvPr/>
          </p:nvSpPr>
          <p:spPr bwMode="auto">
            <a:xfrm flipV="1">
              <a:off x="2336802" y="91043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2" name="Freeform 508"/>
            <p:cNvSpPr>
              <a:spLocks noEditPoints="1"/>
            </p:cNvSpPr>
            <p:nvPr/>
          </p:nvSpPr>
          <p:spPr bwMode="auto">
            <a:xfrm flipV="1">
              <a:off x="4213227" y="65262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3" name="Freeform 509"/>
            <p:cNvSpPr>
              <a:spLocks noEditPoints="1"/>
            </p:cNvSpPr>
            <p:nvPr/>
          </p:nvSpPr>
          <p:spPr bwMode="auto">
            <a:xfrm flipV="1">
              <a:off x="3889377" y="65611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4 w 24"/>
                <a:gd name="T21" fmla="*/ 4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4" name="Freeform 510"/>
            <p:cNvSpPr>
              <a:spLocks noEditPoints="1"/>
            </p:cNvSpPr>
            <p:nvPr/>
          </p:nvSpPr>
          <p:spPr bwMode="auto">
            <a:xfrm flipV="1">
              <a:off x="4065589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5" y="16"/>
                    <a:pt x="5" y="12"/>
                  </a:cubicBezTo>
                  <a:cubicBezTo>
                    <a:pt x="5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5" name="Freeform 511"/>
            <p:cNvSpPr>
              <a:spLocks noEditPoints="1"/>
            </p:cNvSpPr>
            <p:nvPr/>
          </p:nvSpPr>
          <p:spPr bwMode="auto">
            <a:xfrm flipV="1">
              <a:off x="3724277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1 w 24"/>
                <a:gd name="T19" fmla="*/ 21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6" name="Freeform 512"/>
            <p:cNvSpPr>
              <a:spLocks noEditPoints="1"/>
            </p:cNvSpPr>
            <p:nvPr/>
          </p:nvSpPr>
          <p:spPr bwMode="auto">
            <a:xfrm flipV="1">
              <a:off x="2767014" y="7593011"/>
              <a:ext cx="90487" cy="88900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6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7" name="Freeform 513"/>
            <p:cNvSpPr>
              <a:spLocks noEditPoints="1"/>
            </p:cNvSpPr>
            <p:nvPr/>
          </p:nvSpPr>
          <p:spPr bwMode="auto">
            <a:xfrm flipV="1">
              <a:off x="2928939" y="75326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9" y="18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8" name="Freeform 514"/>
            <p:cNvSpPr>
              <a:spLocks noEditPoints="1"/>
            </p:cNvSpPr>
            <p:nvPr/>
          </p:nvSpPr>
          <p:spPr bwMode="auto">
            <a:xfrm flipV="1">
              <a:off x="2876552" y="76977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3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9" name="Freeform 515"/>
            <p:cNvSpPr>
              <a:spLocks noEditPoints="1"/>
            </p:cNvSpPr>
            <p:nvPr/>
          </p:nvSpPr>
          <p:spPr bwMode="auto">
            <a:xfrm flipV="1">
              <a:off x="3698877" y="63690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0" name="Freeform 516"/>
            <p:cNvSpPr>
              <a:spLocks noEditPoints="1"/>
            </p:cNvSpPr>
            <p:nvPr/>
          </p:nvSpPr>
          <p:spPr bwMode="auto">
            <a:xfrm flipV="1">
              <a:off x="3836989" y="58133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12 w 24"/>
                <a:gd name="T13" fmla="*/ 19 h 24"/>
                <a:gd name="T14" fmla="*/ 5 w 24"/>
                <a:gd name="T15" fmla="*/ 12 h 24"/>
                <a:gd name="T16" fmla="*/ 12 w 24"/>
                <a:gd name="T17" fmla="*/ 5 h 24"/>
                <a:gd name="T18" fmla="*/ 12 w 24"/>
                <a:gd name="T19" fmla="*/ 0 h 24"/>
                <a:gd name="T20" fmla="*/ 12 w 24"/>
                <a:gd name="T21" fmla="*/ 0 h 24"/>
                <a:gd name="T22" fmla="*/ 12 w 24"/>
                <a:gd name="T23" fmla="*/ 0 h 24"/>
                <a:gd name="T24" fmla="*/ 4 w 24"/>
                <a:gd name="T25" fmla="*/ 4 h 24"/>
                <a:gd name="T26" fmla="*/ 0 w 24"/>
                <a:gd name="T27" fmla="*/ 12 h 24"/>
                <a:gd name="T28" fmla="*/ 12 w 24"/>
                <a:gd name="T29" fmla="*/ 24 h 24"/>
                <a:gd name="T30" fmla="*/ 24 w 24"/>
                <a:gd name="T31" fmla="*/ 12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1" name="Freeform 517"/>
            <p:cNvSpPr>
              <a:spLocks noEditPoints="1"/>
            </p:cNvSpPr>
            <p:nvPr/>
          </p:nvSpPr>
          <p:spPr bwMode="auto">
            <a:xfrm flipV="1">
              <a:off x="3671889" y="5629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4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2" name="Freeform 518"/>
            <p:cNvSpPr>
              <a:spLocks noEditPoints="1"/>
            </p:cNvSpPr>
            <p:nvPr/>
          </p:nvSpPr>
          <p:spPr bwMode="auto">
            <a:xfrm flipV="1">
              <a:off x="3492502" y="5445122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21 w 24"/>
                <a:gd name="T23" fmla="*/ 3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 w="317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3" name="Freeform 519"/>
            <p:cNvSpPr>
              <a:spLocks noEditPoints="1"/>
            </p:cNvSpPr>
            <p:nvPr/>
          </p:nvSpPr>
          <p:spPr bwMode="auto">
            <a:xfrm flipV="1">
              <a:off x="3308352" y="52625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4" name="Freeform 520"/>
            <p:cNvSpPr>
              <a:spLocks noEditPoints="1"/>
            </p:cNvSpPr>
            <p:nvPr/>
          </p:nvSpPr>
          <p:spPr bwMode="auto">
            <a:xfrm flipV="1">
              <a:off x="3138489" y="54451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5" name="Freeform 521"/>
            <p:cNvSpPr>
              <a:spLocks noEditPoints="1"/>
            </p:cNvSpPr>
            <p:nvPr/>
          </p:nvSpPr>
          <p:spPr bwMode="auto">
            <a:xfrm flipV="1">
              <a:off x="3090864" y="5788024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6" name="Freeform 522"/>
            <p:cNvSpPr>
              <a:spLocks noEditPoints="1"/>
            </p:cNvSpPr>
            <p:nvPr/>
          </p:nvSpPr>
          <p:spPr bwMode="auto">
            <a:xfrm flipV="1">
              <a:off x="3275014" y="5970586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9" y="19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7" name="Freeform 523"/>
            <p:cNvSpPr>
              <a:spLocks noEditPoints="1"/>
            </p:cNvSpPr>
            <p:nvPr/>
          </p:nvSpPr>
          <p:spPr bwMode="auto">
            <a:xfrm flipV="1">
              <a:off x="4024314" y="59896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8" name="Freeform 524"/>
            <p:cNvSpPr>
              <a:spLocks noEditPoints="1"/>
            </p:cNvSpPr>
            <p:nvPr/>
          </p:nvSpPr>
          <p:spPr bwMode="auto">
            <a:xfrm flipV="1">
              <a:off x="2928939" y="5637211"/>
              <a:ext cx="93662" cy="90488"/>
            </a:xfrm>
            <a:custGeom>
              <a:avLst/>
              <a:gdLst>
                <a:gd name="T0" fmla="*/ 12 w 25"/>
                <a:gd name="T1" fmla="*/ 6 h 24"/>
                <a:gd name="T2" fmla="*/ 19 w 25"/>
                <a:gd name="T3" fmla="*/ 12 h 24"/>
                <a:gd name="T4" fmla="*/ 12 w 25"/>
                <a:gd name="T5" fmla="*/ 19 h 24"/>
                <a:gd name="T6" fmla="*/ 6 w 25"/>
                <a:gd name="T7" fmla="*/ 12 h 24"/>
                <a:gd name="T8" fmla="*/ 12 w 25"/>
                <a:gd name="T9" fmla="*/ 6 h 24"/>
                <a:gd name="T10" fmla="*/ 12 w 25"/>
                <a:gd name="T11" fmla="*/ 0 h 24"/>
                <a:gd name="T12" fmla="*/ 12 w 25"/>
                <a:gd name="T13" fmla="*/ 0 h 24"/>
                <a:gd name="T14" fmla="*/ 4 w 25"/>
                <a:gd name="T15" fmla="*/ 4 h 24"/>
                <a:gd name="T16" fmla="*/ 0 w 25"/>
                <a:gd name="T17" fmla="*/ 12 h 24"/>
                <a:gd name="T18" fmla="*/ 12 w 25"/>
                <a:gd name="T19" fmla="*/ 24 h 24"/>
                <a:gd name="T20" fmla="*/ 21 w 25"/>
                <a:gd name="T21" fmla="*/ 21 h 24"/>
                <a:gd name="T22" fmla="*/ 24 w 25"/>
                <a:gd name="T23" fmla="*/ 12 h 24"/>
                <a:gd name="T24" fmla="*/ 12 w 25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9"/>
                    <a:pt x="25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9" name="Freeform 525"/>
            <p:cNvSpPr>
              <a:spLocks noEditPoints="1"/>
            </p:cNvSpPr>
            <p:nvPr/>
          </p:nvSpPr>
          <p:spPr bwMode="auto">
            <a:xfrm flipV="1">
              <a:off x="2538414" y="600551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0 w 24"/>
                <a:gd name="T29" fmla="*/ 21 h 24"/>
                <a:gd name="T30" fmla="*/ 24 w 24"/>
                <a:gd name="T31" fmla="*/ 12 h 24"/>
                <a:gd name="T32" fmla="*/ 20 w 24"/>
                <a:gd name="T33" fmla="*/ 4 h 24"/>
                <a:gd name="T34" fmla="*/ 12 w 24"/>
                <a:gd name="T3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9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0" name="Freeform 526"/>
            <p:cNvSpPr>
              <a:spLocks noEditPoints="1"/>
            </p:cNvSpPr>
            <p:nvPr/>
          </p:nvSpPr>
          <p:spPr bwMode="auto">
            <a:xfrm flipV="1">
              <a:off x="1773239" y="66389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1" name="Freeform 527"/>
            <p:cNvSpPr>
              <a:spLocks noEditPoints="1"/>
            </p:cNvSpPr>
            <p:nvPr/>
          </p:nvSpPr>
          <p:spPr bwMode="auto">
            <a:xfrm flipV="1">
              <a:off x="1825627" y="70072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3 w 24"/>
                <a:gd name="T15" fmla="*/ 3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0 w 24"/>
                <a:gd name="T23" fmla="*/ 20 h 24"/>
                <a:gd name="T24" fmla="*/ 24 w 24"/>
                <a:gd name="T25" fmla="*/ 12 h 24"/>
                <a:gd name="T26" fmla="*/ 20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2" name="Freeform 528"/>
            <p:cNvSpPr>
              <a:spLocks noEditPoints="1"/>
            </p:cNvSpPr>
            <p:nvPr/>
          </p:nvSpPr>
          <p:spPr bwMode="auto">
            <a:xfrm flipV="1">
              <a:off x="1663702" y="70516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3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3" name="Oval 529"/>
            <p:cNvSpPr>
              <a:spLocks noChangeArrowheads="1"/>
            </p:cNvSpPr>
            <p:nvPr/>
          </p:nvSpPr>
          <p:spPr bwMode="auto">
            <a:xfrm flipV="1">
              <a:off x="2501902" y="7304086"/>
              <a:ext cx="69850" cy="71438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4" name="Freeform 530"/>
            <p:cNvSpPr>
              <a:spLocks/>
            </p:cNvSpPr>
            <p:nvPr/>
          </p:nvSpPr>
          <p:spPr bwMode="auto">
            <a:xfrm flipV="1">
              <a:off x="681039" y="7100886"/>
              <a:ext cx="990600" cy="927100"/>
            </a:xfrm>
            <a:custGeom>
              <a:avLst/>
              <a:gdLst>
                <a:gd name="T0" fmla="*/ 264 w 264"/>
                <a:gd name="T1" fmla="*/ 247 h 247"/>
                <a:gd name="T2" fmla="*/ 245 w 264"/>
                <a:gd name="T3" fmla="*/ 247 h 247"/>
                <a:gd name="T4" fmla="*/ 244 w 264"/>
                <a:gd name="T5" fmla="*/ 246 h 247"/>
                <a:gd name="T6" fmla="*/ 0 w 264"/>
                <a:gd name="T7" fmla="*/ 3 h 247"/>
                <a:gd name="T8" fmla="*/ 3 w 264"/>
                <a:gd name="T9" fmla="*/ 0 h 247"/>
                <a:gd name="T10" fmla="*/ 246 w 264"/>
                <a:gd name="T11" fmla="*/ 243 h 247"/>
                <a:gd name="T12" fmla="*/ 264 w 264"/>
                <a:gd name="T13" fmla="*/ 243 h 247"/>
                <a:gd name="T14" fmla="*/ 264 w 264"/>
                <a:gd name="T1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47">
                  <a:moveTo>
                    <a:pt x="264" y="247"/>
                  </a:moveTo>
                  <a:cubicBezTo>
                    <a:pt x="245" y="247"/>
                    <a:pt x="245" y="247"/>
                    <a:pt x="245" y="247"/>
                  </a:cubicBezTo>
                  <a:cubicBezTo>
                    <a:pt x="245" y="247"/>
                    <a:pt x="244" y="247"/>
                    <a:pt x="244" y="24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6" y="243"/>
                    <a:pt x="246" y="243"/>
                    <a:pt x="246" y="243"/>
                  </a:cubicBezTo>
                  <a:cubicBezTo>
                    <a:pt x="264" y="243"/>
                    <a:pt x="264" y="243"/>
                    <a:pt x="264" y="243"/>
                  </a:cubicBezTo>
                  <a:lnTo>
                    <a:pt x="264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5" name="Freeform 531"/>
            <p:cNvSpPr>
              <a:spLocks/>
            </p:cNvSpPr>
            <p:nvPr/>
          </p:nvSpPr>
          <p:spPr bwMode="auto">
            <a:xfrm flipV="1">
              <a:off x="760414" y="7092949"/>
              <a:ext cx="1114425" cy="1009650"/>
            </a:xfrm>
            <a:custGeom>
              <a:avLst/>
              <a:gdLst>
                <a:gd name="T0" fmla="*/ 297 w 297"/>
                <a:gd name="T1" fmla="*/ 269 h 269"/>
                <a:gd name="T2" fmla="*/ 294 w 297"/>
                <a:gd name="T3" fmla="*/ 269 h 269"/>
                <a:gd name="T4" fmla="*/ 294 w 297"/>
                <a:gd name="T5" fmla="*/ 253 h 269"/>
                <a:gd name="T6" fmla="*/ 268 w 297"/>
                <a:gd name="T7" fmla="*/ 227 h 269"/>
                <a:gd name="T8" fmla="*/ 226 w 297"/>
                <a:gd name="T9" fmla="*/ 227 h 269"/>
                <a:gd name="T10" fmla="*/ 225 w 297"/>
                <a:gd name="T11" fmla="*/ 226 h 269"/>
                <a:gd name="T12" fmla="*/ 0 w 297"/>
                <a:gd name="T13" fmla="*/ 2 h 269"/>
                <a:gd name="T14" fmla="*/ 3 w 297"/>
                <a:gd name="T15" fmla="*/ 0 h 269"/>
                <a:gd name="T16" fmla="*/ 226 w 297"/>
                <a:gd name="T17" fmla="*/ 223 h 269"/>
                <a:gd name="T18" fmla="*/ 269 w 297"/>
                <a:gd name="T19" fmla="*/ 223 h 269"/>
                <a:gd name="T20" fmla="*/ 270 w 297"/>
                <a:gd name="T21" fmla="*/ 224 h 269"/>
                <a:gd name="T22" fmla="*/ 297 w 297"/>
                <a:gd name="T23" fmla="*/ 251 h 269"/>
                <a:gd name="T24" fmla="*/ 297 w 297"/>
                <a:gd name="T25" fmla="*/ 252 h 269"/>
                <a:gd name="T26" fmla="*/ 297 w 297"/>
                <a:gd name="T2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7" h="269">
                  <a:moveTo>
                    <a:pt x="297" y="269"/>
                  </a:moveTo>
                  <a:cubicBezTo>
                    <a:pt x="294" y="269"/>
                    <a:pt x="294" y="269"/>
                    <a:pt x="294" y="269"/>
                  </a:cubicBezTo>
                  <a:cubicBezTo>
                    <a:pt x="294" y="253"/>
                    <a:pt x="294" y="253"/>
                    <a:pt x="294" y="253"/>
                  </a:cubicBezTo>
                  <a:cubicBezTo>
                    <a:pt x="268" y="227"/>
                    <a:pt x="268" y="227"/>
                    <a:pt x="268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5" y="227"/>
                    <a:pt x="225" y="227"/>
                    <a:pt x="225" y="22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69" y="223"/>
                    <a:pt x="269" y="223"/>
                    <a:pt x="269" y="223"/>
                  </a:cubicBezTo>
                  <a:cubicBezTo>
                    <a:pt x="269" y="223"/>
                    <a:pt x="269" y="224"/>
                    <a:pt x="270" y="224"/>
                  </a:cubicBezTo>
                  <a:cubicBezTo>
                    <a:pt x="297" y="251"/>
                    <a:pt x="297" y="251"/>
                    <a:pt x="297" y="251"/>
                  </a:cubicBezTo>
                  <a:cubicBezTo>
                    <a:pt x="297" y="251"/>
                    <a:pt x="297" y="252"/>
                    <a:pt x="297" y="252"/>
                  </a:cubicBezTo>
                  <a:lnTo>
                    <a:pt x="297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6" name="Freeform 532"/>
            <p:cNvSpPr>
              <a:spLocks/>
            </p:cNvSpPr>
            <p:nvPr/>
          </p:nvSpPr>
          <p:spPr bwMode="auto">
            <a:xfrm flipV="1">
              <a:off x="530227" y="6677024"/>
              <a:ext cx="1250950" cy="1196975"/>
            </a:xfrm>
            <a:custGeom>
              <a:avLst/>
              <a:gdLst>
                <a:gd name="T0" fmla="*/ 317 w 333"/>
                <a:gd name="T1" fmla="*/ 319 h 319"/>
                <a:gd name="T2" fmla="*/ 316 w 333"/>
                <a:gd name="T3" fmla="*/ 318 h 319"/>
                <a:gd name="T4" fmla="*/ 0 w 333"/>
                <a:gd name="T5" fmla="*/ 2 h 319"/>
                <a:gd name="T6" fmla="*/ 2 w 333"/>
                <a:gd name="T7" fmla="*/ 0 h 319"/>
                <a:gd name="T8" fmla="*/ 318 w 333"/>
                <a:gd name="T9" fmla="*/ 315 h 319"/>
                <a:gd name="T10" fmla="*/ 333 w 333"/>
                <a:gd name="T11" fmla="*/ 315 h 319"/>
                <a:gd name="T12" fmla="*/ 333 w 333"/>
                <a:gd name="T13" fmla="*/ 319 h 319"/>
                <a:gd name="T14" fmla="*/ 317 w 333"/>
                <a:gd name="T1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19">
                  <a:moveTo>
                    <a:pt x="317" y="319"/>
                  </a:moveTo>
                  <a:cubicBezTo>
                    <a:pt x="317" y="319"/>
                    <a:pt x="316" y="319"/>
                    <a:pt x="316" y="3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18" y="315"/>
                    <a:pt x="318" y="315"/>
                    <a:pt x="318" y="315"/>
                  </a:cubicBezTo>
                  <a:cubicBezTo>
                    <a:pt x="333" y="315"/>
                    <a:pt x="333" y="315"/>
                    <a:pt x="333" y="315"/>
                  </a:cubicBezTo>
                  <a:cubicBezTo>
                    <a:pt x="333" y="319"/>
                    <a:pt x="333" y="319"/>
                    <a:pt x="333" y="319"/>
                  </a:cubicBezTo>
                  <a:cubicBezTo>
                    <a:pt x="317" y="319"/>
                    <a:pt x="317" y="319"/>
                    <a:pt x="317" y="3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7" name="Freeform 533"/>
            <p:cNvSpPr>
              <a:spLocks/>
            </p:cNvSpPr>
            <p:nvPr/>
          </p:nvSpPr>
          <p:spPr bwMode="auto">
            <a:xfrm flipV="1">
              <a:off x="433389" y="6064249"/>
              <a:ext cx="2135187" cy="1724025"/>
            </a:xfrm>
            <a:custGeom>
              <a:avLst/>
              <a:gdLst>
                <a:gd name="T0" fmla="*/ 564 w 569"/>
                <a:gd name="T1" fmla="*/ 459 h 459"/>
                <a:gd name="T2" fmla="*/ 435 w 569"/>
                <a:gd name="T3" fmla="*/ 330 h 459"/>
                <a:gd name="T4" fmla="*/ 345 w 569"/>
                <a:gd name="T5" fmla="*/ 330 h 459"/>
                <a:gd name="T6" fmla="*/ 343 w 569"/>
                <a:gd name="T7" fmla="*/ 329 h 459"/>
                <a:gd name="T8" fmla="*/ 205 w 569"/>
                <a:gd name="T9" fmla="*/ 191 h 459"/>
                <a:gd name="T10" fmla="*/ 187 w 569"/>
                <a:gd name="T11" fmla="*/ 191 h 459"/>
                <a:gd name="T12" fmla="*/ 185 w 569"/>
                <a:gd name="T13" fmla="*/ 190 h 459"/>
                <a:gd name="T14" fmla="*/ 0 w 569"/>
                <a:gd name="T15" fmla="*/ 5 h 459"/>
                <a:gd name="T16" fmla="*/ 5 w 569"/>
                <a:gd name="T17" fmla="*/ 0 h 459"/>
                <a:gd name="T18" fmla="*/ 189 w 569"/>
                <a:gd name="T19" fmla="*/ 184 h 459"/>
                <a:gd name="T20" fmla="*/ 206 w 569"/>
                <a:gd name="T21" fmla="*/ 184 h 459"/>
                <a:gd name="T22" fmla="*/ 209 w 569"/>
                <a:gd name="T23" fmla="*/ 185 h 459"/>
                <a:gd name="T24" fmla="*/ 347 w 569"/>
                <a:gd name="T25" fmla="*/ 323 h 459"/>
                <a:gd name="T26" fmla="*/ 436 w 569"/>
                <a:gd name="T27" fmla="*/ 323 h 459"/>
                <a:gd name="T28" fmla="*/ 439 w 569"/>
                <a:gd name="T29" fmla="*/ 324 h 459"/>
                <a:gd name="T30" fmla="*/ 569 w 569"/>
                <a:gd name="T31" fmla="*/ 454 h 459"/>
                <a:gd name="T32" fmla="*/ 564 w 569"/>
                <a:gd name="T33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9" h="459">
                  <a:moveTo>
                    <a:pt x="564" y="459"/>
                  </a:moveTo>
                  <a:cubicBezTo>
                    <a:pt x="435" y="330"/>
                    <a:pt x="435" y="330"/>
                    <a:pt x="435" y="330"/>
                  </a:cubicBezTo>
                  <a:cubicBezTo>
                    <a:pt x="345" y="330"/>
                    <a:pt x="345" y="330"/>
                    <a:pt x="345" y="330"/>
                  </a:cubicBezTo>
                  <a:cubicBezTo>
                    <a:pt x="344" y="330"/>
                    <a:pt x="343" y="330"/>
                    <a:pt x="343" y="329"/>
                  </a:cubicBezTo>
                  <a:cubicBezTo>
                    <a:pt x="205" y="191"/>
                    <a:pt x="205" y="191"/>
                    <a:pt x="205" y="191"/>
                  </a:cubicBezTo>
                  <a:cubicBezTo>
                    <a:pt x="187" y="191"/>
                    <a:pt x="187" y="191"/>
                    <a:pt x="187" y="191"/>
                  </a:cubicBezTo>
                  <a:cubicBezTo>
                    <a:pt x="186" y="191"/>
                    <a:pt x="185" y="191"/>
                    <a:pt x="185" y="19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89" y="184"/>
                    <a:pt x="189" y="184"/>
                    <a:pt x="189" y="184"/>
                  </a:cubicBezTo>
                  <a:cubicBezTo>
                    <a:pt x="206" y="184"/>
                    <a:pt x="206" y="184"/>
                    <a:pt x="206" y="184"/>
                  </a:cubicBezTo>
                  <a:cubicBezTo>
                    <a:pt x="207" y="184"/>
                    <a:pt x="208" y="184"/>
                    <a:pt x="209" y="185"/>
                  </a:cubicBezTo>
                  <a:cubicBezTo>
                    <a:pt x="347" y="323"/>
                    <a:pt x="347" y="323"/>
                    <a:pt x="347" y="323"/>
                  </a:cubicBezTo>
                  <a:cubicBezTo>
                    <a:pt x="436" y="323"/>
                    <a:pt x="436" y="323"/>
                    <a:pt x="436" y="323"/>
                  </a:cubicBezTo>
                  <a:cubicBezTo>
                    <a:pt x="437" y="323"/>
                    <a:pt x="438" y="323"/>
                    <a:pt x="439" y="324"/>
                  </a:cubicBezTo>
                  <a:cubicBezTo>
                    <a:pt x="569" y="454"/>
                    <a:pt x="569" y="454"/>
                    <a:pt x="569" y="454"/>
                  </a:cubicBezTo>
                  <a:lnTo>
                    <a:pt x="564" y="45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8" name="Freeform 534"/>
            <p:cNvSpPr>
              <a:spLocks/>
            </p:cNvSpPr>
            <p:nvPr/>
          </p:nvSpPr>
          <p:spPr bwMode="auto">
            <a:xfrm flipV="1">
              <a:off x="361952" y="5667373"/>
              <a:ext cx="2578100" cy="2049463"/>
            </a:xfrm>
            <a:custGeom>
              <a:avLst/>
              <a:gdLst>
                <a:gd name="T0" fmla="*/ 687 w 687"/>
                <a:gd name="T1" fmla="*/ 546 h 546"/>
                <a:gd name="T2" fmla="*/ 678 w 687"/>
                <a:gd name="T3" fmla="*/ 546 h 546"/>
                <a:gd name="T4" fmla="*/ 675 w 687"/>
                <a:gd name="T5" fmla="*/ 545 h 546"/>
                <a:gd name="T6" fmla="*/ 627 w 687"/>
                <a:gd name="T7" fmla="*/ 496 h 546"/>
                <a:gd name="T8" fmla="*/ 600 w 687"/>
                <a:gd name="T9" fmla="*/ 496 h 546"/>
                <a:gd name="T10" fmla="*/ 597 w 687"/>
                <a:gd name="T11" fmla="*/ 495 h 546"/>
                <a:gd name="T12" fmla="*/ 487 w 687"/>
                <a:gd name="T13" fmla="*/ 385 h 546"/>
                <a:gd name="T14" fmla="*/ 402 w 687"/>
                <a:gd name="T15" fmla="*/ 385 h 546"/>
                <a:gd name="T16" fmla="*/ 399 w 687"/>
                <a:gd name="T17" fmla="*/ 384 h 546"/>
                <a:gd name="T18" fmla="*/ 209 w 687"/>
                <a:gd name="T19" fmla="*/ 194 h 546"/>
                <a:gd name="T20" fmla="*/ 190 w 687"/>
                <a:gd name="T21" fmla="*/ 194 h 546"/>
                <a:gd name="T22" fmla="*/ 188 w 687"/>
                <a:gd name="T23" fmla="*/ 193 h 546"/>
                <a:gd name="T24" fmla="*/ 0 w 687"/>
                <a:gd name="T25" fmla="*/ 5 h 546"/>
                <a:gd name="T26" fmla="*/ 5 w 687"/>
                <a:gd name="T27" fmla="*/ 0 h 546"/>
                <a:gd name="T28" fmla="*/ 192 w 687"/>
                <a:gd name="T29" fmla="*/ 187 h 546"/>
                <a:gd name="T30" fmla="*/ 210 w 687"/>
                <a:gd name="T31" fmla="*/ 187 h 546"/>
                <a:gd name="T32" fmla="*/ 213 w 687"/>
                <a:gd name="T33" fmla="*/ 188 h 546"/>
                <a:gd name="T34" fmla="*/ 403 w 687"/>
                <a:gd name="T35" fmla="*/ 378 h 546"/>
                <a:gd name="T36" fmla="*/ 488 w 687"/>
                <a:gd name="T37" fmla="*/ 378 h 546"/>
                <a:gd name="T38" fmla="*/ 491 w 687"/>
                <a:gd name="T39" fmla="*/ 379 h 546"/>
                <a:gd name="T40" fmla="*/ 601 w 687"/>
                <a:gd name="T41" fmla="*/ 489 h 546"/>
                <a:gd name="T42" fmla="*/ 628 w 687"/>
                <a:gd name="T43" fmla="*/ 489 h 546"/>
                <a:gd name="T44" fmla="*/ 631 w 687"/>
                <a:gd name="T45" fmla="*/ 490 h 546"/>
                <a:gd name="T46" fmla="*/ 679 w 687"/>
                <a:gd name="T47" fmla="*/ 539 h 546"/>
                <a:gd name="T48" fmla="*/ 687 w 687"/>
                <a:gd name="T49" fmla="*/ 539 h 546"/>
                <a:gd name="T50" fmla="*/ 687 w 687"/>
                <a:gd name="T51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87" h="546">
                  <a:moveTo>
                    <a:pt x="687" y="546"/>
                  </a:moveTo>
                  <a:cubicBezTo>
                    <a:pt x="678" y="546"/>
                    <a:pt x="678" y="546"/>
                    <a:pt x="678" y="546"/>
                  </a:cubicBezTo>
                  <a:cubicBezTo>
                    <a:pt x="677" y="546"/>
                    <a:pt x="676" y="546"/>
                    <a:pt x="675" y="545"/>
                  </a:cubicBezTo>
                  <a:cubicBezTo>
                    <a:pt x="627" y="496"/>
                    <a:pt x="627" y="496"/>
                    <a:pt x="627" y="496"/>
                  </a:cubicBezTo>
                  <a:cubicBezTo>
                    <a:pt x="600" y="496"/>
                    <a:pt x="600" y="496"/>
                    <a:pt x="600" y="496"/>
                  </a:cubicBezTo>
                  <a:cubicBezTo>
                    <a:pt x="599" y="496"/>
                    <a:pt x="598" y="496"/>
                    <a:pt x="597" y="495"/>
                  </a:cubicBezTo>
                  <a:cubicBezTo>
                    <a:pt x="487" y="385"/>
                    <a:pt x="487" y="385"/>
                    <a:pt x="487" y="385"/>
                  </a:cubicBezTo>
                  <a:cubicBezTo>
                    <a:pt x="402" y="385"/>
                    <a:pt x="402" y="385"/>
                    <a:pt x="402" y="385"/>
                  </a:cubicBezTo>
                  <a:cubicBezTo>
                    <a:pt x="401" y="385"/>
                    <a:pt x="400" y="385"/>
                    <a:pt x="399" y="384"/>
                  </a:cubicBezTo>
                  <a:cubicBezTo>
                    <a:pt x="209" y="194"/>
                    <a:pt x="209" y="194"/>
                    <a:pt x="209" y="194"/>
                  </a:cubicBezTo>
                  <a:cubicBezTo>
                    <a:pt x="190" y="194"/>
                    <a:pt x="190" y="194"/>
                    <a:pt x="190" y="194"/>
                  </a:cubicBezTo>
                  <a:cubicBezTo>
                    <a:pt x="189" y="194"/>
                    <a:pt x="188" y="193"/>
                    <a:pt x="188" y="19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92" y="187"/>
                    <a:pt x="192" y="187"/>
                    <a:pt x="192" y="187"/>
                  </a:cubicBezTo>
                  <a:cubicBezTo>
                    <a:pt x="210" y="187"/>
                    <a:pt x="210" y="187"/>
                    <a:pt x="210" y="187"/>
                  </a:cubicBezTo>
                  <a:cubicBezTo>
                    <a:pt x="211" y="187"/>
                    <a:pt x="212" y="187"/>
                    <a:pt x="213" y="188"/>
                  </a:cubicBezTo>
                  <a:cubicBezTo>
                    <a:pt x="403" y="378"/>
                    <a:pt x="403" y="378"/>
                    <a:pt x="403" y="378"/>
                  </a:cubicBezTo>
                  <a:cubicBezTo>
                    <a:pt x="488" y="378"/>
                    <a:pt x="488" y="378"/>
                    <a:pt x="488" y="378"/>
                  </a:cubicBezTo>
                  <a:cubicBezTo>
                    <a:pt x="489" y="378"/>
                    <a:pt x="490" y="378"/>
                    <a:pt x="491" y="379"/>
                  </a:cubicBezTo>
                  <a:cubicBezTo>
                    <a:pt x="601" y="489"/>
                    <a:pt x="601" y="489"/>
                    <a:pt x="601" y="489"/>
                  </a:cubicBezTo>
                  <a:cubicBezTo>
                    <a:pt x="628" y="489"/>
                    <a:pt x="628" y="489"/>
                    <a:pt x="628" y="489"/>
                  </a:cubicBezTo>
                  <a:cubicBezTo>
                    <a:pt x="629" y="489"/>
                    <a:pt x="630" y="490"/>
                    <a:pt x="631" y="490"/>
                  </a:cubicBezTo>
                  <a:cubicBezTo>
                    <a:pt x="679" y="539"/>
                    <a:pt x="679" y="539"/>
                    <a:pt x="679" y="539"/>
                  </a:cubicBezTo>
                  <a:cubicBezTo>
                    <a:pt x="687" y="539"/>
                    <a:pt x="687" y="539"/>
                    <a:pt x="687" y="539"/>
                  </a:cubicBezTo>
                  <a:lnTo>
                    <a:pt x="687" y="54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9" name="Freeform 535"/>
            <p:cNvSpPr>
              <a:spLocks/>
            </p:cNvSpPr>
            <p:nvPr/>
          </p:nvSpPr>
          <p:spPr bwMode="auto">
            <a:xfrm flipV="1">
              <a:off x="617539" y="5299074"/>
              <a:ext cx="2701925" cy="2660650"/>
            </a:xfrm>
            <a:custGeom>
              <a:avLst/>
              <a:gdLst>
                <a:gd name="T0" fmla="*/ 720 w 720"/>
                <a:gd name="T1" fmla="*/ 709 h 709"/>
                <a:gd name="T2" fmla="*/ 690 w 720"/>
                <a:gd name="T3" fmla="*/ 709 h 709"/>
                <a:gd name="T4" fmla="*/ 689 w 720"/>
                <a:gd name="T5" fmla="*/ 708 h 709"/>
                <a:gd name="T6" fmla="*/ 648 w 720"/>
                <a:gd name="T7" fmla="*/ 667 h 709"/>
                <a:gd name="T8" fmla="*/ 647 w 720"/>
                <a:gd name="T9" fmla="*/ 665 h 709"/>
                <a:gd name="T10" fmla="*/ 647 w 720"/>
                <a:gd name="T11" fmla="*/ 635 h 709"/>
                <a:gd name="T12" fmla="*/ 648 w 720"/>
                <a:gd name="T13" fmla="*/ 634 h 709"/>
                <a:gd name="T14" fmla="*/ 665 w 720"/>
                <a:gd name="T15" fmla="*/ 617 h 709"/>
                <a:gd name="T16" fmla="*/ 665 w 720"/>
                <a:gd name="T17" fmla="*/ 601 h 709"/>
                <a:gd name="T18" fmla="*/ 619 w 720"/>
                <a:gd name="T19" fmla="*/ 556 h 709"/>
                <a:gd name="T20" fmla="*/ 607 w 720"/>
                <a:gd name="T21" fmla="*/ 556 h 709"/>
                <a:gd name="T22" fmla="*/ 606 w 720"/>
                <a:gd name="T23" fmla="*/ 556 h 709"/>
                <a:gd name="T24" fmla="*/ 567 w 720"/>
                <a:gd name="T25" fmla="*/ 517 h 709"/>
                <a:gd name="T26" fmla="*/ 566 w 720"/>
                <a:gd name="T27" fmla="*/ 515 h 709"/>
                <a:gd name="T28" fmla="*/ 566 w 720"/>
                <a:gd name="T29" fmla="*/ 470 h 709"/>
                <a:gd name="T30" fmla="*/ 494 w 720"/>
                <a:gd name="T31" fmla="*/ 398 h 709"/>
                <a:gd name="T32" fmla="*/ 447 w 720"/>
                <a:gd name="T33" fmla="*/ 398 h 709"/>
                <a:gd name="T34" fmla="*/ 446 w 720"/>
                <a:gd name="T35" fmla="*/ 397 h 709"/>
                <a:gd name="T36" fmla="*/ 355 w 720"/>
                <a:gd name="T37" fmla="*/ 306 h 709"/>
                <a:gd name="T38" fmla="*/ 304 w 720"/>
                <a:gd name="T39" fmla="*/ 306 h 709"/>
                <a:gd name="T40" fmla="*/ 303 w 720"/>
                <a:gd name="T41" fmla="*/ 305 h 709"/>
                <a:gd name="T42" fmla="*/ 0 w 720"/>
                <a:gd name="T43" fmla="*/ 2 h 709"/>
                <a:gd name="T44" fmla="*/ 2 w 720"/>
                <a:gd name="T45" fmla="*/ 0 h 709"/>
                <a:gd name="T46" fmla="*/ 305 w 720"/>
                <a:gd name="T47" fmla="*/ 302 h 709"/>
                <a:gd name="T48" fmla="*/ 355 w 720"/>
                <a:gd name="T49" fmla="*/ 302 h 709"/>
                <a:gd name="T50" fmla="*/ 356 w 720"/>
                <a:gd name="T51" fmla="*/ 303 h 709"/>
                <a:gd name="T52" fmla="*/ 448 w 720"/>
                <a:gd name="T53" fmla="*/ 394 h 709"/>
                <a:gd name="T54" fmla="*/ 495 w 720"/>
                <a:gd name="T55" fmla="*/ 394 h 709"/>
                <a:gd name="T56" fmla="*/ 496 w 720"/>
                <a:gd name="T57" fmla="*/ 395 h 709"/>
                <a:gd name="T58" fmla="*/ 569 w 720"/>
                <a:gd name="T59" fmla="*/ 468 h 709"/>
                <a:gd name="T60" fmla="*/ 570 w 720"/>
                <a:gd name="T61" fmla="*/ 469 h 709"/>
                <a:gd name="T62" fmla="*/ 570 w 720"/>
                <a:gd name="T63" fmla="*/ 515 h 709"/>
                <a:gd name="T64" fmla="*/ 608 w 720"/>
                <a:gd name="T65" fmla="*/ 553 h 709"/>
                <a:gd name="T66" fmla="*/ 620 w 720"/>
                <a:gd name="T67" fmla="*/ 553 h 709"/>
                <a:gd name="T68" fmla="*/ 621 w 720"/>
                <a:gd name="T69" fmla="*/ 553 h 709"/>
                <a:gd name="T70" fmla="*/ 668 w 720"/>
                <a:gd name="T71" fmla="*/ 600 h 709"/>
                <a:gd name="T72" fmla="*/ 668 w 720"/>
                <a:gd name="T73" fmla="*/ 601 h 709"/>
                <a:gd name="T74" fmla="*/ 668 w 720"/>
                <a:gd name="T75" fmla="*/ 617 h 709"/>
                <a:gd name="T76" fmla="*/ 668 w 720"/>
                <a:gd name="T77" fmla="*/ 618 h 709"/>
                <a:gd name="T78" fmla="*/ 650 w 720"/>
                <a:gd name="T79" fmla="*/ 636 h 709"/>
                <a:gd name="T80" fmla="*/ 650 w 720"/>
                <a:gd name="T81" fmla="*/ 665 h 709"/>
                <a:gd name="T82" fmla="*/ 691 w 720"/>
                <a:gd name="T83" fmla="*/ 705 h 709"/>
                <a:gd name="T84" fmla="*/ 720 w 720"/>
                <a:gd name="T85" fmla="*/ 705 h 709"/>
                <a:gd name="T86" fmla="*/ 720 w 720"/>
                <a:gd name="T87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20" h="709">
                  <a:moveTo>
                    <a:pt x="720" y="709"/>
                  </a:moveTo>
                  <a:cubicBezTo>
                    <a:pt x="690" y="709"/>
                    <a:pt x="690" y="709"/>
                    <a:pt x="690" y="709"/>
                  </a:cubicBezTo>
                  <a:cubicBezTo>
                    <a:pt x="690" y="709"/>
                    <a:pt x="690" y="709"/>
                    <a:pt x="689" y="708"/>
                  </a:cubicBezTo>
                  <a:cubicBezTo>
                    <a:pt x="648" y="667"/>
                    <a:pt x="648" y="667"/>
                    <a:pt x="648" y="667"/>
                  </a:cubicBezTo>
                  <a:cubicBezTo>
                    <a:pt x="647" y="666"/>
                    <a:pt x="647" y="666"/>
                    <a:pt x="647" y="665"/>
                  </a:cubicBezTo>
                  <a:cubicBezTo>
                    <a:pt x="647" y="635"/>
                    <a:pt x="647" y="635"/>
                    <a:pt x="647" y="635"/>
                  </a:cubicBezTo>
                  <a:cubicBezTo>
                    <a:pt x="647" y="635"/>
                    <a:pt x="647" y="634"/>
                    <a:pt x="648" y="634"/>
                  </a:cubicBezTo>
                  <a:cubicBezTo>
                    <a:pt x="665" y="617"/>
                    <a:pt x="665" y="617"/>
                    <a:pt x="665" y="617"/>
                  </a:cubicBezTo>
                  <a:cubicBezTo>
                    <a:pt x="665" y="601"/>
                    <a:pt x="665" y="601"/>
                    <a:pt x="665" y="601"/>
                  </a:cubicBezTo>
                  <a:cubicBezTo>
                    <a:pt x="619" y="556"/>
                    <a:pt x="619" y="556"/>
                    <a:pt x="619" y="556"/>
                  </a:cubicBezTo>
                  <a:cubicBezTo>
                    <a:pt x="607" y="556"/>
                    <a:pt x="607" y="556"/>
                    <a:pt x="607" y="556"/>
                  </a:cubicBezTo>
                  <a:cubicBezTo>
                    <a:pt x="607" y="556"/>
                    <a:pt x="606" y="556"/>
                    <a:pt x="606" y="556"/>
                  </a:cubicBezTo>
                  <a:cubicBezTo>
                    <a:pt x="567" y="517"/>
                    <a:pt x="567" y="517"/>
                    <a:pt x="567" y="517"/>
                  </a:cubicBezTo>
                  <a:cubicBezTo>
                    <a:pt x="566" y="516"/>
                    <a:pt x="566" y="516"/>
                    <a:pt x="566" y="515"/>
                  </a:cubicBezTo>
                  <a:cubicBezTo>
                    <a:pt x="566" y="470"/>
                    <a:pt x="566" y="470"/>
                    <a:pt x="566" y="470"/>
                  </a:cubicBezTo>
                  <a:cubicBezTo>
                    <a:pt x="494" y="398"/>
                    <a:pt x="494" y="398"/>
                    <a:pt x="494" y="398"/>
                  </a:cubicBezTo>
                  <a:cubicBezTo>
                    <a:pt x="447" y="398"/>
                    <a:pt x="447" y="398"/>
                    <a:pt x="447" y="398"/>
                  </a:cubicBezTo>
                  <a:cubicBezTo>
                    <a:pt x="447" y="398"/>
                    <a:pt x="446" y="398"/>
                    <a:pt x="446" y="397"/>
                  </a:cubicBezTo>
                  <a:cubicBezTo>
                    <a:pt x="355" y="306"/>
                    <a:pt x="355" y="306"/>
                    <a:pt x="355" y="306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06"/>
                    <a:pt x="303" y="305"/>
                    <a:pt x="303" y="30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55" y="302"/>
                    <a:pt x="355" y="302"/>
                    <a:pt x="355" y="302"/>
                  </a:cubicBezTo>
                  <a:cubicBezTo>
                    <a:pt x="356" y="302"/>
                    <a:pt x="356" y="302"/>
                    <a:pt x="356" y="303"/>
                  </a:cubicBezTo>
                  <a:cubicBezTo>
                    <a:pt x="448" y="394"/>
                    <a:pt x="448" y="394"/>
                    <a:pt x="448" y="394"/>
                  </a:cubicBezTo>
                  <a:cubicBezTo>
                    <a:pt x="495" y="394"/>
                    <a:pt x="495" y="394"/>
                    <a:pt x="495" y="394"/>
                  </a:cubicBezTo>
                  <a:cubicBezTo>
                    <a:pt x="495" y="394"/>
                    <a:pt x="496" y="394"/>
                    <a:pt x="496" y="395"/>
                  </a:cubicBezTo>
                  <a:cubicBezTo>
                    <a:pt x="569" y="468"/>
                    <a:pt x="569" y="468"/>
                    <a:pt x="569" y="468"/>
                  </a:cubicBezTo>
                  <a:cubicBezTo>
                    <a:pt x="569" y="468"/>
                    <a:pt x="570" y="469"/>
                    <a:pt x="570" y="469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608" y="553"/>
                    <a:pt x="608" y="553"/>
                    <a:pt x="608" y="553"/>
                  </a:cubicBezTo>
                  <a:cubicBezTo>
                    <a:pt x="620" y="553"/>
                    <a:pt x="620" y="553"/>
                    <a:pt x="620" y="553"/>
                  </a:cubicBezTo>
                  <a:cubicBezTo>
                    <a:pt x="621" y="553"/>
                    <a:pt x="621" y="553"/>
                    <a:pt x="621" y="553"/>
                  </a:cubicBezTo>
                  <a:cubicBezTo>
                    <a:pt x="668" y="600"/>
                    <a:pt x="668" y="600"/>
                    <a:pt x="668" y="600"/>
                  </a:cubicBezTo>
                  <a:cubicBezTo>
                    <a:pt x="668" y="600"/>
                    <a:pt x="668" y="600"/>
                    <a:pt x="668" y="601"/>
                  </a:cubicBezTo>
                  <a:cubicBezTo>
                    <a:pt x="668" y="617"/>
                    <a:pt x="668" y="617"/>
                    <a:pt x="668" y="617"/>
                  </a:cubicBezTo>
                  <a:cubicBezTo>
                    <a:pt x="668" y="618"/>
                    <a:pt x="668" y="618"/>
                    <a:pt x="668" y="618"/>
                  </a:cubicBezTo>
                  <a:cubicBezTo>
                    <a:pt x="650" y="636"/>
                    <a:pt x="650" y="636"/>
                    <a:pt x="650" y="636"/>
                  </a:cubicBezTo>
                  <a:cubicBezTo>
                    <a:pt x="650" y="665"/>
                    <a:pt x="650" y="665"/>
                    <a:pt x="650" y="665"/>
                  </a:cubicBezTo>
                  <a:cubicBezTo>
                    <a:pt x="691" y="705"/>
                    <a:pt x="691" y="705"/>
                    <a:pt x="691" y="705"/>
                  </a:cubicBezTo>
                  <a:cubicBezTo>
                    <a:pt x="720" y="705"/>
                    <a:pt x="720" y="705"/>
                    <a:pt x="720" y="705"/>
                  </a:cubicBezTo>
                  <a:lnTo>
                    <a:pt x="720" y="7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0" name="Freeform 536"/>
            <p:cNvSpPr>
              <a:spLocks/>
            </p:cNvSpPr>
            <p:nvPr/>
          </p:nvSpPr>
          <p:spPr bwMode="auto">
            <a:xfrm flipV="1">
              <a:off x="819152" y="5851524"/>
              <a:ext cx="2293937" cy="2311400"/>
            </a:xfrm>
            <a:custGeom>
              <a:avLst/>
              <a:gdLst>
                <a:gd name="T0" fmla="*/ 609 w 611"/>
                <a:gd name="T1" fmla="*/ 616 h 616"/>
                <a:gd name="T2" fmla="*/ 585 w 611"/>
                <a:gd name="T3" fmla="*/ 592 h 616"/>
                <a:gd name="T4" fmla="*/ 561 w 611"/>
                <a:gd name="T5" fmla="*/ 592 h 616"/>
                <a:gd name="T6" fmla="*/ 560 w 611"/>
                <a:gd name="T7" fmla="*/ 591 h 616"/>
                <a:gd name="T8" fmla="*/ 538 w 611"/>
                <a:gd name="T9" fmla="*/ 570 h 616"/>
                <a:gd name="T10" fmla="*/ 538 w 611"/>
                <a:gd name="T11" fmla="*/ 569 h 616"/>
                <a:gd name="T12" fmla="*/ 538 w 611"/>
                <a:gd name="T13" fmla="*/ 513 h 616"/>
                <a:gd name="T14" fmla="*/ 439 w 611"/>
                <a:gd name="T15" fmla="*/ 413 h 616"/>
                <a:gd name="T16" fmla="*/ 396 w 611"/>
                <a:gd name="T17" fmla="*/ 413 h 616"/>
                <a:gd name="T18" fmla="*/ 395 w 611"/>
                <a:gd name="T19" fmla="*/ 413 h 616"/>
                <a:gd name="T20" fmla="*/ 322 w 611"/>
                <a:gd name="T21" fmla="*/ 339 h 616"/>
                <a:gd name="T22" fmla="*/ 321 w 611"/>
                <a:gd name="T23" fmla="*/ 338 h 616"/>
                <a:gd name="T24" fmla="*/ 321 w 611"/>
                <a:gd name="T25" fmla="*/ 281 h 616"/>
                <a:gd name="T26" fmla="*/ 254 w 611"/>
                <a:gd name="T27" fmla="*/ 214 h 616"/>
                <a:gd name="T28" fmla="*/ 212 w 611"/>
                <a:gd name="T29" fmla="*/ 214 h 616"/>
                <a:gd name="T30" fmla="*/ 211 w 611"/>
                <a:gd name="T31" fmla="*/ 214 h 616"/>
                <a:gd name="T32" fmla="*/ 0 w 611"/>
                <a:gd name="T33" fmla="*/ 2 h 616"/>
                <a:gd name="T34" fmla="*/ 2 w 611"/>
                <a:gd name="T35" fmla="*/ 0 h 616"/>
                <a:gd name="T36" fmla="*/ 213 w 611"/>
                <a:gd name="T37" fmla="*/ 211 h 616"/>
                <a:gd name="T38" fmla="*/ 255 w 611"/>
                <a:gd name="T39" fmla="*/ 211 h 616"/>
                <a:gd name="T40" fmla="*/ 256 w 611"/>
                <a:gd name="T41" fmla="*/ 211 h 616"/>
                <a:gd name="T42" fmla="*/ 324 w 611"/>
                <a:gd name="T43" fmla="*/ 279 h 616"/>
                <a:gd name="T44" fmla="*/ 325 w 611"/>
                <a:gd name="T45" fmla="*/ 280 h 616"/>
                <a:gd name="T46" fmla="*/ 325 w 611"/>
                <a:gd name="T47" fmla="*/ 337 h 616"/>
                <a:gd name="T48" fmla="*/ 397 w 611"/>
                <a:gd name="T49" fmla="*/ 410 h 616"/>
                <a:gd name="T50" fmla="*/ 439 w 611"/>
                <a:gd name="T51" fmla="*/ 410 h 616"/>
                <a:gd name="T52" fmla="*/ 441 w 611"/>
                <a:gd name="T53" fmla="*/ 410 h 616"/>
                <a:gd name="T54" fmla="*/ 541 w 611"/>
                <a:gd name="T55" fmla="*/ 511 h 616"/>
                <a:gd name="T56" fmla="*/ 541 w 611"/>
                <a:gd name="T57" fmla="*/ 512 h 616"/>
                <a:gd name="T58" fmla="*/ 541 w 611"/>
                <a:gd name="T59" fmla="*/ 568 h 616"/>
                <a:gd name="T60" fmla="*/ 562 w 611"/>
                <a:gd name="T61" fmla="*/ 588 h 616"/>
                <a:gd name="T62" fmla="*/ 586 w 611"/>
                <a:gd name="T63" fmla="*/ 588 h 616"/>
                <a:gd name="T64" fmla="*/ 587 w 611"/>
                <a:gd name="T65" fmla="*/ 589 h 616"/>
                <a:gd name="T66" fmla="*/ 611 w 611"/>
                <a:gd name="T67" fmla="*/ 613 h 616"/>
                <a:gd name="T68" fmla="*/ 609 w 611"/>
                <a:gd name="T69" fmla="*/ 61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1" h="616">
                  <a:moveTo>
                    <a:pt x="609" y="616"/>
                  </a:moveTo>
                  <a:cubicBezTo>
                    <a:pt x="585" y="592"/>
                    <a:pt x="585" y="592"/>
                    <a:pt x="585" y="592"/>
                  </a:cubicBezTo>
                  <a:cubicBezTo>
                    <a:pt x="561" y="592"/>
                    <a:pt x="561" y="592"/>
                    <a:pt x="561" y="592"/>
                  </a:cubicBezTo>
                  <a:cubicBezTo>
                    <a:pt x="561" y="592"/>
                    <a:pt x="560" y="592"/>
                    <a:pt x="560" y="591"/>
                  </a:cubicBezTo>
                  <a:cubicBezTo>
                    <a:pt x="538" y="570"/>
                    <a:pt x="538" y="570"/>
                    <a:pt x="538" y="570"/>
                  </a:cubicBezTo>
                  <a:cubicBezTo>
                    <a:pt x="538" y="570"/>
                    <a:pt x="538" y="569"/>
                    <a:pt x="538" y="569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39" y="413"/>
                    <a:pt x="439" y="413"/>
                    <a:pt x="439" y="413"/>
                  </a:cubicBezTo>
                  <a:cubicBezTo>
                    <a:pt x="396" y="413"/>
                    <a:pt x="396" y="413"/>
                    <a:pt x="396" y="413"/>
                  </a:cubicBezTo>
                  <a:cubicBezTo>
                    <a:pt x="396" y="413"/>
                    <a:pt x="395" y="413"/>
                    <a:pt x="395" y="413"/>
                  </a:cubicBezTo>
                  <a:cubicBezTo>
                    <a:pt x="322" y="339"/>
                    <a:pt x="322" y="339"/>
                    <a:pt x="322" y="339"/>
                  </a:cubicBezTo>
                  <a:cubicBezTo>
                    <a:pt x="321" y="339"/>
                    <a:pt x="321" y="338"/>
                    <a:pt x="321" y="338"/>
                  </a:cubicBezTo>
                  <a:cubicBezTo>
                    <a:pt x="321" y="281"/>
                    <a:pt x="321" y="281"/>
                    <a:pt x="321" y="281"/>
                  </a:cubicBezTo>
                  <a:cubicBezTo>
                    <a:pt x="254" y="214"/>
                    <a:pt x="254" y="214"/>
                    <a:pt x="254" y="214"/>
                  </a:cubicBezTo>
                  <a:cubicBezTo>
                    <a:pt x="212" y="214"/>
                    <a:pt x="212" y="214"/>
                    <a:pt x="212" y="214"/>
                  </a:cubicBezTo>
                  <a:cubicBezTo>
                    <a:pt x="212" y="214"/>
                    <a:pt x="211" y="214"/>
                    <a:pt x="211" y="2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55" y="211"/>
                    <a:pt x="255" y="211"/>
                    <a:pt x="255" y="211"/>
                  </a:cubicBezTo>
                  <a:cubicBezTo>
                    <a:pt x="256" y="211"/>
                    <a:pt x="256" y="211"/>
                    <a:pt x="256" y="211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79"/>
                    <a:pt x="325" y="280"/>
                    <a:pt x="325" y="280"/>
                  </a:cubicBezTo>
                  <a:cubicBezTo>
                    <a:pt x="325" y="337"/>
                    <a:pt x="325" y="337"/>
                    <a:pt x="325" y="337"/>
                  </a:cubicBezTo>
                  <a:cubicBezTo>
                    <a:pt x="397" y="410"/>
                    <a:pt x="397" y="410"/>
                    <a:pt x="397" y="410"/>
                  </a:cubicBezTo>
                  <a:cubicBezTo>
                    <a:pt x="439" y="410"/>
                    <a:pt x="439" y="410"/>
                    <a:pt x="439" y="410"/>
                  </a:cubicBezTo>
                  <a:cubicBezTo>
                    <a:pt x="440" y="410"/>
                    <a:pt x="440" y="410"/>
                    <a:pt x="441" y="410"/>
                  </a:cubicBezTo>
                  <a:cubicBezTo>
                    <a:pt x="541" y="511"/>
                    <a:pt x="541" y="511"/>
                    <a:pt x="541" y="511"/>
                  </a:cubicBezTo>
                  <a:cubicBezTo>
                    <a:pt x="541" y="511"/>
                    <a:pt x="541" y="511"/>
                    <a:pt x="541" y="512"/>
                  </a:cubicBezTo>
                  <a:cubicBezTo>
                    <a:pt x="541" y="568"/>
                    <a:pt x="541" y="568"/>
                    <a:pt x="541" y="568"/>
                  </a:cubicBezTo>
                  <a:cubicBezTo>
                    <a:pt x="562" y="588"/>
                    <a:pt x="562" y="588"/>
                    <a:pt x="562" y="588"/>
                  </a:cubicBezTo>
                  <a:cubicBezTo>
                    <a:pt x="586" y="588"/>
                    <a:pt x="586" y="588"/>
                    <a:pt x="586" y="588"/>
                  </a:cubicBezTo>
                  <a:cubicBezTo>
                    <a:pt x="586" y="588"/>
                    <a:pt x="587" y="589"/>
                    <a:pt x="587" y="589"/>
                  </a:cubicBezTo>
                  <a:cubicBezTo>
                    <a:pt x="611" y="613"/>
                    <a:pt x="611" y="613"/>
                    <a:pt x="611" y="613"/>
                  </a:cubicBezTo>
                  <a:lnTo>
                    <a:pt x="609" y="61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1" name="Freeform 537"/>
            <p:cNvSpPr>
              <a:spLocks/>
            </p:cNvSpPr>
            <p:nvPr/>
          </p:nvSpPr>
          <p:spPr bwMode="auto">
            <a:xfrm flipV="1">
              <a:off x="895352" y="5483223"/>
              <a:ext cx="2573337" cy="2754313"/>
            </a:xfrm>
            <a:custGeom>
              <a:avLst/>
              <a:gdLst>
                <a:gd name="T0" fmla="*/ 621 w 686"/>
                <a:gd name="T1" fmla="*/ 734 h 734"/>
                <a:gd name="T2" fmla="*/ 621 w 686"/>
                <a:gd name="T3" fmla="*/ 731 h 734"/>
                <a:gd name="T4" fmla="*/ 663 w 686"/>
                <a:gd name="T5" fmla="*/ 731 h 734"/>
                <a:gd name="T6" fmla="*/ 682 w 686"/>
                <a:gd name="T7" fmla="*/ 712 h 734"/>
                <a:gd name="T8" fmla="*/ 682 w 686"/>
                <a:gd name="T9" fmla="*/ 685 h 734"/>
                <a:gd name="T10" fmla="*/ 593 w 686"/>
                <a:gd name="T11" fmla="*/ 596 h 734"/>
                <a:gd name="T12" fmla="*/ 592 w 686"/>
                <a:gd name="T13" fmla="*/ 595 h 734"/>
                <a:gd name="T14" fmla="*/ 592 w 686"/>
                <a:gd name="T15" fmla="*/ 567 h 734"/>
                <a:gd name="T16" fmla="*/ 430 w 686"/>
                <a:gd name="T17" fmla="*/ 404 h 734"/>
                <a:gd name="T18" fmla="*/ 375 w 686"/>
                <a:gd name="T19" fmla="*/ 404 h 734"/>
                <a:gd name="T20" fmla="*/ 374 w 686"/>
                <a:gd name="T21" fmla="*/ 404 h 734"/>
                <a:gd name="T22" fmla="*/ 334 w 686"/>
                <a:gd name="T23" fmla="*/ 364 h 734"/>
                <a:gd name="T24" fmla="*/ 334 w 686"/>
                <a:gd name="T25" fmla="*/ 363 h 734"/>
                <a:gd name="T26" fmla="*/ 334 w 686"/>
                <a:gd name="T27" fmla="*/ 308 h 734"/>
                <a:gd name="T28" fmla="*/ 219 w 686"/>
                <a:gd name="T29" fmla="*/ 194 h 734"/>
                <a:gd name="T30" fmla="*/ 193 w 686"/>
                <a:gd name="T31" fmla="*/ 194 h 734"/>
                <a:gd name="T32" fmla="*/ 191 w 686"/>
                <a:gd name="T33" fmla="*/ 193 h 734"/>
                <a:gd name="T34" fmla="*/ 0 w 686"/>
                <a:gd name="T35" fmla="*/ 2 h 734"/>
                <a:gd name="T36" fmla="*/ 2 w 686"/>
                <a:gd name="T37" fmla="*/ 0 h 734"/>
                <a:gd name="T38" fmla="*/ 193 w 686"/>
                <a:gd name="T39" fmla="*/ 190 h 734"/>
                <a:gd name="T40" fmla="*/ 220 w 686"/>
                <a:gd name="T41" fmla="*/ 190 h 734"/>
                <a:gd name="T42" fmla="*/ 221 w 686"/>
                <a:gd name="T43" fmla="*/ 191 h 734"/>
                <a:gd name="T44" fmla="*/ 337 w 686"/>
                <a:gd name="T45" fmla="*/ 306 h 734"/>
                <a:gd name="T46" fmla="*/ 337 w 686"/>
                <a:gd name="T47" fmla="*/ 307 h 734"/>
                <a:gd name="T48" fmla="*/ 337 w 686"/>
                <a:gd name="T49" fmla="*/ 362 h 734"/>
                <a:gd name="T50" fmla="*/ 376 w 686"/>
                <a:gd name="T51" fmla="*/ 401 h 734"/>
                <a:gd name="T52" fmla="*/ 430 w 686"/>
                <a:gd name="T53" fmla="*/ 401 h 734"/>
                <a:gd name="T54" fmla="*/ 432 w 686"/>
                <a:gd name="T55" fmla="*/ 401 h 734"/>
                <a:gd name="T56" fmla="*/ 595 w 686"/>
                <a:gd name="T57" fmla="*/ 565 h 734"/>
                <a:gd name="T58" fmla="*/ 596 w 686"/>
                <a:gd name="T59" fmla="*/ 566 h 734"/>
                <a:gd name="T60" fmla="*/ 596 w 686"/>
                <a:gd name="T61" fmla="*/ 594 h 734"/>
                <a:gd name="T62" fmla="*/ 685 w 686"/>
                <a:gd name="T63" fmla="*/ 684 h 734"/>
                <a:gd name="T64" fmla="*/ 686 w 686"/>
                <a:gd name="T65" fmla="*/ 685 h 734"/>
                <a:gd name="T66" fmla="*/ 686 w 686"/>
                <a:gd name="T67" fmla="*/ 712 h 734"/>
                <a:gd name="T68" fmla="*/ 685 w 686"/>
                <a:gd name="T69" fmla="*/ 714 h 734"/>
                <a:gd name="T70" fmla="*/ 665 w 686"/>
                <a:gd name="T71" fmla="*/ 734 h 734"/>
                <a:gd name="T72" fmla="*/ 664 w 686"/>
                <a:gd name="T73" fmla="*/ 734 h 734"/>
                <a:gd name="T74" fmla="*/ 621 w 686"/>
                <a:gd name="T75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6" h="734">
                  <a:moveTo>
                    <a:pt x="621" y="734"/>
                  </a:moveTo>
                  <a:cubicBezTo>
                    <a:pt x="621" y="731"/>
                    <a:pt x="621" y="731"/>
                    <a:pt x="621" y="731"/>
                  </a:cubicBezTo>
                  <a:cubicBezTo>
                    <a:pt x="663" y="731"/>
                    <a:pt x="663" y="731"/>
                    <a:pt x="663" y="731"/>
                  </a:cubicBezTo>
                  <a:cubicBezTo>
                    <a:pt x="682" y="712"/>
                    <a:pt x="682" y="712"/>
                    <a:pt x="682" y="712"/>
                  </a:cubicBezTo>
                  <a:cubicBezTo>
                    <a:pt x="682" y="685"/>
                    <a:pt x="682" y="685"/>
                    <a:pt x="682" y="685"/>
                  </a:cubicBezTo>
                  <a:cubicBezTo>
                    <a:pt x="593" y="596"/>
                    <a:pt x="593" y="596"/>
                    <a:pt x="593" y="596"/>
                  </a:cubicBezTo>
                  <a:cubicBezTo>
                    <a:pt x="592" y="596"/>
                    <a:pt x="592" y="595"/>
                    <a:pt x="592" y="595"/>
                  </a:cubicBezTo>
                  <a:cubicBezTo>
                    <a:pt x="592" y="567"/>
                    <a:pt x="592" y="567"/>
                    <a:pt x="592" y="567"/>
                  </a:cubicBezTo>
                  <a:cubicBezTo>
                    <a:pt x="430" y="404"/>
                    <a:pt x="430" y="404"/>
                    <a:pt x="430" y="404"/>
                  </a:cubicBezTo>
                  <a:cubicBezTo>
                    <a:pt x="375" y="404"/>
                    <a:pt x="375" y="404"/>
                    <a:pt x="375" y="404"/>
                  </a:cubicBezTo>
                  <a:cubicBezTo>
                    <a:pt x="374" y="404"/>
                    <a:pt x="374" y="404"/>
                    <a:pt x="374" y="404"/>
                  </a:cubicBezTo>
                  <a:cubicBezTo>
                    <a:pt x="334" y="364"/>
                    <a:pt x="334" y="364"/>
                    <a:pt x="334" y="364"/>
                  </a:cubicBezTo>
                  <a:cubicBezTo>
                    <a:pt x="334" y="364"/>
                    <a:pt x="334" y="363"/>
                    <a:pt x="334" y="363"/>
                  </a:cubicBezTo>
                  <a:cubicBezTo>
                    <a:pt x="334" y="308"/>
                    <a:pt x="334" y="308"/>
                    <a:pt x="334" y="308"/>
                  </a:cubicBezTo>
                  <a:cubicBezTo>
                    <a:pt x="219" y="194"/>
                    <a:pt x="219" y="194"/>
                    <a:pt x="219" y="194"/>
                  </a:cubicBezTo>
                  <a:cubicBezTo>
                    <a:pt x="193" y="194"/>
                    <a:pt x="193" y="194"/>
                    <a:pt x="193" y="194"/>
                  </a:cubicBezTo>
                  <a:cubicBezTo>
                    <a:pt x="192" y="194"/>
                    <a:pt x="192" y="194"/>
                    <a:pt x="191" y="19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3" y="190"/>
                    <a:pt x="193" y="190"/>
                    <a:pt x="193" y="190"/>
                  </a:cubicBezTo>
                  <a:cubicBezTo>
                    <a:pt x="220" y="190"/>
                    <a:pt x="220" y="190"/>
                    <a:pt x="220" y="190"/>
                  </a:cubicBezTo>
                  <a:cubicBezTo>
                    <a:pt x="221" y="190"/>
                    <a:pt x="221" y="191"/>
                    <a:pt x="221" y="191"/>
                  </a:cubicBezTo>
                  <a:cubicBezTo>
                    <a:pt x="337" y="306"/>
                    <a:pt x="337" y="306"/>
                    <a:pt x="337" y="306"/>
                  </a:cubicBezTo>
                  <a:cubicBezTo>
                    <a:pt x="337" y="306"/>
                    <a:pt x="337" y="307"/>
                    <a:pt x="337" y="307"/>
                  </a:cubicBezTo>
                  <a:cubicBezTo>
                    <a:pt x="337" y="362"/>
                    <a:pt x="337" y="362"/>
                    <a:pt x="337" y="362"/>
                  </a:cubicBezTo>
                  <a:cubicBezTo>
                    <a:pt x="376" y="401"/>
                    <a:pt x="376" y="401"/>
                    <a:pt x="376" y="401"/>
                  </a:cubicBezTo>
                  <a:cubicBezTo>
                    <a:pt x="430" y="401"/>
                    <a:pt x="430" y="401"/>
                    <a:pt x="430" y="401"/>
                  </a:cubicBezTo>
                  <a:cubicBezTo>
                    <a:pt x="431" y="401"/>
                    <a:pt x="431" y="401"/>
                    <a:pt x="432" y="401"/>
                  </a:cubicBezTo>
                  <a:cubicBezTo>
                    <a:pt x="595" y="565"/>
                    <a:pt x="595" y="565"/>
                    <a:pt x="595" y="565"/>
                  </a:cubicBezTo>
                  <a:cubicBezTo>
                    <a:pt x="595" y="565"/>
                    <a:pt x="596" y="566"/>
                    <a:pt x="596" y="566"/>
                  </a:cubicBezTo>
                  <a:cubicBezTo>
                    <a:pt x="596" y="594"/>
                    <a:pt x="596" y="594"/>
                    <a:pt x="596" y="594"/>
                  </a:cubicBezTo>
                  <a:cubicBezTo>
                    <a:pt x="685" y="684"/>
                    <a:pt x="685" y="684"/>
                    <a:pt x="685" y="684"/>
                  </a:cubicBezTo>
                  <a:cubicBezTo>
                    <a:pt x="685" y="684"/>
                    <a:pt x="686" y="684"/>
                    <a:pt x="686" y="685"/>
                  </a:cubicBezTo>
                  <a:cubicBezTo>
                    <a:pt x="686" y="712"/>
                    <a:pt x="686" y="712"/>
                    <a:pt x="686" y="712"/>
                  </a:cubicBezTo>
                  <a:cubicBezTo>
                    <a:pt x="686" y="713"/>
                    <a:pt x="685" y="713"/>
                    <a:pt x="685" y="714"/>
                  </a:cubicBezTo>
                  <a:cubicBezTo>
                    <a:pt x="665" y="734"/>
                    <a:pt x="665" y="734"/>
                    <a:pt x="665" y="734"/>
                  </a:cubicBezTo>
                  <a:cubicBezTo>
                    <a:pt x="664" y="734"/>
                    <a:pt x="664" y="734"/>
                    <a:pt x="664" y="734"/>
                  </a:cubicBezTo>
                  <a:lnTo>
                    <a:pt x="621" y="73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2" name="Freeform 538"/>
            <p:cNvSpPr>
              <a:spLocks/>
            </p:cNvSpPr>
            <p:nvPr/>
          </p:nvSpPr>
          <p:spPr bwMode="auto">
            <a:xfrm flipV="1">
              <a:off x="996952" y="6038848"/>
              <a:ext cx="2303462" cy="2303463"/>
            </a:xfrm>
            <a:custGeom>
              <a:avLst/>
              <a:gdLst>
                <a:gd name="T0" fmla="*/ 1446 w 1451"/>
                <a:gd name="T1" fmla="*/ 1451 h 1451"/>
                <a:gd name="T2" fmla="*/ 0 w 1451"/>
                <a:gd name="T3" fmla="*/ 7 h 1451"/>
                <a:gd name="T4" fmla="*/ 7 w 1451"/>
                <a:gd name="T5" fmla="*/ 0 h 1451"/>
                <a:gd name="T6" fmla="*/ 1451 w 1451"/>
                <a:gd name="T7" fmla="*/ 1446 h 1451"/>
                <a:gd name="T8" fmla="*/ 1446 w 1451"/>
                <a:gd name="T9" fmla="*/ 1451 h 1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1" h="1451">
                  <a:moveTo>
                    <a:pt x="1446" y="1451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451" y="1446"/>
                  </a:lnTo>
                  <a:lnTo>
                    <a:pt x="1446" y="14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3" name="Freeform 539"/>
            <p:cNvSpPr>
              <a:spLocks/>
            </p:cNvSpPr>
            <p:nvPr/>
          </p:nvSpPr>
          <p:spPr bwMode="auto">
            <a:xfrm flipV="1">
              <a:off x="1096964" y="5513386"/>
              <a:ext cx="2544762" cy="2927350"/>
            </a:xfrm>
            <a:custGeom>
              <a:avLst/>
              <a:gdLst>
                <a:gd name="T0" fmla="*/ 659 w 678"/>
                <a:gd name="T1" fmla="*/ 780 h 780"/>
                <a:gd name="T2" fmla="*/ 656 w 678"/>
                <a:gd name="T3" fmla="*/ 777 h 780"/>
                <a:gd name="T4" fmla="*/ 664 w 678"/>
                <a:gd name="T5" fmla="*/ 770 h 780"/>
                <a:gd name="T6" fmla="*/ 664 w 678"/>
                <a:gd name="T7" fmla="*/ 716 h 780"/>
                <a:gd name="T8" fmla="*/ 664 w 678"/>
                <a:gd name="T9" fmla="*/ 714 h 780"/>
                <a:gd name="T10" fmla="*/ 674 w 678"/>
                <a:gd name="T11" fmla="*/ 704 h 780"/>
                <a:gd name="T12" fmla="*/ 674 w 678"/>
                <a:gd name="T13" fmla="*/ 687 h 780"/>
                <a:gd name="T14" fmla="*/ 265 w 678"/>
                <a:gd name="T15" fmla="*/ 277 h 780"/>
                <a:gd name="T16" fmla="*/ 264 w 678"/>
                <a:gd name="T17" fmla="*/ 276 h 780"/>
                <a:gd name="T18" fmla="*/ 264 w 678"/>
                <a:gd name="T19" fmla="*/ 267 h 780"/>
                <a:gd name="T20" fmla="*/ 0 w 678"/>
                <a:gd name="T21" fmla="*/ 2 h 780"/>
                <a:gd name="T22" fmla="*/ 2 w 678"/>
                <a:gd name="T23" fmla="*/ 0 h 780"/>
                <a:gd name="T24" fmla="*/ 267 w 678"/>
                <a:gd name="T25" fmla="*/ 265 h 780"/>
                <a:gd name="T26" fmla="*/ 268 w 678"/>
                <a:gd name="T27" fmla="*/ 266 h 780"/>
                <a:gd name="T28" fmla="*/ 268 w 678"/>
                <a:gd name="T29" fmla="*/ 275 h 780"/>
                <a:gd name="T30" fmla="*/ 677 w 678"/>
                <a:gd name="T31" fmla="*/ 685 h 780"/>
                <a:gd name="T32" fmla="*/ 678 w 678"/>
                <a:gd name="T33" fmla="*/ 686 h 780"/>
                <a:gd name="T34" fmla="*/ 678 w 678"/>
                <a:gd name="T35" fmla="*/ 705 h 780"/>
                <a:gd name="T36" fmla="*/ 677 w 678"/>
                <a:gd name="T37" fmla="*/ 706 h 780"/>
                <a:gd name="T38" fmla="*/ 667 w 678"/>
                <a:gd name="T39" fmla="*/ 716 h 780"/>
                <a:gd name="T40" fmla="*/ 667 w 678"/>
                <a:gd name="T41" fmla="*/ 771 h 780"/>
                <a:gd name="T42" fmla="*/ 667 w 678"/>
                <a:gd name="T43" fmla="*/ 772 h 780"/>
                <a:gd name="T44" fmla="*/ 659 w 678"/>
                <a:gd name="T45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8" h="780">
                  <a:moveTo>
                    <a:pt x="659" y="780"/>
                  </a:moveTo>
                  <a:cubicBezTo>
                    <a:pt x="656" y="777"/>
                    <a:pt x="656" y="777"/>
                    <a:pt x="656" y="777"/>
                  </a:cubicBezTo>
                  <a:cubicBezTo>
                    <a:pt x="664" y="770"/>
                    <a:pt x="664" y="770"/>
                    <a:pt x="664" y="770"/>
                  </a:cubicBezTo>
                  <a:cubicBezTo>
                    <a:pt x="664" y="716"/>
                    <a:pt x="664" y="716"/>
                    <a:pt x="664" y="716"/>
                  </a:cubicBezTo>
                  <a:cubicBezTo>
                    <a:pt x="664" y="715"/>
                    <a:pt x="664" y="715"/>
                    <a:pt x="664" y="714"/>
                  </a:cubicBezTo>
                  <a:cubicBezTo>
                    <a:pt x="674" y="704"/>
                    <a:pt x="674" y="704"/>
                    <a:pt x="674" y="704"/>
                  </a:cubicBezTo>
                  <a:cubicBezTo>
                    <a:pt x="674" y="687"/>
                    <a:pt x="674" y="687"/>
                    <a:pt x="674" y="687"/>
                  </a:cubicBezTo>
                  <a:cubicBezTo>
                    <a:pt x="265" y="277"/>
                    <a:pt x="265" y="277"/>
                    <a:pt x="265" y="277"/>
                  </a:cubicBezTo>
                  <a:cubicBezTo>
                    <a:pt x="264" y="277"/>
                    <a:pt x="264" y="276"/>
                    <a:pt x="264" y="276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67" y="265"/>
                    <a:pt x="267" y="265"/>
                    <a:pt x="267" y="265"/>
                  </a:cubicBezTo>
                  <a:cubicBezTo>
                    <a:pt x="267" y="265"/>
                    <a:pt x="268" y="266"/>
                    <a:pt x="268" y="266"/>
                  </a:cubicBezTo>
                  <a:cubicBezTo>
                    <a:pt x="268" y="275"/>
                    <a:pt x="268" y="275"/>
                    <a:pt x="268" y="275"/>
                  </a:cubicBezTo>
                  <a:cubicBezTo>
                    <a:pt x="677" y="685"/>
                    <a:pt x="677" y="685"/>
                    <a:pt x="677" y="685"/>
                  </a:cubicBezTo>
                  <a:cubicBezTo>
                    <a:pt x="678" y="685"/>
                    <a:pt x="678" y="686"/>
                    <a:pt x="678" y="686"/>
                  </a:cubicBezTo>
                  <a:cubicBezTo>
                    <a:pt x="678" y="705"/>
                    <a:pt x="678" y="705"/>
                    <a:pt x="678" y="705"/>
                  </a:cubicBezTo>
                  <a:cubicBezTo>
                    <a:pt x="678" y="705"/>
                    <a:pt x="678" y="706"/>
                    <a:pt x="677" y="706"/>
                  </a:cubicBezTo>
                  <a:cubicBezTo>
                    <a:pt x="667" y="716"/>
                    <a:pt x="667" y="716"/>
                    <a:pt x="667" y="716"/>
                  </a:cubicBezTo>
                  <a:cubicBezTo>
                    <a:pt x="667" y="771"/>
                    <a:pt x="667" y="771"/>
                    <a:pt x="667" y="771"/>
                  </a:cubicBezTo>
                  <a:cubicBezTo>
                    <a:pt x="667" y="771"/>
                    <a:pt x="667" y="771"/>
                    <a:pt x="667" y="772"/>
                  </a:cubicBezTo>
                  <a:lnTo>
                    <a:pt x="659" y="78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4" name="Freeform 540"/>
            <p:cNvSpPr>
              <a:spLocks/>
            </p:cNvSpPr>
            <p:nvPr/>
          </p:nvSpPr>
          <p:spPr bwMode="auto">
            <a:xfrm flipV="1">
              <a:off x="1173164" y="5711824"/>
              <a:ext cx="2551112" cy="2803525"/>
            </a:xfrm>
            <a:custGeom>
              <a:avLst/>
              <a:gdLst>
                <a:gd name="T0" fmla="*/ 680 w 680"/>
                <a:gd name="T1" fmla="*/ 747 h 747"/>
                <a:gd name="T2" fmla="*/ 676 w 680"/>
                <a:gd name="T3" fmla="*/ 747 h 747"/>
                <a:gd name="T4" fmla="*/ 676 w 680"/>
                <a:gd name="T5" fmla="*/ 705 h 747"/>
                <a:gd name="T6" fmla="*/ 275 w 680"/>
                <a:gd name="T7" fmla="*/ 304 h 747"/>
                <a:gd name="T8" fmla="*/ 275 w 680"/>
                <a:gd name="T9" fmla="*/ 303 h 747"/>
                <a:gd name="T10" fmla="*/ 275 w 680"/>
                <a:gd name="T11" fmla="*/ 277 h 747"/>
                <a:gd name="T12" fmla="*/ 0 w 680"/>
                <a:gd name="T13" fmla="*/ 2 h 747"/>
                <a:gd name="T14" fmla="*/ 2 w 680"/>
                <a:gd name="T15" fmla="*/ 0 h 747"/>
                <a:gd name="T16" fmla="*/ 278 w 680"/>
                <a:gd name="T17" fmla="*/ 275 h 747"/>
                <a:gd name="T18" fmla="*/ 278 w 680"/>
                <a:gd name="T19" fmla="*/ 276 h 747"/>
                <a:gd name="T20" fmla="*/ 278 w 680"/>
                <a:gd name="T21" fmla="*/ 302 h 747"/>
                <a:gd name="T22" fmla="*/ 679 w 680"/>
                <a:gd name="T23" fmla="*/ 703 h 747"/>
                <a:gd name="T24" fmla="*/ 680 w 680"/>
                <a:gd name="T25" fmla="*/ 704 h 747"/>
                <a:gd name="T26" fmla="*/ 680 w 680"/>
                <a:gd name="T27" fmla="*/ 74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0" h="747">
                  <a:moveTo>
                    <a:pt x="680" y="747"/>
                  </a:moveTo>
                  <a:cubicBezTo>
                    <a:pt x="676" y="747"/>
                    <a:pt x="676" y="747"/>
                    <a:pt x="676" y="747"/>
                  </a:cubicBezTo>
                  <a:cubicBezTo>
                    <a:pt x="676" y="705"/>
                    <a:pt x="676" y="705"/>
                    <a:pt x="676" y="705"/>
                  </a:cubicBezTo>
                  <a:cubicBezTo>
                    <a:pt x="275" y="304"/>
                    <a:pt x="275" y="304"/>
                    <a:pt x="275" y="304"/>
                  </a:cubicBezTo>
                  <a:cubicBezTo>
                    <a:pt x="275" y="304"/>
                    <a:pt x="275" y="303"/>
                    <a:pt x="275" y="303"/>
                  </a:cubicBezTo>
                  <a:cubicBezTo>
                    <a:pt x="275" y="277"/>
                    <a:pt x="275" y="277"/>
                    <a:pt x="275" y="27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78" y="275"/>
                    <a:pt x="278" y="275"/>
                    <a:pt x="278" y="275"/>
                  </a:cubicBezTo>
                  <a:cubicBezTo>
                    <a:pt x="278" y="275"/>
                    <a:pt x="278" y="276"/>
                    <a:pt x="278" y="276"/>
                  </a:cubicBezTo>
                  <a:cubicBezTo>
                    <a:pt x="278" y="302"/>
                    <a:pt x="278" y="302"/>
                    <a:pt x="278" y="302"/>
                  </a:cubicBezTo>
                  <a:cubicBezTo>
                    <a:pt x="679" y="703"/>
                    <a:pt x="679" y="703"/>
                    <a:pt x="679" y="703"/>
                  </a:cubicBezTo>
                  <a:cubicBezTo>
                    <a:pt x="680" y="703"/>
                    <a:pt x="680" y="704"/>
                    <a:pt x="680" y="704"/>
                  </a:cubicBezTo>
                  <a:lnTo>
                    <a:pt x="680" y="7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5" name="Freeform 541"/>
            <p:cNvSpPr>
              <a:spLocks/>
            </p:cNvSpPr>
            <p:nvPr/>
          </p:nvSpPr>
          <p:spPr bwMode="auto">
            <a:xfrm flipV="1">
              <a:off x="1250952" y="5876923"/>
              <a:ext cx="2616200" cy="2728913"/>
            </a:xfrm>
            <a:custGeom>
              <a:avLst/>
              <a:gdLst>
                <a:gd name="T0" fmla="*/ 693 w 697"/>
                <a:gd name="T1" fmla="*/ 727 h 727"/>
                <a:gd name="T2" fmla="*/ 675 w 697"/>
                <a:gd name="T3" fmla="*/ 710 h 727"/>
                <a:gd name="T4" fmla="*/ 657 w 697"/>
                <a:gd name="T5" fmla="*/ 710 h 727"/>
                <a:gd name="T6" fmla="*/ 654 w 697"/>
                <a:gd name="T7" fmla="*/ 709 h 727"/>
                <a:gd name="T8" fmla="*/ 300 w 697"/>
                <a:gd name="T9" fmla="*/ 355 h 727"/>
                <a:gd name="T10" fmla="*/ 299 w 697"/>
                <a:gd name="T11" fmla="*/ 353 h 727"/>
                <a:gd name="T12" fmla="*/ 299 w 697"/>
                <a:gd name="T13" fmla="*/ 304 h 727"/>
                <a:gd name="T14" fmla="*/ 0 w 697"/>
                <a:gd name="T15" fmla="*/ 5 h 727"/>
                <a:gd name="T16" fmla="*/ 5 w 697"/>
                <a:gd name="T17" fmla="*/ 0 h 727"/>
                <a:gd name="T18" fmla="*/ 305 w 697"/>
                <a:gd name="T19" fmla="*/ 300 h 727"/>
                <a:gd name="T20" fmla="*/ 306 w 697"/>
                <a:gd name="T21" fmla="*/ 303 h 727"/>
                <a:gd name="T22" fmla="*/ 306 w 697"/>
                <a:gd name="T23" fmla="*/ 351 h 727"/>
                <a:gd name="T24" fmla="*/ 658 w 697"/>
                <a:gd name="T25" fmla="*/ 703 h 727"/>
                <a:gd name="T26" fmla="*/ 677 w 697"/>
                <a:gd name="T27" fmla="*/ 703 h 727"/>
                <a:gd name="T28" fmla="*/ 679 w 697"/>
                <a:gd name="T29" fmla="*/ 704 h 727"/>
                <a:gd name="T30" fmla="*/ 697 w 697"/>
                <a:gd name="T31" fmla="*/ 722 h 727"/>
                <a:gd name="T32" fmla="*/ 693 w 697"/>
                <a:gd name="T33" fmla="*/ 727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7" h="727">
                  <a:moveTo>
                    <a:pt x="693" y="727"/>
                  </a:moveTo>
                  <a:cubicBezTo>
                    <a:pt x="675" y="710"/>
                    <a:pt x="675" y="710"/>
                    <a:pt x="675" y="710"/>
                  </a:cubicBezTo>
                  <a:cubicBezTo>
                    <a:pt x="657" y="710"/>
                    <a:pt x="657" y="710"/>
                    <a:pt x="657" y="710"/>
                  </a:cubicBezTo>
                  <a:cubicBezTo>
                    <a:pt x="656" y="710"/>
                    <a:pt x="655" y="710"/>
                    <a:pt x="654" y="709"/>
                  </a:cubicBezTo>
                  <a:cubicBezTo>
                    <a:pt x="300" y="355"/>
                    <a:pt x="300" y="355"/>
                    <a:pt x="300" y="355"/>
                  </a:cubicBezTo>
                  <a:cubicBezTo>
                    <a:pt x="300" y="354"/>
                    <a:pt x="299" y="354"/>
                    <a:pt x="299" y="353"/>
                  </a:cubicBezTo>
                  <a:cubicBezTo>
                    <a:pt x="299" y="304"/>
                    <a:pt x="299" y="304"/>
                    <a:pt x="299" y="30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306" y="301"/>
                    <a:pt x="306" y="302"/>
                    <a:pt x="306" y="303"/>
                  </a:cubicBezTo>
                  <a:cubicBezTo>
                    <a:pt x="306" y="351"/>
                    <a:pt x="306" y="351"/>
                    <a:pt x="306" y="351"/>
                  </a:cubicBezTo>
                  <a:cubicBezTo>
                    <a:pt x="658" y="703"/>
                    <a:pt x="658" y="703"/>
                    <a:pt x="658" y="703"/>
                  </a:cubicBezTo>
                  <a:cubicBezTo>
                    <a:pt x="677" y="703"/>
                    <a:pt x="677" y="703"/>
                    <a:pt x="677" y="703"/>
                  </a:cubicBezTo>
                  <a:cubicBezTo>
                    <a:pt x="678" y="703"/>
                    <a:pt x="679" y="704"/>
                    <a:pt x="679" y="704"/>
                  </a:cubicBezTo>
                  <a:cubicBezTo>
                    <a:pt x="697" y="722"/>
                    <a:pt x="697" y="722"/>
                    <a:pt x="697" y="722"/>
                  </a:cubicBezTo>
                  <a:lnTo>
                    <a:pt x="693" y="72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6" name="Freeform 542"/>
            <p:cNvSpPr>
              <a:spLocks/>
            </p:cNvSpPr>
            <p:nvPr/>
          </p:nvSpPr>
          <p:spPr bwMode="auto">
            <a:xfrm flipV="1">
              <a:off x="1333502" y="6053136"/>
              <a:ext cx="2717800" cy="2627313"/>
            </a:xfrm>
            <a:custGeom>
              <a:avLst/>
              <a:gdLst>
                <a:gd name="T0" fmla="*/ 720 w 724"/>
                <a:gd name="T1" fmla="*/ 700 h 700"/>
                <a:gd name="T2" fmla="*/ 712 w 724"/>
                <a:gd name="T3" fmla="*/ 692 h 700"/>
                <a:gd name="T4" fmla="*/ 629 w 724"/>
                <a:gd name="T5" fmla="*/ 692 h 700"/>
                <a:gd name="T6" fmla="*/ 628 w 724"/>
                <a:gd name="T7" fmla="*/ 691 h 700"/>
                <a:gd name="T8" fmla="*/ 319 w 724"/>
                <a:gd name="T9" fmla="*/ 382 h 700"/>
                <a:gd name="T10" fmla="*/ 318 w 724"/>
                <a:gd name="T11" fmla="*/ 380 h 700"/>
                <a:gd name="T12" fmla="*/ 318 w 724"/>
                <a:gd name="T13" fmla="*/ 322 h 700"/>
                <a:gd name="T14" fmla="*/ 0 w 724"/>
                <a:gd name="T15" fmla="*/ 3 h 700"/>
                <a:gd name="T16" fmla="*/ 3 w 724"/>
                <a:gd name="T17" fmla="*/ 0 h 700"/>
                <a:gd name="T18" fmla="*/ 323 w 724"/>
                <a:gd name="T19" fmla="*/ 319 h 700"/>
                <a:gd name="T20" fmla="*/ 323 w 724"/>
                <a:gd name="T21" fmla="*/ 321 h 700"/>
                <a:gd name="T22" fmla="*/ 323 w 724"/>
                <a:gd name="T23" fmla="*/ 379 h 700"/>
                <a:gd name="T24" fmla="*/ 630 w 724"/>
                <a:gd name="T25" fmla="*/ 687 h 700"/>
                <a:gd name="T26" fmla="*/ 713 w 724"/>
                <a:gd name="T27" fmla="*/ 687 h 700"/>
                <a:gd name="T28" fmla="*/ 715 w 724"/>
                <a:gd name="T29" fmla="*/ 687 h 700"/>
                <a:gd name="T30" fmla="*/ 724 w 724"/>
                <a:gd name="T31" fmla="*/ 696 h 700"/>
                <a:gd name="T32" fmla="*/ 720 w 724"/>
                <a:gd name="T33" fmla="*/ 70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4" h="700">
                  <a:moveTo>
                    <a:pt x="720" y="700"/>
                  </a:moveTo>
                  <a:cubicBezTo>
                    <a:pt x="712" y="692"/>
                    <a:pt x="712" y="692"/>
                    <a:pt x="712" y="692"/>
                  </a:cubicBezTo>
                  <a:cubicBezTo>
                    <a:pt x="629" y="692"/>
                    <a:pt x="629" y="692"/>
                    <a:pt x="629" y="692"/>
                  </a:cubicBezTo>
                  <a:cubicBezTo>
                    <a:pt x="629" y="692"/>
                    <a:pt x="628" y="691"/>
                    <a:pt x="628" y="691"/>
                  </a:cubicBezTo>
                  <a:cubicBezTo>
                    <a:pt x="319" y="382"/>
                    <a:pt x="319" y="382"/>
                    <a:pt x="319" y="382"/>
                  </a:cubicBezTo>
                  <a:cubicBezTo>
                    <a:pt x="318" y="382"/>
                    <a:pt x="318" y="381"/>
                    <a:pt x="318" y="380"/>
                  </a:cubicBezTo>
                  <a:cubicBezTo>
                    <a:pt x="318" y="322"/>
                    <a:pt x="318" y="322"/>
                    <a:pt x="318" y="3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23" y="319"/>
                    <a:pt x="323" y="319"/>
                    <a:pt x="323" y="319"/>
                  </a:cubicBezTo>
                  <a:cubicBezTo>
                    <a:pt x="323" y="319"/>
                    <a:pt x="323" y="320"/>
                    <a:pt x="323" y="321"/>
                  </a:cubicBezTo>
                  <a:cubicBezTo>
                    <a:pt x="323" y="379"/>
                    <a:pt x="323" y="379"/>
                    <a:pt x="323" y="379"/>
                  </a:cubicBezTo>
                  <a:cubicBezTo>
                    <a:pt x="630" y="687"/>
                    <a:pt x="630" y="687"/>
                    <a:pt x="630" y="687"/>
                  </a:cubicBezTo>
                  <a:cubicBezTo>
                    <a:pt x="713" y="687"/>
                    <a:pt x="713" y="687"/>
                    <a:pt x="713" y="687"/>
                  </a:cubicBezTo>
                  <a:cubicBezTo>
                    <a:pt x="714" y="687"/>
                    <a:pt x="714" y="687"/>
                    <a:pt x="715" y="687"/>
                  </a:cubicBezTo>
                  <a:cubicBezTo>
                    <a:pt x="724" y="696"/>
                    <a:pt x="724" y="696"/>
                    <a:pt x="724" y="696"/>
                  </a:cubicBezTo>
                  <a:lnTo>
                    <a:pt x="720" y="7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7" name="Freeform 543"/>
            <p:cNvSpPr>
              <a:spLocks/>
            </p:cNvSpPr>
            <p:nvPr/>
          </p:nvSpPr>
          <p:spPr bwMode="auto">
            <a:xfrm flipV="1">
              <a:off x="1487489" y="6451598"/>
              <a:ext cx="2263775" cy="2379663"/>
            </a:xfrm>
            <a:custGeom>
              <a:avLst/>
              <a:gdLst>
                <a:gd name="T0" fmla="*/ 603 w 603"/>
                <a:gd name="T1" fmla="*/ 634 h 634"/>
                <a:gd name="T2" fmla="*/ 599 w 603"/>
                <a:gd name="T3" fmla="*/ 634 h 634"/>
                <a:gd name="T4" fmla="*/ 599 w 603"/>
                <a:gd name="T5" fmla="*/ 602 h 634"/>
                <a:gd name="T6" fmla="*/ 0 w 603"/>
                <a:gd name="T7" fmla="*/ 2 h 634"/>
                <a:gd name="T8" fmla="*/ 2 w 603"/>
                <a:gd name="T9" fmla="*/ 0 h 634"/>
                <a:gd name="T10" fmla="*/ 602 w 603"/>
                <a:gd name="T11" fmla="*/ 600 h 634"/>
                <a:gd name="T12" fmla="*/ 603 w 603"/>
                <a:gd name="T13" fmla="*/ 601 h 634"/>
                <a:gd name="T14" fmla="*/ 603 w 603"/>
                <a:gd name="T15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634">
                  <a:moveTo>
                    <a:pt x="603" y="634"/>
                  </a:moveTo>
                  <a:cubicBezTo>
                    <a:pt x="599" y="634"/>
                    <a:pt x="599" y="634"/>
                    <a:pt x="599" y="634"/>
                  </a:cubicBezTo>
                  <a:cubicBezTo>
                    <a:pt x="599" y="602"/>
                    <a:pt x="599" y="602"/>
                    <a:pt x="599" y="60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2" y="600"/>
                    <a:pt x="602" y="600"/>
                    <a:pt x="602" y="600"/>
                  </a:cubicBezTo>
                  <a:cubicBezTo>
                    <a:pt x="603" y="600"/>
                    <a:pt x="603" y="601"/>
                    <a:pt x="603" y="601"/>
                  </a:cubicBezTo>
                  <a:lnTo>
                    <a:pt x="603" y="6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8" name="Freeform 544"/>
            <p:cNvSpPr>
              <a:spLocks/>
            </p:cNvSpPr>
            <p:nvPr/>
          </p:nvSpPr>
          <p:spPr bwMode="auto">
            <a:xfrm flipV="1">
              <a:off x="2095502" y="6819898"/>
              <a:ext cx="1658937" cy="1808163"/>
            </a:xfrm>
            <a:custGeom>
              <a:avLst/>
              <a:gdLst>
                <a:gd name="T0" fmla="*/ 439 w 442"/>
                <a:gd name="T1" fmla="*/ 482 h 482"/>
                <a:gd name="T2" fmla="*/ 314 w 442"/>
                <a:gd name="T3" fmla="*/ 356 h 482"/>
                <a:gd name="T4" fmla="*/ 313 w 442"/>
                <a:gd name="T5" fmla="*/ 355 h 482"/>
                <a:gd name="T6" fmla="*/ 313 w 442"/>
                <a:gd name="T7" fmla="*/ 274 h 482"/>
                <a:gd name="T8" fmla="*/ 42 w 442"/>
                <a:gd name="T9" fmla="*/ 3 h 482"/>
                <a:gd name="T10" fmla="*/ 17 w 442"/>
                <a:gd name="T11" fmla="*/ 3 h 482"/>
                <a:gd name="T12" fmla="*/ 4 w 442"/>
                <a:gd name="T13" fmla="*/ 16 h 482"/>
                <a:gd name="T14" fmla="*/ 4 w 442"/>
                <a:gd name="T15" fmla="*/ 46 h 482"/>
                <a:gd name="T16" fmla="*/ 231 w 442"/>
                <a:gd name="T17" fmla="*/ 273 h 482"/>
                <a:gd name="T18" fmla="*/ 228 w 442"/>
                <a:gd name="T19" fmla="*/ 276 h 482"/>
                <a:gd name="T20" fmla="*/ 1 w 442"/>
                <a:gd name="T21" fmla="*/ 48 h 482"/>
                <a:gd name="T22" fmla="*/ 0 w 442"/>
                <a:gd name="T23" fmla="*/ 47 h 482"/>
                <a:gd name="T24" fmla="*/ 0 w 442"/>
                <a:gd name="T25" fmla="*/ 16 h 482"/>
                <a:gd name="T26" fmla="*/ 1 w 442"/>
                <a:gd name="T27" fmla="*/ 15 h 482"/>
                <a:gd name="T28" fmla="*/ 15 w 442"/>
                <a:gd name="T29" fmla="*/ 0 h 482"/>
                <a:gd name="T30" fmla="*/ 16 w 442"/>
                <a:gd name="T31" fmla="*/ 0 h 482"/>
                <a:gd name="T32" fmla="*/ 43 w 442"/>
                <a:gd name="T33" fmla="*/ 0 h 482"/>
                <a:gd name="T34" fmla="*/ 44 w 442"/>
                <a:gd name="T35" fmla="*/ 0 h 482"/>
                <a:gd name="T36" fmla="*/ 316 w 442"/>
                <a:gd name="T37" fmla="*/ 272 h 482"/>
                <a:gd name="T38" fmla="*/ 317 w 442"/>
                <a:gd name="T39" fmla="*/ 274 h 482"/>
                <a:gd name="T40" fmla="*/ 317 w 442"/>
                <a:gd name="T41" fmla="*/ 354 h 482"/>
                <a:gd name="T42" fmla="*/ 442 w 442"/>
                <a:gd name="T43" fmla="*/ 479 h 482"/>
                <a:gd name="T44" fmla="*/ 439 w 442"/>
                <a:gd name="T45" fmla="*/ 48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2" h="482">
                  <a:moveTo>
                    <a:pt x="439" y="482"/>
                  </a:moveTo>
                  <a:cubicBezTo>
                    <a:pt x="314" y="356"/>
                    <a:pt x="314" y="356"/>
                    <a:pt x="314" y="356"/>
                  </a:cubicBezTo>
                  <a:cubicBezTo>
                    <a:pt x="313" y="356"/>
                    <a:pt x="313" y="355"/>
                    <a:pt x="313" y="355"/>
                  </a:cubicBezTo>
                  <a:cubicBezTo>
                    <a:pt x="313" y="274"/>
                    <a:pt x="313" y="274"/>
                    <a:pt x="313" y="27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31" y="273"/>
                    <a:pt x="231" y="273"/>
                    <a:pt x="231" y="273"/>
                  </a:cubicBezTo>
                  <a:cubicBezTo>
                    <a:pt x="228" y="276"/>
                    <a:pt x="228" y="276"/>
                    <a:pt x="228" y="276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7"/>
                    <a:pt x="0" y="4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0"/>
                    <a:pt x="44" y="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3"/>
                    <a:pt x="317" y="273"/>
                    <a:pt x="317" y="274"/>
                  </a:cubicBezTo>
                  <a:cubicBezTo>
                    <a:pt x="317" y="354"/>
                    <a:pt x="317" y="354"/>
                    <a:pt x="317" y="354"/>
                  </a:cubicBezTo>
                  <a:cubicBezTo>
                    <a:pt x="442" y="479"/>
                    <a:pt x="442" y="479"/>
                    <a:pt x="442" y="479"/>
                  </a:cubicBezTo>
                  <a:lnTo>
                    <a:pt x="439" y="4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9" name="Freeform 545"/>
            <p:cNvSpPr>
              <a:spLocks/>
            </p:cNvSpPr>
            <p:nvPr/>
          </p:nvSpPr>
          <p:spPr bwMode="auto">
            <a:xfrm flipV="1">
              <a:off x="2009777" y="6635749"/>
              <a:ext cx="1914525" cy="2079625"/>
            </a:xfrm>
            <a:custGeom>
              <a:avLst/>
              <a:gdLst>
                <a:gd name="T0" fmla="*/ 508 w 510"/>
                <a:gd name="T1" fmla="*/ 554 h 554"/>
                <a:gd name="T2" fmla="*/ 499 w 510"/>
                <a:gd name="T3" fmla="*/ 546 h 554"/>
                <a:gd name="T4" fmla="*/ 499 w 510"/>
                <a:gd name="T5" fmla="*/ 545 h 554"/>
                <a:gd name="T6" fmla="*/ 499 w 510"/>
                <a:gd name="T7" fmla="*/ 500 h 554"/>
                <a:gd name="T8" fmla="*/ 364 w 510"/>
                <a:gd name="T9" fmla="*/ 365 h 554"/>
                <a:gd name="T10" fmla="*/ 364 w 510"/>
                <a:gd name="T11" fmla="*/ 364 h 554"/>
                <a:gd name="T12" fmla="*/ 364 w 510"/>
                <a:gd name="T13" fmla="*/ 299 h 554"/>
                <a:gd name="T14" fmla="*/ 68 w 510"/>
                <a:gd name="T15" fmla="*/ 3 h 554"/>
                <a:gd name="T16" fmla="*/ 34 w 510"/>
                <a:gd name="T17" fmla="*/ 3 h 554"/>
                <a:gd name="T18" fmla="*/ 4 w 510"/>
                <a:gd name="T19" fmla="*/ 34 h 554"/>
                <a:gd name="T20" fmla="*/ 4 w 510"/>
                <a:gd name="T21" fmla="*/ 73 h 554"/>
                <a:gd name="T22" fmla="*/ 210 w 510"/>
                <a:gd name="T23" fmla="*/ 279 h 554"/>
                <a:gd name="T24" fmla="*/ 207 w 510"/>
                <a:gd name="T25" fmla="*/ 282 h 554"/>
                <a:gd name="T26" fmla="*/ 1 w 510"/>
                <a:gd name="T27" fmla="*/ 75 h 554"/>
                <a:gd name="T28" fmla="*/ 0 w 510"/>
                <a:gd name="T29" fmla="*/ 74 h 554"/>
                <a:gd name="T30" fmla="*/ 0 w 510"/>
                <a:gd name="T31" fmla="*/ 33 h 554"/>
                <a:gd name="T32" fmla="*/ 1 w 510"/>
                <a:gd name="T33" fmla="*/ 32 h 554"/>
                <a:gd name="T34" fmla="*/ 32 w 510"/>
                <a:gd name="T35" fmla="*/ 0 h 554"/>
                <a:gd name="T36" fmla="*/ 34 w 510"/>
                <a:gd name="T37" fmla="*/ 0 h 554"/>
                <a:gd name="T38" fmla="*/ 34 w 510"/>
                <a:gd name="T39" fmla="*/ 0 h 554"/>
                <a:gd name="T40" fmla="*/ 68 w 510"/>
                <a:gd name="T41" fmla="*/ 0 h 554"/>
                <a:gd name="T42" fmla="*/ 70 w 510"/>
                <a:gd name="T43" fmla="*/ 0 h 554"/>
                <a:gd name="T44" fmla="*/ 366 w 510"/>
                <a:gd name="T45" fmla="*/ 297 h 554"/>
                <a:gd name="T46" fmla="*/ 367 w 510"/>
                <a:gd name="T47" fmla="*/ 298 h 554"/>
                <a:gd name="T48" fmla="*/ 367 w 510"/>
                <a:gd name="T49" fmla="*/ 363 h 554"/>
                <a:gd name="T50" fmla="*/ 502 w 510"/>
                <a:gd name="T51" fmla="*/ 498 h 554"/>
                <a:gd name="T52" fmla="*/ 502 w 510"/>
                <a:gd name="T53" fmla="*/ 499 h 554"/>
                <a:gd name="T54" fmla="*/ 502 w 510"/>
                <a:gd name="T55" fmla="*/ 544 h 554"/>
                <a:gd name="T56" fmla="*/ 510 w 510"/>
                <a:gd name="T57" fmla="*/ 552 h 554"/>
                <a:gd name="T58" fmla="*/ 508 w 510"/>
                <a:gd name="T59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0" h="554">
                  <a:moveTo>
                    <a:pt x="508" y="554"/>
                  </a:moveTo>
                  <a:cubicBezTo>
                    <a:pt x="499" y="546"/>
                    <a:pt x="499" y="546"/>
                    <a:pt x="499" y="546"/>
                  </a:cubicBezTo>
                  <a:cubicBezTo>
                    <a:pt x="499" y="546"/>
                    <a:pt x="499" y="545"/>
                    <a:pt x="499" y="545"/>
                  </a:cubicBezTo>
                  <a:cubicBezTo>
                    <a:pt x="499" y="500"/>
                    <a:pt x="499" y="500"/>
                    <a:pt x="499" y="500"/>
                  </a:cubicBezTo>
                  <a:cubicBezTo>
                    <a:pt x="364" y="365"/>
                    <a:pt x="364" y="365"/>
                    <a:pt x="364" y="365"/>
                  </a:cubicBezTo>
                  <a:cubicBezTo>
                    <a:pt x="364" y="365"/>
                    <a:pt x="364" y="364"/>
                    <a:pt x="364" y="364"/>
                  </a:cubicBezTo>
                  <a:cubicBezTo>
                    <a:pt x="364" y="299"/>
                    <a:pt x="364" y="299"/>
                    <a:pt x="364" y="299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210" y="279"/>
                    <a:pt x="210" y="279"/>
                    <a:pt x="210" y="27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0" y="75"/>
                    <a:pt x="0" y="7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2"/>
                    <a:pt x="1" y="32"/>
                    <a:pt x="1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366" y="297"/>
                    <a:pt x="366" y="297"/>
                    <a:pt x="366" y="297"/>
                  </a:cubicBezTo>
                  <a:cubicBezTo>
                    <a:pt x="367" y="297"/>
                    <a:pt x="367" y="298"/>
                    <a:pt x="367" y="298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502" y="498"/>
                    <a:pt x="502" y="498"/>
                    <a:pt x="502" y="498"/>
                  </a:cubicBezTo>
                  <a:cubicBezTo>
                    <a:pt x="502" y="498"/>
                    <a:pt x="502" y="499"/>
                    <a:pt x="502" y="499"/>
                  </a:cubicBezTo>
                  <a:cubicBezTo>
                    <a:pt x="502" y="544"/>
                    <a:pt x="502" y="544"/>
                    <a:pt x="502" y="544"/>
                  </a:cubicBezTo>
                  <a:cubicBezTo>
                    <a:pt x="510" y="552"/>
                    <a:pt x="510" y="552"/>
                    <a:pt x="510" y="552"/>
                  </a:cubicBezTo>
                  <a:lnTo>
                    <a:pt x="508" y="5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0" name="Freeform 546"/>
            <p:cNvSpPr>
              <a:spLocks/>
            </p:cNvSpPr>
            <p:nvPr/>
          </p:nvSpPr>
          <p:spPr bwMode="auto">
            <a:xfrm flipV="1">
              <a:off x="2171702" y="6492874"/>
              <a:ext cx="2044700" cy="2060575"/>
            </a:xfrm>
            <a:custGeom>
              <a:avLst/>
              <a:gdLst>
                <a:gd name="T0" fmla="*/ 480 w 545"/>
                <a:gd name="T1" fmla="*/ 549 h 549"/>
                <a:gd name="T2" fmla="*/ 453 w 545"/>
                <a:gd name="T3" fmla="*/ 549 h 549"/>
                <a:gd name="T4" fmla="*/ 451 w 545"/>
                <a:gd name="T5" fmla="*/ 548 h 549"/>
                <a:gd name="T6" fmla="*/ 438 w 545"/>
                <a:gd name="T7" fmla="*/ 535 h 549"/>
                <a:gd name="T8" fmla="*/ 437 w 545"/>
                <a:gd name="T9" fmla="*/ 534 h 549"/>
                <a:gd name="T10" fmla="*/ 437 w 545"/>
                <a:gd name="T11" fmla="*/ 520 h 549"/>
                <a:gd name="T12" fmla="*/ 275 w 545"/>
                <a:gd name="T13" fmla="*/ 357 h 549"/>
                <a:gd name="T14" fmla="*/ 274 w 545"/>
                <a:gd name="T15" fmla="*/ 356 h 549"/>
                <a:gd name="T16" fmla="*/ 274 w 545"/>
                <a:gd name="T17" fmla="*/ 256 h 549"/>
                <a:gd name="T18" fmla="*/ 22 w 545"/>
                <a:gd name="T19" fmla="*/ 3 h 549"/>
                <a:gd name="T20" fmla="*/ 9 w 545"/>
                <a:gd name="T21" fmla="*/ 3 h 549"/>
                <a:gd name="T22" fmla="*/ 3 w 545"/>
                <a:gd name="T23" fmla="*/ 9 h 549"/>
                <a:gd name="T24" fmla="*/ 3 w 545"/>
                <a:gd name="T25" fmla="*/ 17 h 549"/>
                <a:gd name="T26" fmla="*/ 194 w 545"/>
                <a:gd name="T27" fmla="*/ 208 h 549"/>
                <a:gd name="T28" fmla="*/ 192 w 545"/>
                <a:gd name="T29" fmla="*/ 211 h 549"/>
                <a:gd name="T30" fmla="*/ 0 w 545"/>
                <a:gd name="T31" fmla="*/ 19 h 549"/>
                <a:gd name="T32" fmla="*/ 0 w 545"/>
                <a:gd name="T33" fmla="*/ 18 h 549"/>
                <a:gd name="T34" fmla="*/ 0 w 545"/>
                <a:gd name="T35" fmla="*/ 8 h 549"/>
                <a:gd name="T36" fmla="*/ 0 w 545"/>
                <a:gd name="T37" fmla="*/ 7 h 549"/>
                <a:gd name="T38" fmla="*/ 7 w 545"/>
                <a:gd name="T39" fmla="*/ 0 h 549"/>
                <a:gd name="T40" fmla="*/ 8 w 545"/>
                <a:gd name="T41" fmla="*/ 0 h 549"/>
                <a:gd name="T42" fmla="*/ 8 w 545"/>
                <a:gd name="T43" fmla="*/ 0 h 549"/>
                <a:gd name="T44" fmla="*/ 22 w 545"/>
                <a:gd name="T45" fmla="*/ 0 h 549"/>
                <a:gd name="T46" fmla="*/ 24 w 545"/>
                <a:gd name="T47" fmla="*/ 0 h 549"/>
                <a:gd name="T48" fmla="*/ 277 w 545"/>
                <a:gd name="T49" fmla="*/ 254 h 549"/>
                <a:gd name="T50" fmla="*/ 278 w 545"/>
                <a:gd name="T51" fmla="*/ 255 h 549"/>
                <a:gd name="T52" fmla="*/ 278 w 545"/>
                <a:gd name="T53" fmla="*/ 355 h 549"/>
                <a:gd name="T54" fmla="*/ 440 w 545"/>
                <a:gd name="T55" fmla="*/ 518 h 549"/>
                <a:gd name="T56" fmla="*/ 441 w 545"/>
                <a:gd name="T57" fmla="*/ 519 h 549"/>
                <a:gd name="T58" fmla="*/ 441 w 545"/>
                <a:gd name="T59" fmla="*/ 533 h 549"/>
                <a:gd name="T60" fmla="*/ 453 w 545"/>
                <a:gd name="T61" fmla="*/ 545 h 549"/>
                <a:gd name="T62" fmla="*/ 480 w 545"/>
                <a:gd name="T63" fmla="*/ 545 h 549"/>
                <a:gd name="T64" fmla="*/ 500 w 545"/>
                <a:gd name="T65" fmla="*/ 525 h 549"/>
                <a:gd name="T66" fmla="*/ 501 w 545"/>
                <a:gd name="T67" fmla="*/ 524 h 549"/>
                <a:gd name="T68" fmla="*/ 545 w 545"/>
                <a:gd name="T69" fmla="*/ 524 h 549"/>
                <a:gd name="T70" fmla="*/ 545 w 545"/>
                <a:gd name="T71" fmla="*/ 528 h 549"/>
                <a:gd name="T72" fmla="*/ 502 w 545"/>
                <a:gd name="T73" fmla="*/ 528 h 549"/>
                <a:gd name="T74" fmla="*/ 481 w 545"/>
                <a:gd name="T75" fmla="*/ 548 h 549"/>
                <a:gd name="T76" fmla="*/ 480 w 545"/>
                <a:gd name="T77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5" h="549">
                  <a:moveTo>
                    <a:pt x="480" y="549"/>
                  </a:moveTo>
                  <a:cubicBezTo>
                    <a:pt x="453" y="549"/>
                    <a:pt x="453" y="549"/>
                    <a:pt x="453" y="549"/>
                  </a:cubicBezTo>
                  <a:cubicBezTo>
                    <a:pt x="452" y="549"/>
                    <a:pt x="452" y="548"/>
                    <a:pt x="451" y="548"/>
                  </a:cubicBezTo>
                  <a:cubicBezTo>
                    <a:pt x="438" y="535"/>
                    <a:pt x="438" y="535"/>
                    <a:pt x="438" y="535"/>
                  </a:cubicBezTo>
                  <a:cubicBezTo>
                    <a:pt x="438" y="534"/>
                    <a:pt x="437" y="534"/>
                    <a:pt x="437" y="534"/>
                  </a:cubicBezTo>
                  <a:cubicBezTo>
                    <a:pt x="437" y="520"/>
                    <a:pt x="437" y="520"/>
                    <a:pt x="437" y="520"/>
                  </a:cubicBezTo>
                  <a:cubicBezTo>
                    <a:pt x="275" y="357"/>
                    <a:pt x="275" y="357"/>
                    <a:pt x="275" y="357"/>
                  </a:cubicBezTo>
                  <a:cubicBezTo>
                    <a:pt x="274" y="357"/>
                    <a:pt x="274" y="356"/>
                    <a:pt x="274" y="356"/>
                  </a:cubicBezTo>
                  <a:cubicBezTo>
                    <a:pt x="274" y="256"/>
                    <a:pt x="274" y="256"/>
                    <a:pt x="274" y="256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94" y="208"/>
                    <a:pt x="194" y="208"/>
                    <a:pt x="194" y="208"/>
                  </a:cubicBezTo>
                  <a:cubicBezTo>
                    <a:pt x="192" y="211"/>
                    <a:pt x="192" y="211"/>
                    <a:pt x="192" y="2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8"/>
                    <a:pt x="0" y="1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77" y="254"/>
                    <a:pt x="277" y="254"/>
                    <a:pt x="277" y="254"/>
                  </a:cubicBezTo>
                  <a:cubicBezTo>
                    <a:pt x="277" y="254"/>
                    <a:pt x="278" y="255"/>
                    <a:pt x="278" y="255"/>
                  </a:cubicBezTo>
                  <a:cubicBezTo>
                    <a:pt x="278" y="355"/>
                    <a:pt x="278" y="355"/>
                    <a:pt x="278" y="355"/>
                  </a:cubicBezTo>
                  <a:cubicBezTo>
                    <a:pt x="440" y="518"/>
                    <a:pt x="440" y="518"/>
                    <a:pt x="440" y="518"/>
                  </a:cubicBezTo>
                  <a:cubicBezTo>
                    <a:pt x="441" y="518"/>
                    <a:pt x="441" y="519"/>
                    <a:pt x="441" y="519"/>
                  </a:cubicBezTo>
                  <a:cubicBezTo>
                    <a:pt x="441" y="533"/>
                    <a:pt x="441" y="533"/>
                    <a:pt x="441" y="533"/>
                  </a:cubicBezTo>
                  <a:cubicBezTo>
                    <a:pt x="453" y="545"/>
                    <a:pt x="453" y="545"/>
                    <a:pt x="453" y="545"/>
                  </a:cubicBezTo>
                  <a:cubicBezTo>
                    <a:pt x="480" y="545"/>
                    <a:pt x="480" y="545"/>
                    <a:pt x="480" y="545"/>
                  </a:cubicBezTo>
                  <a:cubicBezTo>
                    <a:pt x="500" y="525"/>
                    <a:pt x="500" y="525"/>
                    <a:pt x="500" y="525"/>
                  </a:cubicBezTo>
                  <a:cubicBezTo>
                    <a:pt x="500" y="525"/>
                    <a:pt x="501" y="524"/>
                    <a:pt x="501" y="524"/>
                  </a:cubicBezTo>
                  <a:cubicBezTo>
                    <a:pt x="545" y="524"/>
                    <a:pt x="545" y="524"/>
                    <a:pt x="545" y="524"/>
                  </a:cubicBezTo>
                  <a:cubicBezTo>
                    <a:pt x="545" y="528"/>
                    <a:pt x="545" y="528"/>
                    <a:pt x="545" y="528"/>
                  </a:cubicBezTo>
                  <a:cubicBezTo>
                    <a:pt x="502" y="528"/>
                    <a:pt x="502" y="528"/>
                    <a:pt x="502" y="528"/>
                  </a:cubicBezTo>
                  <a:cubicBezTo>
                    <a:pt x="481" y="548"/>
                    <a:pt x="481" y="548"/>
                    <a:pt x="481" y="548"/>
                  </a:cubicBezTo>
                  <a:cubicBezTo>
                    <a:pt x="481" y="548"/>
                    <a:pt x="481" y="549"/>
                    <a:pt x="480" y="5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1" name="Freeform 547"/>
            <p:cNvSpPr>
              <a:spLocks/>
            </p:cNvSpPr>
            <p:nvPr/>
          </p:nvSpPr>
          <p:spPr bwMode="auto">
            <a:xfrm flipV="1">
              <a:off x="1874839" y="6440486"/>
              <a:ext cx="2644775" cy="2781300"/>
            </a:xfrm>
            <a:custGeom>
              <a:avLst/>
              <a:gdLst>
                <a:gd name="T0" fmla="*/ 699 w 705"/>
                <a:gd name="T1" fmla="*/ 741 h 741"/>
                <a:gd name="T2" fmla="*/ 697 w 705"/>
                <a:gd name="T3" fmla="*/ 739 h 741"/>
                <a:gd name="T4" fmla="*/ 701 w 705"/>
                <a:gd name="T5" fmla="*/ 734 h 741"/>
                <a:gd name="T6" fmla="*/ 701 w 705"/>
                <a:gd name="T7" fmla="*/ 703 h 741"/>
                <a:gd name="T8" fmla="*/ 656 w 705"/>
                <a:gd name="T9" fmla="*/ 657 h 741"/>
                <a:gd name="T10" fmla="*/ 627 w 705"/>
                <a:gd name="T11" fmla="*/ 657 h 741"/>
                <a:gd name="T12" fmla="*/ 607 w 705"/>
                <a:gd name="T13" fmla="*/ 678 h 741"/>
                <a:gd name="T14" fmla="*/ 606 w 705"/>
                <a:gd name="T15" fmla="*/ 678 h 741"/>
                <a:gd name="T16" fmla="*/ 606 w 705"/>
                <a:gd name="T17" fmla="*/ 678 h 741"/>
                <a:gd name="T18" fmla="*/ 579 w 705"/>
                <a:gd name="T19" fmla="*/ 678 h 741"/>
                <a:gd name="T20" fmla="*/ 578 w 705"/>
                <a:gd name="T21" fmla="*/ 678 h 741"/>
                <a:gd name="T22" fmla="*/ 564 w 705"/>
                <a:gd name="T23" fmla="*/ 664 h 741"/>
                <a:gd name="T24" fmla="*/ 564 w 705"/>
                <a:gd name="T25" fmla="*/ 663 h 741"/>
                <a:gd name="T26" fmla="*/ 564 w 705"/>
                <a:gd name="T27" fmla="*/ 634 h 741"/>
                <a:gd name="T28" fmla="*/ 564 w 705"/>
                <a:gd name="T29" fmla="*/ 633 h 741"/>
                <a:gd name="T30" fmla="*/ 584 w 705"/>
                <a:gd name="T31" fmla="*/ 614 h 741"/>
                <a:gd name="T32" fmla="*/ 584 w 705"/>
                <a:gd name="T33" fmla="*/ 586 h 741"/>
                <a:gd name="T34" fmla="*/ 0 w 705"/>
                <a:gd name="T35" fmla="*/ 3 h 741"/>
                <a:gd name="T36" fmla="*/ 3 w 705"/>
                <a:gd name="T37" fmla="*/ 0 h 741"/>
                <a:gd name="T38" fmla="*/ 587 w 705"/>
                <a:gd name="T39" fmla="*/ 584 h 741"/>
                <a:gd name="T40" fmla="*/ 587 w 705"/>
                <a:gd name="T41" fmla="*/ 585 h 741"/>
                <a:gd name="T42" fmla="*/ 587 w 705"/>
                <a:gd name="T43" fmla="*/ 614 h 741"/>
                <a:gd name="T44" fmla="*/ 587 w 705"/>
                <a:gd name="T45" fmla="*/ 615 h 741"/>
                <a:gd name="T46" fmla="*/ 567 w 705"/>
                <a:gd name="T47" fmla="*/ 635 h 741"/>
                <a:gd name="T48" fmla="*/ 567 w 705"/>
                <a:gd name="T49" fmla="*/ 662 h 741"/>
                <a:gd name="T50" fmla="*/ 580 w 705"/>
                <a:gd name="T51" fmla="*/ 675 h 741"/>
                <a:gd name="T52" fmla="*/ 605 w 705"/>
                <a:gd name="T53" fmla="*/ 675 h 741"/>
                <a:gd name="T54" fmla="*/ 625 w 705"/>
                <a:gd name="T55" fmla="*/ 654 h 741"/>
                <a:gd name="T56" fmla="*/ 627 w 705"/>
                <a:gd name="T57" fmla="*/ 654 h 741"/>
                <a:gd name="T58" fmla="*/ 656 w 705"/>
                <a:gd name="T59" fmla="*/ 654 h 741"/>
                <a:gd name="T60" fmla="*/ 658 w 705"/>
                <a:gd name="T61" fmla="*/ 654 h 741"/>
                <a:gd name="T62" fmla="*/ 704 w 705"/>
                <a:gd name="T63" fmla="*/ 701 h 741"/>
                <a:gd name="T64" fmla="*/ 705 w 705"/>
                <a:gd name="T65" fmla="*/ 702 h 741"/>
                <a:gd name="T66" fmla="*/ 705 w 705"/>
                <a:gd name="T67" fmla="*/ 735 h 741"/>
                <a:gd name="T68" fmla="*/ 704 w 705"/>
                <a:gd name="T69" fmla="*/ 736 h 741"/>
                <a:gd name="T70" fmla="*/ 699 w 705"/>
                <a:gd name="T71" fmla="*/ 74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5" h="741">
                  <a:moveTo>
                    <a:pt x="699" y="741"/>
                  </a:moveTo>
                  <a:cubicBezTo>
                    <a:pt x="697" y="739"/>
                    <a:pt x="697" y="739"/>
                    <a:pt x="697" y="739"/>
                  </a:cubicBezTo>
                  <a:cubicBezTo>
                    <a:pt x="701" y="734"/>
                    <a:pt x="701" y="734"/>
                    <a:pt x="701" y="734"/>
                  </a:cubicBezTo>
                  <a:cubicBezTo>
                    <a:pt x="701" y="703"/>
                    <a:pt x="701" y="703"/>
                    <a:pt x="701" y="703"/>
                  </a:cubicBezTo>
                  <a:cubicBezTo>
                    <a:pt x="656" y="657"/>
                    <a:pt x="656" y="657"/>
                    <a:pt x="656" y="657"/>
                  </a:cubicBezTo>
                  <a:cubicBezTo>
                    <a:pt x="627" y="657"/>
                    <a:pt x="627" y="657"/>
                    <a:pt x="627" y="657"/>
                  </a:cubicBezTo>
                  <a:cubicBezTo>
                    <a:pt x="607" y="678"/>
                    <a:pt x="607" y="678"/>
                    <a:pt x="607" y="678"/>
                  </a:cubicBezTo>
                  <a:cubicBezTo>
                    <a:pt x="607" y="678"/>
                    <a:pt x="606" y="678"/>
                    <a:pt x="606" y="678"/>
                  </a:cubicBezTo>
                  <a:cubicBezTo>
                    <a:pt x="606" y="678"/>
                    <a:pt x="606" y="678"/>
                    <a:pt x="606" y="678"/>
                  </a:cubicBezTo>
                  <a:cubicBezTo>
                    <a:pt x="579" y="678"/>
                    <a:pt x="579" y="678"/>
                    <a:pt x="579" y="678"/>
                  </a:cubicBezTo>
                  <a:cubicBezTo>
                    <a:pt x="579" y="678"/>
                    <a:pt x="578" y="678"/>
                    <a:pt x="578" y="678"/>
                  </a:cubicBezTo>
                  <a:cubicBezTo>
                    <a:pt x="564" y="664"/>
                    <a:pt x="564" y="664"/>
                    <a:pt x="564" y="664"/>
                  </a:cubicBezTo>
                  <a:cubicBezTo>
                    <a:pt x="564" y="664"/>
                    <a:pt x="564" y="663"/>
                    <a:pt x="564" y="663"/>
                  </a:cubicBezTo>
                  <a:cubicBezTo>
                    <a:pt x="564" y="634"/>
                    <a:pt x="564" y="634"/>
                    <a:pt x="564" y="634"/>
                  </a:cubicBezTo>
                  <a:cubicBezTo>
                    <a:pt x="564" y="634"/>
                    <a:pt x="564" y="633"/>
                    <a:pt x="564" y="633"/>
                  </a:cubicBezTo>
                  <a:cubicBezTo>
                    <a:pt x="584" y="614"/>
                    <a:pt x="584" y="614"/>
                    <a:pt x="584" y="614"/>
                  </a:cubicBezTo>
                  <a:cubicBezTo>
                    <a:pt x="584" y="586"/>
                    <a:pt x="584" y="586"/>
                    <a:pt x="584" y="58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87" y="584"/>
                    <a:pt x="587" y="584"/>
                    <a:pt x="587" y="584"/>
                  </a:cubicBezTo>
                  <a:cubicBezTo>
                    <a:pt x="587" y="584"/>
                    <a:pt x="587" y="585"/>
                    <a:pt x="587" y="585"/>
                  </a:cubicBezTo>
                  <a:cubicBezTo>
                    <a:pt x="587" y="614"/>
                    <a:pt x="587" y="614"/>
                    <a:pt x="587" y="614"/>
                  </a:cubicBezTo>
                  <a:cubicBezTo>
                    <a:pt x="587" y="615"/>
                    <a:pt x="587" y="615"/>
                    <a:pt x="587" y="615"/>
                  </a:cubicBezTo>
                  <a:cubicBezTo>
                    <a:pt x="567" y="635"/>
                    <a:pt x="567" y="635"/>
                    <a:pt x="567" y="635"/>
                  </a:cubicBezTo>
                  <a:cubicBezTo>
                    <a:pt x="567" y="662"/>
                    <a:pt x="567" y="662"/>
                    <a:pt x="567" y="662"/>
                  </a:cubicBezTo>
                  <a:cubicBezTo>
                    <a:pt x="580" y="675"/>
                    <a:pt x="580" y="675"/>
                    <a:pt x="580" y="675"/>
                  </a:cubicBezTo>
                  <a:cubicBezTo>
                    <a:pt x="605" y="675"/>
                    <a:pt x="605" y="675"/>
                    <a:pt x="605" y="675"/>
                  </a:cubicBezTo>
                  <a:cubicBezTo>
                    <a:pt x="625" y="654"/>
                    <a:pt x="625" y="654"/>
                    <a:pt x="625" y="654"/>
                  </a:cubicBezTo>
                  <a:cubicBezTo>
                    <a:pt x="626" y="654"/>
                    <a:pt x="626" y="654"/>
                    <a:pt x="627" y="654"/>
                  </a:cubicBezTo>
                  <a:cubicBezTo>
                    <a:pt x="656" y="654"/>
                    <a:pt x="656" y="654"/>
                    <a:pt x="656" y="654"/>
                  </a:cubicBezTo>
                  <a:cubicBezTo>
                    <a:pt x="657" y="654"/>
                    <a:pt x="657" y="654"/>
                    <a:pt x="658" y="654"/>
                  </a:cubicBezTo>
                  <a:cubicBezTo>
                    <a:pt x="704" y="701"/>
                    <a:pt x="704" y="701"/>
                    <a:pt x="704" y="701"/>
                  </a:cubicBezTo>
                  <a:cubicBezTo>
                    <a:pt x="705" y="701"/>
                    <a:pt x="705" y="702"/>
                    <a:pt x="705" y="702"/>
                  </a:cubicBezTo>
                  <a:cubicBezTo>
                    <a:pt x="705" y="735"/>
                    <a:pt x="705" y="735"/>
                    <a:pt x="705" y="735"/>
                  </a:cubicBezTo>
                  <a:cubicBezTo>
                    <a:pt x="705" y="735"/>
                    <a:pt x="705" y="736"/>
                    <a:pt x="704" y="736"/>
                  </a:cubicBezTo>
                  <a:lnTo>
                    <a:pt x="699" y="74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2" name="Freeform 548"/>
            <p:cNvSpPr>
              <a:spLocks/>
            </p:cNvSpPr>
            <p:nvPr/>
          </p:nvSpPr>
          <p:spPr bwMode="auto">
            <a:xfrm flipV="1">
              <a:off x="1922464" y="6811961"/>
              <a:ext cx="2260600" cy="2454275"/>
            </a:xfrm>
            <a:custGeom>
              <a:avLst/>
              <a:gdLst>
                <a:gd name="T0" fmla="*/ 594 w 602"/>
                <a:gd name="T1" fmla="*/ 654 h 654"/>
                <a:gd name="T2" fmla="*/ 591 w 602"/>
                <a:gd name="T3" fmla="*/ 651 h 654"/>
                <a:gd name="T4" fmla="*/ 598 w 602"/>
                <a:gd name="T5" fmla="*/ 644 h 654"/>
                <a:gd name="T6" fmla="*/ 598 w 602"/>
                <a:gd name="T7" fmla="*/ 601 h 654"/>
                <a:gd name="T8" fmla="*/ 0 w 602"/>
                <a:gd name="T9" fmla="*/ 2 h 654"/>
                <a:gd name="T10" fmla="*/ 2 w 602"/>
                <a:gd name="T11" fmla="*/ 0 h 654"/>
                <a:gd name="T12" fmla="*/ 601 w 602"/>
                <a:gd name="T13" fmla="*/ 599 h 654"/>
                <a:gd name="T14" fmla="*/ 602 w 602"/>
                <a:gd name="T15" fmla="*/ 600 h 654"/>
                <a:gd name="T16" fmla="*/ 602 w 602"/>
                <a:gd name="T17" fmla="*/ 645 h 654"/>
                <a:gd name="T18" fmla="*/ 601 w 602"/>
                <a:gd name="T19" fmla="*/ 646 h 654"/>
                <a:gd name="T20" fmla="*/ 594 w 602"/>
                <a:gd name="T21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2" h="654">
                  <a:moveTo>
                    <a:pt x="594" y="654"/>
                  </a:moveTo>
                  <a:cubicBezTo>
                    <a:pt x="591" y="651"/>
                    <a:pt x="591" y="651"/>
                    <a:pt x="591" y="651"/>
                  </a:cubicBezTo>
                  <a:cubicBezTo>
                    <a:pt x="598" y="644"/>
                    <a:pt x="598" y="644"/>
                    <a:pt x="598" y="644"/>
                  </a:cubicBezTo>
                  <a:cubicBezTo>
                    <a:pt x="598" y="601"/>
                    <a:pt x="598" y="601"/>
                    <a:pt x="598" y="60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1" y="599"/>
                    <a:pt x="601" y="599"/>
                    <a:pt x="601" y="599"/>
                  </a:cubicBezTo>
                  <a:cubicBezTo>
                    <a:pt x="602" y="599"/>
                    <a:pt x="602" y="600"/>
                    <a:pt x="602" y="600"/>
                  </a:cubicBezTo>
                  <a:cubicBezTo>
                    <a:pt x="602" y="645"/>
                    <a:pt x="602" y="645"/>
                    <a:pt x="602" y="645"/>
                  </a:cubicBezTo>
                  <a:cubicBezTo>
                    <a:pt x="602" y="645"/>
                    <a:pt x="602" y="646"/>
                    <a:pt x="601" y="646"/>
                  </a:cubicBezTo>
                  <a:lnTo>
                    <a:pt x="594" y="65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3" name="Freeform 549"/>
            <p:cNvSpPr>
              <a:spLocks/>
            </p:cNvSpPr>
            <p:nvPr/>
          </p:nvSpPr>
          <p:spPr bwMode="auto">
            <a:xfrm flipV="1">
              <a:off x="2249489" y="6627811"/>
              <a:ext cx="2371725" cy="2701925"/>
            </a:xfrm>
            <a:custGeom>
              <a:avLst/>
              <a:gdLst>
                <a:gd name="T0" fmla="*/ 630 w 632"/>
                <a:gd name="T1" fmla="*/ 720 h 720"/>
                <a:gd name="T2" fmla="*/ 624 w 632"/>
                <a:gd name="T3" fmla="*/ 714 h 720"/>
                <a:gd name="T4" fmla="*/ 623 w 632"/>
                <a:gd name="T5" fmla="*/ 713 h 720"/>
                <a:gd name="T6" fmla="*/ 623 w 632"/>
                <a:gd name="T7" fmla="*/ 670 h 720"/>
                <a:gd name="T8" fmla="*/ 591 w 632"/>
                <a:gd name="T9" fmla="*/ 639 h 720"/>
                <a:gd name="T10" fmla="*/ 562 w 632"/>
                <a:gd name="T11" fmla="*/ 639 h 720"/>
                <a:gd name="T12" fmla="*/ 560 w 632"/>
                <a:gd name="T13" fmla="*/ 638 h 720"/>
                <a:gd name="T14" fmla="*/ 404 w 632"/>
                <a:gd name="T15" fmla="*/ 482 h 720"/>
                <a:gd name="T16" fmla="*/ 404 w 632"/>
                <a:gd name="T17" fmla="*/ 481 h 720"/>
                <a:gd name="T18" fmla="*/ 404 w 632"/>
                <a:gd name="T19" fmla="*/ 436 h 720"/>
                <a:gd name="T20" fmla="*/ 57 w 632"/>
                <a:gd name="T21" fmla="*/ 89 h 720"/>
                <a:gd name="T22" fmla="*/ 31 w 632"/>
                <a:gd name="T23" fmla="*/ 89 h 720"/>
                <a:gd name="T24" fmla="*/ 30 w 632"/>
                <a:gd name="T25" fmla="*/ 88 h 720"/>
                <a:gd name="T26" fmla="*/ 0 w 632"/>
                <a:gd name="T27" fmla="*/ 59 h 720"/>
                <a:gd name="T28" fmla="*/ 0 w 632"/>
                <a:gd name="T29" fmla="*/ 58 h 720"/>
                <a:gd name="T30" fmla="*/ 0 w 632"/>
                <a:gd name="T31" fmla="*/ 21 h 720"/>
                <a:gd name="T32" fmla="*/ 0 w 632"/>
                <a:gd name="T33" fmla="*/ 20 h 720"/>
                <a:gd name="T34" fmla="*/ 21 w 632"/>
                <a:gd name="T35" fmla="*/ 0 h 720"/>
                <a:gd name="T36" fmla="*/ 24 w 632"/>
                <a:gd name="T37" fmla="*/ 2 h 720"/>
                <a:gd name="T38" fmla="*/ 3 w 632"/>
                <a:gd name="T39" fmla="*/ 22 h 720"/>
                <a:gd name="T40" fmla="*/ 3 w 632"/>
                <a:gd name="T41" fmla="*/ 57 h 720"/>
                <a:gd name="T42" fmla="*/ 32 w 632"/>
                <a:gd name="T43" fmla="*/ 85 h 720"/>
                <a:gd name="T44" fmla="*/ 57 w 632"/>
                <a:gd name="T45" fmla="*/ 85 h 720"/>
                <a:gd name="T46" fmla="*/ 59 w 632"/>
                <a:gd name="T47" fmla="*/ 86 h 720"/>
                <a:gd name="T48" fmla="*/ 407 w 632"/>
                <a:gd name="T49" fmla="*/ 434 h 720"/>
                <a:gd name="T50" fmla="*/ 407 w 632"/>
                <a:gd name="T51" fmla="*/ 435 h 720"/>
                <a:gd name="T52" fmla="*/ 407 w 632"/>
                <a:gd name="T53" fmla="*/ 480 h 720"/>
                <a:gd name="T54" fmla="*/ 562 w 632"/>
                <a:gd name="T55" fmla="*/ 635 h 720"/>
                <a:gd name="T56" fmla="*/ 592 w 632"/>
                <a:gd name="T57" fmla="*/ 635 h 720"/>
                <a:gd name="T58" fmla="*/ 593 w 632"/>
                <a:gd name="T59" fmla="*/ 636 h 720"/>
                <a:gd name="T60" fmla="*/ 626 w 632"/>
                <a:gd name="T61" fmla="*/ 669 h 720"/>
                <a:gd name="T62" fmla="*/ 627 w 632"/>
                <a:gd name="T63" fmla="*/ 670 h 720"/>
                <a:gd name="T64" fmla="*/ 627 w 632"/>
                <a:gd name="T65" fmla="*/ 712 h 720"/>
                <a:gd name="T66" fmla="*/ 632 w 632"/>
                <a:gd name="T67" fmla="*/ 717 h 720"/>
                <a:gd name="T68" fmla="*/ 630 w 632"/>
                <a:gd name="T69" fmla="*/ 72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20">
                  <a:moveTo>
                    <a:pt x="630" y="720"/>
                  </a:moveTo>
                  <a:cubicBezTo>
                    <a:pt x="624" y="714"/>
                    <a:pt x="624" y="714"/>
                    <a:pt x="624" y="714"/>
                  </a:cubicBezTo>
                  <a:cubicBezTo>
                    <a:pt x="623" y="714"/>
                    <a:pt x="623" y="713"/>
                    <a:pt x="623" y="713"/>
                  </a:cubicBezTo>
                  <a:cubicBezTo>
                    <a:pt x="623" y="670"/>
                    <a:pt x="623" y="670"/>
                    <a:pt x="623" y="670"/>
                  </a:cubicBezTo>
                  <a:cubicBezTo>
                    <a:pt x="591" y="639"/>
                    <a:pt x="591" y="639"/>
                    <a:pt x="591" y="639"/>
                  </a:cubicBezTo>
                  <a:cubicBezTo>
                    <a:pt x="562" y="639"/>
                    <a:pt x="562" y="639"/>
                    <a:pt x="562" y="639"/>
                  </a:cubicBezTo>
                  <a:cubicBezTo>
                    <a:pt x="561" y="639"/>
                    <a:pt x="561" y="638"/>
                    <a:pt x="560" y="638"/>
                  </a:cubicBezTo>
                  <a:cubicBezTo>
                    <a:pt x="404" y="482"/>
                    <a:pt x="404" y="482"/>
                    <a:pt x="404" y="482"/>
                  </a:cubicBezTo>
                  <a:cubicBezTo>
                    <a:pt x="404" y="482"/>
                    <a:pt x="404" y="481"/>
                    <a:pt x="404" y="481"/>
                  </a:cubicBezTo>
                  <a:cubicBezTo>
                    <a:pt x="404" y="436"/>
                    <a:pt x="404" y="436"/>
                    <a:pt x="404" y="436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8" y="86"/>
                    <a:pt x="59" y="86"/>
                  </a:cubicBezTo>
                  <a:cubicBezTo>
                    <a:pt x="407" y="434"/>
                    <a:pt x="407" y="434"/>
                    <a:pt x="407" y="434"/>
                  </a:cubicBezTo>
                  <a:cubicBezTo>
                    <a:pt x="407" y="434"/>
                    <a:pt x="407" y="435"/>
                    <a:pt x="407" y="435"/>
                  </a:cubicBezTo>
                  <a:cubicBezTo>
                    <a:pt x="407" y="480"/>
                    <a:pt x="407" y="480"/>
                    <a:pt x="407" y="480"/>
                  </a:cubicBezTo>
                  <a:cubicBezTo>
                    <a:pt x="562" y="635"/>
                    <a:pt x="562" y="635"/>
                    <a:pt x="562" y="635"/>
                  </a:cubicBezTo>
                  <a:cubicBezTo>
                    <a:pt x="592" y="635"/>
                    <a:pt x="592" y="635"/>
                    <a:pt x="592" y="635"/>
                  </a:cubicBezTo>
                  <a:cubicBezTo>
                    <a:pt x="593" y="635"/>
                    <a:pt x="593" y="635"/>
                    <a:pt x="593" y="636"/>
                  </a:cubicBezTo>
                  <a:cubicBezTo>
                    <a:pt x="626" y="669"/>
                    <a:pt x="626" y="669"/>
                    <a:pt x="626" y="669"/>
                  </a:cubicBezTo>
                  <a:cubicBezTo>
                    <a:pt x="627" y="669"/>
                    <a:pt x="627" y="669"/>
                    <a:pt x="627" y="670"/>
                  </a:cubicBezTo>
                  <a:cubicBezTo>
                    <a:pt x="627" y="712"/>
                    <a:pt x="627" y="712"/>
                    <a:pt x="627" y="712"/>
                  </a:cubicBezTo>
                  <a:cubicBezTo>
                    <a:pt x="632" y="717"/>
                    <a:pt x="632" y="717"/>
                    <a:pt x="632" y="717"/>
                  </a:cubicBezTo>
                  <a:lnTo>
                    <a:pt x="630" y="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4" name="Freeform 550"/>
            <p:cNvSpPr>
              <a:spLocks/>
            </p:cNvSpPr>
            <p:nvPr/>
          </p:nvSpPr>
          <p:spPr bwMode="auto">
            <a:xfrm flipV="1">
              <a:off x="2406652" y="6234111"/>
              <a:ext cx="2371725" cy="2919413"/>
            </a:xfrm>
            <a:custGeom>
              <a:avLst/>
              <a:gdLst>
                <a:gd name="T0" fmla="*/ 507 w 632"/>
                <a:gd name="T1" fmla="*/ 778 h 778"/>
                <a:gd name="T2" fmla="*/ 507 w 632"/>
                <a:gd name="T3" fmla="*/ 774 h 778"/>
                <a:gd name="T4" fmla="*/ 554 w 632"/>
                <a:gd name="T5" fmla="*/ 774 h 778"/>
                <a:gd name="T6" fmla="*/ 629 w 632"/>
                <a:gd name="T7" fmla="*/ 699 h 778"/>
                <a:gd name="T8" fmla="*/ 629 w 632"/>
                <a:gd name="T9" fmla="*/ 661 h 778"/>
                <a:gd name="T10" fmla="*/ 609 w 632"/>
                <a:gd name="T11" fmla="*/ 641 h 778"/>
                <a:gd name="T12" fmla="*/ 609 w 632"/>
                <a:gd name="T13" fmla="*/ 640 h 778"/>
                <a:gd name="T14" fmla="*/ 609 w 632"/>
                <a:gd name="T15" fmla="*/ 614 h 778"/>
                <a:gd name="T16" fmla="*/ 563 w 632"/>
                <a:gd name="T17" fmla="*/ 568 h 778"/>
                <a:gd name="T18" fmla="*/ 522 w 632"/>
                <a:gd name="T19" fmla="*/ 568 h 778"/>
                <a:gd name="T20" fmla="*/ 520 w 632"/>
                <a:gd name="T21" fmla="*/ 568 h 778"/>
                <a:gd name="T22" fmla="*/ 394 w 632"/>
                <a:gd name="T23" fmla="*/ 441 h 778"/>
                <a:gd name="T24" fmla="*/ 393 w 632"/>
                <a:gd name="T25" fmla="*/ 440 h 778"/>
                <a:gd name="T26" fmla="*/ 393 w 632"/>
                <a:gd name="T27" fmla="*/ 371 h 778"/>
                <a:gd name="T28" fmla="*/ 25 w 632"/>
                <a:gd name="T29" fmla="*/ 3 h 778"/>
                <a:gd name="T30" fmla="*/ 0 w 632"/>
                <a:gd name="T31" fmla="*/ 3 h 778"/>
                <a:gd name="T32" fmla="*/ 0 w 632"/>
                <a:gd name="T33" fmla="*/ 0 h 778"/>
                <a:gd name="T34" fmla="*/ 26 w 632"/>
                <a:gd name="T35" fmla="*/ 0 h 778"/>
                <a:gd name="T36" fmla="*/ 27 w 632"/>
                <a:gd name="T37" fmla="*/ 0 h 778"/>
                <a:gd name="T38" fmla="*/ 396 w 632"/>
                <a:gd name="T39" fmla="*/ 369 h 778"/>
                <a:gd name="T40" fmla="*/ 397 w 632"/>
                <a:gd name="T41" fmla="*/ 371 h 778"/>
                <a:gd name="T42" fmla="*/ 397 w 632"/>
                <a:gd name="T43" fmla="*/ 439 h 778"/>
                <a:gd name="T44" fmla="*/ 522 w 632"/>
                <a:gd name="T45" fmla="*/ 565 h 778"/>
                <a:gd name="T46" fmla="*/ 564 w 632"/>
                <a:gd name="T47" fmla="*/ 565 h 778"/>
                <a:gd name="T48" fmla="*/ 565 w 632"/>
                <a:gd name="T49" fmla="*/ 565 h 778"/>
                <a:gd name="T50" fmla="*/ 612 w 632"/>
                <a:gd name="T51" fmla="*/ 612 h 778"/>
                <a:gd name="T52" fmla="*/ 612 w 632"/>
                <a:gd name="T53" fmla="*/ 613 h 778"/>
                <a:gd name="T54" fmla="*/ 612 w 632"/>
                <a:gd name="T55" fmla="*/ 640 h 778"/>
                <a:gd name="T56" fmla="*/ 632 w 632"/>
                <a:gd name="T57" fmla="*/ 659 h 778"/>
                <a:gd name="T58" fmla="*/ 632 w 632"/>
                <a:gd name="T59" fmla="*/ 660 h 778"/>
                <a:gd name="T60" fmla="*/ 632 w 632"/>
                <a:gd name="T61" fmla="*/ 700 h 778"/>
                <a:gd name="T62" fmla="*/ 632 w 632"/>
                <a:gd name="T63" fmla="*/ 701 h 778"/>
                <a:gd name="T64" fmla="*/ 556 w 632"/>
                <a:gd name="T65" fmla="*/ 777 h 778"/>
                <a:gd name="T66" fmla="*/ 554 w 632"/>
                <a:gd name="T67" fmla="*/ 778 h 778"/>
                <a:gd name="T68" fmla="*/ 507 w 632"/>
                <a:gd name="T69" fmla="*/ 778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78">
                  <a:moveTo>
                    <a:pt x="507" y="778"/>
                  </a:moveTo>
                  <a:cubicBezTo>
                    <a:pt x="507" y="774"/>
                    <a:pt x="507" y="774"/>
                    <a:pt x="507" y="774"/>
                  </a:cubicBezTo>
                  <a:cubicBezTo>
                    <a:pt x="554" y="774"/>
                    <a:pt x="554" y="774"/>
                    <a:pt x="554" y="774"/>
                  </a:cubicBezTo>
                  <a:cubicBezTo>
                    <a:pt x="629" y="699"/>
                    <a:pt x="629" y="699"/>
                    <a:pt x="629" y="699"/>
                  </a:cubicBezTo>
                  <a:cubicBezTo>
                    <a:pt x="629" y="661"/>
                    <a:pt x="629" y="661"/>
                    <a:pt x="629" y="661"/>
                  </a:cubicBezTo>
                  <a:cubicBezTo>
                    <a:pt x="609" y="641"/>
                    <a:pt x="609" y="641"/>
                    <a:pt x="609" y="641"/>
                  </a:cubicBezTo>
                  <a:cubicBezTo>
                    <a:pt x="609" y="641"/>
                    <a:pt x="609" y="641"/>
                    <a:pt x="609" y="640"/>
                  </a:cubicBezTo>
                  <a:cubicBezTo>
                    <a:pt x="609" y="614"/>
                    <a:pt x="609" y="614"/>
                    <a:pt x="609" y="614"/>
                  </a:cubicBezTo>
                  <a:cubicBezTo>
                    <a:pt x="563" y="568"/>
                    <a:pt x="563" y="568"/>
                    <a:pt x="563" y="568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1" y="568"/>
                    <a:pt x="521" y="568"/>
                    <a:pt x="520" y="568"/>
                  </a:cubicBezTo>
                  <a:cubicBezTo>
                    <a:pt x="394" y="441"/>
                    <a:pt x="394" y="441"/>
                    <a:pt x="394" y="441"/>
                  </a:cubicBezTo>
                  <a:cubicBezTo>
                    <a:pt x="393" y="441"/>
                    <a:pt x="393" y="441"/>
                    <a:pt x="393" y="440"/>
                  </a:cubicBezTo>
                  <a:cubicBezTo>
                    <a:pt x="393" y="371"/>
                    <a:pt x="393" y="371"/>
                    <a:pt x="393" y="371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396" y="369"/>
                    <a:pt x="396" y="369"/>
                    <a:pt x="396" y="369"/>
                  </a:cubicBezTo>
                  <a:cubicBezTo>
                    <a:pt x="396" y="370"/>
                    <a:pt x="397" y="370"/>
                    <a:pt x="397" y="371"/>
                  </a:cubicBezTo>
                  <a:cubicBezTo>
                    <a:pt x="397" y="439"/>
                    <a:pt x="397" y="439"/>
                    <a:pt x="397" y="439"/>
                  </a:cubicBezTo>
                  <a:cubicBezTo>
                    <a:pt x="522" y="565"/>
                    <a:pt x="522" y="565"/>
                    <a:pt x="522" y="565"/>
                  </a:cubicBezTo>
                  <a:cubicBezTo>
                    <a:pt x="564" y="565"/>
                    <a:pt x="564" y="565"/>
                    <a:pt x="564" y="565"/>
                  </a:cubicBezTo>
                  <a:cubicBezTo>
                    <a:pt x="565" y="565"/>
                    <a:pt x="565" y="565"/>
                    <a:pt x="565" y="565"/>
                  </a:cubicBezTo>
                  <a:cubicBezTo>
                    <a:pt x="612" y="612"/>
                    <a:pt x="612" y="612"/>
                    <a:pt x="612" y="612"/>
                  </a:cubicBezTo>
                  <a:cubicBezTo>
                    <a:pt x="612" y="612"/>
                    <a:pt x="612" y="612"/>
                    <a:pt x="612" y="613"/>
                  </a:cubicBezTo>
                  <a:cubicBezTo>
                    <a:pt x="612" y="640"/>
                    <a:pt x="612" y="640"/>
                    <a:pt x="612" y="640"/>
                  </a:cubicBezTo>
                  <a:cubicBezTo>
                    <a:pt x="632" y="659"/>
                    <a:pt x="632" y="659"/>
                    <a:pt x="632" y="659"/>
                  </a:cubicBezTo>
                  <a:cubicBezTo>
                    <a:pt x="632" y="660"/>
                    <a:pt x="632" y="660"/>
                    <a:pt x="632" y="660"/>
                  </a:cubicBezTo>
                  <a:cubicBezTo>
                    <a:pt x="632" y="700"/>
                    <a:pt x="632" y="700"/>
                    <a:pt x="632" y="700"/>
                  </a:cubicBezTo>
                  <a:cubicBezTo>
                    <a:pt x="632" y="700"/>
                    <a:pt x="632" y="700"/>
                    <a:pt x="632" y="701"/>
                  </a:cubicBezTo>
                  <a:cubicBezTo>
                    <a:pt x="556" y="777"/>
                    <a:pt x="556" y="777"/>
                    <a:pt x="556" y="777"/>
                  </a:cubicBezTo>
                  <a:cubicBezTo>
                    <a:pt x="555" y="777"/>
                    <a:pt x="555" y="778"/>
                    <a:pt x="554" y="778"/>
                  </a:cubicBezTo>
                  <a:lnTo>
                    <a:pt x="507" y="77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5" name="Freeform 551"/>
            <p:cNvSpPr>
              <a:spLocks/>
            </p:cNvSpPr>
            <p:nvPr/>
          </p:nvSpPr>
          <p:spPr bwMode="auto">
            <a:xfrm flipV="1">
              <a:off x="2235202" y="6778623"/>
              <a:ext cx="2641600" cy="2798763"/>
            </a:xfrm>
            <a:custGeom>
              <a:avLst/>
              <a:gdLst>
                <a:gd name="T0" fmla="*/ 702 w 704"/>
                <a:gd name="T1" fmla="*/ 746 h 746"/>
                <a:gd name="T2" fmla="*/ 632 w 704"/>
                <a:gd name="T3" fmla="*/ 676 h 746"/>
                <a:gd name="T4" fmla="*/ 631 w 704"/>
                <a:gd name="T5" fmla="*/ 675 h 746"/>
                <a:gd name="T6" fmla="*/ 631 w 704"/>
                <a:gd name="T7" fmla="*/ 633 h 746"/>
                <a:gd name="T8" fmla="*/ 0 w 704"/>
                <a:gd name="T9" fmla="*/ 2 h 746"/>
                <a:gd name="T10" fmla="*/ 2 w 704"/>
                <a:gd name="T11" fmla="*/ 0 h 746"/>
                <a:gd name="T12" fmla="*/ 634 w 704"/>
                <a:gd name="T13" fmla="*/ 632 h 746"/>
                <a:gd name="T14" fmla="*/ 635 w 704"/>
                <a:gd name="T15" fmla="*/ 633 h 746"/>
                <a:gd name="T16" fmla="*/ 635 w 704"/>
                <a:gd name="T17" fmla="*/ 674 h 746"/>
                <a:gd name="T18" fmla="*/ 704 w 704"/>
                <a:gd name="T19" fmla="*/ 744 h 746"/>
                <a:gd name="T20" fmla="*/ 702 w 704"/>
                <a:gd name="T21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4" h="746">
                  <a:moveTo>
                    <a:pt x="702" y="746"/>
                  </a:moveTo>
                  <a:cubicBezTo>
                    <a:pt x="632" y="676"/>
                    <a:pt x="632" y="676"/>
                    <a:pt x="632" y="676"/>
                  </a:cubicBezTo>
                  <a:cubicBezTo>
                    <a:pt x="632" y="676"/>
                    <a:pt x="631" y="675"/>
                    <a:pt x="631" y="675"/>
                  </a:cubicBezTo>
                  <a:cubicBezTo>
                    <a:pt x="631" y="633"/>
                    <a:pt x="631" y="633"/>
                    <a:pt x="631" y="6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34" y="632"/>
                    <a:pt x="634" y="632"/>
                    <a:pt x="634" y="632"/>
                  </a:cubicBezTo>
                  <a:cubicBezTo>
                    <a:pt x="635" y="632"/>
                    <a:pt x="635" y="632"/>
                    <a:pt x="635" y="633"/>
                  </a:cubicBezTo>
                  <a:cubicBezTo>
                    <a:pt x="635" y="674"/>
                    <a:pt x="635" y="674"/>
                    <a:pt x="635" y="674"/>
                  </a:cubicBezTo>
                  <a:cubicBezTo>
                    <a:pt x="704" y="744"/>
                    <a:pt x="704" y="744"/>
                    <a:pt x="704" y="744"/>
                  </a:cubicBezTo>
                  <a:lnTo>
                    <a:pt x="702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6" name="Freeform 552"/>
            <p:cNvSpPr>
              <a:spLocks/>
            </p:cNvSpPr>
            <p:nvPr/>
          </p:nvSpPr>
          <p:spPr bwMode="auto">
            <a:xfrm flipV="1">
              <a:off x="2879727" y="7400924"/>
              <a:ext cx="1812925" cy="1854200"/>
            </a:xfrm>
            <a:custGeom>
              <a:avLst/>
              <a:gdLst>
                <a:gd name="T0" fmla="*/ 464 w 483"/>
                <a:gd name="T1" fmla="*/ 494 h 494"/>
                <a:gd name="T2" fmla="*/ 461 w 483"/>
                <a:gd name="T3" fmla="*/ 494 h 494"/>
                <a:gd name="T4" fmla="*/ 461 w 483"/>
                <a:gd name="T5" fmla="*/ 465 h 494"/>
                <a:gd name="T6" fmla="*/ 462 w 483"/>
                <a:gd name="T7" fmla="*/ 463 h 494"/>
                <a:gd name="T8" fmla="*/ 480 w 483"/>
                <a:gd name="T9" fmla="*/ 445 h 494"/>
                <a:gd name="T10" fmla="*/ 480 w 483"/>
                <a:gd name="T11" fmla="*/ 429 h 494"/>
                <a:gd name="T12" fmla="*/ 269 w 483"/>
                <a:gd name="T13" fmla="*/ 218 h 494"/>
                <a:gd name="T14" fmla="*/ 217 w 483"/>
                <a:gd name="T15" fmla="*/ 218 h 494"/>
                <a:gd name="T16" fmla="*/ 215 w 483"/>
                <a:gd name="T17" fmla="*/ 218 h 494"/>
                <a:gd name="T18" fmla="*/ 0 w 483"/>
                <a:gd name="T19" fmla="*/ 2 h 494"/>
                <a:gd name="T20" fmla="*/ 2 w 483"/>
                <a:gd name="T21" fmla="*/ 0 h 494"/>
                <a:gd name="T22" fmla="*/ 217 w 483"/>
                <a:gd name="T23" fmla="*/ 215 h 494"/>
                <a:gd name="T24" fmla="*/ 270 w 483"/>
                <a:gd name="T25" fmla="*/ 215 h 494"/>
                <a:gd name="T26" fmla="*/ 271 w 483"/>
                <a:gd name="T27" fmla="*/ 215 h 494"/>
                <a:gd name="T28" fmla="*/ 483 w 483"/>
                <a:gd name="T29" fmla="*/ 427 h 494"/>
                <a:gd name="T30" fmla="*/ 483 w 483"/>
                <a:gd name="T31" fmla="*/ 428 h 494"/>
                <a:gd name="T32" fmla="*/ 483 w 483"/>
                <a:gd name="T33" fmla="*/ 446 h 494"/>
                <a:gd name="T34" fmla="*/ 483 w 483"/>
                <a:gd name="T35" fmla="*/ 447 h 494"/>
                <a:gd name="T36" fmla="*/ 464 w 483"/>
                <a:gd name="T37" fmla="*/ 465 h 494"/>
                <a:gd name="T38" fmla="*/ 464 w 483"/>
                <a:gd name="T39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4">
                  <a:moveTo>
                    <a:pt x="464" y="494"/>
                  </a:moveTo>
                  <a:cubicBezTo>
                    <a:pt x="461" y="494"/>
                    <a:pt x="461" y="494"/>
                    <a:pt x="461" y="494"/>
                  </a:cubicBezTo>
                  <a:cubicBezTo>
                    <a:pt x="461" y="465"/>
                    <a:pt x="461" y="465"/>
                    <a:pt x="461" y="465"/>
                  </a:cubicBezTo>
                  <a:cubicBezTo>
                    <a:pt x="461" y="464"/>
                    <a:pt x="461" y="464"/>
                    <a:pt x="462" y="463"/>
                  </a:cubicBezTo>
                  <a:cubicBezTo>
                    <a:pt x="480" y="445"/>
                    <a:pt x="480" y="445"/>
                    <a:pt x="480" y="445"/>
                  </a:cubicBezTo>
                  <a:cubicBezTo>
                    <a:pt x="480" y="429"/>
                    <a:pt x="480" y="429"/>
                    <a:pt x="480" y="429"/>
                  </a:cubicBezTo>
                  <a:cubicBezTo>
                    <a:pt x="269" y="218"/>
                    <a:pt x="269" y="218"/>
                    <a:pt x="269" y="218"/>
                  </a:cubicBezTo>
                  <a:cubicBezTo>
                    <a:pt x="217" y="218"/>
                    <a:pt x="217" y="218"/>
                    <a:pt x="217" y="218"/>
                  </a:cubicBezTo>
                  <a:cubicBezTo>
                    <a:pt x="216" y="218"/>
                    <a:pt x="216" y="218"/>
                    <a:pt x="215" y="2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70" y="215"/>
                    <a:pt x="270" y="215"/>
                    <a:pt x="270" y="215"/>
                  </a:cubicBezTo>
                  <a:cubicBezTo>
                    <a:pt x="270" y="215"/>
                    <a:pt x="271" y="215"/>
                    <a:pt x="271" y="215"/>
                  </a:cubicBezTo>
                  <a:cubicBezTo>
                    <a:pt x="483" y="427"/>
                    <a:pt x="483" y="427"/>
                    <a:pt x="483" y="427"/>
                  </a:cubicBezTo>
                  <a:cubicBezTo>
                    <a:pt x="483" y="427"/>
                    <a:pt x="483" y="428"/>
                    <a:pt x="483" y="428"/>
                  </a:cubicBezTo>
                  <a:cubicBezTo>
                    <a:pt x="483" y="446"/>
                    <a:pt x="483" y="446"/>
                    <a:pt x="483" y="446"/>
                  </a:cubicBezTo>
                  <a:cubicBezTo>
                    <a:pt x="483" y="446"/>
                    <a:pt x="483" y="447"/>
                    <a:pt x="483" y="447"/>
                  </a:cubicBezTo>
                  <a:cubicBezTo>
                    <a:pt x="464" y="465"/>
                    <a:pt x="464" y="465"/>
                    <a:pt x="464" y="465"/>
                  </a:cubicBezTo>
                  <a:lnTo>
                    <a:pt x="464" y="4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7" name="Freeform 553"/>
            <p:cNvSpPr>
              <a:spLocks/>
            </p:cNvSpPr>
            <p:nvPr/>
          </p:nvSpPr>
          <p:spPr bwMode="auto">
            <a:xfrm flipV="1">
              <a:off x="2786064" y="6770686"/>
              <a:ext cx="2360612" cy="2897188"/>
            </a:xfrm>
            <a:custGeom>
              <a:avLst/>
              <a:gdLst>
                <a:gd name="T0" fmla="*/ 629 w 629"/>
                <a:gd name="T1" fmla="*/ 772 h 772"/>
                <a:gd name="T2" fmla="*/ 590 w 629"/>
                <a:gd name="T3" fmla="*/ 772 h 772"/>
                <a:gd name="T4" fmla="*/ 587 w 629"/>
                <a:gd name="T5" fmla="*/ 771 h 772"/>
                <a:gd name="T6" fmla="*/ 505 w 629"/>
                <a:gd name="T7" fmla="*/ 688 h 772"/>
                <a:gd name="T8" fmla="*/ 504 w 629"/>
                <a:gd name="T9" fmla="*/ 686 h 772"/>
                <a:gd name="T10" fmla="*/ 504 w 629"/>
                <a:gd name="T11" fmla="*/ 645 h 772"/>
                <a:gd name="T12" fmla="*/ 505 w 629"/>
                <a:gd name="T13" fmla="*/ 643 h 772"/>
                <a:gd name="T14" fmla="*/ 519 w 629"/>
                <a:gd name="T15" fmla="*/ 628 h 772"/>
                <a:gd name="T16" fmla="*/ 519 w 629"/>
                <a:gd name="T17" fmla="*/ 582 h 772"/>
                <a:gd name="T18" fmla="*/ 520 w 629"/>
                <a:gd name="T19" fmla="*/ 580 h 772"/>
                <a:gd name="T20" fmla="*/ 549 w 629"/>
                <a:gd name="T21" fmla="*/ 551 h 772"/>
                <a:gd name="T22" fmla="*/ 549 w 629"/>
                <a:gd name="T23" fmla="*/ 539 h 772"/>
                <a:gd name="T24" fmla="*/ 294 w 629"/>
                <a:gd name="T25" fmla="*/ 284 h 772"/>
                <a:gd name="T26" fmla="*/ 256 w 629"/>
                <a:gd name="T27" fmla="*/ 284 h 772"/>
                <a:gd name="T28" fmla="*/ 253 w 629"/>
                <a:gd name="T29" fmla="*/ 283 h 772"/>
                <a:gd name="T30" fmla="*/ 175 w 629"/>
                <a:gd name="T31" fmla="*/ 204 h 772"/>
                <a:gd name="T32" fmla="*/ 173 w 629"/>
                <a:gd name="T33" fmla="*/ 201 h 772"/>
                <a:gd name="T34" fmla="*/ 174 w 629"/>
                <a:gd name="T35" fmla="*/ 178 h 772"/>
                <a:gd name="T36" fmla="*/ 0 w 629"/>
                <a:gd name="T37" fmla="*/ 5 h 772"/>
                <a:gd name="T38" fmla="*/ 5 w 629"/>
                <a:gd name="T39" fmla="*/ 0 h 772"/>
                <a:gd name="T40" fmla="*/ 179 w 629"/>
                <a:gd name="T41" fmla="*/ 174 h 772"/>
                <a:gd name="T42" fmla="*/ 180 w 629"/>
                <a:gd name="T43" fmla="*/ 177 h 772"/>
                <a:gd name="T44" fmla="*/ 180 w 629"/>
                <a:gd name="T45" fmla="*/ 200 h 772"/>
                <a:gd name="T46" fmla="*/ 257 w 629"/>
                <a:gd name="T47" fmla="*/ 277 h 772"/>
                <a:gd name="T48" fmla="*/ 295 w 629"/>
                <a:gd name="T49" fmla="*/ 277 h 772"/>
                <a:gd name="T50" fmla="*/ 298 w 629"/>
                <a:gd name="T51" fmla="*/ 278 h 772"/>
                <a:gd name="T52" fmla="*/ 555 w 629"/>
                <a:gd name="T53" fmla="*/ 535 h 772"/>
                <a:gd name="T54" fmla="*/ 556 w 629"/>
                <a:gd name="T55" fmla="*/ 537 h 772"/>
                <a:gd name="T56" fmla="*/ 556 w 629"/>
                <a:gd name="T57" fmla="*/ 552 h 772"/>
                <a:gd name="T58" fmla="*/ 555 w 629"/>
                <a:gd name="T59" fmla="*/ 555 h 772"/>
                <a:gd name="T60" fmla="*/ 526 w 629"/>
                <a:gd name="T61" fmla="*/ 584 h 772"/>
                <a:gd name="T62" fmla="*/ 526 w 629"/>
                <a:gd name="T63" fmla="*/ 630 h 772"/>
                <a:gd name="T64" fmla="*/ 525 w 629"/>
                <a:gd name="T65" fmla="*/ 632 h 772"/>
                <a:gd name="T66" fmla="*/ 511 w 629"/>
                <a:gd name="T67" fmla="*/ 647 h 772"/>
                <a:gd name="T68" fmla="*/ 511 w 629"/>
                <a:gd name="T69" fmla="*/ 684 h 772"/>
                <a:gd name="T70" fmla="*/ 591 w 629"/>
                <a:gd name="T71" fmla="*/ 765 h 772"/>
                <a:gd name="T72" fmla="*/ 629 w 629"/>
                <a:gd name="T73" fmla="*/ 765 h 772"/>
                <a:gd name="T74" fmla="*/ 629 w 629"/>
                <a:gd name="T75" fmla="*/ 772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9" h="772">
                  <a:moveTo>
                    <a:pt x="629" y="772"/>
                  </a:moveTo>
                  <a:cubicBezTo>
                    <a:pt x="590" y="772"/>
                    <a:pt x="590" y="772"/>
                    <a:pt x="590" y="772"/>
                  </a:cubicBezTo>
                  <a:cubicBezTo>
                    <a:pt x="589" y="772"/>
                    <a:pt x="588" y="771"/>
                    <a:pt x="587" y="771"/>
                  </a:cubicBezTo>
                  <a:cubicBezTo>
                    <a:pt x="505" y="688"/>
                    <a:pt x="505" y="688"/>
                    <a:pt x="505" y="688"/>
                  </a:cubicBezTo>
                  <a:cubicBezTo>
                    <a:pt x="504" y="687"/>
                    <a:pt x="504" y="687"/>
                    <a:pt x="504" y="686"/>
                  </a:cubicBezTo>
                  <a:cubicBezTo>
                    <a:pt x="504" y="645"/>
                    <a:pt x="504" y="645"/>
                    <a:pt x="504" y="645"/>
                  </a:cubicBezTo>
                  <a:cubicBezTo>
                    <a:pt x="504" y="644"/>
                    <a:pt x="504" y="644"/>
                    <a:pt x="505" y="643"/>
                  </a:cubicBezTo>
                  <a:cubicBezTo>
                    <a:pt x="519" y="628"/>
                    <a:pt x="519" y="628"/>
                    <a:pt x="519" y="628"/>
                  </a:cubicBezTo>
                  <a:cubicBezTo>
                    <a:pt x="519" y="582"/>
                    <a:pt x="519" y="582"/>
                    <a:pt x="519" y="582"/>
                  </a:cubicBezTo>
                  <a:cubicBezTo>
                    <a:pt x="519" y="581"/>
                    <a:pt x="520" y="580"/>
                    <a:pt x="520" y="580"/>
                  </a:cubicBezTo>
                  <a:cubicBezTo>
                    <a:pt x="549" y="551"/>
                    <a:pt x="549" y="551"/>
                    <a:pt x="549" y="551"/>
                  </a:cubicBezTo>
                  <a:cubicBezTo>
                    <a:pt x="549" y="539"/>
                    <a:pt x="549" y="539"/>
                    <a:pt x="549" y="539"/>
                  </a:cubicBezTo>
                  <a:cubicBezTo>
                    <a:pt x="294" y="284"/>
                    <a:pt x="294" y="284"/>
                    <a:pt x="294" y="284"/>
                  </a:cubicBezTo>
                  <a:cubicBezTo>
                    <a:pt x="256" y="284"/>
                    <a:pt x="256" y="284"/>
                    <a:pt x="256" y="284"/>
                  </a:cubicBezTo>
                  <a:cubicBezTo>
                    <a:pt x="255" y="284"/>
                    <a:pt x="254" y="283"/>
                    <a:pt x="253" y="283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03"/>
                    <a:pt x="173" y="202"/>
                    <a:pt x="173" y="201"/>
                  </a:cubicBezTo>
                  <a:cubicBezTo>
                    <a:pt x="174" y="178"/>
                    <a:pt x="174" y="178"/>
                    <a:pt x="174" y="17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79" y="174"/>
                    <a:pt x="179" y="174"/>
                    <a:pt x="179" y="174"/>
                  </a:cubicBezTo>
                  <a:cubicBezTo>
                    <a:pt x="180" y="175"/>
                    <a:pt x="180" y="176"/>
                    <a:pt x="180" y="177"/>
                  </a:cubicBezTo>
                  <a:cubicBezTo>
                    <a:pt x="180" y="200"/>
                    <a:pt x="180" y="200"/>
                    <a:pt x="180" y="200"/>
                  </a:cubicBezTo>
                  <a:cubicBezTo>
                    <a:pt x="257" y="277"/>
                    <a:pt x="257" y="277"/>
                    <a:pt x="257" y="277"/>
                  </a:cubicBezTo>
                  <a:cubicBezTo>
                    <a:pt x="295" y="277"/>
                    <a:pt x="295" y="277"/>
                    <a:pt x="295" y="277"/>
                  </a:cubicBezTo>
                  <a:cubicBezTo>
                    <a:pt x="296" y="277"/>
                    <a:pt x="297" y="277"/>
                    <a:pt x="298" y="278"/>
                  </a:cubicBezTo>
                  <a:cubicBezTo>
                    <a:pt x="555" y="535"/>
                    <a:pt x="555" y="535"/>
                    <a:pt x="555" y="535"/>
                  </a:cubicBezTo>
                  <a:cubicBezTo>
                    <a:pt x="556" y="536"/>
                    <a:pt x="556" y="536"/>
                    <a:pt x="556" y="537"/>
                  </a:cubicBezTo>
                  <a:cubicBezTo>
                    <a:pt x="556" y="552"/>
                    <a:pt x="556" y="552"/>
                    <a:pt x="556" y="552"/>
                  </a:cubicBezTo>
                  <a:cubicBezTo>
                    <a:pt x="556" y="553"/>
                    <a:pt x="556" y="554"/>
                    <a:pt x="555" y="555"/>
                  </a:cubicBezTo>
                  <a:cubicBezTo>
                    <a:pt x="526" y="584"/>
                    <a:pt x="526" y="584"/>
                    <a:pt x="526" y="584"/>
                  </a:cubicBezTo>
                  <a:cubicBezTo>
                    <a:pt x="526" y="630"/>
                    <a:pt x="526" y="630"/>
                    <a:pt x="526" y="630"/>
                  </a:cubicBezTo>
                  <a:cubicBezTo>
                    <a:pt x="526" y="631"/>
                    <a:pt x="526" y="632"/>
                    <a:pt x="525" y="632"/>
                  </a:cubicBezTo>
                  <a:cubicBezTo>
                    <a:pt x="511" y="647"/>
                    <a:pt x="511" y="647"/>
                    <a:pt x="511" y="647"/>
                  </a:cubicBezTo>
                  <a:cubicBezTo>
                    <a:pt x="511" y="684"/>
                    <a:pt x="511" y="684"/>
                    <a:pt x="511" y="684"/>
                  </a:cubicBezTo>
                  <a:cubicBezTo>
                    <a:pt x="591" y="765"/>
                    <a:pt x="591" y="765"/>
                    <a:pt x="591" y="765"/>
                  </a:cubicBezTo>
                  <a:cubicBezTo>
                    <a:pt x="629" y="765"/>
                    <a:pt x="629" y="765"/>
                    <a:pt x="629" y="765"/>
                  </a:cubicBezTo>
                  <a:lnTo>
                    <a:pt x="629" y="77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8" name="Freeform 554"/>
            <p:cNvSpPr>
              <a:spLocks/>
            </p:cNvSpPr>
            <p:nvPr/>
          </p:nvSpPr>
          <p:spPr bwMode="auto">
            <a:xfrm flipV="1">
              <a:off x="2620964" y="7164386"/>
              <a:ext cx="2536825" cy="2800350"/>
            </a:xfrm>
            <a:custGeom>
              <a:avLst/>
              <a:gdLst>
                <a:gd name="T0" fmla="*/ 589 w 676"/>
                <a:gd name="T1" fmla="*/ 746 h 746"/>
                <a:gd name="T2" fmla="*/ 586 w 676"/>
                <a:gd name="T3" fmla="*/ 746 h 746"/>
                <a:gd name="T4" fmla="*/ 586 w 676"/>
                <a:gd name="T5" fmla="*/ 682 h 746"/>
                <a:gd name="T6" fmla="*/ 586 w 676"/>
                <a:gd name="T7" fmla="*/ 681 h 746"/>
                <a:gd name="T8" fmla="*/ 619 w 676"/>
                <a:gd name="T9" fmla="*/ 648 h 746"/>
                <a:gd name="T10" fmla="*/ 620 w 676"/>
                <a:gd name="T11" fmla="*/ 647 h 746"/>
                <a:gd name="T12" fmla="*/ 663 w 676"/>
                <a:gd name="T13" fmla="*/ 647 h 746"/>
                <a:gd name="T14" fmla="*/ 673 w 676"/>
                <a:gd name="T15" fmla="*/ 638 h 746"/>
                <a:gd name="T16" fmla="*/ 673 w 676"/>
                <a:gd name="T17" fmla="*/ 627 h 746"/>
                <a:gd name="T18" fmla="*/ 381 w 676"/>
                <a:gd name="T19" fmla="*/ 336 h 746"/>
                <a:gd name="T20" fmla="*/ 300 w 676"/>
                <a:gd name="T21" fmla="*/ 336 h 746"/>
                <a:gd name="T22" fmla="*/ 299 w 676"/>
                <a:gd name="T23" fmla="*/ 335 h 746"/>
                <a:gd name="T24" fmla="*/ 255 w 676"/>
                <a:gd name="T25" fmla="*/ 291 h 746"/>
                <a:gd name="T26" fmla="*/ 254 w 676"/>
                <a:gd name="T27" fmla="*/ 290 h 746"/>
                <a:gd name="T28" fmla="*/ 254 w 676"/>
                <a:gd name="T29" fmla="*/ 257 h 746"/>
                <a:gd name="T30" fmla="*/ 0 w 676"/>
                <a:gd name="T31" fmla="*/ 2 h 746"/>
                <a:gd name="T32" fmla="*/ 2 w 676"/>
                <a:gd name="T33" fmla="*/ 0 h 746"/>
                <a:gd name="T34" fmla="*/ 257 w 676"/>
                <a:gd name="T35" fmla="*/ 255 h 746"/>
                <a:gd name="T36" fmla="*/ 258 w 676"/>
                <a:gd name="T37" fmla="*/ 257 h 746"/>
                <a:gd name="T38" fmla="*/ 258 w 676"/>
                <a:gd name="T39" fmla="*/ 290 h 746"/>
                <a:gd name="T40" fmla="*/ 300 w 676"/>
                <a:gd name="T41" fmla="*/ 332 h 746"/>
                <a:gd name="T42" fmla="*/ 382 w 676"/>
                <a:gd name="T43" fmla="*/ 332 h 746"/>
                <a:gd name="T44" fmla="*/ 383 w 676"/>
                <a:gd name="T45" fmla="*/ 333 h 746"/>
                <a:gd name="T46" fmla="*/ 676 w 676"/>
                <a:gd name="T47" fmla="*/ 625 h 746"/>
                <a:gd name="T48" fmla="*/ 676 w 676"/>
                <a:gd name="T49" fmla="*/ 627 h 746"/>
                <a:gd name="T50" fmla="*/ 676 w 676"/>
                <a:gd name="T51" fmla="*/ 638 h 746"/>
                <a:gd name="T52" fmla="*/ 676 w 676"/>
                <a:gd name="T53" fmla="*/ 639 h 746"/>
                <a:gd name="T54" fmla="*/ 665 w 676"/>
                <a:gd name="T55" fmla="*/ 650 h 746"/>
                <a:gd name="T56" fmla="*/ 664 w 676"/>
                <a:gd name="T57" fmla="*/ 651 h 746"/>
                <a:gd name="T58" fmla="*/ 621 w 676"/>
                <a:gd name="T59" fmla="*/ 651 h 746"/>
                <a:gd name="T60" fmla="*/ 589 w 676"/>
                <a:gd name="T61" fmla="*/ 683 h 746"/>
                <a:gd name="T62" fmla="*/ 589 w 676"/>
                <a:gd name="T63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6" h="746">
                  <a:moveTo>
                    <a:pt x="589" y="746"/>
                  </a:moveTo>
                  <a:cubicBezTo>
                    <a:pt x="586" y="746"/>
                    <a:pt x="586" y="746"/>
                    <a:pt x="586" y="746"/>
                  </a:cubicBezTo>
                  <a:cubicBezTo>
                    <a:pt x="586" y="682"/>
                    <a:pt x="586" y="682"/>
                    <a:pt x="586" y="682"/>
                  </a:cubicBezTo>
                  <a:cubicBezTo>
                    <a:pt x="586" y="682"/>
                    <a:pt x="586" y="681"/>
                    <a:pt x="586" y="681"/>
                  </a:cubicBezTo>
                  <a:cubicBezTo>
                    <a:pt x="619" y="648"/>
                    <a:pt x="619" y="648"/>
                    <a:pt x="619" y="648"/>
                  </a:cubicBezTo>
                  <a:cubicBezTo>
                    <a:pt x="619" y="648"/>
                    <a:pt x="620" y="647"/>
                    <a:pt x="620" y="647"/>
                  </a:cubicBezTo>
                  <a:cubicBezTo>
                    <a:pt x="663" y="647"/>
                    <a:pt x="663" y="647"/>
                    <a:pt x="663" y="647"/>
                  </a:cubicBezTo>
                  <a:cubicBezTo>
                    <a:pt x="673" y="638"/>
                    <a:pt x="673" y="638"/>
                    <a:pt x="673" y="638"/>
                  </a:cubicBezTo>
                  <a:cubicBezTo>
                    <a:pt x="673" y="627"/>
                    <a:pt x="673" y="627"/>
                    <a:pt x="673" y="627"/>
                  </a:cubicBezTo>
                  <a:cubicBezTo>
                    <a:pt x="381" y="336"/>
                    <a:pt x="381" y="336"/>
                    <a:pt x="381" y="336"/>
                  </a:cubicBezTo>
                  <a:cubicBezTo>
                    <a:pt x="300" y="336"/>
                    <a:pt x="300" y="336"/>
                    <a:pt x="300" y="336"/>
                  </a:cubicBezTo>
                  <a:cubicBezTo>
                    <a:pt x="299" y="336"/>
                    <a:pt x="299" y="335"/>
                    <a:pt x="299" y="335"/>
                  </a:cubicBezTo>
                  <a:cubicBezTo>
                    <a:pt x="255" y="291"/>
                    <a:pt x="255" y="291"/>
                    <a:pt x="255" y="291"/>
                  </a:cubicBezTo>
                  <a:cubicBezTo>
                    <a:pt x="255" y="291"/>
                    <a:pt x="254" y="291"/>
                    <a:pt x="254" y="290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58" y="256"/>
                    <a:pt x="258" y="256"/>
                    <a:pt x="258" y="257"/>
                  </a:cubicBezTo>
                  <a:cubicBezTo>
                    <a:pt x="258" y="290"/>
                    <a:pt x="258" y="290"/>
                    <a:pt x="258" y="290"/>
                  </a:cubicBezTo>
                  <a:cubicBezTo>
                    <a:pt x="300" y="332"/>
                    <a:pt x="300" y="332"/>
                    <a:pt x="300" y="332"/>
                  </a:cubicBezTo>
                  <a:cubicBezTo>
                    <a:pt x="382" y="332"/>
                    <a:pt x="382" y="332"/>
                    <a:pt x="382" y="332"/>
                  </a:cubicBezTo>
                  <a:cubicBezTo>
                    <a:pt x="382" y="332"/>
                    <a:pt x="383" y="332"/>
                    <a:pt x="383" y="333"/>
                  </a:cubicBezTo>
                  <a:cubicBezTo>
                    <a:pt x="676" y="625"/>
                    <a:pt x="676" y="625"/>
                    <a:pt x="676" y="625"/>
                  </a:cubicBezTo>
                  <a:cubicBezTo>
                    <a:pt x="676" y="626"/>
                    <a:pt x="676" y="626"/>
                    <a:pt x="676" y="627"/>
                  </a:cubicBezTo>
                  <a:cubicBezTo>
                    <a:pt x="676" y="638"/>
                    <a:pt x="676" y="638"/>
                    <a:pt x="676" y="638"/>
                  </a:cubicBezTo>
                  <a:cubicBezTo>
                    <a:pt x="676" y="639"/>
                    <a:pt x="676" y="639"/>
                    <a:pt x="676" y="639"/>
                  </a:cubicBezTo>
                  <a:cubicBezTo>
                    <a:pt x="665" y="650"/>
                    <a:pt x="665" y="650"/>
                    <a:pt x="665" y="650"/>
                  </a:cubicBezTo>
                  <a:cubicBezTo>
                    <a:pt x="664" y="651"/>
                    <a:pt x="664" y="651"/>
                    <a:pt x="664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589" y="683"/>
                    <a:pt x="589" y="683"/>
                    <a:pt x="589" y="683"/>
                  </a:cubicBezTo>
                  <a:lnTo>
                    <a:pt x="589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9" name="Freeform 555"/>
            <p:cNvSpPr>
              <a:spLocks/>
            </p:cNvSpPr>
            <p:nvPr/>
          </p:nvSpPr>
          <p:spPr bwMode="auto">
            <a:xfrm flipV="1">
              <a:off x="1401764" y="6016623"/>
              <a:ext cx="3921125" cy="2751138"/>
            </a:xfrm>
            <a:custGeom>
              <a:avLst/>
              <a:gdLst>
                <a:gd name="T0" fmla="*/ 770 w 1045"/>
                <a:gd name="T1" fmla="*/ 733 h 733"/>
                <a:gd name="T2" fmla="*/ 766 w 1045"/>
                <a:gd name="T3" fmla="*/ 731 h 733"/>
                <a:gd name="T4" fmla="*/ 719 w 1045"/>
                <a:gd name="T5" fmla="*/ 684 h 733"/>
                <a:gd name="T6" fmla="*/ 617 w 1045"/>
                <a:gd name="T7" fmla="*/ 684 h 733"/>
                <a:gd name="T8" fmla="*/ 613 w 1045"/>
                <a:gd name="T9" fmla="*/ 682 h 733"/>
                <a:gd name="T10" fmla="*/ 406 w 1045"/>
                <a:gd name="T11" fmla="*/ 474 h 733"/>
                <a:gd name="T12" fmla="*/ 404 w 1045"/>
                <a:gd name="T13" fmla="*/ 470 h 733"/>
                <a:gd name="T14" fmla="*/ 404 w 1045"/>
                <a:gd name="T15" fmla="*/ 411 h 733"/>
                <a:gd name="T16" fmla="*/ 0 w 1045"/>
                <a:gd name="T17" fmla="*/ 8 h 733"/>
                <a:gd name="T18" fmla="*/ 8 w 1045"/>
                <a:gd name="T19" fmla="*/ 0 h 733"/>
                <a:gd name="T20" fmla="*/ 413 w 1045"/>
                <a:gd name="T21" fmla="*/ 405 h 733"/>
                <a:gd name="T22" fmla="*/ 414 w 1045"/>
                <a:gd name="T23" fmla="*/ 409 h 733"/>
                <a:gd name="T24" fmla="*/ 414 w 1045"/>
                <a:gd name="T25" fmla="*/ 468 h 733"/>
                <a:gd name="T26" fmla="*/ 619 w 1045"/>
                <a:gd name="T27" fmla="*/ 673 h 733"/>
                <a:gd name="T28" fmla="*/ 721 w 1045"/>
                <a:gd name="T29" fmla="*/ 673 h 733"/>
                <a:gd name="T30" fmla="*/ 724 w 1045"/>
                <a:gd name="T31" fmla="*/ 675 h 733"/>
                <a:gd name="T32" fmla="*/ 772 w 1045"/>
                <a:gd name="T33" fmla="*/ 722 h 733"/>
                <a:gd name="T34" fmla="*/ 861 w 1045"/>
                <a:gd name="T35" fmla="*/ 722 h 733"/>
                <a:gd name="T36" fmla="*/ 1013 w 1045"/>
                <a:gd name="T37" fmla="*/ 571 h 733"/>
                <a:gd name="T38" fmla="*/ 1016 w 1045"/>
                <a:gd name="T39" fmla="*/ 569 h 733"/>
                <a:gd name="T40" fmla="*/ 1045 w 1045"/>
                <a:gd name="T41" fmla="*/ 569 h 733"/>
                <a:gd name="T42" fmla="*/ 1045 w 1045"/>
                <a:gd name="T43" fmla="*/ 579 h 733"/>
                <a:gd name="T44" fmla="*/ 1018 w 1045"/>
                <a:gd name="T45" fmla="*/ 579 h 733"/>
                <a:gd name="T46" fmla="*/ 867 w 1045"/>
                <a:gd name="T47" fmla="*/ 731 h 733"/>
                <a:gd name="T48" fmla="*/ 863 w 1045"/>
                <a:gd name="T49" fmla="*/ 733 h 733"/>
                <a:gd name="T50" fmla="*/ 770 w 1045"/>
                <a:gd name="T51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45" h="733">
                  <a:moveTo>
                    <a:pt x="770" y="733"/>
                  </a:moveTo>
                  <a:cubicBezTo>
                    <a:pt x="768" y="733"/>
                    <a:pt x="767" y="732"/>
                    <a:pt x="766" y="731"/>
                  </a:cubicBezTo>
                  <a:cubicBezTo>
                    <a:pt x="719" y="684"/>
                    <a:pt x="719" y="684"/>
                    <a:pt x="719" y="684"/>
                  </a:cubicBezTo>
                  <a:cubicBezTo>
                    <a:pt x="617" y="684"/>
                    <a:pt x="617" y="684"/>
                    <a:pt x="617" y="684"/>
                  </a:cubicBezTo>
                  <a:cubicBezTo>
                    <a:pt x="616" y="684"/>
                    <a:pt x="614" y="683"/>
                    <a:pt x="613" y="682"/>
                  </a:cubicBezTo>
                  <a:cubicBezTo>
                    <a:pt x="406" y="474"/>
                    <a:pt x="406" y="474"/>
                    <a:pt x="406" y="474"/>
                  </a:cubicBezTo>
                  <a:cubicBezTo>
                    <a:pt x="405" y="473"/>
                    <a:pt x="404" y="472"/>
                    <a:pt x="404" y="470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13" y="405"/>
                    <a:pt x="413" y="405"/>
                    <a:pt x="413" y="405"/>
                  </a:cubicBezTo>
                  <a:cubicBezTo>
                    <a:pt x="414" y="406"/>
                    <a:pt x="414" y="408"/>
                    <a:pt x="414" y="409"/>
                  </a:cubicBezTo>
                  <a:cubicBezTo>
                    <a:pt x="414" y="468"/>
                    <a:pt x="414" y="468"/>
                    <a:pt x="414" y="468"/>
                  </a:cubicBezTo>
                  <a:cubicBezTo>
                    <a:pt x="619" y="673"/>
                    <a:pt x="619" y="673"/>
                    <a:pt x="619" y="673"/>
                  </a:cubicBezTo>
                  <a:cubicBezTo>
                    <a:pt x="721" y="673"/>
                    <a:pt x="721" y="673"/>
                    <a:pt x="721" y="673"/>
                  </a:cubicBezTo>
                  <a:cubicBezTo>
                    <a:pt x="722" y="673"/>
                    <a:pt x="723" y="674"/>
                    <a:pt x="724" y="675"/>
                  </a:cubicBezTo>
                  <a:cubicBezTo>
                    <a:pt x="772" y="722"/>
                    <a:pt x="772" y="722"/>
                    <a:pt x="772" y="722"/>
                  </a:cubicBezTo>
                  <a:cubicBezTo>
                    <a:pt x="861" y="722"/>
                    <a:pt x="861" y="722"/>
                    <a:pt x="861" y="722"/>
                  </a:cubicBezTo>
                  <a:cubicBezTo>
                    <a:pt x="1013" y="571"/>
                    <a:pt x="1013" y="571"/>
                    <a:pt x="1013" y="571"/>
                  </a:cubicBezTo>
                  <a:cubicBezTo>
                    <a:pt x="1014" y="570"/>
                    <a:pt x="1015" y="569"/>
                    <a:pt x="1016" y="569"/>
                  </a:cubicBezTo>
                  <a:cubicBezTo>
                    <a:pt x="1045" y="569"/>
                    <a:pt x="1045" y="569"/>
                    <a:pt x="1045" y="569"/>
                  </a:cubicBezTo>
                  <a:cubicBezTo>
                    <a:pt x="1045" y="579"/>
                    <a:pt x="1045" y="579"/>
                    <a:pt x="1045" y="579"/>
                  </a:cubicBezTo>
                  <a:cubicBezTo>
                    <a:pt x="1018" y="579"/>
                    <a:pt x="1018" y="579"/>
                    <a:pt x="1018" y="579"/>
                  </a:cubicBezTo>
                  <a:cubicBezTo>
                    <a:pt x="867" y="731"/>
                    <a:pt x="867" y="731"/>
                    <a:pt x="867" y="731"/>
                  </a:cubicBezTo>
                  <a:cubicBezTo>
                    <a:pt x="866" y="732"/>
                    <a:pt x="865" y="733"/>
                    <a:pt x="863" y="733"/>
                  </a:cubicBezTo>
                  <a:lnTo>
                    <a:pt x="770" y="7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0" name="Oval 556"/>
            <p:cNvSpPr>
              <a:spLocks noChangeArrowheads="1"/>
            </p:cNvSpPr>
            <p:nvPr/>
          </p:nvSpPr>
          <p:spPr bwMode="auto">
            <a:xfrm flipV="1">
              <a:off x="3803652" y="6165849"/>
              <a:ext cx="101600" cy="1016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1" name="Freeform 557"/>
            <p:cNvSpPr>
              <a:spLocks noEditPoints="1"/>
            </p:cNvSpPr>
            <p:nvPr/>
          </p:nvSpPr>
          <p:spPr bwMode="auto">
            <a:xfrm flipV="1">
              <a:off x="2295527" y="53403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3 h 25"/>
                <a:gd name="T12" fmla="*/ 12 w 25"/>
                <a:gd name="T13" fmla="*/ 5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2" name="Freeform 558"/>
            <p:cNvSpPr>
              <a:spLocks noEditPoints="1"/>
            </p:cNvSpPr>
            <p:nvPr/>
          </p:nvSpPr>
          <p:spPr bwMode="auto">
            <a:xfrm flipV="1">
              <a:off x="2681289" y="4984748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5 w 25"/>
                <a:gd name="T23" fmla="*/ 13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3" name="Freeform 559"/>
            <p:cNvSpPr>
              <a:spLocks/>
            </p:cNvSpPr>
            <p:nvPr/>
          </p:nvSpPr>
          <p:spPr bwMode="auto">
            <a:xfrm flipV="1">
              <a:off x="-1900236" y="1797048"/>
              <a:ext cx="3981450" cy="1446213"/>
            </a:xfrm>
            <a:custGeom>
              <a:avLst/>
              <a:gdLst>
                <a:gd name="T0" fmla="*/ 603 w 1061"/>
                <a:gd name="T1" fmla="*/ 385 h 385"/>
                <a:gd name="T2" fmla="*/ 0 w 1061"/>
                <a:gd name="T3" fmla="*/ 385 h 385"/>
                <a:gd name="T4" fmla="*/ 0 w 1061"/>
                <a:gd name="T5" fmla="*/ 371 h 385"/>
                <a:gd name="T6" fmla="*/ 600 w 1061"/>
                <a:gd name="T7" fmla="*/ 371 h 385"/>
                <a:gd name="T8" fmla="*/ 969 w 1061"/>
                <a:gd name="T9" fmla="*/ 2 h 385"/>
                <a:gd name="T10" fmla="*/ 974 w 1061"/>
                <a:gd name="T11" fmla="*/ 0 h 385"/>
                <a:gd name="T12" fmla="*/ 1061 w 1061"/>
                <a:gd name="T13" fmla="*/ 0 h 385"/>
                <a:gd name="T14" fmla="*/ 1061 w 1061"/>
                <a:gd name="T15" fmla="*/ 13 h 385"/>
                <a:gd name="T16" fmla="*/ 977 w 1061"/>
                <a:gd name="T17" fmla="*/ 13 h 385"/>
                <a:gd name="T18" fmla="*/ 607 w 1061"/>
                <a:gd name="T19" fmla="*/ 383 h 385"/>
                <a:gd name="T20" fmla="*/ 603 w 1061"/>
                <a:gd name="T21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1" h="385">
                  <a:moveTo>
                    <a:pt x="603" y="385"/>
                  </a:moveTo>
                  <a:cubicBezTo>
                    <a:pt x="0" y="385"/>
                    <a:pt x="0" y="385"/>
                    <a:pt x="0" y="385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600" y="371"/>
                    <a:pt x="600" y="371"/>
                    <a:pt x="600" y="371"/>
                  </a:cubicBezTo>
                  <a:cubicBezTo>
                    <a:pt x="969" y="2"/>
                    <a:pt x="969" y="2"/>
                    <a:pt x="969" y="2"/>
                  </a:cubicBezTo>
                  <a:cubicBezTo>
                    <a:pt x="971" y="0"/>
                    <a:pt x="972" y="0"/>
                    <a:pt x="974" y="0"/>
                  </a:cubicBezTo>
                  <a:cubicBezTo>
                    <a:pt x="1061" y="0"/>
                    <a:pt x="1061" y="0"/>
                    <a:pt x="1061" y="0"/>
                  </a:cubicBezTo>
                  <a:cubicBezTo>
                    <a:pt x="1061" y="13"/>
                    <a:pt x="1061" y="13"/>
                    <a:pt x="1061" y="13"/>
                  </a:cubicBezTo>
                  <a:cubicBezTo>
                    <a:pt x="977" y="13"/>
                    <a:pt x="977" y="13"/>
                    <a:pt x="977" y="13"/>
                  </a:cubicBezTo>
                  <a:cubicBezTo>
                    <a:pt x="607" y="383"/>
                    <a:pt x="607" y="383"/>
                    <a:pt x="607" y="383"/>
                  </a:cubicBezTo>
                  <a:cubicBezTo>
                    <a:pt x="606" y="384"/>
                    <a:pt x="604" y="385"/>
                    <a:pt x="603" y="3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4" name="Freeform 560"/>
            <p:cNvSpPr>
              <a:spLocks/>
            </p:cNvSpPr>
            <p:nvPr/>
          </p:nvSpPr>
          <p:spPr bwMode="auto">
            <a:xfrm flipV="1">
              <a:off x="-77786" y="3543299"/>
              <a:ext cx="962025" cy="355600"/>
            </a:xfrm>
            <a:custGeom>
              <a:avLst/>
              <a:gdLst>
                <a:gd name="T0" fmla="*/ 253 w 256"/>
                <a:gd name="T1" fmla="*/ 95 h 95"/>
                <a:gd name="T2" fmla="*/ 162 w 256"/>
                <a:gd name="T3" fmla="*/ 3 h 95"/>
                <a:gd name="T4" fmla="*/ 22 w 256"/>
                <a:gd name="T5" fmla="*/ 3 h 95"/>
                <a:gd name="T6" fmla="*/ 3 w 256"/>
                <a:gd name="T7" fmla="*/ 22 h 95"/>
                <a:gd name="T8" fmla="*/ 3 w 256"/>
                <a:gd name="T9" fmla="*/ 47 h 95"/>
                <a:gd name="T10" fmla="*/ 24 w 256"/>
                <a:gd name="T11" fmla="*/ 68 h 95"/>
                <a:gd name="T12" fmla="*/ 99 w 256"/>
                <a:gd name="T13" fmla="*/ 68 h 95"/>
                <a:gd name="T14" fmla="*/ 113 w 256"/>
                <a:gd name="T15" fmla="*/ 53 h 95"/>
                <a:gd name="T16" fmla="*/ 115 w 256"/>
                <a:gd name="T17" fmla="*/ 56 h 95"/>
                <a:gd name="T18" fmla="*/ 100 w 256"/>
                <a:gd name="T19" fmla="*/ 71 h 95"/>
                <a:gd name="T20" fmla="*/ 99 w 256"/>
                <a:gd name="T21" fmla="*/ 71 h 95"/>
                <a:gd name="T22" fmla="*/ 24 w 256"/>
                <a:gd name="T23" fmla="*/ 71 h 95"/>
                <a:gd name="T24" fmla="*/ 22 w 256"/>
                <a:gd name="T25" fmla="*/ 71 h 95"/>
                <a:gd name="T26" fmla="*/ 0 w 256"/>
                <a:gd name="T27" fmla="*/ 49 h 95"/>
                <a:gd name="T28" fmla="*/ 0 w 256"/>
                <a:gd name="T29" fmla="*/ 48 h 95"/>
                <a:gd name="T30" fmla="*/ 0 w 256"/>
                <a:gd name="T31" fmla="*/ 21 h 95"/>
                <a:gd name="T32" fmla="*/ 0 w 256"/>
                <a:gd name="T33" fmla="*/ 20 h 95"/>
                <a:gd name="T34" fmla="*/ 20 w 256"/>
                <a:gd name="T35" fmla="*/ 0 h 95"/>
                <a:gd name="T36" fmla="*/ 22 w 256"/>
                <a:gd name="T37" fmla="*/ 0 h 95"/>
                <a:gd name="T38" fmla="*/ 162 w 256"/>
                <a:gd name="T39" fmla="*/ 0 h 95"/>
                <a:gd name="T40" fmla="*/ 164 w 256"/>
                <a:gd name="T41" fmla="*/ 0 h 95"/>
                <a:gd name="T42" fmla="*/ 256 w 256"/>
                <a:gd name="T43" fmla="*/ 92 h 95"/>
                <a:gd name="T44" fmla="*/ 253 w 256"/>
                <a:gd name="T4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95">
                  <a:moveTo>
                    <a:pt x="253" y="95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00" y="71"/>
                    <a:pt x="100" y="71"/>
                    <a:pt x="100" y="71"/>
                  </a:cubicBezTo>
                  <a:cubicBezTo>
                    <a:pt x="100" y="71"/>
                    <a:pt x="100" y="71"/>
                    <a:pt x="99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3" y="71"/>
                    <a:pt x="23" y="71"/>
                    <a:pt x="22" y="7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3" y="0"/>
                    <a:pt x="163" y="0"/>
                    <a:pt x="164" y="0"/>
                  </a:cubicBezTo>
                  <a:cubicBezTo>
                    <a:pt x="256" y="92"/>
                    <a:pt x="256" y="92"/>
                    <a:pt x="256" y="92"/>
                  </a:cubicBezTo>
                  <a:lnTo>
                    <a:pt x="253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5" name="Freeform 561"/>
            <p:cNvSpPr>
              <a:spLocks noEditPoints="1"/>
            </p:cNvSpPr>
            <p:nvPr/>
          </p:nvSpPr>
          <p:spPr bwMode="auto">
            <a:xfrm flipV="1">
              <a:off x="-2411411" y="43910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4 w 25"/>
                <a:gd name="T19" fmla="*/ 3 h 24"/>
                <a:gd name="T20" fmla="*/ 0 w 25"/>
                <a:gd name="T21" fmla="*/ 12 h 24"/>
                <a:gd name="T22" fmla="*/ 4 w 25"/>
                <a:gd name="T23" fmla="*/ 21 h 24"/>
                <a:gd name="T24" fmla="*/ 12 w 25"/>
                <a:gd name="T25" fmla="*/ 24 h 24"/>
                <a:gd name="T26" fmla="*/ 21 w 25"/>
                <a:gd name="T27" fmla="*/ 21 h 24"/>
                <a:gd name="T28" fmla="*/ 25 w 25"/>
                <a:gd name="T29" fmla="*/ 12 h 24"/>
                <a:gd name="T30" fmla="*/ 21 w 25"/>
                <a:gd name="T31" fmla="*/ 3 h 24"/>
                <a:gd name="T32" fmla="*/ 12 w 25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6" y="6"/>
                    <a:pt x="17" y="7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9"/>
                    <a:pt x="14" y="19"/>
                    <a:pt x="12" y="19"/>
                  </a:cubicBezTo>
                  <a:cubicBezTo>
                    <a:pt x="10" y="19"/>
                    <a:pt x="9" y="19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9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8"/>
                    <a:pt x="25" y="15"/>
                    <a:pt x="25" y="12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6" name="Freeform 562"/>
            <p:cNvSpPr>
              <a:spLocks noEditPoints="1"/>
            </p:cNvSpPr>
            <p:nvPr/>
          </p:nvSpPr>
          <p:spPr bwMode="auto">
            <a:xfrm flipV="1">
              <a:off x="-2212973" y="4379911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9 w 26"/>
                <a:gd name="T3" fmla="*/ 8 h 25"/>
                <a:gd name="T4" fmla="*/ 19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2 h 25"/>
                <a:gd name="T22" fmla="*/ 13 w 26"/>
                <a:gd name="T23" fmla="*/ 25 h 25"/>
                <a:gd name="T24" fmla="*/ 22 w 26"/>
                <a:gd name="T25" fmla="*/ 22 h 25"/>
                <a:gd name="T26" fmla="*/ 26 w 26"/>
                <a:gd name="T27" fmla="*/ 13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7" y="6"/>
                    <a:pt x="19" y="8"/>
                  </a:cubicBezTo>
                  <a:cubicBezTo>
                    <a:pt x="21" y="11"/>
                    <a:pt x="21" y="15"/>
                    <a:pt x="19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2" y="20"/>
                    <a:pt x="10" y="19"/>
                    <a:pt x="8" y="18"/>
                  </a:cubicBezTo>
                  <a:cubicBezTo>
                    <a:pt x="6" y="15"/>
                    <a:pt x="6" y="11"/>
                    <a:pt x="8" y="8"/>
                  </a:cubicBezTo>
                  <a:cubicBezTo>
                    <a:pt x="10" y="6"/>
                    <a:pt x="12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2"/>
                    <a:pt x="5" y="4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7" y="24"/>
                    <a:pt x="10" y="25"/>
                    <a:pt x="13" y="25"/>
                  </a:cubicBezTo>
                  <a:cubicBezTo>
                    <a:pt x="17" y="25"/>
                    <a:pt x="20" y="24"/>
                    <a:pt x="22" y="22"/>
                  </a:cubicBezTo>
                  <a:cubicBezTo>
                    <a:pt x="25" y="19"/>
                    <a:pt x="26" y="16"/>
                    <a:pt x="26" y="13"/>
                  </a:cubicBezTo>
                  <a:cubicBezTo>
                    <a:pt x="26" y="10"/>
                    <a:pt x="25" y="6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7" name="Freeform 563"/>
            <p:cNvSpPr>
              <a:spLocks noEditPoints="1"/>
            </p:cNvSpPr>
            <p:nvPr/>
          </p:nvSpPr>
          <p:spPr bwMode="auto">
            <a:xfrm flipV="1">
              <a:off x="-1893886" y="4132261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18 w 25"/>
                <a:gd name="T3" fmla="*/ 8 h 25"/>
                <a:gd name="T4" fmla="*/ 18 w 25"/>
                <a:gd name="T5" fmla="*/ 18 h 25"/>
                <a:gd name="T6" fmla="*/ 13 w 25"/>
                <a:gd name="T7" fmla="*/ 20 h 25"/>
                <a:gd name="T8" fmla="*/ 8 w 25"/>
                <a:gd name="T9" fmla="*/ 18 h 25"/>
                <a:gd name="T10" fmla="*/ 8 w 25"/>
                <a:gd name="T11" fmla="*/ 8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4 w 25"/>
                <a:gd name="T19" fmla="*/ 4 h 25"/>
                <a:gd name="T20" fmla="*/ 0 w 25"/>
                <a:gd name="T21" fmla="*/ 13 h 25"/>
                <a:gd name="T22" fmla="*/ 4 w 25"/>
                <a:gd name="T23" fmla="*/ 22 h 25"/>
                <a:gd name="T24" fmla="*/ 13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3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5" y="6"/>
                    <a:pt x="16" y="6"/>
                    <a:pt x="18" y="8"/>
                  </a:cubicBezTo>
                  <a:cubicBezTo>
                    <a:pt x="21" y="11"/>
                    <a:pt x="21" y="15"/>
                    <a:pt x="18" y="18"/>
                  </a:cubicBezTo>
                  <a:cubicBezTo>
                    <a:pt x="16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1"/>
                    <a:pt x="8" y="8"/>
                  </a:cubicBezTo>
                  <a:cubicBezTo>
                    <a:pt x="9" y="6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2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1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9"/>
                    <a:pt x="24" y="6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8" name="Freeform 564"/>
            <p:cNvSpPr>
              <a:spLocks noEditPoints="1"/>
            </p:cNvSpPr>
            <p:nvPr/>
          </p:nvSpPr>
          <p:spPr bwMode="auto">
            <a:xfrm flipV="1">
              <a:off x="-1127123" y="3659185"/>
              <a:ext cx="100012" cy="90488"/>
            </a:xfrm>
            <a:custGeom>
              <a:avLst/>
              <a:gdLst>
                <a:gd name="T0" fmla="*/ 14 w 27"/>
                <a:gd name="T1" fmla="*/ 5 h 24"/>
                <a:gd name="T2" fmla="*/ 18 w 27"/>
                <a:gd name="T3" fmla="*/ 7 h 24"/>
                <a:gd name="T4" fmla="*/ 18 w 27"/>
                <a:gd name="T5" fmla="*/ 17 h 24"/>
                <a:gd name="T6" fmla="*/ 14 w 27"/>
                <a:gd name="T7" fmla="*/ 19 h 24"/>
                <a:gd name="T8" fmla="*/ 9 w 27"/>
                <a:gd name="T9" fmla="*/ 17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4"/>
                    <a:pt x="18" y="17"/>
                  </a:cubicBezTo>
                  <a:cubicBezTo>
                    <a:pt x="17" y="18"/>
                    <a:pt x="15" y="19"/>
                    <a:pt x="14" y="19"/>
                  </a:cubicBezTo>
                  <a:cubicBezTo>
                    <a:pt x="12" y="19"/>
                    <a:pt x="10" y="18"/>
                    <a:pt x="9" y="17"/>
                  </a:cubicBezTo>
                  <a:cubicBezTo>
                    <a:pt x="6" y="14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9" name="Freeform 565"/>
            <p:cNvSpPr>
              <a:spLocks noEditPoints="1"/>
            </p:cNvSpPr>
            <p:nvPr/>
          </p:nvSpPr>
          <p:spPr bwMode="auto">
            <a:xfrm flipV="1">
              <a:off x="-1390648" y="3898898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9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13 w 26"/>
                <a:gd name="T17" fmla="*/ 0 h 24"/>
                <a:gd name="T18" fmla="*/ 5 w 26"/>
                <a:gd name="T19" fmla="*/ 3 h 24"/>
                <a:gd name="T20" fmla="*/ 5 w 26"/>
                <a:gd name="T21" fmla="*/ 20 h 24"/>
                <a:gd name="T22" fmla="*/ 13 w 26"/>
                <a:gd name="T23" fmla="*/ 24 h 24"/>
                <a:gd name="T24" fmla="*/ 22 w 26"/>
                <a:gd name="T25" fmla="*/ 20 h 24"/>
                <a:gd name="T26" fmla="*/ 22 w 26"/>
                <a:gd name="T27" fmla="*/ 3 h 24"/>
                <a:gd name="T28" fmla="*/ 13 w 26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7" y="5"/>
                    <a:pt x="18" y="7"/>
                  </a:cubicBezTo>
                  <a:cubicBezTo>
                    <a:pt x="21" y="9"/>
                    <a:pt x="21" y="14"/>
                    <a:pt x="18" y="16"/>
                  </a:cubicBezTo>
                  <a:cubicBezTo>
                    <a:pt x="17" y="18"/>
                    <a:pt x="15" y="19"/>
                    <a:pt x="13" y="19"/>
                  </a:cubicBezTo>
                  <a:cubicBezTo>
                    <a:pt x="11" y="19"/>
                    <a:pt x="10" y="18"/>
                    <a:pt x="8" y="16"/>
                  </a:cubicBezTo>
                  <a:cubicBezTo>
                    <a:pt x="6" y="14"/>
                    <a:pt x="6" y="9"/>
                    <a:pt x="8" y="7"/>
                  </a:cubicBezTo>
                  <a:cubicBezTo>
                    <a:pt x="10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3" y="24"/>
                  </a:cubicBezTo>
                  <a:cubicBezTo>
                    <a:pt x="16" y="24"/>
                    <a:pt x="19" y="22"/>
                    <a:pt x="22" y="20"/>
                  </a:cubicBezTo>
                  <a:cubicBezTo>
                    <a:pt x="26" y="15"/>
                    <a:pt x="26" y="8"/>
                    <a:pt x="22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0" name="Freeform 566"/>
            <p:cNvSpPr>
              <a:spLocks noEditPoints="1"/>
            </p:cNvSpPr>
            <p:nvPr/>
          </p:nvSpPr>
          <p:spPr bwMode="auto">
            <a:xfrm flipV="1">
              <a:off x="-708023" y="3557585"/>
              <a:ext cx="101600" cy="90488"/>
            </a:xfrm>
            <a:custGeom>
              <a:avLst/>
              <a:gdLst>
                <a:gd name="T0" fmla="*/ 14 w 27"/>
                <a:gd name="T1" fmla="*/ 5 h 24"/>
                <a:gd name="T2" fmla="*/ 19 w 27"/>
                <a:gd name="T3" fmla="*/ 7 h 24"/>
                <a:gd name="T4" fmla="*/ 19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5"/>
                    <a:pt x="19" y="7"/>
                  </a:cubicBezTo>
                  <a:cubicBezTo>
                    <a:pt x="21" y="9"/>
                    <a:pt x="21" y="14"/>
                    <a:pt x="19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6" y="14"/>
                    <a:pt x="6" y="9"/>
                    <a:pt x="9" y="7"/>
                  </a:cubicBezTo>
                  <a:cubicBezTo>
                    <a:pt x="10" y="5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5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1" name="Freeform 567"/>
            <p:cNvSpPr>
              <a:spLocks noEditPoints="1"/>
            </p:cNvSpPr>
            <p:nvPr/>
          </p:nvSpPr>
          <p:spPr bwMode="auto">
            <a:xfrm flipV="1">
              <a:off x="-796923" y="3843336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7 w 24"/>
                <a:gd name="T3" fmla="*/ 8 h 24"/>
                <a:gd name="T4" fmla="*/ 17 w 24"/>
                <a:gd name="T5" fmla="*/ 17 h 24"/>
                <a:gd name="T6" fmla="*/ 12 w 24"/>
                <a:gd name="T7" fmla="*/ 19 h 24"/>
                <a:gd name="T8" fmla="*/ 7 w 24"/>
                <a:gd name="T9" fmla="*/ 17 h 24"/>
                <a:gd name="T10" fmla="*/ 7 w 24"/>
                <a:gd name="T11" fmla="*/ 8 h 24"/>
                <a:gd name="T12" fmla="*/ 12 w 24"/>
                <a:gd name="T13" fmla="*/ 6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0 w 24"/>
                <a:gd name="T27" fmla="*/ 21 h 24"/>
                <a:gd name="T28" fmla="*/ 24 w 24"/>
                <a:gd name="T29" fmla="*/ 12 h 24"/>
                <a:gd name="T30" fmla="*/ 20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4" y="6"/>
                    <a:pt x="15" y="6"/>
                    <a:pt x="17" y="8"/>
                  </a:cubicBezTo>
                  <a:cubicBezTo>
                    <a:pt x="19" y="10"/>
                    <a:pt x="19" y="15"/>
                    <a:pt x="17" y="17"/>
                  </a:cubicBezTo>
                  <a:cubicBezTo>
                    <a:pt x="15" y="19"/>
                    <a:pt x="14" y="19"/>
                    <a:pt x="12" y="19"/>
                  </a:cubicBezTo>
                  <a:cubicBezTo>
                    <a:pt x="10" y="19"/>
                    <a:pt x="8" y="19"/>
                    <a:pt x="7" y="17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2" name="Freeform 568"/>
            <p:cNvSpPr>
              <a:spLocks noEditPoints="1"/>
            </p:cNvSpPr>
            <p:nvPr/>
          </p:nvSpPr>
          <p:spPr bwMode="auto">
            <a:xfrm flipV="1">
              <a:off x="-2163761" y="41211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19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3 h 25"/>
                <a:gd name="T20" fmla="*/ 0 w 26"/>
                <a:gd name="T21" fmla="*/ 12 h 25"/>
                <a:gd name="T22" fmla="*/ 4 w 26"/>
                <a:gd name="T23" fmla="*/ 21 h 25"/>
                <a:gd name="T24" fmla="*/ 13 w 26"/>
                <a:gd name="T25" fmla="*/ 25 h 25"/>
                <a:gd name="T26" fmla="*/ 21 w 26"/>
                <a:gd name="T27" fmla="*/ 21 h 25"/>
                <a:gd name="T28" fmla="*/ 21 w 26"/>
                <a:gd name="T29" fmla="*/ 3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6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6" y="16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3" name="Freeform 569"/>
            <p:cNvSpPr>
              <a:spLocks/>
            </p:cNvSpPr>
            <p:nvPr/>
          </p:nvSpPr>
          <p:spPr bwMode="auto">
            <a:xfrm flipV="1">
              <a:off x="-2339973" y="3898899"/>
              <a:ext cx="1568450" cy="657225"/>
            </a:xfrm>
            <a:custGeom>
              <a:avLst/>
              <a:gdLst>
                <a:gd name="T0" fmla="*/ 416 w 418"/>
                <a:gd name="T1" fmla="*/ 175 h 175"/>
                <a:gd name="T2" fmla="*/ 282 w 418"/>
                <a:gd name="T3" fmla="*/ 41 h 175"/>
                <a:gd name="T4" fmla="*/ 108 w 418"/>
                <a:gd name="T5" fmla="*/ 41 h 175"/>
                <a:gd name="T6" fmla="*/ 107 w 418"/>
                <a:gd name="T7" fmla="*/ 41 h 175"/>
                <a:gd name="T8" fmla="*/ 69 w 418"/>
                <a:gd name="T9" fmla="*/ 3 h 175"/>
                <a:gd name="T10" fmla="*/ 25 w 418"/>
                <a:gd name="T11" fmla="*/ 3 h 175"/>
                <a:gd name="T12" fmla="*/ 2 w 418"/>
                <a:gd name="T13" fmla="*/ 26 h 175"/>
                <a:gd name="T14" fmla="*/ 0 w 418"/>
                <a:gd name="T15" fmla="*/ 23 h 175"/>
                <a:gd name="T16" fmla="*/ 23 w 418"/>
                <a:gd name="T17" fmla="*/ 0 h 175"/>
                <a:gd name="T18" fmla="*/ 24 w 418"/>
                <a:gd name="T19" fmla="*/ 0 h 175"/>
                <a:gd name="T20" fmla="*/ 24 w 418"/>
                <a:gd name="T21" fmla="*/ 0 h 175"/>
                <a:gd name="T22" fmla="*/ 70 w 418"/>
                <a:gd name="T23" fmla="*/ 0 h 175"/>
                <a:gd name="T24" fmla="*/ 71 w 418"/>
                <a:gd name="T25" fmla="*/ 0 h 175"/>
                <a:gd name="T26" fmla="*/ 109 w 418"/>
                <a:gd name="T27" fmla="*/ 38 h 175"/>
                <a:gd name="T28" fmla="*/ 283 w 418"/>
                <a:gd name="T29" fmla="*/ 38 h 175"/>
                <a:gd name="T30" fmla="*/ 284 w 418"/>
                <a:gd name="T31" fmla="*/ 38 h 175"/>
                <a:gd name="T32" fmla="*/ 418 w 418"/>
                <a:gd name="T33" fmla="*/ 173 h 175"/>
                <a:gd name="T34" fmla="*/ 416 w 418"/>
                <a:gd name="T3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8" h="175">
                  <a:moveTo>
                    <a:pt x="416" y="175"/>
                  </a:moveTo>
                  <a:cubicBezTo>
                    <a:pt x="282" y="41"/>
                    <a:pt x="282" y="41"/>
                    <a:pt x="282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8" y="41"/>
                    <a:pt x="107" y="41"/>
                    <a:pt x="107" y="41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1" y="0"/>
                    <a:pt x="71" y="0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283" y="38"/>
                    <a:pt x="283" y="38"/>
                    <a:pt x="283" y="38"/>
                  </a:cubicBezTo>
                  <a:cubicBezTo>
                    <a:pt x="283" y="38"/>
                    <a:pt x="283" y="38"/>
                    <a:pt x="284" y="38"/>
                  </a:cubicBezTo>
                  <a:cubicBezTo>
                    <a:pt x="418" y="173"/>
                    <a:pt x="418" y="173"/>
                    <a:pt x="418" y="173"/>
                  </a:cubicBezTo>
                  <a:lnTo>
                    <a:pt x="416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4" name="Freeform 570"/>
            <p:cNvSpPr>
              <a:spLocks/>
            </p:cNvSpPr>
            <p:nvPr/>
          </p:nvSpPr>
          <p:spPr bwMode="auto">
            <a:xfrm flipV="1">
              <a:off x="-2141536" y="3617911"/>
              <a:ext cx="1471612" cy="781050"/>
            </a:xfrm>
            <a:custGeom>
              <a:avLst/>
              <a:gdLst>
                <a:gd name="T0" fmla="*/ 389 w 392"/>
                <a:gd name="T1" fmla="*/ 208 h 208"/>
                <a:gd name="T2" fmla="*/ 211 w 392"/>
                <a:gd name="T3" fmla="*/ 30 h 208"/>
                <a:gd name="T4" fmla="*/ 28 w 392"/>
                <a:gd name="T5" fmla="*/ 30 h 208"/>
                <a:gd name="T6" fmla="*/ 27 w 392"/>
                <a:gd name="T7" fmla="*/ 29 h 208"/>
                <a:gd name="T8" fmla="*/ 0 w 392"/>
                <a:gd name="T9" fmla="*/ 3 h 208"/>
                <a:gd name="T10" fmla="*/ 3 w 392"/>
                <a:gd name="T11" fmla="*/ 0 h 208"/>
                <a:gd name="T12" fmla="*/ 29 w 392"/>
                <a:gd name="T13" fmla="*/ 26 h 208"/>
                <a:gd name="T14" fmla="*/ 211 w 392"/>
                <a:gd name="T15" fmla="*/ 26 h 208"/>
                <a:gd name="T16" fmla="*/ 213 w 392"/>
                <a:gd name="T17" fmla="*/ 27 h 208"/>
                <a:gd name="T18" fmla="*/ 392 w 392"/>
                <a:gd name="T19" fmla="*/ 206 h 208"/>
                <a:gd name="T20" fmla="*/ 389 w 392"/>
                <a:gd name="T21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2" h="208">
                  <a:moveTo>
                    <a:pt x="389" y="208"/>
                  </a:moveTo>
                  <a:cubicBezTo>
                    <a:pt x="211" y="30"/>
                    <a:pt x="211" y="30"/>
                    <a:pt x="211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7" y="2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11" y="26"/>
                    <a:pt x="211" y="26"/>
                    <a:pt x="211" y="26"/>
                  </a:cubicBezTo>
                  <a:cubicBezTo>
                    <a:pt x="212" y="26"/>
                    <a:pt x="212" y="27"/>
                    <a:pt x="213" y="27"/>
                  </a:cubicBezTo>
                  <a:cubicBezTo>
                    <a:pt x="392" y="206"/>
                    <a:pt x="392" y="206"/>
                    <a:pt x="392" y="206"/>
                  </a:cubicBezTo>
                  <a:lnTo>
                    <a:pt x="389" y="2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5" name="Freeform 571"/>
            <p:cNvSpPr>
              <a:spLocks/>
            </p:cNvSpPr>
            <p:nvPr/>
          </p:nvSpPr>
          <p:spPr bwMode="auto">
            <a:xfrm flipV="1">
              <a:off x="-2089148" y="3733798"/>
              <a:ext cx="1020762" cy="417513"/>
            </a:xfrm>
            <a:custGeom>
              <a:avLst/>
              <a:gdLst>
                <a:gd name="T0" fmla="*/ 272 w 272"/>
                <a:gd name="T1" fmla="*/ 111 h 111"/>
                <a:gd name="T2" fmla="*/ 269 w 272"/>
                <a:gd name="T3" fmla="*/ 111 h 111"/>
                <a:gd name="T4" fmla="*/ 269 w 272"/>
                <a:gd name="T5" fmla="*/ 83 h 111"/>
                <a:gd name="T6" fmla="*/ 211 w 272"/>
                <a:gd name="T7" fmla="*/ 25 h 111"/>
                <a:gd name="T8" fmla="*/ 23 w 272"/>
                <a:gd name="T9" fmla="*/ 25 h 111"/>
                <a:gd name="T10" fmla="*/ 22 w 272"/>
                <a:gd name="T11" fmla="*/ 25 h 111"/>
                <a:gd name="T12" fmla="*/ 0 w 272"/>
                <a:gd name="T13" fmla="*/ 3 h 111"/>
                <a:gd name="T14" fmla="*/ 3 w 272"/>
                <a:gd name="T15" fmla="*/ 0 h 111"/>
                <a:gd name="T16" fmla="*/ 24 w 272"/>
                <a:gd name="T17" fmla="*/ 22 h 111"/>
                <a:gd name="T18" fmla="*/ 212 w 272"/>
                <a:gd name="T19" fmla="*/ 22 h 111"/>
                <a:gd name="T20" fmla="*/ 213 w 272"/>
                <a:gd name="T21" fmla="*/ 22 h 111"/>
                <a:gd name="T22" fmla="*/ 271 w 272"/>
                <a:gd name="T23" fmla="*/ 81 h 111"/>
                <a:gd name="T24" fmla="*/ 272 w 272"/>
                <a:gd name="T25" fmla="*/ 82 h 111"/>
                <a:gd name="T26" fmla="*/ 272 w 272"/>
                <a:gd name="T2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2" h="111">
                  <a:moveTo>
                    <a:pt x="272" y="111"/>
                  </a:moveTo>
                  <a:cubicBezTo>
                    <a:pt x="269" y="111"/>
                    <a:pt x="269" y="111"/>
                    <a:pt x="269" y="111"/>
                  </a:cubicBezTo>
                  <a:cubicBezTo>
                    <a:pt x="269" y="83"/>
                    <a:pt x="269" y="83"/>
                    <a:pt x="269" y="83"/>
                  </a:cubicBezTo>
                  <a:cubicBezTo>
                    <a:pt x="211" y="25"/>
                    <a:pt x="211" y="25"/>
                    <a:pt x="211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12" y="22"/>
                    <a:pt x="212" y="22"/>
                    <a:pt x="212" y="22"/>
                  </a:cubicBezTo>
                  <a:cubicBezTo>
                    <a:pt x="212" y="22"/>
                    <a:pt x="213" y="22"/>
                    <a:pt x="213" y="22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2" y="81"/>
                    <a:pt x="272" y="82"/>
                  </a:cubicBezTo>
                  <a:lnTo>
                    <a:pt x="272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6" name="Freeform 572"/>
            <p:cNvSpPr>
              <a:spLocks/>
            </p:cNvSpPr>
            <p:nvPr/>
          </p:nvSpPr>
          <p:spPr bwMode="auto">
            <a:xfrm flipV="1">
              <a:off x="-1814511" y="3625849"/>
              <a:ext cx="869950" cy="561975"/>
            </a:xfrm>
            <a:custGeom>
              <a:avLst/>
              <a:gdLst>
                <a:gd name="T0" fmla="*/ 211 w 232"/>
                <a:gd name="T1" fmla="*/ 150 h 150"/>
                <a:gd name="T2" fmla="*/ 180 w 232"/>
                <a:gd name="T3" fmla="*/ 150 h 150"/>
                <a:gd name="T4" fmla="*/ 179 w 232"/>
                <a:gd name="T5" fmla="*/ 150 h 150"/>
                <a:gd name="T6" fmla="*/ 126 w 232"/>
                <a:gd name="T7" fmla="*/ 96 h 150"/>
                <a:gd name="T8" fmla="*/ 125 w 232"/>
                <a:gd name="T9" fmla="*/ 95 h 150"/>
                <a:gd name="T10" fmla="*/ 125 w 232"/>
                <a:gd name="T11" fmla="*/ 74 h 150"/>
                <a:gd name="T12" fmla="*/ 128 w 232"/>
                <a:gd name="T13" fmla="*/ 74 h 150"/>
                <a:gd name="T14" fmla="*/ 128 w 232"/>
                <a:gd name="T15" fmla="*/ 94 h 150"/>
                <a:gd name="T16" fmla="*/ 181 w 232"/>
                <a:gd name="T17" fmla="*/ 147 h 150"/>
                <a:gd name="T18" fmla="*/ 211 w 232"/>
                <a:gd name="T19" fmla="*/ 147 h 150"/>
                <a:gd name="T20" fmla="*/ 228 w 232"/>
                <a:gd name="T21" fmla="*/ 129 h 150"/>
                <a:gd name="T22" fmla="*/ 228 w 232"/>
                <a:gd name="T23" fmla="*/ 103 h 150"/>
                <a:gd name="T24" fmla="*/ 130 w 232"/>
                <a:gd name="T25" fmla="*/ 4 h 150"/>
                <a:gd name="T26" fmla="*/ 0 w 232"/>
                <a:gd name="T27" fmla="*/ 4 h 150"/>
                <a:gd name="T28" fmla="*/ 0 w 232"/>
                <a:gd name="T29" fmla="*/ 0 h 150"/>
                <a:gd name="T30" fmla="*/ 130 w 232"/>
                <a:gd name="T31" fmla="*/ 0 h 150"/>
                <a:gd name="T32" fmla="*/ 131 w 232"/>
                <a:gd name="T33" fmla="*/ 1 h 150"/>
                <a:gd name="T34" fmla="*/ 231 w 232"/>
                <a:gd name="T35" fmla="*/ 101 h 150"/>
                <a:gd name="T36" fmla="*/ 232 w 232"/>
                <a:gd name="T37" fmla="*/ 102 h 150"/>
                <a:gd name="T38" fmla="*/ 232 w 232"/>
                <a:gd name="T39" fmla="*/ 130 h 150"/>
                <a:gd name="T40" fmla="*/ 231 w 232"/>
                <a:gd name="T41" fmla="*/ 131 h 150"/>
                <a:gd name="T42" fmla="*/ 213 w 232"/>
                <a:gd name="T43" fmla="*/ 150 h 150"/>
                <a:gd name="T44" fmla="*/ 211 w 232"/>
                <a:gd name="T4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50">
                  <a:moveTo>
                    <a:pt x="211" y="150"/>
                  </a:moveTo>
                  <a:cubicBezTo>
                    <a:pt x="180" y="150"/>
                    <a:pt x="180" y="150"/>
                    <a:pt x="180" y="150"/>
                  </a:cubicBezTo>
                  <a:cubicBezTo>
                    <a:pt x="180" y="150"/>
                    <a:pt x="179" y="150"/>
                    <a:pt x="179" y="150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5" y="96"/>
                    <a:pt x="125" y="95"/>
                    <a:pt x="125" y="95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8" y="74"/>
                    <a:pt x="128" y="74"/>
                    <a:pt x="128" y="7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81" y="147"/>
                    <a:pt x="181" y="147"/>
                    <a:pt x="181" y="147"/>
                  </a:cubicBezTo>
                  <a:cubicBezTo>
                    <a:pt x="211" y="147"/>
                    <a:pt x="211" y="147"/>
                    <a:pt x="211" y="147"/>
                  </a:cubicBezTo>
                  <a:cubicBezTo>
                    <a:pt x="228" y="129"/>
                    <a:pt x="228" y="129"/>
                    <a:pt x="228" y="129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1" y="0"/>
                    <a:pt x="131" y="1"/>
                    <a:pt x="131" y="1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1" y="101"/>
                    <a:pt x="232" y="101"/>
                    <a:pt x="232" y="102"/>
                  </a:cubicBezTo>
                  <a:cubicBezTo>
                    <a:pt x="232" y="130"/>
                    <a:pt x="232" y="130"/>
                    <a:pt x="232" y="130"/>
                  </a:cubicBezTo>
                  <a:cubicBezTo>
                    <a:pt x="232" y="130"/>
                    <a:pt x="231" y="131"/>
                    <a:pt x="231" y="131"/>
                  </a:cubicBezTo>
                  <a:cubicBezTo>
                    <a:pt x="213" y="150"/>
                    <a:pt x="213" y="150"/>
                    <a:pt x="213" y="150"/>
                  </a:cubicBezTo>
                  <a:cubicBezTo>
                    <a:pt x="212" y="150"/>
                    <a:pt x="212" y="150"/>
                    <a:pt x="211" y="1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7" name="Freeform 573"/>
            <p:cNvSpPr>
              <a:spLocks noEditPoints="1"/>
            </p:cNvSpPr>
            <p:nvPr/>
          </p:nvSpPr>
          <p:spPr bwMode="auto">
            <a:xfrm flipV="1">
              <a:off x="-3063873" y="3543298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7 w 24"/>
                <a:gd name="T3" fmla="*/ 8 h 25"/>
                <a:gd name="T4" fmla="*/ 17 w 24"/>
                <a:gd name="T5" fmla="*/ 18 h 25"/>
                <a:gd name="T6" fmla="*/ 12 w 24"/>
                <a:gd name="T7" fmla="*/ 20 h 25"/>
                <a:gd name="T8" fmla="*/ 7 w 24"/>
                <a:gd name="T9" fmla="*/ 18 h 25"/>
                <a:gd name="T10" fmla="*/ 7 w 24"/>
                <a:gd name="T11" fmla="*/ 8 h 25"/>
                <a:gd name="T12" fmla="*/ 12 w 24"/>
                <a:gd name="T13" fmla="*/ 5 h 25"/>
                <a:gd name="T14" fmla="*/ 12 w 24"/>
                <a:gd name="T15" fmla="*/ 0 h 25"/>
                <a:gd name="T16" fmla="*/ 12 w 24"/>
                <a:gd name="T17" fmla="*/ 0 h 25"/>
                <a:gd name="T18" fmla="*/ 3 w 24"/>
                <a:gd name="T19" fmla="*/ 4 h 25"/>
                <a:gd name="T20" fmla="*/ 0 w 24"/>
                <a:gd name="T21" fmla="*/ 13 h 25"/>
                <a:gd name="T22" fmla="*/ 3 w 24"/>
                <a:gd name="T23" fmla="*/ 21 h 25"/>
                <a:gd name="T24" fmla="*/ 12 w 24"/>
                <a:gd name="T25" fmla="*/ 25 h 25"/>
                <a:gd name="T26" fmla="*/ 21 w 24"/>
                <a:gd name="T27" fmla="*/ 21 h 25"/>
                <a:gd name="T28" fmla="*/ 24 w 24"/>
                <a:gd name="T29" fmla="*/ 13 h 25"/>
                <a:gd name="T30" fmla="*/ 21 w 24"/>
                <a:gd name="T31" fmla="*/ 4 h 25"/>
                <a:gd name="T32" fmla="*/ 12 w 2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4" y="5"/>
                    <a:pt x="16" y="6"/>
                    <a:pt x="17" y="8"/>
                  </a:cubicBezTo>
                  <a:cubicBezTo>
                    <a:pt x="20" y="10"/>
                    <a:pt x="20" y="15"/>
                    <a:pt x="17" y="18"/>
                  </a:cubicBezTo>
                  <a:cubicBezTo>
                    <a:pt x="16" y="19"/>
                    <a:pt x="14" y="20"/>
                    <a:pt x="12" y="20"/>
                  </a:cubicBezTo>
                  <a:cubicBezTo>
                    <a:pt x="10" y="20"/>
                    <a:pt x="8" y="19"/>
                    <a:pt x="7" y="18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8" y="24"/>
                    <a:pt x="21" y="21"/>
                  </a:cubicBezTo>
                  <a:cubicBezTo>
                    <a:pt x="23" y="19"/>
                    <a:pt x="24" y="16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8" name="Freeform 574"/>
            <p:cNvSpPr>
              <a:spLocks noEditPoints="1"/>
            </p:cNvSpPr>
            <p:nvPr/>
          </p:nvSpPr>
          <p:spPr bwMode="auto">
            <a:xfrm flipV="1">
              <a:off x="-3055936" y="3744911"/>
              <a:ext cx="96837" cy="95250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4 h 25"/>
                <a:gd name="T20" fmla="*/ 0 w 26"/>
                <a:gd name="T21" fmla="*/ 13 h 25"/>
                <a:gd name="T22" fmla="*/ 4 w 26"/>
                <a:gd name="T23" fmla="*/ 21 h 25"/>
                <a:gd name="T24" fmla="*/ 13 w 26"/>
                <a:gd name="T25" fmla="*/ 25 h 25"/>
                <a:gd name="T26" fmla="*/ 22 w 26"/>
                <a:gd name="T27" fmla="*/ 21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10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9" name="Freeform 575"/>
            <p:cNvSpPr>
              <a:spLocks noEditPoints="1"/>
            </p:cNvSpPr>
            <p:nvPr/>
          </p:nvSpPr>
          <p:spPr bwMode="auto">
            <a:xfrm flipV="1">
              <a:off x="-2813048" y="4060823"/>
              <a:ext cx="101600" cy="93663"/>
            </a:xfrm>
            <a:custGeom>
              <a:avLst/>
              <a:gdLst>
                <a:gd name="T0" fmla="*/ 14 w 27"/>
                <a:gd name="T1" fmla="*/ 5 h 25"/>
                <a:gd name="T2" fmla="*/ 19 w 27"/>
                <a:gd name="T3" fmla="*/ 7 h 25"/>
                <a:gd name="T4" fmla="*/ 19 w 27"/>
                <a:gd name="T5" fmla="*/ 17 h 25"/>
                <a:gd name="T6" fmla="*/ 14 w 27"/>
                <a:gd name="T7" fmla="*/ 20 h 25"/>
                <a:gd name="T8" fmla="*/ 9 w 27"/>
                <a:gd name="T9" fmla="*/ 17 h 25"/>
                <a:gd name="T10" fmla="*/ 9 w 27"/>
                <a:gd name="T11" fmla="*/ 7 h 25"/>
                <a:gd name="T12" fmla="*/ 14 w 27"/>
                <a:gd name="T13" fmla="*/ 5 h 25"/>
                <a:gd name="T14" fmla="*/ 14 w 27"/>
                <a:gd name="T15" fmla="*/ 0 h 25"/>
                <a:gd name="T16" fmla="*/ 14 w 27"/>
                <a:gd name="T17" fmla="*/ 0 h 25"/>
                <a:gd name="T18" fmla="*/ 5 w 27"/>
                <a:gd name="T19" fmla="*/ 4 h 25"/>
                <a:gd name="T20" fmla="*/ 5 w 27"/>
                <a:gd name="T21" fmla="*/ 21 h 25"/>
                <a:gd name="T22" fmla="*/ 14 w 27"/>
                <a:gd name="T23" fmla="*/ 25 h 25"/>
                <a:gd name="T24" fmla="*/ 23 w 27"/>
                <a:gd name="T25" fmla="*/ 21 h 25"/>
                <a:gd name="T26" fmla="*/ 23 w 27"/>
                <a:gd name="T27" fmla="*/ 4 h 25"/>
                <a:gd name="T28" fmla="*/ 14 w 27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14" y="5"/>
                  </a:moveTo>
                  <a:cubicBezTo>
                    <a:pt x="16" y="5"/>
                    <a:pt x="17" y="6"/>
                    <a:pt x="19" y="7"/>
                  </a:cubicBezTo>
                  <a:cubicBezTo>
                    <a:pt x="22" y="10"/>
                    <a:pt x="22" y="15"/>
                    <a:pt x="19" y="17"/>
                  </a:cubicBezTo>
                  <a:cubicBezTo>
                    <a:pt x="18" y="19"/>
                    <a:pt x="16" y="20"/>
                    <a:pt x="14" y="20"/>
                  </a:cubicBezTo>
                  <a:cubicBezTo>
                    <a:pt x="12" y="20"/>
                    <a:pt x="10" y="19"/>
                    <a:pt x="9" y="17"/>
                  </a:cubicBezTo>
                  <a:cubicBezTo>
                    <a:pt x="6" y="15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1" y="25"/>
                    <a:pt x="14" y="25"/>
                  </a:cubicBezTo>
                  <a:cubicBezTo>
                    <a:pt x="17" y="25"/>
                    <a:pt x="20" y="23"/>
                    <a:pt x="23" y="21"/>
                  </a:cubicBezTo>
                  <a:cubicBezTo>
                    <a:pt x="27" y="16"/>
                    <a:pt x="27" y="8"/>
                    <a:pt x="23" y="4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0" name="Freeform 576"/>
            <p:cNvSpPr>
              <a:spLocks noEditPoints="1"/>
            </p:cNvSpPr>
            <p:nvPr/>
          </p:nvSpPr>
          <p:spPr bwMode="auto">
            <a:xfrm flipV="1">
              <a:off x="-1052511" y="24923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6 w 24"/>
                <a:gd name="T3" fmla="*/ 7 h 24"/>
                <a:gd name="T4" fmla="*/ 16 w 24"/>
                <a:gd name="T5" fmla="*/ 16 h 24"/>
                <a:gd name="T6" fmla="*/ 12 w 24"/>
                <a:gd name="T7" fmla="*/ 19 h 24"/>
                <a:gd name="T8" fmla="*/ 7 w 24"/>
                <a:gd name="T9" fmla="*/ 16 h 24"/>
                <a:gd name="T10" fmla="*/ 7 w 24"/>
                <a:gd name="T11" fmla="*/ 7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3 w 24"/>
                <a:gd name="T21" fmla="*/ 20 h 24"/>
                <a:gd name="T22" fmla="*/ 12 w 24"/>
                <a:gd name="T23" fmla="*/ 24 h 24"/>
                <a:gd name="T24" fmla="*/ 20 w 24"/>
                <a:gd name="T25" fmla="*/ 20 h 24"/>
                <a:gd name="T26" fmla="*/ 24 w 24"/>
                <a:gd name="T27" fmla="*/ 12 h 24"/>
                <a:gd name="T28" fmla="*/ 20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3" y="5"/>
                    <a:pt x="15" y="5"/>
                    <a:pt x="16" y="7"/>
                  </a:cubicBezTo>
                  <a:cubicBezTo>
                    <a:pt x="19" y="9"/>
                    <a:pt x="19" y="14"/>
                    <a:pt x="16" y="16"/>
                  </a:cubicBezTo>
                  <a:cubicBezTo>
                    <a:pt x="15" y="18"/>
                    <a:pt x="13" y="19"/>
                    <a:pt x="12" y="19"/>
                  </a:cubicBezTo>
                  <a:cubicBezTo>
                    <a:pt x="10" y="19"/>
                    <a:pt x="8" y="18"/>
                    <a:pt x="7" y="16"/>
                  </a:cubicBezTo>
                  <a:cubicBezTo>
                    <a:pt x="4" y="14"/>
                    <a:pt x="4" y="9"/>
                    <a:pt x="7" y="7"/>
                  </a:cubicBezTo>
                  <a:cubicBezTo>
                    <a:pt x="8" y="5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2"/>
                    <a:pt x="8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8"/>
                    <a:pt x="22" y="5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1" name="Freeform 577"/>
            <p:cNvSpPr>
              <a:spLocks noEditPoints="1"/>
            </p:cNvSpPr>
            <p:nvPr/>
          </p:nvSpPr>
          <p:spPr bwMode="auto">
            <a:xfrm flipV="1">
              <a:off x="-1319211" y="2735260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3 w 25"/>
                <a:gd name="T17" fmla="*/ 4 h 24"/>
                <a:gd name="T18" fmla="*/ 0 w 25"/>
                <a:gd name="T19" fmla="*/ 12 h 24"/>
                <a:gd name="T20" fmla="*/ 3 w 25"/>
                <a:gd name="T21" fmla="*/ 21 h 24"/>
                <a:gd name="T22" fmla="*/ 12 w 25"/>
                <a:gd name="T23" fmla="*/ 24 h 24"/>
                <a:gd name="T24" fmla="*/ 20 w 25"/>
                <a:gd name="T25" fmla="*/ 21 h 24"/>
                <a:gd name="T26" fmla="*/ 20 w 25"/>
                <a:gd name="T27" fmla="*/ 4 h 24"/>
                <a:gd name="T28" fmla="*/ 12 w 25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5" y="6"/>
                    <a:pt x="17" y="7"/>
                  </a:cubicBezTo>
                  <a:cubicBezTo>
                    <a:pt x="19" y="10"/>
                    <a:pt x="19" y="14"/>
                    <a:pt x="17" y="17"/>
                  </a:cubicBezTo>
                  <a:cubicBezTo>
                    <a:pt x="15" y="18"/>
                    <a:pt x="14" y="19"/>
                    <a:pt x="12" y="19"/>
                  </a:cubicBezTo>
                  <a:cubicBezTo>
                    <a:pt x="10" y="19"/>
                    <a:pt x="8" y="18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5" y="16"/>
                    <a:pt x="25" y="8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2" name="Freeform 578"/>
            <p:cNvSpPr>
              <a:spLocks noEditPoints="1"/>
            </p:cNvSpPr>
            <p:nvPr/>
          </p:nvSpPr>
          <p:spPr bwMode="auto">
            <a:xfrm flipV="1">
              <a:off x="-636586" y="2390773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8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3 h 24"/>
                <a:gd name="T18" fmla="*/ 4 w 26"/>
                <a:gd name="T19" fmla="*/ 20 h 24"/>
                <a:gd name="T20" fmla="*/ 13 w 26"/>
                <a:gd name="T21" fmla="*/ 24 h 24"/>
                <a:gd name="T22" fmla="*/ 21 w 26"/>
                <a:gd name="T23" fmla="*/ 20 h 24"/>
                <a:gd name="T24" fmla="*/ 21 w 26"/>
                <a:gd name="T25" fmla="*/ 3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4" y="5"/>
                    <a:pt x="16" y="5"/>
                    <a:pt x="18" y="7"/>
                  </a:cubicBezTo>
                  <a:cubicBezTo>
                    <a:pt x="20" y="9"/>
                    <a:pt x="20" y="14"/>
                    <a:pt x="18" y="16"/>
                  </a:cubicBezTo>
                  <a:cubicBezTo>
                    <a:pt x="16" y="18"/>
                    <a:pt x="14" y="18"/>
                    <a:pt x="13" y="18"/>
                  </a:cubicBezTo>
                  <a:cubicBezTo>
                    <a:pt x="11" y="18"/>
                    <a:pt x="9" y="18"/>
                    <a:pt x="8" y="16"/>
                  </a:cubicBezTo>
                  <a:cubicBezTo>
                    <a:pt x="5" y="14"/>
                    <a:pt x="5" y="9"/>
                    <a:pt x="8" y="7"/>
                  </a:cubicBezTo>
                  <a:cubicBezTo>
                    <a:pt x="9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6" y="22"/>
                    <a:pt x="9" y="24"/>
                    <a:pt x="13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6" y="15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3" name="Freeform 579"/>
            <p:cNvSpPr>
              <a:spLocks noEditPoints="1"/>
            </p:cNvSpPr>
            <p:nvPr/>
          </p:nvSpPr>
          <p:spPr bwMode="auto">
            <a:xfrm flipV="1">
              <a:off x="-733423" y="2676523"/>
              <a:ext cx="96837" cy="88900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8 h 24"/>
                <a:gd name="T4" fmla="*/ 18 w 26"/>
                <a:gd name="T5" fmla="*/ 17 h 24"/>
                <a:gd name="T6" fmla="*/ 13 w 26"/>
                <a:gd name="T7" fmla="*/ 19 h 24"/>
                <a:gd name="T8" fmla="*/ 8 w 26"/>
                <a:gd name="T9" fmla="*/ 17 h 24"/>
                <a:gd name="T10" fmla="*/ 8 w 26"/>
                <a:gd name="T11" fmla="*/ 8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1 w 26"/>
                <a:gd name="T23" fmla="*/ 21 h 24"/>
                <a:gd name="T24" fmla="*/ 21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6" y="6"/>
                    <a:pt x="18" y="8"/>
                  </a:cubicBezTo>
                  <a:cubicBezTo>
                    <a:pt x="20" y="10"/>
                    <a:pt x="20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8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6" y="16"/>
                    <a:pt x="26" y="9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4" name="Freeform 580"/>
            <p:cNvSpPr>
              <a:spLocks noEditPoints="1"/>
            </p:cNvSpPr>
            <p:nvPr/>
          </p:nvSpPr>
          <p:spPr bwMode="auto">
            <a:xfrm flipV="1">
              <a:off x="-2801936" y="37909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20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1 h 25"/>
                <a:gd name="T22" fmla="*/ 13 w 26"/>
                <a:gd name="T23" fmla="*/ 25 h 25"/>
                <a:gd name="T24" fmla="*/ 22 w 26"/>
                <a:gd name="T25" fmla="*/ 21 h 25"/>
                <a:gd name="T26" fmla="*/ 26 w 26"/>
                <a:gd name="T27" fmla="*/ 12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10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10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7" y="25"/>
                    <a:pt x="20" y="23"/>
                    <a:pt x="22" y="21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9"/>
                    <a:pt x="24" y="6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5" name="Freeform 581"/>
            <p:cNvSpPr>
              <a:spLocks/>
            </p:cNvSpPr>
            <p:nvPr/>
          </p:nvSpPr>
          <p:spPr bwMode="auto">
            <a:xfrm flipV="1">
              <a:off x="-3003548" y="2555873"/>
              <a:ext cx="1984375" cy="1017588"/>
            </a:xfrm>
            <a:custGeom>
              <a:avLst/>
              <a:gdLst>
                <a:gd name="T0" fmla="*/ 526 w 529"/>
                <a:gd name="T1" fmla="*/ 271 h 271"/>
                <a:gd name="T2" fmla="*/ 512 w 529"/>
                <a:gd name="T3" fmla="*/ 257 h 271"/>
                <a:gd name="T4" fmla="*/ 512 w 529"/>
                <a:gd name="T5" fmla="*/ 256 h 271"/>
                <a:gd name="T6" fmla="*/ 512 w 529"/>
                <a:gd name="T7" fmla="*/ 226 h 271"/>
                <a:gd name="T8" fmla="*/ 418 w 529"/>
                <a:gd name="T9" fmla="*/ 132 h 271"/>
                <a:gd name="T10" fmla="*/ 307 w 529"/>
                <a:gd name="T11" fmla="*/ 132 h 271"/>
                <a:gd name="T12" fmla="*/ 243 w 529"/>
                <a:gd name="T13" fmla="*/ 197 h 271"/>
                <a:gd name="T14" fmla="*/ 242 w 529"/>
                <a:gd name="T15" fmla="*/ 197 h 271"/>
                <a:gd name="T16" fmla="*/ 196 w 529"/>
                <a:gd name="T17" fmla="*/ 197 h 271"/>
                <a:gd name="T18" fmla="*/ 194 w 529"/>
                <a:gd name="T19" fmla="*/ 197 h 271"/>
                <a:gd name="T20" fmla="*/ 0 w 529"/>
                <a:gd name="T21" fmla="*/ 2 h 271"/>
                <a:gd name="T22" fmla="*/ 2 w 529"/>
                <a:gd name="T23" fmla="*/ 0 h 271"/>
                <a:gd name="T24" fmla="*/ 196 w 529"/>
                <a:gd name="T25" fmla="*/ 194 h 271"/>
                <a:gd name="T26" fmla="*/ 241 w 529"/>
                <a:gd name="T27" fmla="*/ 194 h 271"/>
                <a:gd name="T28" fmla="*/ 305 w 529"/>
                <a:gd name="T29" fmla="*/ 129 h 271"/>
                <a:gd name="T30" fmla="*/ 306 w 529"/>
                <a:gd name="T31" fmla="*/ 129 h 271"/>
                <a:gd name="T32" fmla="*/ 419 w 529"/>
                <a:gd name="T33" fmla="*/ 129 h 271"/>
                <a:gd name="T34" fmla="*/ 420 w 529"/>
                <a:gd name="T35" fmla="*/ 129 h 271"/>
                <a:gd name="T36" fmla="*/ 515 w 529"/>
                <a:gd name="T37" fmla="*/ 224 h 271"/>
                <a:gd name="T38" fmla="*/ 515 w 529"/>
                <a:gd name="T39" fmla="*/ 225 h 271"/>
                <a:gd name="T40" fmla="*/ 515 w 529"/>
                <a:gd name="T41" fmla="*/ 255 h 271"/>
                <a:gd name="T42" fmla="*/ 529 w 529"/>
                <a:gd name="T43" fmla="*/ 269 h 271"/>
                <a:gd name="T44" fmla="*/ 526 w 529"/>
                <a:gd name="T45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9" h="271">
                  <a:moveTo>
                    <a:pt x="526" y="271"/>
                  </a:moveTo>
                  <a:cubicBezTo>
                    <a:pt x="512" y="257"/>
                    <a:pt x="512" y="257"/>
                    <a:pt x="512" y="257"/>
                  </a:cubicBezTo>
                  <a:cubicBezTo>
                    <a:pt x="512" y="257"/>
                    <a:pt x="512" y="257"/>
                    <a:pt x="512" y="256"/>
                  </a:cubicBezTo>
                  <a:cubicBezTo>
                    <a:pt x="512" y="226"/>
                    <a:pt x="512" y="226"/>
                    <a:pt x="512" y="226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307" y="132"/>
                    <a:pt x="307" y="132"/>
                    <a:pt x="307" y="132"/>
                  </a:cubicBezTo>
                  <a:cubicBezTo>
                    <a:pt x="243" y="197"/>
                    <a:pt x="243" y="197"/>
                    <a:pt x="243" y="197"/>
                  </a:cubicBezTo>
                  <a:cubicBezTo>
                    <a:pt x="243" y="197"/>
                    <a:pt x="242" y="197"/>
                    <a:pt x="242" y="197"/>
                  </a:cubicBezTo>
                  <a:cubicBezTo>
                    <a:pt x="196" y="197"/>
                    <a:pt x="196" y="197"/>
                    <a:pt x="196" y="197"/>
                  </a:cubicBezTo>
                  <a:cubicBezTo>
                    <a:pt x="195" y="197"/>
                    <a:pt x="195" y="197"/>
                    <a:pt x="194" y="1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241" y="194"/>
                    <a:pt x="241" y="194"/>
                    <a:pt x="241" y="194"/>
                  </a:cubicBezTo>
                  <a:cubicBezTo>
                    <a:pt x="305" y="129"/>
                    <a:pt x="305" y="129"/>
                    <a:pt x="305" y="129"/>
                  </a:cubicBezTo>
                  <a:cubicBezTo>
                    <a:pt x="306" y="129"/>
                    <a:pt x="306" y="129"/>
                    <a:pt x="306" y="129"/>
                  </a:cubicBezTo>
                  <a:cubicBezTo>
                    <a:pt x="419" y="129"/>
                    <a:pt x="419" y="129"/>
                    <a:pt x="419" y="129"/>
                  </a:cubicBezTo>
                  <a:cubicBezTo>
                    <a:pt x="419" y="129"/>
                    <a:pt x="419" y="129"/>
                    <a:pt x="420" y="129"/>
                  </a:cubicBezTo>
                  <a:cubicBezTo>
                    <a:pt x="515" y="224"/>
                    <a:pt x="515" y="224"/>
                    <a:pt x="515" y="224"/>
                  </a:cubicBezTo>
                  <a:cubicBezTo>
                    <a:pt x="515" y="225"/>
                    <a:pt x="515" y="225"/>
                    <a:pt x="515" y="225"/>
                  </a:cubicBezTo>
                  <a:cubicBezTo>
                    <a:pt x="515" y="255"/>
                    <a:pt x="515" y="255"/>
                    <a:pt x="515" y="255"/>
                  </a:cubicBezTo>
                  <a:cubicBezTo>
                    <a:pt x="529" y="269"/>
                    <a:pt x="529" y="269"/>
                    <a:pt x="529" y="269"/>
                  </a:cubicBezTo>
                  <a:lnTo>
                    <a:pt x="526" y="2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6" name="Freeform 582"/>
            <p:cNvSpPr>
              <a:spLocks/>
            </p:cNvSpPr>
            <p:nvPr/>
          </p:nvSpPr>
          <p:spPr bwMode="auto">
            <a:xfrm flipV="1">
              <a:off x="-2992436" y="2412998"/>
              <a:ext cx="2127250" cy="1366838"/>
            </a:xfrm>
            <a:custGeom>
              <a:avLst/>
              <a:gdLst>
                <a:gd name="T0" fmla="*/ 532 w 567"/>
                <a:gd name="T1" fmla="*/ 364 h 364"/>
                <a:gd name="T2" fmla="*/ 494 w 567"/>
                <a:gd name="T3" fmla="*/ 364 h 364"/>
                <a:gd name="T4" fmla="*/ 493 w 567"/>
                <a:gd name="T5" fmla="*/ 364 h 364"/>
                <a:gd name="T6" fmla="*/ 442 w 567"/>
                <a:gd name="T7" fmla="*/ 313 h 364"/>
                <a:gd name="T8" fmla="*/ 442 w 567"/>
                <a:gd name="T9" fmla="*/ 312 h 364"/>
                <a:gd name="T10" fmla="*/ 442 w 567"/>
                <a:gd name="T11" fmla="*/ 280 h 364"/>
                <a:gd name="T12" fmla="*/ 442 w 567"/>
                <a:gd name="T13" fmla="*/ 279 h 364"/>
                <a:gd name="T14" fmla="*/ 452 w 567"/>
                <a:gd name="T15" fmla="*/ 270 h 364"/>
                <a:gd name="T16" fmla="*/ 454 w 567"/>
                <a:gd name="T17" fmla="*/ 272 h 364"/>
                <a:gd name="T18" fmla="*/ 445 w 567"/>
                <a:gd name="T19" fmla="*/ 281 h 364"/>
                <a:gd name="T20" fmla="*/ 445 w 567"/>
                <a:gd name="T21" fmla="*/ 311 h 364"/>
                <a:gd name="T22" fmla="*/ 495 w 567"/>
                <a:gd name="T23" fmla="*/ 361 h 364"/>
                <a:gd name="T24" fmla="*/ 531 w 567"/>
                <a:gd name="T25" fmla="*/ 361 h 364"/>
                <a:gd name="T26" fmla="*/ 564 w 567"/>
                <a:gd name="T27" fmla="*/ 329 h 364"/>
                <a:gd name="T28" fmla="*/ 564 w 567"/>
                <a:gd name="T29" fmla="*/ 288 h 364"/>
                <a:gd name="T30" fmla="*/ 418 w 567"/>
                <a:gd name="T31" fmla="*/ 142 h 364"/>
                <a:gd name="T32" fmla="*/ 291 w 567"/>
                <a:gd name="T33" fmla="*/ 142 h 364"/>
                <a:gd name="T34" fmla="*/ 229 w 567"/>
                <a:gd name="T35" fmla="*/ 204 h 364"/>
                <a:gd name="T36" fmla="*/ 228 w 567"/>
                <a:gd name="T37" fmla="*/ 205 h 364"/>
                <a:gd name="T38" fmla="*/ 202 w 567"/>
                <a:gd name="T39" fmla="*/ 205 h 364"/>
                <a:gd name="T40" fmla="*/ 201 w 567"/>
                <a:gd name="T41" fmla="*/ 204 h 364"/>
                <a:gd name="T42" fmla="*/ 0 w 567"/>
                <a:gd name="T43" fmla="*/ 3 h 364"/>
                <a:gd name="T44" fmla="*/ 2 w 567"/>
                <a:gd name="T45" fmla="*/ 0 h 364"/>
                <a:gd name="T46" fmla="*/ 203 w 567"/>
                <a:gd name="T47" fmla="*/ 201 h 364"/>
                <a:gd name="T48" fmla="*/ 227 w 567"/>
                <a:gd name="T49" fmla="*/ 201 h 364"/>
                <a:gd name="T50" fmla="*/ 289 w 567"/>
                <a:gd name="T51" fmla="*/ 140 h 364"/>
                <a:gd name="T52" fmla="*/ 290 w 567"/>
                <a:gd name="T53" fmla="*/ 139 h 364"/>
                <a:gd name="T54" fmla="*/ 419 w 567"/>
                <a:gd name="T55" fmla="*/ 139 h 364"/>
                <a:gd name="T56" fmla="*/ 420 w 567"/>
                <a:gd name="T57" fmla="*/ 140 h 364"/>
                <a:gd name="T58" fmla="*/ 567 w 567"/>
                <a:gd name="T59" fmla="*/ 286 h 364"/>
                <a:gd name="T60" fmla="*/ 567 w 567"/>
                <a:gd name="T61" fmla="*/ 287 h 364"/>
                <a:gd name="T62" fmla="*/ 567 w 567"/>
                <a:gd name="T63" fmla="*/ 329 h 364"/>
                <a:gd name="T64" fmla="*/ 567 w 567"/>
                <a:gd name="T65" fmla="*/ 330 h 364"/>
                <a:gd name="T66" fmla="*/ 533 w 567"/>
                <a:gd name="T67" fmla="*/ 364 h 364"/>
                <a:gd name="T68" fmla="*/ 532 w 567"/>
                <a:gd name="T6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7" h="364">
                  <a:moveTo>
                    <a:pt x="532" y="364"/>
                  </a:moveTo>
                  <a:cubicBezTo>
                    <a:pt x="494" y="364"/>
                    <a:pt x="494" y="364"/>
                    <a:pt x="494" y="364"/>
                  </a:cubicBezTo>
                  <a:cubicBezTo>
                    <a:pt x="494" y="364"/>
                    <a:pt x="493" y="364"/>
                    <a:pt x="493" y="364"/>
                  </a:cubicBezTo>
                  <a:cubicBezTo>
                    <a:pt x="442" y="313"/>
                    <a:pt x="442" y="313"/>
                    <a:pt x="442" y="313"/>
                  </a:cubicBezTo>
                  <a:cubicBezTo>
                    <a:pt x="442" y="313"/>
                    <a:pt x="442" y="312"/>
                    <a:pt x="442" y="312"/>
                  </a:cubicBezTo>
                  <a:cubicBezTo>
                    <a:pt x="442" y="280"/>
                    <a:pt x="442" y="280"/>
                    <a:pt x="442" y="280"/>
                  </a:cubicBezTo>
                  <a:cubicBezTo>
                    <a:pt x="442" y="280"/>
                    <a:pt x="442" y="279"/>
                    <a:pt x="442" y="279"/>
                  </a:cubicBezTo>
                  <a:cubicBezTo>
                    <a:pt x="452" y="270"/>
                    <a:pt x="452" y="270"/>
                    <a:pt x="452" y="270"/>
                  </a:cubicBezTo>
                  <a:cubicBezTo>
                    <a:pt x="454" y="272"/>
                    <a:pt x="454" y="272"/>
                    <a:pt x="454" y="272"/>
                  </a:cubicBezTo>
                  <a:cubicBezTo>
                    <a:pt x="445" y="281"/>
                    <a:pt x="445" y="281"/>
                    <a:pt x="445" y="281"/>
                  </a:cubicBezTo>
                  <a:cubicBezTo>
                    <a:pt x="445" y="311"/>
                    <a:pt x="445" y="311"/>
                    <a:pt x="445" y="311"/>
                  </a:cubicBezTo>
                  <a:cubicBezTo>
                    <a:pt x="495" y="361"/>
                    <a:pt x="495" y="361"/>
                    <a:pt x="495" y="361"/>
                  </a:cubicBezTo>
                  <a:cubicBezTo>
                    <a:pt x="531" y="361"/>
                    <a:pt x="531" y="361"/>
                    <a:pt x="531" y="361"/>
                  </a:cubicBezTo>
                  <a:cubicBezTo>
                    <a:pt x="564" y="329"/>
                    <a:pt x="564" y="329"/>
                    <a:pt x="564" y="329"/>
                  </a:cubicBezTo>
                  <a:cubicBezTo>
                    <a:pt x="564" y="288"/>
                    <a:pt x="564" y="288"/>
                    <a:pt x="564" y="288"/>
                  </a:cubicBezTo>
                  <a:cubicBezTo>
                    <a:pt x="418" y="142"/>
                    <a:pt x="418" y="142"/>
                    <a:pt x="418" y="142"/>
                  </a:cubicBezTo>
                  <a:cubicBezTo>
                    <a:pt x="291" y="142"/>
                    <a:pt x="291" y="142"/>
                    <a:pt x="291" y="142"/>
                  </a:cubicBezTo>
                  <a:cubicBezTo>
                    <a:pt x="229" y="204"/>
                    <a:pt x="229" y="204"/>
                    <a:pt x="229" y="204"/>
                  </a:cubicBezTo>
                  <a:cubicBezTo>
                    <a:pt x="229" y="205"/>
                    <a:pt x="228" y="205"/>
                    <a:pt x="228" y="205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1" y="20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03" y="201"/>
                    <a:pt x="203" y="201"/>
                    <a:pt x="203" y="201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39"/>
                    <a:pt x="290" y="139"/>
                    <a:pt x="290" y="139"/>
                  </a:cubicBezTo>
                  <a:cubicBezTo>
                    <a:pt x="419" y="139"/>
                    <a:pt x="419" y="139"/>
                    <a:pt x="419" y="139"/>
                  </a:cubicBezTo>
                  <a:cubicBezTo>
                    <a:pt x="420" y="139"/>
                    <a:pt x="420" y="139"/>
                    <a:pt x="420" y="140"/>
                  </a:cubicBezTo>
                  <a:cubicBezTo>
                    <a:pt x="567" y="286"/>
                    <a:pt x="567" y="286"/>
                    <a:pt x="567" y="286"/>
                  </a:cubicBezTo>
                  <a:cubicBezTo>
                    <a:pt x="567" y="286"/>
                    <a:pt x="567" y="287"/>
                    <a:pt x="567" y="287"/>
                  </a:cubicBezTo>
                  <a:cubicBezTo>
                    <a:pt x="567" y="329"/>
                    <a:pt x="567" y="329"/>
                    <a:pt x="567" y="329"/>
                  </a:cubicBezTo>
                  <a:cubicBezTo>
                    <a:pt x="567" y="330"/>
                    <a:pt x="567" y="330"/>
                    <a:pt x="567" y="330"/>
                  </a:cubicBezTo>
                  <a:cubicBezTo>
                    <a:pt x="533" y="364"/>
                    <a:pt x="533" y="364"/>
                    <a:pt x="533" y="364"/>
                  </a:cubicBezTo>
                  <a:cubicBezTo>
                    <a:pt x="533" y="364"/>
                    <a:pt x="532" y="364"/>
                    <a:pt x="532" y="3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7" name="Freeform 583"/>
            <p:cNvSpPr>
              <a:spLocks/>
            </p:cNvSpPr>
            <p:nvPr/>
          </p:nvSpPr>
          <p:spPr bwMode="auto">
            <a:xfrm flipV="1">
              <a:off x="-2725736" y="2451099"/>
              <a:ext cx="2124075" cy="1358900"/>
            </a:xfrm>
            <a:custGeom>
              <a:avLst/>
              <a:gdLst>
                <a:gd name="T0" fmla="*/ 564 w 566"/>
                <a:gd name="T1" fmla="*/ 362 h 362"/>
                <a:gd name="T2" fmla="*/ 509 w 566"/>
                <a:gd name="T3" fmla="*/ 307 h 362"/>
                <a:gd name="T4" fmla="*/ 508 w 566"/>
                <a:gd name="T5" fmla="*/ 306 h 362"/>
                <a:gd name="T6" fmla="*/ 508 w 566"/>
                <a:gd name="T7" fmla="*/ 277 h 362"/>
                <a:gd name="T8" fmla="*/ 355 w 566"/>
                <a:gd name="T9" fmla="*/ 123 h 362"/>
                <a:gd name="T10" fmla="*/ 213 w 566"/>
                <a:gd name="T11" fmla="*/ 123 h 362"/>
                <a:gd name="T12" fmla="*/ 183 w 566"/>
                <a:gd name="T13" fmla="*/ 154 h 362"/>
                <a:gd name="T14" fmla="*/ 181 w 566"/>
                <a:gd name="T15" fmla="*/ 154 h 362"/>
                <a:gd name="T16" fmla="*/ 153 w 566"/>
                <a:gd name="T17" fmla="*/ 154 h 362"/>
                <a:gd name="T18" fmla="*/ 152 w 566"/>
                <a:gd name="T19" fmla="*/ 154 h 362"/>
                <a:gd name="T20" fmla="*/ 0 w 566"/>
                <a:gd name="T21" fmla="*/ 2 h 362"/>
                <a:gd name="T22" fmla="*/ 2 w 566"/>
                <a:gd name="T23" fmla="*/ 0 h 362"/>
                <a:gd name="T24" fmla="*/ 154 w 566"/>
                <a:gd name="T25" fmla="*/ 151 h 362"/>
                <a:gd name="T26" fmla="*/ 181 w 566"/>
                <a:gd name="T27" fmla="*/ 151 h 362"/>
                <a:gd name="T28" fmla="*/ 211 w 566"/>
                <a:gd name="T29" fmla="*/ 120 h 362"/>
                <a:gd name="T30" fmla="*/ 213 w 566"/>
                <a:gd name="T31" fmla="*/ 120 h 362"/>
                <a:gd name="T32" fmla="*/ 355 w 566"/>
                <a:gd name="T33" fmla="*/ 120 h 362"/>
                <a:gd name="T34" fmla="*/ 357 w 566"/>
                <a:gd name="T35" fmla="*/ 120 h 362"/>
                <a:gd name="T36" fmla="*/ 511 w 566"/>
                <a:gd name="T37" fmla="*/ 275 h 362"/>
                <a:gd name="T38" fmla="*/ 512 w 566"/>
                <a:gd name="T39" fmla="*/ 276 h 362"/>
                <a:gd name="T40" fmla="*/ 512 w 566"/>
                <a:gd name="T41" fmla="*/ 305 h 362"/>
                <a:gd name="T42" fmla="*/ 566 w 566"/>
                <a:gd name="T43" fmla="*/ 359 h 362"/>
                <a:gd name="T44" fmla="*/ 564 w 566"/>
                <a:gd name="T45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6" h="362">
                  <a:moveTo>
                    <a:pt x="564" y="362"/>
                  </a:moveTo>
                  <a:cubicBezTo>
                    <a:pt x="509" y="307"/>
                    <a:pt x="509" y="307"/>
                    <a:pt x="509" y="307"/>
                  </a:cubicBezTo>
                  <a:cubicBezTo>
                    <a:pt x="509" y="307"/>
                    <a:pt x="508" y="306"/>
                    <a:pt x="508" y="306"/>
                  </a:cubicBezTo>
                  <a:cubicBezTo>
                    <a:pt x="508" y="277"/>
                    <a:pt x="508" y="277"/>
                    <a:pt x="508" y="277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213" y="123"/>
                    <a:pt x="213" y="123"/>
                    <a:pt x="213" y="123"/>
                  </a:cubicBezTo>
                  <a:cubicBezTo>
                    <a:pt x="183" y="154"/>
                    <a:pt x="183" y="154"/>
                    <a:pt x="183" y="154"/>
                  </a:cubicBezTo>
                  <a:cubicBezTo>
                    <a:pt x="182" y="154"/>
                    <a:pt x="182" y="154"/>
                    <a:pt x="181" y="154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3" y="154"/>
                    <a:pt x="152" y="154"/>
                    <a:pt x="152" y="1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81" y="151"/>
                    <a:pt x="181" y="151"/>
                    <a:pt x="181" y="151"/>
                  </a:cubicBezTo>
                  <a:cubicBezTo>
                    <a:pt x="211" y="120"/>
                    <a:pt x="211" y="120"/>
                    <a:pt x="211" y="120"/>
                  </a:cubicBezTo>
                  <a:cubicBezTo>
                    <a:pt x="212" y="120"/>
                    <a:pt x="212" y="120"/>
                    <a:pt x="213" y="120"/>
                  </a:cubicBezTo>
                  <a:cubicBezTo>
                    <a:pt x="355" y="120"/>
                    <a:pt x="355" y="120"/>
                    <a:pt x="355" y="120"/>
                  </a:cubicBezTo>
                  <a:cubicBezTo>
                    <a:pt x="356" y="120"/>
                    <a:pt x="356" y="120"/>
                    <a:pt x="357" y="120"/>
                  </a:cubicBezTo>
                  <a:cubicBezTo>
                    <a:pt x="511" y="275"/>
                    <a:pt x="511" y="275"/>
                    <a:pt x="511" y="275"/>
                  </a:cubicBezTo>
                  <a:cubicBezTo>
                    <a:pt x="512" y="275"/>
                    <a:pt x="512" y="276"/>
                    <a:pt x="512" y="276"/>
                  </a:cubicBezTo>
                  <a:cubicBezTo>
                    <a:pt x="512" y="305"/>
                    <a:pt x="512" y="305"/>
                    <a:pt x="512" y="305"/>
                  </a:cubicBezTo>
                  <a:cubicBezTo>
                    <a:pt x="566" y="359"/>
                    <a:pt x="566" y="359"/>
                    <a:pt x="566" y="359"/>
                  </a:cubicBezTo>
                  <a:lnTo>
                    <a:pt x="564" y="3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8" name="Freeform 584"/>
            <p:cNvSpPr>
              <a:spLocks/>
            </p:cNvSpPr>
            <p:nvPr/>
          </p:nvSpPr>
          <p:spPr bwMode="auto">
            <a:xfrm flipV="1">
              <a:off x="-2741611" y="2754311"/>
              <a:ext cx="2071687" cy="1333500"/>
            </a:xfrm>
            <a:custGeom>
              <a:avLst/>
              <a:gdLst>
                <a:gd name="T0" fmla="*/ 552 w 552"/>
                <a:gd name="T1" fmla="*/ 355 h 355"/>
                <a:gd name="T2" fmla="*/ 549 w 552"/>
                <a:gd name="T3" fmla="*/ 355 h 355"/>
                <a:gd name="T4" fmla="*/ 549 w 552"/>
                <a:gd name="T5" fmla="*/ 337 h 355"/>
                <a:gd name="T6" fmla="*/ 360 w 552"/>
                <a:gd name="T7" fmla="*/ 148 h 355"/>
                <a:gd name="T8" fmla="*/ 211 w 552"/>
                <a:gd name="T9" fmla="*/ 148 h 355"/>
                <a:gd name="T10" fmla="*/ 195 w 552"/>
                <a:gd name="T11" fmla="*/ 164 h 355"/>
                <a:gd name="T12" fmla="*/ 193 w 552"/>
                <a:gd name="T13" fmla="*/ 165 h 355"/>
                <a:gd name="T14" fmla="*/ 163 w 552"/>
                <a:gd name="T15" fmla="*/ 165 h 355"/>
                <a:gd name="T16" fmla="*/ 162 w 552"/>
                <a:gd name="T17" fmla="*/ 164 h 355"/>
                <a:gd name="T18" fmla="*/ 0 w 552"/>
                <a:gd name="T19" fmla="*/ 2 h 355"/>
                <a:gd name="T20" fmla="*/ 3 w 552"/>
                <a:gd name="T21" fmla="*/ 0 h 355"/>
                <a:gd name="T22" fmla="*/ 164 w 552"/>
                <a:gd name="T23" fmla="*/ 161 h 355"/>
                <a:gd name="T24" fmla="*/ 193 w 552"/>
                <a:gd name="T25" fmla="*/ 161 h 355"/>
                <a:gd name="T26" fmla="*/ 209 w 552"/>
                <a:gd name="T27" fmla="*/ 145 h 355"/>
                <a:gd name="T28" fmla="*/ 210 w 552"/>
                <a:gd name="T29" fmla="*/ 145 h 355"/>
                <a:gd name="T30" fmla="*/ 361 w 552"/>
                <a:gd name="T31" fmla="*/ 145 h 355"/>
                <a:gd name="T32" fmla="*/ 362 w 552"/>
                <a:gd name="T33" fmla="*/ 145 h 355"/>
                <a:gd name="T34" fmla="*/ 552 w 552"/>
                <a:gd name="T35" fmla="*/ 335 h 355"/>
                <a:gd name="T36" fmla="*/ 552 w 552"/>
                <a:gd name="T37" fmla="*/ 336 h 355"/>
                <a:gd name="T38" fmla="*/ 552 w 552"/>
                <a:gd name="T39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2" h="355">
                  <a:moveTo>
                    <a:pt x="552" y="355"/>
                  </a:moveTo>
                  <a:cubicBezTo>
                    <a:pt x="549" y="355"/>
                    <a:pt x="549" y="355"/>
                    <a:pt x="549" y="355"/>
                  </a:cubicBezTo>
                  <a:cubicBezTo>
                    <a:pt x="549" y="337"/>
                    <a:pt x="549" y="337"/>
                    <a:pt x="549" y="337"/>
                  </a:cubicBezTo>
                  <a:cubicBezTo>
                    <a:pt x="360" y="148"/>
                    <a:pt x="360" y="148"/>
                    <a:pt x="360" y="148"/>
                  </a:cubicBezTo>
                  <a:cubicBezTo>
                    <a:pt x="211" y="148"/>
                    <a:pt x="211" y="148"/>
                    <a:pt x="211" y="148"/>
                  </a:cubicBezTo>
                  <a:cubicBezTo>
                    <a:pt x="195" y="164"/>
                    <a:pt x="195" y="164"/>
                    <a:pt x="195" y="164"/>
                  </a:cubicBezTo>
                  <a:cubicBezTo>
                    <a:pt x="194" y="164"/>
                    <a:pt x="194" y="165"/>
                    <a:pt x="193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3" y="165"/>
                    <a:pt x="162" y="164"/>
                    <a:pt x="162" y="16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64" y="161"/>
                    <a:pt x="164" y="161"/>
                    <a:pt x="164" y="161"/>
                  </a:cubicBezTo>
                  <a:cubicBezTo>
                    <a:pt x="193" y="161"/>
                    <a:pt x="193" y="161"/>
                    <a:pt x="193" y="161"/>
                  </a:cubicBezTo>
                  <a:cubicBezTo>
                    <a:pt x="209" y="145"/>
                    <a:pt x="209" y="145"/>
                    <a:pt x="209" y="145"/>
                  </a:cubicBezTo>
                  <a:cubicBezTo>
                    <a:pt x="209" y="145"/>
                    <a:pt x="210" y="145"/>
                    <a:pt x="210" y="145"/>
                  </a:cubicBezTo>
                  <a:cubicBezTo>
                    <a:pt x="361" y="145"/>
                    <a:pt x="361" y="145"/>
                    <a:pt x="361" y="145"/>
                  </a:cubicBezTo>
                  <a:cubicBezTo>
                    <a:pt x="361" y="145"/>
                    <a:pt x="362" y="145"/>
                    <a:pt x="362" y="145"/>
                  </a:cubicBezTo>
                  <a:cubicBezTo>
                    <a:pt x="552" y="335"/>
                    <a:pt x="552" y="335"/>
                    <a:pt x="552" y="335"/>
                  </a:cubicBezTo>
                  <a:cubicBezTo>
                    <a:pt x="552" y="335"/>
                    <a:pt x="552" y="336"/>
                    <a:pt x="552" y="336"/>
                  </a:cubicBezTo>
                  <a:lnTo>
                    <a:pt x="552" y="3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9" name="Freeform 801"/>
            <p:cNvSpPr>
              <a:spLocks noEditPoints="1"/>
            </p:cNvSpPr>
            <p:nvPr/>
          </p:nvSpPr>
          <p:spPr bwMode="auto">
            <a:xfrm flipV="1">
              <a:off x="1960564" y="6110285"/>
              <a:ext cx="98425" cy="90488"/>
            </a:xfrm>
            <a:custGeom>
              <a:avLst/>
              <a:gdLst>
                <a:gd name="T0" fmla="*/ 13 w 26"/>
                <a:gd name="T1" fmla="*/ 6 h 24"/>
                <a:gd name="T2" fmla="*/ 17 w 26"/>
                <a:gd name="T3" fmla="*/ 8 h 24"/>
                <a:gd name="T4" fmla="*/ 17 w 26"/>
                <a:gd name="T5" fmla="*/ 17 h 24"/>
                <a:gd name="T6" fmla="*/ 13 w 26"/>
                <a:gd name="T7" fmla="*/ 18 h 24"/>
                <a:gd name="T8" fmla="*/ 9 w 26"/>
                <a:gd name="T9" fmla="*/ 17 h 24"/>
                <a:gd name="T10" fmla="*/ 9 w 26"/>
                <a:gd name="T11" fmla="*/ 8 h 24"/>
                <a:gd name="T12" fmla="*/ 13 w 26"/>
                <a:gd name="T13" fmla="*/ 6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2 w 26"/>
                <a:gd name="T23" fmla="*/ 21 h 24"/>
                <a:gd name="T24" fmla="*/ 22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8"/>
                    <a:pt x="13" y="18"/>
                  </a:cubicBezTo>
                  <a:cubicBezTo>
                    <a:pt x="11" y="18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1"/>
                    <a:pt x="4" y="4"/>
                  </a:cubicBezTo>
                  <a:cubicBezTo>
                    <a:pt x="0" y="8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2" y="21"/>
                  </a:cubicBezTo>
                  <a:cubicBezTo>
                    <a:pt x="26" y="16"/>
                    <a:pt x="26" y="8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" name="Freeform 802"/>
            <p:cNvSpPr>
              <a:spLocks noEditPoints="1"/>
            </p:cNvSpPr>
            <p:nvPr/>
          </p:nvSpPr>
          <p:spPr bwMode="auto">
            <a:xfrm flipV="1">
              <a:off x="2609852" y="5637210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7 w 26"/>
                <a:gd name="T3" fmla="*/ 8 h 25"/>
                <a:gd name="T4" fmla="*/ 17 w 26"/>
                <a:gd name="T5" fmla="*/ 17 h 25"/>
                <a:gd name="T6" fmla="*/ 13 w 26"/>
                <a:gd name="T7" fmla="*/ 19 h 25"/>
                <a:gd name="T8" fmla="*/ 9 w 26"/>
                <a:gd name="T9" fmla="*/ 17 h 25"/>
                <a:gd name="T10" fmla="*/ 9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4 w 26"/>
                <a:gd name="T17" fmla="*/ 4 h 25"/>
                <a:gd name="T18" fmla="*/ 4 w 26"/>
                <a:gd name="T19" fmla="*/ 21 h 25"/>
                <a:gd name="T20" fmla="*/ 13 w 26"/>
                <a:gd name="T21" fmla="*/ 25 h 25"/>
                <a:gd name="T22" fmla="*/ 22 w 26"/>
                <a:gd name="T23" fmla="*/ 21 h 25"/>
                <a:gd name="T24" fmla="*/ 22 w 26"/>
                <a:gd name="T25" fmla="*/ 4 h 25"/>
                <a:gd name="T26" fmla="*/ 13 w 26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9"/>
                    <a:pt x="13" y="19"/>
                  </a:cubicBezTo>
                  <a:cubicBezTo>
                    <a:pt x="11" y="19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6" y="25"/>
                    <a:pt x="19" y="23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1" name="Freeform 804"/>
            <p:cNvSpPr>
              <a:spLocks noEditPoints="1"/>
            </p:cNvSpPr>
            <p:nvPr/>
          </p:nvSpPr>
          <p:spPr bwMode="auto">
            <a:xfrm flipV="1">
              <a:off x="2191985" y="3470273"/>
              <a:ext cx="101600" cy="90488"/>
            </a:xfrm>
            <a:custGeom>
              <a:avLst/>
              <a:gdLst>
                <a:gd name="T0" fmla="*/ 14 w 27"/>
                <a:gd name="T1" fmla="*/ 6 h 24"/>
                <a:gd name="T2" fmla="*/ 18 w 27"/>
                <a:gd name="T3" fmla="*/ 8 h 24"/>
                <a:gd name="T4" fmla="*/ 18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8 h 24"/>
                <a:gd name="T12" fmla="*/ 14 w 27"/>
                <a:gd name="T13" fmla="*/ 6 h 24"/>
                <a:gd name="T14" fmla="*/ 14 w 27"/>
                <a:gd name="T15" fmla="*/ 0 h 24"/>
                <a:gd name="T16" fmla="*/ 5 w 27"/>
                <a:gd name="T17" fmla="*/ 3 h 24"/>
                <a:gd name="T18" fmla="*/ 5 w 27"/>
                <a:gd name="T19" fmla="*/ 21 h 24"/>
                <a:gd name="T20" fmla="*/ 14 w 27"/>
                <a:gd name="T21" fmla="*/ 24 h 24"/>
                <a:gd name="T22" fmla="*/ 22 w 27"/>
                <a:gd name="T23" fmla="*/ 21 h 24"/>
                <a:gd name="T24" fmla="*/ 22 w 27"/>
                <a:gd name="T25" fmla="*/ 3 h 24"/>
                <a:gd name="T26" fmla="*/ 14 w 27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4">
                  <a:moveTo>
                    <a:pt x="14" y="6"/>
                  </a:moveTo>
                  <a:cubicBezTo>
                    <a:pt x="15" y="6"/>
                    <a:pt x="17" y="6"/>
                    <a:pt x="18" y="8"/>
                  </a:cubicBezTo>
                  <a:cubicBezTo>
                    <a:pt x="20" y="10"/>
                    <a:pt x="20" y="14"/>
                    <a:pt x="18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7" y="14"/>
                    <a:pt x="7" y="10"/>
                    <a:pt x="9" y="8"/>
                  </a:cubicBezTo>
                  <a:cubicBezTo>
                    <a:pt x="10" y="6"/>
                    <a:pt x="12" y="6"/>
                    <a:pt x="14" y="6"/>
                  </a:cubicBezTo>
                  <a:close/>
                  <a:moveTo>
                    <a:pt x="14" y="0"/>
                  </a:move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4"/>
                    <a:pt x="14" y="24"/>
                  </a:cubicBezTo>
                  <a:cubicBezTo>
                    <a:pt x="17" y="24"/>
                    <a:pt x="20" y="23"/>
                    <a:pt x="22" y="21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2" name="任意多边形 1579"/>
            <p:cNvSpPr>
              <a:spLocks/>
            </p:cNvSpPr>
            <p:nvPr/>
          </p:nvSpPr>
          <p:spPr bwMode="auto">
            <a:xfrm flipV="1">
              <a:off x="3314562" y="4770340"/>
              <a:ext cx="3033852" cy="2698846"/>
            </a:xfrm>
            <a:custGeom>
              <a:avLst/>
              <a:gdLst>
                <a:gd name="connsiteX0" fmla="*/ 17697 w 3033852"/>
                <a:gd name="connsiteY0" fmla="*/ 2698846 h 2698846"/>
                <a:gd name="connsiteX1" fmla="*/ 114308 w 3033852"/>
                <a:gd name="connsiteY1" fmla="*/ 2602405 h 2698846"/>
                <a:gd name="connsiteX2" fmla="*/ 1206037 w 3033852"/>
                <a:gd name="connsiteY2" fmla="*/ 1512600 h 2698846"/>
                <a:gd name="connsiteX3" fmla="*/ 1382438 w 3033852"/>
                <a:gd name="connsiteY3" fmla="*/ 1512600 h 2698846"/>
                <a:gd name="connsiteX4" fmla="*/ 1393698 w 3033852"/>
                <a:gd name="connsiteY4" fmla="*/ 1508846 h 2698846"/>
                <a:gd name="connsiteX5" fmla="*/ 1926654 w 3033852"/>
                <a:gd name="connsiteY5" fmla="*/ 972118 h 2698846"/>
                <a:gd name="connsiteX6" fmla="*/ 2076783 w 3033852"/>
                <a:gd name="connsiteY6" fmla="*/ 972118 h 2698846"/>
                <a:gd name="connsiteX7" fmla="*/ 2084289 w 3033852"/>
                <a:gd name="connsiteY7" fmla="*/ 968364 h 2698846"/>
                <a:gd name="connsiteX8" fmla="*/ 3033852 w 3033852"/>
                <a:gd name="connsiteY8" fmla="*/ 18767 h 2698846"/>
                <a:gd name="connsiteX9" fmla="*/ 3015086 w 3033852"/>
                <a:gd name="connsiteY9" fmla="*/ 0 h 2698846"/>
                <a:gd name="connsiteX10" fmla="*/ 2069277 w 3033852"/>
                <a:gd name="connsiteY10" fmla="*/ 945844 h 2698846"/>
                <a:gd name="connsiteX11" fmla="*/ 1922901 w 3033852"/>
                <a:gd name="connsiteY11" fmla="*/ 945844 h 2698846"/>
                <a:gd name="connsiteX12" fmla="*/ 1911641 w 3033852"/>
                <a:gd name="connsiteY12" fmla="*/ 949597 h 2698846"/>
                <a:gd name="connsiteX13" fmla="*/ 1378685 w 3033852"/>
                <a:gd name="connsiteY13" fmla="*/ 1486326 h 2698846"/>
                <a:gd name="connsiteX14" fmla="*/ 1198531 w 3033852"/>
                <a:gd name="connsiteY14" fmla="*/ 1486326 h 2698846"/>
                <a:gd name="connsiteX15" fmla="*/ 1191025 w 3033852"/>
                <a:gd name="connsiteY15" fmla="*/ 1490080 h 2698846"/>
                <a:gd name="connsiteX16" fmla="*/ 67694 w 3033852"/>
                <a:gd name="connsiteY16" fmla="*/ 2613451 h 2698846"/>
                <a:gd name="connsiteX17" fmla="*/ 0 w 3033852"/>
                <a:gd name="connsiteY17" fmla="*/ 2681148 h 269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33852" h="2698846">
                  <a:moveTo>
                    <a:pt x="17697" y="2698846"/>
                  </a:moveTo>
                  <a:lnTo>
                    <a:pt x="114308" y="2602405"/>
                  </a:lnTo>
                  <a:cubicBezTo>
                    <a:pt x="392924" y="2324280"/>
                    <a:pt x="749553" y="1968280"/>
                    <a:pt x="1206037" y="1512600"/>
                  </a:cubicBezTo>
                  <a:cubicBezTo>
                    <a:pt x="1206037" y="1512600"/>
                    <a:pt x="1206037" y="1512600"/>
                    <a:pt x="1382438" y="1512600"/>
                  </a:cubicBezTo>
                  <a:cubicBezTo>
                    <a:pt x="1386192" y="1512600"/>
                    <a:pt x="1389945" y="1508846"/>
                    <a:pt x="1393698" y="1508846"/>
                  </a:cubicBezTo>
                  <a:cubicBezTo>
                    <a:pt x="1393698" y="1508846"/>
                    <a:pt x="1393698" y="1508846"/>
                    <a:pt x="1926654" y="972118"/>
                  </a:cubicBezTo>
                  <a:cubicBezTo>
                    <a:pt x="1926654" y="972118"/>
                    <a:pt x="1926654" y="972118"/>
                    <a:pt x="2076783" y="972118"/>
                  </a:cubicBezTo>
                  <a:cubicBezTo>
                    <a:pt x="2076783" y="972118"/>
                    <a:pt x="2080536" y="972118"/>
                    <a:pt x="2084289" y="968364"/>
                  </a:cubicBezTo>
                  <a:cubicBezTo>
                    <a:pt x="2084289" y="968364"/>
                    <a:pt x="2084289" y="968364"/>
                    <a:pt x="3033852" y="18767"/>
                  </a:cubicBezTo>
                  <a:cubicBezTo>
                    <a:pt x="3033852" y="18767"/>
                    <a:pt x="3033852" y="18767"/>
                    <a:pt x="3015086" y="0"/>
                  </a:cubicBezTo>
                  <a:cubicBezTo>
                    <a:pt x="3015086" y="0"/>
                    <a:pt x="3015086" y="0"/>
                    <a:pt x="2069277" y="945844"/>
                  </a:cubicBezTo>
                  <a:cubicBezTo>
                    <a:pt x="2069277" y="945844"/>
                    <a:pt x="2069277" y="945844"/>
                    <a:pt x="1922901" y="945844"/>
                  </a:cubicBezTo>
                  <a:cubicBezTo>
                    <a:pt x="1919148" y="945844"/>
                    <a:pt x="1915395" y="949597"/>
                    <a:pt x="1911641" y="949597"/>
                  </a:cubicBezTo>
                  <a:cubicBezTo>
                    <a:pt x="1911641" y="949597"/>
                    <a:pt x="1911641" y="949597"/>
                    <a:pt x="1378685" y="1486326"/>
                  </a:cubicBezTo>
                  <a:cubicBezTo>
                    <a:pt x="1378685" y="1486326"/>
                    <a:pt x="1378685" y="1486326"/>
                    <a:pt x="1198531" y="1486326"/>
                  </a:cubicBezTo>
                  <a:cubicBezTo>
                    <a:pt x="1194778" y="1486326"/>
                    <a:pt x="1191025" y="1486326"/>
                    <a:pt x="1191025" y="1490080"/>
                  </a:cubicBezTo>
                  <a:cubicBezTo>
                    <a:pt x="1191025" y="1490080"/>
                    <a:pt x="1191025" y="1490080"/>
                    <a:pt x="67694" y="2613451"/>
                  </a:cubicBezTo>
                  <a:lnTo>
                    <a:pt x="0" y="268114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3" name="任意多边形 1536"/>
            <p:cNvSpPr>
              <a:spLocks/>
            </p:cNvSpPr>
            <p:nvPr/>
          </p:nvSpPr>
          <p:spPr bwMode="auto">
            <a:xfrm flipV="1">
              <a:off x="2328508" y="3317874"/>
              <a:ext cx="663931" cy="2341563"/>
            </a:xfrm>
            <a:custGeom>
              <a:avLst/>
              <a:gdLst>
                <a:gd name="connsiteX0" fmla="*/ 0 w 663931"/>
                <a:gd name="connsiteY0" fmla="*/ 2341563 h 2341563"/>
                <a:gd name="connsiteX1" fmla="*/ 18755 w 663931"/>
                <a:gd name="connsiteY1" fmla="*/ 2341563 h 2341563"/>
                <a:gd name="connsiteX2" fmla="*/ 18755 w 663931"/>
                <a:gd name="connsiteY2" fmla="*/ 2312254 h 2341563"/>
                <a:gd name="connsiteX3" fmla="*/ 18755 w 663931"/>
                <a:gd name="connsiteY3" fmla="*/ 1756289 h 2341563"/>
                <a:gd name="connsiteX4" fmla="*/ 660180 w 663931"/>
                <a:gd name="connsiteY4" fmla="*/ 1114568 h 2341563"/>
                <a:gd name="connsiteX5" fmla="*/ 663931 w 663931"/>
                <a:gd name="connsiteY5" fmla="*/ 1107063 h 2341563"/>
                <a:gd name="connsiteX6" fmla="*/ 663931 w 663931"/>
                <a:gd name="connsiteY6" fmla="*/ 476600 h 2341563"/>
                <a:gd name="connsiteX7" fmla="*/ 660180 w 663931"/>
                <a:gd name="connsiteY7" fmla="*/ 469095 h 2341563"/>
                <a:gd name="connsiteX8" fmla="*/ 337592 w 663931"/>
                <a:gd name="connsiteY8" fmla="*/ 146358 h 2341563"/>
                <a:gd name="connsiteX9" fmla="*/ 337592 w 663931"/>
                <a:gd name="connsiteY9" fmla="*/ 0 h 2341563"/>
                <a:gd name="connsiteX10" fmla="*/ 315086 w 663931"/>
                <a:gd name="connsiteY10" fmla="*/ 0 h 2341563"/>
                <a:gd name="connsiteX11" fmla="*/ 315086 w 663931"/>
                <a:gd name="connsiteY11" fmla="*/ 150110 h 2341563"/>
                <a:gd name="connsiteX12" fmla="*/ 318837 w 663931"/>
                <a:gd name="connsiteY12" fmla="*/ 157616 h 2341563"/>
                <a:gd name="connsiteX13" fmla="*/ 641425 w 663931"/>
                <a:gd name="connsiteY13" fmla="*/ 480353 h 2341563"/>
                <a:gd name="connsiteX14" fmla="*/ 641425 w 663931"/>
                <a:gd name="connsiteY14" fmla="*/ 1103310 h 2341563"/>
                <a:gd name="connsiteX15" fmla="*/ 0 w 663931"/>
                <a:gd name="connsiteY15" fmla="*/ 1741278 h 2341563"/>
                <a:gd name="connsiteX16" fmla="*/ 0 w 663931"/>
                <a:gd name="connsiteY16" fmla="*/ 1748784 h 2341563"/>
                <a:gd name="connsiteX17" fmla="*/ 0 w 663931"/>
                <a:gd name="connsiteY17" fmla="*/ 2244052 h 234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3931" h="2341563">
                  <a:moveTo>
                    <a:pt x="0" y="2341563"/>
                  </a:moveTo>
                  <a:lnTo>
                    <a:pt x="18755" y="2341563"/>
                  </a:lnTo>
                  <a:lnTo>
                    <a:pt x="18755" y="2312254"/>
                  </a:lnTo>
                  <a:cubicBezTo>
                    <a:pt x="18755" y="2204509"/>
                    <a:pt x="18755" y="2032117"/>
                    <a:pt x="18755" y="1756289"/>
                  </a:cubicBezTo>
                  <a:cubicBezTo>
                    <a:pt x="18755" y="1756289"/>
                    <a:pt x="18755" y="1756289"/>
                    <a:pt x="660180" y="1114568"/>
                  </a:cubicBezTo>
                  <a:cubicBezTo>
                    <a:pt x="663931" y="1110816"/>
                    <a:pt x="663931" y="1110816"/>
                    <a:pt x="663931" y="1107063"/>
                  </a:cubicBezTo>
                  <a:cubicBezTo>
                    <a:pt x="663931" y="1107063"/>
                    <a:pt x="663931" y="1107063"/>
                    <a:pt x="663931" y="476600"/>
                  </a:cubicBezTo>
                  <a:cubicBezTo>
                    <a:pt x="663931" y="472847"/>
                    <a:pt x="663931" y="469095"/>
                    <a:pt x="660180" y="469095"/>
                  </a:cubicBezTo>
                  <a:cubicBezTo>
                    <a:pt x="660180" y="469095"/>
                    <a:pt x="660180" y="469095"/>
                    <a:pt x="337592" y="146358"/>
                  </a:cubicBezTo>
                  <a:cubicBezTo>
                    <a:pt x="337592" y="146358"/>
                    <a:pt x="337592" y="146358"/>
                    <a:pt x="337592" y="0"/>
                  </a:cubicBezTo>
                  <a:cubicBezTo>
                    <a:pt x="337592" y="0"/>
                    <a:pt x="337592" y="0"/>
                    <a:pt x="315086" y="0"/>
                  </a:cubicBezTo>
                  <a:cubicBezTo>
                    <a:pt x="315086" y="0"/>
                    <a:pt x="315086" y="0"/>
                    <a:pt x="315086" y="150110"/>
                  </a:cubicBezTo>
                  <a:cubicBezTo>
                    <a:pt x="315086" y="153863"/>
                    <a:pt x="318837" y="157616"/>
                    <a:pt x="318837" y="157616"/>
                  </a:cubicBezTo>
                  <a:cubicBezTo>
                    <a:pt x="318837" y="157616"/>
                    <a:pt x="318837" y="157616"/>
                    <a:pt x="641425" y="480353"/>
                  </a:cubicBezTo>
                  <a:cubicBezTo>
                    <a:pt x="641425" y="480353"/>
                    <a:pt x="641425" y="480353"/>
                    <a:pt x="641425" y="1103310"/>
                  </a:cubicBezTo>
                  <a:cubicBezTo>
                    <a:pt x="641425" y="1103310"/>
                    <a:pt x="641425" y="1103310"/>
                    <a:pt x="0" y="1741278"/>
                  </a:cubicBezTo>
                  <a:cubicBezTo>
                    <a:pt x="0" y="1745031"/>
                    <a:pt x="0" y="1748784"/>
                    <a:pt x="0" y="1748784"/>
                  </a:cubicBezTo>
                  <a:cubicBezTo>
                    <a:pt x="0" y="1748784"/>
                    <a:pt x="0" y="1748784"/>
                    <a:pt x="0" y="224405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4" name="任意多边形 1539"/>
            <p:cNvSpPr>
              <a:spLocks/>
            </p:cNvSpPr>
            <p:nvPr/>
          </p:nvSpPr>
          <p:spPr bwMode="auto">
            <a:xfrm flipV="1">
              <a:off x="1998243" y="3553617"/>
              <a:ext cx="886246" cy="2578894"/>
            </a:xfrm>
            <a:custGeom>
              <a:avLst/>
              <a:gdLst>
                <a:gd name="connsiteX0" fmla="*/ 232828 w 886246"/>
                <a:gd name="connsiteY0" fmla="*/ 2578894 h 2578894"/>
                <a:gd name="connsiteX1" fmla="*/ 255359 w 886246"/>
                <a:gd name="connsiteY1" fmla="*/ 2578894 h 2578894"/>
                <a:gd name="connsiteX2" fmla="*/ 255359 w 886246"/>
                <a:gd name="connsiteY2" fmla="*/ 2434465 h 2578894"/>
                <a:gd name="connsiteX3" fmla="*/ 255359 w 886246"/>
                <a:gd name="connsiteY3" fmla="*/ 2187952 h 2578894"/>
                <a:gd name="connsiteX4" fmla="*/ 882491 w 886246"/>
                <a:gd name="connsiteY4" fmla="*/ 1557462 h 2578894"/>
                <a:gd name="connsiteX5" fmla="*/ 886246 w 886246"/>
                <a:gd name="connsiteY5" fmla="*/ 1549956 h 2578894"/>
                <a:gd name="connsiteX6" fmla="*/ 886246 w 886246"/>
                <a:gd name="connsiteY6" fmla="*/ 1013288 h 2578894"/>
                <a:gd name="connsiteX7" fmla="*/ 882491 w 886246"/>
                <a:gd name="connsiteY7" fmla="*/ 1005783 h 2578894"/>
                <a:gd name="connsiteX8" fmla="*/ 22532 w 886246"/>
                <a:gd name="connsiteY8" fmla="*/ 142611 h 2578894"/>
                <a:gd name="connsiteX9" fmla="*/ 22532 w 886246"/>
                <a:gd name="connsiteY9" fmla="*/ 0 h 2578894"/>
                <a:gd name="connsiteX10" fmla="*/ 0 w 886246"/>
                <a:gd name="connsiteY10" fmla="*/ 0 h 2578894"/>
                <a:gd name="connsiteX11" fmla="*/ 0 w 886246"/>
                <a:gd name="connsiteY11" fmla="*/ 146364 h 2578894"/>
                <a:gd name="connsiteX12" fmla="*/ 3756 w 886246"/>
                <a:gd name="connsiteY12" fmla="*/ 153870 h 2578894"/>
                <a:gd name="connsiteX13" fmla="*/ 863715 w 886246"/>
                <a:gd name="connsiteY13" fmla="*/ 1017041 h 2578894"/>
                <a:gd name="connsiteX14" fmla="*/ 863715 w 886246"/>
                <a:gd name="connsiteY14" fmla="*/ 1546203 h 2578894"/>
                <a:gd name="connsiteX15" fmla="*/ 236583 w 886246"/>
                <a:gd name="connsiteY15" fmla="*/ 2176693 h 2578894"/>
                <a:gd name="connsiteX16" fmla="*/ 232828 w 886246"/>
                <a:gd name="connsiteY16" fmla="*/ 2184199 h 2578894"/>
                <a:gd name="connsiteX17" fmla="*/ 232828 w 886246"/>
                <a:gd name="connsiteY17" fmla="*/ 2517689 h 257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86246" h="2578894">
                  <a:moveTo>
                    <a:pt x="232828" y="2578894"/>
                  </a:moveTo>
                  <a:lnTo>
                    <a:pt x="255359" y="2578894"/>
                  </a:lnTo>
                  <a:lnTo>
                    <a:pt x="255359" y="2434465"/>
                  </a:lnTo>
                  <a:cubicBezTo>
                    <a:pt x="255359" y="2362991"/>
                    <a:pt x="255359" y="2281306"/>
                    <a:pt x="255359" y="2187952"/>
                  </a:cubicBezTo>
                  <a:cubicBezTo>
                    <a:pt x="255359" y="2187952"/>
                    <a:pt x="255359" y="2187952"/>
                    <a:pt x="882491" y="1557462"/>
                  </a:cubicBezTo>
                  <a:cubicBezTo>
                    <a:pt x="886246" y="1557462"/>
                    <a:pt x="886246" y="1553709"/>
                    <a:pt x="886246" y="1549956"/>
                  </a:cubicBezTo>
                  <a:cubicBezTo>
                    <a:pt x="886246" y="1549956"/>
                    <a:pt x="886246" y="1549956"/>
                    <a:pt x="886246" y="1013288"/>
                  </a:cubicBezTo>
                  <a:cubicBezTo>
                    <a:pt x="886246" y="1009536"/>
                    <a:pt x="886246" y="1005783"/>
                    <a:pt x="882491" y="1005783"/>
                  </a:cubicBezTo>
                  <a:cubicBezTo>
                    <a:pt x="882491" y="1005783"/>
                    <a:pt x="882491" y="1005783"/>
                    <a:pt x="22532" y="142611"/>
                  </a:cubicBezTo>
                  <a:cubicBezTo>
                    <a:pt x="22532" y="142611"/>
                    <a:pt x="22532" y="142611"/>
                    <a:pt x="22532" y="0"/>
                  </a:cubicBezTo>
                  <a:cubicBezTo>
                    <a:pt x="22532" y="0"/>
                    <a:pt x="22532" y="0"/>
                    <a:pt x="0" y="0"/>
                  </a:cubicBezTo>
                  <a:cubicBezTo>
                    <a:pt x="0" y="0"/>
                    <a:pt x="0" y="0"/>
                    <a:pt x="0" y="146364"/>
                  </a:cubicBezTo>
                  <a:cubicBezTo>
                    <a:pt x="0" y="150117"/>
                    <a:pt x="0" y="153870"/>
                    <a:pt x="3756" y="153870"/>
                  </a:cubicBezTo>
                  <a:cubicBezTo>
                    <a:pt x="3756" y="153870"/>
                    <a:pt x="3756" y="153870"/>
                    <a:pt x="863715" y="1017041"/>
                  </a:cubicBezTo>
                  <a:cubicBezTo>
                    <a:pt x="863715" y="1017041"/>
                    <a:pt x="863715" y="1017041"/>
                    <a:pt x="863715" y="1546203"/>
                  </a:cubicBezTo>
                  <a:cubicBezTo>
                    <a:pt x="863715" y="1546203"/>
                    <a:pt x="863715" y="1546203"/>
                    <a:pt x="236583" y="2176693"/>
                  </a:cubicBezTo>
                  <a:cubicBezTo>
                    <a:pt x="232828" y="2176693"/>
                    <a:pt x="232828" y="2180446"/>
                    <a:pt x="232828" y="2184199"/>
                  </a:cubicBezTo>
                  <a:cubicBezTo>
                    <a:pt x="232828" y="2184199"/>
                    <a:pt x="232828" y="2184199"/>
                    <a:pt x="232828" y="251768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5" name="椭圆 1537"/>
            <p:cNvSpPr>
              <a:spLocks noChangeAspect="1"/>
            </p:cNvSpPr>
            <p:nvPr/>
          </p:nvSpPr>
          <p:spPr>
            <a:xfrm>
              <a:off x="2295590" y="3240505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solidFill>
                <a:srgbClr val="4D4D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56" name="椭圆 1540"/>
            <p:cNvSpPr>
              <a:spLocks noChangeAspect="1"/>
            </p:cNvSpPr>
            <p:nvPr/>
          </p:nvSpPr>
          <p:spPr>
            <a:xfrm>
              <a:off x="3254922" y="471169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57" name="椭圆 1541"/>
            <p:cNvSpPr>
              <a:spLocks noChangeAspect="1"/>
            </p:cNvSpPr>
            <p:nvPr/>
          </p:nvSpPr>
          <p:spPr>
            <a:xfrm>
              <a:off x="3495552" y="544896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58" name="椭圆 1542"/>
            <p:cNvSpPr/>
            <p:nvPr/>
          </p:nvSpPr>
          <p:spPr>
            <a:xfrm>
              <a:off x="2318942" y="4220764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59" name="椭圆 1543"/>
            <p:cNvSpPr/>
            <p:nvPr/>
          </p:nvSpPr>
          <p:spPr>
            <a:xfrm>
              <a:off x="1061246" y="29114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0" name="椭圆 1544"/>
            <p:cNvSpPr/>
            <p:nvPr/>
          </p:nvSpPr>
          <p:spPr>
            <a:xfrm>
              <a:off x="1049339" y="328929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1" name="椭圆 1545"/>
            <p:cNvSpPr/>
            <p:nvPr/>
          </p:nvSpPr>
          <p:spPr>
            <a:xfrm>
              <a:off x="680641" y="291345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2" name="椭圆 1546"/>
            <p:cNvSpPr/>
            <p:nvPr/>
          </p:nvSpPr>
          <p:spPr>
            <a:xfrm>
              <a:off x="305992" y="254833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3" name="椭圆 1547"/>
            <p:cNvSpPr/>
            <p:nvPr/>
          </p:nvSpPr>
          <p:spPr>
            <a:xfrm>
              <a:off x="1575198" y="382468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4" name="椭圆 1548"/>
            <p:cNvSpPr/>
            <p:nvPr/>
          </p:nvSpPr>
          <p:spPr>
            <a:xfrm>
              <a:off x="2307036" y="4965299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5" name="椭圆 1549"/>
            <p:cNvSpPr/>
            <p:nvPr/>
          </p:nvSpPr>
          <p:spPr>
            <a:xfrm>
              <a:off x="2694385" y="4996257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6" name="椭圆 1550"/>
            <p:cNvSpPr/>
            <p:nvPr/>
          </p:nvSpPr>
          <p:spPr>
            <a:xfrm>
              <a:off x="2940448" y="564713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7" name="椭圆 1551"/>
            <p:cNvSpPr>
              <a:spLocks noChangeAspect="1"/>
            </p:cNvSpPr>
            <p:nvPr/>
          </p:nvSpPr>
          <p:spPr>
            <a:xfrm>
              <a:off x="3840832" y="5817204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8" name="椭圆 1552"/>
            <p:cNvSpPr/>
            <p:nvPr/>
          </p:nvSpPr>
          <p:spPr>
            <a:xfrm>
              <a:off x="4421585" y="6393258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69" name="椭圆 1553"/>
            <p:cNvSpPr/>
            <p:nvPr/>
          </p:nvSpPr>
          <p:spPr>
            <a:xfrm>
              <a:off x="3898504" y="65690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70" name="椭圆 1554"/>
            <p:cNvSpPr/>
            <p:nvPr/>
          </p:nvSpPr>
          <p:spPr>
            <a:xfrm>
              <a:off x="5148660" y="6750445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456972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123334"/>
            <a:ext cx="8550234" cy="5734665"/>
          </a:xfrm>
          <a:prstGeom prst="rect">
            <a:avLst/>
          </a:prstGeom>
        </p:spPr>
      </p:pic>
      <p:grpSp>
        <p:nvGrpSpPr>
          <p:cNvPr id="3" name="组合 4"/>
          <p:cNvGrpSpPr/>
          <p:nvPr/>
        </p:nvGrpSpPr>
        <p:grpSpPr>
          <a:xfrm>
            <a:off x="0" y="579776"/>
            <a:ext cx="3395006" cy="431295"/>
            <a:chOff x="-22274" y="526055"/>
            <a:chExt cx="3395006" cy="431295"/>
          </a:xfrm>
        </p:grpSpPr>
        <p:grpSp>
          <p:nvGrpSpPr>
            <p:cNvPr id="4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9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4" name="文本框 6"/>
          <p:cNvSpPr txBox="1"/>
          <p:nvPr/>
        </p:nvSpPr>
        <p:spPr>
          <a:xfrm>
            <a:off x="365917" y="71723"/>
            <a:ext cx="496199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VGS </a:t>
            </a:r>
            <a:r>
              <a:rPr lang="en-US" altLang="zh-CN" sz="2600" b="1" dirty="0" err="1">
                <a:solidFill>
                  <a:prstClr val="black"/>
                </a:solidFill>
                <a:ea typeface="方正清刻本悦宋简体" panose="02000000000000000000" pitchFamily="2" charset="-122"/>
              </a:rPr>
              <a:t>vs</a:t>
            </a:r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 GM/ID for PMOS Load 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743010" y="1689976"/>
            <a:ext cx="3158002" cy="4170025"/>
          </a:xfrm>
          <a:prstGeom prst="rect">
            <a:avLst/>
          </a:prstGeom>
        </p:spPr>
      </p:pic>
      <p:sp>
        <p:nvSpPr>
          <p:cNvPr id="16" name="Rounded Rectangle 15"/>
          <p:cNvSpPr/>
          <p:nvPr/>
        </p:nvSpPr>
        <p:spPr>
          <a:xfrm>
            <a:off x="9155875" y="1971303"/>
            <a:ext cx="2398816" cy="878775"/>
          </a:xfrm>
          <a:prstGeom prst="round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17" name="组合 1"/>
          <p:cNvGrpSpPr/>
          <p:nvPr/>
        </p:nvGrpSpPr>
        <p:grpSpPr>
          <a:xfrm rot="10359241">
            <a:off x="6347865" y="-5609521"/>
            <a:ext cx="9412287" cy="8794751"/>
            <a:chOff x="-3063873" y="1797048"/>
            <a:chExt cx="9412287" cy="8794751"/>
          </a:xfrm>
        </p:grpSpPr>
        <p:sp>
          <p:nvSpPr>
            <p:cNvPr id="18" name="Freeform 412"/>
            <p:cNvSpPr>
              <a:spLocks noEditPoints="1"/>
            </p:cNvSpPr>
            <p:nvPr/>
          </p:nvSpPr>
          <p:spPr bwMode="auto">
            <a:xfrm flipV="1">
              <a:off x="1371602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2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4 w 25"/>
                <a:gd name="T17" fmla="*/ 3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1 w 25"/>
                <a:gd name="T25" fmla="*/ 21 h 25"/>
                <a:gd name="T26" fmla="*/ 25 w 25"/>
                <a:gd name="T27" fmla="*/ 12 h 25"/>
                <a:gd name="T28" fmla="*/ 21 w 25"/>
                <a:gd name="T29" fmla="*/ 3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" name="Freeform 413"/>
            <p:cNvSpPr>
              <a:spLocks noEditPoints="1"/>
            </p:cNvSpPr>
            <p:nvPr/>
          </p:nvSpPr>
          <p:spPr bwMode="auto">
            <a:xfrm flipV="1">
              <a:off x="1038227" y="61436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4 w 25"/>
                <a:gd name="T17" fmla="*/ 3 h 24"/>
                <a:gd name="T18" fmla="*/ 0 w 25"/>
                <a:gd name="T19" fmla="*/ 12 h 24"/>
                <a:gd name="T20" fmla="*/ 12 w 25"/>
                <a:gd name="T21" fmla="*/ 24 h 24"/>
                <a:gd name="T22" fmla="*/ 25 w 25"/>
                <a:gd name="T23" fmla="*/ 12 h 24"/>
                <a:gd name="T24" fmla="*/ 21 w 25"/>
                <a:gd name="T25" fmla="*/ 3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" name="Freeform 414"/>
            <p:cNvSpPr>
              <a:spLocks noEditPoints="1"/>
            </p:cNvSpPr>
            <p:nvPr/>
          </p:nvSpPr>
          <p:spPr bwMode="auto">
            <a:xfrm flipV="1">
              <a:off x="1165227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3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1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7"/>
                    <a:pt x="5" y="13"/>
                  </a:cubicBezTo>
                  <a:cubicBezTo>
                    <a:pt x="5" y="9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" name="Freeform 415"/>
            <p:cNvSpPr>
              <a:spLocks noEditPoints="1"/>
            </p:cNvSpPr>
            <p:nvPr/>
          </p:nvSpPr>
          <p:spPr bwMode="auto">
            <a:xfrm flipV="1">
              <a:off x="2106614" y="5149849"/>
              <a:ext cx="106362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6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14 w 28"/>
                <a:gd name="T19" fmla="*/ 0 h 28"/>
                <a:gd name="T20" fmla="*/ 0 w 28"/>
                <a:gd name="T21" fmla="*/ 14 h 28"/>
                <a:gd name="T22" fmla="*/ 14 w 28"/>
                <a:gd name="T23" fmla="*/ 28 h 28"/>
                <a:gd name="T24" fmla="*/ 28 w 28"/>
                <a:gd name="T25" fmla="*/ 1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" name="Freeform 416"/>
            <p:cNvSpPr>
              <a:spLocks noEditPoints="1"/>
            </p:cNvSpPr>
            <p:nvPr/>
          </p:nvSpPr>
          <p:spPr bwMode="auto">
            <a:xfrm flipV="1">
              <a:off x="2295527" y="4954586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2 w 25"/>
                <a:gd name="T3" fmla="*/ 5 h 25"/>
                <a:gd name="T4" fmla="*/ 20 w 25"/>
                <a:gd name="T5" fmla="*/ 12 h 25"/>
                <a:gd name="T6" fmla="*/ 12 w 25"/>
                <a:gd name="T7" fmla="*/ 20 h 25"/>
                <a:gd name="T8" fmla="*/ 5 w 25"/>
                <a:gd name="T9" fmla="*/ 12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12 w 25"/>
                <a:gd name="T17" fmla="*/ 0 h 25"/>
                <a:gd name="T18" fmla="*/ 0 w 25"/>
                <a:gd name="T19" fmla="*/ 12 h 25"/>
                <a:gd name="T20" fmla="*/ 12 w 25"/>
                <a:gd name="T21" fmla="*/ 25 h 25"/>
                <a:gd name="T22" fmla="*/ 25 w 25"/>
                <a:gd name="T23" fmla="*/ 12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" name="Freeform 417"/>
            <p:cNvSpPr>
              <a:spLocks noEditPoints="1"/>
            </p:cNvSpPr>
            <p:nvPr/>
          </p:nvSpPr>
          <p:spPr bwMode="auto">
            <a:xfrm flipV="1">
              <a:off x="2684464" y="4600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12 w 24"/>
                <a:gd name="T19" fmla="*/ 0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 418"/>
            <p:cNvSpPr>
              <a:spLocks noEditPoints="1"/>
            </p:cNvSpPr>
            <p:nvPr/>
          </p:nvSpPr>
          <p:spPr bwMode="auto">
            <a:xfrm flipV="1">
              <a:off x="2519364" y="44132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2 h 25"/>
                <a:gd name="T4" fmla="*/ 12 w 25"/>
                <a:gd name="T5" fmla="*/ 19 h 25"/>
                <a:gd name="T6" fmla="*/ 12 w 25"/>
                <a:gd name="T7" fmla="*/ 19 h 25"/>
                <a:gd name="T8" fmla="*/ 12 w 25"/>
                <a:gd name="T9" fmla="*/ 19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0 h 25"/>
                <a:gd name="T16" fmla="*/ 12 w 25"/>
                <a:gd name="T17" fmla="*/ 0 h 25"/>
                <a:gd name="T18" fmla="*/ 4 w 25"/>
                <a:gd name="T19" fmla="*/ 3 h 25"/>
                <a:gd name="T20" fmla="*/ 0 w 25"/>
                <a:gd name="T21" fmla="*/ 12 h 25"/>
                <a:gd name="T22" fmla="*/ 12 w 25"/>
                <a:gd name="T23" fmla="*/ 25 h 25"/>
                <a:gd name="T24" fmla="*/ 25 w 25"/>
                <a:gd name="T25" fmla="*/ 12 h 25"/>
                <a:gd name="T26" fmla="*/ 21 w 25"/>
                <a:gd name="T27" fmla="*/ 3 h 25"/>
                <a:gd name="T28" fmla="*/ 12 w 25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" name="Freeform 419"/>
            <p:cNvSpPr>
              <a:spLocks noEditPoints="1"/>
            </p:cNvSpPr>
            <p:nvPr/>
          </p:nvSpPr>
          <p:spPr bwMode="auto">
            <a:xfrm flipV="1">
              <a:off x="2309814" y="4586286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6" name="Freeform 420"/>
            <p:cNvSpPr>
              <a:spLocks noEditPoints="1"/>
            </p:cNvSpPr>
            <p:nvPr/>
          </p:nvSpPr>
          <p:spPr bwMode="auto">
            <a:xfrm flipV="1">
              <a:off x="2136777" y="4368798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2 w 25"/>
                <a:gd name="T25" fmla="*/ 21 h 25"/>
                <a:gd name="T26" fmla="*/ 25 w 25"/>
                <a:gd name="T27" fmla="*/ 12 h 25"/>
                <a:gd name="T28" fmla="*/ 22 w 25"/>
                <a:gd name="T29" fmla="*/ 4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6"/>
                    <a:pt x="6" y="12"/>
                  </a:cubicBezTo>
                  <a:cubicBezTo>
                    <a:pt x="6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7" name="Freeform 421"/>
            <p:cNvSpPr>
              <a:spLocks noEditPoints="1"/>
            </p:cNvSpPr>
            <p:nvPr/>
          </p:nvSpPr>
          <p:spPr bwMode="auto">
            <a:xfrm flipV="1">
              <a:off x="2301877" y="4203699"/>
              <a:ext cx="104775" cy="104775"/>
            </a:xfrm>
            <a:custGeom>
              <a:avLst/>
              <a:gdLst>
                <a:gd name="T0" fmla="*/ 14 w 28"/>
                <a:gd name="T1" fmla="*/ 7 h 28"/>
                <a:gd name="T2" fmla="*/ 14 w 28"/>
                <a:gd name="T3" fmla="*/ 7 h 28"/>
                <a:gd name="T4" fmla="*/ 21 w 28"/>
                <a:gd name="T5" fmla="*/ 14 h 28"/>
                <a:gd name="T6" fmla="*/ 14 w 28"/>
                <a:gd name="T7" fmla="*/ 21 h 28"/>
                <a:gd name="T8" fmla="*/ 14 w 28"/>
                <a:gd name="T9" fmla="*/ 21 h 28"/>
                <a:gd name="T10" fmla="*/ 7 w 28"/>
                <a:gd name="T11" fmla="*/ 14 h 28"/>
                <a:gd name="T12" fmla="*/ 14 w 28"/>
                <a:gd name="T13" fmla="*/ 7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14 w 28"/>
                <a:gd name="T21" fmla="*/ 28 h 28"/>
                <a:gd name="T22" fmla="*/ 28 w 28"/>
                <a:gd name="T23" fmla="*/ 14 h 28"/>
                <a:gd name="T24" fmla="*/ 24 w 28"/>
                <a:gd name="T25" fmla="*/ 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8" y="7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4" y="7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10"/>
                    <a:pt x="27" y="7"/>
                    <a:pt x="24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8" name="Freeform 422"/>
            <p:cNvSpPr>
              <a:spLocks noEditPoints="1"/>
            </p:cNvSpPr>
            <p:nvPr/>
          </p:nvSpPr>
          <p:spPr bwMode="auto">
            <a:xfrm flipV="1">
              <a:off x="1765302" y="400049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2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5 h 25"/>
                <a:gd name="T16" fmla="*/ 12 w 25"/>
                <a:gd name="T17" fmla="*/ 0 h 25"/>
                <a:gd name="T18" fmla="*/ 12 w 25"/>
                <a:gd name="T19" fmla="*/ 0 h 25"/>
                <a:gd name="T20" fmla="*/ 3 w 25"/>
                <a:gd name="T21" fmla="*/ 4 h 25"/>
                <a:gd name="T22" fmla="*/ 0 w 25"/>
                <a:gd name="T23" fmla="*/ 12 h 25"/>
                <a:gd name="T24" fmla="*/ 3 w 25"/>
                <a:gd name="T25" fmla="*/ 21 h 25"/>
                <a:gd name="T26" fmla="*/ 12 w 25"/>
                <a:gd name="T27" fmla="*/ 25 h 25"/>
                <a:gd name="T28" fmla="*/ 25 w 25"/>
                <a:gd name="T29" fmla="*/ 12 h 25"/>
                <a:gd name="T30" fmla="*/ 12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9" name="Freeform 423"/>
            <p:cNvSpPr>
              <a:spLocks noEditPoints="1"/>
            </p:cNvSpPr>
            <p:nvPr/>
          </p:nvSpPr>
          <p:spPr bwMode="auto">
            <a:xfrm flipV="1">
              <a:off x="2009777" y="38544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0 w 25"/>
                <a:gd name="T15" fmla="*/ 13 h 25"/>
                <a:gd name="T16" fmla="*/ 4 w 25"/>
                <a:gd name="T17" fmla="*/ 21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20" y="9"/>
                    <a:pt x="20" y="13"/>
                  </a:cubicBezTo>
                  <a:cubicBezTo>
                    <a:pt x="20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4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0" name="Freeform 424"/>
            <p:cNvSpPr>
              <a:spLocks noEditPoints="1"/>
            </p:cNvSpPr>
            <p:nvPr/>
          </p:nvSpPr>
          <p:spPr bwMode="auto">
            <a:xfrm flipV="1">
              <a:off x="1563689" y="3813173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2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 425"/>
            <p:cNvSpPr>
              <a:spLocks/>
            </p:cNvSpPr>
            <p:nvPr/>
          </p:nvSpPr>
          <p:spPr bwMode="auto">
            <a:xfrm flipV="1">
              <a:off x="309564" y="5400674"/>
              <a:ext cx="2014537" cy="2251075"/>
            </a:xfrm>
            <a:custGeom>
              <a:avLst/>
              <a:gdLst>
                <a:gd name="T0" fmla="*/ 534 w 537"/>
                <a:gd name="T1" fmla="*/ 600 h 600"/>
                <a:gd name="T2" fmla="*/ 345 w 537"/>
                <a:gd name="T3" fmla="*/ 411 h 600"/>
                <a:gd name="T4" fmla="*/ 345 w 537"/>
                <a:gd name="T5" fmla="*/ 410 h 600"/>
                <a:gd name="T6" fmla="*/ 345 w 537"/>
                <a:gd name="T7" fmla="*/ 347 h 600"/>
                <a:gd name="T8" fmla="*/ 0 w 537"/>
                <a:gd name="T9" fmla="*/ 3 h 600"/>
                <a:gd name="T10" fmla="*/ 2 w 537"/>
                <a:gd name="T11" fmla="*/ 0 h 600"/>
                <a:gd name="T12" fmla="*/ 347 w 537"/>
                <a:gd name="T13" fmla="*/ 346 h 600"/>
                <a:gd name="T14" fmla="*/ 348 w 537"/>
                <a:gd name="T15" fmla="*/ 347 h 600"/>
                <a:gd name="T16" fmla="*/ 348 w 537"/>
                <a:gd name="T17" fmla="*/ 409 h 600"/>
                <a:gd name="T18" fmla="*/ 537 w 537"/>
                <a:gd name="T19" fmla="*/ 598 h 600"/>
                <a:gd name="T20" fmla="*/ 534 w 537"/>
                <a:gd name="T21" fmla="*/ 6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7" h="600">
                  <a:moveTo>
                    <a:pt x="534" y="600"/>
                  </a:moveTo>
                  <a:cubicBezTo>
                    <a:pt x="345" y="411"/>
                    <a:pt x="345" y="411"/>
                    <a:pt x="345" y="411"/>
                  </a:cubicBezTo>
                  <a:cubicBezTo>
                    <a:pt x="345" y="411"/>
                    <a:pt x="345" y="410"/>
                    <a:pt x="345" y="410"/>
                  </a:cubicBezTo>
                  <a:cubicBezTo>
                    <a:pt x="345" y="347"/>
                    <a:pt x="345" y="347"/>
                    <a:pt x="345" y="34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47" y="346"/>
                    <a:pt x="347" y="346"/>
                    <a:pt x="347" y="346"/>
                  </a:cubicBezTo>
                  <a:cubicBezTo>
                    <a:pt x="348" y="346"/>
                    <a:pt x="348" y="346"/>
                    <a:pt x="348" y="347"/>
                  </a:cubicBezTo>
                  <a:cubicBezTo>
                    <a:pt x="348" y="409"/>
                    <a:pt x="348" y="409"/>
                    <a:pt x="348" y="409"/>
                  </a:cubicBezTo>
                  <a:cubicBezTo>
                    <a:pt x="537" y="598"/>
                    <a:pt x="537" y="598"/>
                    <a:pt x="537" y="598"/>
                  </a:cubicBezTo>
                  <a:lnTo>
                    <a:pt x="534" y="6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2" name="Freeform 426"/>
            <p:cNvSpPr>
              <a:spLocks/>
            </p:cNvSpPr>
            <p:nvPr/>
          </p:nvSpPr>
          <p:spPr bwMode="auto">
            <a:xfrm flipV="1">
              <a:off x="246064" y="5026024"/>
              <a:ext cx="2446337" cy="2562225"/>
            </a:xfrm>
            <a:custGeom>
              <a:avLst/>
              <a:gdLst>
                <a:gd name="T0" fmla="*/ 652 w 652"/>
                <a:gd name="T1" fmla="*/ 683 h 683"/>
                <a:gd name="T2" fmla="*/ 613 w 652"/>
                <a:gd name="T3" fmla="*/ 683 h 683"/>
                <a:gd name="T4" fmla="*/ 612 w 652"/>
                <a:gd name="T5" fmla="*/ 682 h 683"/>
                <a:gd name="T6" fmla="*/ 335 w 652"/>
                <a:gd name="T7" fmla="*/ 405 h 683"/>
                <a:gd name="T8" fmla="*/ 335 w 652"/>
                <a:gd name="T9" fmla="*/ 404 h 683"/>
                <a:gd name="T10" fmla="*/ 335 w 652"/>
                <a:gd name="T11" fmla="*/ 337 h 683"/>
                <a:gd name="T12" fmla="*/ 0 w 652"/>
                <a:gd name="T13" fmla="*/ 2 h 683"/>
                <a:gd name="T14" fmla="*/ 2 w 652"/>
                <a:gd name="T15" fmla="*/ 0 h 683"/>
                <a:gd name="T16" fmla="*/ 338 w 652"/>
                <a:gd name="T17" fmla="*/ 335 h 683"/>
                <a:gd name="T18" fmla="*/ 338 w 652"/>
                <a:gd name="T19" fmla="*/ 336 h 683"/>
                <a:gd name="T20" fmla="*/ 338 w 652"/>
                <a:gd name="T21" fmla="*/ 403 h 683"/>
                <a:gd name="T22" fmla="*/ 614 w 652"/>
                <a:gd name="T23" fmla="*/ 679 h 683"/>
                <a:gd name="T24" fmla="*/ 652 w 652"/>
                <a:gd name="T25" fmla="*/ 679 h 683"/>
                <a:gd name="T26" fmla="*/ 652 w 652"/>
                <a:gd name="T27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2" h="683">
                  <a:moveTo>
                    <a:pt x="652" y="683"/>
                  </a:moveTo>
                  <a:cubicBezTo>
                    <a:pt x="613" y="683"/>
                    <a:pt x="613" y="683"/>
                    <a:pt x="613" y="683"/>
                  </a:cubicBezTo>
                  <a:cubicBezTo>
                    <a:pt x="613" y="683"/>
                    <a:pt x="612" y="682"/>
                    <a:pt x="612" y="682"/>
                  </a:cubicBezTo>
                  <a:cubicBezTo>
                    <a:pt x="335" y="405"/>
                    <a:pt x="335" y="405"/>
                    <a:pt x="335" y="405"/>
                  </a:cubicBezTo>
                  <a:cubicBezTo>
                    <a:pt x="335" y="405"/>
                    <a:pt x="335" y="404"/>
                    <a:pt x="335" y="404"/>
                  </a:cubicBezTo>
                  <a:cubicBezTo>
                    <a:pt x="335" y="337"/>
                    <a:pt x="335" y="337"/>
                    <a:pt x="335" y="3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38" y="335"/>
                    <a:pt x="338" y="335"/>
                    <a:pt x="338" y="335"/>
                  </a:cubicBezTo>
                  <a:cubicBezTo>
                    <a:pt x="338" y="335"/>
                    <a:pt x="338" y="335"/>
                    <a:pt x="338" y="336"/>
                  </a:cubicBezTo>
                  <a:cubicBezTo>
                    <a:pt x="338" y="403"/>
                    <a:pt x="338" y="403"/>
                    <a:pt x="338" y="403"/>
                  </a:cubicBezTo>
                  <a:cubicBezTo>
                    <a:pt x="614" y="679"/>
                    <a:pt x="614" y="679"/>
                    <a:pt x="614" y="679"/>
                  </a:cubicBezTo>
                  <a:cubicBezTo>
                    <a:pt x="652" y="679"/>
                    <a:pt x="652" y="679"/>
                    <a:pt x="652" y="679"/>
                  </a:cubicBezTo>
                  <a:lnTo>
                    <a:pt x="652" y="68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3" name="Freeform 427"/>
            <p:cNvSpPr>
              <a:spLocks/>
            </p:cNvSpPr>
            <p:nvPr/>
          </p:nvSpPr>
          <p:spPr bwMode="auto">
            <a:xfrm flipV="1">
              <a:off x="174627" y="5929311"/>
              <a:ext cx="1257300" cy="1598613"/>
            </a:xfrm>
            <a:custGeom>
              <a:avLst/>
              <a:gdLst>
                <a:gd name="T0" fmla="*/ 335 w 335"/>
                <a:gd name="T1" fmla="*/ 426 h 426"/>
                <a:gd name="T2" fmla="*/ 328 w 335"/>
                <a:gd name="T3" fmla="*/ 426 h 426"/>
                <a:gd name="T4" fmla="*/ 328 w 335"/>
                <a:gd name="T5" fmla="*/ 333 h 426"/>
                <a:gd name="T6" fmla="*/ 0 w 335"/>
                <a:gd name="T7" fmla="*/ 5 h 426"/>
                <a:gd name="T8" fmla="*/ 5 w 335"/>
                <a:gd name="T9" fmla="*/ 0 h 426"/>
                <a:gd name="T10" fmla="*/ 334 w 335"/>
                <a:gd name="T11" fmla="*/ 329 h 426"/>
                <a:gd name="T12" fmla="*/ 335 w 335"/>
                <a:gd name="T13" fmla="*/ 332 h 426"/>
                <a:gd name="T14" fmla="*/ 335 w 335"/>
                <a:gd name="T15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" h="426">
                  <a:moveTo>
                    <a:pt x="335" y="426"/>
                  </a:moveTo>
                  <a:cubicBezTo>
                    <a:pt x="328" y="426"/>
                    <a:pt x="328" y="426"/>
                    <a:pt x="328" y="426"/>
                  </a:cubicBezTo>
                  <a:cubicBezTo>
                    <a:pt x="328" y="333"/>
                    <a:pt x="328" y="333"/>
                    <a:pt x="328" y="33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34" y="329"/>
                    <a:pt x="334" y="329"/>
                    <a:pt x="334" y="329"/>
                  </a:cubicBezTo>
                  <a:cubicBezTo>
                    <a:pt x="334" y="330"/>
                    <a:pt x="335" y="331"/>
                    <a:pt x="335" y="332"/>
                  </a:cubicBezTo>
                  <a:lnTo>
                    <a:pt x="335" y="4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4" name="Freeform 428"/>
            <p:cNvSpPr>
              <a:spLocks/>
            </p:cNvSpPr>
            <p:nvPr/>
          </p:nvSpPr>
          <p:spPr bwMode="auto">
            <a:xfrm flipV="1">
              <a:off x="106364" y="6226173"/>
              <a:ext cx="984250" cy="1227138"/>
            </a:xfrm>
            <a:custGeom>
              <a:avLst/>
              <a:gdLst>
                <a:gd name="T0" fmla="*/ 259 w 262"/>
                <a:gd name="T1" fmla="*/ 327 h 327"/>
                <a:gd name="T2" fmla="*/ 259 w 262"/>
                <a:gd name="T3" fmla="*/ 261 h 327"/>
                <a:gd name="T4" fmla="*/ 0 w 262"/>
                <a:gd name="T5" fmla="*/ 3 h 327"/>
                <a:gd name="T6" fmla="*/ 3 w 262"/>
                <a:gd name="T7" fmla="*/ 0 h 327"/>
                <a:gd name="T8" fmla="*/ 262 w 262"/>
                <a:gd name="T9" fmla="*/ 259 h 327"/>
                <a:gd name="T10" fmla="*/ 262 w 262"/>
                <a:gd name="T11" fmla="*/ 260 h 327"/>
                <a:gd name="T12" fmla="*/ 262 w 262"/>
                <a:gd name="T13" fmla="*/ 327 h 327"/>
                <a:gd name="T14" fmla="*/ 259 w 262"/>
                <a:gd name="T15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2" h="327">
                  <a:moveTo>
                    <a:pt x="259" y="327"/>
                  </a:moveTo>
                  <a:cubicBezTo>
                    <a:pt x="259" y="261"/>
                    <a:pt x="259" y="261"/>
                    <a:pt x="259" y="26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62" y="259"/>
                    <a:pt x="262" y="259"/>
                    <a:pt x="262" y="259"/>
                  </a:cubicBezTo>
                  <a:cubicBezTo>
                    <a:pt x="262" y="259"/>
                    <a:pt x="262" y="260"/>
                    <a:pt x="262" y="260"/>
                  </a:cubicBezTo>
                  <a:cubicBezTo>
                    <a:pt x="262" y="327"/>
                    <a:pt x="262" y="327"/>
                    <a:pt x="262" y="327"/>
                  </a:cubicBezTo>
                  <a:lnTo>
                    <a:pt x="259" y="327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5" name="Freeform 429"/>
            <p:cNvSpPr>
              <a:spLocks/>
            </p:cNvSpPr>
            <p:nvPr/>
          </p:nvSpPr>
          <p:spPr bwMode="auto">
            <a:xfrm flipV="1">
              <a:off x="-406398" y="5899149"/>
              <a:ext cx="1593850" cy="1685925"/>
            </a:xfrm>
            <a:custGeom>
              <a:avLst/>
              <a:gdLst>
                <a:gd name="T0" fmla="*/ 423 w 425"/>
                <a:gd name="T1" fmla="*/ 449 h 449"/>
                <a:gd name="T2" fmla="*/ 272 w 425"/>
                <a:gd name="T3" fmla="*/ 299 h 449"/>
                <a:gd name="T4" fmla="*/ 272 w 425"/>
                <a:gd name="T5" fmla="*/ 297 h 449"/>
                <a:gd name="T6" fmla="*/ 272 w 425"/>
                <a:gd name="T7" fmla="*/ 285 h 449"/>
                <a:gd name="T8" fmla="*/ 272 w 425"/>
                <a:gd name="T9" fmla="*/ 284 h 449"/>
                <a:gd name="T10" fmla="*/ 304 w 425"/>
                <a:gd name="T11" fmla="*/ 252 h 449"/>
                <a:gd name="T12" fmla="*/ 304 w 425"/>
                <a:gd name="T13" fmla="*/ 237 h 449"/>
                <a:gd name="T14" fmla="*/ 217 w 425"/>
                <a:gd name="T15" fmla="*/ 151 h 449"/>
                <a:gd name="T16" fmla="*/ 207 w 425"/>
                <a:gd name="T17" fmla="*/ 151 h 449"/>
                <a:gd name="T18" fmla="*/ 200 w 425"/>
                <a:gd name="T19" fmla="*/ 158 h 449"/>
                <a:gd name="T20" fmla="*/ 200 w 425"/>
                <a:gd name="T21" fmla="*/ 168 h 449"/>
                <a:gd name="T22" fmla="*/ 232 w 425"/>
                <a:gd name="T23" fmla="*/ 199 h 449"/>
                <a:gd name="T24" fmla="*/ 232 w 425"/>
                <a:gd name="T25" fmla="*/ 201 h 449"/>
                <a:gd name="T26" fmla="*/ 232 w 425"/>
                <a:gd name="T27" fmla="*/ 209 h 449"/>
                <a:gd name="T28" fmla="*/ 232 w 425"/>
                <a:gd name="T29" fmla="*/ 211 h 449"/>
                <a:gd name="T30" fmla="*/ 226 w 425"/>
                <a:gd name="T31" fmla="*/ 216 h 449"/>
                <a:gd name="T32" fmla="*/ 225 w 425"/>
                <a:gd name="T33" fmla="*/ 216 h 449"/>
                <a:gd name="T34" fmla="*/ 225 w 425"/>
                <a:gd name="T35" fmla="*/ 216 h 449"/>
                <a:gd name="T36" fmla="*/ 215 w 425"/>
                <a:gd name="T37" fmla="*/ 216 h 449"/>
                <a:gd name="T38" fmla="*/ 214 w 425"/>
                <a:gd name="T39" fmla="*/ 216 h 449"/>
                <a:gd name="T40" fmla="*/ 0 w 425"/>
                <a:gd name="T41" fmla="*/ 2 h 449"/>
                <a:gd name="T42" fmla="*/ 2 w 425"/>
                <a:gd name="T43" fmla="*/ 0 h 449"/>
                <a:gd name="T44" fmla="*/ 216 w 425"/>
                <a:gd name="T45" fmla="*/ 213 h 449"/>
                <a:gd name="T46" fmla="*/ 225 w 425"/>
                <a:gd name="T47" fmla="*/ 213 h 449"/>
                <a:gd name="T48" fmla="*/ 229 w 425"/>
                <a:gd name="T49" fmla="*/ 209 h 449"/>
                <a:gd name="T50" fmla="*/ 229 w 425"/>
                <a:gd name="T51" fmla="*/ 201 h 449"/>
                <a:gd name="T52" fmla="*/ 197 w 425"/>
                <a:gd name="T53" fmla="*/ 170 h 449"/>
                <a:gd name="T54" fmla="*/ 197 w 425"/>
                <a:gd name="T55" fmla="*/ 169 h 449"/>
                <a:gd name="T56" fmla="*/ 197 w 425"/>
                <a:gd name="T57" fmla="*/ 157 h 449"/>
                <a:gd name="T58" fmla="*/ 197 w 425"/>
                <a:gd name="T59" fmla="*/ 156 h 449"/>
                <a:gd name="T60" fmla="*/ 205 w 425"/>
                <a:gd name="T61" fmla="*/ 148 h 449"/>
                <a:gd name="T62" fmla="*/ 206 w 425"/>
                <a:gd name="T63" fmla="*/ 148 h 449"/>
                <a:gd name="T64" fmla="*/ 206 w 425"/>
                <a:gd name="T65" fmla="*/ 148 h 449"/>
                <a:gd name="T66" fmla="*/ 218 w 425"/>
                <a:gd name="T67" fmla="*/ 148 h 449"/>
                <a:gd name="T68" fmla="*/ 219 w 425"/>
                <a:gd name="T69" fmla="*/ 148 h 449"/>
                <a:gd name="T70" fmla="*/ 307 w 425"/>
                <a:gd name="T71" fmla="*/ 235 h 449"/>
                <a:gd name="T72" fmla="*/ 307 w 425"/>
                <a:gd name="T73" fmla="*/ 237 h 449"/>
                <a:gd name="T74" fmla="*/ 307 w 425"/>
                <a:gd name="T75" fmla="*/ 253 h 449"/>
                <a:gd name="T76" fmla="*/ 307 w 425"/>
                <a:gd name="T77" fmla="*/ 254 h 449"/>
                <a:gd name="T78" fmla="*/ 275 w 425"/>
                <a:gd name="T79" fmla="*/ 286 h 449"/>
                <a:gd name="T80" fmla="*/ 275 w 425"/>
                <a:gd name="T81" fmla="*/ 297 h 449"/>
                <a:gd name="T82" fmla="*/ 425 w 425"/>
                <a:gd name="T83" fmla="*/ 447 h 449"/>
                <a:gd name="T84" fmla="*/ 423 w 425"/>
                <a:gd name="T8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5" h="449">
                  <a:moveTo>
                    <a:pt x="423" y="449"/>
                  </a:moveTo>
                  <a:cubicBezTo>
                    <a:pt x="272" y="299"/>
                    <a:pt x="272" y="299"/>
                    <a:pt x="272" y="299"/>
                  </a:cubicBezTo>
                  <a:cubicBezTo>
                    <a:pt x="272" y="298"/>
                    <a:pt x="272" y="298"/>
                    <a:pt x="272" y="297"/>
                  </a:cubicBezTo>
                  <a:cubicBezTo>
                    <a:pt x="272" y="285"/>
                    <a:pt x="272" y="285"/>
                    <a:pt x="272" y="285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304" y="252"/>
                    <a:pt x="304" y="252"/>
                    <a:pt x="304" y="252"/>
                  </a:cubicBezTo>
                  <a:cubicBezTo>
                    <a:pt x="304" y="237"/>
                    <a:pt x="304" y="237"/>
                    <a:pt x="304" y="237"/>
                  </a:cubicBezTo>
                  <a:cubicBezTo>
                    <a:pt x="217" y="151"/>
                    <a:pt x="217" y="151"/>
                    <a:pt x="217" y="151"/>
                  </a:cubicBezTo>
                  <a:cubicBezTo>
                    <a:pt x="207" y="151"/>
                    <a:pt x="207" y="151"/>
                    <a:pt x="207" y="151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32" y="199"/>
                    <a:pt x="232" y="199"/>
                    <a:pt x="232" y="199"/>
                  </a:cubicBezTo>
                  <a:cubicBezTo>
                    <a:pt x="232" y="200"/>
                    <a:pt x="232" y="200"/>
                    <a:pt x="232" y="201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10"/>
                    <a:pt x="232" y="210"/>
                    <a:pt x="232" y="211"/>
                  </a:cubicBezTo>
                  <a:cubicBezTo>
                    <a:pt x="226" y="216"/>
                    <a:pt x="226" y="216"/>
                    <a:pt x="226" y="216"/>
                  </a:cubicBezTo>
                  <a:cubicBezTo>
                    <a:pt x="226" y="216"/>
                    <a:pt x="226" y="216"/>
                    <a:pt x="225" y="216"/>
                  </a:cubicBezTo>
                  <a:cubicBezTo>
                    <a:pt x="225" y="216"/>
                    <a:pt x="225" y="216"/>
                    <a:pt x="225" y="216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6"/>
                    <a:pt x="214" y="216"/>
                    <a:pt x="214" y="2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6" y="213"/>
                    <a:pt x="216" y="213"/>
                    <a:pt x="216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9" y="209"/>
                    <a:pt x="229" y="209"/>
                    <a:pt x="229" y="209"/>
                  </a:cubicBezTo>
                  <a:cubicBezTo>
                    <a:pt x="229" y="201"/>
                    <a:pt x="229" y="201"/>
                    <a:pt x="229" y="201"/>
                  </a:cubicBezTo>
                  <a:cubicBezTo>
                    <a:pt x="197" y="170"/>
                    <a:pt x="197" y="170"/>
                    <a:pt x="197" y="170"/>
                  </a:cubicBezTo>
                  <a:cubicBezTo>
                    <a:pt x="197" y="170"/>
                    <a:pt x="197" y="169"/>
                    <a:pt x="197" y="169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7" y="157"/>
                    <a:pt x="197" y="156"/>
                    <a:pt x="197" y="156"/>
                  </a:cubicBezTo>
                  <a:cubicBezTo>
                    <a:pt x="205" y="148"/>
                    <a:pt x="205" y="148"/>
                    <a:pt x="205" y="148"/>
                  </a:cubicBezTo>
                  <a:cubicBezTo>
                    <a:pt x="205" y="148"/>
                    <a:pt x="206" y="148"/>
                    <a:pt x="206" y="148"/>
                  </a:cubicBezTo>
                  <a:cubicBezTo>
                    <a:pt x="206" y="148"/>
                    <a:pt x="206" y="148"/>
                    <a:pt x="206" y="148"/>
                  </a:cubicBezTo>
                  <a:cubicBezTo>
                    <a:pt x="218" y="148"/>
                    <a:pt x="218" y="148"/>
                    <a:pt x="218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307" y="235"/>
                    <a:pt x="307" y="235"/>
                    <a:pt x="307" y="235"/>
                  </a:cubicBezTo>
                  <a:cubicBezTo>
                    <a:pt x="307" y="236"/>
                    <a:pt x="307" y="236"/>
                    <a:pt x="307" y="237"/>
                  </a:cubicBezTo>
                  <a:cubicBezTo>
                    <a:pt x="307" y="253"/>
                    <a:pt x="307" y="253"/>
                    <a:pt x="307" y="253"/>
                  </a:cubicBezTo>
                  <a:cubicBezTo>
                    <a:pt x="307" y="253"/>
                    <a:pt x="307" y="254"/>
                    <a:pt x="307" y="254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97"/>
                    <a:pt x="275" y="297"/>
                    <a:pt x="275" y="297"/>
                  </a:cubicBezTo>
                  <a:cubicBezTo>
                    <a:pt x="425" y="447"/>
                    <a:pt x="425" y="447"/>
                    <a:pt x="425" y="447"/>
                  </a:cubicBezTo>
                  <a:lnTo>
                    <a:pt x="423" y="44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6" name="Freeform 430"/>
            <p:cNvSpPr>
              <a:spLocks/>
            </p:cNvSpPr>
            <p:nvPr/>
          </p:nvSpPr>
          <p:spPr bwMode="auto">
            <a:xfrm flipV="1">
              <a:off x="-485773" y="5243511"/>
              <a:ext cx="2663825" cy="2292350"/>
            </a:xfrm>
            <a:custGeom>
              <a:avLst/>
              <a:gdLst>
                <a:gd name="T0" fmla="*/ 710 w 710"/>
                <a:gd name="T1" fmla="*/ 611 h 611"/>
                <a:gd name="T2" fmla="*/ 700 w 710"/>
                <a:gd name="T3" fmla="*/ 611 h 611"/>
                <a:gd name="T4" fmla="*/ 700 w 710"/>
                <a:gd name="T5" fmla="*/ 596 h 611"/>
                <a:gd name="T6" fmla="*/ 586 w 710"/>
                <a:gd name="T7" fmla="*/ 482 h 611"/>
                <a:gd name="T8" fmla="*/ 447 w 710"/>
                <a:gd name="T9" fmla="*/ 482 h 611"/>
                <a:gd name="T10" fmla="*/ 443 w 710"/>
                <a:gd name="T11" fmla="*/ 480 h 611"/>
                <a:gd name="T12" fmla="*/ 221 w 710"/>
                <a:gd name="T13" fmla="*/ 258 h 611"/>
                <a:gd name="T14" fmla="*/ 219 w 710"/>
                <a:gd name="T15" fmla="*/ 254 h 611"/>
                <a:gd name="T16" fmla="*/ 219 w 710"/>
                <a:gd name="T17" fmla="*/ 227 h 611"/>
                <a:gd name="T18" fmla="*/ 0 w 710"/>
                <a:gd name="T19" fmla="*/ 7 h 611"/>
                <a:gd name="T20" fmla="*/ 7 w 710"/>
                <a:gd name="T21" fmla="*/ 0 h 611"/>
                <a:gd name="T22" fmla="*/ 228 w 710"/>
                <a:gd name="T23" fmla="*/ 221 h 611"/>
                <a:gd name="T24" fmla="*/ 229 w 710"/>
                <a:gd name="T25" fmla="*/ 225 h 611"/>
                <a:gd name="T26" fmla="*/ 229 w 710"/>
                <a:gd name="T27" fmla="*/ 252 h 611"/>
                <a:gd name="T28" fmla="*/ 449 w 710"/>
                <a:gd name="T29" fmla="*/ 472 h 611"/>
                <a:gd name="T30" fmla="*/ 588 w 710"/>
                <a:gd name="T31" fmla="*/ 472 h 611"/>
                <a:gd name="T32" fmla="*/ 591 w 710"/>
                <a:gd name="T33" fmla="*/ 473 h 611"/>
                <a:gd name="T34" fmla="*/ 709 w 710"/>
                <a:gd name="T35" fmla="*/ 591 h 611"/>
                <a:gd name="T36" fmla="*/ 710 w 710"/>
                <a:gd name="T37" fmla="*/ 594 h 611"/>
                <a:gd name="T38" fmla="*/ 710 w 71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0" h="611">
                  <a:moveTo>
                    <a:pt x="710" y="611"/>
                  </a:moveTo>
                  <a:cubicBezTo>
                    <a:pt x="700" y="611"/>
                    <a:pt x="700" y="611"/>
                    <a:pt x="700" y="611"/>
                  </a:cubicBezTo>
                  <a:cubicBezTo>
                    <a:pt x="700" y="596"/>
                    <a:pt x="700" y="596"/>
                    <a:pt x="700" y="596"/>
                  </a:cubicBezTo>
                  <a:cubicBezTo>
                    <a:pt x="586" y="482"/>
                    <a:pt x="586" y="482"/>
                    <a:pt x="586" y="482"/>
                  </a:cubicBezTo>
                  <a:cubicBezTo>
                    <a:pt x="447" y="482"/>
                    <a:pt x="447" y="482"/>
                    <a:pt x="447" y="482"/>
                  </a:cubicBezTo>
                  <a:cubicBezTo>
                    <a:pt x="445" y="482"/>
                    <a:pt x="444" y="481"/>
                    <a:pt x="443" y="480"/>
                  </a:cubicBezTo>
                  <a:cubicBezTo>
                    <a:pt x="221" y="258"/>
                    <a:pt x="221" y="258"/>
                    <a:pt x="221" y="258"/>
                  </a:cubicBezTo>
                  <a:cubicBezTo>
                    <a:pt x="220" y="257"/>
                    <a:pt x="219" y="256"/>
                    <a:pt x="219" y="254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28" y="221"/>
                    <a:pt x="228" y="221"/>
                    <a:pt x="228" y="221"/>
                  </a:cubicBezTo>
                  <a:cubicBezTo>
                    <a:pt x="229" y="222"/>
                    <a:pt x="229" y="223"/>
                    <a:pt x="229" y="225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449" y="472"/>
                    <a:pt x="449" y="472"/>
                    <a:pt x="449" y="472"/>
                  </a:cubicBezTo>
                  <a:cubicBezTo>
                    <a:pt x="588" y="472"/>
                    <a:pt x="588" y="472"/>
                    <a:pt x="588" y="472"/>
                  </a:cubicBezTo>
                  <a:cubicBezTo>
                    <a:pt x="589" y="472"/>
                    <a:pt x="590" y="472"/>
                    <a:pt x="591" y="473"/>
                  </a:cubicBezTo>
                  <a:cubicBezTo>
                    <a:pt x="709" y="591"/>
                    <a:pt x="709" y="591"/>
                    <a:pt x="709" y="591"/>
                  </a:cubicBezTo>
                  <a:cubicBezTo>
                    <a:pt x="710" y="591"/>
                    <a:pt x="710" y="593"/>
                    <a:pt x="710" y="594"/>
                  </a:cubicBezTo>
                  <a:lnTo>
                    <a:pt x="71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7" name="Freeform 431"/>
            <p:cNvSpPr>
              <a:spLocks/>
            </p:cNvSpPr>
            <p:nvPr/>
          </p:nvSpPr>
          <p:spPr bwMode="auto">
            <a:xfrm flipV="1">
              <a:off x="-565148" y="4995861"/>
              <a:ext cx="2871787" cy="2484438"/>
            </a:xfrm>
            <a:custGeom>
              <a:avLst/>
              <a:gdLst>
                <a:gd name="T0" fmla="*/ 738 w 765"/>
                <a:gd name="T1" fmla="*/ 662 h 662"/>
                <a:gd name="T2" fmla="*/ 737 w 765"/>
                <a:gd name="T3" fmla="*/ 662 h 662"/>
                <a:gd name="T4" fmla="*/ 566 w 765"/>
                <a:gd name="T5" fmla="*/ 490 h 662"/>
                <a:gd name="T6" fmla="*/ 459 w 765"/>
                <a:gd name="T7" fmla="*/ 490 h 662"/>
                <a:gd name="T8" fmla="*/ 457 w 765"/>
                <a:gd name="T9" fmla="*/ 490 h 662"/>
                <a:gd name="T10" fmla="*/ 218 w 765"/>
                <a:gd name="T11" fmla="*/ 251 h 662"/>
                <a:gd name="T12" fmla="*/ 217 w 765"/>
                <a:gd name="T13" fmla="*/ 249 h 662"/>
                <a:gd name="T14" fmla="*/ 217 w 765"/>
                <a:gd name="T15" fmla="*/ 221 h 662"/>
                <a:gd name="T16" fmla="*/ 0 w 765"/>
                <a:gd name="T17" fmla="*/ 3 h 662"/>
                <a:gd name="T18" fmla="*/ 3 w 765"/>
                <a:gd name="T19" fmla="*/ 0 h 662"/>
                <a:gd name="T20" fmla="*/ 220 w 765"/>
                <a:gd name="T21" fmla="*/ 219 h 662"/>
                <a:gd name="T22" fmla="*/ 221 w 765"/>
                <a:gd name="T23" fmla="*/ 220 h 662"/>
                <a:gd name="T24" fmla="*/ 221 w 765"/>
                <a:gd name="T25" fmla="*/ 249 h 662"/>
                <a:gd name="T26" fmla="*/ 459 w 765"/>
                <a:gd name="T27" fmla="*/ 487 h 662"/>
                <a:gd name="T28" fmla="*/ 567 w 765"/>
                <a:gd name="T29" fmla="*/ 487 h 662"/>
                <a:gd name="T30" fmla="*/ 568 w 765"/>
                <a:gd name="T31" fmla="*/ 488 h 662"/>
                <a:gd name="T32" fmla="*/ 739 w 765"/>
                <a:gd name="T33" fmla="*/ 659 h 662"/>
                <a:gd name="T34" fmla="*/ 765 w 765"/>
                <a:gd name="T35" fmla="*/ 659 h 662"/>
                <a:gd name="T36" fmla="*/ 765 w 765"/>
                <a:gd name="T37" fmla="*/ 662 h 662"/>
                <a:gd name="T38" fmla="*/ 738 w 765"/>
                <a:gd name="T39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5" h="662">
                  <a:moveTo>
                    <a:pt x="738" y="662"/>
                  </a:moveTo>
                  <a:cubicBezTo>
                    <a:pt x="738" y="662"/>
                    <a:pt x="737" y="662"/>
                    <a:pt x="737" y="662"/>
                  </a:cubicBezTo>
                  <a:cubicBezTo>
                    <a:pt x="566" y="490"/>
                    <a:pt x="566" y="490"/>
                    <a:pt x="566" y="490"/>
                  </a:cubicBezTo>
                  <a:cubicBezTo>
                    <a:pt x="459" y="490"/>
                    <a:pt x="459" y="490"/>
                    <a:pt x="459" y="490"/>
                  </a:cubicBezTo>
                  <a:cubicBezTo>
                    <a:pt x="458" y="490"/>
                    <a:pt x="458" y="490"/>
                    <a:pt x="457" y="490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8" y="250"/>
                    <a:pt x="217" y="250"/>
                    <a:pt x="217" y="249"/>
                  </a:cubicBezTo>
                  <a:cubicBezTo>
                    <a:pt x="217" y="221"/>
                    <a:pt x="217" y="221"/>
                    <a:pt x="217" y="2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1" y="219"/>
                    <a:pt x="221" y="219"/>
                    <a:pt x="221" y="220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459" y="487"/>
                    <a:pt x="459" y="487"/>
                    <a:pt x="459" y="487"/>
                  </a:cubicBezTo>
                  <a:cubicBezTo>
                    <a:pt x="567" y="487"/>
                    <a:pt x="567" y="487"/>
                    <a:pt x="567" y="487"/>
                  </a:cubicBezTo>
                  <a:cubicBezTo>
                    <a:pt x="567" y="487"/>
                    <a:pt x="568" y="487"/>
                    <a:pt x="568" y="488"/>
                  </a:cubicBezTo>
                  <a:cubicBezTo>
                    <a:pt x="739" y="659"/>
                    <a:pt x="739" y="659"/>
                    <a:pt x="739" y="659"/>
                  </a:cubicBezTo>
                  <a:cubicBezTo>
                    <a:pt x="765" y="659"/>
                    <a:pt x="765" y="659"/>
                    <a:pt x="765" y="659"/>
                  </a:cubicBezTo>
                  <a:cubicBezTo>
                    <a:pt x="765" y="662"/>
                    <a:pt x="765" y="662"/>
                    <a:pt x="765" y="662"/>
                  </a:cubicBezTo>
                  <a:lnTo>
                    <a:pt x="738" y="6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8" name="Freeform 432"/>
            <p:cNvSpPr>
              <a:spLocks/>
            </p:cNvSpPr>
            <p:nvPr/>
          </p:nvSpPr>
          <p:spPr bwMode="auto">
            <a:xfrm flipV="1">
              <a:off x="-642936" y="4679949"/>
              <a:ext cx="3379787" cy="2759075"/>
            </a:xfrm>
            <a:custGeom>
              <a:avLst/>
              <a:gdLst>
                <a:gd name="T0" fmla="*/ 901 w 901"/>
                <a:gd name="T1" fmla="*/ 735 h 735"/>
                <a:gd name="T2" fmla="*/ 897 w 901"/>
                <a:gd name="T3" fmla="*/ 735 h 735"/>
                <a:gd name="T4" fmla="*/ 897 w 901"/>
                <a:gd name="T5" fmla="*/ 700 h 735"/>
                <a:gd name="T6" fmla="*/ 868 w 901"/>
                <a:gd name="T7" fmla="*/ 671 h 735"/>
                <a:gd name="T8" fmla="*/ 835 w 901"/>
                <a:gd name="T9" fmla="*/ 671 h 735"/>
                <a:gd name="T10" fmla="*/ 825 w 901"/>
                <a:gd name="T11" fmla="*/ 681 h 735"/>
                <a:gd name="T12" fmla="*/ 824 w 901"/>
                <a:gd name="T13" fmla="*/ 681 h 735"/>
                <a:gd name="T14" fmla="*/ 761 w 901"/>
                <a:gd name="T15" fmla="*/ 681 h 735"/>
                <a:gd name="T16" fmla="*/ 760 w 901"/>
                <a:gd name="T17" fmla="*/ 681 h 735"/>
                <a:gd name="T18" fmla="*/ 588 w 901"/>
                <a:gd name="T19" fmla="*/ 509 h 735"/>
                <a:gd name="T20" fmla="*/ 474 w 901"/>
                <a:gd name="T21" fmla="*/ 509 h 735"/>
                <a:gd name="T22" fmla="*/ 473 w 901"/>
                <a:gd name="T23" fmla="*/ 508 h 735"/>
                <a:gd name="T24" fmla="*/ 212 w 901"/>
                <a:gd name="T25" fmla="*/ 247 h 735"/>
                <a:gd name="T26" fmla="*/ 212 w 901"/>
                <a:gd name="T27" fmla="*/ 246 h 735"/>
                <a:gd name="T28" fmla="*/ 212 w 901"/>
                <a:gd name="T29" fmla="*/ 215 h 735"/>
                <a:gd name="T30" fmla="*/ 0 w 901"/>
                <a:gd name="T31" fmla="*/ 2 h 735"/>
                <a:gd name="T32" fmla="*/ 2 w 901"/>
                <a:gd name="T33" fmla="*/ 0 h 735"/>
                <a:gd name="T34" fmla="*/ 215 w 901"/>
                <a:gd name="T35" fmla="*/ 213 h 735"/>
                <a:gd name="T36" fmla="*/ 215 w 901"/>
                <a:gd name="T37" fmla="*/ 214 h 735"/>
                <a:gd name="T38" fmla="*/ 215 w 901"/>
                <a:gd name="T39" fmla="*/ 245 h 735"/>
                <a:gd name="T40" fmla="*/ 475 w 901"/>
                <a:gd name="T41" fmla="*/ 505 h 735"/>
                <a:gd name="T42" fmla="*/ 589 w 901"/>
                <a:gd name="T43" fmla="*/ 505 h 735"/>
                <a:gd name="T44" fmla="*/ 590 w 901"/>
                <a:gd name="T45" fmla="*/ 506 h 735"/>
                <a:gd name="T46" fmla="*/ 762 w 901"/>
                <a:gd name="T47" fmla="*/ 678 h 735"/>
                <a:gd name="T48" fmla="*/ 823 w 901"/>
                <a:gd name="T49" fmla="*/ 678 h 735"/>
                <a:gd name="T50" fmla="*/ 833 w 901"/>
                <a:gd name="T51" fmla="*/ 668 h 735"/>
                <a:gd name="T52" fmla="*/ 834 w 901"/>
                <a:gd name="T53" fmla="*/ 667 h 735"/>
                <a:gd name="T54" fmla="*/ 869 w 901"/>
                <a:gd name="T55" fmla="*/ 667 h 735"/>
                <a:gd name="T56" fmla="*/ 870 w 901"/>
                <a:gd name="T57" fmla="*/ 668 h 735"/>
                <a:gd name="T58" fmla="*/ 900 w 901"/>
                <a:gd name="T59" fmla="*/ 698 h 735"/>
                <a:gd name="T60" fmla="*/ 901 w 901"/>
                <a:gd name="T61" fmla="*/ 699 h 735"/>
                <a:gd name="T62" fmla="*/ 901 w 901"/>
                <a:gd name="T63" fmla="*/ 735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1" h="735">
                  <a:moveTo>
                    <a:pt x="901" y="735"/>
                  </a:moveTo>
                  <a:cubicBezTo>
                    <a:pt x="897" y="735"/>
                    <a:pt x="897" y="735"/>
                    <a:pt x="897" y="735"/>
                  </a:cubicBezTo>
                  <a:cubicBezTo>
                    <a:pt x="897" y="700"/>
                    <a:pt x="897" y="700"/>
                    <a:pt x="897" y="700"/>
                  </a:cubicBezTo>
                  <a:cubicBezTo>
                    <a:pt x="868" y="671"/>
                    <a:pt x="868" y="671"/>
                    <a:pt x="868" y="671"/>
                  </a:cubicBezTo>
                  <a:cubicBezTo>
                    <a:pt x="835" y="671"/>
                    <a:pt x="835" y="671"/>
                    <a:pt x="835" y="671"/>
                  </a:cubicBezTo>
                  <a:cubicBezTo>
                    <a:pt x="825" y="681"/>
                    <a:pt x="825" y="681"/>
                    <a:pt x="825" y="681"/>
                  </a:cubicBezTo>
                  <a:cubicBezTo>
                    <a:pt x="825" y="681"/>
                    <a:pt x="824" y="681"/>
                    <a:pt x="824" y="681"/>
                  </a:cubicBezTo>
                  <a:cubicBezTo>
                    <a:pt x="761" y="681"/>
                    <a:pt x="761" y="681"/>
                    <a:pt x="761" y="681"/>
                  </a:cubicBezTo>
                  <a:cubicBezTo>
                    <a:pt x="761" y="681"/>
                    <a:pt x="760" y="681"/>
                    <a:pt x="760" y="681"/>
                  </a:cubicBezTo>
                  <a:cubicBezTo>
                    <a:pt x="588" y="509"/>
                    <a:pt x="588" y="509"/>
                    <a:pt x="588" y="509"/>
                  </a:cubicBezTo>
                  <a:cubicBezTo>
                    <a:pt x="474" y="509"/>
                    <a:pt x="474" y="509"/>
                    <a:pt x="474" y="509"/>
                  </a:cubicBezTo>
                  <a:cubicBezTo>
                    <a:pt x="474" y="509"/>
                    <a:pt x="474" y="509"/>
                    <a:pt x="473" y="508"/>
                  </a:cubicBezTo>
                  <a:cubicBezTo>
                    <a:pt x="212" y="247"/>
                    <a:pt x="212" y="247"/>
                    <a:pt x="212" y="247"/>
                  </a:cubicBezTo>
                  <a:cubicBezTo>
                    <a:pt x="212" y="247"/>
                    <a:pt x="212" y="247"/>
                    <a:pt x="212" y="246"/>
                  </a:cubicBezTo>
                  <a:cubicBezTo>
                    <a:pt x="212" y="215"/>
                    <a:pt x="212" y="215"/>
                    <a:pt x="212" y="21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3"/>
                    <a:pt x="215" y="214"/>
                    <a:pt x="215" y="214"/>
                  </a:cubicBezTo>
                  <a:cubicBezTo>
                    <a:pt x="215" y="245"/>
                    <a:pt x="215" y="245"/>
                    <a:pt x="215" y="245"/>
                  </a:cubicBezTo>
                  <a:cubicBezTo>
                    <a:pt x="475" y="505"/>
                    <a:pt x="475" y="505"/>
                    <a:pt x="475" y="505"/>
                  </a:cubicBezTo>
                  <a:cubicBezTo>
                    <a:pt x="589" y="505"/>
                    <a:pt x="589" y="505"/>
                    <a:pt x="589" y="505"/>
                  </a:cubicBezTo>
                  <a:cubicBezTo>
                    <a:pt x="589" y="505"/>
                    <a:pt x="590" y="506"/>
                    <a:pt x="590" y="506"/>
                  </a:cubicBezTo>
                  <a:cubicBezTo>
                    <a:pt x="762" y="678"/>
                    <a:pt x="762" y="678"/>
                    <a:pt x="762" y="678"/>
                  </a:cubicBezTo>
                  <a:cubicBezTo>
                    <a:pt x="823" y="678"/>
                    <a:pt x="823" y="678"/>
                    <a:pt x="823" y="678"/>
                  </a:cubicBezTo>
                  <a:cubicBezTo>
                    <a:pt x="833" y="668"/>
                    <a:pt x="833" y="668"/>
                    <a:pt x="833" y="668"/>
                  </a:cubicBezTo>
                  <a:cubicBezTo>
                    <a:pt x="833" y="668"/>
                    <a:pt x="834" y="667"/>
                    <a:pt x="834" y="667"/>
                  </a:cubicBezTo>
                  <a:cubicBezTo>
                    <a:pt x="869" y="667"/>
                    <a:pt x="869" y="667"/>
                    <a:pt x="869" y="667"/>
                  </a:cubicBezTo>
                  <a:cubicBezTo>
                    <a:pt x="869" y="667"/>
                    <a:pt x="870" y="668"/>
                    <a:pt x="870" y="668"/>
                  </a:cubicBezTo>
                  <a:cubicBezTo>
                    <a:pt x="900" y="698"/>
                    <a:pt x="900" y="698"/>
                    <a:pt x="900" y="698"/>
                  </a:cubicBezTo>
                  <a:cubicBezTo>
                    <a:pt x="900" y="698"/>
                    <a:pt x="901" y="699"/>
                    <a:pt x="901" y="699"/>
                  </a:cubicBezTo>
                  <a:lnTo>
                    <a:pt x="901" y="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9" name="Freeform 433"/>
            <p:cNvSpPr>
              <a:spLocks/>
            </p:cNvSpPr>
            <p:nvPr/>
          </p:nvSpPr>
          <p:spPr bwMode="auto">
            <a:xfrm flipV="1">
              <a:off x="-430211" y="4500561"/>
              <a:ext cx="3001962" cy="2413000"/>
            </a:xfrm>
            <a:custGeom>
              <a:avLst/>
              <a:gdLst>
                <a:gd name="T0" fmla="*/ 797 w 800"/>
                <a:gd name="T1" fmla="*/ 643 h 643"/>
                <a:gd name="T2" fmla="*/ 797 w 800"/>
                <a:gd name="T3" fmla="*/ 609 h 643"/>
                <a:gd name="T4" fmla="*/ 767 w 800"/>
                <a:gd name="T5" fmla="*/ 579 h 643"/>
                <a:gd name="T6" fmla="*/ 693 w 800"/>
                <a:gd name="T7" fmla="*/ 579 h 643"/>
                <a:gd name="T8" fmla="*/ 692 w 800"/>
                <a:gd name="T9" fmla="*/ 578 h 643"/>
                <a:gd name="T10" fmla="*/ 518 w 800"/>
                <a:gd name="T11" fmla="*/ 404 h 643"/>
                <a:gd name="T12" fmla="*/ 402 w 800"/>
                <a:gd name="T13" fmla="*/ 404 h 643"/>
                <a:gd name="T14" fmla="*/ 401 w 800"/>
                <a:gd name="T15" fmla="*/ 404 h 643"/>
                <a:gd name="T16" fmla="*/ 0 w 800"/>
                <a:gd name="T17" fmla="*/ 2 h 643"/>
                <a:gd name="T18" fmla="*/ 2 w 800"/>
                <a:gd name="T19" fmla="*/ 0 h 643"/>
                <a:gd name="T20" fmla="*/ 403 w 800"/>
                <a:gd name="T21" fmla="*/ 401 h 643"/>
                <a:gd name="T22" fmla="*/ 519 w 800"/>
                <a:gd name="T23" fmla="*/ 401 h 643"/>
                <a:gd name="T24" fmla="*/ 520 w 800"/>
                <a:gd name="T25" fmla="*/ 401 h 643"/>
                <a:gd name="T26" fmla="*/ 694 w 800"/>
                <a:gd name="T27" fmla="*/ 575 h 643"/>
                <a:gd name="T28" fmla="*/ 767 w 800"/>
                <a:gd name="T29" fmla="*/ 575 h 643"/>
                <a:gd name="T30" fmla="*/ 768 w 800"/>
                <a:gd name="T31" fmla="*/ 576 h 643"/>
                <a:gd name="T32" fmla="*/ 800 w 800"/>
                <a:gd name="T33" fmla="*/ 607 h 643"/>
                <a:gd name="T34" fmla="*/ 800 w 800"/>
                <a:gd name="T35" fmla="*/ 608 h 643"/>
                <a:gd name="T36" fmla="*/ 800 w 800"/>
                <a:gd name="T37" fmla="*/ 643 h 643"/>
                <a:gd name="T38" fmla="*/ 797 w 800"/>
                <a:gd name="T39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0" h="643">
                  <a:moveTo>
                    <a:pt x="797" y="643"/>
                  </a:moveTo>
                  <a:cubicBezTo>
                    <a:pt x="797" y="609"/>
                    <a:pt x="797" y="609"/>
                    <a:pt x="797" y="609"/>
                  </a:cubicBezTo>
                  <a:cubicBezTo>
                    <a:pt x="767" y="579"/>
                    <a:pt x="767" y="579"/>
                    <a:pt x="767" y="579"/>
                  </a:cubicBezTo>
                  <a:cubicBezTo>
                    <a:pt x="693" y="579"/>
                    <a:pt x="693" y="579"/>
                    <a:pt x="693" y="579"/>
                  </a:cubicBezTo>
                  <a:cubicBezTo>
                    <a:pt x="693" y="579"/>
                    <a:pt x="692" y="579"/>
                    <a:pt x="692" y="578"/>
                  </a:cubicBezTo>
                  <a:cubicBezTo>
                    <a:pt x="518" y="404"/>
                    <a:pt x="518" y="404"/>
                    <a:pt x="518" y="404"/>
                  </a:cubicBezTo>
                  <a:cubicBezTo>
                    <a:pt x="402" y="404"/>
                    <a:pt x="402" y="404"/>
                    <a:pt x="402" y="404"/>
                  </a:cubicBezTo>
                  <a:cubicBezTo>
                    <a:pt x="402" y="404"/>
                    <a:pt x="401" y="404"/>
                    <a:pt x="401" y="40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519" y="401"/>
                    <a:pt x="519" y="401"/>
                    <a:pt x="519" y="401"/>
                  </a:cubicBezTo>
                  <a:cubicBezTo>
                    <a:pt x="519" y="401"/>
                    <a:pt x="519" y="401"/>
                    <a:pt x="520" y="401"/>
                  </a:cubicBezTo>
                  <a:cubicBezTo>
                    <a:pt x="694" y="575"/>
                    <a:pt x="694" y="575"/>
                    <a:pt x="694" y="575"/>
                  </a:cubicBezTo>
                  <a:cubicBezTo>
                    <a:pt x="767" y="575"/>
                    <a:pt x="767" y="575"/>
                    <a:pt x="767" y="575"/>
                  </a:cubicBezTo>
                  <a:cubicBezTo>
                    <a:pt x="768" y="575"/>
                    <a:pt x="768" y="576"/>
                    <a:pt x="768" y="576"/>
                  </a:cubicBezTo>
                  <a:cubicBezTo>
                    <a:pt x="800" y="607"/>
                    <a:pt x="800" y="607"/>
                    <a:pt x="800" y="607"/>
                  </a:cubicBezTo>
                  <a:cubicBezTo>
                    <a:pt x="800" y="607"/>
                    <a:pt x="800" y="608"/>
                    <a:pt x="800" y="608"/>
                  </a:cubicBezTo>
                  <a:cubicBezTo>
                    <a:pt x="800" y="643"/>
                    <a:pt x="800" y="643"/>
                    <a:pt x="800" y="643"/>
                  </a:cubicBezTo>
                  <a:lnTo>
                    <a:pt x="797" y="64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0" name="Freeform 434"/>
            <p:cNvSpPr>
              <a:spLocks/>
            </p:cNvSpPr>
            <p:nvPr/>
          </p:nvSpPr>
          <p:spPr bwMode="auto">
            <a:xfrm flipV="1">
              <a:off x="-538161" y="4627561"/>
              <a:ext cx="2859087" cy="2176463"/>
            </a:xfrm>
            <a:custGeom>
              <a:avLst/>
              <a:gdLst>
                <a:gd name="T0" fmla="*/ 720 w 762"/>
                <a:gd name="T1" fmla="*/ 580 h 580"/>
                <a:gd name="T2" fmla="*/ 719 w 762"/>
                <a:gd name="T3" fmla="*/ 580 h 580"/>
                <a:gd name="T4" fmla="*/ 549 w 762"/>
                <a:gd name="T5" fmla="*/ 410 h 580"/>
                <a:gd name="T6" fmla="*/ 409 w 762"/>
                <a:gd name="T7" fmla="*/ 410 h 580"/>
                <a:gd name="T8" fmla="*/ 407 w 762"/>
                <a:gd name="T9" fmla="*/ 410 h 580"/>
                <a:gd name="T10" fmla="*/ 0 w 762"/>
                <a:gd name="T11" fmla="*/ 2 h 580"/>
                <a:gd name="T12" fmla="*/ 2 w 762"/>
                <a:gd name="T13" fmla="*/ 0 h 580"/>
                <a:gd name="T14" fmla="*/ 409 w 762"/>
                <a:gd name="T15" fmla="*/ 407 h 580"/>
                <a:gd name="T16" fmla="*/ 550 w 762"/>
                <a:gd name="T17" fmla="*/ 407 h 580"/>
                <a:gd name="T18" fmla="*/ 551 w 762"/>
                <a:gd name="T19" fmla="*/ 407 h 580"/>
                <a:gd name="T20" fmla="*/ 721 w 762"/>
                <a:gd name="T21" fmla="*/ 577 h 580"/>
                <a:gd name="T22" fmla="*/ 762 w 762"/>
                <a:gd name="T23" fmla="*/ 577 h 580"/>
                <a:gd name="T24" fmla="*/ 762 w 762"/>
                <a:gd name="T25" fmla="*/ 580 h 580"/>
                <a:gd name="T26" fmla="*/ 720 w 762"/>
                <a:gd name="T27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580">
                  <a:moveTo>
                    <a:pt x="720" y="580"/>
                  </a:moveTo>
                  <a:cubicBezTo>
                    <a:pt x="720" y="580"/>
                    <a:pt x="720" y="580"/>
                    <a:pt x="719" y="580"/>
                  </a:cubicBezTo>
                  <a:cubicBezTo>
                    <a:pt x="549" y="410"/>
                    <a:pt x="549" y="410"/>
                    <a:pt x="549" y="410"/>
                  </a:cubicBezTo>
                  <a:cubicBezTo>
                    <a:pt x="409" y="410"/>
                    <a:pt x="409" y="410"/>
                    <a:pt x="409" y="410"/>
                  </a:cubicBezTo>
                  <a:cubicBezTo>
                    <a:pt x="408" y="410"/>
                    <a:pt x="408" y="410"/>
                    <a:pt x="407" y="4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9" y="407"/>
                    <a:pt x="409" y="407"/>
                    <a:pt x="409" y="407"/>
                  </a:cubicBezTo>
                  <a:cubicBezTo>
                    <a:pt x="550" y="407"/>
                    <a:pt x="550" y="407"/>
                    <a:pt x="550" y="407"/>
                  </a:cubicBezTo>
                  <a:cubicBezTo>
                    <a:pt x="550" y="407"/>
                    <a:pt x="551" y="407"/>
                    <a:pt x="551" y="407"/>
                  </a:cubicBezTo>
                  <a:cubicBezTo>
                    <a:pt x="721" y="577"/>
                    <a:pt x="721" y="577"/>
                    <a:pt x="721" y="577"/>
                  </a:cubicBezTo>
                  <a:cubicBezTo>
                    <a:pt x="762" y="577"/>
                    <a:pt x="762" y="577"/>
                    <a:pt x="762" y="577"/>
                  </a:cubicBezTo>
                  <a:cubicBezTo>
                    <a:pt x="762" y="580"/>
                    <a:pt x="762" y="580"/>
                    <a:pt x="762" y="580"/>
                  </a:cubicBezTo>
                  <a:lnTo>
                    <a:pt x="720" y="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1" name="Freeform 435"/>
            <p:cNvSpPr>
              <a:spLocks/>
            </p:cNvSpPr>
            <p:nvPr/>
          </p:nvSpPr>
          <p:spPr bwMode="auto">
            <a:xfrm flipV="1">
              <a:off x="-639761" y="4435473"/>
              <a:ext cx="2806700" cy="2271713"/>
            </a:xfrm>
            <a:custGeom>
              <a:avLst/>
              <a:gdLst>
                <a:gd name="T0" fmla="*/ 745 w 748"/>
                <a:gd name="T1" fmla="*/ 605 h 605"/>
                <a:gd name="T2" fmla="*/ 683 w 748"/>
                <a:gd name="T3" fmla="*/ 543 h 605"/>
                <a:gd name="T4" fmla="*/ 637 w 748"/>
                <a:gd name="T5" fmla="*/ 543 h 605"/>
                <a:gd name="T6" fmla="*/ 635 w 748"/>
                <a:gd name="T7" fmla="*/ 543 h 605"/>
                <a:gd name="T8" fmla="*/ 512 w 748"/>
                <a:gd name="T9" fmla="*/ 419 h 605"/>
                <a:gd name="T10" fmla="*/ 375 w 748"/>
                <a:gd name="T11" fmla="*/ 419 h 605"/>
                <a:gd name="T12" fmla="*/ 374 w 748"/>
                <a:gd name="T13" fmla="*/ 419 h 605"/>
                <a:gd name="T14" fmla="*/ 341 w 748"/>
                <a:gd name="T15" fmla="*/ 386 h 605"/>
                <a:gd name="T16" fmla="*/ 340 w 748"/>
                <a:gd name="T17" fmla="*/ 385 h 605"/>
                <a:gd name="T18" fmla="*/ 340 w 748"/>
                <a:gd name="T19" fmla="*/ 343 h 605"/>
                <a:gd name="T20" fmla="*/ 0 w 748"/>
                <a:gd name="T21" fmla="*/ 3 h 605"/>
                <a:gd name="T22" fmla="*/ 3 w 748"/>
                <a:gd name="T23" fmla="*/ 0 h 605"/>
                <a:gd name="T24" fmla="*/ 343 w 748"/>
                <a:gd name="T25" fmla="*/ 341 h 605"/>
                <a:gd name="T26" fmla="*/ 344 w 748"/>
                <a:gd name="T27" fmla="*/ 342 h 605"/>
                <a:gd name="T28" fmla="*/ 344 w 748"/>
                <a:gd name="T29" fmla="*/ 384 h 605"/>
                <a:gd name="T30" fmla="*/ 376 w 748"/>
                <a:gd name="T31" fmla="*/ 416 h 605"/>
                <a:gd name="T32" fmla="*/ 513 w 748"/>
                <a:gd name="T33" fmla="*/ 416 h 605"/>
                <a:gd name="T34" fmla="*/ 514 w 748"/>
                <a:gd name="T35" fmla="*/ 417 h 605"/>
                <a:gd name="T36" fmla="*/ 637 w 748"/>
                <a:gd name="T37" fmla="*/ 540 h 605"/>
                <a:gd name="T38" fmla="*/ 683 w 748"/>
                <a:gd name="T39" fmla="*/ 540 h 605"/>
                <a:gd name="T40" fmla="*/ 685 w 748"/>
                <a:gd name="T41" fmla="*/ 540 h 605"/>
                <a:gd name="T42" fmla="*/ 748 w 748"/>
                <a:gd name="T43" fmla="*/ 603 h 605"/>
                <a:gd name="T44" fmla="*/ 745 w 748"/>
                <a:gd name="T45" fmla="*/ 60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8" h="605">
                  <a:moveTo>
                    <a:pt x="745" y="605"/>
                  </a:moveTo>
                  <a:cubicBezTo>
                    <a:pt x="683" y="543"/>
                    <a:pt x="683" y="543"/>
                    <a:pt x="683" y="543"/>
                  </a:cubicBezTo>
                  <a:cubicBezTo>
                    <a:pt x="637" y="543"/>
                    <a:pt x="637" y="543"/>
                    <a:pt x="637" y="543"/>
                  </a:cubicBezTo>
                  <a:cubicBezTo>
                    <a:pt x="636" y="543"/>
                    <a:pt x="636" y="543"/>
                    <a:pt x="635" y="543"/>
                  </a:cubicBezTo>
                  <a:cubicBezTo>
                    <a:pt x="512" y="419"/>
                    <a:pt x="512" y="419"/>
                    <a:pt x="512" y="419"/>
                  </a:cubicBezTo>
                  <a:cubicBezTo>
                    <a:pt x="375" y="419"/>
                    <a:pt x="375" y="419"/>
                    <a:pt x="375" y="419"/>
                  </a:cubicBezTo>
                  <a:cubicBezTo>
                    <a:pt x="375" y="419"/>
                    <a:pt x="374" y="419"/>
                    <a:pt x="374" y="419"/>
                  </a:cubicBezTo>
                  <a:cubicBezTo>
                    <a:pt x="341" y="386"/>
                    <a:pt x="341" y="386"/>
                    <a:pt x="341" y="386"/>
                  </a:cubicBezTo>
                  <a:cubicBezTo>
                    <a:pt x="341" y="386"/>
                    <a:pt x="340" y="385"/>
                    <a:pt x="340" y="385"/>
                  </a:cubicBezTo>
                  <a:cubicBezTo>
                    <a:pt x="340" y="343"/>
                    <a:pt x="340" y="343"/>
                    <a:pt x="340" y="34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3" y="341"/>
                    <a:pt x="343" y="341"/>
                    <a:pt x="343" y="341"/>
                  </a:cubicBezTo>
                  <a:cubicBezTo>
                    <a:pt x="344" y="341"/>
                    <a:pt x="344" y="342"/>
                    <a:pt x="344" y="342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76" y="416"/>
                    <a:pt x="376" y="416"/>
                    <a:pt x="376" y="416"/>
                  </a:cubicBezTo>
                  <a:cubicBezTo>
                    <a:pt x="513" y="416"/>
                    <a:pt x="513" y="416"/>
                    <a:pt x="513" y="416"/>
                  </a:cubicBezTo>
                  <a:cubicBezTo>
                    <a:pt x="513" y="416"/>
                    <a:pt x="514" y="416"/>
                    <a:pt x="514" y="417"/>
                  </a:cubicBezTo>
                  <a:cubicBezTo>
                    <a:pt x="637" y="540"/>
                    <a:pt x="637" y="540"/>
                    <a:pt x="637" y="540"/>
                  </a:cubicBezTo>
                  <a:cubicBezTo>
                    <a:pt x="683" y="540"/>
                    <a:pt x="683" y="540"/>
                    <a:pt x="683" y="540"/>
                  </a:cubicBezTo>
                  <a:cubicBezTo>
                    <a:pt x="684" y="540"/>
                    <a:pt x="684" y="540"/>
                    <a:pt x="685" y="540"/>
                  </a:cubicBezTo>
                  <a:cubicBezTo>
                    <a:pt x="748" y="603"/>
                    <a:pt x="748" y="603"/>
                    <a:pt x="748" y="603"/>
                  </a:cubicBezTo>
                  <a:lnTo>
                    <a:pt x="745" y="605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2" name="Freeform 436"/>
            <p:cNvSpPr>
              <a:spLocks/>
            </p:cNvSpPr>
            <p:nvPr/>
          </p:nvSpPr>
          <p:spPr bwMode="auto">
            <a:xfrm flipV="1">
              <a:off x="-835023" y="4233861"/>
              <a:ext cx="3152775" cy="2292350"/>
            </a:xfrm>
            <a:custGeom>
              <a:avLst/>
              <a:gdLst>
                <a:gd name="T0" fmla="*/ 840 w 840"/>
                <a:gd name="T1" fmla="*/ 611 h 611"/>
                <a:gd name="T2" fmla="*/ 800 w 840"/>
                <a:gd name="T3" fmla="*/ 611 h 611"/>
                <a:gd name="T4" fmla="*/ 796 w 840"/>
                <a:gd name="T5" fmla="*/ 609 h 611"/>
                <a:gd name="T6" fmla="*/ 718 w 840"/>
                <a:gd name="T7" fmla="*/ 531 h 611"/>
                <a:gd name="T8" fmla="*/ 665 w 840"/>
                <a:gd name="T9" fmla="*/ 531 h 611"/>
                <a:gd name="T10" fmla="*/ 661 w 840"/>
                <a:gd name="T11" fmla="*/ 530 h 611"/>
                <a:gd name="T12" fmla="*/ 542 w 840"/>
                <a:gd name="T13" fmla="*/ 410 h 611"/>
                <a:gd name="T14" fmla="*/ 405 w 840"/>
                <a:gd name="T15" fmla="*/ 410 h 611"/>
                <a:gd name="T16" fmla="*/ 402 w 840"/>
                <a:gd name="T17" fmla="*/ 409 h 611"/>
                <a:gd name="T18" fmla="*/ 0 w 840"/>
                <a:gd name="T19" fmla="*/ 7 h 611"/>
                <a:gd name="T20" fmla="*/ 7 w 840"/>
                <a:gd name="T21" fmla="*/ 0 h 611"/>
                <a:gd name="T22" fmla="*/ 407 w 840"/>
                <a:gd name="T23" fmla="*/ 400 h 611"/>
                <a:gd name="T24" fmla="*/ 544 w 840"/>
                <a:gd name="T25" fmla="*/ 400 h 611"/>
                <a:gd name="T26" fmla="*/ 548 w 840"/>
                <a:gd name="T27" fmla="*/ 401 h 611"/>
                <a:gd name="T28" fmla="*/ 667 w 840"/>
                <a:gd name="T29" fmla="*/ 521 h 611"/>
                <a:gd name="T30" fmla="*/ 721 w 840"/>
                <a:gd name="T31" fmla="*/ 521 h 611"/>
                <a:gd name="T32" fmla="*/ 724 w 840"/>
                <a:gd name="T33" fmla="*/ 522 h 611"/>
                <a:gd name="T34" fmla="*/ 802 w 840"/>
                <a:gd name="T35" fmla="*/ 600 h 611"/>
                <a:gd name="T36" fmla="*/ 840 w 840"/>
                <a:gd name="T37" fmla="*/ 600 h 611"/>
                <a:gd name="T38" fmla="*/ 840 w 84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40" h="611">
                  <a:moveTo>
                    <a:pt x="840" y="611"/>
                  </a:moveTo>
                  <a:cubicBezTo>
                    <a:pt x="800" y="611"/>
                    <a:pt x="800" y="611"/>
                    <a:pt x="800" y="611"/>
                  </a:cubicBezTo>
                  <a:cubicBezTo>
                    <a:pt x="799" y="611"/>
                    <a:pt x="797" y="610"/>
                    <a:pt x="796" y="609"/>
                  </a:cubicBezTo>
                  <a:cubicBezTo>
                    <a:pt x="718" y="531"/>
                    <a:pt x="718" y="531"/>
                    <a:pt x="718" y="531"/>
                  </a:cubicBezTo>
                  <a:cubicBezTo>
                    <a:pt x="665" y="531"/>
                    <a:pt x="665" y="531"/>
                    <a:pt x="665" y="531"/>
                  </a:cubicBezTo>
                  <a:cubicBezTo>
                    <a:pt x="664" y="531"/>
                    <a:pt x="662" y="531"/>
                    <a:pt x="661" y="530"/>
                  </a:cubicBezTo>
                  <a:cubicBezTo>
                    <a:pt x="542" y="410"/>
                    <a:pt x="542" y="410"/>
                    <a:pt x="542" y="410"/>
                  </a:cubicBezTo>
                  <a:cubicBezTo>
                    <a:pt x="405" y="410"/>
                    <a:pt x="405" y="410"/>
                    <a:pt x="405" y="410"/>
                  </a:cubicBezTo>
                  <a:cubicBezTo>
                    <a:pt x="404" y="410"/>
                    <a:pt x="403" y="410"/>
                    <a:pt x="402" y="40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07" y="400"/>
                    <a:pt x="407" y="400"/>
                    <a:pt x="407" y="400"/>
                  </a:cubicBezTo>
                  <a:cubicBezTo>
                    <a:pt x="544" y="400"/>
                    <a:pt x="544" y="400"/>
                    <a:pt x="544" y="400"/>
                  </a:cubicBezTo>
                  <a:cubicBezTo>
                    <a:pt x="545" y="400"/>
                    <a:pt x="547" y="400"/>
                    <a:pt x="548" y="401"/>
                  </a:cubicBezTo>
                  <a:cubicBezTo>
                    <a:pt x="667" y="521"/>
                    <a:pt x="667" y="521"/>
                    <a:pt x="667" y="521"/>
                  </a:cubicBezTo>
                  <a:cubicBezTo>
                    <a:pt x="721" y="521"/>
                    <a:pt x="721" y="521"/>
                    <a:pt x="721" y="521"/>
                  </a:cubicBezTo>
                  <a:cubicBezTo>
                    <a:pt x="722" y="521"/>
                    <a:pt x="723" y="521"/>
                    <a:pt x="724" y="522"/>
                  </a:cubicBezTo>
                  <a:cubicBezTo>
                    <a:pt x="802" y="600"/>
                    <a:pt x="802" y="600"/>
                    <a:pt x="802" y="600"/>
                  </a:cubicBezTo>
                  <a:cubicBezTo>
                    <a:pt x="840" y="600"/>
                    <a:pt x="840" y="600"/>
                    <a:pt x="840" y="600"/>
                  </a:cubicBezTo>
                  <a:lnTo>
                    <a:pt x="84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3" name="Freeform 437"/>
            <p:cNvSpPr>
              <a:spLocks/>
            </p:cNvSpPr>
            <p:nvPr/>
          </p:nvSpPr>
          <p:spPr bwMode="auto">
            <a:xfrm flipV="1">
              <a:off x="-1131886" y="4090986"/>
              <a:ext cx="2949575" cy="2120900"/>
            </a:xfrm>
            <a:custGeom>
              <a:avLst/>
              <a:gdLst>
                <a:gd name="T0" fmla="*/ 786 w 786"/>
                <a:gd name="T1" fmla="*/ 565 h 565"/>
                <a:gd name="T2" fmla="*/ 782 w 786"/>
                <a:gd name="T3" fmla="*/ 565 h 565"/>
                <a:gd name="T4" fmla="*/ 782 w 786"/>
                <a:gd name="T5" fmla="*/ 517 h 565"/>
                <a:gd name="T6" fmla="*/ 621 w 786"/>
                <a:gd name="T7" fmla="*/ 356 h 565"/>
                <a:gd name="T8" fmla="*/ 354 w 786"/>
                <a:gd name="T9" fmla="*/ 356 h 565"/>
                <a:gd name="T10" fmla="*/ 353 w 786"/>
                <a:gd name="T11" fmla="*/ 355 h 565"/>
                <a:gd name="T12" fmla="*/ 0 w 786"/>
                <a:gd name="T13" fmla="*/ 2 h 565"/>
                <a:gd name="T14" fmla="*/ 2 w 786"/>
                <a:gd name="T15" fmla="*/ 0 h 565"/>
                <a:gd name="T16" fmla="*/ 355 w 786"/>
                <a:gd name="T17" fmla="*/ 352 h 565"/>
                <a:gd name="T18" fmla="*/ 622 w 786"/>
                <a:gd name="T19" fmla="*/ 352 h 565"/>
                <a:gd name="T20" fmla="*/ 623 w 786"/>
                <a:gd name="T21" fmla="*/ 353 h 565"/>
                <a:gd name="T22" fmla="*/ 785 w 786"/>
                <a:gd name="T23" fmla="*/ 515 h 565"/>
                <a:gd name="T24" fmla="*/ 786 w 786"/>
                <a:gd name="T25" fmla="*/ 516 h 565"/>
                <a:gd name="T26" fmla="*/ 786 w 786"/>
                <a:gd name="T27" fmla="*/ 565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6" h="565">
                  <a:moveTo>
                    <a:pt x="786" y="565"/>
                  </a:moveTo>
                  <a:cubicBezTo>
                    <a:pt x="782" y="565"/>
                    <a:pt x="782" y="565"/>
                    <a:pt x="782" y="565"/>
                  </a:cubicBezTo>
                  <a:cubicBezTo>
                    <a:pt x="782" y="517"/>
                    <a:pt x="782" y="517"/>
                    <a:pt x="782" y="517"/>
                  </a:cubicBezTo>
                  <a:cubicBezTo>
                    <a:pt x="621" y="356"/>
                    <a:pt x="621" y="356"/>
                    <a:pt x="621" y="356"/>
                  </a:cubicBezTo>
                  <a:cubicBezTo>
                    <a:pt x="354" y="356"/>
                    <a:pt x="354" y="356"/>
                    <a:pt x="354" y="356"/>
                  </a:cubicBezTo>
                  <a:cubicBezTo>
                    <a:pt x="354" y="356"/>
                    <a:pt x="354" y="356"/>
                    <a:pt x="353" y="35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55" y="352"/>
                    <a:pt x="355" y="352"/>
                    <a:pt x="355" y="352"/>
                  </a:cubicBezTo>
                  <a:cubicBezTo>
                    <a:pt x="622" y="352"/>
                    <a:pt x="622" y="352"/>
                    <a:pt x="622" y="352"/>
                  </a:cubicBezTo>
                  <a:cubicBezTo>
                    <a:pt x="622" y="352"/>
                    <a:pt x="623" y="353"/>
                    <a:pt x="623" y="353"/>
                  </a:cubicBezTo>
                  <a:cubicBezTo>
                    <a:pt x="785" y="515"/>
                    <a:pt x="785" y="515"/>
                    <a:pt x="785" y="515"/>
                  </a:cubicBezTo>
                  <a:cubicBezTo>
                    <a:pt x="786" y="515"/>
                    <a:pt x="786" y="516"/>
                    <a:pt x="786" y="516"/>
                  </a:cubicBezTo>
                  <a:lnTo>
                    <a:pt x="786" y="5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4" name="Freeform 438"/>
            <p:cNvSpPr>
              <a:spLocks/>
            </p:cNvSpPr>
            <p:nvPr/>
          </p:nvSpPr>
          <p:spPr bwMode="auto">
            <a:xfrm flipV="1">
              <a:off x="-1330323" y="3827461"/>
              <a:ext cx="3370262" cy="2189163"/>
            </a:xfrm>
            <a:custGeom>
              <a:avLst/>
              <a:gdLst>
                <a:gd name="T0" fmla="*/ 843 w 898"/>
                <a:gd name="T1" fmla="*/ 583 h 583"/>
                <a:gd name="T2" fmla="*/ 842 w 898"/>
                <a:gd name="T3" fmla="*/ 582 h 583"/>
                <a:gd name="T4" fmla="*/ 753 w 898"/>
                <a:gd name="T5" fmla="*/ 493 h 583"/>
                <a:gd name="T6" fmla="*/ 752 w 898"/>
                <a:gd name="T7" fmla="*/ 492 h 583"/>
                <a:gd name="T8" fmla="*/ 752 w 898"/>
                <a:gd name="T9" fmla="*/ 428 h 583"/>
                <a:gd name="T10" fmla="*/ 666 w 898"/>
                <a:gd name="T11" fmla="*/ 342 h 583"/>
                <a:gd name="T12" fmla="*/ 341 w 898"/>
                <a:gd name="T13" fmla="*/ 342 h 583"/>
                <a:gd name="T14" fmla="*/ 339 w 898"/>
                <a:gd name="T15" fmla="*/ 342 h 583"/>
                <a:gd name="T16" fmla="*/ 0 w 898"/>
                <a:gd name="T17" fmla="*/ 3 h 583"/>
                <a:gd name="T18" fmla="*/ 3 w 898"/>
                <a:gd name="T19" fmla="*/ 0 h 583"/>
                <a:gd name="T20" fmla="*/ 341 w 898"/>
                <a:gd name="T21" fmla="*/ 339 h 583"/>
                <a:gd name="T22" fmla="*/ 666 w 898"/>
                <a:gd name="T23" fmla="*/ 339 h 583"/>
                <a:gd name="T24" fmla="*/ 668 w 898"/>
                <a:gd name="T25" fmla="*/ 339 h 583"/>
                <a:gd name="T26" fmla="*/ 755 w 898"/>
                <a:gd name="T27" fmla="*/ 426 h 583"/>
                <a:gd name="T28" fmla="*/ 755 w 898"/>
                <a:gd name="T29" fmla="*/ 428 h 583"/>
                <a:gd name="T30" fmla="*/ 755 w 898"/>
                <a:gd name="T31" fmla="*/ 491 h 583"/>
                <a:gd name="T32" fmla="*/ 844 w 898"/>
                <a:gd name="T33" fmla="*/ 579 h 583"/>
                <a:gd name="T34" fmla="*/ 886 w 898"/>
                <a:gd name="T35" fmla="*/ 579 h 583"/>
                <a:gd name="T36" fmla="*/ 895 w 898"/>
                <a:gd name="T37" fmla="*/ 570 h 583"/>
                <a:gd name="T38" fmla="*/ 898 w 898"/>
                <a:gd name="T39" fmla="*/ 572 h 583"/>
                <a:gd name="T40" fmla="*/ 888 w 898"/>
                <a:gd name="T41" fmla="*/ 582 h 583"/>
                <a:gd name="T42" fmla="*/ 887 w 898"/>
                <a:gd name="T43" fmla="*/ 583 h 583"/>
                <a:gd name="T44" fmla="*/ 843 w 898"/>
                <a:gd name="T45" fmla="*/ 58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583">
                  <a:moveTo>
                    <a:pt x="843" y="583"/>
                  </a:moveTo>
                  <a:cubicBezTo>
                    <a:pt x="842" y="583"/>
                    <a:pt x="842" y="583"/>
                    <a:pt x="842" y="582"/>
                  </a:cubicBezTo>
                  <a:cubicBezTo>
                    <a:pt x="753" y="493"/>
                    <a:pt x="753" y="493"/>
                    <a:pt x="753" y="493"/>
                  </a:cubicBezTo>
                  <a:cubicBezTo>
                    <a:pt x="752" y="493"/>
                    <a:pt x="752" y="492"/>
                    <a:pt x="752" y="492"/>
                  </a:cubicBezTo>
                  <a:cubicBezTo>
                    <a:pt x="752" y="428"/>
                    <a:pt x="752" y="428"/>
                    <a:pt x="752" y="428"/>
                  </a:cubicBezTo>
                  <a:cubicBezTo>
                    <a:pt x="666" y="342"/>
                    <a:pt x="666" y="342"/>
                    <a:pt x="666" y="342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0" y="342"/>
                    <a:pt x="340" y="342"/>
                    <a:pt x="339" y="34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1" y="339"/>
                    <a:pt x="341" y="339"/>
                    <a:pt x="341" y="339"/>
                  </a:cubicBezTo>
                  <a:cubicBezTo>
                    <a:pt x="666" y="339"/>
                    <a:pt x="666" y="339"/>
                    <a:pt x="666" y="339"/>
                  </a:cubicBezTo>
                  <a:cubicBezTo>
                    <a:pt x="667" y="339"/>
                    <a:pt x="667" y="339"/>
                    <a:pt x="668" y="339"/>
                  </a:cubicBezTo>
                  <a:cubicBezTo>
                    <a:pt x="755" y="426"/>
                    <a:pt x="755" y="426"/>
                    <a:pt x="755" y="426"/>
                  </a:cubicBezTo>
                  <a:cubicBezTo>
                    <a:pt x="755" y="427"/>
                    <a:pt x="755" y="427"/>
                    <a:pt x="755" y="428"/>
                  </a:cubicBezTo>
                  <a:cubicBezTo>
                    <a:pt x="755" y="491"/>
                    <a:pt x="755" y="491"/>
                    <a:pt x="755" y="491"/>
                  </a:cubicBezTo>
                  <a:cubicBezTo>
                    <a:pt x="844" y="579"/>
                    <a:pt x="844" y="579"/>
                    <a:pt x="844" y="579"/>
                  </a:cubicBezTo>
                  <a:cubicBezTo>
                    <a:pt x="886" y="579"/>
                    <a:pt x="886" y="579"/>
                    <a:pt x="886" y="579"/>
                  </a:cubicBezTo>
                  <a:cubicBezTo>
                    <a:pt x="895" y="570"/>
                    <a:pt x="895" y="570"/>
                    <a:pt x="895" y="570"/>
                  </a:cubicBezTo>
                  <a:cubicBezTo>
                    <a:pt x="898" y="572"/>
                    <a:pt x="898" y="572"/>
                    <a:pt x="898" y="572"/>
                  </a:cubicBezTo>
                  <a:cubicBezTo>
                    <a:pt x="888" y="582"/>
                    <a:pt x="888" y="582"/>
                    <a:pt x="888" y="582"/>
                  </a:cubicBezTo>
                  <a:cubicBezTo>
                    <a:pt x="887" y="583"/>
                    <a:pt x="887" y="583"/>
                    <a:pt x="887" y="583"/>
                  </a:cubicBezTo>
                  <a:lnTo>
                    <a:pt x="843" y="5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5" name="Freeform 439"/>
            <p:cNvSpPr>
              <a:spLocks/>
            </p:cNvSpPr>
            <p:nvPr/>
          </p:nvSpPr>
          <p:spPr bwMode="auto">
            <a:xfrm flipV="1">
              <a:off x="-1619248" y="3881436"/>
              <a:ext cx="3205162" cy="1846263"/>
            </a:xfrm>
            <a:custGeom>
              <a:avLst/>
              <a:gdLst>
                <a:gd name="T0" fmla="*/ 671 w 854"/>
                <a:gd name="T1" fmla="*/ 312 h 492"/>
                <a:gd name="T2" fmla="*/ 654 w 854"/>
                <a:gd name="T3" fmla="*/ 315 h 492"/>
                <a:gd name="T4" fmla="*/ 722 w 854"/>
                <a:gd name="T5" fmla="*/ 392 h 492"/>
                <a:gd name="T6" fmla="*/ 723 w 854"/>
                <a:gd name="T7" fmla="*/ 402 h 492"/>
                <a:gd name="T8" fmla="*/ 715 w 854"/>
                <a:gd name="T9" fmla="*/ 410 h 492"/>
                <a:gd name="T10" fmla="*/ 705 w 854"/>
                <a:gd name="T11" fmla="*/ 410 h 492"/>
                <a:gd name="T12" fmla="*/ 603 w 854"/>
                <a:gd name="T13" fmla="*/ 309 h 492"/>
                <a:gd name="T14" fmla="*/ 469 w 854"/>
                <a:gd name="T15" fmla="*/ 319 h 492"/>
                <a:gd name="T16" fmla="*/ 475 w 854"/>
                <a:gd name="T17" fmla="*/ 333 h 492"/>
                <a:gd name="T18" fmla="*/ 575 w 854"/>
                <a:gd name="T19" fmla="*/ 333 h 492"/>
                <a:gd name="T20" fmla="*/ 583 w 854"/>
                <a:gd name="T21" fmla="*/ 342 h 492"/>
                <a:gd name="T22" fmla="*/ 583 w 854"/>
                <a:gd name="T23" fmla="*/ 353 h 492"/>
                <a:gd name="T24" fmla="*/ 573 w 854"/>
                <a:gd name="T25" fmla="*/ 362 h 492"/>
                <a:gd name="T26" fmla="*/ 354 w 854"/>
                <a:gd name="T27" fmla="*/ 362 h 492"/>
                <a:gd name="T28" fmla="*/ 247 w 854"/>
                <a:gd name="T29" fmla="*/ 255 h 492"/>
                <a:gd name="T30" fmla="*/ 248 w 854"/>
                <a:gd name="T31" fmla="*/ 240 h 492"/>
                <a:gd name="T32" fmla="*/ 259 w 854"/>
                <a:gd name="T33" fmla="*/ 229 h 492"/>
                <a:gd name="T34" fmla="*/ 273 w 854"/>
                <a:gd name="T35" fmla="*/ 230 h 492"/>
                <a:gd name="T36" fmla="*/ 387 w 854"/>
                <a:gd name="T37" fmla="*/ 332 h 492"/>
                <a:gd name="T38" fmla="*/ 397 w 854"/>
                <a:gd name="T39" fmla="*/ 311 h 492"/>
                <a:gd name="T40" fmla="*/ 118 w 854"/>
                <a:gd name="T41" fmla="*/ 43 h 492"/>
                <a:gd name="T42" fmla="*/ 108 w 854"/>
                <a:gd name="T43" fmla="*/ 65 h 492"/>
                <a:gd name="T44" fmla="*/ 199 w 854"/>
                <a:gd name="T45" fmla="*/ 157 h 492"/>
                <a:gd name="T46" fmla="*/ 199 w 854"/>
                <a:gd name="T47" fmla="*/ 167 h 492"/>
                <a:gd name="T48" fmla="*/ 187 w 854"/>
                <a:gd name="T49" fmla="*/ 178 h 492"/>
                <a:gd name="T50" fmla="*/ 176 w 854"/>
                <a:gd name="T51" fmla="*/ 178 h 492"/>
                <a:gd name="T52" fmla="*/ 0 w 854"/>
                <a:gd name="T53" fmla="*/ 3 h 492"/>
                <a:gd name="T54" fmla="*/ 177 w 854"/>
                <a:gd name="T55" fmla="*/ 174 h 492"/>
                <a:gd name="T56" fmla="*/ 196 w 854"/>
                <a:gd name="T57" fmla="*/ 165 h 492"/>
                <a:gd name="T58" fmla="*/ 105 w 854"/>
                <a:gd name="T59" fmla="*/ 67 h 492"/>
                <a:gd name="T60" fmla="*/ 104 w 854"/>
                <a:gd name="T61" fmla="*/ 53 h 492"/>
                <a:gd name="T62" fmla="*/ 116 w 854"/>
                <a:gd name="T63" fmla="*/ 40 h 492"/>
                <a:gd name="T64" fmla="*/ 130 w 854"/>
                <a:gd name="T65" fmla="*/ 40 h 492"/>
                <a:gd name="T66" fmla="*/ 400 w 854"/>
                <a:gd name="T67" fmla="*/ 309 h 492"/>
                <a:gd name="T68" fmla="*/ 400 w 854"/>
                <a:gd name="T69" fmla="*/ 323 h 492"/>
                <a:gd name="T70" fmla="*/ 389 w 854"/>
                <a:gd name="T71" fmla="*/ 335 h 492"/>
                <a:gd name="T72" fmla="*/ 374 w 854"/>
                <a:gd name="T73" fmla="*/ 335 h 492"/>
                <a:gd name="T74" fmla="*/ 271 w 854"/>
                <a:gd name="T75" fmla="*/ 233 h 492"/>
                <a:gd name="T76" fmla="*/ 251 w 854"/>
                <a:gd name="T77" fmla="*/ 242 h 492"/>
                <a:gd name="T78" fmla="*/ 356 w 854"/>
                <a:gd name="T79" fmla="*/ 359 h 492"/>
                <a:gd name="T80" fmla="*/ 580 w 854"/>
                <a:gd name="T81" fmla="*/ 351 h 492"/>
                <a:gd name="T82" fmla="*/ 573 w 854"/>
                <a:gd name="T83" fmla="*/ 336 h 492"/>
                <a:gd name="T84" fmla="*/ 473 w 854"/>
                <a:gd name="T85" fmla="*/ 336 h 492"/>
                <a:gd name="T86" fmla="*/ 465 w 854"/>
                <a:gd name="T87" fmla="*/ 327 h 492"/>
                <a:gd name="T88" fmla="*/ 466 w 854"/>
                <a:gd name="T89" fmla="*/ 317 h 492"/>
                <a:gd name="T90" fmla="*/ 478 w 854"/>
                <a:gd name="T91" fmla="*/ 306 h 492"/>
                <a:gd name="T92" fmla="*/ 605 w 854"/>
                <a:gd name="T93" fmla="*/ 306 h 492"/>
                <a:gd name="T94" fmla="*/ 713 w 854"/>
                <a:gd name="T95" fmla="*/ 407 h 492"/>
                <a:gd name="T96" fmla="*/ 720 w 854"/>
                <a:gd name="T97" fmla="*/ 394 h 492"/>
                <a:gd name="T98" fmla="*/ 651 w 854"/>
                <a:gd name="T99" fmla="*/ 324 h 492"/>
                <a:gd name="T100" fmla="*/ 651 w 854"/>
                <a:gd name="T101" fmla="*/ 313 h 492"/>
                <a:gd name="T102" fmla="*/ 657 w 854"/>
                <a:gd name="T103" fmla="*/ 308 h 492"/>
                <a:gd name="T104" fmla="*/ 672 w 854"/>
                <a:gd name="T105" fmla="*/ 309 h 492"/>
                <a:gd name="T106" fmla="*/ 851 w 854"/>
                <a:gd name="T107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54" h="492">
                  <a:moveTo>
                    <a:pt x="851" y="492"/>
                  </a:moveTo>
                  <a:cubicBezTo>
                    <a:pt x="671" y="312"/>
                    <a:pt x="671" y="312"/>
                    <a:pt x="671" y="312"/>
                  </a:cubicBezTo>
                  <a:cubicBezTo>
                    <a:pt x="658" y="312"/>
                    <a:pt x="658" y="312"/>
                    <a:pt x="658" y="312"/>
                  </a:cubicBezTo>
                  <a:cubicBezTo>
                    <a:pt x="654" y="315"/>
                    <a:pt x="654" y="315"/>
                    <a:pt x="654" y="315"/>
                  </a:cubicBezTo>
                  <a:cubicBezTo>
                    <a:pt x="654" y="324"/>
                    <a:pt x="654" y="324"/>
                    <a:pt x="654" y="324"/>
                  </a:cubicBezTo>
                  <a:cubicBezTo>
                    <a:pt x="722" y="392"/>
                    <a:pt x="722" y="392"/>
                    <a:pt x="722" y="392"/>
                  </a:cubicBezTo>
                  <a:cubicBezTo>
                    <a:pt x="723" y="392"/>
                    <a:pt x="723" y="393"/>
                    <a:pt x="723" y="393"/>
                  </a:cubicBezTo>
                  <a:cubicBezTo>
                    <a:pt x="723" y="402"/>
                    <a:pt x="723" y="402"/>
                    <a:pt x="723" y="402"/>
                  </a:cubicBezTo>
                  <a:cubicBezTo>
                    <a:pt x="723" y="402"/>
                    <a:pt x="723" y="402"/>
                    <a:pt x="722" y="403"/>
                  </a:cubicBezTo>
                  <a:cubicBezTo>
                    <a:pt x="715" y="410"/>
                    <a:pt x="715" y="410"/>
                    <a:pt x="715" y="410"/>
                  </a:cubicBezTo>
                  <a:cubicBezTo>
                    <a:pt x="715" y="410"/>
                    <a:pt x="715" y="410"/>
                    <a:pt x="714" y="410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704" y="410"/>
                    <a:pt x="704" y="410"/>
                    <a:pt x="704" y="410"/>
                  </a:cubicBezTo>
                  <a:cubicBezTo>
                    <a:pt x="603" y="309"/>
                    <a:pt x="603" y="309"/>
                    <a:pt x="603" y="309"/>
                  </a:cubicBezTo>
                  <a:cubicBezTo>
                    <a:pt x="479" y="309"/>
                    <a:pt x="479" y="309"/>
                    <a:pt x="479" y="309"/>
                  </a:cubicBezTo>
                  <a:cubicBezTo>
                    <a:pt x="469" y="319"/>
                    <a:pt x="469" y="319"/>
                    <a:pt x="469" y="319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75" y="333"/>
                    <a:pt x="475" y="333"/>
                    <a:pt x="475" y="333"/>
                  </a:cubicBezTo>
                  <a:cubicBezTo>
                    <a:pt x="574" y="333"/>
                    <a:pt x="574" y="333"/>
                    <a:pt x="574" y="333"/>
                  </a:cubicBezTo>
                  <a:cubicBezTo>
                    <a:pt x="574" y="333"/>
                    <a:pt x="575" y="333"/>
                    <a:pt x="575" y="333"/>
                  </a:cubicBezTo>
                  <a:cubicBezTo>
                    <a:pt x="583" y="341"/>
                    <a:pt x="583" y="341"/>
                    <a:pt x="583" y="341"/>
                  </a:cubicBezTo>
                  <a:cubicBezTo>
                    <a:pt x="583" y="341"/>
                    <a:pt x="583" y="342"/>
                    <a:pt x="583" y="342"/>
                  </a:cubicBezTo>
                  <a:cubicBezTo>
                    <a:pt x="583" y="352"/>
                    <a:pt x="583" y="352"/>
                    <a:pt x="583" y="352"/>
                  </a:cubicBezTo>
                  <a:cubicBezTo>
                    <a:pt x="583" y="352"/>
                    <a:pt x="583" y="353"/>
                    <a:pt x="583" y="353"/>
                  </a:cubicBezTo>
                  <a:cubicBezTo>
                    <a:pt x="574" y="362"/>
                    <a:pt x="574" y="362"/>
                    <a:pt x="574" y="362"/>
                  </a:cubicBezTo>
                  <a:cubicBezTo>
                    <a:pt x="574" y="362"/>
                    <a:pt x="573" y="362"/>
                    <a:pt x="573" y="362"/>
                  </a:cubicBezTo>
                  <a:cubicBezTo>
                    <a:pt x="355" y="362"/>
                    <a:pt x="355" y="362"/>
                    <a:pt x="355" y="362"/>
                  </a:cubicBezTo>
                  <a:cubicBezTo>
                    <a:pt x="355" y="362"/>
                    <a:pt x="354" y="362"/>
                    <a:pt x="354" y="362"/>
                  </a:cubicBezTo>
                  <a:cubicBezTo>
                    <a:pt x="248" y="256"/>
                    <a:pt x="248" y="256"/>
                    <a:pt x="248" y="256"/>
                  </a:cubicBezTo>
                  <a:cubicBezTo>
                    <a:pt x="248" y="256"/>
                    <a:pt x="247" y="255"/>
                    <a:pt x="247" y="255"/>
                  </a:cubicBezTo>
                  <a:cubicBezTo>
                    <a:pt x="247" y="241"/>
                    <a:pt x="247" y="241"/>
                    <a:pt x="247" y="241"/>
                  </a:cubicBezTo>
                  <a:cubicBezTo>
                    <a:pt x="247" y="241"/>
                    <a:pt x="248" y="240"/>
                    <a:pt x="248" y="240"/>
                  </a:cubicBezTo>
                  <a:cubicBezTo>
                    <a:pt x="258" y="230"/>
                    <a:pt x="258" y="230"/>
                    <a:pt x="258" y="230"/>
                  </a:cubicBezTo>
                  <a:cubicBezTo>
                    <a:pt x="259" y="230"/>
                    <a:pt x="259" y="229"/>
                    <a:pt x="259" y="229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9"/>
                    <a:pt x="273" y="229"/>
                    <a:pt x="273" y="230"/>
                  </a:cubicBezTo>
                  <a:cubicBezTo>
                    <a:pt x="375" y="332"/>
                    <a:pt x="375" y="332"/>
                    <a:pt x="375" y="332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97" y="322"/>
                    <a:pt x="397" y="322"/>
                    <a:pt x="397" y="322"/>
                  </a:cubicBezTo>
                  <a:cubicBezTo>
                    <a:pt x="397" y="311"/>
                    <a:pt x="397" y="311"/>
                    <a:pt x="397" y="311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99" y="156"/>
                    <a:pt x="199" y="156"/>
                    <a:pt x="199" y="156"/>
                  </a:cubicBezTo>
                  <a:cubicBezTo>
                    <a:pt x="199" y="156"/>
                    <a:pt x="199" y="157"/>
                    <a:pt x="199" y="157"/>
                  </a:cubicBezTo>
                  <a:cubicBezTo>
                    <a:pt x="199" y="166"/>
                    <a:pt x="199" y="166"/>
                    <a:pt x="199" y="166"/>
                  </a:cubicBezTo>
                  <a:cubicBezTo>
                    <a:pt x="199" y="166"/>
                    <a:pt x="199" y="167"/>
                    <a:pt x="199" y="167"/>
                  </a:cubicBezTo>
                  <a:cubicBezTo>
                    <a:pt x="189" y="177"/>
                    <a:pt x="189" y="177"/>
                    <a:pt x="189" y="177"/>
                  </a:cubicBezTo>
                  <a:cubicBezTo>
                    <a:pt x="188" y="177"/>
                    <a:pt x="188" y="178"/>
                    <a:pt x="187" y="178"/>
                  </a:cubicBezTo>
                  <a:cubicBezTo>
                    <a:pt x="187" y="178"/>
                    <a:pt x="187" y="178"/>
                    <a:pt x="187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5" y="178"/>
                    <a:pt x="175" y="177"/>
                    <a:pt x="175" y="17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77" y="174"/>
                    <a:pt x="177" y="174"/>
                    <a:pt x="17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96" y="165"/>
                    <a:pt x="196" y="165"/>
                    <a:pt x="196" y="165"/>
                  </a:cubicBezTo>
                  <a:cubicBezTo>
                    <a:pt x="196" y="158"/>
                    <a:pt x="196" y="158"/>
                    <a:pt x="196" y="158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4" y="67"/>
                    <a:pt x="104" y="66"/>
                    <a:pt x="104" y="6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4" y="53"/>
                    <a:pt x="104" y="52"/>
                    <a:pt x="105" y="52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7" y="40"/>
                    <a:pt x="117" y="40"/>
                    <a:pt x="118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0"/>
                    <a:pt x="131" y="40"/>
                    <a:pt x="131" y="40"/>
                  </a:cubicBezTo>
                  <a:cubicBezTo>
                    <a:pt x="400" y="309"/>
                    <a:pt x="400" y="309"/>
                    <a:pt x="400" y="309"/>
                  </a:cubicBezTo>
                  <a:cubicBezTo>
                    <a:pt x="400" y="309"/>
                    <a:pt x="400" y="310"/>
                    <a:pt x="400" y="310"/>
                  </a:cubicBezTo>
                  <a:cubicBezTo>
                    <a:pt x="400" y="323"/>
                    <a:pt x="400" y="323"/>
                    <a:pt x="400" y="323"/>
                  </a:cubicBezTo>
                  <a:cubicBezTo>
                    <a:pt x="400" y="323"/>
                    <a:pt x="400" y="324"/>
                    <a:pt x="400" y="324"/>
                  </a:cubicBezTo>
                  <a:cubicBezTo>
                    <a:pt x="389" y="335"/>
                    <a:pt x="389" y="335"/>
                    <a:pt x="389" y="335"/>
                  </a:cubicBezTo>
                  <a:cubicBezTo>
                    <a:pt x="389" y="335"/>
                    <a:pt x="388" y="335"/>
                    <a:pt x="388" y="335"/>
                  </a:cubicBezTo>
                  <a:cubicBezTo>
                    <a:pt x="374" y="335"/>
                    <a:pt x="374" y="335"/>
                    <a:pt x="374" y="335"/>
                  </a:cubicBezTo>
                  <a:cubicBezTo>
                    <a:pt x="374" y="335"/>
                    <a:pt x="373" y="335"/>
                    <a:pt x="373" y="335"/>
                  </a:cubicBezTo>
                  <a:cubicBezTo>
                    <a:pt x="271" y="233"/>
                    <a:pt x="271" y="233"/>
                    <a:pt x="271" y="233"/>
                  </a:cubicBezTo>
                  <a:cubicBezTo>
                    <a:pt x="260" y="233"/>
                    <a:pt x="260" y="233"/>
                    <a:pt x="260" y="233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356" y="359"/>
                    <a:pt x="356" y="359"/>
                    <a:pt x="356" y="359"/>
                  </a:cubicBezTo>
                  <a:cubicBezTo>
                    <a:pt x="572" y="359"/>
                    <a:pt x="572" y="359"/>
                    <a:pt x="572" y="359"/>
                  </a:cubicBezTo>
                  <a:cubicBezTo>
                    <a:pt x="580" y="351"/>
                    <a:pt x="580" y="351"/>
                    <a:pt x="580" y="351"/>
                  </a:cubicBezTo>
                  <a:cubicBezTo>
                    <a:pt x="580" y="343"/>
                    <a:pt x="580" y="343"/>
                    <a:pt x="580" y="343"/>
                  </a:cubicBezTo>
                  <a:cubicBezTo>
                    <a:pt x="573" y="336"/>
                    <a:pt x="573" y="336"/>
                    <a:pt x="573" y="336"/>
                  </a:cubicBezTo>
                  <a:cubicBezTo>
                    <a:pt x="474" y="336"/>
                    <a:pt x="474" y="336"/>
                    <a:pt x="474" y="336"/>
                  </a:cubicBezTo>
                  <a:cubicBezTo>
                    <a:pt x="474" y="336"/>
                    <a:pt x="473" y="336"/>
                    <a:pt x="473" y="336"/>
                  </a:cubicBezTo>
                  <a:cubicBezTo>
                    <a:pt x="466" y="328"/>
                    <a:pt x="466" y="328"/>
                    <a:pt x="466" y="328"/>
                  </a:cubicBezTo>
                  <a:cubicBezTo>
                    <a:pt x="465" y="328"/>
                    <a:pt x="465" y="328"/>
                    <a:pt x="465" y="327"/>
                  </a:cubicBezTo>
                  <a:cubicBezTo>
                    <a:pt x="465" y="319"/>
                    <a:pt x="465" y="319"/>
                    <a:pt x="465" y="319"/>
                  </a:cubicBezTo>
                  <a:cubicBezTo>
                    <a:pt x="465" y="318"/>
                    <a:pt x="465" y="318"/>
                    <a:pt x="466" y="317"/>
                  </a:cubicBezTo>
                  <a:cubicBezTo>
                    <a:pt x="477" y="306"/>
                    <a:pt x="477" y="306"/>
                    <a:pt x="477" y="306"/>
                  </a:cubicBezTo>
                  <a:cubicBezTo>
                    <a:pt x="477" y="306"/>
                    <a:pt x="478" y="306"/>
                    <a:pt x="478" y="306"/>
                  </a:cubicBezTo>
                  <a:cubicBezTo>
                    <a:pt x="603" y="306"/>
                    <a:pt x="603" y="306"/>
                    <a:pt x="603" y="306"/>
                  </a:cubicBezTo>
                  <a:cubicBezTo>
                    <a:pt x="604" y="306"/>
                    <a:pt x="604" y="306"/>
                    <a:pt x="605" y="306"/>
                  </a:cubicBezTo>
                  <a:cubicBezTo>
                    <a:pt x="705" y="407"/>
                    <a:pt x="705" y="407"/>
                    <a:pt x="705" y="407"/>
                  </a:cubicBezTo>
                  <a:cubicBezTo>
                    <a:pt x="713" y="407"/>
                    <a:pt x="713" y="407"/>
                    <a:pt x="713" y="407"/>
                  </a:cubicBezTo>
                  <a:cubicBezTo>
                    <a:pt x="720" y="401"/>
                    <a:pt x="720" y="401"/>
                    <a:pt x="720" y="401"/>
                  </a:cubicBezTo>
                  <a:cubicBezTo>
                    <a:pt x="720" y="394"/>
                    <a:pt x="720" y="394"/>
                    <a:pt x="720" y="394"/>
                  </a:cubicBezTo>
                  <a:cubicBezTo>
                    <a:pt x="651" y="326"/>
                    <a:pt x="651" y="326"/>
                    <a:pt x="651" y="326"/>
                  </a:cubicBezTo>
                  <a:cubicBezTo>
                    <a:pt x="651" y="325"/>
                    <a:pt x="651" y="325"/>
                    <a:pt x="651" y="324"/>
                  </a:cubicBezTo>
                  <a:cubicBezTo>
                    <a:pt x="651" y="315"/>
                    <a:pt x="651" y="315"/>
                    <a:pt x="651" y="315"/>
                  </a:cubicBezTo>
                  <a:cubicBezTo>
                    <a:pt x="651" y="314"/>
                    <a:pt x="651" y="314"/>
                    <a:pt x="651" y="313"/>
                  </a:cubicBezTo>
                  <a:cubicBezTo>
                    <a:pt x="656" y="309"/>
                    <a:pt x="656" y="309"/>
                    <a:pt x="656" y="309"/>
                  </a:cubicBezTo>
                  <a:cubicBezTo>
                    <a:pt x="656" y="308"/>
                    <a:pt x="657" y="308"/>
                    <a:pt x="657" y="308"/>
                  </a:cubicBezTo>
                  <a:cubicBezTo>
                    <a:pt x="671" y="308"/>
                    <a:pt x="671" y="308"/>
                    <a:pt x="671" y="308"/>
                  </a:cubicBezTo>
                  <a:cubicBezTo>
                    <a:pt x="672" y="308"/>
                    <a:pt x="672" y="308"/>
                    <a:pt x="672" y="309"/>
                  </a:cubicBezTo>
                  <a:cubicBezTo>
                    <a:pt x="854" y="490"/>
                    <a:pt x="854" y="490"/>
                    <a:pt x="854" y="490"/>
                  </a:cubicBezTo>
                  <a:lnTo>
                    <a:pt x="851" y="4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6" name="Freeform 440"/>
            <p:cNvSpPr>
              <a:spLocks noEditPoints="1"/>
            </p:cNvSpPr>
            <p:nvPr/>
          </p:nvSpPr>
          <p:spPr bwMode="auto">
            <a:xfrm flipV="1">
              <a:off x="1792289" y="3648073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0 h 28"/>
                <a:gd name="T12" fmla="*/ 14 w 28"/>
                <a:gd name="T13" fmla="*/ 0 h 28"/>
                <a:gd name="T14" fmla="*/ 0 w 28"/>
                <a:gd name="T15" fmla="*/ 14 h 28"/>
                <a:gd name="T16" fmla="*/ 4 w 28"/>
                <a:gd name="T17" fmla="*/ 24 h 28"/>
                <a:gd name="T18" fmla="*/ 14 w 28"/>
                <a:gd name="T19" fmla="*/ 28 h 28"/>
                <a:gd name="T20" fmla="*/ 28 w 28"/>
                <a:gd name="T21" fmla="*/ 14 h 28"/>
                <a:gd name="T22" fmla="*/ 14 w 28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7" y="26"/>
                    <a:pt x="10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7" name="Freeform 441"/>
            <p:cNvSpPr>
              <a:spLocks noEditPoints="1"/>
            </p:cNvSpPr>
            <p:nvPr/>
          </p:nvSpPr>
          <p:spPr bwMode="auto">
            <a:xfrm flipV="1">
              <a:off x="2058989" y="3163886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14 w 28"/>
                <a:gd name="T3" fmla="*/ 6 h 28"/>
                <a:gd name="T4" fmla="*/ 14 w 28"/>
                <a:gd name="T5" fmla="*/ 6 h 28"/>
                <a:gd name="T6" fmla="*/ 21 w 28"/>
                <a:gd name="T7" fmla="*/ 14 h 28"/>
                <a:gd name="T8" fmla="*/ 14 w 28"/>
                <a:gd name="T9" fmla="*/ 21 h 28"/>
                <a:gd name="T10" fmla="*/ 6 w 28"/>
                <a:gd name="T11" fmla="*/ 14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4 w 28"/>
                <a:gd name="T21" fmla="*/ 24 h 28"/>
                <a:gd name="T22" fmla="*/ 14 w 28"/>
                <a:gd name="T23" fmla="*/ 28 h 28"/>
                <a:gd name="T24" fmla="*/ 24 w 28"/>
                <a:gd name="T25" fmla="*/ 24 h 28"/>
                <a:gd name="T26" fmla="*/ 28 w 28"/>
                <a:gd name="T27" fmla="*/ 14 h 28"/>
                <a:gd name="T28" fmla="*/ 14 w 28"/>
                <a:gd name="T2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6" y="18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6" y="26"/>
                    <a:pt x="10" y="28"/>
                    <a:pt x="14" y="28"/>
                  </a:cubicBezTo>
                  <a:cubicBezTo>
                    <a:pt x="17" y="28"/>
                    <a:pt x="21" y="26"/>
                    <a:pt x="24" y="24"/>
                  </a:cubicBezTo>
                  <a:cubicBezTo>
                    <a:pt x="26" y="21"/>
                    <a:pt x="28" y="17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8" name="Freeform 442"/>
            <p:cNvSpPr>
              <a:spLocks noEditPoints="1"/>
            </p:cNvSpPr>
            <p:nvPr/>
          </p:nvSpPr>
          <p:spPr bwMode="auto">
            <a:xfrm flipV="1">
              <a:off x="1401764" y="3295648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0 h 24"/>
                <a:gd name="T12" fmla="*/ 12 w 25"/>
                <a:gd name="T13" fmla="*/ 0 h 24"/>
                <a:gd name="T14" fmla="*/ 0 w 25"/>
                <a:gd name="T15" fmla="*/ 12 h 24"/>
                <a:gd name="T16" fmla="*/ 12 w 25"/>
                <a:gd name="T17" fmla="*/ 24 h 24"/>
                <a:gd name="T18" fmla="*/ 25 w 25"/>
                <a:gd name="T19" fmla="*/ 12 h 24"/>
                <a:gd name="T20" fmla="*/ 12 w 25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9" name="Freeform 443"/>
            <p:cNvSpPr>
              <a:spLocks noEditPoints="1"/>
            </p:cNvSpPr>
            <p:nvPr/>
          </p:nvSpPr>
          <p:spPr bwMode="auto">
            <a:xfrm flipV="1">
              <a:off x="1250952" y="3430585"/>
              <a:ext cx="93662" cy="93663"/>
            </a:xfrm>
            <a:custGeom>
              <a:avLst/>
              <a:gdLst>
                <a:gd name="T0" fmla="*/ 12 w 25"/>
                <a:gd name="T1" fmla="*/ 6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6 h 25"/>
                <a:gd name="T12" fmla="*/ 12 w 25"/>
                <a:gd name="T13" fmla="*/ 6 h 25"/>
                <a:gd name="T14" fmla="*/ 12 w 25"/>
                <a:gd name="T15" fmla="*/ 6 h 25"/>
                <a:gd name="T16" fmla="*/ 12 w 25"/>
                <a:gd name="T17" fmla="*/ 0 h 25"/>
                <a:gd name="T18" fmla="*/ 12 w 25"/>
                <a:gd name="T19" fmla="*/ 0 h 25"/>
                <a:gd name="T20" fmla="*/ 0 w 25"/>
                <a:gd name="T21" fmla="*/ 13 h 25"/>
                <a:gd name="T22" fmla="*/ 3 w 25"/>
                <a:gd name="T23" fmla="*/ 22 h 25"/>
                <a:gd name="T24" fmla="*/ 12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2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2" y="6"/>
                  </a:moveTo>
                  <a:cubicBezTo>
                    <a:pt x="16" y="6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2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9" y="24"/>
                    <a:pt x="21" y="22"/>
                  </a:cubicBezTo>
                  <a:cubicBezTo>
                    <a:pt x="23" y="19"/>
                    <a:pt x="25" y="16"/>
                    <a:pt x="25" y="13"/>
                  </a:cubicBezTo>
                  <a:cubicBezTo>
                    <a:pt x="25" y="10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0" name="Freeform 444"/>
            <p:cNvSpPr>
              <a:spLocks noEditPoints="1"/>
            </p:cNvSpPr>
            <p:nvPr/>
          </p:nvSpPr>
          <p:spPr bwMode="auto">
            <a:xfrm flipV="1">
              <a:off x="854077" y="3479798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1" name="Freeform 445"/>
            <p:cNvSpPr>
              <a:spLocks noEditPoints="1"/>
            </p:cNvSpPr>
            <p:nvPr/>
          </p:nvSpPr>
          <p:spPr bwMode="auto">
            <a:xfrm flipV="1">
              <a:off x="666752" y="3284536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12 w 25"/>
                <a:gd name="T7" fmla="*/ 19 h 24"/>
                <a:gd name="T8" fmla="*/ 5 w 25"/>
                <a:gd name="T9" fmla="*/ 12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0 w 25"/>
                <a:gd name="T17" fmla="*/ 12 h 24"/>
                <a:gd name="T18" fmla="*/ 12 w 25"/>
                <a:gd name="T19" fmla="*/ 24 h 24"/>
                <a:gd name="T20" fmla="*/ 25 w 25"/>
                <a:gd name="T21" fmla="*/ 12 h 24"/>
                <a:gd name="T22" fmla="*/ 12 w 2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2" name="Freeform 446"/>
            <p:cNvSpPr>
              <a:spLocks noEditPoints="1"/>
            </p:cNvSpPr>
            <p:nvPr/>
          </p:nvSpPr>
          <p:spPr bwMode="auto">
            <a:xfrm flipV="1">
              <a:off x="857252" y="3084510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9 w 24"/>
                <a:gd name="T3" fmla="*/ 13 h 25"/>
                <a:gd name="T4" fmla="*/ 12 w 24"/>
                <a:gd name="T5" fmla="*/ 20 h 25"/>
                <a:gd name="T6" fmla="*/ 12 w 24"/>
                <a:gd name="T7" fmla="*/ 20 h 25"/>
                <a:gd name="T8" fmla="*/ 5 w 24"/>
                <a:gd name="T9" fmla="*/ 13 h 25"/>
                <a:gd name="T10" fmla="*/ 12 w 24"/>
                <a:gd name="T11" fmla="*/ 5 h 25"/>
                <a:gd name="T12" fmla="*/ 12 w 24"/>
                <a:gd name="T13" fmla="*/ 0 h 25"/>
                <a:gd name="T14" fmla="*/ 0 w 24"/>
                <a:gd name="T15" fmla="*/ 13 h 25"/>
                <a:gd name="T16" fmla="*/ 3 w 24"/>
                <a:gd name="T17" fmla="*/ 21 h 25"/>
                <a:gd name="T18" fmla="*/ 12 w 24"/>
                <a:gd name="T19" fmla="*/ 25 h 25"/>
                <a:gd name="T20" fmla="*/ 24 w 24"/>
                <a:gd name="T21" fmla="*/ 13 h 25"/>
                <a:gd name="T22" fmla="*/ 21 w 24"/>
                <a:gd name="T23" fmla="*/ 4 h 25"/>
                <a:gd name="T24" fmla="*/ 12 w 24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4" y="19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3" name="Freeform 448"/>
            <p:cNvSpPr>
              <a:spLocks noEditPoints="1"/>
            </p:cNvSpPr>
            <p:nvPr/>
          </p:nvSpPr>
          <p:spPr bwMode="auto">
            <a:xfrm flipV="1">
              <a:off x="666752" y="29051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2 w 25"/>
                <a:gd name="T3" fmla="*/ 5 h 24"/>
                <a:gd name="T4" fmla="*/ 19 w 25"/>
                <a:gd name="T5" fmla="*/ 12 h 24"/>
                <a:gd name="T6" fmla="*/ 12 w 25"/>
                <a:gd name="T7" fmla="*/ 19 h 24"/>
                <a:gd name="T8" fmla="*/ 12 w 25"/>
                <a:gd name="T9" fmla="*/ 19 h 24"/>
                <a:gd name="T10" fmla="*/ 6 w 25"/>
                <a:gd name="T11" fmla="*/ 12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4" name="Freeform 449"/>
            <p:cNvSpPr>
              <a:spLocks noEditPoints="1"/>
            </p:cNvSpPr>
            <p:nvPr/>
          </p:nvSpPr>
          <p:spPr bwMode="auto">
            <a:xfrm flipV="1">
              <a:off x="846139" y="272414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4 w 24"/>
                <a:gd name="T27" fmla="*/ 21 h 24"/>
                <a:gd name="T28" fmla="*/ 12 w 24"/>
                <a:gd name="T29" fmla="*/ 24 h 24"/>
                <a:gd name="T30" fmla="*/ 21 w 24"/>
                <a:gd name="T31" fmla="*/ 20 h 24"/>
                <a:gd name="T32" fmla="*/ 24 w 24"/>
                <a:gd name="T33" fmla="*/ 12 h 24"/>
                <a:gd name="T34" fmla="*/ 21 w 24"/>
                <a:gd name="T35" fmla="*/ 4 h 24"/>
                <a:gd name="T36" fmla="*/ 12 w 24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5" name="Freeform 450"/>
            <p:cNvSpPr>
              <a:spLocks noEditPoints="1"/>
            </p:cNvSpPr>
            <p:nvPr/>
          </p:nvSpPr>
          <p:spPr bwMode="auto">
            <a:xfrm flipV="1">
              <a:off x="474664" y="2717798"/>
              <a:ext cx="101600" cy="100013"/>
            </a:xfrm>
            <a:custGeom>
              <a:avLst/>
              <a:gdLst>
                <a:gd name="T0" fmla="*/ 14 w 27"/>
                <a:gd name="T1" fmla="*/ 6 h 27"/>
                <a:gd name="T2" fmla="*/ 21 w 27"/>
                <a:gd name="T3" fmla="*/ 13 h 27"/>
                <a:gd name="T4" fmla="*/ 14 w 27"/>
                <a:gd name="T5" fmla="*/ 20 h 27"/>
                <a:gd name="T6" fmla="*/ 14 w 27"/>
                <a:gd name="T7" fmla="*/ 20 h 27"/>
                <a:gd name="T8" fmla="*/ 7 w 27"/>
                <a:gd name="T9" fmla="*/ 13 h 27"/>
                <a:gd name="T10" fmla="*/ 14 w 27"/>
                <a:gd name="T11" fmla="*/ 6 h 27"/>
                <a:gd name="T12" fmla="*/ 14 w 27"/>
                <a:gd name="T13" fmla="*/ 6 h 27"/>
                <a:gd name="T14" fmla="*/ 14 w 27"/>
                <a:gd name="T15" fmla="*/ 0 h 27"/>
                <a:gd name="T16" fmla="*/ 14 w 27"/>
                <a:gd name="T17" fmla="*/ 0 h 27"/>
                <a:gd name="T18" fmla="*/ 0 w 27"/>
                <a:gd name="T19" fmla="*/ 13 h 27"/>
                <a:gd name="T20" fmla="*/ 4 w 27"/>
                <a:gd name="T21" fmla="*/ 23 h 27"/>
                <a:gd name="T22" fmla="*/ 14 w 27"/>
                <a:gd name="T23" fmla="*/ 27 h 27"/>
                <a:gd name="T24" fmla="*/ 27 w 27"/>
                <a:gd name="T25" fmla="*/ 13 h 27"/>
                <a:gd name="T26" fmla="*/ 14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4" y="6"/>
                  </a:moveTo>
                  <a:cubicBezTo>
                    <a:pt x="18" y="6"/>
                    <a:pt x="21" y="10"/>
                    <a:pt x="21" y="13"/>
                  </a:cubicBezTo>
                  <a:cubicBezTo>
                    <a:pt x="21" y="17"/>
                    <a:pt x="18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0" y="20"/>
                    <a:pt x="7" y="17"/>
                    <a:pt x="7" y="13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7" y="26"/>
                    <a:pt x="10" y="27"/>
                    <a:pt x="14" y="27"/>
                  </a:cubicBezTo>
                  <a:cubicBezTo>
                    <a:pt x="21" y="27"/>
                    <a:pt x="27" y="21"/>
                    <a:pt x="27" y="13"/>
                  </a:cubicBezTo>
                  <a:cubicBezTo>
                    <a:pt x="27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6" name="Freeform 451"/>
            <p:cNvSpPr>
              <a:spLocks noEditPoints="1"/>
            </p:cNvSpPr>
            <p:nvPr/>
          </p:nvSpPr>
          <p:spPr bwMode="auto">
            <a:xfrm flipV="1">
              <a:off x="-17461" y="2600323"/>
              <a:ext cx="101600" cy="101600"/>
            </a:xfrm>
            <a:custGeom>
              <a:avLst/>
              <a:gdLst>
                <a:gd name="T0" fmla="*/ 13 w 27"/>
                <a:gd name="T1" fmla="*/ 7 h 27"/>
                <a:gd name="T2" fmla="*/ 20 w 27"/>
                <a:gd name="T3" fmla="*/ 14 h 27"/>
                <a:gd name="T4" fmla="*/ 13 w 27"/>
                <a:gd name="T5" fmla="*/ 21 h 27"/>
                <a:gd name="T6" fmla="*/ 13 w 27"/>
                <a:gd name="T7" fmla="*/ 21 h 27"/>
                <a:gd name="T8" fmla="*/ 7 w 27"/>
                <a:gd name="T9" fmla="*/ 14 h 27"/>
                <a:gd name="T10" fmla="*/ 13 w 27"/>
                <a:gd name="T11" fmla="*/ 7 h 27"/>
                <a:gd name="T12" fmla="*/ 13 w 27"/>
                <a:gd name="T13" fmla="*/ 7 h 27"/>
                <a:gd name="T14" fmla="*/ 13 w 27"/>
                <a:gd name="T15" fmla="*/ 0 h 27"/>
                <a:gd name="T16" fmla="*/ 13 w 27"/>
                <a:gd name="T17" fmla="*/ 0 h 27"/>
                <a:gd name="T18" fmla="*/ 0 w 27"/>
                <a:gd name="T19" fmla="*/ 14 h 27"/>
                <a:gd name="T20" fmla="*/ 13 w 27"/>
                <a:gd name="T21" fmla="*/ 27 h 27"/>
                <a:gd name="T22" fmla="*/ 27 w 27"/>
                <a:gd name="T23" fmla="*/ 14 h 27"/>
                <a:gd name="T24" fmla="*/ 23 w 27"/>
                <a:gd name="T25" fmla="*/ 4 h 27"/>
                <a:gd name="T26" fmla="*/ 13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3" y="7"/>
                  </a:moveTo>
                  <a:cubicBezTo>
                    <a:pt x="17" y="7"/>
                    <a:pt x="20" y="10"/>
                    <a:pt x="20" y="14"/>
                  </a:cubicBezTo>
                  <a:cubicBezTo>
                    <a:pt x="20" y="18"/>
                    <a:pt x="17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21" y="27"/>
                    <a:pt x="27" y="21"/>
                    <a:pt x="27" y="14"/>
                  </a:cubicBezTo>
                  <a:cubicBezTo>
                    <a:pt x="27" y="10"/>
                    <a:pt x="26" y="7"/>
                    <a:pt x="23" y="4"/>
                  </a:cubicBezTo>
                  <a:cubicBezTo>
                    <a:pt x="21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7" name="Freeform 452"/>
            <p:cNvSpPr>
              <a:spLocks noEditPoints="1"/>
            </p:cNvSpPr>
            <p:nvPr/>
          </p:nvSpPr>
          <p:spPr bwMode="auto">
            <a:xfrm flipV="1">
              <a:off x="295277" y="2905123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0 h 24"/>
                <a:gd name="T28" fmla="*/ 24 w 24"/>
                <a:gd name="T29" fmla="*/ 12 h 24"/>
                <a:gd name="T30" fmla="*/ 21 w 24"/>
                <a:gd name="T31" fmla="*/ 3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8" name="Freeform 453"/>
            <p:cNvSpPr>
              <a:spLocks noEditPoints="1"/>
            </p:cNvSpPr>
            <p:nvPr/>
          </p:nvSpPr>
          <p:spPr bwMode="auto">
            <a:xfrm flipV="1">
              <a:off x="-815973" y="3062285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9" name="Freeform 454"/>
            <p:cNvSpPr>
              <a:spLocks noEditPoints="1"/>
            </p:cNvSpPr>
            <p:nvPr/>
          </p:nvSpPr>
          <p:spPr bwMode="auto">
            <a:xfrm flipV="1">
              <a:off x="-614361" y="324961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0" name="Freeform 455"/>
            <p:cNvSpPr>
              <a:spLocks noEditPoints="1"/>
            </p:cNvSpPr>
            <p:nvPr/>
          </p:nvSpPr>
          <p:spPr bwMode="auto">
            <a:xfrm flipV="1">
              <a:off x="-366711" y="3213098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1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5"/>
                    <a:pt x="2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1" name="Freeform 456"/>
            <p:cNvSpPr>
              <a:spLocks noEditPoints="1"/>
            </p:cNvSpPr>
            <p:nvPr/>
          </p:nvSpPr>
          <p:spPr bwMode="auto">
            <a:xfrm flipV="1">
              <a:off x="-820736" y="32686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2" name="Freeform 457"/>
            <p:cNvSpPr>
              <a:spLocks noEditPoints="1"/>
            </p:cNvSpPr>
            <p:nvPr/>
          </p:nvSpPr>
          <p:spPr bwMode="auto">
            <a:xfrm flipV="1">
              <a:off x="-573086" y="3006723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3 h 24"/>
                <a:gd name="T18" fmla="*/ 0 w 24"/>
                <a:gd name="T19" fmla="*/ 12 h 24"/>
                <a:gd name="T20" fmla="*/ 4 w 24"/>
                <a:gd name="T21" fmla="*/ 20 h 24"/>
                <a:gd name="T22" fmla="*/ 12 w 24"/>
                <a:gd name="T23" fmla="*/ 24 h 24"/>
                <a:gd name="T24" fmla="*/ 21 w 24"/>
                <a:gd name="T25" fmla="*/ 20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3" name="Freeform 458"/>
            <p:cNvSpPr>
              <a:spLocks noEditPoints="1"/>
            </p:cNvSpPr>
            <p:nvPr/>
          </p:nvSpPr>
          <p:spPr bwMode="auto">
            <a:xfrm flipV="1">
              <a:off x="-23811" y="36893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4" name="Freeform 459"/>
            <p:cNvSpPr>
              <a:spLocks noEditPoints="1"/>
            </p:cNvSpPr>
            <p:nvPr/>
          </p:nvSpPr>
          <p:spPr bwMode="auto">
            <a:xfrm flipV="1">
              <a:off x="331789" y="367029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5" name="Freeform 460"/>
            <p:cNvSpPr>
              <a:spLocks noEditPoints="1"/>
            </p:cNvSpPr>
            <p:nvPr/>
          </p:nvSpPr>
          <p:spPr bwMode="auto">
            <a:xfrm flipV="1">
              <a:off x="-392111" y="39147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6" name="Freeform 461"/>
            <p:cNvSpPr>
              <a:spLocks noEditPoints="1"/>
            </p:cNvSpPr>
            <p:nvPr/>
          </p:nvSpPr>
          <p:spPr bwMode="auto">
            <a:xfrm flipV="1">
              <a:off x="-125411" y="40465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0 w 24"/>
                <a:gd name="T17" fmla="*/ 12 h 24"/>
                <a:gd name="T18" fmla="*/ 4 w 24"/>
                <a:gd name="T19" fmla="*/ 20 h 24"/>
                <a:gd name="T20" fmla="*/ 12 w 24"/>
                <a:gd name="T21" fmla="*/ 24 h 24"/>
                <a:gd name="T22" fmla="*/ 21 w 24"/>
                <a:gd name="T23" fmla="*/ 20 h 24"/>
                <a:gd name="T24" fmla="*/ 24 w 24"/>
                <a:gd name="T25" fmla="*/ 12 h 24"/>
                <a:gd name="T26" fmla="*/ 21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7" name="Freeform 462"/>
            <p:cNvSpPr>
              <a:spLocks noEditPoints="1"/>
            </p:cNvSpPr>
            <p:nvPr/>
          </p:nvSpPr>
          <p:spPr bwMode="auto">
            <a:xfrm flipV="1">
              <a:off x="295277" y="254158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8" name="Freeform 463"/>
            <p:cNvSpPr>
              <a:spLocks noEditPoints="1"/>
            </p:cNvSpPr>
            <p:nvPr/>
          </p:nvSpPr>
          <p:spPr bwMode="auto">
            <a:xfrm flipV="1">
              <a:off x="488952" y="23574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3 w 24"/>
                <a:gd name="T17" fmla="*/ 21 h 24"/>
                <a:gd name="T18" fmla="*/ 12 w 24"/>
                <a:gd name="T19" fmla="*/ 24 h 24"/>
                <a:gd name="T20" fmla="*/ 20 w 24"/>
                <a:gd name="T21" fmla="*/ 21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9" name="Freeform 464"/>
            <p:cNvSpPr>
              <a:spLocks noEditPoints="1"/>
            </p:cNvSpPr>
            <p:nvPr/>
          </p:nvSpPr>
          <p:spPr bwMode="auto">
            <a:xfrm flipV="1">
              <a:off x="1038227" y="3279773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0" name="Freeform 465"/>
            <p:cNvSpPr>
              <a:spLocks noEditPoints="1"/>
            </p:cNvSpPr>
            <p:nvPr/>
          </p:nvSpPr>
          <p:spPr bwMode="auto">
            <a:xfrm flipV="1">
              <a:off x="1049339" y="2897185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5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5 w 25"/>
                <a:gd name="T25" fmla="*/ 12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1" name="Freeform 466"/>
            <p:cNvSpPr>
              <a:spLocks/>
            </p:cNvSpPr>
            <p:nvPr/>
          </p:nvSpPr>
          <p:spPr bwMode="auto">
            <a:xfrm flipV="1">
              <a:off x="-1776411" y="3678236"/>
              <a:ext cx="3582987" cy="1906588"/>
            </a:xfrm>
            <a:custGeom>
              <a:avLst/>
              <a:gdLst>
                <a:gd name="T0" fmla="*/ 955 w 955"/>
                <a:gd name="T1" fmla="*/ 508 h 508"/>
                <a:gd name="T2" fmla="*/ 906 w 955"/>
                <a:gd name="T3" fmla="*/ 508 h 508"/>
                <a:gd name="T4" fmla="*/ 903 w 955"/>
                <a:gd name="T5" fmla="*/ 506 h 508"/>
                <a:gd name="T6" fmla="*/ 807 w 955"/>
                <a:gd name="T7" fmla="*/ 410 h 508"/>
                <a:gd name="T8" fmla="*/ 698 w 955"/>
                <a:gd name="T9" fmla="*/ 410 h 508"/>
                <a:gd name="T10" fmla="*/ 694 w 955"/>
                <a:gd name="T11" fmla="*/ 409 h 508"/>
                <a:gd name="T12" fmla="*/ 655 w 955"/>
                <a:gd name="T13" fmla="*/ 370 h 508"/>
                <a:gd name="T14" fmla="*/ 365 w 955"/>
                <a:gd name="T15" fmla="*/ 370 h 508"/>
                <a:gd name="T16" fmla="*/ 362 w 955"/>
                <a:gd name="T17" fmla="*/ 369 h 508"/>
                <a:gd name="T18" fmla="*/ 0 w 955"/>
                <a:gd name="T19" fmla="*/ 7 h 508"/>
                <a:gd name="T20" fmla="*/ 7 w 955"/>
                <a:gd name="T21" fmla="*/ 0 h 508"/>
                <a:gd name="T22" fmla="*/ 367 w 955"/>
                <a:gd name="T23" fmla="*/ 360 h 508"/>
                <a:gd name="T24" fmla="*/ 657 w 955"/>
                <a:gd name="T25" fmla="*/ 360 h 508"/>
                <a:gd name="T26" fmla="*/ 661 w 955"/>
                <a:gd name="T27" fmla="*/ 361 h 508"/>
                <a:gd name="T28" fmla="*/ 700 w 955"/>
                <a:gd name="T29" fmla="*/ 400 h 508"/>
                <a:gd name="T30" fmla="*/ 809 w 955"/>
                <a:gd name="T31" fmla="*/ 400 h 508"/>
                <a:gd name="T32" fmla="*/ 812 w 955"/>
                <a:gd name="T33" fmla="*/ 401 h 508"/>
                <a:gd name="T34" fmla="*/ 908 w 955"/>
                <a:gd name="T35" fmla="*/ 497 h 508"/>
                <a:gd name="T36" fmla="*/ 955 w 955"/>
                <a:gd name="T37" fmla="*/ 497 h 508"/>
                <a:gd name="T38" fmla="*/ 955 w 955"/>
                <a:gd name="T39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5" h="508">
                  <a:moveTo>
                    <a:pt x="955" y="508"/>
                  </a:moveTo>
                  <a:cubicBezTo>
                    <a:pt x="906" y="508"/>
                    <a:pt x="906" y="508"/>
                    <a:pt x="906" y="508"/>
                  </a:cubicBezTo>
                  <a:cubicBezTo>
                    <a:pt x="905" y="508"/>
                    <a:pt x="904" y="507"/>
                    <a:pt x="903" y="506"/>
                  </a:cubicBezTo>
                  <a:cubicBezTo>
                    <a:pt x="807" y="410"/>
                    <a:pt x="807" y="410"/>
                    <a:pt x="807" y="410"/>
                  </a:cubicBezTo>
                  <a:cubicBezTo>
                    <a:pt x="698" y="410"/>
                    <a:pt x="698" y="410"/>
                    <a:pt x="698" y="410"/>
                  </a:cubicBezTo>
                  <a:cubicBezTo>
                    <a:pt x="696" y="410"/>
                    <a:pt x="695" y="410"/>
                    <a:pt x="694" y="409"/>
                  </a:cubicBezTo>
                  <a:cubicBezTo>
                    <a:pt x="655" y="370"/>
                    <a:pt x="655" y="370"/>
                    <a:pt x="655" y="370"/>
                  </a:cubicBezTo>
                  <a:cubicBezTo>
                    <a:pt x="365" y="370"/>
                    <a:pt x="365" y="370"/>
                    <a:pt x="365" y="370"/>
                  </a:cubicBezTo>
                  <a:cubicBezTo>
                    <a:pt x="364" y="370"/>
                    <a:pt x="363" y="369"/>
                    <a:pt x="362" y="36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67" y="360"/>
                    <a:pt x="367" y="360"/>
                    <a:pt x="367" y="360"/>
                  </a:cubicBezTo>
                  <a:cubicBezTo>
                    <a:pt x="657" y="360"/>
                    <a:pt x="657" y="360"/>
                    <a:pt x="657" y="360"/>
                  </a:cubicBezTo>
                  <a:cubicBezTo>
                    <a:pt x="659" y="360"/>
                    <a:pt x="660" y="360"/>
                    <a:pt x="661" y="361"/>
                  </a:cubicBezTo>
                  <a:cubicBezTo>
                    <a:pt x="700" y="400"/>
                    <a:pt x="700" y="400"/>
                    <a:pt x="700" y="400"/>
                  </a:cubicBezTo>
                  <a:cubicBezTo>
                    <a:pt x="809" y="400"/>
                    <a:pt x="809" y="400"/>
                    <a:pt x="809" y="400"/>
                  </a:cubicBezTo>
                  <a:cubicBezTo>
                    <a:pt x="810" y="400"/>
                    <a:pt x="811" y="400"/>
                    <a:pt x="812" y="401"/>
                  </a:cubicBezTo>
                  <a:cubicBezTo>
                    <a:pt x="908" y="497"/>
                    <a:pt x="908" y="497"/>
                    <a:pt x="908" y="497"/>
                  </a:cubicBezTo>
                  <a:cubicBezTo>
                    <a:pt x="955" y="497"/>
                    <a:pt x="955" y="497"/>
                    <a:pt x="955" y="497"/>
                  </a:cubicBezTo>
                  <a:lnTo>
                    <a:pt x="955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2" name="Freeform 467"/>
            <p:cNvSpPr>
              <a:spLocks/>
            </p:cNvSpPr>
            <p:nvPr/>
          </p:nvSpPr>
          <p:spPr bwMode="auto">
            <a:xfrm flipV="1">
              <a:off x="-50798" y="3378198"/>
              <a:ext cx="1504950" cy="715963"/>
            </a:xfrm>
            <a:custGeom>
              <a:avLst/>
              <a:gdLst>
                <a:gd name="T0" fmla="*/ 401 w 401"/>
                <a:gd name="T1" fmla="*/ 191 h 191"/>
                <a:gd name="T2" fmla="*/ 398 w 401"/>
                <a:gd name="T3" fmla="*/ 191 h 191"/>
                <a:gd name="T4" fmla="*/ 398 w 401"/>
                <a:gd name="T5" fmla="*/ 158 h 191"/>
                <a:gd name="T6" fmla="*/ 366 w 401"/>
                <a:gd name="T7" fmla="*/ 127 h 191"/>
                <a:gd name="T8" fmla="*/ 313 w 401"/>
                <a:gd name="T9" fmla="*/ 127 h 191"/>
                <a:gd name="T10" fmla="*/ 312 w 401"/>
                <a:gd name="T11" fmla="*/ 127 h 191"/>
                <a:gd name="T12" fmla="*/ 189 w 401"/>
                <a:gd name="T13" fmla="*/ 4 h 191"/>
                <a:gd name="T14" fmla="*/ 0 w 401"/>
                <a:gd name="T15" fmla="*/ 4 h 191"/>
                <a:gd name="T16" fmla="*/ 0 w 401"/>
                <a:gd name="T17" fmla="*/ 0 h 191"/>
                <a:gd name="T18" fmla="*/ 190 w 401"/>
                <a:gd name="T19" fmla="*/ 0 h 191"/>
                <a:gd name="T20" fmla="*/ 191 w 401"/>
                <a:gd name="T21" fmla="*/ 1 h 191"/>
                <a:gd name="T22" fmla="*/ 314 w 401"/>
                <a:gd name="T23" fmla="*/ 124 h 191"/>
                <a:gd name="T24" fmla="*/ 367 w 401"/>
                <a:gd name="T25" fmla="*/ 124 h 191"/>
                <a:gd name="T26" fmla="*/ 368 w 401"/>
                <a:gd name="T27" fmla="*/ 124 h 191"/>
                <a:gd name="T28" fmla="*/ 401 w 401"/>
                <a:gd name="T29" fmla="*/ 156 h 191"/>
                <a:gd name="T30" fmla="*/ 401 w 401"/>
                <a:gd name="T31" fmla="*/ 158 h 191"/>
                <a:gd name="T32" fmla="*/ 401 w 401"/>
                <a:gd name="T33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1" h="191">
                  <a:moveTo>
                    <a:pt x="401" y="191"/>
                  </a:moveTo>
                  <a:cubicBezTo>
                    <a:pt x="398" y="191"/>
                    <a:pt x="398" y="191"/>
                    <a:pt x="398" y="191"/>
                  </a:cubicBezTo>
                  <a:cubicBezTo>
                    <a:pt x="398" y="158"/>
                    <a:pt x="398" y="158"/>
                    <a:pt x="398" y="158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13" y="127"/>
                    <a:pt x="313" y="127"/>
                    <a:pt x="313" y="127"/>
                  </a:cubicBezTo>
                  <a:cubicBezTo>
                    <a:pt x="313" y="127"/>
                    <a:pt x="312" y="127"/>
                    <a:pt x="312" y="127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91" y="0"/>
                    <a:pt x="191" y="1"/>
                  </a:cubicBezTo>
                  <a:cubicBezTo>
                    <a:pt x="314" y="124"/>
                    <a:pt x="314" y="124"/>
                    <a:pt x="314" y="124"/>
                  </a:cubicBezTo>
                  <a:cubicBezTo>
                    <a:pt x="367" y="124"/>
                    <a:pt x="367" y="124"/>
                    <a:pt x="367" y="124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7"/>
                    <a:pt x="401" y="157"/>
                    <a:pt x="401" y="158"/>
                  </a:cubicBezTo>
                  <a:lnTo>
                    <a:pt x="401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3" name="Freeform 468"/>
            <p:cNvSpPr>
              <a:spLocks/>
            </p:cNvSpPr>
            <p:nvPr/>
          </p:nvSpPr>
          <p:spPr bwMode="auto">
            <a:xfrm flipV="1">
              <a:off x="-320673" y="3467098"/>
              <a:ext cx="1576387" cy="496888"/>
            </a:xfrm>
            <a:custGeom>
              <a:avLst/>
              <a:gdLst>
                <a:gd name="T0" fmla="*/ 420 w 420"/>
                <a:gd name="T1" fmla="*/ 132 h 132"/>
                <a:gd name="T2" fmla="*/ 382 w 420"/>
                <a:gd name="T3" fmla="*/ 132 h 132"/>
                <a:gd name="T4" fmla="*/ 381 w 420"/>
                <a:gd name="T5" fmla="*/ 132 h 132"/>
                <a:gd name="T6" fmla="*/ 252 w 420"/>
                <a:gd name="T7" fmla="*/ 3 h 132"/>
                <a:gd name="T8" fmla="*/ 0 w 420"/>
                <a:gd name="T9" fmla="*/ 3 h 132"/>
                <a:gd name="T10" fmla="*/ 0 w 420"/>
                <a:gd name="T11" fmla="*/ 0 h 132"/>
                <a:gd name="T12" fmla="*/ 253 w 420"/>
                <a:gd name="T13" fmla="*/ 0 h 132"/>
                <a:gd name="T14" fmla="*/ 254 w 420"/>
                <a:gd name="T15" fmla="*/ 0 h 132"/>
                <a:gd name="T16" fmla="*/ 383 w 420"/>
                <a:gd name="T17" fmla="*/ 129 h 132"/>
                <a:gd name="T18" fmla="*/ 420 w 420"/>
                <a:gd name="T19" fmla="*/ 129 h 132"/>
                <a:gd name="T20" fmla="*/ 420 w 420"/>
                <a:gd name="T2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0" h="132">
                  <a:moveTo>
                    <a:pt x="420" y="132"/>
                  </a:move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252" y="3"/>
                    <a:pt x="252" y="3"/>
                    <a:pt x="25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53" y="0"/>
                    <a:pt x="254" y="0"/>
                    <a:pt x="254" y="0"/>
                  </a:cubicBezTo>
                  <a:cubicBezTo>
                    <a:pt x="383" y="129"/>
                    <a:pt x="383" y="129"/>
                    <a:pt x="383" y="129"/>
                  </a:cubicBezTo>
                  <a:cubicBezTo>
                    <a:pt x="420" y="129"/>
                    <a:pt x="420" y="129"/>
                    <a:pt x="420" y="129"/>
                  </a:cubicBezTo>
                  <a:lnTo>
                    <a:pt x="42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4" name="Freeform 469"/>
            <p:cNvSpPr>
              <a:spLocks/>
            </p:cNvSpPr>
            <p:nvPr/>
          </p:nvSpPr>
          <p:spPr bwMode="auto">
            <a:xfrm flipV="1">
              <a:off x="34927" y="3325811"/>
              <a:ext cx="1009650" cy="514350"/>
            </a:xfrm>
            <a:custGeom>
              <a:avLst/>
              <a:gdLst>
                <a:gd name="T0" fmla="*/ 237 w 269"/>
                <a:gd name="T1" fmla="*/ 137 h 137"/>
                <a:gd name="T2" fmla="*/ 236 w 269"/>
                <a:gd name="T3" fmla="*/ 136 h 137"/>
                <a:gd name="T4" fmla="*/ 103 w 269"/>
                <a:gd name="T5" fmla="*/ 3 h 137"/>
                <a:gd name="T6" fmla="*/ 22 w 269"/>
                <a:gd name="T7" fmla="*/ 3 h 137"/>
                <a:gd name="T8" fmla="*/ 2 w 269"/>
                <a:gd name="T9" fmla="*/ 24 h 137"/>
                <a:gd name="T10" fmla="*/ 0 w 269"/>
                <a:gd name="T11" fmla="*/ 21 h 137"/>
                <a:gd name="T12" fmla="*/ 20 w 269"/>
                <a:gd name="T13" fmla="*/ 0 h 137"/>
                <a:gd name="T14" fmla="*/ 22 w 269"/>
                <a:gd name="T15" fmla="*/ 0 h 137"/>
                <a:gd name="T16" fmla="*/ 22 w 269"/>
                <a:gd name="T17" fmla="*/ 0 h 137"/>
                <a:gd name="T18" fmla="*/ 104 w 269"/>
                <a:gd name="T19" fmla="*/ 0 h 137"/>
                <a:gd name="T20" fmla="*/ 105 w 269"/>
                <a:gd name="T21" fmla="*/ 0 h 137"/>
                <a:gd name="T22" fmla="*/ 238 w 269"/>
                <a:gd name="T23" fmla="*/ 133 h 137"/>
                <a:gd name="T24" fmla="*/ 269 w 269"/>
                <a:gd name="T25" fmla="*/ 133 h 137"/>
                <a:gd name="T26" fmla="*/ 269 w 269"/>
                <a:gd name="T27" fmla="*/ 137 h 137"/>
                <a:gd name="T28" fmla="*/ 237 w 269"/>
                <a:gd name="T29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9" h="137">
                  <a:moveTo>
                    <a:pt x="237" y="137"/>
                  </a:moveTo>
                  <a:cubicBezTo>
                    <a:pt x="237" y="137"/>
                    <a:pt x="237" y="136"/>
                    <a:pt x="236" y="136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238" y="133"/>
                    <a:pt x="238" y="133"/>
                    <a:pt x="238" y="133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7"/>
                    <a:pt x="269" y="137"/>
                    <a:pt x="269" y="137"/>
                  </a:cubicBezTo>
                  <a:lnTo>
                    <a:pt x="237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5" name="Freeform 470"/>
            <p:cNvSpPr>
              <a:spLocks/>
            </p:cNvSpPr>
            <p:nvPr/>
          </p:nvSpPr>
          <p:spPr bwMode="auto">
            <a:xfrm flipV="1">
              <a:off x="-2035173" y="3171823"/>
              <a:ext cx="2941637" cy="2135188"/>
            </a:xfrm>
            <a:custGeom>
              <a:avLst/>
              <a:gdLst>
                <a:gd name="T0" fmla="*/ 784 w 784"/>
                <a:gd name="T1" fmla="*/ 569 h 569"/>
                <a:gd name="T2" fmla="*/ 781 w 784"/>
                <a:gd name="T3" fmla="*/ 569 h 569"/>
                <a:gd name="T4" fmla="*/ 781 w 784"/>
                <a:gd name="T5" fmla="*/ 536 h 569"/>
                <a:gd name="T6" fmla="*/ 687 w 784"/>
                <a:gd name="T7" fmla="*/ 441 h 569"/>
                <a:gd name="T8" fmla="*/ 672 w 784"/>
                <a:gd name="T9" fmla="*/ 441 h 569"/>
                <a:gd name="T10" fmla="*/ 646 w 784"/>
                <a:gd name="T11" fmla="*/ 467 h 569"/>
                <a:gd name="T12" fmla="*/ 645 w 784"/>
                <a:gd name="T13" fmla="*/ 467 h 569"/>
                <a:gd name="T14" fmla="*/ 466 w 784"/>
                <a:gd name="T15" fmla="*/ 467 h 569"/>
                <a:gd name="T16" fmla="*/ 465 w 784"/>
                <a:gd name="T17" fmla="*/ 467 h 569"/>
                <a:gd name="T18" fmla="*/ 0 w 784"/>
                <a:gd name="T19" fmla="*/ 2 h 569"/>
                <a:gd name="T20" fmla="*/ 2 w 784"/>
                <a:gd name="T21" fmla="*/ 0 h 569"/>
                <a:gd name="T22" fmla="*/ 467 w 784"/>
                <a:gd name="T23" fmla="*/ 464 h 569"/>
                <a:gd name="T24" fmla="*/ 644 w 784"/>
                <a:gd name="T25" fmla="*/ 464 h 569"/>
                <a:gd name="T26" fmla="*/ 670 w 784"/>
                <a:gd name="T27" fmla="*/ 439 h 569"/>
                <a:gd name="T28" fmla="*/ 671 w 784"/>
                <a:gd name="T29" fmla="*/ 438 h 569"/>
                <a:gd name="T30" fmla="*/ 687 w 784"/>
                <a:gd name="T31" fmla="*/ 438 h 569"/>
                <a:gd name="T32" fmla="*/ 689 w 784"/>
                <a:gd name="T33" fmla="*/ 439 h 569"/>
                <a:gd name="T34" fmla="*/ 784 w 784"/>
                <a:gd name="T35" fmla="*/ 534 h 569"/>
                <a:gd name="T36" fmla="*/ 784 w 784"/>
                <a:gd name="T37" fmla="*/ 535 h 569"/>
                <a:gd name="T38" fmla="*/ 784 w 784"/>
                <a:gd name="T39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4" h="569">
                  <a:moveTo>
                    <a:pt x="784" y="569"/>
                  </a:moveTo>
                  <a:cubicBezTo>
                    <a:pt x="781" y="569"/>
                    <a:pt x="781" y="569"/>
                    <a:pt x="781" y="569"/>
                  </a:cubicBezTo>
                  <a:cubicBezTo>
                    <a:pt x="781" y="536"/>
                    <a:pt x="781" y="536"/>
                    <a:pt x="781" y="536"/>
                  </a:cubicBezTo>
                  <a:cubicBezTo>
                    <a:pt x="687" y="441"/>
                    <a:pt x="687" y="441"/>
                    <a:pt x="687" y="441"/>
                  </a:cubicBezTo>
                  <a:cubicBezTo>
                    <a:pt x="672" y="441"/>
                    <a:pt x="672" y="441"/>
                    <a:pt x="672" y="441"/>
                  </a:cubicBezTo>
                  <a:cubicBezTo>
                    <a:pt x="646" y="467"/>
                    <a:pt x="646" y="467"/>
                    <a:pt x="646" y="467"/>
                  </a:cubicBezTo>
                  <a:cubicBezTo>
                    <a:pt x="646" y="467"/>
                    <a:pt x="646" y="467"/>
                    <a:pt x="645" y="467"/>
                  </a:cubicBezTo>
                  <a:cubicBezTo>
                    <a:pt x="466" y="467"/>
                    <a:pt x="466" y="467"/>
                    <a:pt x="466" y="467"/>
                  </a:cubicBezTo>
                  <a:cubicBezTo>
                    <a:pt x="465" y="467"/>
                    <a:pt x="465" y="467"/>
                    <a:pt x="465" y="4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67" y="464"/>
                    <a:pt x="467" y="464"/>
                    <a:pt x="467" y="464"/>
                  </a:cubicBezTo>
                  <a:cubicBezTo>
                    <a:pt x="644" y="464"/>
                    <a:pt x="644" y="464"/>
                    <a:pt x="644" y="464"/>
                  </a:cubicBezTo>
                  <a:cubicBezTo>
                    <a:pt x="670" y="439"/>
                    <a:pt x="670" y="439"/>
                    <a:pt x="670" y="439"/>
                  </a:cubicBezTo>
                  <a:cubicBezTo>
                    <a:pt x="670" y="438"/>
                    <a:pt x="671" y="438"/>
                    <a:pt x="671" y="438"/>
                  </a:cubicBezTo>
                  <a:cubicBezTo>
                    <a:pt x="687" y="438"/>
                    <a:pt x="687" y="438"/>
                    <a:pt x="687" y="438"/>
                  </a:cubicBezTo>
                  <a:cubicBezTo>
                    <a:pt x="688" y="438"/>
                    <a:pt x="688" y="438"/>
                    <a:pt x="689" y="439"/>
                  </a:cubicBezTo>
                  <a:cubicBezTo>
                    <a:pt x="784" y="534"/>
                    <a:pt x="784" y="534"/>
                    <a:pt x="784" y="534"/>
                  </a:cubicBezTo>
                  <a:cubicBezTo>
                    <a:pt x="784" y="534"/>
                    <a:pt x="784" y="535"/>
                    <a:pt x="784" y="535"/>
                  </a:cubicBezTo>
                  <a:lnTo>
                    <a:pt x="784" y="5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6" name="Freeform 471"/>
            <p:cNvSpPr>
              <a:spLocks/>
            </p:cNvSpPr>
            <p:nvPr/>
          </p:nvSpPr>
          <p:spPr bwMode="auto">
            <a:xfrm flipV="1">
              <a:off x="-763586" y="3328986"/>
              <a:ext cx="1452562" cy="206375"/>
            </a:xfrm>
            <a:custGeom>
              <a:avLst/>
              <a:gdLst>
                <a:gd name="T0" fmla="*/ 3 w 387"/>
                <a:gd name="T1" fmla="*/ 55 h 55"/>
                <a:gd name="T2" fmla="*/ 0 w 387"/>
                <a:gd name="T3" fmla="*/ 52 h 55"/>
                <a:gd name="T4" fmla="*/ 52 w 387"/>
                <a:gd name="T5" fmla="*/ 1 h 55"/>
                <a:gd name="T6" fmla="*/ 53 w 387"/>
                <a:gd name="T7" fmla="*/ 0 h 55"/>
                <a:gd name="T8" fmla="*/ 53 w 387"/>
                <a:gd name="T9" fmla="*/ 0 h 55"/>
                <a:gd name="T10" fmla="*/ 80 w 387"/>
                <a:gd name="T11" fmla="*/ 0 h 55"/>
                <a:gd name="T12" fmla="*/ 81 w 387"/>
                <a:gd name="T13" fmla="*/ 1 h 55"/>
                <a:gd name="T14" fmla="*/ 93 w 387"/>
                <a:gd name="T15" fmla="*/ 13 h 55"/>
                <a:gd name="T16" fmla="*/ 305 w 387"/>
                <a:gd name="T17" fmla="*/ 13 h 55"/>
                <a:gd name="T18" fmla="*/ 306 w 387"/>
                <a:gd name="T19" fmla="*/ 13 h 55"/>
                <a:gd name="T20" fmla="*/ 326 w 387"/>
                <a:gd name="T21" fmla="*/ 33 h 55"/>
                <a:gd name="T22" fmla="*/ 373 w 387"/>
                <a:gd name="T23" fmla="*/ 33 h 55"/>
                <a:gd name="T24" fmla="*/ 374 w 387"/>
                <a:gd name="T25" fmla="*/ 34 h 55"/>
                <a:gd name="T26" fmla="*/ 387 w 387"/>
                <a:gd name="T27" fmla="*/ 46 h 55"/>
                <a:gd name="T28" fmla="*/ 384 w 387"/>
                <a:gd name="T29" fmla="*/ 48 h 55"/>
                <a:gd name="T30" fmla="*/ 372 w 387"/>
                <a:gd name="T31" fmla="*/ 37 h 55"/>
                <a:gd name="T32" fmla="*/ 325 w 387"/>
                <a:gd name="T33" fmla="*/ 37 h 55"/>
                <a:gd name="T34" fmla="*/ 324 w 387"/>
                <a:gd name="T35" fmla="*/ 36 h 55"/>
                <a:gd name="T36" fmla="*/ 304 w 387"/>
                <a:gd name="T37" fmla="*/ 16 h 55"/>
                <a:gd name="T38" fmla="*/ 93 w 387"/>
                <a:gd name="T39" fmla="*/ 16 h 55"/>
                <a:gd name="T40" fmla="*/ 91 w 387"/>
                <a:gd name="T41" fmla="*/ 16 h 55"/>
                <a:gd name="T42" fmla="*/ 79 w 387"/>
                <a:gd name="T43" fmla="*/ 4 h 55"/>
                <a:gd name="T44" fmla="*/ 54 w 387"/>
                <a:gd name="T45" fmla="*/ 4 h 55"/>
                <a:gd name="T46" fmla="*/ 3 w 387"/>
                <a:gd name="T4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7" h="55">
                  <a:moveTo>
                    <a:pt x="3" y="55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1" y="0"/>
                    <a:pt x="81" y="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305" y="13"/>
                    <a:pt x="305" y="13"/>
                    <a:pt x="305" y="13"/>
                  </a:cubicBezTo>
                  <a:cubicBezTo>
                    <a:pt x="305" y="13"/>
                    <a:pt x="306" y="13"/>
                    <a:pt x="306" y="1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73" y="33"/>
                    <a:pt x="373" y="33"/>
                    <a:pt x="373" y="33"/>
                  </a:cubicBezTo>
                  <a:cubicBezTo>
                    <a:pt x="374" y="33"/>
                    <a:pt x="374" y="33"/>
                    <a:pt x="374" y="34"/>
                  </a:cubicBezTo>
                  <a:cubicBezTo>
                    <a:pt x="387" y="46"/>
                    <a:pt x="387" y="46"/>
                    <a:pt x="387" y="46"/>
                  </a:cubicBezTo>
                  <a:cubicBezTo>
                    <a:pt x="384" y="48"/>
                    <a:pt x="384" y="48"/>
                    <a:pt x="384" y="48"/>
                  </a:cubicBezTo>
                  <a:cubicBezTo>
                    <a:pt x="372" y="37"/>
                    <a:pt x="372" y="37"/>
                    <a:pt x="372" y="37"/>
                  </a:cubicBezTo>
                  <a:cubicBezTo>
                    <a:pt x="325" y="37"/>
                    <a:pt x="325" y="37"/>
                    <a:pt x="325" y="37"/>
                  </a:cubicBezTo>
                  <a:cubicBezTo>
                    <a:pt x="325" y="37"/>
                    <a:pt x="324" y="37"/>
                    <a:pt x="324" y="36"/>
                  </a:cubicBezTo>
                  <a:cubicBezTo>
                    <a:pt x="304" y="16"/>
                    <a:pt x="304" y="16"/>
                    <a:pt x="304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2" y="16"/>
                    <a:pt x="92" y="16"/>
                    <a:pt x="91" y="16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54" y="4"/>
                    <a:pt x="54" y="4"/>
                    <a:pt x="54" y="4"/>
                  </a:cubicBezTo>
                  <a:lnTo>
                    <a:pt x="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7" name="Freeform 472"/>
            <p:cNvSpPr>
              <a:spLocks/>
            </p:cNvSpPr>
            <p:nvPr/>
          </p:nvSpPr>
          <p:spPr bwMode="auto">
            <a:xfrm flipV="1">
              <a:off x="-306386" y="2938460"/>
              <a:ext cx="1362075" cy="465138"/>
            </a:xfrm>
            <a:custGeom>
              <a:avLst/>
              <a:gdLst>
                <a:gd name="T0" fmla="*/ 363 w 363"/>
                <a:gd name="T1" fmla="*/ 124 h 124"/>
                <a:gd name="T2" fmla="*/ 320 w 363"/>
                <a:gd name="T3" fmla="*/ 124 h 124"/>
                <a:gd name="T4" fmla="*/ 319 w 363"/>
                <a:gd name="T5" fmla="*/ 124 h 124"/>
                <a:gd name="T6" fmla="*/ 229 w 363"/>
                <a:gd name="T7" fmla="*/ 33 h 124"/>
                <a:gd name="T8" fmla="*/ 201 w 363"/>
                <a:gd name="T9" fmla="*/ 33 h 124"/>
                <a:gd name="T10" fmla="*/ 200 w 363"/>
                <a:gd name="T11" fmla="*/ 33 h 124"/>
                <a:gd name="T12" fmla="*/ 171 w 363"/>
                <a:gd name="T13" fmla="*/ 4 h 124"/>
                <a:gd name="T14" fmla="*/ 34 w 363"/>
                <a:gd name="T15" fmla="*/ 4 h 124"/>
                <a:gd name="T16" fmla="*/ 2 w 363"/>
                <a:gd name="T17" fmla="*/ 35 h 124"/>
                <a:gd name="T18" fmla="*/ 0 w 363"/>
                <a:gd name="T19" fmla="*/ 33 h 124"/>
                <a:gd name="T20" fmla="*/ 32 w 363"/>
                <a:gd name="T21" fmla="*/ 1 h 124"/>
                <a:gd name="T22" fmla="*/ 33 w 363"/>
                <a:gd name="T23" fmla="*/ 0 h 124"/>
                <a:gd name="T24" fmla="*/ 172 w 363"/>
                <a:gd name="T25" fmla="*/ 0 h 124"/>
                <a:gd name="T26" fmla="*/ 173 w 363"/>
                <a:gd name="T27" fmla="*/ 1 h 124"/>
                <a:gd name="T28" fmla="*/ 202 w 363"/>
                <a:gd name="T29" fmla="*/ 30 h 124"/>
                <a:gd name="T30" fmla="*/ 230 w 363"/>
                <a:gd name="T31" fmla="*/ 30 h 124"/>
                <a:gd name="T32" fmla="*/ 231 w 363"/>
                <a:gd name="T33" fmla="*/ 31 h 124"/>
                <a:gd name="T34" fmla="*/ 321 w 363"/>
                <a:gd name="T35" fmla="*/ 121 h 124"/>
                <a:gd name="T36" fmla="*/ 363 w 363"/>
                <a:gd name="T37" fmla="*/ 121 h 124"/>
                <a:gd name="T38" fmla="*/ 363 w 363"/>
                <a:gd name="T3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3" h="124">
                  <a:moveTo>
                    <a:pt x="363" y="124"/>
                  </a:moveTo>
                  <a:cubicBezTo>
                    <a:pt x="320" y="124"/>
                    <a:pt x="320" y="124"/>
                    <a:pt x="320" y="124"/>
                  </a:cubicBezTo>
                  <a:cubicBezTo>
                    <a:pt x="320" y="124"/>
                    <a:pt x="320" y="124"/>
                    <a:pt x="319" y="124"/>
                  </a:cubicBezTo>
                  <a:cubicBezTo>
                    <a:pt x="229" y="33"/>
                    <a:pt x="229" y="33"/>
                    <a:pt x="229" y="33"/>
                  </a:cubicBezTo>
                  <a:cubicBezTo>
                    <a:pt x="201" y="33"/>
                    <a:pt x="201" y="33"/>
                    <a:pt x="201" y="33"/>
                  </a:cubicBezTo>
                  <a:cubicBezTo>
                    <a:pt x="201" y="33"/>
                    <a:pt x="201" y="33"/>
                    <a:pt x="200" y="33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0"/>
                    <a:pt x="173" y="1"/>
                    <a:pt x="173" y="1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30" y="30"/>
                    <a:pt x="230" y="30"/>
                    <a:pt x="230" y="30"/>
                  </a:cubicBezTo>
                  <a:cubicBezTo>
                    <a:pt x="230" y="30"/>
                    <a:pt x="231" y="30"/>
                    <a:pt x="231" y="31"/>
                  </a:cubicBezTo>
                  <a:cubicBezTo>
                    <a:pt x="321" y="121"/>
                    <a:pt x="321" y="121"/>
                    <a:pt x="321" y="121"/>
                  </a:cubicBezTo>
                  <a:cubicBezTo>
                    <a:pt x="363" y="121"/>
                    <a:pt x="363" y="121"/>
                    <a:pt x="363" y="121"/>
                  </a:cubicBezTo>
                  <a:lnTo>
                    <a:pt x="363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8" name="Freeform 473"/>
            <p:cNvSpPr>
              <a:spLocks/>
            </p:cNvSpPr>
            <p:nvPr/>
          </p:nvSpPr>
          <p:spPr bwMode="auto">
            <a:xfrm flipV="1">
              <a:off x="-755648" y="2795585"/>
              <a:ext cx="1079500" cy="354013"/>
            </a:xfrm>
            <a:custGeom>
              <a:avLst/>
              <a:gdLst>
                <a:gd name="T0" fmla="*/ 115 w 288"/>
                <a:gd name="T1" fmla="*/ 94 h 94"/>
                <a:gd name="T2" fmla="*/ 78 w 288"/>
                <a:gd name="T3" fmla="*/ 94 h 94"/>
                <a:gd name="T4" fmla="*/ 77 w 288"/>
                <a:gd name="T5" fmla="*/ 94 h 94"/>
                <a:gd name="T6" fmla="*/ 0 w 288"/>
                <a:gd name="T7" fmla="*/ 18 h 94"/>
                <a:gd name="T8" fmla="*/ 3 w 288"/>
                <a:gd name="T9" fmla="*/ 15 h 94"/>
                <a:gd name="T10" fmla="*/ 79 w 288"/>
                <a:gd name="T11" fmla="*/ 91 h 94"/>
                <a:gd name="T12" fmla="*/ 115 w 288"/>
                <a:gd name="T13" fmla="*/ 91 h 94"/>
                <a:gd name="T14" fmla="*/ 205 w 288"/>
                <a:gd name="T15" fmla="*/ 1 h 94"/>
                <a:gd name="T16" fmla="*/ 206 w 288"/>
                <a:gd name="T17" fmla="*/ 0 h 94"/>
                <a:gd name="T18" fmla="*/ 244 w 288"/>
                <a:gd name="T19" fmla="*/ 0 h 94"/>
                <a:gd name="T20" fmla="*/ 245 w 288"/>
                <a:gd name="T21" fmla="*/ 1 h 94"/>
                <a:gd name="T22" fmla="*/ 288 w 288"/>
                <a:gd name="T23" fmla="*/ 44 h 94"/>
                <a:gd name="T24" fmla="*/ 285 w 288"/>
                <a:gd name="T25" fmla="*/ 46 h 94"/>
                <a:gd name="T26" fmla="*/ 243 w 288"/>
                <a:gd name="T27" fmla="*/ 4 h 94"/>
                <a:gd name="T28" fmla="*/ 207 w 288"/>
                <a:gd name="T29" fmla="*/ 4 h 94"/>
                <a:gd name="T30" fmla="*/ 117 w 288"/>
                <a:gd name="T31" fmla="*/ 94 h 94"/>
                <a:gd name="T32" fmla="*/ 115 w 288"/>
                <a:gd name="T3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8" h="94">
                  <a:moveTo>
                    <a:pt x="115" y="94"/>
                  </a:moveTo>
                  <a:cubicBezTo>
                    <a:pt x="78" y="94"/>
                    <a:pt x="78" y="94"/>
                    <a:pt x="78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115" y="91"/>
                    <a:pt x="115" y="91"/>
                    <a:pt x="115" y="9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5" y="0"/>
                    <a:pt x="206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44" y="0"/>
                    <a:pt x="245" y="1"/>
                    <a:pt x="245" y="1"/>
                  </a:cubicBezTo>
                  <a:cubicBezTo>
                    <a:pt x="288" y="44"/>
                    <a:pt x="288" y="44"/>
                    <a:pt x="288" y="44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6" y="94"/>
                    <a:pt x="116" y="94"/>
                    <a:pt x="115" y="9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9" name="Freeform 474"/>
            <p:cNvSpPr>
              <a:spLocks/>
            </p:cNvSpPr>
            <p:nvPr/>
          </p:nvSpPr>
          <p:spPr bwMode="auto">
            <a:xfrm flipV="1">
              <a:off x="-441323" y="2363785"/>
              <a:ext cx="930275" cy="649288"/>
            </a:xfrm>
            <a:custGeom>
              <a:avLst/>
              <a:gdLst>
                <a:gd name="T0" fmla="*/ 56 w 248"/>
                <a:gd name="T1" fmla="*/ 173 h 173"/>
                <a:gd name="T2" fmla="*/ 28 w 248"/>
                <a:gd name="T3" fmla="*/ 173 h 173"/>
                <a:gd name="T4" fmla="*/ 24 w 248"/>
                <a:gd name="T5" fmla="*/ 171 h 173"/>
                <a:gd name="T6" fmla="*/ 1 w 248"/>
                <a:gd name="T7" fmla="*/ 148 h 173"/>
                <a:gd name="T8" fmla="*/ 0 w 248"/>
                <a:gd name="T9" fmla="*/ 144 h 173"/>
                <a:gd name="T10" fmla="*/ 0 w 248"/>
                <a:gd name="T11" fmla="*/ 115 h 173"/>
                <a:gd name="T12" fmla="*/ 1 w 248"/>
                <a:gd name="T13" fmla="*/ 112 h 173"/>
                <a:gd name="T14" fmla="*/ 111 w 248"/>
                <a:gd name="T15" fmla="*/ 2 h 173"/>
                <a:gd name="T16" fmla="*/ 115 w 248"/>
                <a:gd name="T17" fmla="*/ 0 h 173"/>
                <a:gd name="T18" fmla="*/ 115 w 248"/>
                <a:gd name="T19" fmla="*/ 0 h 173"/>
                <a:gd name="T20" fmla="*/ 145 w 248"/>
                <a:gd name="T21" fmla="*/ 0 h 173"/>
                <a:gd name="T22" fmla="*/ 149 w 248"/>
                <a:gd name="T23" fmla="*/ 2 h 173"/>
                <a:gd name="T24" fmla="*/ 207 w 248"/>
                <a:gd name="T25" fmla="*/ 60 h 173"/>
                <a:gd name="T26" fmla="*/ 248 w 248"/>
                <a:gd name="T27" fmla="*/ 60 h 173"/>
                <a:gd name="T28" fmla="*/ 248 w 248"/>
                <a:gd name="T29" fmla="*/ 70 h 173"/>
                <a:gd name="T30" fmla="*/ 205 w 248"/>
                <a:gd name="T31" fmla="*/ 70 h 173"/>
                <a:gd name="T32" fmla="*/ 201 w 248"/>
                <a:gd name="T33" fmla="*/ 69 h 173"/>
                <a:gd name="T34" fmla="*/ 143 w 248"/>
                <a:gd name="T35" fmla="*/ 11 h 173"/>
                <a:gd name="T36" fmla="*/ 117 w 248"/>
                <a:gd name="T37" fmla="*/ 11 h 173"/>
                <a:gd name="T38" fmla="*/ 10 w 248"/>
                <a:gd name="T39" fmla="*/ 117 h 173"/>
                <a:gd name="T40" fmla="*/ 10 w 248"/>
                <a:gd name="T41" fmla="*/ 142 h 173"/>
                <a:gd name="T42" fmla="*/ 30 w 248"/>
                <a:gd name="T43" fmla="*/ 162 h 173"/>
                <a:gd name="T44" fmla="*/ 54 w 248"/>
                <a:gd name="T45" fmla="*/ 162 h 173"/>
                <a:gd name="T46" fmla="*/ 116 w 248"/>
                <a:gd name="T47" fmla="*/ 100 h 173"/>
                <a:gd name="T48" fmla="*/ 123 w 248"/>
                <a:gd name="T49" fmla="*/ 107 h 173"/>
                <a:gd name="T50" fmla="*/ 60 w 248"/>
                <a:gd name="T51" fmla="*/ 171 h 173"/>
                <a:gd name="T52" fmla="*/ 56 w 248"/>
                <a:gd name="T53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173">
                  <a:moveTo>
                    <a:pt x="56" y="173"/>
                  </a:moveTo>
                  <a:cubicBezTo>
                    <a:pt x="28" y="173"/>
                    <a:pt x="28" y="173"/>
                    <a:pt x="28" y="173"/>
                  </a:cubicBezTo>
                  <a:cubicBezTo>
                    <a:pt x="27" y="173"/>
                    <a:pt x="25" y="172"/>
                    <a:pt x="24" y="171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0" y="147"/>
                    <a:pt x="0" y="146"/>
                    <a:pt x="0" y="144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0" y="113"/>
                    <a:pt x="1" y="11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3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7" y="0"/>
                    <a:pt x="148" y="1"/>
                    <a:pt x="149" y="2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48" y="60"/>
                    <a:pt x="248" y="60"/>
                    <a:pt x="248" y="60"/>
                  </a:cubicBezTo>
                  <a:cubicBezTo>
                    <a:pt x="248" y="70"/>
                    <a:pt x="248" y="70"/>
                    <a:pt x="248" y="70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4" y="70"/>
                    <a:pt x="202" y="70"/>
                    <a:pt x="201" y="69"/>
                  </a:cubicBezTo>
                  <a:cubicBezTo>
                    <a:pt x="143" y="11"/>
                    <a:pt x="143" y="11"/>
                    <a:pt x="143" y="11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116" y="100"/>
                    <a:pt x="116" y="100"/>
                    <a:pt x="116" y="100"/>
                  </a:cubicBezTo>
                  <a:cubicBezTo>
                    <a:pt x="123" y="107"/>
                    <a:pt x="123" y="107"/>
                    <a:pt x="123" y="107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59" y="172"/>
                    <a:pt x="57" y="173"/>
                    <a:pt x="56" y="1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0" name="Freeform 475"/>
            <p:cNvSpPr>
              <a:spLocks/>
            </p:cNvSpPr>
            <p:nvPr/>
          </p:nvSpPr>
          <p:spPr bwMode="auto">
            <a:xfrm flipV="1">
              <a:off x="-554036" y="2946398"/>
              <a:ext cx="1227137" cy="371475"/>
            </a:xfrm>
            <a:custGeom>
              <a:avLst/>
              <a:gdLst>
                <a:gd name="T0" fmla="*/ 327 w 327"/>
                <a:gd name="T1" fmla="*/ 99 h 99"/>
                <a:gd name="T2" fmla="*/ 296 w 327"/>
                <a:gd name="T3" fmla="*/ 99 h 99"/>
                <a:gd name="T4" fmla="*/ 295 w 327"/>
                <a:gd name="T5" fmla="*/ 98 h 99"/>
                <a:gd name="T6" fmla="*/ 200 w 327"/>
                <a:gd name="T7" fmla="*/ 3 h 99"/>
                <a:gd name="T8" fmla="*/ 120 w 327"/>
                <a:gd name="T9" fmla="*/ 3 h 99"/>
                <a:gd name="T10" fmla="*/ 67 w 327"/>
                <a:gd name="T11" fmla="*/ 57 h 99"/>
                <a:gd name="T12" fmla="*/ 66 w 327"/>
                <a:gd name="T13" fmla="*/ 57 h 99"/>
                <a:gd name="T14" fmla="*/ 45 w 327"/>
                <a:gd name="T15" fmla="*/ 57 h 99"/>
                <a:gd name="T16" fmla="*/ 44 w 327"/>
                <a:gd name="T17" fmla="*/ 57 h 99"/>
                <a:gd name="T18" fmla="*/ 0 w 327"/>
                <a:gd name="T19" fmla="*/ 13 h 99"/>
                <a:gd name="T20" fmla="*/ 2 w 327"/>
                <a:gd name="T21" fmla="*/ 10 h 99"/>
                <a:gd name="T22" fmla="*/ 46 w 327"/>
                <a:gd name="T23" fmla="*/ 54 h 99"/>
                <a:gd name="T24" fmla="*/ 65 w 327"/>
                <a:gd name="T25" fmla="*/ 54 h 99"/>
                <a:gd name="T26" fmla="*/ 118 w 327"/>
                <a:gd name="T27" fmla="*/ 0 h 99"/>
                <a:gd name="T28" fmla="*/ 119 w 327"/>
                <a:gd name="T29" fmla="*/ 0 h 99"/>
                <a:gd name="T30" fmla="*/ 201 w 327"/>
                <a:gd name="T31" fmla="*/ 0 h 99"/>
                <a:gd name="T32" fmla="*/ 202 w 327"/>
                <a:gd name="T33" fmla="*/ 0 h 99"/>
                <a:gd name="T34" fmla="*/ 297 w 327"/>
                <a:gd name="T35" fmla="*/ 95 h 99"/>
                <a:gd name="T36" fmla="*/ 327 w 327"/>
                <a:gd name="T37" fmla="*/ 95 h 99"/>
                <a:gd name="T38" fmla="*/ 327 w 327"/>
                <a:gd name="T3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7" h="99">
                  <a:moveTo>
                    <a:pt x="327" y="99"/>
                  </a:moveTo>
                  <a:cubicBezTo>
                    <a:pt x="296" y="99"/>
                    <a:pt x="296" y="99"/>
                    <a:pt x="296" y="99"/>
                  </a:cubicBezTo>
                  <a:cubicBezTo>
                    <a:pt x="296" y="99"/>
                    <a:pt x="295" y="98"/>
                    <a:pt x="295" y="98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67" y="57"/>
                    <a:pt x="67" y="57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2" y="0"/>
                    <a:pt x="202" y="0"/>
                  </a:cubicBezTo>
                  <a:cubicBezTo>
                    <a:pt x="297" y="95"/>
                    <a:pt x="297" y="95"/>
                    <a:pt x="297" y="95"/>
                  </a:cubicBezTo>
                  <a:cubicBezTo>
                    <a:pt x="327" y="95"/>
                    <a:pt x="327" y="95"/>
                    <a:pt x="327" y="95"/>
                  </a:cubicBezTo>
                  <a:lnTo>
                    <a:pt x="327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1" name="Freeform 476"/>
            <p:cNvSpPr>
              <a:spLocks/>
            </p:cNvSpPr>
            <p:nvPr/>
          </p:nvSpPr>
          <p:spPr bwMode="auto">
            <a:xfrm flipV="1">
              <a:off x="-512761" y="2762248"/>
              <a:ext cx="1366837" cy="495300"/>
            </a:xfrm>
            <a:custGeom>
              <a:avLst/>
              <a:gdLst>
                <a:gd name="T0" fmla="*/ 364 w 364"/>
                <a:gd name="T1" fmla="*/ 132 h 132"/>
                <a:gd name="T2" fmla="*/ 314 w 364"/>
                <a:gd name="T3" fmla="*/ 132 h 132"/>
                <a:gd name="T4" fmla="*/ 312 w 364"/>
                <a:gd name="T5" fmla="*/ 131 h 132"/>
                <a:gd name="T6" fmla="*/ 184 w 364"/>
                <a:gd name="T7" fmla="*/ 3 h 132"/>
                <a:gd name="T8" fmla="*/ 122 w 364"/>
                <a:gd name="T9" fmla="*/ 3 h 132"/>
                <a:gd name="T10" fmla="*/ 44 w 364"/>
                <a:gd name="T11" fmla="*/ 81 h 132"/>
                <a:gd name="T12" fmla="*/ 43 w 364"/>
                <a:gd name="T13" fmla="*/ 82 h 132"/>
                <a:gd name="T14" fmla="*/ 21 w 364"/>
                <a:gd name="T15" fmla="*/ 82 h 132"/>
                <a:gd name="T16" fmla="*/ 20 w 364"/>
                <a:gd name="T17" fmla="*/ 81 h 132"/>
                <a:gd name="T18" fmla="*/ 0 w 364"/>
                <a:gd name="T19" fmla="*/ 61 h 132"/>
                <a:gd name="T20" fmla="*/ 2 w 364"/>
                <a:gd name="T21" fmla="*/ 59 h 132"/>
                <a:gd name="T22" fmla="*/ 22 w 364"/>
                <a:gd name="T23" fmla="*/ 78 h 132"/>
                <a:gd name="T24" fmla="*/ 42 w 364"/>
                <a:gd name="T25" fmla="*/ 78 h 132"/>
                <a:gd name="T26" fmla="*/ 120 w 364"/>
                <a:gd name="T27" fmla="*/ 0 h 132"/>
                <a:gd name="T28" fmla="*/ 122 w 364"/>
                <a:gd name="T29" fmla="*/ 0 h 132"/>
                <a:gd name="T30" fmla="*/ 185 w 364"/>
                <a:gd name="T31" fmla="*/ 0 h 132"/>
                <a:gd name="T32" fmla="*/ 186 w 364"/>
                <a:gd name="T33" fmla="*/ 0 h 132"/>
                <a:gd name="T34" fmla="*/ 314 w 364"/>
                <a:gd name="T35" fmla="*/ 128 h 132"/>
                <a:gd name="T36" fmla="*/ 364 w 364"/>
                <a:gd name="T37" fmla="*/ 128 h 132"/>
                <a:gd name="T38" fmla="*/ 364 w 364"/>
                <a:gd name="T39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4" h="132">
                  <a:moveTo>
                    <a:pt x="364" y="132"/>
                  </a:moveTo>
                  <a:cubicBezTo>
                    <a:pt x="314" y="132"/>
                    <a:pt x="314" y="132"/>
                    <a:pt x="314" y="132"/>
                  </a:cubicBezTo>
                  <a:cubicBezTo>
                    <a:pt x="313" y="132"/>
                    <a:pt x="313" y="132"/>
                    <a:pt x="312" y="131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4" y="82"/>
                    <a:pt x="44" y="82"/>
                    <a:pt x="43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0" y="82"/>
                    <a:pt x="20" y="8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0"/>
                    <a:pt x="121" y="0"/>
                    <a:pt x="122" y="0"/>
                  </a:cubicBez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314" y="128"/>
                    <a:pt x="314" y="128"/>
                    <a:pt x="314" y="128"/>
                  </a:cubicBezTo>
                  <a:cubicBezTo>
                    <a:pt x="364" y="128"/>
                    <a:pt x="364" y="128"/>
                    <a:pt x="364" y="128"/>
                  </a:cubicBezTo>
                  <a:lnTo>
                    <a:pt x="364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2" name="Freeform 477"/>
            <p:cNvSpPr>
              <a:spLocks/>
            </p:cNvSpPr>
            <p:nvPr/>
          </p:nvSpPr>
          <p:spPr bwMode="auto">
            <a:xfrm flipV="1">
              <a:off x="-2117723" y="2217736"/>
              <a:ext cx="2424112" cy="387350"/>
            </a:xfrm>
            <a:custGeom>
              <a:avLst/>
              <a:gdLst>
                <a:gd name="T0" fmla="*/ 545 w 646"/>
                <a:gd name="T1" fmla="*/ 103 h 103"/>
                <a:gd name="T2" fmla="*/ 0 w 646"/>
                <a:gd name="T3" fmla="*/ 103 h 103"/>
                <a:gd name="T4" fmla="*/ 0 w 646"/>
                <a:gd name="T5" fmla="*/ 99 h 103"/>
                <a:gd name="T6" fmla="*/ 544 w 646"/>
                <a:gd name="T7" fmla="*/ 99 h 103"/>
                <a:gd name="T8" fmla="*/ 566 w 646"/>
                <a:gd name="T9" fmla="*/ 77 h 103"/>
                <a:gd name="T10" fmla="*/ 566 w 646"/>
                <a:gd name="T11" fmla="*/ 49 h 103"/>
                <a:gd name="T12" fmla="*/ 567 w 646"/>
                <a:gd name="T13" fmla="*/ 48 h 103"/>
                <a:gd name="T14" fmla="*/ 613 w 646"/>
                <a:gd name="T15" fmla="*/ 1 h 103"/>
                <a:gd name="T16" fmla="*/ 614 w 646"/>
                <a:gd name="T17" fmla="*/ 0 h 103"/>
                <a:gd name="T18" fmla="*/ 646 w 646"/>
                <a:gd name="T19" fmla="*/ 0 h 103"/>
                <a:gd name="T20" fmla="*/ 646 w 646"/>
                <a:gd name="T21" fmla="*/ 4 h 103"/>
                <a:gd name="T22" fmla="*/ 615 w 646"/>
                <a:gd name="T23" fmla="*/ 4 h 103"/>
                <a:gd name="T24" fmla="*/ 570 w 646"/>
                <a:gd name="T25" fmla="*/ 49 h 103"/>
                <a:gd name="T26" fmla="*/ 570 w 646"/>
                <a:gd name="T27" fmla="*/ 78 h 103"/>
                <a:gd name="T28" fmla="*/ 569 w 646"/>
                <a:gd name="T29" fmla="*/ 79 h 103"/>
                <a:gd name="T30" fmla="*/ 546 w 646"/>
                <a:gd name="T31" fmla="*/ 102 h 103"/>
                <a:gd name="T32" fmla="*/ 545 w 646"/>
                <a:gd name="T3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6" h="103">
                  <a:moveTo>
                    <a:pt x="545" y="103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544" y="99"/>
                    <a:pt x="544" y="99"/>
                    <a:pt x="544" y="99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6" y="49"/>
                    <a:pt x="566" y="49"/>
                    <a:pt x="566" y="49"/>
                  </a:cubicBezTo>
                  <a:cubicBezTo>
                    <a:pt x="566" y="48"/>
                    <a:pt x="566" y="48"/>
                    <a:pt x="567" y="48"/>
                  </a:cubicBezTo>
                  <a:cubicBezTo>
                    <a:pt x="613" y="1"/>
                    <a:pt x="613" y="1"/>
                    <a:pt x="613" y="1"/>
                  </a:cubicBezTo>
                  <a:cubicBezTo>
                    <a:pt x="614" y="1"/>
                    <a:pt x="614" y="0"/>
                    <a:pt x="614" y="0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615" y="4"/>
                    <a:pt x="615" y="4"/>
                    <a:pt x="615" y="4"/>
                  </a:cubicBezTo>
                  <a:cubicBezTo>
                    <a:pt x="570" y="49"/>
                    <a:pt x="570" y="49"/>
                    <a:pt x="570" y="49"/>
                  </a:cubicBezTo>
                  <a:cubicBezTo>
                    <a:pt x="570" y="78"/>
                    <a:pt x="570" y="78"/>
                    <a:pt x="570" y="78"/>
                  </a:cubicBezTo>
                  <a:cubicBezTo>
                    <a:pt x="570" y="79"/>
                    <a:pt x="569" y="79"/>
                    <a:pt x="569" y="79"/>
                  </a:cubicBezTo>
                  <a:cubicBezTo>
                    <a:pt x="546" y="102"/>
                    <a:pt x="546" y="102"/>
                    <a:pt x="546" y="102"/>
                  </a:cubicBezTo>
                  <a:cubicBezTo>
                    <a:pt x="546" y="103"/>
                    <a:pt x="546" y="103"/>
                    <a:pt x="545" y="1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3" name="Freeform 478"/>
            <p:cNvSpPr>
              <a:spLocks/>
            </p:cNvSpPr>
            <p:nvPr/>
          </p:nvSpPr>
          <p:spPr bwMode="auto">
            <a:xfrm flipV="1">
              <a:off x="-1949448" y="1989136"/>
              <a:ext cx="2443162" cy="428625"/>
            </a:xfrm>
            <a:custGeom>
              <a:avLst/>
              <a:gdLst>
                <a:gd name="T0" fmla="*/ 496 w 651"/>
                <a:gd name="T1" fmla="*/ 114 h 114"/>
                <a:gd name="T2" fmla="*/ 0 w 651"/>
                <a:gd name="T3" fmla="*/ 114 h 114"/>
                <a:gd name="T4" fmla="*/ 0 w 651"/>
                <a:gd name="T5" fmla="*/ 110 h 114"/>
                <a:gd name="T6" fmla="*/ 496 w 651"/>
                <a:gd name="T7" fmla="*/ 110 h 114"/>
                <a:gd name="T8" fmla="*/ 606 w 651"/>
                <a:gd name="T9" fmla="*/ 0 h 114"/>
                <a:gd name="T10" fmla="*/ 607 w 651"/>
                <a:gd name="T11" fmla="*/ 0 h 114"/>
                <a:gd name="T12" fmla="*/ 651 w 651"/>
                <a:gd name="T13" fmla="*/ 0 h 114"/>
                <a:gd name="T14" fmla="*/ 651 w 651"/>
                <a:gd name="T15" fmla="*/ 3 h 114"/>
                <a:gd name="T16" fmla="*/ 608 w 651"/>
                <a:gd name="T17" fmla="*/ 3 h 114"/>
                <a:gd name="T18" fmla="*/ 498 w 651"/>
                <a:gd name="T19" fmla="*/ 113 h 114"/>
                <a:gd name="T20" fmla="*/ 496 w 651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1" h="114">
                  <a:moveTo>
                    <a:pt x="496" y="114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496" y="110"/>
                    <a:pt x="496" y="110"/>
                    <a:pt x="496" y="11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6" y="0"/>
                    <a:pt x="606" y="0"/>
                    <a:pt x="607" y="0"/>
                  </a:cubicBezTo>
                  <a:cubicBezTo>
                    <a:pt x="651" y="0"/>
                    <a:pt x="651" y="0"/>
                    <a:pt x="651" y="0"/>
                  </a:cubicBezTo>
                  <a:cubicBezTo>
                    <a:pt x="651" y="3"/>
                    <a:pt x="651" y="3"/>
                    <a:pt x="651" y="3"/>
                  </a:cubicBezTo>
                  <a:cubicBezTo>
                    <a:pt x="608" y="3"/>
                    <a:pt x="608" y="3"/>
                    <a:pt x="608" y="3"/>
                  </a:cubicBezTo>
                  <a:cubicBezTo>
                    <a:pt x="498" y="113"/>
                    <a:pt x="498" y="113"/>
                    <a:pt x="498" y="113"/>
                  </a:cubicBezTo>
                  <a:cubicBezTo>
                    <a:pt x="497" y="114"/>
                    <a:pt x="497" y="114"/>
                    <a:pt x="496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4" name="Freeform 479"/>
            <p:cNvSpPr>
              <a:spLocks noEditPoints="1"/>
            </p:cNvSpPr>
            <p:nvPr/>
          </p:nvSpPr>
          <p:spPr bwMode="auto">
            <a:xfrm flipV="1">
              <a:off x="5311777" y="6561136"/>
              <a:ext cx="101600" cy="100013"/>
            </a:xfrm>
            <a:custGeom>
              <a:avLst/>
              <a:gdLst>
                <a:gd name="T0" fmla="*/ 13 w 27"/>
                <a:gd name="T1" fmla="*/ 6 h 27"/>
                <a:gd name="T2" fmla="*/ 13 w 27"/>
                <a:gd name="T3" fmla="*/ 6 h 27"/>
                <a:gd name="T4" fmla="*/ 13 w 27"/>
                <a:gd name="T5" fmla="*/ 6 h 27"/>
                <a:gd name="T6" fmla="*/ 20 w 27"/>
                <a:gd name="T7" fmla="*/ 13 h 27"/>
                <a:gd name="T8" fmla="*/ 13 w 27"/>
                <a:gd name="T9" fmla="*/ 20 h 27"/>
                <a:gd name="T10" fmla="*/ 13 w 27"/>
                <a:gd name="T11" fmla="*/ 20 h 27"/>
                <a:gd name="T12" fmla="*/ 13 w 27"/>
                <a:gd name="T13" fmla="*/ 20 h 27"/>
                <a:gd name="T14" fmla="*/ 6 w 27"/>
                <a:gd name="T15" fmla="*/ 13 h 27"/>
                <a:gd name="T16" fmla="*/ 13 w 27"/>
                <a:gd name="T17" fmla="*/ 6 h 27"/>
                <a:gd name="T18" fmla="*/ 13 w 27"/>
                <a:gd name="T19" fmla="*/ 0 h 27"/>
                <a:gd name="T20" fmla="*/ 13 w 27"/>
                <a:gd name="T21" fmla="*/ 0 h 27"/>
                <a:gd name="T22" fmla="*/ 13 w 27"/>
                <a:gd name="T23" fmla="*/ 0 h 27"/>
                <a:gd name="T24" fmla="*/ 4 w 27"/>
                <a:gd name="T25" fmla="*/ 4 h 27"/>
                <a:gd name="T26" fmla="*/ 0 w 27"/>
                <a:gd name="T27" fmla="*/ 13 h 27"/>
                <a:gd name="T28" fmla="*/ 13 w 27"/>
                <a:gd name="T29" fmla="*/ 27 h 27"/>
                <a:gd name="T30" fmla="*/ 23 w 27"/>
                <a:gd name="T31" fmla="*/ 23 h 27"/>
                <a:gd name="T32" fmla="*/ 27 w 27"/>
                <a:gd name="T33" fmla="*/ 13 h 27"/>
                <a:gd name="T34" fmla="*/ 13 w 27"/>
                <a:gd name="T3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7">
                  <a:moveTo>
                    <a:pt x="13" y="6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7" y="6"/>
                    <a:pt x="20" y="10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10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6"/>
                    <a:pt x="0" y="10"/>
                    <a:pt x="0" y="13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17" y="27"/>
                    <a:pt x="20" y="26"/>
                    <a:pt x="23" y="23"/>
                  </a:cubicBezTo>
                  <a:cubicBezTo>
                    <a:pt x="26" y="20"/>
                    <a:pt x="27" y="17"/>
                    <a:pt x="27" y="13"/>
                  </a:cubicBezTo>
                  <a:cubicBezTo>
                    <a:pt x="27" y="6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5" name="Freeform 480"/>
            <p:cNvSpPr>
              <a:spLocks noEditPoints="1"/>
            </p:cNvSpPr>
            <p:nvPr/>
          </p:nvSpPr>
          <p:spPr bwMode="auto">
            <a:xfrm flipV="1">
              <a:off x="5322889" y="6924673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6" name="Freeform 481"/>
            <p:cNvSpPr>
              <a:spLocks noEditPoints="1"/>
            </p:cNvSpPr>
            <p:nvPr/>
          </p:nvSpPr>
          <p:spPr bwMode="auto">
            <a:xfrm flipV="1">
              <a:off x="3360739" y="99790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7" name="Freeform 482"/>
            <p:cNvSpPr>
              <a:spLocks noEditPoints="1"/>
            </p:cNvSpPr>
            <p:nvPr/>
          </p:nvSpPr>
          <p:spPr bwMode="auto">
            <a:xfrm flipV="1">
              <a:off x="5138739" y="67405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8" name="Freeform 483"/>
            <p:cNvSpPr>
              <a:spLocks noEditPoints="1"/>
            </p:cNvSpPr>
            <p:nvPr/>
          </p:nvSpPr>
          <p:spPr bwMode="auto">
            <a:xfrm flipV="1">
              <a:off x="2733677" y="96345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9" name="Freeform 484"/>
            <p:cNvSpPr>
              <a:spLocks noEditPoints="1"/>
            </p:cNvSpPr>
            <p:nvPr/>
          </p:nvSpPr>
          <p:spPr bwMode="auto">
            <a:xfrm flipV="1">
              <a:off x="4973639" y="69167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0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0" name="Freeform 485"/>
            <p:cNvSpPr>
              <a:spLocks noEditPoints="1"/>
            </p:cNvSpPr>
            <p:nvPr/>
          </p:nvSpPr>
          <p:spPr bwMode="auto">
            <a:xfrm flipV="1">
              <a:off x="3698877" y="8823323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1" name="Freeform 486"/>
            <p:cNvSpPr>
              <a:spLocks noEditPoints="1"/>
            </p:cNvSpPr>
            <p:nvPr/>
          </p:nvSpPr>
          <p:spPr bwMode="auto">
            <a:xfrm flipV="1">
              <a:off x="497363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5"/>
                    <a:pt x="15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2" name="Freeform 487"/>
            <p:cNvSpPr>
              <a:spLocks noEditPoints="1"/>
            </p:cNvSpPr>
            <p:nvPr/>
          </p:nvSpPr>
          <p:spPr bwMode="auto">
            <a:xfrm flipV="1">
              <a:off x="3041652" y="99948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3" name="Freeform 488"/>
            <p:cNvSpPr>
              <a:spLocks noEditPoints="1"/>
            </p:cNvSpPr>
            <p:nvPr/>
          </p:nvSpPr>
          <p:spPr bwMode="auto">
            <a:xfrm flipV="1">
              <a:off x="532288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0 w 24"/>
                <a:gd name="T19" fmla="*/ 20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4" name="Freeform 489"/>
            <p:cNvSpPr>
              <a:spLocks noEditPoints="1"/>
            </p:cNvSpPr>
            <p:nvPr/>
          </p:nvSpPr>
          <p:spPr bwMode="auto">
            <a:xfrm flipV="1">
              <a:off x="3187702" y="99901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4 w 24"/>
                <a:gd name="T15" fmla="*/ 4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5" name="Freeform 490"/>
            <p:cNvSpPr>
              <a:spLocks noEditPoints="1"/>
            </p:cNvSpPr>
            <p:nvPr/>
          </p:nvSpPr>
          <p:spPr bwMode="auto">
            <a:xfrm flipV="1">
              <a:off x="5492752" y="7097711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6" name="Freeform 491"/>
            <p:cNvSpPr>
              <a:spLocks noEditPoints="1"/>
            </p:cNvSpPr>
            <p:nvPr/>
          </p:nvSpPr>
          <p:spPr bwMode="auto">
            <a:xfrm flipV="1">
              <a:off x="2973389" y="10133011"/>
              <a:ext cx="90487" cy="93663"/>
            </a:xfrm>
            <a:custGeom>
              <a:avLst/>
              <a:gdLst>
                <a:gd name="T0" fmla="*/ 12 w 24"/>
                <a:gd name="T1" fmla="*/ 6 h 25"/>
                <a:gd name="T2" fmla="*/ 12 w 24"/>
                <a:gd name="T3" fmla="*/ 6 h 25"/>
                <a:gd name="T4" fmla="*/ 19 w 24"/>
                <a:gd name="T5" fmla="*/ 13 h 25"/>
                <a:gd name="T6" fmla="*/ 12 w 24"/>
                <a:gd name="T7" fmla="*/ 19 h 25"/>
                <a:gd name="T8" fmla="*/ 5 w 24"/>
                <a:gd name="T9" fmla="*/ 13 h 25"/>
                <a:gd name="T10" fmla="*/ 12 w 24"/>
                <a:gd name="T11" fmla="*/ 6 h 25"/>
                <a:gd name="T12" fmla="*/ 12 w 24"/>
                <a:gd name="T13" fmla="*/ 0 h 25"/>
                <a:gd name="T14" fmla="*/ 12 w 24"/>
                <a:gd name="T15" fmla="*/ 0 h 25"/>
                <a:gd name="T16" fmla="*/ 3 w 24"/>
                <a:gd name="T17" fmla="*/ 4 h 25"/>
                <a:gd name="T18" fmla="*/ 0 w 24"/>
                <a:gd name="T19" fmla="*/ 13 h 25"/>
                <a:gd name="T20" fmla="*/ 12 w 24"/>
                <a:gd name="T21" fmla="*/ 25 h 25"/>
                <a:gd name="T22" fmla="*/ 20 w 24"/>
                <a:gd name="T23" fmla="*/ 21 h 25"/>
                <a:gd name="T24" fmla="*/ 24 w 24"/>
                <a:gd name="T25" fmla="*/ 12 h 25"/>
                <a:gd name="T26" fmla="*/ 12 w 24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5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3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5" y="25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7" name="Oval 492"/>
            <p:cNvSpPr>
              <a:spLocks noChangeArrowheads="1"/>
            </p:cNvSpPr>
            <p:nvPr/>
          </p:nvSpPr>
          <p:spPr bwMode="auto">
            <a:xfrm flipV="1">
              <a:off x="5514977" y="6913561"/>
              <a:ext cx="107950" cy="1079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8" name="Freeform 493"/>
            <p:cNvSpPr>
              <a:spLocks/>
            </p:cNvSpPr>
            <p:nvPr/>
          </p:nvSpPr>
          <p:spPr bwMode="auto">
            <a:xfrm flipV="1">
              <a:off x="3049589" y="7156449"/>
              <a:ext cx="2944812" cy="3028950"/>
            </a:xfrm>
            <a:custGeom>
              <a:avLst/>
              <a:gdLst>
                <a:gd name="T0" fmla="*/ 673 w 785"/>
                <a:gd name="T1" fmla="*/ 807 h 807"/>
                <a:gd name="T2" fmla="*/ 670 w 785"/>
                <a:gd name="T3" fmla="*/ 804 h 807"/>
                <a:gd name="T4" fmla="*/ 688 w 785"/>
                <a:gd name="T5" fmla="*/ 787 h 807"/>
                <a:gd name="T6" fmla="*/ 689 w 785"/>
                <a:gd name="T7" fmla="*/ 786 h 807"/>
                <a:gd name="T8" fmla="*/ 728 w 785"/>
                <a:gd name="T9" fmla="*/ 786 h 807"/>
                <a:gd name="T10" fmla="*/ 782 w 785"/>
                <a:gd name="T11" fmla="*/ 733 h 807"/>
                <a:gd name="T12" fmla="*/ 782 w 785"/>
                <a:gd name="T13" fmla="*/ 692 h 807"/>
                <a:gd name="T14" fmla="*/ 93 w 785"/>
                <a:gd name="T15" fmla="*/ 3 h 807"/>
                <a:gd name="T16" fmla="*/ 0 w 785"/>
                <a:gd name="T17" fmla="*/ 3 h 807"/>
                <a:gd name="T18" fmla="*/ 0 w 785"/>
                <a:gd name="T19" fmla="*/ 0 h 807"/>
                <a:gd name="T20" fmla="*/ 94 w 785"/>
                <a:gd name="T21" fmla="*/ 0 h 807"/>
                <a:gd name="T22" fmla="*/ 95 w 785"/>
                <a:gd name="T23" fmla="*/ 0 h 807"/>
                <a:gd name="T24" fmla="*/ 785 w 785"/>
                <a:gd name="T25" fmla="*/ 690 h 807"/>
                <a:gd name="T26" fmla="*/ 785 w 785"/>
                <a:gd name="T27" fmla="*/ 692 h 807"/>
                <a:gd name="T28" fmla="*/ 785 w 785"/>
                <a:gd name="T29" fmla="*/ 733 h 807"/>
                <a:gd name="T30" fmla="*/ 785 w 785"/>
                <a:gd name="T31" fmla="*/ 735 h 807"/>
                <a:gd name="T32" fmla="*/ 730 w 785"/>
                <a:gd name="T33" fmla="*/ 789 h 807"/>
                <a:gd name="T34" fmla="*/ 729 w 785"/>
                <a:gd name="T35" fmla="*/ 790 h 807"/>
                <a:gd name="T36" fmla="*/ 690 w 785"/>
                <a:gd name="T37" fmla="*/ 790 h 807"/>
                <a:gd name="T38" fmla="*/ 673 w 785"/>
                <a:gd name="T3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5" h="807">
                  <a:moveTo>
                    <a:pt x="673" y="807"/>
                  </a:moveTo>
                  <a:cubicBezTo>
                    <a:pt x="670" y="804"/>
                    <a:pt x="670" y="804"/>
                    <a:pt x="670" y="804"/>
                  </a:cubicBezTo>
                  <a:cubicBezTo>
                    <a:pt x="688" y="787"/>
                    <a:pt x="688" y="787"/>
                    <a:pt x="688" y="787"/>
                  </a:cubicBezTo>
                  <a:cubicBezTo>
                    <a:pt x="688" y="787"/>
                    <a:pt x="689" y="786"/>
                    <a:pt x="689" y="786"/>
                  </a:cubicBezTo>
                  <a:cubicBezTo>
                    <a:pt x="728" y="786"/>
                    <a:pt x="728" y="786"/>
                    <a:pt x="728" y="786"/>
                  </a:cubicBezTo>
                  <a:cubicBezTo>
                    <a:pt x="782" y="733"/>
                    <a:pt x="782" y="733"/>
                    <a:pt x="782" y="733"/>
                  </a:cubicBezTo>
                  <a:cubicBezTo>
                    <a:pt x="782" y="692"/>
                    <a:pt x="782" y="692"/>
                    <a:pt x="782" y="692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0"/>
                  </a:cubicBezTo>
                  <a:cubicBezTo>
                    <a:pt x="785" y="690"/>
                    <a:pt x="785" y="690"/>
                    <a:pt x="785" y="690"/>
                  </a:cubicBezTo>
                  <a:cubicBezTo>
                    <a:pt x="785" y="691"/>
                    <a:pt x="785" y="691"/>
                    <a:pt x="785" y="692"/>
                  </a:cubicBezTo>
                  <a:cubicBezTo>
                    <a:pt x="785" y="733"/>
                    <a:pt x="785" y="733"/>
                    <a:pt x="785" y="733"/>
                  </a:cubicBezTo>
                  <a:cubicBezTo>
                    <a:pt x="785" y="734"/>
                    <a:pt x="785" y="734"/>
                    <a:pt x="785" y="735"/>
                  </a:cubicBezTo>
                  <a:cubicBezTo>
                    <a:pt x="730" y="789"/>
                    <a:pt x="730" y="789"/>
                    <a:pt x="730" y="789"/>
                  </a:cubicBezTo>
                  <a:cubicBezTo>
                    <a:pt x="730" y="790"/>
                    <a:pt x="729" y="790"/>
                    <a:pt x="729" y="790"/>
                  </a:cubicBezTo>
                  <a:cubicBezTo>
                    <a:pt x="690" y="790"/>
                    <a:pt x="690" y="790"/>
                    <a:pt x="690" y="790"/>
                  </a:cubicBezTo>
                  <a:lnTo>
                    <a:pt x="673" y="8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9" name="Freeform 494"/>
            <p:cNvSpPr>
              <a:spLocks/>
            </p:cNvSpPr>
            <p:nvPr/>
          </p:nvSpPr>
          <p:spPr bwMode="auto">
            <a:xfrm flipV="1">
              <a:off x="3297239" y="7007223"/>
              <a:ext cx="2435225" cy="2998788"/>
            </a:xfrm>
            <a:custGeom>
              <a:avLst/>
              <a:gdLst>
                <a:gd name="T0" fmla="*/ 550 w 649"/>
                <a:gd name="T1" fmla="*/ 799 h 799"/>
                <a:gd name="T2" fmla="*/ 550 w 649"/>
                <a:gd name="T3" fmla="*/ 764 h 799"/>
                <a:gd name="T4" fmla="*/ 551 w 649"/>
                <a:gd name="T5" fmla="*/ 762 h 799"/>
                <a:gd name="T6" fmla="*/ 646 w 649"/>
                <a:gd name="T7" fmla="*/ 671 h 799"/>
                <a:gd name="T8" fmla="*/ 646 w 649"/>
                <a:gd name="T9" fmla="*/ 644 h 799"/>
                <a:gd name="T10" fmla="*/ 216 w 649"/>
                <a:gd name="T11" fmla="*/ 214 h 799"/>
                <a:gd name="T12" fmla="*/ 164 w 649"/>
                <a:gd name="T13" fmla="*/ 214 h 799"/>
                <a:gd name="T14" fmla="*/ 162 w 649"/>
                <a:gd name="T15" fmla="*/ 214 h 799"/>
                <a:gd name="T16" fmla="*/ 0 w 649"/>
                <a:gd name="T17" fmla="*/ 52 h 799"/>
                <a:gd name="T18" fmla="*/ 0 w 649"/>
                <a:gd name="T19" fmla="*/ 51 h 799"/>
                <a:gd name="T20" fmla="*/ 0 w 649"/>
                <a:gd name="T21" fmla="*/ 22 h 799"/>
                <a:gd name="T22" fmla="*/ 0 w 649"/>
                <a:gd name="T23" fmla="*/ 21 h 799"/>
                <a:gd name="T24" fmla="*/ 22 w 649"/>
                <a:gd name="T25" fmla="*/ 0 h 799"/>
                <a:gd name="T26" fmla="*/ 24 w 649"/>
                <a:gd name="T27" fmla="*/ 2 h 799"/>
                <a:gd name="T28" fmla="*/ 3 w 649"/>
                <a:gd name="T29" fmla="*/ 23 h 799"/>
                <a:gd name="T30" fmla="*/ 3 w 649"/>
                <a:gd name="T31" fmla="*/ 50 h 799"/>
                <a:gd name="T32" fmla="*/ 164 w 649"/>
                <a:gd name="T33" fmla="*/ 211 h 799"/>
                <a:gd name="T34" fmla="*/ 217 w 649"/>
                <a:gd name="T35" fmla="*/ 211 h 799"/>
                <a:gd name="T36" fmla="*/ 218 w 649"/>
                <a:gd name="T37" fmla="*/ 211 h 799"/>
                <a:gd name="T38" fmla="*/ 649 w 649"/>
                <a:gd name="T39" fmla="*/ 642 h 799"/>
                <a:gd name="T40" fmla="*/ 649 w 649"/>
                <a:gd name="T41" fmla="*/ 644 h 799"/>
                <a:gd name="T42" fmla="*/ 649 w 649"/>
                <a:gd name="T43" fmla="*/ 671 h 799"/>
                <a:gd name="T44" fmla="*/ 649 w 649"/>
                <a:gd name="T45" fmla="*/ 673 h 799"/>
                <a:gd name="T46" fmla="*/ 554 w 649"/>
                <a:gd name="T47" fmla="*/ 764 h 799"/>
                <a:gd name="T48" fmla="*/ 554 w 649"/>
                <a:gd name="T49" fmla="*/ 799 h 799"/>
                <a:gd name="T50" fmla="*/ 550 w 649"/>
                <a:gd name="T51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9" h="799">
                  <a:moveTo>
                    <a:pt x="550" y="799"/>
                  </a:moveTo>
                  <a:cubicBezTo>
                    <a:pt x="550" y="764"/>
                    <a:pt x="550" y="764"/>
                    <a:pt x="550" y="764"/>
                  </a:cubicBezTo>
                  <a:cubicBezTo>
                    <a:pt x="550" y="763"/>
                    <a:pt x="550" y="763"/>
                    <a:pt x="551" y="762"/>
                  </a:cubicBezTo>
                  <a:cubicBezTo>
                    <a:pt x="646" y="671"/>
                    <a:pt x="646" y="671"/>
                    <a:pt x="646" y="671"/>
                  </a:cubicBezTo>
                  <a:cubicBezTo>
                    <a:pt x="646" y="644"/>
                    <a:pt x="646" y="644"/>
                    <a:pt x="646" y="644"/>
                  </a:cubicBezTo>
                  <a:cubicBezTo>
                    <a:pt x="216" y="214"/>
                    <a:pt x="216" y="214"/>
                    <a:pt x="216" y="214"/>
                  </a:cubicBezTo>
                  <a:cubicBezTo>
                    <a:pt x="164" y="214"/>
                    <a:pt x="164" y="214"/>
                    <a:pt x="164" y="214"/>
                  </a:cubicBezTo>
                  <a:cubicBezTo>
                    <a:pt x="163" y="214"/>
                    <a:pt x="163" y="214"/>
                    <a:pt x="162" y="2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0" y="5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164" y="211"/>
                    <a:pt x="164" y="211"/>
                    <a:pt x="164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7" y="211"/>
                    <a:pt x="218" y="211"/>
                    <a:pt x="218" y="211"/>
                  </a:cubicBezTo>
                  <a:cubicBezTo>
                    <a:pt x="649" y="642"/>
                    <a:pt x="649" y="642"/>
                    <a:pt x="649" y="642"/>
                  </a:cubicBezTo>
                  <a:cubicBezTo>
                    <a:pt x="649" y="643"/>
                    <a:pt x="649" y="643"/>
                    <a:pt x="649" y="644"/>
                  </a:cubicBezTo>
                  <a:cubicBezTo>
                    <a:pt x="649" y="671"/>
                    <a:pt x="649" y="671"/>
                    <a:pt x="649" y="671"/>
                  </a:cubicBezTo>
                  <a:cubicBezTo>
                    <a:pt x="649" y="672"/>
                    <a:pt x="649" y="672"/>
                    <a:pt x="649" y="673"/>
                  </a:cubicBezTo>
                  <a:cubicBezTo>
                    <a:pt x="554" y="764"/>
                    <a:pt x="554" y="764"/>
                    <a:pt x="554" y="764"/>
                  </a:cubicBezTo>
                  <a:cubicBezTo>
                    <a:pt x="554" y="799"/>
                    <a:pt x="554" y="799"/>
                    <a:pt x="554" y="799"/>
                  </a:cubicBezTo>
                  <a:lnTo>
                    <a:pt x="550" y="7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0" name="Freeform 495"/>
            <p:cNvSpPr>
              <a:spLocks/>
            </p:cNvSpPr>
            <p:nvPr/>
          </p:nvSpPr>
          <p:spPr bwMode="auto">
            <a:xfrm flipV="1">
              <a:off x="3127377" y="7356474"/>
              <a:ext cx="2330450" cy="2663825"/>
            </a:xfrm>
            <a:custGeom>
              <a:avLst/>
              <a:gdLst>
                <a:gd name="T0" fmla="*/ 606 w 621"/>
                <a:gd name="T1" fmla="*/ 710 h 710"/>
                <a:gd name="T2" fmla="*/ 603 w 621"/>
                <a:gd name="T3" fmla="*/ 707 h 710"/>
                <a:gd name="T4" fmla="*/ 617 w 621"/>
                <a:gd name="T5" fmla="*/ 693 h 710"/>
                <a:gd name="T6" fmla="*/ 617 w 621"/>
                <a:gd name="T7" fmla="*/ 621 h 710"/>
                <a:gd name="T8" fmla="*/ 247 w 621"/>
                <a:gd name="T9" fmla="*/ 250 h 710"/>
                <a:gd name="T10" fmla="*/ 200 w 621"/>
                <a:gd name="T11" fmla="*/ 250 h 710"/>
                <a:gd name="T12" fmla="*/ 198 w 621"/>
                <a:gd name="T13" fmla="*/ 250 h 710"/>
                <a:gd name="T14" fmla="*/ 0 w 621"/>
                <a:gd name="T15" fmla="*/ 52 h 710"/>
                <a:gd name="T16" fmla="*/ 0 w 621"/>
                <a:gd name="T17" fmla="*/ 50 h 710"/>
                <a:gd name="T18" fmla="*/ 0 w 621"/>
                <a:gd name="T19" fmla="*/ 23 h 710"/>
                <a:gd name="T20" fmla="*/ 0 w 621"/>
                <a:gd name="T21" fmla="*/ 22 h 710"/>
                <a:gd name="T22" fmla="*/ 22 w 621"/>
                <a:gd name="T23" fmla="*/ 0 h 710"/>
                <a:gd name="T24" fmla="*/ 24 w 621"/>
                <a:gd name="T25" fmla="*/ 2 h 710"/>
                <a:gd name="T26" fmla="*/ 3 w 621"/>
                <a:gd name="T27" fmla="*/ 24 h 710"/>
                <a:gd name="T28" fmla="*/ 3 w 621"/>
                <a:gd name="T29" fmla="*/ 50 h 710"/>
                <a:gd name="T30" fmla="*/ 200 w 621"/>
                <a:gd name="T31" fmla="*/ 247 h 710"/>
                <a:gd name="T32" fmla="*/ 248 w 621"/>
                <a:gd name="T33" fmla="*/ 247 h 710"/>
                <a:gd name="T34" fmla="*/ 249 w 621"/>
                <a:gd name="T35" fmla="*/ 247 h 710"/>
                <a:gd name="T36" fmla="*/ 620 w 621"/>
                <a:gd name="T37" fmla="*/ 619 h 710"/>
                <a:gd name="T38" fmla="*/ 621 w 621"/>
                <a:gd name="T39" fmla="*/ 620 h 710"/>
                <a:gd name="T40" fmla="*/ 621 w 621"/>
                <a:gd name="T41" fmla="*/ 694 h 710"/>
                <a:gd name="T42" fmla="*/ 620 w 621"/>
                <a:gd name="T43" fmla="*/ 695 h 710"/>
                <a:gd name="T44" fmla="*/ 606 w 621"/>
                <a:gd name="T45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1" h="710">
                  <a:moveTo>
                    <a:pt x="606" y="710"/>
                  </a:moveTo>
                  <a:cubicBezTo>
                    <a:pt x="603" y="707"/>
                    <a:pt x="603" y="707"/>
                    <a:pt x="603" y="707"/>
                  </a:cubicBezTo>
                  <a:cubicBezTo>
                    <a:pt x="617" y="693"/>
                    <a:pt x="617" y="693"/>
                    <a:pt x="617" y="693"/>
                  </a:cubicBezTo>
                  <a:cubicBezTo>
                    <a:pt x="617" y="621"/>
                    <a:pt x="617" y="621"/>
                    <a:pt x="617" y="621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00" y="250"/>
                    <a:pt x="200" y="250"/>
                    <a:pt x="200" y="250"/>
                  </a:cubicBezTo>
                  <a:cubicBezTo>
                    <a:pt x="199" y="250"/>
                    <a:pt x="199" y="250"/>
                    <a:pt x="198" y="25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1"/>
                    <a:pt x="0" y="51"/>
                    <a:pt x="0" y="5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00" y="247"/>
                    <a:pt x="200" y="247"/>
                    <a:pt x="200" y="247"/>
                  </a:cubicBezTo>
                  <a:cubicBezTo>
                    <a:pt x="248" y="247"/>
                    <a:pt x="248" y="247"/>
                    <a:pt x="248" y="247"/>
                  </a:cubicBezTo>
                  <a:cubicBezTo>
                    <a:pt x="248" y="247"/>
                    <a:pt x="248" y="247"/>
                    <a:pt x="249" y="247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1" y="619"/>
                    <a:pt x="621" y="620"/>
                  </a:cubicBezTo>
                  <a:cubicBezTo>
                    <a:pt x="621" y="694"/>
                    <a:pt x="621" y="694"/>
                    <a:pt x="621" y="694"/>
                  </a:cubicBezTo>
                  <a:cubicBezTo>
                    <a:pt x="621" y="695"/>
                    <a:pt x="620" y="695"/>
                    <a:pt x="620" y="695"/>
                  </a:cubicBezTo>
                  <a:lnTo>
                    <a:pt x="606" y="7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1" name="Freeform 496"/>
            <p:cNvSpPr>
              <a:spLocks/>
            </p:cNvSpPr>
            <p:nvPr/>
          </p:nvSpPr>
          <p:spPr bwMode="auto">
            <a:xfrm flipV="1">
              <a:off x="2986089" y="7318373"/>
              <a:ext cx="2389187" cy="2706688"/>
            </a:xfrm>
            <a:custGeom>
              <a:avLst/>
              <a:gdLst>
                <a:gd name="T0" fmla="*/ 552 w 637"/>
                <a:gd name="T1" fmla="*/ 721 h 721"/>
                <a:gd name="T2" fmla="*/ 552 w 637"/>
                <a:gd name="T3" fmla="*/ 716 h 721"/>
                <a:gd name="T4" fmla="*/ 593 w 637"/>
                <a:gd name="T5" fmla="*/ 716 h 721"/>
                <a:gd name="T6" fmla="*/ 632 w 637"/>
                <a:gd name="T7" fmla="*/ 677 h 721"/>
                <a:gd name="T8" fmla="*/ 632 w 637"/>
                <a:gd name="T9" fmla="*/ 635 h 721"/>
                <a:gd name="T10" fmla="*/ 279 w 637"/>
                <a:gd name="T11" fmla="*/ 283 h 721"/>
                <a:gd name="T12" fmla="*/ 219 w 637"/>
                <a:gd name="T13" fmla="*/ 283 h 721"/>
                <a:gd name="T14" fmla="*/ 217 w 637"/>
                <a:gd name="T15" fmla="*/ 282 h 721"/>
                <a:gd name="T16" fmla="*/ 1 w 637"/>
                <a:gd name="T17" fmla="*/ 66 h 721"/>
                <a:gd name="T18" fmla="*/ 0 w 637"/>
                <a:gd name="T19" fmla="*/ 64 h 721"/>
                <a:gd name="T20" fmla="*/ 0 w 637"/>
                <a:gd name="T21" fmla="*/ 20 h 721"/>
                <a:gd name="T22" fmla="*/ 1 w 637"/>
                <a:gd name="T23" fmla="*/ 18 h 721"/>
                <a:gd name="T24" fmla="*/ 19 w 637"/>
                <a:gd name="T25" fmla="*/ 0 h 721"/>
                <a:gd name="T26" fmla="*/ 23 w 637"/>
                <a:gd name="T27" fmla="*/ 3 h 721"/>
                <a:gd name="T28" fmla="*/ 5 w 637"/>
                <a:gd name="T29" fmla="*/ 21 h 721"/>
                <a:gd name="T30" fmla="*/ 5 w 637"/>
                <a:gd name="T31" fmla="*/ 63 h 721"/>
                <a:gd name="T32" fmla="*/ 220 w 637"/>
                <a:gd name="T33" fmla="*/ 277 h 721"/>
                <a:gd name="T34" fmla="*/ 280 w 637"/>
                <a:gd name="T35" fmla="*/ 277 h 721"/>
                <a:gd name="T36" fmla="*/ 282 w 637"/>
                <a:gd name="T37" fmla="*/ 278 h 721"/>
                <a:gd name="T38" fmla="*/ 636 w 637"/>
                <a:gd name="T39" fmla="*/ 633 h 721"/>
                <a:gd name="T40" fmla="*/ 637 w 637"/>
                <a:gd name="T41" fmla="*/ 634 h 721"/>
                <a:gd name="T42" fmla="*/ 637 w 637"/>
                <a:gd name="T43" fmla="*/ 678 h 721"/>
                <a:gd name="T44" fmla="*/ 636 w 637"/>
                <a:gd name="T45" fmla="*/ 680 h 721"/>
                <a:gd name="T46" fmla="*/ 596 w 637"/>
                <a:gd name="T47" fmla="*/ 720 h 721"/>
                <a:gd name="T48" fmla="*/ 594 w 637"/>
                <a:gd name="T49" fmla="*/ 721 h 721"/>
                <a:gd name="T50" fmla="*/ 552 w 637"/>
                <a:gd name="T51" fmla="*/ 72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7" h="721">
                  <a:moveTo>
                    <a:pt x="552" y="721"/>
                  </a:moveTo>
                  <a:cubicBezTo>
                    <a:pt x="552" y="716"/>
                    <a:pt x="552" y="716"/>
                    <a:pt x="552" y="716"/>
                  </a:cubicBezTo>
                  <a:cubicBezTo>
                    <a:pt x="593" y="716"/>
                    <a:pt x="593" y="716"/>
                    <a:pt x="593" y="716"/>
                  </a:cubicBezTo>
                  <a:cubicBezTo>
                    <a:pt x="632" y="677"/>
                    <a:pt x="632" y="677"/>
                    <a:pt x="632" y="677"/>
                  </a:cubicBezTo>
                  <a:cubicBezTo>
                    <a:pt x="632" y="635"/>
                    <a:pt x="632" y="635"/>
                    <a:pt x="632" y="635"/>
                  </a:cubicBezTo>
                  <a:cubicBezTo>
                    <a:pt x="279" y="283"/>
                    <a:pt x="279" y="283"/>
                    <a:pt x="279" y="283"/>
                  </a:cubicBezTo>
                  <a:cubicBezTo>
                    <a:pt x="219" y="283"/>
                    <a:pt x="219" y="283"/>
                    <a:pt x="219" y="283"/>
                  </a:cubicBezTo>
                  <a:cubicBezTo>
                    <a:pt x="218" y="283"/>
                    <a:pt x="218" y="282"/>
                    <a:pt x="217" y="282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0" y="65"/>
                    <a:pt x="0" y="6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9"/>
                    <a:pt x="1" y="18"/>
                    <a:pt x="1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220" y="277"/>
                    <a:pt x="220" y="277"/>
                    <a:pt x="220" y="277"/>
                  </a:cubicBezTo>
                  <a:cubicBezTo>
                    <a:pt x="280" y="277"/>
                    <a:pt x="280" y="277"/>
                    <a:pt x="280" y="277"/>
                  </a:cubicBezTo>
                  <a:cubicBezTo>
                    <a:pt x="281" y="277"/>
                    <a:pt x="282" y="278"/>
                    <a:pt x="282" y="278"/>
                  </a:cubicBezTo>
                  <a:cubicBezTo>
                    <a:pt x="636" y="633"/>
                    <a:pt x="636" y="633"/>
                    <a:pt x="636" y="633"/>
                  </a:cubicBezTo>
                  <a:cubicBezTo>
                    <a:pt x="637" y="633"/>
                    <a:pt x="637" y="634"/>
                    <a:pt x="637" y="634"/>
                  </a:cubicBezTo>
                  <a:cubicBezTo>
                    <a:pt x="637" y="678"/>
                    <a:pt x="637" y="678"/>
                    <a:pt x="637" y="678"/>
                  </a:cubicBezTo>
                  <a:cubicBezTo>
                    <a:pt x="637" y="679"/>
                    <a:pt x="637" y="680"/>
                    <a:pt x="636" y="680"/>
                  </a:cubicBezTo>
                  <a:cubicBezTo>
                    <a:pt x="596" y="720"/>
                    <a:pt x="596" y="720"/>
                    <a:pt x="596" y="720"/>
                  </a:cubicBezTo>
                  <a:cubicBezTo>
                    <a:pt x="596" y="721"/>
                    <a:pt x="595" y="721"/>
                    <a:pt x="594" y="721"/>
                  </a:cubicBezTo>
                  <a:lnTo>
                    <a:pt x="552" y="72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2" name="Freeform 497"/>
            <p:cNvSpPr>
              <a:spLocks/>
            </p:cNvSpPr>
            <p:nvPr/>
          </p:nvSpPr>
          <p:spPr bwMode="auto">
            <a:xfrm flipV="1">
              <a:off x="3776664" y="7004048"/>
              <a:ext cx="1512887" cy="1871663"/>
            </a:xfrm>
            <a:custGeom>
              <a:avLst/>
              <a:gdLst>
                <a:gd name="T0" fmla="*/ 333 w 403"/>
                <a:gd name="T1" fmla="*/ 499 h 499"/>
                <a:gd name="T2" fmla="*/ 328 w 403"/>
                <a:gd name="T3" fmla="*/ 499 h 499"/>
                <a:gd name="T4" fmla="*/ 328 w 403"/>
                <a:gd name="T5" fmla="*/ 468 h 499"/>
                <a:gd name="T6" fmla="*/ 300 w 403"/>
                <a:gd name="T7" fmla="*/ 440 h 499"/>
                <a:gd name="T8" fmla="*/ 299 w 403"/>
                <a:gd name="T9" fmla="*/ 438 h 499"/>
                <a:gd name="T10" fmla="*/ 299 w 403"/>
                <a:gd name="T11" fmla="*/ 398 h 499"/>
                <a:gd name="T12" fmla="*/ 300 w 403"/>
                <a:gd name="T13" fmla="*/ 396 h 499"/>
                <a:gd name="T14" fmla="*/ 322 w 403"/>
                <a:gd name="T15" fmla="*/ 374 h 499"/>
                <a:gd name="T16" fmla="*/ 323 w 403"/>
                <a:gd name="T17" fmla="*/ 374 h 499"/>
                <a:gd name="T18" fmla="*/ 374 w 403"/>
                <a:gd name="T19" fmla="*/ 374 h 499"/>
                <a:gd name="T20" fmla="*/ 398 w 403"/>
                <a:gd name="T21" fmla="*/ 349 h 499"/>
                <a:gd name="T22" fmla="*/ 398 w 403"/>
                <a:gd name="T23" fmla="*/ 340 h 499"/>
                <a:gd name="T24" fmla="*/ 63 w 403"/>
                <a:gd name="T25" fmla="*/ 5 h 499"/>
                <a:gd name="T26" fmla="*/ 0 w 403"/>
                <a:gd name="T27" fmla="*/ 5 h 499"/>
                <a:gd name="T28" fmla="*/ 0 w 403"/>
                <a:gd name="T29" fmla="*/ 0 h 499"/>
                <a:gd name="T30" fmla="*/ 64 w 403"/>
                <a:gd name="T31" fmla="*/ 0 h 499"/>
                <a:gd name="T32" fmla="*/ 66 w 403"/>
                <a:gd name="T33" fmla="*/ 0 h 499"/>
                <a:gd name="T34" fmla="*/ 403 w 403"/>
                <a:gd name="T35" fmla="*/ 337 h 499"/>
                <a:gd name="T36" fmla="*/ 403 w 403"/>
                <a:gd name="T37" fmla="*/ 339 h 499"/>
                <a:gd name="T38" fmla="*/ 403 w 403"/>
                <a:gd name="T39" fmla="*/ 350 h 499"/>
                <a:gd name="T40" fmla="*/ 403 w 403"/>
                <a:gd name="T41" fmla="*/ 352 h 499"/>
                <a:gd name="T42" fmla="*/ 377 w 403"/>
                <a:gd name="T43" fmla="*/ 378 h 499"/>
                <a:gd name="T44" fmla="*/ 375 w 403"/>
                <a:gd name="T45" fmla="*/ 379 h 499"/>
                <a:gd name="T46" fmla="*/ 325 w 403"/>
                <a:gd name="T47" fmla="*/ 379 h 499"/>
                <a:gd name="T48" fmla="*/ 304 w 403"/>
                <a:gd name="T49" fmla="*/ 399 h 499"/>
                <a:gd name="T50" fmla="*/ 304 w 403"/>
                <a:gd name="T51" fmla="*/ 437 h 499"/>
                <a:gd name="T52" fmla="*/ 332 w 403"/>
                <a:gd name="T53" fmla="*/ 465 h 499"/>
                <a:gd name="T54" fmla="*/ 333 w 403"/>
                <a:gd name="T55" fmla="*/ 467 h 499"/>
                <a:gd name="T56" fmla="*/ 333 w 403"/>
                <a:gd name="T57" fmla="*/ 49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3" h="499">
                  <a:moveTo>
                    <a:pt x="333" y="499"/>
                  </a:moveTo>
                  <a:cubicBezTo>
                    <a:pt x="328" y="499"/>
                    <a:pt x="328" y="499"/>
                    <a:pt x="328" y="499"/>
                  </a:cubicBezTo>
                  <a:cubicBezTo>
                    <a:pt x="328" y="468"/>
                    <a:pt x="328" y="468"/>
                    <a:pt x="328" y="468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9" y="439"/>
                    <a:pt x="299" y="438"/>
                    <a:pt x="299" y="438"/>
                  </a:cubicBezTo>
                  <a:cubicBezTo>
                    <a:pt x="299" y="398"/>
                    <a:pt x="299" y="398"/>
                    <a:pt x="299" y="398"/>
                  </a:cubicBezTo>
                  <a:cubicBezTo>
                    <a:pt x="299" y="397"/>
                    <a:pt x="299" y="397"/>
                    <a:pt x="300" y="396"/>
                  </a:cubicBezTo>
                  <a:cubicBezTo>
                    <a:pt x="322" y="374"/>
                    <a:pt x="322" y="374"/>
                    <a:pt x="322" y="374"/>
                  </a:cubicBezTo>
                  <a:cubicBezTo>
                    <a:pt x="322" y="374"/>
                    <a:pt x="323" y="374"/>
                    <a:pt x="323" y="374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98" y="349"/>
                    <a:pt x="398" y="349"/>
                    <a:pt x="398" y="349"/>
                  </a:cubicBezTo>
                  <a:cubicBezTo>
                    <a:pt x="398" y="340"/>
                    <a:pt x="398" y="340"/>
                    <a:pt x="398" y="340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5" y="0"/>
                    <a:pt x="66" y="0"/>
                    <a:pt x="66" y="0"/>
                  </a:cubicBezTo>
                  <a:cubicBezTo>
                    <a:pt x="403" y="337"/>
                    <a:pt x="403" y="337"/>
                    <a:pt x="403" y="337"/>
                  </a:cubicBezTo>
                  <a:cubicBezTo>
                    <a:pt x="403" y="337"/>
                    <a:pt x="403" y="338"/>
                    <a:pt x="403" y="339"/>
                  </a:cubicBezTo>
                  <a:cubicBezTo>
                    <a:pt x="403" y="350"/>
                    <a:pt x="403" y="350"/>
                    <a:pt x="403" y="350"/>
                  </a:cubicBezTo>
                  <a:cubicBezTo>
                    <a:pt x="403" y="351"/>
                    <a:pt x="403" y="351"/>
                    <a:pt x="403" y="352"/>
                  </a:cubicBezTo>
                  <a:cubicBezTo>
                    <a:pt x="377" y="378"/>
                    <a:pt x="377" y="378"/>
                    <a:pt x="377" y="378"/>
                  </a:cubicBezTo>
                  <a:cubicBezTo>
                    <a:pt x="376" y="378"/>
                    <a:pt x="375" y="379"/>
                    <a:pt x="375" y="379"/>
                  </a:cubicBezTo>
                  <a:cubicBezTo>
                    <a:pt x="325" y="379"/>
                    <a:pt x="325" y="379"/>
                    <a:pt x="325" y="379"/>
                  </a:cubicBezTo>
                  <a:cubicBezTo>
                    <a:pt x="304" y="399"/>
                    <a:pt x="304" y="399"/>
                    <a:pt x="304" y="399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32" y="465"/>
                    <a:pt x="332" y="465"/>
                    <a:pt x="332" y="465"/>
                  </a:cubicBezTo>
                  <a:cubicBezTo>
                    <a:pt x="333" y="465"/>
                    <a:pt x="333" y="466"/>
                    <a:pt x="333" y="467"/>
                  </a:cubicBezTo>
                  <a:lnTo>
                    <a:pt x="333" y="49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3" name="Freeform 498"/>
            <p:cNvSpPr>
              <a:spLocks/>
            </p:cNvSpPr>
            <p:nvPr/>
          </p:nvSpPr>
          <p:spPr bwMode="auto">
            <a:xfrm flipV="1">
              <a:off x="3228977" y="6650036"/>
              <a:ext cx="3013075" cy="3941763"/>
            </a:xfrm>
            <a:custGeom>
              <a:avLst/>
              <a:gdLst>
                <a:gd name="T0" fmla="*/ 564 w 803"/>
                <a:gd name="T1" fmla="*/ 1050 h 1050"/>
                <a:gd name="T2" fmla="*/ 564 w 803"/>
                <a:gd name="T3" fmla="*/ 1017 h 1050"/>
                <a:gd name="T4" fmla="*/ 566 w 803"/>
                <a:gd name="T5" fmla="*/ 1013 h 1050"/>
                <a:gd name="T6" fmla="*/ 660 w 803"/>
                <a:gd name="T7" fmla="*/ 920 h 1050"/>
                <a:gd name="T8" fmla="*/ 663 w 803"/>
                <a:gd name="T9" fmla="*/ 918 h 1050"/>
                <a:gd name="T10" fmla="*/ 663 w 803"/>
                <a:gd name="T11" fmla="*/ 918 h 1050"/>
                <a:gd name="T12" fmla="*/ 706 w 803"/>
                <a:gd name="T13" fmla="*/ 918 h 1050"/>
                <a:gd name="T14" fmla="*/ 793 w 803"/>
                <a:gd name="T15" fmla="*/ 832 h 1050"/>
                <a:gd name="T16" fmla="*/ 793 w 803"/>
                <a:gd name="T17" fmla="*/ 800 h 1050"/>
                <a:gd name="T18" fmla="*/ 0 w 803"/>
                <a:gd name="T19" fmla="*/ 7 h 1050"/>
                <a:gd name="T20" fmla="*/ 7 w 803"/>
                <a:gd name="T21" fmla="*/ 0 h 1050"/>
                <a:gd name="T22" fmla="*/ 802 w 803"/>
                <a:gd name="T23" fmla="*/ 794 h 1050"/>
                <a:gd name="T24" fmla="*/ 803 w 803"/>
                <a:gd name="T25" fmla="*/ 797 h 1050"/>
                <a:gd name="T26" fmla="*/ 803 w 803"/>
                <a:gd name="T27" fmla="*/ 834 h 1050"/>
                <a:gd name="T28" fmla="*/ 802 w 803"/>
                <a:gd name="T29" fmla="*/ 837 h 1050"/>
                <a:gd name="T30" fmla="*/ 712 w 803"/>
                <a:gd name="T31" fmla="*/ 927 h 1050"/>
                <a:gd name="T32" fmla="*/ 708 w 803"/>
                <a:gd name="T33" fmla="*/ 929 h 1050"/>
                <a:gd name="T34" fmla="*/ 708 w 803"/>
                <a:gd name="T35" fmla="*/ 929 h 1050"/>
                <a:gd name="T36" fmla="*/ 665 w 803"/>
                <a:gd name="T37" fmla="*/ 928 h 1050"/>
                <a:gd name="T38" fmla="*/ 575 w 803"/>
                <a:gd name="T39" fmla="*/ 1019 h 1050"/>
                <a:gd name="T40" fmla="*/ 575 w 803"/>
                <a:gd name="T41" fmla="*/ 1050 h 1050"/>
                <a:gd name="T42" fmla="*/ 564 w 803"/>
                <a:gd name="T43" fmla="*/ 105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3" h="1050">
                  <a:moveTo>
                    <a:pt x="564" y="1050"/>
                  </a:moveTo>
                  <a:cubicBezTo>
                    <a:pt x="564" y="1017"/>
                    <a:pt x="564" y="1017"/>
                    <a:pt x="564" y="1017"/>
                  </a:cubicBezTo>
                  <a:cubicBezTo>
                    <a:pt x="564" y="1016"/>
                    <a:pt x="565" y="1014"/>
                    <a:pt x="566" y="1013"/>
                  </a:cubicBezTo>
                  <a:cubicBezTo>
                    <a:pt x="660" y="920"/>
                    <a:pt x="660" y="920"/>
                    <a:pt x="660" y="920"/>
                  </a:cubicBezTo>
                  <a:cubicBezTo>
                    <a:pt x="661" y="919"/>
                    <a:pt x="662" y="918"/>
                    <a:pt x="663" y="918"/>
                  </a:cubicBezTo>
                  <a:cubicBezTo>
                    <a:pt x="663" y="918"/>
                    <a:pt x="663" y="918"/>
                    <a:pt x="663" y="918"/>
                  </a:cubicBezTo>
                  <a:cubicBezTo>
                    <a:pt x="706" y="918"/>
                    <a:pt x="706" y="918"/>
                    <a:pt x="706" y="918"/>
                  </a:cubicBezTo>
                  <a:cubicBezTo>
                    <a:pt x="793" y="832"/>
                    <a:pt x="793" y="832"/>
                    <a:pt x="793" y="832"/>
                  </a:cubicBezTo>
                  <a:cubicBezTo>
                    <a:pt x="793" y="800"/>
                    <a:pt x="793" y="800"/>
                    <a:pt x="793" y="80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02" y="794"/>
                    <a:pt x="802" y="794"/>
                    <a:pt x="802" y="794"/>
                  </a:cubicBezTo>
                  <a:cubicBezTo>
                    <a:pt x="803" y="795"/>
                    <a:pt x="803" y="796"/>
                    <a:pt x="803" y="797"/>
                  </a:cubicBezTo>
                  <a:cubicBezTo>
                    <a:pt x="803" y="834"/>
                    <a:pt x="803" y="834"/>
                    <a:pt x="803" y="834"/>
                  </a:cubicBezTo>
                  <a:cubicBezTo>
                    <a:pt x="803" y="835"/>
                    <a:pt x="803" y="836"/>
                    <a:pt x="802" y="837"/>
                  </a:cubicBezTo>
                  <a:cubicBezTo>
                    <a:pt x="712" y="927"/>
                    <a:pt x="712" y="927"/>
                    <a:pt x="712" y="927"/>
                  </a:cubicBezTo>
                  <a:cubicBezTo>
                    <a:pt x="711" y="928"/>
                    <a:pt x="710" y="929"/>
                    <a:pt x="708" y="929"/>
                  </a:cubicBezTo>
                  <a:cubicBezTo>
                    <a:pt x="708" y="929"/>
                    <a:pt x="708" y="929"/>
                    <a:pt x="708" y="929"/>
                  </a:cubicBezTo>
                  <a:cubicBezTo>
                    <a:pt x="665" y="928"/>
                    <a:pt x="665" y="928"/>
                    <a:pt x="665" y="928"/>
                  </a:cubicBezTo>
                  <a:cubicBezTo>
                    <a:pt x="575" y="1019"/>
                    <a:pt x="575" y="1019"/>
                    <a:pt x="575" y="1019"/>
                  </a:cubicBezTo>
                  <a:cubicBezTo>
                    <a:pt x="575" y="1050"/>
                    <a:pt x="575" y="1050"/>
                    <a:pt x="575" y="1050"/>
                  </a:cubicBezTo>
                  <a:lnTo>
                    <a:pt x="564" y="1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4" name="Freeform 499"/>
            <p:cNvSpPr>
              <a:spLocks noEditPoints="1"/>
            </p:cNvSpPr>
            <p:nvPr/>
          </p:nvSpPr>
          <p:spPr bwMode="auto">
            <a:xfrm flipV="1">
              <a:off x="4595814" y="65611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0 w 24"/>
                <a:gd name="T23" fmla="*/ 21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5" name="Freeform 500"/>
            <p:cNvSpPr>
              <a:spLocks noEditPoints="1"/>
            </p:cNvSpPr>
            <p:nvPr/>
          </p:nvSpPr>
          <p:spPr bwMode="auto">
            <a:xfrm flipV="1">
              <a:off x="2309814" y="9299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6" name="Freeform 501"/>
            <p:cNvSpPr>
              <a:spLocks noEditPoints="1"/>
            </p:cNvSpPr>
            <p:nvPr/>
          </p:nvSpPr>
          <p:spPr bwMode="auto">
            <a:xfrm flipV="1">
              <a:off x="4854577" y="670718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4 w 24"/>
                <a:gd name="T17" fmla="*/ 20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7" name="Freeform 502"/>
            <p:cNvSpPr>
              <a:spLocks noEditPoints="1"/>
            </p:cNvSpPr>
            <p:nvPr/>
          </p:nvSpPr>
          <p:spPr bwMode="auto">
            <a:xfrm flipV="1">
              <a:off x="4572002" y="73151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8" name="Freeform 503"/>
            <p:cNvSpPr>
              <a:spLocks noEditPoints="1"/>
            </p:cNvSpPr>
            <p:nvPr/>
          </p:nvSpPr>
          <p:spPr bwMode="auto">
            <a:xfrm flipV="1">
              <a:off x="2816227" y="92281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1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9" name="Freeform 504"/>
            <p:cNvSpPr>
              <a:spLocks noEditPoints="1"/>
            </p:cNvSpPr>
            <p:nvPr/>
          </p:nvSpPr>
          <p:spPr bwMode="auto">
            <a:xfrm flipV="1">
              <a:off x="4775202" y="707866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0" name="Freeform 505"/>
            <p:cNvSpPr>
              <a:spLocks noEditPoints="1"/>
            </p:cNvSpPr>
            <p:nvPr/>
          </p:nvSpPr>
          <p:spPr bwMode="auto">
            <a:xfrm flipV="1">
              <a:off x="4411664" y="63833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1" name="Freeform 506"/>
            <p:cNvSpPr>
              <a:spLocks noEditPoints="1"/>
            </p:cNvSpPr>
            <p:nvPr/>
          </p:nvSpPr>
          <p:spPr bwMode="auto">
            <a:xfrm flipV="1">
              <a:off x="4227514" y="619601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2" name="Freeform 507"/>
            <p:cNvSpPr>
              <a:spLocks noEditPoints="1"/>
            </p:cNvSpPr>
            <p:nvPr/>
          </p:nvSpPr>
          <p:spPr bwMode="auto">
            <a:xfrm flipV="1">
              <a:off x="2336802" y="91043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3" name="Freeform 508"/>
            <p:cNvSpPr>
              <a:spLocks noEditPoints="1"/>
            </p:cNvSpPr>
            <p:nvPr/>
          </p:nvSpPr>
          <p:spPr bwMode="auto">
            <a:xfrm flipV="1">
              <a:off x="4213227" y="65262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4" name="Freeform 509"/>
            <p:cNvSpPr>
              <a:spLocks noEditPoints="1"/>
            </p:cNvSpPr>
            <p:nvPr/>
          </p:nvSpPr>
          <p:spPr bwMode="auto">
            <a:xfrm flipV="1">
              <a:off x="3889377" y="65611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4 w 24"/>
                <a:gd name="T21" fmla="*/ 4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5" name="Freeform 510"/>
            <p:cNvSpPr>
              <a:spLocks noEditPoints="1"/>
            </p:cNvSpPr>
            <p:nvPr/>
          </p:nvSpPr>
          <p:spPr bwMode="auto">
            <a:xfrm flipV="1">
              <a:off x="4065589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5" y="16"/>
                    <a:pt x="5" y="12"/>
                  </a:cubicBezTo>
                  <a:cubicBezTo>
                    <a:pt x="5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6" name="Freeform 511"/>
            <p:cNvSpPr>
              <a:spLocks noEditPoints="1"/>
            </p:cNvSpPr>
            <p:nvPr/>
          </p:nvSpPr>
          <p:spPr bwMode="auto">
            <a:xfrm flipV="1">
              <a:off x="3724277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1 w 24"/>
                <a:gd name="T19" fmla="*/ 21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7" name="Freeform 512"/>
            <p:cNvSpPr>
              <a:spLocks noEditPoints="1"/>
            </p:cNvSpPr>
            <p:nvPr/>
          </p:nvSpPr>
          <p:spPr bwMode="auto">
            <a:xfrm flipV="1">
              <a:off x="2767014" y="7593011"/>
              <a:ext cx="90487" cy="88900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6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8" name="Freeform 513"/>
            <p:cNvSpPr>
              <a:spLocks noEditPoints="1"/>
            </p:cNvSpPr>
            <p:nvPr/>
          </p:nvSpPr>
          <p:spPr bwMode="auto">
            <a:xfrm flipV="1">
              <a:off x="2928939" y="75326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9" y="18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9" name="Freeform 514"/>
            <p:cNvSpPr>
              <a:spLocks noEditPoints="1"/>
            </p:cNvSpPr>
            <p:nvPr/>
          </p:nvSpPr>
          <p:spPr bwMode="auto">
            <a:xfrm flipV="1">
              <a:off x="2876552" y="76977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3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0" name="Freeform 515"/>
            <p:cNvSpPr>
              <a:spLocks noEditPoints="1"/>
            </p:cNvSpPr>
            <p:nvPr/>
          </p:nvSpPr>
          <p:spPr bwMode="auto">
            <a:xfrm flipV="1">
              <a:off x="3698877" y="63690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1" name="Freeform 516"/>
            <p:cNvSpPr>
              <a:spLocks noEditPoints="1"/>
            </p:cNvSpPr>
            <p:nvPr/>
          </p:nvSpPr>
          <p:spPr bwMode="auto">
            <a:xfrm flipV="1">
              <a:off x="3836989" y="58133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12 w 24"/>
                <a:gd name="T13" fmla="*/ 19 h 24"/>
                <a:gd name="T14" fmla="*/ 5 w 24"/>
                <a:gd name="T15" fmla="*/ 12 h 24"/>
                <a:gd name="T16" fmla="*/ 12 w 24"/>
                <a:gd name="T17" fmla="*/ 5 h 24"/>
                <a:gd name="T18" fmla="*/ 12 w 24"/>
                <a:gd name="T19" fmla="*/ 0 h 24"/>
                <a:gd name="T20" fmla="*/ 12 w 24"/>
                <a:gd name="T21" fmla="*/ 0 h 24"/>
                <a:gd name="T22" fmla="*/ 12 w 24"/>
                <a:gd name="T23" fmla="*/ 0 h 24"/>
                <a:gd name="T24" fmla="*/ 4 w 24"/>
                <a:gd name="T25" fmla="*/ 4 h 24"/>
                <a:gd name="T26" fmla="*/ 0 w 24"/>
                <a:gd name="T27" fmla="*/ 12 h 24"/>
                <a:gd name="T28" fmla="*/ 12 w 24"/>
                <a:gd name="T29" fmla="*/ 24 h 24"/>
                <a:gd name="T30" fmla="*/ 24 w 24"/>
                <a:gd name="T31" fmla="*/ 12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2" name="Freeform 517"/>
            <p:cNvSpPr>
              <a:spLocks noEditPoints="1"/>
            </p:cNvSpPr>
            <p:nvPr/>
          </p:nvSpPr>
          <p:spPr bwMode="auto">
            <a:xfrm flipV="1">
              <a:off x="3671889" y="5629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4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3" name="Freeform 518"/>
            <p:cNvSpPr>
              <a:spLocks noEditPoints="1"/>
            </p:cNvSpPr>
            <p:nvPr/>
          </p:nvSpPr>
          <p:spPr bwMode="auto">
            <a:xfrm flipV="1">
              <a:off x="3492502" y="5445122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21 w 24"/>
                <a:gd name="T23" fmla="*/ 3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 w="317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4" name="Freeform 519"/>
            <p:cNvSpPr>
              <a:spLocks noEditPoints="1"/>
            </p:cNvSpPr>
            <p:nvPr/>
          </p:nvSpPr>
          <p:spPr bwMode="auto">
            <a:xfrm flipV="1">
              <a:off x="3308352" y="52625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5" name="Freeform 520"/>
            <p:cNvSpPr>
              <a:spLocks noEditPoints="1"/>
            </p:cNvSpPr>
            <p:nvPr/>
          </p:nvSpPr>
          <p:spPr bwMode="auto">
            <a:xfrm flipV="1">
              <a:off x="3138489" y="54451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6" name="Freeform 521"/>
            <p:cNvSpPr>
              <a:spLocks noEditPoints="1"/>
            </p:cNvSpPr>
            <p:nvPr/>
          </p:nvSpPr>
          <p:spPr bwMode="auto">
            <a:xfrm flipV="1">
              <a:off x="3090864" y="5788024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7" name="Freeform 522"/>
            <p:cNvSpPr>
              <a:spLocks noEditPoints="1"/>
            </p:cNvSpPr>
            <p:nvPr/>
          </p:nvSpPr>
          <p:spPr bwMode="auto">
            <a:xfrm flipV="1">
              <a:off x="3275014" y="5970586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9" y="19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8" name="Freeform 523"/>
            <p:cNvSpPr>
              <a:spLocks noEditPoints="1"/>
            </p:cNvSpPr>
            <p:nvPr/>
          </p:nvSpPr>
          <p:spPr bwMode="auto">
            <a:xfrm flipV="1">
              <a:off x="4024314" y="59896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9" name="Freeform 524"/>
            <p:cNvSpPr>
              <a:spLocks noEditPoints="1"/>
            </p:cNvSpPr>
            <p:nvPr/>
          </p:nvSpPr>
          <p:spPr bwMode="auto">
            <a:xfrm flipV="1">
              <a:off x="2928939" y="5637211"/>
              <a:ext cx="93662" cy="90488"/>
            </a:xfrm>
            <a:custGeom>
              <a:avLst/>
              <a:gdLst>
                <a:gd name="T0" fmla="*/ 12 w 25"/>
                <a:gd name="T1" fmla="*/ 6 h 24"/>
                <a:gd name="T2" fmla="*/ 19 w 25"/>
                <a:gd name="T3" fmla="*/ 12 h 24"/>
                <a:gd name="T4" fmla="*/ 12 w 25"/>
                <a:gd name="T5" fmla="*/ 19 h 24"/>
                <a:gd name="T6" fmla="*/ 6 w 25"/>
                <a:gd name="T7" fmla="*/ 12 h 24"/>
                <a:gd name="T8" fmla="*/ 12 w 25"/>
                <a:gd name="T9" fmla="*/ 6 h 24"/>
                <a:gd name="T10" fmla="*/ 12 w 25"/>
                <a:gd name="T11" fmla="*/ 0 h 24"/>
                <a:gd name="T12" fmla="*/ 12 w 25"/>
                <a:gd name="T13" fmla="*/ 0 h 24"/>
                <a:gd name="T14" fmla="*/ 4 w 25"/>
                <a:gd name="T15" fmla="*/ 4 h 24"/>
                <a:gd name="T16" fmla="*/ 0 w 25"/>
                <a:gd name="T17" fmla="*/ 12 h 24"/>
                <a:gd name="T18" fmla="*/ 12 w 25"/>
                <a:gd name="T19" fmla="*/ 24 h 24"/>
                <a:gd name="T20" fmla="*/ 21 w 25"/>
                <a:gd name="T21" fmla="*/ 21 h 24"/>
                <a:gd name="T22" fmla="*/ 24 w 25"/>
                <a:gd name="T23" fmla="*/ 12 h 24"/>
                <a:gd name="T24" fmla="*/ 12 w 25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9"/>
                    <a:pt x="25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0" name="Freeform 525"/>
            <p:cNvSpPr>
              <a:spLocks noEditPoints="1"/>
            </p:cNvSpPr>
            <p:nvPr/>
          </p:nvSpPr>
          <p:spPr bwMode="auto">
            <a:xfrm flipV="1">
              <a:off x="2538414" y="600551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0 w 24"/>
                <a:gd name="T29" fmla="*/ 21 h 24"/>
                <a:gd name="T30" fmla="*/ 24 w 24"/>
                <a:gd name="T31" fmla="*/ 12 h 24"/>
                <a:gd name="T32" fmla="*/ 20 w 24"/>
                <a:gd name="T33" fmla="*/ 4 h 24"/>
                <a:gd name="T34" fmla="*/ 12 w 24"/>
                <a:gd name="T3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9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1" name="Freeform 526"/>
            <p:cNvSpPr>
              <a:spLocks noEditPoints="1"/>
            </p:cNvSpPr>
            <p:nvPr/>
          </p:nvSpPr>
          <p:spPr bwMode="auto">
            <a:xfrm flipV="1">
              <a:off x="1773239" y="66389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2" name="Freeform 527"/>
            <p:cNvSpPr>
              <a:spLocks noEditPoints="1"/>
            </p:cNvSpPr>
            <p:nvPr/>
          </p:nvSpPr>
          <p:spPr bwMode="auto">
            <a:xfrm flipV="1">
              <a:off x="1825627" y="70072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3 w 24"/>
                <a:gd name="T15" fmla="*/ 3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0 w 24"/>
                <a:gd name="T23" fmla="*/ 20 h 24"/>
                <a:gd name="T24" fmla="*/ 24 w 24"/>
                <a:gd name="T25" fmla="*/ 12 h 24"/>
                <a:gd name="T26" fmla="*/ 20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3" name="Freeform 528"/>
            <p:cNvSpPr>
              <a:spLocks noEditPoints="1"/>
            </p:cNvSpPr>
            <p:nvPr/>
          </p:nvSpPr>
          <p:spPr bwMode="auto">
            <a:xfrm flipV="1">
              <a:off x="1663702" y="70516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3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4" name="Oval 529"/>
            <p:cNvSpPr>
              <a:spLocks noChangeArrowheads="1"/>
            </p:cNvSpPr>
            <p:nvPr/>
          </p:nvSpPr>
          <p:spPr bwMode="auto">
            <a:xfrm flipV="1">
              <a:off x="2501902" y="7304086"/>
              <a:ext cx="69850" cy="71438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5" name="Freeform 530"/>
            <p:cNvSpPr>
              <a:spLocks/>
            </p:cNvSpPr>
            <p:nvPr/>
          </p:nvSpPr>
          <p:spPr bwMode="auto">
            <a:xfrm flipV="1">
              <a:off x="681039" y="7100886"/>
              <a:ext cx="990600" cy="927100"/>
            </a:xfrm>
            <a:custGeom>
              <a:avLst/>
              <a:gdLst>
                <a:gd name="T0" fmla="*/ 264 w 264"/>
                <a:gd name="T1" fmla="*/ 247 h 247"/>
                <a:gd name="T2" fmla="*/ 245 w 264"/>
                <a:gd name="T3" fmla="*/ 247 h 247"/>
                <a:gd name="T4" fmla="*/ 244 w 264"/>
                <a:gd name="T5" fmla="*/ 246 h 247"/>
                <a:gd name="T6" fmla="*/ 0 w 264"/>
                <a:gd name="T7" fmla="*/ 3 h 247"/>
                <a:gd name="T8" fmla="*/ 3 w 264"/>
                <a:gd name="T9" fmla="*/ 0 h 247"/>
                <a:gd name="T10" fmla="*/ 246 w 264"/>
                <a:gd name="T11" fmla="*/ 243 h 247"/>
                <a:gd name="T12" fmla="*/ 264 w 264"/>
                <a:gd name="T13" fmla="*/ 243 h 247"/>
                <a:gd name="T14" fmla="*/ 264 w 264"/>
                <a:gd name="T1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47">
                  <a:moveTo>
                    <a:pt x="264" y="247"/>
                  </a:moveTo>
                  <a:cubicBezTo>
                    <a:pt x="245" y="247"/>
                    <a:pt x="245" y="247"/>
                    <a:pt x="245" y="247"/>
                  </a:cubicBezTo>
                  <a:cubicBezTo>
                    <a:pt x="245" y="247"/>
                    <a:pt x="244" y="247"/>
                    <a:pt x="244" y="24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6" y="243"/>
                    <a:pt x="246" y="243"/>
                    <a:pt x="246" y="243"/>
                  </a:cubicBezTo>
                  <a:cubicBezTo>
                    <a:pt x="264" y="243"/>
                    <a:pt x="264" y="243"/>
                    <a:pt x="264" y="243"/>
                  </a:cubicBezTo>
                  <a:lnTo>
                    <a:pt x="264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6" name="Freeform 531"/>
            <p:cNvSpPr>
              <a:spLocks/>
            </p:cNvSpPr>
            <p:nvPr/>
          </p:nvSpPr>
          <p:spPr bwMode="auto">
            <a:xfrm flipV="1">
              <a:off x="760414" y="7092949"/>
              <a:ext cx="1114425" cy="1009650"/>
            </a:xfrm>
            <a:custGeom>
              <a:avLst/>
              <a:gdLst>
                <a:gd name="T0" fmla="*/ 297 w 297"/>
                <a:gd name="T1" fmla="*/ 269 h 269"/>
                <a:gd name="T2" fmla="*/ 294 w 297"/>
                <a:gd name="T3" fmla="*/ 269 h 269"/>
                <a:gd name="T4" fmla="*/ 294 w 297"/>
                <a:gd name="T5" fmla="*/ 253 h 269"/>
                <a:gd name="T6" fmla="*/ 268 w 297"/>
                <a:gd name="T7" fmla="*/ 227 h 269"/>
                <a:gd name="T8" fmla="*/ 226 w 297"/>
                <a:gd name="T9" fmla="*/ 227 h 269"/>
                <a:gd name="T10" fmla="*/ 225 w 297"/>
                <a:gd name="T11" fmla="*/ 226 h 269"/>
                <a:gd name="T12" fmla="*/ 0 w 297"/>
                <a:gd name="T13" fmla="*/ 2 h 269"/>
                <a:gd name="T14" fmla="*/ 3 w 297"/>
                <a:gd name="T15" fmla="*/ 0 h 269"/>
                <a:gd name="T16" fmla="*/ 226 w 297"/>
                <a:gd name="T17" fmla="*/ 223 h 269"/>
                <a:gd name="T18" fmla="*/ 269 w 297"/>
                <a:gd name="T19" fmla="*/ 223 h 269"/>
                <a:gd name="T20" fmla="*/ 270 w 297"/>
                <a:gd name="T21" fmla="*/ 224 h 269"/>
                <a:gd name="T22" fmla="*/ 297 w 297"/>
                <a:gd name="T23" fmla="*/ 251 h 269"/>
                <a:gd name="T24" fmla="*/ 297 w 297"/>
                <a:gd name="T25" fmla="*/ 252 h 269"/>
                <a:gd name="T26" fmla="*/ 297 w 297"/>
                <a:gd name="T2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7" h="269">
                  <a:moveTo>
                    <a:pt x="297" y="269"/>
                  </a:moveTo>
                  <a:cubicBezTo>
                    <a:pt x="294" y="269"/>
                    <a:pt x="294" y="269"/>
                    <a:pt x="294" y="269"/>
                  </a:cubicBezTo>
                  <a:cubicBezTo>
                    <a:pt x="294" y="253"/>
                    <a:pt x="294" y="253"/>
                    <a:pt x="294" y="253"/>
                  </a:cubicBezTo>
                  <a:cubicBezTo>
                    <a:pt x="268" y="227"/>
                    <a:pt x="268" y="227"/>
                    <a:pt x="268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5" y="227"/>
                    <a:pt x="225" y="227"/>
                    <a:pt x="225" y="22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69" y="223"/>
                    <a:pt x="269" y="223"/>
                    <a:pt x="269" y="223"/>
                  </a:cubicBezTo>
                  <a:cubicBezTo>
                    <a:pt x="269" y="223"/>
                    <a:pt x="269" y="224"/>
                    <a:pt x="270" y="224"/>
                  </a:cubicBezTo>
                  <a:cubicBezTo>
                    <a:pt x="297" y="251"/>
                    <a:pt x="297" y="251"/>
                    <a:pt x="297" y="251"/>
                  </a:cubicBezTo>
                  <a:cubicBezTo>
                    <a:pt x="297" y="251"/>
                    <a:pt x="297" y="252"/>
                    <a:pt x="297" y="252"/>
                  </a:cubicBezTo>
                  <a:lnTo>
                    <a:pt x="297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7" name="Freeform 532"/>
            <p:cNvSpPr>
              <a:spLocks/>
            </p:cNvSpPr>
            <p:nvPr/>
          </p:nvSpPr>
          <p:spPr bwMode="auto">
            <a:xfrm flipV="1">
              <a:off x="530227" y="6677024"/>
              <a:ext cx="1250950" cy="1196975"/>
            </a:xfrm>
            <a:custGeom>
              <a:avLst/>
              <a:gdLst>
                <a:gd name="T0" fmla="*/ 317 w 333"/>
                <a:gd name="T1" fmla="*/ 319 h 319"/>
                <a:gd name="T2" fmla="*/ 316 w 333"/>
                <a:gd name="T3" fmla="*/ 318 h 319"/>
                <a:gd name="T4" fmla="*/ 0 w 333"/>
                <a:gd name="T5" fmla="*/ 2 h 319"/>
                <a:gd name="T6" fmla="*/ 2 w 333"/>
                <a:gd name="T7" fmla="*/ 0 h 319"/>
                <a:gd name="T8" fmla="*/ 318 w 333"/>
                <a:gd name="T9" fmla="*/ 315 h 319"/>
                <a:gd name="T10" fmla="*/ 333 w 333"/>
                <a:gd name="T11" fmla="*/ 315 h 319"/>
                <a:gd name="T12" fmla="*/ 333 w 333"/>
                <a:gd name="T13" fmla="*/ 319 h 319"/>
                <a:gd name="T14" fmla="*/ 317 w 333"/>
                <a:gd name="T1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19">
                  <a:moveTo>
                    <a:pt x="317" y="319"/>
                  </a:moveTo>
                  <a:cubicBezTo>
                    <a:pt x="317" y="319"/>
                    <a:pt x="316" y="319"/>
                    <a:pt x="316" y="3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18" y="315"/>
                    <a:pt x="318" y="315"/>
                    <a:pt x="318" y="315"/>
                  </a:cubicBezTo>
                  <a:cubicBezTo>
                    <a:pt x="333" y="315"/>
                    <a:pt x="333" y="315"/>
                    <a:pt x="333" y="315"/>
                  </a:cubicBezTo>
                  <a:cubicBezTo>
                    <a:pt x="333" y="319"/>
                    <a:pt x="333" y="319"/>
                    <a:pt x="333" y="319"/>
                  </a:cubicBezTo>
                  <a:cubicBezTo>
                    <a:pt x="317" y="319"/>
                    <a:pt x="317" y="319"/>
                    <a:pt x="317" y="3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8" name="Freeform 533"/>
            <p:cNvSpPr>
              <a:spLocks/>
            </p:cNvSpPr>
            <p:nvPr/>
          </p:nvSpPr>
          <p:spPr bwMode="auto">
            <a:xfrm flipV="1">
              <a:off x="433389" y="6064249"/>
              <a:ext cx="2135187" cy="1724025"/>
            </a:xfrm>
            <a:custGeom>
              <a:avLst/>
              <a:gdLst>
                <a:gd name="T0" fmla="*/ 564 w 569"/>
                <a:gd name="T1" fmla="*/ 459 h 459"/>
                <a:gd name="T2" fmla="*/ 435 w 569"/>
                <a:gd name="T3" fmla="*/ 330 h 459"/>
                <a:gd name="T4" fmla="*/ 345 w 569"/>
                <a:gd name="T5" fmla="*/ 330 h 459"/>
                <a:gd name="T6" fmla="*/ 343 w 569"/>
                <a:gd name="T7" fmla="*/ 329 h 459"/>
                <a:gd name="T8" fmla="*/ 205 w 569"/>
                <a:gd name="T9" fmla="*/ 191 h 459"/>
                <a:gd name="T10" fmla="*/ 187 w 569"/>
                <a:gd name="T11" fmla="*/ 191 h 459"/>
                <a:gd name="T12" fmla="*/ 185 w 569"/>
                <a:gd name="T13" fmla="*/ 190 h 459"/>
                <a:gd name="T14" fmla="*/ 0 w 569"/>
                <a:gd name="T15" fmla="*/ 5 h 459"/>
                <a:gd name="T16" fmla="*/ 5 w 569"/>
                <a:gd name="T17" fmla="*/ 0 h 459"/>
                <a:gd name="T18" fmla="*/ 189 w 569"/>
                <a:gd name="T19" fmla="*/ 184 h 459"/>
                <a:gd name="T20" fmla="*/ 206 w 569"/>
                <a:gd name="T21" fmla="*/ 184 h 459"/>
                <a:gd name="T22" fmla="*/ 209 w 569"/>
                <a:gd name="T23" fmla="*/ 185 h 459"/>
                <a:gd name="T24" fmla="*/ 347 w 569"/>
                <a:gd name="T25" fmla="*/ 323 h 459"/>
                <a:gd name="T26" fmla="*/ 436 w 569"/>
                <a:gd name="T27" fmla="*/ 323 h 459"/>
                <a:gd name="T28" fmla="*/ 439 w 569"/>
                <a:gd name="T29" fmla="*/ 324 h 459"/>
                <a:gd name="T30" fmla="*/ 569 w 569"/>
                <a:gd name="T31" fmla="*/ 454 h 459"/>
                <a:gd name="T32" fmla="*/ 564 w 569"/>
                <a:gd name="T33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9" h="459">
                  <a:moveTo>
                    <a:pt x="564" y="459"/>
                  </a:moveTo>
                  <a:cubicBezTo>
                    <a:pt x="435" y="330"/>
                    <a:pt x="435" y="330"/>
                    <a:pt x="435" y="330"/>
                  </a:cubicBezTo>
                  <a:cubicBezTo>
                    <a:pt x="345" y="330"/>
                    <a:pt x="345" y="330"/>
                    <a:pt x="345" y="330"/>
                  </a:cubicBezTo>
                  <a:cubicBezTo>
                    <a:pt x="344" y="330"/>
                    <a:pt x="343" y="330"/>
                    <a:pt x="343" y="329"/>
                  </a:cubicBezTo>
                  <a:cubicBezTo>
                    <a:pt x="205" y="191"/>
                    <a:pt x="205" y="191"/>
                    <a:pt x="205" y="191"/>
                  </a:cubicBezTo>
                  <a:cubicBezTo>
                    <a:pt x="187" y="191"/>
                    <a:pt x="187" y="191"/>
                    <a:pt x="187" y="191"/>
                  </a:cubicBezTo>
                  <a:cubicBezTo>
                    <a:pt x="186" y="191"/>
                    <a:pt x="185" y="191"/>
                    <a:pt x="185" y="19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89" y="184"/>
                    <a:pt x="189" y="184"/>
                    <a:pt x="189" y="184"/>
                  </a:cubicBezTo>
                  <a:cubicBezTo>
                    <a:pt x="206" y="184"/>
                    <a:pt x="206" y="184"/>
                    <a:pt x="206" y="184"/>
                  </a:cubicBezTo>
                  <a:cubicBezTo>
                    <a:pt x="207" y="184"/>
                    <a:pt x="208" y="184"/>
                    <a:pt x="209" y="185"/>
                  </a:cubicBezTo>
                  <a:cubicBezTo>
                    <a:pt x="347" y="323"/>
                    <a:pt x="347" y="323"/>
                    <a:pt x="347" y="323"/>
                  </a:cubicBezTo>
                  <a:cubicBezTo>
                    <a:pt x="436" y="323"/>
                    <a:pt x="436" y="323"/>
                    <a:pt x="436" y="323"/>
                  </a:cubicBezTo>
                  <a:cubicBezTo>
                    <a:pt x="437" y="323"/>
                    <a:pt x="438" y="323"/>
                    <a:pt x="439" y="324"/>
                  </a:cubicBezTo>
                  <a:cubicBezTo>
                    <a:pt x="569" y="454"/>
                    <a:pt x="569" y="454"/>
                    <a:pt x="569" y="454"/>
                  </a:cubicBezTo>
                  <a:lnTo>
                    <a:pt x="564" y="45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9" name="Freeform 534"/>
            <p:cNvSpPr>
              <a:spLocks/>
            </p:cNvSpPr>
            <p:nvPr/>
          </p:nvSpPr>
          <p:spPr bwMode="auto">
            <a:xfrm flipV="1">
              <a:off x="361952" y="5667373"/>
              <a:ext cx="2578100" cy="2049463"/>
            </a:xfrm>
            <a:custGeom>
              <a:avLst/>
              <a:gdLst>
                <a:gd name="T0" fmla="*/ 687 w 687"/>
                <a:gd name="T1" fmla="*/ 546 h 546"/>
                <a:gd name="T2" fmla="*/ 678 w 687"/>
                <a:gd name="T3" fmla="*/ 546 h 546"/>
                <a:gd name="T4" fmla="*/ 675 w 687"/>
                <a:gd name="T5" fmla="*/ 545 h 546"/>
                <a:gd name="T6" fmla="*/ 627 w 687"/>
                <a:gd name="T7" fmla="*/ 496 h 546"/>
                <a:gd name="T8" fmla="*/ 600 w 687"/>
                <a:gd name="T9" fmla="*/ 496 h 546"/>
                <a:gd name="T10" fmla="*/ 597 w 687"/>
                <a:gd name="T11" fmla="*/ 495 h 546"/>
                <a:gd name="T12" fmla="*/ 487 w 687"/>
                <a:gd name="T13" fmla="*/ 385 h 546"/>
                <a:gd name="T14" fmla="*/ 402 w 687"/>
                <a:gd name="T15" fmla="*/ 385 h 546"/>
                <a:gd name="T16" fmla="*/ 399 w 687"/>
                <a:gd name="T17" fmla="*/ 384 h 546"/>
                <a:gd name="T18" fmla="*/ 209 w 687"/>
                <a:gd name="T19" fmla="*/ 194 h 546"/>
                <a:gd name="T20" fmla="*/ 190 w 687"/>
                <a:gd name="T21" fmla="*/ 194 h 546"/>
                <a:gd name="T22" fmla="*/ 188 w 687"/>
                <a:gd name="T23" fmla="*/ 193 h 546"/>
                <a:gd name="T24" fmla="*/ 0 w 687"/>
                <a:gd name="T25" fmla="*/ 5 h 546"/>
                <a:gd name="T26" fmla="*/ 5 w 687"/>
                <a:gd name="T27" fmla="*/ 0 h 546"/>
                <a:gd name="T28" fmla="*/ 192 w 687"/>
                <a:gd name="T29" fmla="*/ 187 h 546"/>
                <a:gd name="T30" fmla="*/ 210 w 687"/>
                <a:gd name="T31" fmla="*/ 187 h 546"/>
                <a:gd name="T32" fmla="*/ 213 w 687"/>
                <a:gd name="T33" fmla="*/ 188 h 546"/>
                <a:gd name="T34" fmla="*/ 403 w 687"/>
                <a:gd name="T35" fmla="*/ 378 h 546"/>
                <a:gd name="T36" fmla="*/ 488 w 687"/>
                <a:gd name="T37" fmla="*/ 378 h 546"/>
                <a:gd name="T38" fmla="*/ 491 w 687"/>
                <a:gd name="T39" fmla="*/ 379 h 546"/>
                <a:gd name="T40" fmla="*/ 601 w 687"/>
                <a:gd name="T41" fmla="*/ 489 h 546"/>
                <a:gd name="T42" fmla="*/ 628 w 687"/>
                <a:gd name="T43" fmla="*/ 489 h 546"/>
                <a:gd name="T44" fmla="*/ 631 w 687"/>
                <a:gd name="T45" fmla="*/ 490 h 546"/>
                <a:gd name="T46" fmla="*/ 679 w 687"/>
                <a:gd name="T47" fmla="*/ 539 h 546"/>
                <a:gd name="T48" fmla="*/ 687 w 687"/>
                <a:gd name="T49" fmla="*/ 539 h 546"/>
                <a:gd name="T50" fmla="*/ 687 w 687"/>
                <a:gd name="T51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87" h="546">
                  <a:moveTo>
                    <a:pt x="687" y="546"/>
                  </a:moveTo>
                  <a:cubicBezTo>
                    <a:pt x="678" y="546"/>
                    <a:pt x="678" y="546"/>
                    <a:pt x="678" y="546"/>
                  </a:cubicBezTo>
                  <a:cubicBezTo>
                    <a:pt x="677" y="546"/>
                    <a:pt x="676" y="546"/>
                    <a:pt x="675" y="545"/>
                  </a:cubicBezTo>
                  <a:cubicBezTo>
                    <a:pt x="627" y="496"/>
                    <a:pt x="627" y="496"/>
                    <a:pt x="627" y="496"/>
                  </a:cubicBezTo>
                  <a:cubicBezTo>
                    <a:pt x="600" y="496"/>
                    <a:pt x="600" y="496"/>
                    <a:pt x="600" y="496"/>
                  </a:cubicBezTo>
                  <a:cubicBezTo>
                    <a:pt x="599" y="496"/>
                    <a:pt x="598" y="496"/>
                    <a:pt x="597" y="495"/>
                  </a:cubicBezTo>
                  <a:cubicBezTo>
                    <a:pt x="487" y="385"/>
                    <a:pt x="487" y="385"/>
                    <a:pt x="487" y="385"/>
                  </a:cubicBezTo>
                  <a:cubicBezTo>
                    <a:pt x="402" y="385"/>
                    <a:pt x="402" y="385"/>
                    <a:pt x="402" y="385"/>
                  </a:cubicBezTo>
                  <a:cubicBezTo>
                    <a:pt x="401" y="385"/>
                    <a:pt x="400" y="385"/>
                    <a:pt x="399" y="384"/>
                  </a:cubicBezTo>
                  <a:cubicBezTo>
                    <a:pt x="209" y="194"/>
                    <a:pt x="209" y="194"/>
                    <a:pt x="209" y="194"/>
                  </a:cubicBezTo>
                  <a:cubicBezTo>
                    <a:pt x="190" y="194"/>
                    <a:pt x="190" y="194"/>
                    <a:pt x="190" y="194"/>
                  </a:cubicBezTo>
                  <a:cubicBezTo>
                    <a:pt x="189" y="194"/>
                    <a:pt x="188" y="193"/>
                    <a:pt x="188" y="19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92" y="187"/>
                    <a:pt x="192" y="187"/>
                    <a:pt x="192" y="187"/>
                  </a:cubicBezTo>
                  <a:cubicBezTo>
                    <a:pt x="210" y="187"/>
                    <a:pt x="210" y="187"/>
                    <a:pt x="210" y="187"/>
                  </a:cubicBezTo>
                  <a:cubicBezTo>
                    <a:pt x="211" y="187"/>
                    <a:pt x="212" y="187"/>
                    <a:pt x="213" y="188"/>
                  </a:cubicBezTo>
                  <a:cubicBezTo>
                    <a:pt x="403" y="378"/>
                    <a:pt x="403" y="378"/>
                    <a:pt x="403" y="378"/>
                  </a:cubicBezTo>
                  <a:cubicBezTo>
                    <a:pt x="488" y="378"/>
                    <a:pt x="488" y="378"/>
                    <a:pt x="488" y="378"/>
                  </a:cubicBezTo>
                  <a:cubicBezTo>
                    <a:pt x="489" y="378"/>
                    <a:pt x="490" y="378"/>
                    <a:pt x="491" y="379"/>
                  </a:cubicBezTo>
                  <a:cubicBezTo>
                    <a:pt x="601" y="489"/>
                    <a:pt x="601" y="489"/>
                    <a:pt x="601" y="489"/>
                  </a:cubicBezTo>
                  <a:cubicBezTo>
                    <a:pt x="628" y="489"/>
                    <a:pt x="628" y="489"/>
                    <a:pt x="628" y="489"/>
                  </a:cubicBezTo>
                  <a:cubicBezTo>
                    <a:pt x="629" y="489"/>
                    <a:pt x="630" y="490"/>
                    <a:pt x="631" y="490"/>
                  </a:cubicBezTo>
                  <a:cubicBezTo>
                    <a:pt x="679" y="539"/>
                    <a:pt x="679" y="539"/>
                    <a:pt x="679" y="539"/>
                  </a:cubicBezTo>
                  <a:cubicBezTo>
                    <a:pt x="687" y="539"/>
                    <a:pt x="687" y="539"/>
                    <a:pt x="687" y="539"/>
                  </a:cubicBezTo>
                  <a:lnTo>
                    <a:pt x="687" y="54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0" name="Freeform 535"/>
            <p:cNvSpPr>
              <a:spLocks/>
            </p:cNvSpPr>
            <p:nvPr/>
          </p:nvSpPr>
          <p:spPr bwMode="auto">
            <a:xfrm flipV="1">
              <a:off x="617539" y="5299074"/>
              <a:ext cx="2701925" cy="2660650"/>
            </a:xfrm>
            <a:custGeom>
              <a:avLst/>
              <a:gdLst>
                <a:gd name="T0" fmla="*/ 720 w 720"/>
                <a:gd name="T1" fmla="*/ 709 h 709"/>
                <a:gd name="T2" fmla="*/ 690 w 720"/>
                <a:gd name="T3" fmla="*/ 709 h 709"/>
                <a:gd name="T4" fmla="*/ 689 w 720"/>
                <a:gd name="T5" fmla="*/ 708 h 709"/>
                <a:gd name="T6" fmla="*/ 648 w 720"/>
                <a:gd name="T7" fmla="*/ 667 h 709"/>
                <a:gd name="T8" fmla="*/ 647 w 720"/>
                <a:gd name="T9" fmla="*/ 665 h 709"/>
                <a:gd name="T10" fmla="*/ 647 w 720"/>
                <a:gd name="T11" fmla="*/ 635 h 709"/>
                <a:gd name="T12" fmla="*/ 648 w 720"/>
                <a:gd name="T13" fmla="*/ 634 h 709"/>
                <a:gd name="T14" fmla="*/ 665 w 720"/>
                <a:gd name="T15" fmla="*/ 617 h 709"/>
                <a:gd name="T16" fmla="*/ 665 w 720"/>
                <a:gd name="T17" fmla="*/ 601 h 709"/>
                <a:gd name="T18" fmla="*/ 619 w 720"/>
                <a:gd name="T19" fmla="*/ 556 h 709"/>
                <a:gd name="T20" fmla="*/ 607 w 720"/>
                <a:gd name="T21" fmla="*/ 556 h 709"/>
                <a:gd name="T22" fmla="*/ 606 w 720"/>
                <a:gd name="T23" fmla="*/ 556 h 709"/>
                <a:gd name="T24" fmla="*/ 567 w 720"/>
                <a:gd name="T25" fmla="*/ 517 h 709"/>
                <a:gd name="T26" fmla="*/ 566 w 720"/>
                <a:gd name="T27" fmla="*/ 515 h 709"/>
                <a:gd name="T28" fmla="*/ 566 w 720"/>
                <a:gd name="T29" fmla="*/ 470 h 709"/>
                <a:gd name="T30" fmla="*/ 494 w 720"/>
                <a:gd name="T31" fmla="*/ 398 h 709"/>
                <a:gd name="T32" fmla="*/ 447 w 720"/>
                <a:gd name="T33" fmla="*/ 398 h 709"/>
                <a:gd name="T34" fmla="*/ 446 w 720"/>
                <a:gd name="T35" fmla="*/ 397 h 709"/>
                <a:gd name="T36" fmla="*/ 355 w 720"/>
                <a:gd name="T37" fmla="*/ 306 h 709"/>
                <a:gd name="T38" fmla="*/ 304 w 720"/>
                <a:gd name="T39" fmla="*/ 306 h 709"/>
                <a:gd name="T40" fmla="*/ 303 w 720"/>
                <a:gd name="T41" fmla="*/ 305 h 709"/>
                <a:gd name="T42" fmla="*/ 0 w 720"/>
                <a:gd name="T43" fmla="*/ 2 h 709"/>
                <a:gd name="T44" fmla="*/ 2 w 720"/>
                <a:gd name="T45" fmla="*/ 0 h 709"/>
                <a:gd name="T46" fmla="*/ 305 w 720"/>
                <a:gd name="T47" fmla="*/ 302 h 709"/>
                <a:gd name="T48" fmla="*/ 355 w 720"/>
                <a:gd name="T49" fmla="*/ 302 h 709"/>
                <a:gd name="T50" fmla="*/ 356 w 720"/>
                <a:gd name="T51" fmla="*/ 303 h 709"/>
                <a:gd name="T52" fmla="*/ 448 w 720"/>
                <a:gd name="T53" fmla="*/ 394 h 709"/>
                <a:gd name="T54" fmla="*/ 495 w 720"/>
                <a:gd name="T55" fmla="*/ 394 h 709"/>
                <a:gd name="T56" fmla="*/ 496 w 720"/>
                <a:gd name="T57" fmla="*/ 395 h 709"/>
                <a:gd name="T58" fmla="*/ 569 w 720"/>
                <a:gd name="T59" fmla="*/ 468 h 709"/>
                <a:gd name="T60" fmla="*/ 570 w 720"/>
                <a:gd name="T61" fmla="*/ 469 h 709"/>
                <a:gd name="T62" fmla="*/ 570 w 720"/>
                <a:gd name="T63" fmla="*/ 515 h 709"/>
                <a:gd name="T64" fmla="*/ 608 w 720"/>
                <a:gd name="T65" fmla="*/ 553 h 709"/>
                <a:gd name="T66" fmla="*/ 620 w 720"/>
                <a:gd name="T67" fmla="*/ 553 h 709"/>
                <a:gd name="T68" fmla="*/ 621 w 720"/>
                <a:gd name="T69" fmla="*/ 553 h 709"/>
                <a:gd name="T70" fmla="*/ 668 w 720"/>
                <a:gd name="T71" fmla="*/ 600 h 709"/>
                <a:gd name="T72" fmla="*/ 668 w 720"/>
                <a:gd name="T73" fmla="*/ 601 h 709"/>
                <a:gd name="T74" fmla="*/ 668 w 720"/>
                <a:gd name="T75" fmla="*/ 617 h 709"/>
                <a:gd name="T76" fmla="*/ 668 w 720"/>
                <a:gd name="T77" fmla="*/ 618 h 709"/>
                <a:gd name="T78" fmla="*/ 650 w 720"/>
                <a:gd name="T79" fmla="*/ 636 h 709"/>
                <a:gd name="T80" fmla="*/ 650 w 720"/>
                <a:gd name="T81" fmla="*/ 665 h 709"/>
                <a:gd name="T82" fmla="*/ 691 w 720"/>
                <a:gd name="T83" fmla="*/ 705 h 709"/>
                <a:gd name="T84" fmla="*/ 720 w 720"/>
                <a:gd name="T85" fmla="*/ 705 h 709"/>
                <a:gd name="T86" fmla="*/ 720 w 720"/>
                <a:gd name="T87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20" h="709">
                  <a:moveTo>
                    <a:pt x="720" y="709"/>
                  </a:moveTo>
                  <a:cubicBezTo>
                    <a:pt x="690" y="709"/>
                    <a:pt x="690" y="709"/>
                    <a:pt x="690" y="709"/>
                  </a:cubicBezTo>
                  <a:cubicBezTo>
                    <a:pt x="690" y="709"/>
                    <a:pt x="690" y="709"/>
                    <a:pt x="689" y="708"/>
                  </a:cubicBezTo>
                  <a:cubicBezTo>
                    <a:pt x="648" y="667"/>
                    <a:pt x="648" y="667"/>
                    <a:pt x="648" y="667"/>
                  </a:cubicBezTo>
                  <a:cubicBezTo>
                    <a:pt x="647" y="666"/>
                    <a:pt x="647" y="666"/>
                    <a:pt x="647" y="665"/>
                  </a:cubicBezTo>
                  <a:cubicBezTo>
                    <a:pt x="647" y="635"/>
                    <a:pt x="647" y="635"/>
                    <a:pt x="647" y="635"/>
                  </a:cubicBezTo>
                  <a:cubicBezTo>
                    <a:pt x="647" y="635"/>
                    <a:pt x="647" y="634"/>
                    <a:pt x="648" y="634"/>
                  </a:cubicBezTo>
                  <a:cubicBezTo>
                    <a:pt x="665" y="617"/>
                    <a:pt x="665" y="617"/>
                    <a:pt x="665" y="617"/>
                  </a:cubicBezTo>
                  <a:cubicBezTo>
                    <a:pt x="665" y="601"/>
                    <a:pt x="665" y="601"/>
                    <a:pt x="665" y="601"/>
                  </a:cubicBezTo>
                  <a:cubicBezTo>
                    <a:pt x="619" y="556"/>
                    <a:pt x="619" y="556"/>
                    <a:pt x="619" y="556"/>
                  </a:cubicBezTo>
                  <a:cubicBezTo>
                    <a:pt x="607" y="556"/>
                    <a:pt x="607" y="556"/>
                    <a:pt x="607" y="556"/>
                  </a:cubicBezTo>
                  <a:cubicBezTo>
                    <a:pt x="607" y="556"/>
                    <a:pt x="606" y="556"/>
                    <a:pt x="606" y="556"/>
                  </a:cubicBezTo>
                  <a:cubicBezTo>
                    <a:pt x="567" y="517"/>
                    <a:pt x="567" y="517"/>
                    <a:pt x="567" y="517"/>
                  </a:cubicBezTo>
                  <a:cubicBezTo>
                    <a:pt x="566" y="516"/>
                    <a:pt x="566" y="516"/>
                    <a:pt x="566" y="515"/>
                  </a:cubicBezTo>
                  <a:cubicBezTo>
                    <a:pt x="566" y="470"/>
                    <a:pt x="566" y="470"/>
                    <a:pt x="566" y="470"/>
                  </a:cubicBezTo>
                  <a:cubicBezTo>
                    <a:pt x="494" y="398"/>
                    <a:pt x="494" y="398"/>
                    <a:pt x="494" y="398"/>
                  </a:cubicBezTo>
                  <a:cubicBezTo>
                    <a:pt x="447" y="398"/>
                    <a:pt x="447" y="398"/>
                    <a:pt x="447" y="398"/>
                  </a:cubicBezTo>
                  <a:cubicBezTo>
                    <a:pt x="447" y="398"/>
                    <a:pt x="446" y="398"/>
                    <a:pt x="446" y="397"/>
                  </a:cubicBezTo>
                  <a:cubicBezTo>
                    <a:pt x="355" y="306"/>
                    <a:pt x="355" y="306"/>
                    <a:pt x="355" y="306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06"/>
                    <a:pt x="303" y="305"/>
                    <a:pt x="303" y="30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55" y="302"/>
                    <a:pt x="355" y="302"/>
                    <a:pt x="355" y="302"/>
                  </a:cubicBezTo>
                  <a:cubicBezTo>
                    <a:pt x="356" y="302"/>
                    <a:pt x="356" y="302"/>
                    <a:pt x="356" y="303"/>
                  </a:cubicBezTo>
                  <a:cubicBezTo>
                    <a:pt x="448" y="394"/>
                    <a:pt x="448" y="394"/>
                    <a:pt x="448" y="394"/>
                  </a:cubicBezTo>
                  <a:cubicBezTo>
                    <a:pt x="495" y="394"/>
                    <a:pt x="495" y="394"/>
                    <a:pt x="495" y="394"/>
                  </a:cubicBezTo>
                  <a:cubicBezTo>
                    <a:pt x="495" y="394"/>
                    <a:pt x="496" y="394"/>
                    <a:pt x="496" y="395"/>
                  </a:cubicBezTo>
                  <a:cubicBezTo>
                    <a:pt x="569" y="468"/>
                    <a:pt x="569" y="468"/>
                    <a:pt x="569" y="468"/>
                  </a:cubicBezTo>
                  <a:cubicBezTo>
                    <a:pt x="569" y="468"/>
                    <a:pt x="570" y="469"/>
                    <a:pt x="570" y="469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608" y="553"/>
                    <a:pt x="608" y="553"/>
                    <a:pt x="608" y="553"/>
                  </a:cubicBezTo>
                  <a:cubicBezTo>
                    <a:pt x="620" y="553"/>
                    <a:pt x="620" y="553"/>
                    <a:pt x="620" y="553"/>
                  </a:cubicBezTo>
                  <a:cubicBezTo>
                    <a:pt x="621" y="553"/>
                    <a:pt x="621" y="553"/>
                    <a:pt x="621" y="553"/>
                  </a:cubicBezTo>
                  <a:cubicBezTo>
                    <a:pt x="668" y="600"/>
                    <a:pt x="668" y="600"/>
                    <a:pt x="668" y="600"/>
                  </a:cubicBezTo>
                  <a:cubicBezTo>
                    <a:pt x="668" y="600"/>
                    <a:pt x="668" y="600"/>
                    <a:pt x="668" y="601"/>
                  </a:cubicBezTo>
                  <a:cubicBezTo>
                    <a:pt x="668" y="617"/>
                    <a:pt x="668" y="617"/>
                    <a:pt x="668" y="617"/>
                  </a:cubicBezTo>
                  <a:cubicBezTo>
                    <a:pt x="668" y="618"/>
                    <a:pt x="668" y="618"/>
                    <a:pt x="668" y="618"/>
                  </a:cubicBezTo>
                  <a:cubicBezTo>
                    <a:pt x="650" y="636"/>
                    <a:pt x="650" y="636"/>
                    <a:pt x="650" y="636"/>
                  </a:cubicBezTo>
                  <a:cubicBezTo>
                    <a:pt x="650" y="665"/>
                    <a:pt x="650" y="665"/>
                    <a:pt x="650" y="665"/>
                  </a:cubicBezTo>
                  <a:cubicBezTo>
                    <a:pt x="691" y="705"/>
                    <a:pt x="691" y="705"/>
                    <a:pt x="691" y="705"/>
                  </a:cubicBezTo>
                  <a:cubicBezTo>
                    <a:pt x="720" y="705"/>
                    <a:pt x="720" y="705"/>
                    <a:pt x="720" y="705"/>
                  </a:cubicBezTo>
                  <a:lnTo>
                    <a:pt x="720" y="7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1" name="Freeform 536"/>
            <p:cNvSpPr>
              <a:spLocks/>
            </p:cNvSpPr>
            <p:nvPr/>
          </p:nvSpPr>
          <p:spPr bwMode="auto">
            <a:xfrm flipV="1">
              <a:off x="819152" y="5851524"/>
              <a:ext cx="2293937" cy="2311400"/>
            </a:xfrm>
            <a:custGeom>
              <a:avLst/>
              <a:gdLst>
                <a:gd name="T0" fmla="*/ 609 w 611"/>
                <a:gd name="T1" fmla="*/ 616 h 616"/>
                <a:gd name="T2" fmla="*/ 585 w 611"/>
                <a:gd name="T3" fmla="*/ 592 h 616"/>
                <a:gd name="T4" fmla="*/ 561 w 611"/>
                <a:gd name="T5" fmla="*/ 592 h 616"/>
                <a:gd name="T6" fmla="*/ 560 w 611"/>
                <a:gd name="T7" fmla="*/ 591 h 616"/>
                <a:gd name="T8" fmla="*/ 538 w 611"/>
                <a:gd name="T9" fmla="*/ 570 h 616"/>
                <a:gd name="T10" fmla="*/ 538 w 611"/>
                <a:gd name="T11" fmla="*/ 569 h 616"/>
                <a:gd name="T12" fmla="*/ 538 w 611"/>
                <a:gd name="T13" fmla="*/ 513 h 616"/>
                <a:gd name="T14" fmla="*/ 439 w 611"/>
                <a:gd name="T15" fmla="*/ 413 h 616"/>
                <a:gd name="T16" fmla="*/ 396 w 611"/>
                <a:gd name="T17" fmla="*/ 413 h 616"/>
                <a:gd name="T18" fmla="*/ 395 w 611"/>
                <a:gd name="T19" fmla="*/ 413 h 616"/>
                <a:gd name="T20" fmla="*/ 322 w 611"/>
                <a:gd name="T21" fmla="*/ 339 h 616"/>
                <a:gd name="T22" fmla="*/ 321 w 611"/>
                <a:gd name="T23" fmla="*/ 338 h 616"/>
                <a:gd name="T24" fmla="*/ 321 w 611"/>
                <a:gd name="T25" fmla="*/ 281 h 616"/>
                <a:gd name="T26" fmla="*/ 254 w 611"/>
                <a:gd name="T27" fmla="*/ 214 h 616"/>
                <a:gd name="T28" fmla="*/ 212 w 611"/>
                <a:gd name="T29" fmla="*/ 214 h 616"/>
                <a:gd name="T30" fmla="*/ 211 w 611"/>
                <a:gd name="T31" fmla="*/ 214 h 616"/>
                <a:gd name="T32" fmla="*/ 0 w 611"/>
                <a:gd name="T33" fmla="*/ 2 h 616"/>
                <a:gd name="T34" fmla="*/ 2 w 611"/>
                <a:gd name="T35" fmla="*/ 0 h 616"/>
                <a:gd name="T36" fmla="*/ 213 w 611"/>
                <a:gd name="T37" fmla="*/ 211 h 616"/>
                <a:gd name="T38" fmla="*/ 255 w 611"/>
                <a:gd name="T39" fmla="*/ 211 h 616"/>
                <a:gd name="T40" fmla="*/ 256 w 611"/>
                <a:gd name="T41" fmla="*/ 211 h 616"/>
                <a:gd name="T42" fmla="*/ 324 w 611"/>
                <a:gd name="T43" fmla="*/ 279 h 616"/>
                <a:gd name="T44" fmla="*/ 325 w 611"/>
                <a:gd name="T45" fmla="*/ 280 h 616"/>
                <a:gd name="T46" fmla="*/ 325 w 611"/>
                <a:gd name="T47" fmla="*/ 337 h 616"/>
                <a:gd name="T48" fmla="*/ 397 w 611"/>
                <a:gd name="T49" fmla="*/ 410 h 616"/>
                <a:gd name="T50" fmla="*/ 439 w 611"/>
                <a:gd name="T51" fmla="*/ 410 h 616"/>
                <a:gd name="T52" fmla="*/ 441 w 611"/>
                <a:gd name="T53" fmla="*/ 410 h 616"/>
                <a:gd name="T54" fmla="*/ 541 w 611"/>
                <a:gd name="T55" fmla="*/ 511 h 616"/>
                <a:gd name="T56" fmla="*/ 541 w 611"/>
                <a:gd name="T57" fmla="*/ 512 h 616"/>
                <a:gd name="T58" fmla="*/ 541 w 611"/>
                <a:gd name="T59" fmla="*/ 568 h 616"/>
                <a:gd name="T60" fmla="*/ 562 w 611"/>
                <a:gd name="T61" fmla="*/ 588 h 616"/>
                <a:gd name="T62" fmla="*/ 586 w 611"/>
                <a:gd name="T63" fmla="*/ 588 h 616"/>
                <a:gd name="T64" fmla="*/ 587 w 611"/>
                <a:gd name="T65" fmla="*/ 589 h 616"/>
                <a:gd name="T66" fmla="*/ 611 w 611"/>
                <a:gd name="T67" fmla="*/ 613 h 616"/>
                <a:gd name="T68" fmla="*/ 609 w 611"/>
                <a:gd name="T69" fmla="*/ 61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1" h="616">
                  <a:moveTo>
                    <a:pt x="609" y="616"/>
                  </a:moveTo>
                  <a:cubicBezTo>
                    <a:pt x="585" y="592"/>
                    <a:pt x="585" y="592"/>
                    <a:pt x="585" y="592"/>
                  </a:cubicBezTo>
                  <a:cubicBezTo>
                    <a:pt x="561" y="592"/>
                    <a:pt x="561" y="592"/>
                    <a:pt x="561" y="592"/>
                  </a:cubicBezTo>
                  <a:cubicBezTo>
                    <a:pt x="561" y="592"/>
                    <a:pt x="560" y="592"/>
                    <a:pt x="560" y="591"/>
                  </a:cubicBezTo>
                  <a:cubicBezTo>
                    <a:pt x="538" y="570"/>
                    <a:pt x="538" y="570"/>
                    <a:pt x="538" y="570"/>
                  </a:cubicBezTo>
                  <a:cubicBezTo>
                    <a:pt x="538" y="570"/>
                    <a:pt x="538" y="569"/>
                    <a:pt x="538" y="569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39" y="413"/>
                    <a:pt x="439" y="413"/>
                    <a:pt x="439" y="413"/>
                  </a:cubicBezTo>
                  <a:cubicBezTo>
                    <a:pt x="396" y="413"/>
                    <a:pt x="396" y="413"/>
                    <a:pt x="396" y="413"/>
                  </a:cubicBezTo>
                  <a:cubicBezTo>
                    <a:pt x="396" y="413"/>
                    <a:pt x="395" y="413"/>
                    <a:pt x="395" y="413"/>
                  </a:cubicBezTo>
                  <a:cubicBezTo>
                    <a:pt x="322" y="339"/>
                    <a:pt x="322" y="339"/>
                    <a:pt x="322" y="339"/>
                  </a:cubicBezTo>
                  <a:cubicBezTo>
                    <a:pt x="321" y="339"/>
                    <a:pt x="321" y="338"/>
                    <a:pt x="321" y="338"/>
                  </a:cubicBezTo>
                  <a:cubicBezTo>
                    <a:pt x="321" y="281"/>
                    <a:pt x="321" y="281"/>
                    <a:pt x="321" y="281"/>
                  </a:cubicBezTo>
                  <a:cubicBezTo>
                    <a:pt x="254" y="214"/>
                    <a:pt x="254" y="214"/>
                    <a:pt x="254" y="214"/>
                  </a:cubicBezTo>
                  <a:cubicBezTo>
                    <a:pt x="212" y="214"/>
                    <a:pt x="212" y="214"/>
                    <a:pt x="212" y="214"/>
                  </a:cubicBezTo>
                  <a:cubicBezTo>
                    <a:pt x="212" y="214"/>
                    <a:pt x="211" y="214"/>
                    <a:pt x="211" y="2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55" y="211"/>
                    <a:pt x="255" y="211"/>
                    <a:pt x="255" y="211"/>
                  </a:cubicBezTo>
                  <a:cubicBezTo>
                    <a:pt x="256" y="211"/>
                    <a:pt x="256" y="211"/>
                    <a:pt x="256" y="211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79"/>
                    <a:pt x="325" y="280"/>
                    <a:pt x="325" y="280"/>
                  </a:cubicBezTo>
                  <a:cubicBezTo>
                    <a:pt x="325" y="337"/>
                    <a:pt x="325" y="337"/>
                    <a:pt x="325" y="337"/>
                  </a:cubicBezTo>
                  <a:cubicBezTo>
                    <a:pt x="397" y="410"/>
                    <a:pt x="397" y="410"/>
                    <a:pt x="397" y="410"/>
                  </a:cubicBezTo>
                  <a:cubicBezTo>
                    <a:pt x="439" y="410"/>
                    <a:pt x="439" y="410"/>
                    <a:pt x="439" y="410"/>
                  </a:cubicBezTo>
                  <a:cubicBezTo>
                    <a:pt x="440" y="410"/>
                    <a:pt x="440" y="410"/>
                    <a:pt x="441" y="410"/>
                  </a:cubicBezTo>
                  <a:cubicBezTo>
                    <a:pt x="541" y="511"/>
                    <a:pt x="541" y="511"/>
                    <a:pt x="541" y="511"/>
                  </a:cubicBezTo>
                  <a:cubicBezTo>
                    <a:pt x="541" y="511"/>
                    <a:pt x="541" y="511"/>
                    <a:pt x="541" y="512"/>
                  </a:cubicBezTo>
                  <a:cubicBezTo>
                    <a:pt x="541" y="568"/>
                    <a:pt x="541" y="568"/>
                    <a:pt x="541" y="568"/>
                  </a:cubicBezTo>
                  <a:cubicBezTo>
                    <a:pt x="562" y="588"/>
                    <a:pt x="562" y="588"/>
                    <a:pt x="562" y="588"/>
                  </a:cubicBezTo>
                  <a:cubicBezTo>
                    <a:pt x="586" y="588"/>
                    <a:pt x="586" y="588"/>
                    <a:pt x="586" y="588"/>
                  </a:cubicBezTo>
                  <a:cubicBezTo>
                    <a:pt x="586" y="588"/>
                    <a:pt x="587" y="589"/>
                    <a:pt x="587" y="589"/>
                  </a:cubicBezTo>
                  <a:cubicBezTo>
                    <a:pt x="611" y="613"/>
                    <a:pt x="611" y="613"/>
                    <a:pt x="611" y="613"/>
                  </a:cubicBezTo>
                  <a:lnTo>
                    <a:pt x="609" y="61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2" name="Freeform 537"/>
            <p:cNvSpPr>
              <a:spLocks/>
            </p:cNvSpPr>
            <p:nvPr/>
          </p:nvSpPr>
          <p:spPr bwMode="auto">
            <a:xfrm flipV="1">
              <a:off x="895352" y="5483223"/>
              <a:ext cx="2573337" cy="2754313"/>
            </a:xfrm>
            <a:custGeom>
              <a:avLst/>
              <a:gdLst>
                <a:gd name="T0" fmla="*/ 621 w 686"/>
                <a:gd name="T1" fmla="*/ 734 h 734"/>
                <a:gd name="T2" fmla="*/ 621 w 686"/>
                <a:gd name="T3" fmla="*/ 731 h 734"/>
                <a:gd name="T4" fmla="*/ 663 w 686"/>
                <a:gd name="T5" fmla="*/ 731 h 734"/>
                <a:gd name="T6" fmla="*/ 682 w 686"/>
                <a:gd name="T7" fmla="*/ 712 h 734"/>
                <a:gd name="T8" fmla="*/ 682 w 686"/>
                <a:gd name="T9" fmla="*/ 685 h 734"/>
                <a:gd name="T10" fmla="*/ 593 w 686"/>
                <a:gd name="T11" fmla="*/ 596 h 734"/>
                <a:gd name="T12" fmla="*/ 592 w 686"/>
                <a:gd name="T13" fmla="*/ 595 h 734"/>
                <a:gd name="T14" fmla="*/ 592 w 686"/>
                <a:gd name="T15" fmla="*/ 567 h 734"/>
                <a:gd name="T16" fmla="*/ 430 w 686"/>
                <a:gd name="T17" fmla="*/ 404 h 734"/>
                <a:gd name="T18" fmla="*/ 375 w 686"/>
                <a:gd name="T19" fmla="*/ 404 h 734"/>
                <a:gd name="T20" fmla="*/ 374 w 686"/>
                <a:gd name="T21" fmla="*/ 404 h 734"/>
                <a:gd name="T22" fmla="*/ 334 w 686"/>
                <a:gd name="T23" fmla="*/ 364 h 734"/>
                <a:gd name="T24" fmla="*/ 334 w 686"/>
                <a:gd name="T25" fmla="*/ 363 h 734"/>
                <a:gd name="T26" fmla="*/ 334 w 686"/>
                <a:gd name="T27" fmla="*/ 308 h 734"/>
                <a:gd name="T28" fmla="*/ 219 w 686"/>
                <a:gd name="T29" fmla="*/ 194 h 734"/>
                <a:gd name="T30" fmla="*/ 193 w 686"/>
                <a:gd name="T31" fmla="*/ 194 h 734"/>
                <a:gd name="T32" fmla="*/ 191 w 686"/>
                <a:gd name="T33" fmla="*/ 193 h 734"/>
                <a:gd name="T34" fmla="*/ 0 w 686"/>
                <a:gd name="T35" fmla="*/ 2 h 734"/>
                <a:gd name="T36" fmla="*/ 2 w 686"/>
                <a:gd name="T37" fmla="*/ 0 h 734"/>
                <a:gd name="T38" fmla="*/ 193 w 686"/>
                <a:gd name="T39" fmla="*/ 190 h 734"/>
                <a:gd name="T40" fmla="*/ 220 w 686"/>
                <a:gd name="T41" fmla="*/ 190 h 734"/>
                <a:gd name="T42" fmla="*/ 221 w 686"/>
                <a:gd name="T43" fmla="*/ 191 h 734"/>
                <a:gd name="T44" fmla="*/ 337 w 686"/>
                <a:gd name="T45" fmla="*/ 306 h 734"/>
                <a:gd name="T46" fmla="*/ 337 w 686"/>
                <a:gd name="T47" fmla="*/ 307 h 734"/>
                <a:gd name="T48" fmla="*/ 337 w 686"/>
                <a:gd name="T49" fmla="*/ 362 h 734"/>
                <a:gd name="T50" fmla="*/ 376 w 686"/>
                <a:gd name="T51" fmla="*/ 401 h 734"/>
                <a:gd name="T52" fmla="*/ 430 w 686"/>
                <a:gd name="T53" fmla="*/ 401 h 734"/>
                <a:gd name="T54" fmla="*/ 432 w 686"/>
                <a:gd name="T55" fmla="*/ 401 h 734"/>
                <a:gd name="T56" fmla="*/ 595 w 686"/>
                <a:gd name="T57" fmla="*/ 565 h 734"/>
                <a:gd name="T58" fmla="*/ 596 w 686"/>
                <a:gd name="T59" fmla="*/ 566 h 734"/>
                <a:gd name="T60" fmla="*/ 596 w 686"/>
                <a:gd name="T61" fmla="*/ 594 h 734"/>
                <a:gd name="T62" fmla="*/ 685 w 686"/>
                <a:gd name="T63" fmla="*/ 684 h 734"/>
                <a:gd name="T64" fmla="*/ 686 w 686"/>
                <a:gd name="T65" fmla="*/ 685 h 734"/>
                <a:gd name="T66" fmla="*/ 686 w 686"/>
                <a:gd name="T67" fmla="*/ 712 h 734"/>
                <a:gd name="T68" fmla="*/ 685 w 686"/>
                <a:gd name="T69" fmla="*/ 714 h 734"/>
                <a:gd name="T70" fmla="*/ 665 w 686"/>
                <a:gd name="T71" fmla="*/ 734 h 734"/>
                <a:gd name="T72" fmla="*/ 664 w 686"/>
                <a:gd name="T73" fmla="*/ 734 h 734"/>
                <a:gd name="T74" fmla="*/ 621 w 686"/>
                <a:gd name="T75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6" h="734">
                  <a:moveTo>
                    <a:pt x="621" y="734"/>
                  </a:moveTo>
                  <a:cubicBezTo>
                    <a:pt x="621" y="731"/>
                    <a:pt x="621" y="731"/>
                    <a:pt x="621" y="731"/>
                  </a:cubicBezTo>
                  <a:cubicBezTo>
                    <a:pt x="663" y="731"/>
                    <a:pt x="663" y="731"/>
                    <a:pt x="663" y="731"/>
                  </a:cubicBezTo>
                  <a:cubicBezTo>
                    <a:pt x="682" y="712"/>
                    <a:pt x="682" y="712"/>
                    <a:pt x="682" y="712"/>
                  </a:cubicBezTo>
                  <a:cubicBezTo>
                    <a:pt x="682" y="685"/>
                    <a:pt x="682" y="685"/>
                    <a:pt x="682" y="685"/>
                  </a:cubicBezTo>
                  <a:cubicBezTo>
                    <a:pt x="593" y="596"/>
                    <a:pt x="593" y="596"/>
                    <a:pt x="593" y="596"/>
                  </a:cubicBezTo>
                  <a:cubicBezTo>
                    <a:pt x="592" y="596"/>
                    <a:pt x="592" y="595"/>
                    <a:pt x="592" y="595"/>
                  </a:cubicBezTo>
                  <a:cubicBezTo>
                    <a:pt x="592" y="567"/>
                    <a:pt x="592" y="567"/>
                    <a:pt x="592" y="567"/>
                  </a:cubicBezTo>
                  <a:cubicBezTo>
                    <a:pt x="430" y="404"/>
                    <a:pt x="430" y="404"/>
                    <a:pt x="430" y="404"/>
                  </a:cubicBezTo>
                  <a:cubicBezTo>
                    <a:pt x="375" y="404"/>
                    <a:pt x="375" y="404"/>
                    <a:pt x="375" y="404"/>
                  </a:cubicBezTo>
                  <a:cubicBezTo>
                    <a:pt x="374" y="404"/>
                    <a:pt x="374" y="404"/>
                    <a:pt x="374" y="404"/>
                  </a:cubicBezTo>
                  <a:cubicBezTo>
                    <a:pt x="334" y="364"/>
                    <a:pt x="334" y="364"/>
                    <a:pt x="334" y="364"/>
                  </a:cubicBezTo>
                  <a:cubicBezTo>
                    <a:pt x="334" y="364"/>
                    <a:pt x="334" y="363"/>
                    <a:pt x="334" y="363"/>
                  </a:cubicBezTo>
                  <a:cubicBezTo>
                    <a:pt x="334" y="308"/>
                    <a:pt x="334" y="308"/>
                    <a:pt x="334" y="308"/>
                  </a:cubicBezTo>
                  <a:cubicBezTo>
                    <a:pt x="219" y="194"/>
                    <a:pt x="219" y="194"/>
                    <a:pt x="219" y="194"/>
                  </a:cubicBezTo>
                  <a:cubicBezTo>
                    <a:pt x="193" y="194"/>
                    <a:pt x="193" y="194"/>
                    <a:pt x="193" y="194"/>
                  </a:cubicBezTo>
                  <a:cubicBezTo>
                    <a:pt x="192" y="194"/>
                    <a:pt x="192" y="194"/>
                    <a:pt x="191" y="19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3" y="190"/>
                    <a:pt x="193" y="190"/>
                    <a:pt x="193" y="190"/>
                  </a:cubicBezTo>
                  <a:cubicBezTo>
                    <a:pt x="220" y="190"/>
                    <a:pt x="220" y="190"/>
                    <a:pt x="220" y="190"/>
                  </a:cubicBezTo>
                  <a:cubicBezTo>
                    <a:pt x="221" y="190"/>
                    <a:pt x="221" y="191"/>
                    <a:pt x="221" y="191"/>
                  </a:cubicBezTo>
                  <a:cubicBezTo>
                    <a:pt x="337" y="306"/>
                    <a:pt x="337" y="306"/>
                    <a:pt x="337" y="306"/>
                  </a:cubicBezTo>
                  <a:cubicBezTo>
                    <a:pt x="337" y="306"/>
                    <a:pt x="337" y="307"/>
                    <a:pt x="337" y="307"/>
                  </a:cubicBezTo>
                  <a:cubicBezTo>
                    <a:pt x="337" y="362"/>
                    <a:pt x="337" y="362"/>
                    <a:pt x="337" y="362"/>
                  </a:cubicBezTo>
                  <a:cubicBezTo>
                    <a:pt x="376" y="401"/>
                    <a:pt x="376" y="401"/>
                    <a:pt x="376" y="401"/>
                  </a:cubicBezTo>
                  <a:cubicBezTo>
                    <a:pt x="430" y="401"/>
                    <a:pt x="430" y="401"/>
                    <a:pt x="430" y="401"/>
                  </a:cubicBezTo>
                  <a:cubicBezTo>
                    <a:pt x="431" y="401"/>
                    <a:pt x="431" y="401"/>
                    <a:pt x="432" y="401"/>
                  </a:cubicBezTo>
                  <a:cubicBezTo>
                    <a:pt x="595" y="565"/>
                    <a:pt x="595" y="565"/>
                    <a:pt x="595" y="565"/>
                  </a:cubicBezTo>
                  <a:cubicBezTo>
                    <a:pt x="595" y="565"/>
                    <a:pt x="596" y="566"/>
                    <a:pt x="596" y="566"/>
                  </a:cubicBezTo>
                  <a:cubicBezTo>
                    <a:pt x="596" y="594"/>
                    <a:pt x="596" y="594"/>
                    <a:pt x="596" y="594"/>
                  </a:cubicBezTo>
                  <a:cubicBezTo>
                    <a:pt x="685" y="684"/>
                    <a:pt x="685" y="684"/>
                    <a:pt x="685" y="684"/>
                  </a:cubicBezTo>
                  <a:cubicBezTo>
                    <a:pt x="685" y="684"/>
                    <a:pt x="686" y="684"/>
                    <a:pt x="686" y="685"/>
                  </a:cubicBezTo>
                  <a:cubicBezTo>
                    <a:pt x="686" y="712"/>
                    <a:pt x="686" y="712"/>
                    <a:pt x="686" y="712"/>
                  </a:cubicBezTo>
                  <a:cubicBezTo>
                    <a:pt x="686" y="713"/>
                    <a:pt x="685" y="713"/>
                    <a:pt x="685" y="714"/>
                  </a:cubicBezTo>
                  <a:cubicBezTo>
                    <a:pt x="665" y="734"/>
                    <a:pt x="665" y="734"/>
                    <a:pt x="665" y="734"/>
                  </a:cubicBezTo>
                  <a:cubicBezTo>
                    <a:pt x="664" y="734"/>
                    <a:pt x="664" y="734"/>
                    <a:pt x="664" y="734"/>
                  </a:cubicBezTo>
                  <a:lnTo>
                    <a:pt x="621" y="73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3" name="Freeform 538"/>
            <p:cNvSpPr>
              <a:spLocks/>
            </p:cNvSpPr>
            <p:nvPr/>
          </p:nvSpPr>
          <p:spPr bwMode="auto">
            <a:xfrm flipV="1">
              <a:off x="996952" y="6038848"/>
              <a:ext cx="2303462" cy="2303463"/>
            </a:xfrm>
            <a:custGeom>
              <a:avLst/>
              <a:gdLst>
                <a:gd name="T0" fmla="*/ 1446 w 1451"/>
                <a:gd name="T1" fmla="*/ 1451 h 1451"/>
                <a:gd name="T2" fmla="*/ 0 w 1451"/>
                <a:gd name="T3" fmla="*/ 7 h 1451"/>
                <a:gd name="T4" fmla="*/ 7 w 1451"/>
                <a:gd name="T5" fmla="*/ 0 h 1451"/>
                <a:gd name="T6" fmla="*/ 1451 w 1451"/>
                <a:gd name="T7" fmla="*/ 1446 h 1451"/>
                <a:gd name="T8" fmla="*/ 1446 w 1451"/>
                <a:gd name="T9" fmla="*/ 1451 h 1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1" h="1451">
                  <a:moveTo>
                    <a:pt x="1446" y="1451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451" y="1446"/>
                  </a:lnTo>
                  <a:lnTo>
                    <a:pt x="1446" y="14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4" name="Freeform 539"/>
            <p:cNvSpPr>
              <a:spLocks/>
            </p:cNvSpPr>
            <p:nvPr/>
          </p:nvSpPr>
          <p:spPr bwMode="auto">
            <a:xfrm flipV="1">
              <a:off x="1096964" y="5513386"/>
              <a:ext cx="2544762" cy="2927350"/>
            </a:xfrm>
            <a:custGeom>
              <a:avLst/>
              <a:gdLst>
                <a:gd name="T0" fmla="*/ 659 w 678"/>
                <a:gd name="T1" fmla="*/ 780 h 780"/>
                <a:gd name="T2" fmla="*/ 656 w 678"/>
                <a:gd name="T3" fmla="*/ 777 h 780"/>
                <a:gd name="T4" fmla="*/ 664 w 678"/>
                <a:gd name="T5" fmla="*/ 770 h 780"/>
                <a:gd name="T6" fmla="*/ 664 w 678"/>
                <a:gd name="T7" fmla="*/ 716 h 780"/>
                <a:gd name="T8" fmla="*/ 664 w 678"/>
                <a:gd name="T9" fmla="*/ 714 h 780"/>
                <a:gd name="T10" fmla="*/ 674 w 678"/>
                <a:gd name="T11" fmla="*/ 704 h 780"/>
                <a:gd name="T12" fmla="*/ 674 w 678"/>
                <a:gd name="T13" fmla="*/ 687 h 780"/>
                <a:gd name="T14" fmla="*/ 265 w 678"/>
                <a:gd name="T15" fmla="*/ 277 h 780"/>
                <a:gd name="T16" fmla="*/ 264 w 678"/>
                <a:gd name="T17" fmla="*/ 276 h 780"/>
                <a:gd name="T18" fmla="*/ 264 w 678"/>
                <a:gd name="T19" fmla="*/ 267 h 780"/>
                <a:gd name="T20" fmla="*/ 0 w 678"/>
                <a:gd name="T21" fmla="*/ 2 h 780"/>
                <a:gd name="T22" fmla="*/ 2 w 678"/>
                <a:gd name="T23" fmla="*/ 0 h 780"/>
                <a:gd name="T24" fmla="*/ 267 w 678"/>
                <a:gd name="T25" fmla="*/ 265 h 780"/>
                <a:gd name="T26" fmla="*/ 268 w 678"/>
                <a:gd name="T27" fmla="*/ 266 h 780"/>
                <a:gd name="T28" fmla="*/ 268 w 678"/>
                <a:gd name="T29" fmla="*/ 275 h 780"/>
                <a:gd name="T30" fmla="*/ 677 w 678"/>
                <a:gd name="T31" fmla="*/ 685 h 780"/>
                <a:gd name="T32" fmla="*/ 678 w 678"/>
                <a:gd name="T33" fmla="*/ 686 h 780"/>
                <a:gd name="T34" fmla="*/ 678 w 678"/>
                <a:gd name="T35" fmla="*/ 705 h 780"/>
                <a:gd name="T36" fmla="*/ 677 w 678"/>
                <a:gd name="T37" fmla="*/ 706 h 780"/>
                <a:gd name="T38" fmla="*/ 667 w 678"/>
                <a:gd name="T39" fmla="*/ 716 h 780"/>
                <a:gd name="T40" fmla="*/ 667 w 678"/>
                <a:gd name="T41" fmla="*/ 771 h 780"/>
                <a:gd name="T42" fmla="*/ 667 w 678"/>
                <a:gd name="T43" fmla="*/ 772 h 780"/>
                <a:gd name="T44" fmla="*/ 659 w 678"/>
                <a:gd name="T45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8" h="780">
                  <a:moveTo>
                    <a:pt x="659" y="780"/>
                  </a:moveTo>
                  <a:cubicBezTo>
                    <a:pt x="656" y="777"/>
                    <a:pt x="656" y="777"/>
                    <a:pt x="656" y="777"/>
                  </a:cubicBezTo>
                  <a:cubicBezTo>
                    <a:pt x="664" y="770"/>
                    <a:pt x="664" y="770"/>
                    <a:pt x="664" y="770"/>
                  </a:cubicBezTo>
                  <a:cubicBezTo>
                    <a:pt x="664" y="716"/>
                    <a:pt x="664" y="716"/>
                    <a:pt x="664" y="716"/>
                  </a:cubicBezTo>
                  <a:cubicBezTo>
                    <a:pt x="664" y="715"/>
                    <a:pt x="664" y="715"/>
                    <a:pt x="664" y="714"/>
                  </a:cubicBezTo>
                  <a:cubicBezTo>
                    <a:pt x="674" y="704"/>
                    <a:pt x="674" y="704"/>
                    <a:pt x="674" y="704"/>
                  </a:cubicBezTo>
                  <a:cubicBezTo>
                    <a:pt x="674" y="687"/>
                    <a:pt x="674" y="687"/>
                    <a:pt x="674" y="687"/>
                  </a:cubicBezTo>
                  <a:cubicBezTo>
                    <a:pt x="265" y="277"/>
                    <a:pt x="265" y="277"/>
                    <a:pt x="265" y="277"/>
                  </a:cubicBezTo>
                  <a:cubicBezTo>
                    <a:pt x="264" y="277"/>
                    <a:pt x="264" y="276"/>
                    <a:pt x="264" y="276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67" y="265"/>
                    <a:pt x="267" y="265"/>
                    <a:pt x="267" y="265"/>
                  </a:cubicBezTo>
                  <a:cubicBezTo>
                    <a:pt x="267" y="265"/>
                    <a:pt x="268" y="266"/>
                    <a:pt x="268" y="266"/>
                  </a:cubicBezTo>
                  <a:cubicBezTo>
                    <a:pt x="268" y="275"/>
                    <a:pt x="268" y="275"/>
                    <a:pt x="268" y="275"/>
                  </a:cubicBezTo>
                  <a:cubicBezTo>
                    <a:pt x="677" y="685"/>
                    <a:pt x="677" y="685"/>
                    <a:pt x="677" y="685"/>
                  </a:cubicBezTo>
                  <a:cubicBezTo>
                    <a:pt x="678" y="685"/>
                    <a:pt x="678" y="686"/>
                    <a:pt x="678" y="686"/>
                  </a:cubicBezTo>
                  <a:cubicBezTo>
                    <a:pt x="678" y="705"/>
                    <a:pt x="678" y="705"/>
                    <a:pt x="678" y="705"/>
                  </a:cubicBezTo>
                  <a:cubicBezTo>
                    <a:pt x="678" y="705"/>
                    <a:pt x="678" y="706"/>
                    <a:pt x="677" y="706"/>
                  </a:cubicBezTo>
                  <a:cubicBezTo>
                    <a:pt x="667" y="716"/>
                    <a:pt x="667" y="716"/>
                    <a:pt x="667" y="716"/>
                  </a:cubicBezTo>
                  <a:cubicBezTo>
                    <a:pt x="667" y="771"/>
                    <a:pt x="667" y="771"/>
                    <a:pt x="667" y="771"/>
                  </a:cubicBezTo>
                  <a:cubicBezTo>
                    <a:pt x="667" y="771"/>
                    <a:pt x="667" y="771"/>
                    <a:pt x="667" y="772"/>
                  </a:cubicBezTo>
                  <a:lnTo>
                    <a:pt x="659" y="78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5" name="Freeform 540"/>
            <p:cNvSpPr>
              <a:spLocks/>
            </p:cNvSpPr>
            <p:nvPr/>
          </p:nvSpPr>
          <p:spPr bwMode="auto">
            <a:xfrm flipV="1">
              <a:off x="1173164" y="5711824"/>
              <a:ext cx="2551112" cy="2803525"/>
            </a:xfrm>
            <a:custGeom>
              <a:avLst/>
              <a:gdLst>
                <a:gd name="T0" fmla="*/ 680 w 680"/>
                <a:gd name="T1" fmla="*/ 747 h 747"/>
                <a:gd name="T2" fmla="*/ 676 w 680"/>
                <a:gd name="T3" fmla="*/ 747 h 747"/>
                <a:gd name="T4" fmla="*/ 676 w 680"/>
                <a:gd name="T5" fmla="*/ 705 h 747"/>
                <a:gd name="T6" fmla="*/ 275 w 680"/>
                <a:gd name="T7" fmla="*/ 304 h 747"/>
                <a:gd name="T8" fmla="*/ 275 w 680"/>
                <a:gd name="T9" fmla="*/ 303 h 747"/>
                <a:gd name="T10" fmla="*/ 275 w 680"/>
                <a:gd name="T11" fmla="*/ 277 h 747"/>
                <a:gd name="T12" fmla="*/ 0 w 680"/>
                <a:gd name="T13" fmla="*/ 2 h 747"/>
                <a:gd name="T14" fmla="*/ 2 w 680"/>
                <a:gd name="T15" fmla="*/ 0 h 747"/>
                <a:gd name="T16" fmla="*/ 278 w 680"/>
                <a:gd name="T17" fmla="*/ 275 h 747"/>
                <a:gd name="T18" fmla="*/ 278 w 680"/>
                <a:gd name="T19" fmla="*/ 276 h 747"/>
                <a:gd name="T20" fmla="*/ 278 w 680"/>
                <a:gd name="T21" fmla="*/ 302 h 747"/>
                <a:gd name="T22" fmla="*/ 679 w 680"/>
                <a:gd name="T23" fmla="*/ 703 h 747"/>
                <a:gd name="T24" fmla="*/ 680 w 680"/>
                <a:gd name="T25" fmla="*/ 704 h 747"/>
                <a:gd name="T26" fmla="*/ 680 w 680"/>
                <a:gd name="T27" fmla="*/ 74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0" h="747">
                  <a:moveTo>
                    <a:pt x="680" y="747"/>
                  </a:moveTo>
                  <a:cubicBezTo>
                    <a:pt x="676" y="747"/>
                    <a:pt x="676" y="747"/>
                    <a:pt x="676" y="747"/>
                  </a:cubicBezTo>
                  <a:cubicBezTo>
                    <a:pt x="676" y="705"/>
                    <a:pt x="676" y="705"/>
                    <a:pt x="676" y="705"/>
                  </a:cubicBezTo>
                  <a:cubicBezTo>
                    <a:pt x="275" y="304"/>
                    <a:pt x="275" y="304"/>
                    <a:pt x="275" y="304"/>
                  </a:cubicBezTo>
                  <a:cubicBezTo>
                    <a:pt x="275" y="304"/>
                    <a:pt x="275" y="303"/>
                    <a:pt x="275" y="303"/>
                  </a:cubicBezTo>
                  <a:cubicBezTo>
                    <a:pt x="275" y="277"/>
                    <a:pt x="275" y="277"/>
                    <a:pt x="275" y="27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78" y="275"/>
                    <a:pt x="278" y="275"/>
                    <a:pt x="278" y="275"/>
                  </a:cubicBezTo>
                  <a:cubicBezTo>
                    <a:pt x="278" y="275"/>
                    <a:pt x="278" y="276"/>
                    <a:pt x="278" y="276"/>
                  </a:cubicBezTo>
                  <a:cubicBezTo>
                    <a:pt x="278" y="302"/>
                    <a:pt x="278" y="302"/>
                    <a:pt x="278" y="302"/>
                  </a:cubicBezTo>
                  <a:cubicBezTo>
                    <a:pt x="679" y="703"/>
                    <a:pt x="679" y="703"/>
                    <a:pt x="679" y="703"/>
                  </a:cubicBezTo>
                  <a:cubicBezTo>
                    <a:pt x="680" y="703"/>
                    <a:pt x="680" y="704"/>
                    <a:pt x="680" y="704"/>
                  </a:cubicBezTo>
                  <a:lnTo>
                    <a:pt x="680" y="7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6" name="Freeform 541"/>
            <p:cNvSpPr>
              <a:spLocks/>
            </p:cNvSpPr>
            <p:nvPr/>
          </p:nvSpPr>
          <p:spPr bwMode="auto">
            <a:xfrm flipV="1">
              <a:off x="1250952" y="5876923"/>
              <a:ext cx="2616200" cy="2728913"/>
            </a:xfrm>
            <a:custGeom>
              <a:avLst/>
              <a:gdLst>
                <a:gd name="T0" fmla="*/ 693 w 697"/>
                <a:gd name="T1" fmla="*/ 727 h 727"/>
                <a:gd name="T2" fmla="*/ 675 w 697"/>
                <a:gd name="T3" fmla="*/ 710 h 727"/>
                <a:gd name="T4" fmla="*/ 657 w 697"/>
                <a:gd name="T5" fmla="*/ 710 h 727"/>
                <a:gd name="T6" fmla="*/ 654 w 697"/>
                <a:gd name="T7" fmla="*/ 709 h 727"/>
                <a:gd name="T8" fmla="*/ 300 w 697"/>
                <a:gd name="T9" fmla="*/ 355 h 727"/>
                <a:gd name="T10" fmla="*/ 299 w 697"/>
                <a:gd name="T11" fmla="*/ 353 h 727"/>
                <a:gd name="T12" fmla="*/ 299 w 697"/>
                <a:gd name="T13" fmla="*/ 304 h 727"/>
                <a:gd name="T14" fmla="*/ 0 w 697"/>
                <a:gd name="T15" fmla="*/ 5 h 727"/>
                <a:gd name="T16" fmla="*/ 5 w 697"/>
                <a:gd name="T17" fmla="*/ 0 h 727"/>
                <a:gd name="T18" fmla="*/ 305 w 697"/>
                <a:gd name="T19" fmla="*/ 300 h 727"/>
                <a:gd name="T20" fmla="*/ 306 w 697"/>
                <a:gd name="T21" fmla="*/ 303 h 727"/>
                <a:gd name="T22" fmla="*/ 306 w 697"/>
                <a:gd name="T23" fmla="*/ 351 h 727"/>
                <a:gd name="T24" fmla="*/ 658 w 697"/>
                <a:gd name="T25" fmla="*/ 703 h 727"/>
                <a:gd name="T26" fmla="*/ 677 w 697"/>
                <a:gd name="T27" fmla="*/ 703 h 727"/>
                <a:gd name="T28" fmla="*/ 679 w 697"/>
                <a:gd name="T29" fmla="*/ 704 h 727"/>
                <a:gd name="T30" fmla="*/ 697 w 697"/>
                <a:gd name="T31" fmla="*/ 722 h 727"/>
                <a:gd name="T32" fmla="*/ 693 w 697"/>
                <a:gd name="T33" fmla="*/ 727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7" h="727">
                  <a:moveTo>
                    <a:pt x="693" y="727"/>
                  </a:moveTo>
                  <a:cubicBezTo>
                    <a:pt x="675" y="710"/>
                    <a:pt x="675" y="710"/>
                    <a:pt x="675" y="710"/>
                  </a:cubicBezTo>
                  <a:cubicBezTo>
                    <a:pt x="657" y="710"/>
                    <a:pt x="657" y="710"/>
                    <a:pt x="657" y="710"/>
                  </a:cubicBezTo>
                  <a:cubicBezTo>
                    <a:pt x="656" y="710"/>
                    <a:pt x="655" y="710"/>
                    <a:pt x="654" y="709"/>
                  </a:cubicBezTo>
                  <a:cubicBezTo>
                    <a:pt x="300" y="355"/>
                    <a:pt x="300" y="355"/>
                    <a:pt x="300" y="355"/>
                  </a:cubicBezTo>
                  <a:cubicBezTo>
                    <a:pt x="300" y="354"/>
                    <a:pt x="299" y="354"/>
                    <a:pt x="299" y="353"/>
                  </a:cubicBezTo>
                  <a:cubicBezTo>
                    <a:pt x="299" y="304"/>
                    <a:pt x="299" y="304"/>
                    <a:pt x="299" y="30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306" y="301"/>
                    <a:pt x="306" y="302"/>
                    <a:pt x="306" y="303"/>
                  </a:cubicBezTo>
                  <a:cubicBezTo>
                    <a:pt x="306" y="351"/>
                    <a:pt x="306" y="351"/>
                    <a:pt x="306" y="351"/>
                  </a:cubicBezTo>
                  <a:cubicBezTo>
                    <a:pt x="658" y="703"/>
                    <a:pt x="658" y="703"/>
                    <a:pt x="658" y="703"/>
                  </a:cubicBezTo>
                  <a:cubicBezTo>
                    <a:pt x="677" y="703"/>
                    <a:pt x="677" y="703"/>
                    <a:pt x="677" y="703"/>
                  </a:cubicBezTo>
                  <a:cubicBezTo>
                    <a:pt x="678" y="703"/>
                    <a:pt x="679" y="704"/>
                    <a:pt x="679" y="704"/>
                  </a:cubicBezTo>
                  <a:cubicBezTo>
                    <a:pt x="697" y="722"/>
                    <a:pt x="697" y="722"/>
                    <a:pt x="697" y="722"/>
                  </a:cubicBezTo>
                  <a:lnTo>
                    <a:pt x="693" y="72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7" name="Freeform 542"/>
            <p:cNvSpPr>
              <a:spLocks/>
            </p:cNvSpPr>
            <p:nvPr/>
          </p:nvSpPr>
          <p:spPr bwMode="auto">
            <a:xfrm flipV="1">
              <a:off x="1333502" y="6053136"/>
              <a:ext cx="2717800" cy="2627313"/>
            </a:xfrm>
            <a:custGeom>
              <a:avLst/>
              <a:gdLst>
                <a:gd name="T0" fmla="*/ 720 w 724"/>
                <a:gd name="T1" fmla="*/ 700 h 700"/>
                <a:gd name="T2" fmla="*/ 712 w 724"/>
                <a:gd name="T3" fmla="*/ 692 h 700"/>
                <a:gd name="T4" fmla="*/ 629 w 724"/>
                <a:gd name="T5" fmla="*/ 692 h 700"/>
                <a:gd name="T6" fmla="*/ 628 w 724"/>
                <a:gd name="T7" fmla="*/ 691 h 700"/>
                <a:gd name="T8" fmla="*/ 319 w 724"/>
                <a:gd name="T9" fmla="*/ 382 h 700"/>
                <a:gd name="T10" fmla="*/ 318 w 724"/>
                <a:gd name="T11" fmla="*/ 380 h 700"/>
                <a:gd name="T12" fmla="*/ 318 w 724"/>
                <a:gd name="T13" fmla="*/ 322 h 700"/>
                <a:gd name="T14" fmla="*/ 0 w 724"/>
                <a:gd name="T15" fmla="*/ 3 h 700"/>
                <a:gd name="T16" fmla="*/ 3 w 724"/>
                <a:gd name="T17" fmla="*/ 0 h 700"/>
                <a:gd name="T18" fmla="*/ 323 w 724"/>
                <a:gd name="T19" fmla="*/ 319 h 700"/>
                <a:gd name="T20" fmla="*/ 323 w 724"/>
                <a:gd name="T21" fmla="*/ 321 h 700"/>
                <a:gd name="T22" fmla="*/ 323 w 724"/>
                <a:gd name="T23" fmla="*/ 379 h 700"/>
                <a:gd name="T24" fmla="*/ 630 w 724"/>
                <a:gd name="T25" fmla="*/ 687 h 700"/>
                <a:gd name="T26" fmla="*/ 713 w 724"/>
                <a:gd name="T27" fmla="*/ 687 h 700"/>
                <a:gd name="T28" fmla="*/ 715 w 724"/>
                <a:gd name="T29" fmla="*/ 687 h 700"/>
                <a:gd name="T30" fmla="*/ 724 w 724"/>
                <a:gd name="T31" fmla="*/ 696 h 700"/>
                <a:gd name="T32" fmla="*/ 720 w 724"/>
                <a:gd name="T33" fmla="*/ 70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4" h="700">
                  <a:moveTo>
                    <a:pt x="720" y="700"/>
                  </a:moveTo>
                  <a:cubicBezTo>
                    <a:pt x="712" y="692"/>
                    <a:pt x="712" y="692"/>
                    <a:pt x="712" y="692"/>
                  </a:cubicBezTo>
                  <a:cubicBezTo>
                    <a:pt x="629" y="692"/>
                    <a:pt x="629" y="692"/>
                    <a:pt x="629" y="692"/>
                  </a:cubicBezTo>
                  <a:cubicBezTo>
                    <a:pt x="629" y="692"/>
                    <a:pt x="628" y="691"/>
                    <a:pt x="628" y="691"/>
                  </a:cubicBezTo>
                  <a:cubicBezTo>
                    <a:pt x="319" y="382"/>
                    <a:pt x="319" y="382"/>
                    <a:pt x="319" y="382"/>
                  </a:cubicBezTo>
                  <a:cubicBezTo>
                    <a:pt x="318" y="382"/>
                    <a:pt x="318" y="381"/>
                    <a:pt x="318" y="380"/>
                  </a:cubicBezTo>
                  <a:cubicBezTo>
                    <a:pt x="318" y="322"/>
                    <a:pt x="318" y="322"/>
                    <a:pt x="318" y="3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23" y="319"/>
                    <a:pt x="323" y="319"/>
                    <a:pt x="323" y="319"/>
                  </a:cubicBezTo>
                  <a:cubicBezTo>
                    <a:pt x="323" y="319"/>
                    <a:pt x="323" y="320"/>
                    <a:pt x="323" y="321"/>
                  </a:cubicBezTo>
                  <a:cubicBezTo>
                    <a:pt x="323" y="379"/>
                    <a:pt x="323" y="379"/>
                    <a:pt x="323" y="379"/>
                  </a:cubicBezTo>
                  <a:cubicBezTo>
                    <a:pt x="630" y="687"/>
                    <a:pt x="630" y="687"/>
                    <a:pt x="630" y="687"/>
                  </a:cubicBezTo>
                  <a:cubicBezTo>
                    <a:pt x="713" y="687"/>
                    <a:pt x="713" y="687"/>
                    <a:pt x="713" y="687"/>
                  </a:cubicBezTo>
                  <a:cubicBezTo>
                    <a:pt x="714" y="687"/>
                    <a:pt x="714" y="687"/>
                    <a:pt x="715" y="687"/>
                  </a:cubicBezTo>
                  <a:cubicBezTo>
                    <a:pt x="724" y="696"/>
                    <a:pt x="724" y="696"/>
                    <a:pt x="724" y="696"/>
                  </a:cubicBezTo>
                  <a:lnTo>
                    <a:pt x="720" y="7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8" name="Freeform 543"/>
            <p:cNvSpPr>
              <a:spLocks/>
            </p:cNvSpPr>
            <p:nvPr/>
          </p:nvSpPr>
          <p:spPr bwMode="auto">
            <a:xfrm flipV="1">
              <a:off x="1487489" y="6451598"/>
              <a:ext cx="2263775" cy="2379663"/>
            </a:xfrm>
            <a:custGeom>
              <a:avLst/>
              <a:gdLst>
                <a:gd name="T0" fmla="*/ 603 w 603"/>
                <a:gd name="T1" fmla="*/ 634 h 634"/>
                <a:gd name="T2" fmla="*/ 599 w 603"/>
                <a:gd name="T3" fmla="*/ 634 h 634"/>
                <a:gd name="T4" fmla="*/ 599 w 603"/>
                <a:gd name="T5" fmla="*/ 602 h 634"/>
                <a:gd name="T6" fmla="*/ 0 w 603"/>
                <a:gd name="T7" fmla="*/ 2 h 634"/>
                <a:gd name="T8" fmla="*/ 2 w 603"/>
                <a:gd name="T9" fmla="*/ 0 h 634"/>
                <a:gd name="T10" fmla="*/ 602 w 603"/>
                <a:gd name="T11" fmla="*/ 600 h 634"/>
                <a:gd name="T12" fmla="*/ 603 w 603"/>
                <a:gd name="T13" fmla="*/ 601 h 634"/>
                <a:gd name="T14" fmla="*/ 603 w 603"/>
                <a:gd name="T15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634">
                  <a:moveTo>
                    <a:pt x="603" y="634"/>
                  </a:moveTo>
                  <a:cubicBezTo>
                    <a:pt x="599" y="634"/>
                    <a:pt x="599" y="634"/>
                    <a:pt x="599" y="634"/>
                  </a:cubicBezTo>
                  <a:cubicBezTo>
                    <a:pt x="599" y="602"/>
                    <a:pt x="599" y="602"/>
                    <a:pt x="599" y="60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2" y="600"/>
                    <a:pt x="602" y="600"/>
                    <a:pt x="602" y="600"/>
                  </a:cubicBezTo>
                  <a:cubicBezTo>
                    <a:pt x="603" y="600"/>
                    <a:pt x="603" y="601"/>
                    <a:pt x="603" y="601"/>
                  </a:cubicBezTo>
                  <a:lnTo>
                    <a:pt x="603" y="6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9" name="Freeform 544"/>
            <p:cNvSpPr>
              <a:spLocks/>
            </p:cNvSpPr>
            <p:nvPr/>
          </p:nvSpPr>
          <p:spPr bwMode="auto">
            <a:xfrm flipV="1">
              <a:off x="2095502" y="6819898"/>
              <a:ext cx="1658937" cy="1808163"/>
            </a:xfrm>
            <a:custGeom>
              <a:avLst/>
              <a:gdLst>
                <a:gd name="T0" fmla="*/ 439 w 442"/>
                <a:gd name="T1" fmla="*/ 482 h 482"/>
                <a:gd name="T2" fmla="*/ 314 w 442"/>
                <a:gd name="T3" fmla="*/ 356 h 482"/>
                <a:gd name="T4" fmla="*/ 313 w 442"/>
                <a:gd name="T5" fmla="*/ 355 h 482"/>
                <a:gd name="T6" fmla="*/ 313 w 442"/>
                <a:gd name="T7" fmla="*/ 274 h 482"/>
                <a:gd name="T8" fmla="*/ 42 w 442"/>
                <a:gd name="T9" fmla="*/ 3 h 482"/>
                <a:gd name="T10" fmla="*/ 17 w 442"/>
                <a:gd name="T11" fmla="*/ 3 h 482"/>
                <a:gd name="T12" fmla="*/ 4 w 442"/>
                <a:gd name="T13" fmla="*/ 16 h 482"/>
                <a:gd name="T14" fmla="*/ 4 w 442"/>
                <a:gd name="T15" fmla="*/ 46 h 482"/>
                <a:gd name="T16" fmla="*/ 231 w 442"/>
                <a:gd name="T17" fmla="*/ 273 h 482"/>
                <a:gd name="T18" fmla="*/ 228 w 442"/>
                <a:gd name="T19" fmla="*/ 276 h 482"/>
                <a:gd name="T20" fmla="*/ 1 w 442"/>
                <a:gd name="T21" fmla="*/ 48 h 482"/>
                <a:gd name="T22" fmla="*/ 0 w 442"/>
                <a:gd name="T23" fmla="*/ 47 h 482"/>
                <a:gd name="T24" fmla="*/ 0 w 442"/>
                <a:gd name="T25" fmla="*/ 16 h 482"/>
                <a:gd name="T26" fmla="*/ 1 w 442"/>
                <a:gd name="T27" fmla="*/ 15 h 482"/>
                <a:gd name="T28" fmla="*/ 15 w 442"/>
                <a:gd name="T29" fmla="*/ 0 h 482"/>
                <a:gd name="T30" fmla="*/ 16 w 442"/>
                <a:gd name="T31" fmla="*/ 0 h 482"/>
                <a:gd name="T32" fmla="*/ 43 w 442"/>
                <a:gd name="T33" fmla="*/ 0 h 482"/>
                <a:gd name="T34" fmla="*/ 44 w 442"/>
                <a:gd name="T35" fmla="*/ 0 h 482"/>
                <a:gd name="T36" fmla="*/ 316 w 442"/>
                <a:gd name="T37" fmla="*/ 272 h 482"/>
                <a:gd name="T38" fmla="*/ 317 w 442"/>
                <a:gd name="T39" fmla="*/ 274 h 482"/>
                <a:gd name="T40" fmla="*/ 317 w 442"/>
                <a:gd name="T41" fmla="*/ 354 h 482"/>
                <a:gd name="T42" fmla="*/ 442 w 442"/>
                <a:gd name="T43" fmla="*/ 479 h 482"/>
                <a:gd name="T44" fmla="*/ 439 w 442"/>
                <a:gd name="T45" fmla="*/ 48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2" h="482">
                  <a:moveTo>
                    <a:pt x="439" y="482"/>
                  </a:moveTo>
                  <a:cubicBezTo>
                    <a:pt x="314" y="356"/>
                    <a:pt x="314" y="356"/>
                    <a:pt x="314" y="356"/>
                  </a:cubicBezTo>
                  <a:cubicBezTo>
                    <a:pt x="313" y="356"/>
                    <a:pt x="313" y="355"/>
                    <a:pt x="313" y="355"/>
                  </a:cubicBezTo>
                  <a:cubicBezTo>
                    <a:pt x="313" y="274"/>
                    <a:pt x="313" y="274"/>
                    <a:pt x="313" y="27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31" y="273"/>
                    <a:pt x="231" y="273"/>
                    <a:pt x="231" y="273"/>
                  </a:cubicBezTo>
                  <a:cubicBezTo>
                    <a:pt x="228" y="276"/>
                    <a:pt x="228" y="276"/>
                    <a:pt x="228" y="276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7"/>
                    <a:pt x="0" y="4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0"/>
                    <a:pt x="44" y="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3"/>
                    <a:pt x="317" y="273"/>
                    <a:pt x="317" y="274"/>
                  </a:cubicBezTo>
                  <a:cubicBezTo>
                    <a:pt x="317" y="354"/>
                    <a:pt x="317" y="354"/>
                    <a:pt x="317" y="354"/>
                  </a:cubicBezTo>
                  <a:cubicBezTo>
                    <a:pt x="442" y="479"/>
                    <a:pt x="442" y="479"/>
                    <a:pt x="442" y="479"/>
                  </a:cubicBezTo>
                  <a:lnTo>
                    <a:pt x="439" y="4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0" name="Freeform 545"/>
            <p:cNvSpPr>
              <a:spLocks/>
            </p:cNvSpPr>
            <p:nvPr/>
          </p:nvSpPr>
          <p:spPr bwMode="auto">
            <a:xfrm flipV="1">
              <a:off x="2009777" y="6635749"/>
              <a:ext cx="1914525" cy="2079625"/>
            </a:xfrm>
            <a:custGeom>
              <a:avLst/>
              <a:gdLst>
                <a:gd name="T0" fmla="*/ 508 w 510"/>
                <a:gd name="T1" fmla="*/ 554 h 554"/>
                <a:gd name="T2" fmla="*/ 499 w 510"/>
                <a:gd name="T3" fmla="*/ 546 h 554"/>
                <a:gd name="T4" fmla="*/ 499 w 510"/>
                <a:gd name="T5" fmla="*/ 545 h 554"/>
                <a:gd name="T6" fmla="*/ 499 w 510"/>
                <a:gd name="T7" fmla="*/ 500 h 554"/>
                <a:gd name="T8" fmla="*/ 364 w 510"/>
                <a:gd name="T9" fmla="*/ 365 h 554"/>
                <a:gd name="T10" fmla="*/ 364 w 510"/>
                <a:gd name="T11" fmla="*/ 364 h 554"/>
                <a:gd name="T12" fmla="*/ 364 w 510"/>
                <a:gd name="T13" fmla="*/ 299 h 554"/>
                <a:gd name="T14" fmla="*/ 68 w 510"/>
                <a:gd name="T15" fmla="*/ 3 h 554"/>
                <a:gd name="T16" fmla="*/ 34 w 510"/>
                <a:gd name="T17" fmla="*/ 3 h 554"/>
                <a:gd name="T18" fmla="*/ 4 w 510"/>
                <a:gd name="T19" fmla="*/ 34 h 554"/>
                <a:gd name="T20" fmla="*/ 4 w 510"/>
                <a:gd name="T21" fmla="*/ 73 h 554"/>
                <a:gd name="T22" fmla="*/ 210 w 510"/>
                <a:gd name="T23" fmla="*/ 279 h 554"/>
                <a:gd name="T24" fmla="*/ 207 w 510"/>
                <a:gd name="T25" fmla="*/ 282 h 554"/>
                <a:gd name="T26" fmla="*/ 1 w 510"/>
                <a:gd name="T27" fmla="*/ 75 h 554"/>
                <a:gd name="T28" fmla="*/ 0 w 510"/>
                <a:gd name="T29" fmla="*/ 74 h 554"/>
                <a:gd name="T30" fmla="*/ 0 w 510"/>
                <a:gd name="T31" fmla="*/ 33 h 554"/>
                <a:gd name="T32" fmla="*/ 1 w 510"/>
                <a:gd name="T33" fmla="*/ 32 h 554"/>
                <a:gd name="T34" fmla="*/ 32 w 510"/>
                <a:gd name="T35" fmla="*/ 0 h 554"/>
                <a:gd name="T36" fmla="*/ 34 w 510"/>
                <a:gd name="T37" fmla="*/ 0 h 554"/>
                <a:gd name="T38" fmla="*/ 34 w 510"/>
                <a:gd name="T39" fmla="*/ 0 h 554"/>
                <a:gd name="T40" fmla="*/ 68 w 510"/>
                <a:gd name="T41" fmla="*/ 0 h 554"/>
                <a:gd name="T42" fmla="*/ 70 w 510"/>
                <a:gd name="T43" fmla="*/ 0 h 554"/>
                <a:gd name="T44" fmla="*/ 366 w 510"/>
                <a:gd name="T45" fmla="*/ 297 h 554"/>
                <a:gd name="T46" fmla="*/ 367 w 510"/>
                <a:gd name="T47" fmla="*/ 298 h 554"/>
                <a:gd name="T48" fmla="*/ 367 w 510"/>
                <a:gd name="T49" fmla="*/ 363 h 554"/>
                <a:gd name="T50" fmla="*/ 502 w 510"/>
                <a:gd name="T51" fmla="*/ 498 h 554"/>
                <a:gd name="T52" fmla="*/ 502 w 510"/>
                <a:gd name="T53" fmla="*/ 499 h 554"/>
                <a:gd name="T54" fmla="*/ 502 w 510"/>
                <a:gd name="T55" fmla="*/ 544 h 554"/>
                <a:gd name="T56" fmla="*/ 510 w 510"/>
                <a:gd name="T57" fmla="*/ 552 h 554"/>
                <a:gd name="T58" fmla="*/ 508 w 510"/>
                <a:gd name="T59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0" h="554">
                  <a:moveTo>
                    <a:pt x="508" y="554"/>
                  </a:moveTo>
                  <a:cubicBezTo>
                    <a:pt x="499" y="546"/>
                    <a:pt x="499" y="546"/>
                    <a:pt x="499" y="546"/>
                  </a:cubicBezTo>
                  <a:cubicBezTo>
                    <a:pt x="499" y="546"/>
                    <a:pt x="499" y="545"/>
                    <a:pt x="499" y="545"/>
                  </a:cubicBezTo>
                  <a:cubicBezTo>
                    <a:pt x="499" y="500"/>
                    <a:pt x="499" y="500"/>
                    <a:pt x="499" y="500"/>
                  </a:cubicBezTo>
                  <a:cubicBezTo>
                    <a:pt x="364" y="365"/>
                    <a:pt x="364" y="365"/>
                    <a:pt x="364" y="365"/>
                  </a:cubicBezTo>
                  <a:cubicBezTo>
                    <a:pt x="364" y="365"/>
                    <a:pt x="364" y="364"/>
                    <a:pt x="364" y="364"/>
                  </a:cubicBezTo>
                  <a:cubicBezTo>
                    <a:pt x="364" y="299"/>
                    <a:pt x="364" y="299"/>
                    <a:pt x="364" y="299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210" y="279"/>
                    <a:pt x="210" y="279"/>
                    <a:pt x="210" y="27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0" y="75"/>
                    <a:pt x="0" y="7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2"/>
                    <a:pt x="1" y="32"/>
                    <a:pt x="1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366" y="297"/>
                    <a:pt x="366" y="297"/>
                    <a:pt x="366" y="297"/>
                  </a:cubicBezTo>
                  <a:cubicBezTo>
                    <a:pt x="367" y="297"/>
                    <a:pt x="367" y="298"/>
                    <a:pt x="367" y="298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502" y="498"/>
                    <a:pt x="502" y="498"/>
                    <a:pt x="502" y="498"/>
                  </a:cubicBezTo>
                  <a:cubicBezTo>
                    <a:pt x="502" y="498"/>
                    <a:pt x="502" y="499"/>
                    <a:pt x="502" y="499"/>
                  </a:cubicBezTo>
                  <a:cubicBezTo>
                    <a:pt x="502" y="544"/>
                    <a:pt x="502" y="544"/>
                    <a:pt x="502" y="544"/>
                  </a:cubicBezTo>
                  <a:cubicBezTo>
                    <a:pt x="510" y="552"/>
                    <a:pt x="510" y="552"/>
                    <a:pt x="510" y="552"/>
                  </a:cubicBezTo>
                  <a:lnTo>
                    <a:pt x="508" y="5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1" name="Freeform 546"/>
            <p:cNvSpPr>
              <a:spLocks/>
            </p:cNvSpPr>
            <p:nvPr/>
          </p:nvSpPr>
          <p:spPr bwMode="auto">
            <a:xfrm flipV="1">
              <a:off x="2171702" y="6492874"/>
              <a:ext cx="2044700" cy="2060575"/>
            </a:xfrm>
            <a:custGeom>
              <a:avLst/>
              <a:gdLst>
                <a:gd name="T0" fmla="*/ 480 w 545"/>
                <a:gd name="T1" fmla="*/ 549 h 549"/>
                <a:gd name="T2" fmla="*/ 453 w 545"/>
                <a:gd name="T3" fmla="*/ 549 h 549"/>
                <a:gd name="T4" fmla="*/ 451 w 545"/>
                <a:gd name="T5" fmla="*/ 548 h 549"/>
                <a:gd name="T6" fmla="*/ 438 w 545"/>
                <a:gd name="T7" fmla="*/ 535 h 549"/>
                <a:gd name="T8" fmla="*/ 437 w 545"/>
                <a:gd name="T9" fmla="*/ 534 h 549"/>
                <a:gd name="T10" fmla="*/ 437 w 545"/>
                <a:gd name="T11" fmla="*/ 520 h 549"/>
                <a:gd name="T12" fmla="*/ 275 w 545"/>
                <a:gd name="T13" fmla="*/ 357 h 549"/>
                <a:gd name="T14" fmla="*/ 274 w 545"/>
                <a:gd name="T15" fmla="*/ 356 h 549"/>
                <a:gd name="T16" fmla="*/ 274 w 545"/>
                <a:gd name="T17" fmla="*/ 256 h 549"/>
                <a:gd name="T18" fmla="*/ 22 w 545"/>
                <a:gd name="T19" fmla="*/ 3 h 549"/>
                <a:gd name="T20" fmla="*/ 9 w 545"/>
                <a:gd name="T21" fmla="*/ 3 h 549"/>
                <a:gd name="T22" fmla="*/ 3 w 545"/>
                <a:gd name="T23" fmla="*/ 9 h 549"/>
                <a:gd name="T24" fmla="*/ 3 w 545"/>
                <a:gd name="T25" fmla="*/ 17 h 549"/>
                <a:gd name="T26" fmla="*/ 194 w 545"/>
                <a:gd name="T27" fmla="*/ 208 h 549"/>
                <a:gd name="T28" fmla="*/ 192 w 545"/>
                <a:gd name="T29" fmla="*/ 211 h 549"/>
                <a:gd name="T30" fmla="*/ 0 w 545"/>
                <a:gd name="T31" fmla="*/ 19 h 549"/>
                <a:gd name="T32" fmla="*/ 0 w 545"/>
                <a:gd name="T33" fmla="*/ 18 h 549"/>
                <a:gd name="T34" fmla="*/ 0 w 545"/>
                <a:gd name="T35" fmla="*/ 8 h 549"/>
                <a:gd name="T36" fmla="*/ 0 w 545"/>
                <a:gd name="T37" fmla="*/ 7 h 549"/>
                <a:gd name="T38" fmla="*/ 7 w 545"/>
                <a:gd name="T39" fmla="*/ 0 h 549"/>
                <a:gd name="T40" fmla="*/ 8 w 545"/>
                <a:gd name="T41" fmla="*/ 0 h 549"/>
                <a:gd name="T42" fmla="*/ 8 w 545"/>
                <a:gd name="T43" fmla="*/ 0 h 549"/>
                <a:gd name="T44" fmla="*/ 22 w 545"/>
                <a:gd name="T45" fmla="*/ 0 h 549"/>
                <a:gd name="T46" fmla="*/ 24 w 545"/>
                <a:gd name="T47" fmla="*/ 0 h 549"/>
                <a:gd name="T48" fmla="*/ 277 w 545"/>
                <a:gd name="T49" fmla="*/ 254 h 549"/>
                <a:gd name="T50" fmla="*/ 278 w 545"/>
                <a:gd name="T51" fmla="*/ 255 h 549"/>
                <a:gd name="T52" fmla="*/ 278 w 545"/>
                <a:gd name="T53" fmla="*/ 355 h 549"/>
                <a:gd name="T54" fmla="*/ 440 w 545"/>
                <a:gd name="T55" fmla="*/ 518 h 549"/>
                <a:gd name="T56" fmla="*/ 441 w 545"/>
                <a:gd name="T57" fmla="*/ 519 h 549"/>
                <a:gd name="T58" fmla="*/ 441 w 545"/>
                <a:gd name="T59" fmla="*/ 533 h 549"/>
                <a:gd name="T60" fmla="*/ 453 w 545"/>
                <a:gd name="T61" fmla="*/ 545 h 549"/>
                <a:gd name="T62" fmla="*/ 480 w 545"/>
                <a:gd name="T63" fmla="*/ 545 h 549"/>
                <a:gd name="T64" fmla="*/ 500 w 545"/>
                <a:gd name="T65" fmla="*/ 525 h 549"/>
                <a:gd name="T66" fmla="*/ 501 w 545"/>
                <a:gd name="T67" fmla="*/ 524 h 549"/>
                <a:gd name="T68" fmla="*/ 545 w 545"/>
                <a:gd name="T69" fmla="*/ 524 h 549"/>
                <a:gd name="T70" fmla="*/ 545 w 545"/>
                <a:gd name="T71" fmla="*/ 528 h 549"/>
                <a:gd name="T72" fmla="*/ 502 w 545"/>
                <a:gd name="T73" fmla="*/ 528 h 549"/>
                <a:gd name="T74" fmla="*/ 481 w 545"/>
                <a:gd name="T75" fmla="*/ 548 h 549"/>
                <a:gd name="T76" fmla="*/ 480 w 545"/>
                <a:gd name="T77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5" h="549">
                  <a:moveTo>
                    <a:pt x="480" y="549"/>
                  </a:moveTo>
                  <a:cubicBezTo>
                    <a:pt x="453" y="549"/>
                    <a:pt x="453" y="549"/>
                    <a:pt x="453" y="549"/>
                  </a:cubicBezTo>
                  <a:cubicBezTo>
                    <a:pt x="452" y="549"/>
                    <a:pt x="452" y="548"/>
                    <a:pt x="451" y="548"/>
                  </a:cubicBezTo>
                  <a:cubicBezTo>
                    <a:pt x="438" y="535"/>
                    <a:pt x="438" y="535"/>
                    <a:pt x="438" y="535"/>
                  </a:cubicBezTo>
                  <a:cubicBezTo>
                    <a:pt x="438" y="534"/>
                    <a:pt x="437" y="534"/>
                    <a:pt x="437" y="534"/>
                  </a:cubicBezTo>
                  <a:cubicBezTo>
                    <a:pt x="437" y="520"/>
                    <a:pt x="437" y="520"/>
                    <a:pt x="437" y="520"/>
                  </a:cubicBezTo>
                  <a:cubicBezTo>
                    <a:pt x="275" y="357"/>
                    <a:pt x="275" y="357"/>
                    <a:pt x="275" y="357"/>
                  </a:cubicBezTo>
                  <a:cubicBezTo>
                    <a:pt x="274" y="357"/>
                    <a:pt x="274" y="356"/>
                    <a:pt x="274" y="356"/>
                  </a:cubicBezTo>
                  <a:cubicBezTo>
                    <a:pt x="274" y="256"/>
                    <a:pt x="274" y="256"/>
                    <a:pt x="274" y="256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94" y="208"/>
                    <a:pt x="194" y="208"/>
                    <a:pt x="194" y="208"/>
                  </a:cubicBezTo>
                  <a:cubicBezTo>
                    <a:pt x="192" y="211"/>
                    <a:pt x="192" y="211"/>
                    <a:pt x="192" y="2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8"/>
                    <a:pt x="0" y="1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77" y="254"/>
                    <a:pt x="277" y="254"/>
                    <a:pt x="277" y="254"/>
                  </a:cubicBezTo>
                  <a:cubicBezTo>
                    <a:pt x="277" y="254"/>
                    <a:pt x="278" y="255"/>
                    <a:pt x="278" y="255"/>
                  </a:cubicBezTo>
                  <a:cubicBezTo>
                    <a:pt x="278" y="355"/>
                    <a:pt x="278" y="355"/>
                    <a:pt x="278" y="355"/>
                  </a:cubicBezTo>
                  <a:cubicBezTo>
                    <a:pt x="440" y="518"/>
                    <a:pt x="440" y="518"/>
                    <a:pt x="440" y="518"/>
                  </a:cubicBezTo>
                  <a:cubicBezTo>
                    <a:pt x="441" y="518"/>
                    <a:pt x="441" y="519"/>
                    <a:pt x="441" y="519"/>
                  </a:cubicBezTo>
                  <a:cubicBezTo>
                    <a:pt x="441" y="533"/>
                    <a:pt x="441" y="533"/>
                    <a:pt x="441" y="533"/>
                  </a:cubicBezTo>
                  <a:cubicBezTo>
                    <a:pt x="453" y="545"/>
                    <a:pt x="453" y="545"/>
                    <a:pt x="453" y="545"/>
                  </a:cubicBezTo>
                  <a:cubicBezTo>
                    <a:pt x="480" y="545"/>
                    <a:pt x="480" y="545"/>
                    <a:pt x="480" y="545"/>
                  </a:cubicBezTo>
                  <a:cubicBezTo>
                    <a:pt x="500" y="525"/>
                    <a:pt x="500" y="525"/>
                    <a:pt x="500" y="525"/>
                  </a:cubicBezTo>
                  <a:cubicBezTo>
                    <a:pt x="500" y="525"/>
                    <a:pt x="501" y="524"/>
                    <a:pt x="501" y="524"/>
                  </a:cubicBezTo>
                  <a:cubicBezTo>
                    <a:pt x="545" y="524"/>
                    <a:pt x="545" y="524"/>
                    <a:pt x="545" y="524"/>
                  </a:cubicBezTo>
                  <a:cubicBezTo>
                    <a:pt x="545" y="528"/>
                    <a:pt x="545" y="528"/>
                    <a:pt x="545" y="528"/>
                  </a:cubicBezTo>
                  <a:cubicBezTo>
                    <a:pt x="502" y="528"/>
                    <a:pt x="502" y="528"/>
                    <a:pt x="502" y="528"/>
                  </a:cubicBezTo>
                  <a:cubicBezTo>
                    <a:pt x="481" y="548"/>
                    <a:pt x="481" y="548"/>
                    <a:pt x="481" y="548"/>
                  </a:cubicBezTo>
                  <a:cubicBezTo>
                    <a:pt x="481" y="548"/>
                    <a:pt x="481" y="549"/>
                    <a:pt x="480" y="5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2" name="Freeform 547"/>
            <p:cNvSpPr>
              <a:spLocks/>
            </p:cNvSpPr>
            <p:nvPr/>
          </p:nvSpPr>
          <p:spPr bwMode="auto">
            <a:xfrm flipV="1">
              <a:off x="1874839" y="6440486"/>
              <a:ext cx="2644775" cy="2781300"/>
            </a:xfrm>
            <a:custGeom>
              <a:avLst/>
              <a:gdLst>
                <a:gd name="T0" fmla="*/ 699 w 705"/>
                <a:gd name="T1" fmla="*/ 741 h 741"/>
                <a:gd name="T2" fmla="*/ 697 w 705"/>
                <a:gd name="T3" fmla="*/ 739 h 741"/>
                <a:gd name="T4" fmla="*/ 701 w 705"/>
                <a:gd name="T5" fmla="*/ 734 h 741"/>
                <a:gd name="T6" fmla="*/ 701 w 705"/>
                <a:gd name="T7" fmla="*/ 703 h 741"/>
                <a:gd name="T8" fmla="*/ 656 w 705"/>
                <a:gd name="T9" fmla="*/ 657 h 741"/>
                <a:gd name="T10" fmla="*/ 627 w 705"/>
                <a:gd name="T11" fmla="*/ 657 h 741"/>
                <a:gd name="T12" fmla="*/ 607 w 705"/>
                <a:gd name="T13" fmla="*/ 678 h 741"/>
                <a:gd name="T14" fmla="*/ 606 w 705"/>
                <a:gd name="T15" fmla="*/ 678 h 741"/>
                <a:gd name="T16" fmla="*/ 606 w 705"/>
                <a:gd name="T17" fmla="*/ 678 h 741"/>
                <a:gd name="T18" fmla="*/ 579 w 705"/>
                <a:gd name="T19" fmla="*/ 678 h 741"/>
                <a:gd name="T20" fmla="*/ 578 w 705"/>
                <a:gd name="T21" fmla="*/ 678 h 741"/>
                <a:gd name="T22" fmla="*/ 564 w 705"/>
                <a:gd name="T23" fmla="*/ 664 h 741"/>
                <a:gd name="T24" fmla="*/ 564 w 705"/>
                <a:gd name="T25" fmla="*/ 663 h 741"/>
                <a:gd name="T26" fmla="*/ 564 w 705"/>
                <a:gd name="T27" fmla="*/ 634 h 741"/>
                <a:gd name="T28" fmla="*/ 564 w 705"/>
                <a:gd name="T29" fmla="*/ 633 h 741"/>
                <a:gd name="T30" fmla="*/ 584 w 705"/>
                <a:gd name="T31" fmla="*/ 614 h 741"/>
                <a:gd name="T32" fmla="*/ 584 w 705"/>
                <a:gd name="T33" fmla="*/ 586 h 741"/>
                <a:gd name="T34" fmla="*/ 0 w 705"/>
                <a:gd name="T35" fmla="*/ 3 h 741"/>
                <a:gd name="T36" fmla="*/ 3 w 705"/>
                <a:gd name="T37" fmla="*/ 0 h 741"/>
                <a:gd name="T38" fmla="*/ 587 w 705"/>
                <a:gd name="T39" fmla="*/ 584 h 741"/>
                <a:gd name="T40" fmla="*/ 587 w 705"/>
                <a:gd name="T41" fmla="*/ 585 h 741"/>
                <a:gd name="T42" fmla="*/ 587 w 705"/>
                <a:gd name="T43" fmla="*/ 614 h 741"/>
                <a:gd name="T44" fmla="*/ 587 w 705"/>
                <a:gd name="T45" fmla="*/ 615 h 741"/>
                <a:gd name="T46" fmla="*/ 567 w 705"/>
                <a:gd name="T47" fmla="*/ 635 h 741"/>
                <a:gd name="T48" fmla="*/ 567 w 705"/>
                <a:gd name="T49" fmla="*/ 662 h 741"/>
                <a:gd name="T50" fmla="*/ 580 w 705"/>
                <a:gd name="T51" fmla="*/ 675 h 741"/>
                <a:gd name="T52" fmla="*/ 605 w 705"/>
                <a:gd name="T53" fmla="*/ 675 h 741"/>
                <a:gd name="T54" fmla="*/ 625 w 705"/>
                <a:gd name="T55" fmla="*/ 654 h 741"/>
                <a:gd name="T56" fmla="*/ 627 w 705"/>
                <a:gd name="T57" fmla="*/ 654 h 741"/>
                <a:gd name="T58" fmla="*/ 656 w 705"/>
                <a:gd name="T59" fmla="*/ 654 h 741"/>
                <a:gd name="T60" fmla="*/ 658 w 705"/>
                <a:gd name="T61" fmla="*/ 654 h 741"/>
                <a:gd name="T62" fmla="*/ 704 w 705"/>
                <a:gd name="T63" fmla="*/ 701 h 741"/>
                <a:gd name="T64" fmla="*/ 705 w 705"/>
                <a:gd name="T65" fmla="*/ 702 h 741"/>
                <a:gd name="T66" fmla="*/ 705 w 705"/>
                <a:gd name="T67" fmla="*/ 735 h 741"/>
                <a:gd name="T68" fmla="*/ 704 w 705"/>
                <a:gd name="T69" fmla="*/ 736 h 741"/>
                <a:gd name="T70" fmla="*/ 699 w 705"/>
                <a:gd name="T71" fmla="*/ 74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5" h="741">
                  <a:moveTo>
                    <a:pt x="699" y="741"/>
                  </a:moveTo>
                  <a:cubicBezTo>
                    <a:pt x="697" y="739"/>
                    <a:pt x="697" y="739"/>
                    <a:pt x="697" y="739"/>
                  </a:cubicBezTo>
                  <a:cubicBezTo>
                    <a:pt x="701" y="734"/>
                    <a:pt x="701" y="734"/>
                    <a:pt x="701" y="734"/>
                  </a:cubicBezTo>
                  <a:cubicBezTo>
                    <a:pt x="701" y="703"/>
                    <a:pt x="701" y="703"/>
                    <a:pt x="701" y="703"/>
                  </a:cubicBezTo>
                  <a:cubicBezTo>
                    <a:pt x="656" y="657"/>
                    <a:pt x="656" y="657"/>
                    <a:pt x="656" y="657"/>
                  </a:cubicBezTo>
                  <a:cubicBezTo>
                    <a:pt x="627" y="657"/>
                    <a:pt x="627" y="657"/>
                    <a:pt x="627" y="657"/>
                  </a:cubicBezTo>
                  <a:cubicBezTo>
                    <a:pt x="607" y="678"/>
                    <a:pt x="607" y="678"/>
                    <a:pt x="607" y="678"/>
                  </a:cubicBezTo>
                  <a:cubicBezTo>
                    <a:pt x="607" y="678"/>
                    <a:pt x="606" y="678"/>
                    <a:pt x="606" y="678"/>
                  </a:cubicBezTo>
                  <a:cubicBezTo>
                    <a:pt x="606" y="678"/>
                    <a:pt x="606" y="678"/>
                    <a:pt x="606" y="678"/>
                  </a:cubicBezTo>
                  <a:cubicBezTo>
                    <a:pt x="579" y="678"/>
                    <a:pt x="579" y="678"/>
                    <a:pt x="579" y="678"/>
                  </a:cubicBezTo>
                  <a:cubicBezTo>
                    <a:pt x="579" y="678"/>
                    <a:pt x="578" y="678"/>
                    <a:pt x="578" y="678"/>
                  </a:cubicBezTo>
                  <a:cubicBezTo>
                    <a:pt x="564" y="664"/>
                    <a:pt x="564" y="664"/>
                    <a:pt x="564" y="664"/>
                  </a:cubicBezTo>
                  <a:cubicBezTo>
                    <a:pt x="564" y="664"/>
                    <a:pt x="564" y="663"/>
                    <a:pt x="564" y="663"/>
                  </a:cubicBezTo>
                  <a:cubicBezTo>
                    <a:pt x="564" y="634"/>
                    <a:pt x="564" y="634"/>
                    <a:pt x="564" y="634"/>
                  </a:cubicBezTo>
                  <a:cubicBezTo>
                    <a:pt x="564" y="634"/>
                    <a:pt x="564" y="633"/>
                    <a:pt x="564" y="633"/>
                  </a:cubicBezTo>
                  <a:cubicBezTo>
                    <a:pt x="584" y="614"/>
                    <a:pt x="584" y="614"/>
                    <a:pt x="584" y="614"/>
                  </a:cubicBezTo>
                  <a:cubicBezTo>
                    <a:pt x="584" y="586"/>
                    <a:pt x="584" y="586"/>
                    <a:pt x="584" y="58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87" y="584"/>
                    <a:pt x="587" y="584"/>
                    <a:pt x="587" y="584"/>
                  </a:cubicBezTo>
                  <a:cubicBezTo>
                    <a:pt x="587" y="584"/>
                    <a:pt x="587" y="585"/>
                    <a:pt x="587" y="585"/>
                  </a:cubicBezTo>
                  <a:cubicBezTo>
                    <a:pt x="587" y="614"/>
                    <a:pt x="587" y="614"/>
                    <a:pt x="587" y="614"/>
                  </a:cubicBezTo>
                  <a:cubicBezTo>
                    <a:pt x="587" y="615"/>
                    <a:pt x="587" y="615"/>
                    <a:pt x="587" y="615"/>
                  </a:cubicBezTo>
                  <a:cubicBezTo>
                    <a:pt x="567" y="635"/>
                    <a:pt x="567" y="635"/>
                    <a:pt x="567" y="635"/>
                  </a:cubicBezTo>
                  <a:cubicBezTo>
                    <a:pt x="567" y="662"/>
                    <a:pt x="567" y="662"/>
                    <a:pt x="567" y="662"/>
                  </a:cubicBezTo>
                  <a:cubicBezTo>
                    <a:pt x="580" y="675"/>
                    <a:pt x="580" y="675"/>
                    <a:pt x="580" y="675"/>
                  </a:cubicBezTo>
                  <a:cubicBezTo>
                    <a:pt x="605" y="675"/>
                    <a:pt x="605" y="675"/>
                    <a:pt x="605" y="675"/>
                  </a:cubicBezTo>
                  <a:cubicBezTo>
                    <a:pt x="625" y="654"/>
                    <a:pt x="625" y="654"/>
                    <a:pt x="625" y="654"/>
                  </a:cubicBezTo>
                  <a:cubicBezTo>
                    <a:pt x="626" y="654"/>
                    <a:pt x="626" y="654"/>
                    <a:pt x="627" y="654"/>
                  </a:cubicBezTo>
                  <a:cubicBezTo>
                    <a:pt x="656" y="654"/>
                    <a:pt x="656" y="654"/>
                    <a:pt x="656" y="654"/>
                  </a:cubicBezTo>
                  <a:cubicBezTo>
                    <a:pt x="657" y="654"/>
                    <a:pt x="657" y="654"/>
                    <a:pt x="658" y="654"/>
                  </a:cubicBezTo>
                  <a:cubicBezTo>
                    <a:pt x="704" y="701"/>
                    <a:pt x="704" y="701"/>
                    <a:pt x="704" y="701"/>
                  </a:cubicBezTo>
                  <a:cubicBezTo>
                    <a:pt x="705" y="701"/>
                    <a:pt x="705" y="702"/>
                    <a:pt x="705" y="702"/>
                  </a:cubicBezTo>
                  <a:cubicBezTo>
                    <a:pt x="705" y="735"/>
                    <a:pt x="705" y="735"/>
                    <a:pt x="705" y="735"/>
                  </a:cubicBezTo>
                  <a:cubicBezTo>
                    <a:pt x="705" y="735"/>
                    <a:pt x="705" y="736"/>
                    <a:pt x="704" y="736"/>
                  </a:cubicBezTo>
                  <a:lnTo>
                    <a:pt x="699" y="74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3" name="Freeform 548"/>
            <p:cNvSpPr>
              <a:spLocks/>
            </p:cNvSpPr>
            <p:nvPr/>
          </p:nvSpPr>
          <p:spPr bwMode="auto">
            <a:xfrm flipV="1">
              <a:off x="1922464" y="6811961"/>
              <a:ext cx="2260600" cy="2454275"/>
            </a:xfrm>
            <a:custGeom>
              <a:avLst/>
              <a:gdLst>
                <a:gd name="T0" fmla="*/ 594 w 602"/>
                <a:gd name="T1" fmla="*/ 654 h 654"/>
                <a:gd name="T2" fmla="*/ 591 w 602"/>
                <a:gd name="T3" fmla="*/ 651 h 654"/>
                <a:gd name="T4" fmla="*/ 598 w 602"/>
                <a:gd name="T5" fmla="*/ 644 h 654"/>
                <a:gd name="T6" fmla="*/ 598 w 602"/>
                <a:gd name="T7" fmla="*/ 601 h 654"/>
                <a:gd name="T8" fmla="*/ 0 w 602"/>
                <a:gd name="T9" fmla="*/ 2 h 654"/>
                <a:gd name="T10" fmla="*/ 2 w 602"/>
                <a:gd name="T11" fmla="*/ 0 h 654"/>
                <a:gd name="T12" fmla="*/ 601 w 602"/>
                <a:gd name="T13" fmla="*/ 599 h 654"/>
                <a:gd name="T14" fmla="*/ 602 w 602"/>
                <a:gd name="T15" fmla="*/ 600 h 654"/>
                <a:gd name="T16" fmla="*/ 602 w 602"/>
                <a:gd name="T17" fmla="*/ 645 h 654"/>
                <a:gd name="T18" fmla="*/ 601 w 602"/>
                <a:gd name="T19" fmla="*/ 646 h 654"/>
                <a:gd name="T20" fmla="*/ 594 w 602"/>
                <a:gd name="T21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2" h="654">
                  <a:moveTo>
                    <a:pt x="594" y="654"/>
                  </a:moveTo>
                  <a:cubicBezTo>
                    <a:pt x="591" y="651"/>
                    <a:pt x="591" y="651"/>
                    <a:pt x="591" y="651"/>
                  </a:cubicBezTo>
                  <a:cubicBezTo>
                    <a:pt x="598" y="644"/>
                    <a:pt x="598" y="644"/>
                    <a:pt x="598" y="644"/>
                  </a:cubicBezTo>
                  <a:cubicBezTo>
                    <a:pt x="598" y="601"/>
                    <a:pt x="598" y="601"/>
                    <a:pt x="598" y="60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1" y="599"/>
                    <a:pt x="601" y="599"/>
                    <a:pt x="601" y="599"/>
                  </a:cubicBezTo>
                  <a:cubicBezTo>
                    <a:pt x="602" y="599"/>
                    <a:pt x="602" y="600"/>
                    <a:pt x="602" y="600"/>
                  </a:cubicBezTo>
                  <a:cubicBezTo>
                    <a:pt x="602" y="645"/>
                    <a:pt x="602" y="645"/>
                    <a:pt x="602" y="645"/>
                  </a:cubicBezTo>
                  <a:cubicBezTo>
                    <a:pt x="602" y="645"/>
                    <a:pt x="602" y="646"/>
                    <a:pt x="601" y="646"/>
                  </a:cubicBezTo>
                  <a:lnTo>
                    <a:pt x="594" y="65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4" name="Freeform 549"/>
            <p:cNvSpPr>
              <a:spLocks/>
            </p:cNvSpPr>
            <p:nvPr/>
          </p:nvSpPr>
          <p:spPr bwMode="auto">
            <a:xfrm flipV="1">
              <a:off x="2249489" y="6627811"/>
              <a:ext cx="2371725" cy="2701925"/>
            </a:xfrm>
            <a:custGeom>
              <a:avLst/>
              <a:gdLst>
                <a:gd name="T0" fmla="*/ 630 w 632"/>
                <a:gd name="T1" fmla="*/ 720 h 720"/>
                <a:gd name="T2" fmla="*/ 624 w 632"/>
                <a:gd name="T3" fmla="*/ 714 h 720"/>
                <a:gd name="T4" fmla="*/ 623 w 632"/>
                <a:gd name="T5" fmla="*/ 713 h 720"/>
                <a:gd name="T6" fmla="*/ 623 w 632"/>
                <a:gd name="T7" fmla="*/ 670 h 720"/>
                <a:gd name="T8" fmla="*/ 591 w 632"/>
                <a:gd name="T9" fmla="*/ 639 h 720"/>
                <a:gd name="T10" fmla="*/ 562 w 632"/>
                <a:gd name="T11" fmla="*/ 639 h 720"/>
                <a:gd name="T12" fmla="*/ 560 w 632"/>
                <a:gd name="T13" fmla="*/ 638 h 720"/>
                <a:gd name="T14" fmla="*/ 404 w 632"/>
                <a:gd name="T15" fmla="*/ 482 h 720"/>
                <a:gd name="T16" fmla="*/ 404 w 632"/>
                <a:gd name="T17" fmla="*/ 481 h 720"/>
                <a:gd name="T18" fmla="*/ 404 w 632"/>
                <a:gd name="T19" fmla="*/ 436 h 720"/>
                <a:gd name="T20" fmla="*/ 57 w 632"/>
                <a:gd name="T21" fmla="*/ 89 h 720"/>
                <a:gd name="T22" fmla="*/ 31 w 632"/>
                <a:gd name="T23" fmla="*/ 89 h 720"/>
                <a:gd name="T24" fmla="*/ 30 w 632"/>
                <a:gd name="T25" fmla="*/ 88 h 720"/>
                <a:gd name="T26" fmla="*/ 0 w 632"/>
                <a:gd name="T27" fmla="*/ 59 h 720"/>
                <a:gd name="T28" fmla="*/ 0 w 632"/>
                <a:gd name="T29" fmla="*/ 58 h 720"/>
                <a:gd name="T30" fmla="*/ 0 w 632"/>
                <a:gd name="T31" fmla="*/ 21 h 720"/>
                <a:gd name="T32" fmla="*/ 0 w 632"/>
                <a:gd name="T33" fmla="*/ 20 h 720"/>
                <a:gd name="T34" fmla="*/ 21 w 632"/>
                <a:gd name="T35" fmla="*/ 0 h 720"/>
                <a:gd name="T36" fmla="*/ 24 w 632"/>
                <a:gd name="T37" fmla="*/ 2 h 720"/>
                <a:gd name="T38" fmla="*/ 3 w 632"/>
                <a:gd name="T39" fmla="*/ 22 h 720"/>
                <a:gd name="T40" fmla="*/ 3 w 632"/>
                <a:gd name="T41" fmla="*/ 57 h 720"/>
                <a:gd name="T42" fmla="*/ 32 w 632"/>
                <a:gd name="T43" fmla="*/ 85 h 720"/>
                <a:gd name="T44" fmla="*/ 57 w 632"/>
                <a:gd name="T45" fmla="*/ 85 h 720"/>
                <a:gd name="T46" fmla="*/ 59 w 632"/>
                <a:gd name="T47" fmla="*/ 86 h 720"/>
                <a:gd name="T48" fmla="*/ 407 w 632"/>
                <a:gd name="T49" fmla="*/ 434 h 720"/>
                <a:gd name="T50" fmla="*/ 407 w 632"/>
                <a:gd name="T51" fmla="*/ 435 h 720"/>
                <a:gd name="T52" fmla="*/ 407 w 632"/>
                <a:gd name="T53" fmla="*/ 480 h 720"/>
                <a:gd name="T54" fmla="*/ 562 w 632"/>
                <a:gd name="T55" fmla="*/ 635 h 720"/>
                <a:gd name="T56" fmla="*/ 592 w 632"/>
                <a:gd name="T57" fmla="*/ 635 h 720"/>
                <a:gd name="T58" fmla="*/ 593 w 632"/>
                <a:gd name="T59" fmla="*/ 636 h 720"/>
                <a:gd name="T60" fmla="*/ 626 w 632"/>
                <a:gd name="T61" fmla="*/ 669 h 720"/>
                <a:gd name="T62" fmla="*/ 627 w 632"/>
                <a:gd name="T63" fmla="*/ 670 h 720"/>
                <a:gd name="T64" fmla="*/ 627 w 632"/>
                <a:gd name="T65" fmla="*/ 712 h 720"/>
                <a:gd name="T66" fmla="*/ 632 w 632"/>
                <a:gd name="T67" fmla="*/ 717 h 720"/>
                <a:gd name="T68" fmla="*/ 630 w 632"/>
                <a:gd name="T69" fmla="*/ 72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20">
                  <a:moveTo>
                    <a:pt x="630" y="720"/>
                  </a:moveTo>
                  <a:cubicBezTo>
                    <a:pt x="624" y="714"/>
                    <a:pt x="624" y="714"/>
                    <a:pt x="624" y="714"/>
                  </a:cubicBezTo>
                  <a:cubicBezTo>
                    <a:pt x="623" y="714"/>
                    <a:pt x="623" y="713"/>
                    <a:pt x="623" y="713"/>
                  </a:cubicBezTo>
                  <a:cubicBezTo>
                    <a:pt x="623" y="670"/>
                    <a:pt x="623" y="670"/>
                    <a:pt x="623" y="670"/>
                  </a:cubicBezTo>
                  <a:cubicBezTo>
                    <a:pt x="591" y="639"/>
                    <a:pt x="591" y="639"/>
                    <a:pt x="591" y="639"/>
                  </a:cubicBezTo>
                  <a:cubicBezTo>
                    <a:pt x="562" y="639"/>
                    <a:pt x="562" y="639"/>
                    <a:pt x="562" y="639"/>
                  </a:cubicBezTo>
                  <a:cubicBezTo>
                    <a:pt x="561" y="639"/>
                    <a:pt x="561" y="638"/>
                    <a:pt x="560" y="638"/>
                  </a:cubicBezTo>
                  <a:cubicBezTo>
                    <a:pt x="404" y="482"/>
                    <a:pt x="404" y="482"/>
                    <a:pt x="404" y="482"/>
                  </a:cubicBezTo>
                  <a:cubicBezTo>
                    <a:pt x="404" y="482"/>
                    <a:pt x="404" y="481"/>
                    <a:pt x="404" y="481"/>
                  </a:cubicBezTo>
                  <a:cubicBezTo>
                    <a:pt x="404" y="436"/>
                    <a:pt x="404" y="436"/>
                    <a:pt x="404" y="436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8" y="86"/>
                    <a:pt x="59" y="86"/>
                  </a:cubicBezTo>
                  <a:cubicBezTo>
                    <a:pt x="407" y="434"/>
                    <a:pt x="407" y="434"/>
                    <a:pt x="407" y="434"/>
                  </a:cubicBezTo>
                  <a:cubicBezTo>
                    <a:pt x="407" y="434"/>
                    <a:pt x="407" y="435"/>
                    <a:pt x="407" y="435"/>
                  </a:cubicBezTo>
                  <a:cubicBezTo>
                    <a:pt x="407" y="480"/>
                    <a:pt x="407" y="480"/>
                    <a:pt x="407" y="480"/>
                  </a:cubicBezTo>
                  <a:cubicBezTo>
                    <a:pt x="562" y="635"/>
                    <a:pt x="562" y="635"/>
                    <a:pt x="562" y="635"/>
                  </a:cubicBezTo>
                  <a:cubicBezTo>
                    <a:pt x="592" y="635"/>
                    <a:pt x="592" y="635"/>
                    <a:pt x="592" y="635"/>
                  </a:cubicBezTo>
                  <a:cubicBezTo>
                    <a:pt x="593" y="635"/>
                    <a:pt x="593" y="635"/>
                    <a:pt x="593" y="636"/>
                  </a:cubicBezTo>
                  <a:cubicBezTo>
                    <a:pt x="626" y="669"/>
                    <a:pt x="626" y="669"/>
                    <a:pt x="626" y="669"/>
                  </a:cubicBezTo>
                  <a:cubicBezTo>
                    <a:pt x="627" y="669"/>
                    <a:pt x="627" y="669"/>
                    <a:pt x="627" y="670"/>
                  </a:cubicBezTo>
                  <a:cubicBezTo>
                    <a:pt x="627" y="712"/>
                    <a:pt x="627" y="712"/>
                    <a:pt x="627" y="712"/>
                  </a:cubicBezTo>
                  <a:cubicBezTo>
                    <a:pt x="632" y="717"/>
                    <a:pt x="632" y="717"/>
                    <a:pt x="632" y="717"/>
                  </a:cubicBezTo>
                  <a:lnTo>
                    <a:pt x="630" y="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5" name="Freeform 550"/>
            <p:cNvSpPr>
              <a:spLocks/>
            </p:cNvSpPr>
            <p:nvPr/>
          </p:nvSpPr>
          <p:spPr bwMode="auto">
            <a:xfrm flipV="1">
              <a:off x="2406652" y="6234111"/>
              <a:ext cx="2371725" cy="2919413"/>
            </a:xfrm>
            <a:custGeom>
              <a:avLst/>
              <a:gdLst>
                <a:gd name="T0" fmla="*/ 507 w 632"/>
                <a:gd name="T1" fmla="*/ 778 h 778"/>
                <a:gd name="T2" fmla="*/ 507 w 632"/>
                <a:gd name="T3" fmla="*/ 774 h 778"/>
                <a:gd name="T4" fmla="*/ 554 w 632"/>
                <a:gd name="T5" fmla="*/ 774 h 778"/>
                <a:gd name="T6" fmla="*/ 629 w 632"/>
                <a:gd name="T7" fmla="*/ 699 h 778"/>
                <a:gd name="T8" fmla="*/ 629 w 632"/>
                <a:gd name="T9" fmla="*/ 661 h 778"/>
                <a:gd name="T10" fmla="*/ 609 w 632"/>
                <a:gd name="T11" fmla="*/ 641 h 778"/>
                <a:gd name="T12" fmla="*/ 609 w 632"/>
                <a:gd name="T13" fmla="*/ 640 h 778"/>
                <a:gd name="T14" fmla="*/ 609 w 632"/>
                <a:gd name="T15" fmla="*/ 614 h 778"/>
                <a:gd name="T16" fmla="*/ 563 w 632"/>
                <a:gd name="T17" fmla="*/ 568 h 778"/>
                <a:gd name="T18" fmla="*/ 522 w 632"/>
                <a:gd name="T19" fmla="*/ 568 h 778"/>
                <a:gd name="T20" fmla="*/ 520 w 632"/>
                <a:gd name="T21" fmla="*/ 568 h 778"/>
                <a:gd name="T22" fmla="*/ 394 w 632"/>
                <a:gd name="T23" fmla="*/ 441 h 778"/>
                <a:gd name="T24" fmla="*/ 393 w 632"/>
                <a:gd name="T25" fmla="*/ 440 h 778"/>
                <a:gd name="T26" fmla="*/ 393 w 632"/>
                <a:gd name="T27" fmla="*/ 371 h 778"/>
                <a:gd name="T28" fmla="*/ 25 w 632"/>
                <a:gd name="T29" fmla="*/ 3 h 778"/>
                <a:gd name="T30" fmla="*/ 0 w 632"/>
                <a:gd name="T31" fmla="*/ 3 h 778"/>
                <a:gd name="T32" fmla="*/ 0 w 632"/>
                <a:gd name="T33" fmla="*/ 0 h 778"/>
                <a:gd name="T34" fmla="*/ 26 w 632"/>
                <a:gd name="T35" fmla="*/ 0 h 778"/>
                <a:gd name="T36" fmla="*/ 27 w 632"/>
                <a:gd name="T37" fmla="*/ 0 h 778"/>
                <a:gd name="T38" fmla="*/ 396 w 632"/>
                <a:gd name="T39" fmla="*/ 369 h 778"/>
                <a:gd name="T40" fmla="*/ 397 w 632"/>
                <a:gd name="T41" fmla="*/ 371 h 778"/>
                <a:gd name="T42" fmla="*/ 397 w 632"/>
                <a:gd name="T43" fmla="*/ 439 h 778"/>
                <a:gd name="T44" fmla="*/ 522 w 632"/>
                <a:gd name="T45" fmla="*/ 565 h 778"/>
                <a:gd name="T46" fmla="*/ 564 w 632"/>
                <a:gd name="T47" fmla="*/ 565 h 778"/>
                <a:gd name="T48" fmla="*/ 565 w 632"/>
                <a:gd name="T49" fmla="*/ 565 h 778"/>
                <a:gd name="T50" fmla="*/ 612 w 632"/>
                <a:gd name="T51" fmla="*/ 612 h 778"/>
                <a:gd name="T52" fmla="*/ 612 w 632"/>
                <a:gd name="T53" fmla="*/ 613 h 778"/>
                <a:gd name="T54" fmla="*/ 612 w 632"/>
                <a:gd name="T55" fmla="*/ 640 h 778"/>
                <a:gd name="T56" fmla="*/ 632 w 632"/>
                <a:gd name="T57" fmla="*/ 659 h 778"/>
                <a:gd name="T58" fmla="*/ 632 w 632"/>
                <a:gd name="T59" fmla="*/ 660 h 778"/>
                <a:gd name="T60" fmla="*/ 632 w 632"/>
                <a:gd name="T61" fmla="*/ 700 h 778"/>
                <a:gd name="T62" fmla="*/ 632 w 632"/>
                <a:gd name="T63" fmla="*/ 701 h 778"/>
                <a:gd name="T64" fmla="*/ 556 w 632"/>
                <a:gd name="T65" fmla="*/ 777 h 778"/>
                <a:gd name="T66" fmla="*/ 554 w 632"/>
                <a:gd name="T67" fmla="*/ 778 h 778"/>
                <a:gd name="T68" fmla="*/ 507 w 632"/>
                <a:gd name="T69" fmla="*/ 778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78">
                  <a:moveTo>
                    <a:pt x="507" y="778"/>
                  </a:moveTo>
                  <a:cubicBezTo>
                    <a:pt x="507" y="774"/>
                    <a:pt x="507" y="774"/>
                    <a:pt x="507" y="774"/>
                  </a:cubicBezTo>
                  <a:cubicBezTo>
                    <a:pt x="554" y="774"/>
                    <a:pt x="554" y="774"/>
                    <a:pt x="554" y="774"/>
                  </a:cubicBezTo>
                  <a:cubicBezTo>
                    <a:pt x="629" y="699"/>
                    <a:pt x="629" y="699"/>
                    <a:pt x="629" y="699"/>
                  </a:cubicBezTo>
                  <a:cubicBezTo>
                    <a:pt x="629" y="661"/>
                    <a:pt x="629" y="661"/>
                    <a:pt x="629" y="661"/>
                  </a:cubicBezTo>
                  <a:cubicBezTo>
                    <a:pt x="609" y="641"/>
                    <a:pt x="609" y="641"/>
                    <a:pt x="609" y="641"/>
                  </a:cubicBezTo>
                  <a:cubicBezTo>
                    <a:pt x="609" y="641"/>
                    <a:pt x="609" y="641"/>
                    <a:pt x="609" y="640"/>
                  </a:cubicBezTo>
                  <a:cubicBezTo>
                    <a:pt x="609" y="614"/>
                    <a:pt x="609" y="614"/>
                    <a:pt x="609" y="614"/>
                  </a:cubicBezTo>
                  <a:cubicBezTo>
                    <a:pt x="563" y="568"/>
                    <a:pt x="563" y="568"/>
                    <a:pt x="563" y="568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1" y="568"/>
                    <a:pt x="521" y="568"/>
                    <a:pt x="520" y="568"/>
                  </a:cubicBezTo>
                  <a:cubicBezTo>
                    <a:pt x="394" y="441"/>
                    <a:pt x="394" y="441"/>
                    <a:pt x="394" y="441"/>
                  </a:cubicBezTo>
                  <a:cubicBezTo>
                    <a:pt x="393" y="441"/>
                    <a:pt x="393" y="441"/>
                    <a:pt x="393" y="440"/>
                  </a:cubicBezTo>
                  <a:cubicBezTo>
                    <a:pt x="393" y="371"/>
                    <a:pt x="393" y="371"/>
                    <a:pt x="393" y="371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396" y="369"/>
                    <a:pt x="396" y="369"/>
                    <a:pt x="396" y="369"/>
                  </a:cubicBezTo>
                  <a:cubicBezTo>
                    <a:pt x="396" y="370"/>
                    <a:pt x="397" y="370"/>
                    <a:pt x="397" y="371"/>
                  </a:cubicBezTo>
                  <a:cubicBezTo>
                    <a:pt x="397" y="439"/>
                    <a:pt x="397" y="439"/>
                    <a:pt x="397" y="439"/>
                  </a:cubicBezTo>
                  <a:cubicBezTo>
                    <a:pt x="522" y="565"/>
                    <a:pt x="522" y="565"/>
                    <a:pt x="522" y="565"/>
                  </a:cubicBezTo>
                  <a:cubicBezTo>
                    <a:pt x="564" y="565"/>
                    <a:pt x="564" y="565"/>
                    <a:pt x="564" y="565"/>
                  </a:cubicBezTo>
                  <a:cubicBezTo>
                    <a:pt x="565" y="565"/>
                    <a:pt x="565" y="565"/>
                    <a:pt x="565" y="565"/>
                  </a:cubicBezTo>
                  <a:cubicBezTo>
                    <a:pt x="612" y="612"/>
                    <a:pt x="612" y="612"/>
                    <a:pt x="612" y="612"/>
                  </a:cubicBezTo>
                  <a:cubicBezTo>
                    <a:pt x="612" y="612"/>
                    <a:pt x="612" y="612"/>
                    <a:pt x="612" y="613"/>
                  </a:cubicBezTo>
                  <a:cubicBezTo>
                    <a:pt x="612" y="640"/>
                    <a:pt x="612" y="640"/>
                    <a:pt x="612" y="640"/>
                  </a:cubicBezTo>
                  <a:cubicBezTo>
                    <a:pt x="632" y="659"/>
                    <a:pt x="632" y="659"/>
                    <a:pt x="632" y="659"/>
                  </a:cubicBezTo>
                  <a:cubicBezTo>
                    <a:pt x="632" y="660"/>
                    <a:pt x="632" y="660"/>
                    <a:pt x="632" y="660"/>
                  </a:cubicBezTo>
                  <a:cubicBezTo>
                    <a:pt x="632" y="700"/>
                    <a:pt x="632" y="700"/>
                    <a:pt x="632" y="700"/>
                  </a:cubicBezTo>
                  <a:cubicBezTo>
                    <a:pt x="632" y="700"/>
                    <a:pt x="632" y="700"/>
                    <a:pt x="632" y="701"/>
                  </a:cubicBezTo>
                  <a:cubicBezTo>
                    <a:pt x="556" y="777"/>
                    <a:pt x="556" y="777"/>
                    <a:pt x="556" y="777"/>
                  </a:cubicBezTo>
                  <a:cubicBezTo>
                    <a:pt x="555" y="777"/>
                    <a:pt x="555" y="778"/>
                    <a:pt x="554" y="778"/>
                  </a:cubicBezTo>
                  <a:lnTo>
                    <a:pt x="507" y="77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6" name="Freeform 551"/>
            <p:cNvSpPr>
              <a:spLocks/>
            </p:cNvSpPr>
            <p:nvPr/>
          </p:nvSpPr>
          <p:spPr bwMode="auto">
            <a:xfrm flipV="1">
              <a:off x="2235202" y="6778623"/>
              <a:ext cx="2641600" cy="2798763"/>
            </a:xfrm>
            <a:custGeom>
              <a:avLst/>
              <a:gdLst>
                <a:gd name="T0" fmla="*/ 702 w 704"/>
                <a:gd name="T1" fmla="*/ 746 h 746"/>
                <a:gd name="T2" fmla="*/ 632 w 704"/>
                <a:gd name="T3" fmla="*/ 676 h 746"/>
                <a:gd name="T4" fmla="*/ 631 w 704"/>
                <a:gd name="T5" fmla="*/ 675 h 746"/>
                <a:gd name="T6" fmla="*/ 631 w 704"/>
                <a:gd name="T7" fmla="*/ 633 h 746"/>
                <a:gd name="T8" fmla="*/ 0 w 704"/>
                <a:gd name="T9" fmla="*/ 2 h 746"/>
                <a:gd name="T10" fmla="*/ 2 w 704"/>
                <a:gd name="T11" fmla="*/ 0 h 746"/>
                <a:gd name="T12" fmla="*/ 634 w 704"/>
                <a:gd name="T13" fmla="*/ 632 h 746"/>
                <a:gd name="T14" fmla="*/ 635 w 704"/>
                <a:gd name="T15" fmla="*/ 633 h 746"/>
                <a:gd name="T16" fmla="*/ 635 w 704"/>
                <a:gd name="T17" fmla="*/ 674 h 746"/>
                <a:gd name="T18" fmla="*/ 704 w 704"/>
                <a:gd name="T19" fmla="*/ 744 h 746"/>
                <a:gd name="T20" fmla="*/ 702 w 704"/>
                <a:gd name="T21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4" h="746">
                  <a:moveTo>
                    <a:pt x="702" y="746"/>
                  </a:moveTo>
                  <a:cubicBezTo>
                    <a:pt x="632" y="676"/>
                    <a:pt x="632" y="676"/>
                    <a:pt x="632" y="676"/>
                  </a:cubicBezTo>
                  <a:cubicBezTo>
                    <a:pt x="632" y="676"/>
                    <a:pt x="631" y="675"/>
                    <a:pt x="631" y="675"/>
                  </a:cubicBezTo>
                  <a:cubicBezTo>
                    <a:pt x="631" y="633"/>
                    <a:pt x="631" y="633"/>
                    <a:pt x="631" y="6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34" y="632"/>
                    <a:pt x="634" y="632"/>
                    <a:pt x="634" y="632"/>
                  </a:cubicBezTo>
                  <a:cubicBezTo>
                    <a:pt x="635" y="632"/>
                    <a:pt x="635" y="632"/>
                    <a:pt x="635" y="633"/>
                  </a:cubicBezTo>
                  <a:cubicBezTo>
                    <a:pt x="635" y="674"/>
                    <a:pt x="635" y="674"/>
                    <a:pt x="635" y="674"/>
                  </a:cubicBezTo>
                  <a:cubicBezTo>
                    <a:pt x="704" y="744"/>
                    <a:pt x="704" y="744"/>
                    <a:pt x="704" y="744"/>
                  </a:cubicBezTo>
                  <a:lnTo>
                    <a:pt x="702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7" name="Freeform 552"/>
            <p:cNvSpPr>
              <a:spLocks/>
            </p:cNvSpPr>
            <p:nvPr/>
          </p:nvSpPr>
          <p:spPr bwMode="auto">
            <a:xfrm flipV="1">
              <a:off x="2879727" y="7400924"/>
              <a:ext cx="1812925" cy="1854200"/>
            </a:xfrm>
            <a:custGeom>
              <a:avLst/>
              <a:gdLst>
                <a:gd name="T0" fmla="*/ 464 w 483"/>
                <a:gd name="T1" fmla="*/ 494 h 494"/>
                <a:gd name="T2" fmla="*/ 461 w 483"/>
                <a:gd name="T3" fmla="*/ 494 h 494"/>
                <a:gd name="T4" fmla="*/ 461 w 483"/>
                <a:gd name="T5" fmla="*/ 465 h 494"/>
                <a:gd name="T6" fmla="*/ 462 w 483"/>
                <a:gd name="T7" fmla="*/ 463 h 494"/>
                <a:gd name="T8" fmla="*/ 480 w 483"/>
                <a:gd name="T9" fmla="*/ 445 h 494"/>
                <a:gd name="T10" fmla="*/ 480 w 483"/>
                <a:gd name="T11" fmla="*/ 429 h 494"/>
                <a:gd name="T12" fmla="*/ 269 w 483"/>
                <a:gd name="T13" fmla="*/ 218 h 494"/>
                <a:gd name="T14" fmla="*/ 217 w 483"/>
                <a:gd name="T15" fmla="*/ 218 h 494"/>
                <a:gd name="T16" fmla="*/ 215 w 483"/>
                <a:gd name="T17" fmla="*/ 218 h 494"/>
                <a:gd name="T18" fmla="*/ 0 w 483"/>
                <a:gd name="T19" fmla="*/ 2 h 494"/>
                <a:gd name="T20" fmla="*/ 2 w 483"/>
                <a:gd name="T21" fmla="*/ 0 h 494"/>
                <a:gd name="T22" fmla="*/ 217 w 483"/>
                <a:gd name="T23" fmla="*/ 215 h 494"/>
                <a:gd name="T24" fmla="*/ 270 w 483"/>
                <a:gd name="T25" fmla="*/ 215 h 494"/>
                <a:gd name="T26" fmla="*/ 271 w 483"/>
                <a:gd name="T27" fmla="*/ 215 h 494"/>
                <a:gd name="T28" fmla="*/ 483 w 483"/>
                <a:gd name="T29" fmla="*/ 427 h 494"/>
                <a:gd name="T30" fmla="*/ 483 w 483"/>
                <a:gd name="T31" fmla="*/ 428 h 494"/>
                <a:gd name="T32" fmla="*/ 483 w 483"/>
                <a:gd name="T33" fmla="*/ 446 h 494"/>
                <a:gd name="T34" fmla="*/ 483 w 483"/>
                <a:gd name="T35" fmla="*/ 447 h 494"/>
                <a:gd name="T36" fmla="*/ 464 w 483"/>
                <a:gd name="T37" fmla="*/ 465 h 494"/>
                <a:gd name="T38" fmla="*/ 464 w 483"/>
                <a:gd name="T39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4">
                  <a:moveTo>
                    <a:pt x="464" y="494"/>
                  </a:moveTo>
                  <a:cubicBezTo>
                    <a:pt x="461" y="494"/>
                    <a:pt x="461" y="494"/>
                    <a:pt x="461" y="494"/>
                  </a:cubicBezTo>
                  <a:cubicBezTo>
                    <a:pt x="461" y="465"/>
                    <a:pt x="461" y="465"/>
                    <a:pt x="461" y="465"/>
                  </a:cubicBezTo>
                  <a:cubicBezTo>
                    <a:pt x="461" y="464"/>
                    <a:pt x="461" y="464"/>
                    <a:pt x="462" y="463"/>
                  </a:cubicBezTo>
                  <a:cubicBezTo>
                    <a:pt x="480" y="445"/>
                    <a:pt x="480" y="445"/>
                    <a:pt x="480" y="445"/>
                  </a:cubicBezTo>
                  <a:cubicBezTo>
                    <a:pt x="480" y="429"/>
                    <a:pt x="480" y="429"/>
                    <a:pt x="480" y="429"/>
                  </a:cubicBezTo>
                  <a:cubicBezTo>
                    <a:pt x="269" y="218"/>
                    <a:pt x="269" y="218"/>
                    <a:pt x="269" y="218"/>
                  </a:cubicBezTo>
                  <a:cubicBezTo>
                    <a:pt x="217" y="218"/>
                    <a:pt x="217" y="218"/>
                    <a:pt x="217" y="218"/>
                  </a:cubicBezTo>
                  <a:cubicBezTo>
                    <a:pt x="216" y="218"/>
                    <a:pt x="216" y="218"/>
                    <a:pt x="215" y="2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70" y="215"/>
                    <a:pt x="270" y="215"/>
                    <a:pt x="270" y="215"/>
                  </a:cubicBezTo>
                  <a:cubicBezTo>
                    <a:pt x="270" y="215"/>
                    <a:pt x="271" y="215"/>
                    <a:pt x="271" y="215"/>
                  </a:cubicBezTo>
                  <a:cubicBezTo>
                    <a:pt x="483" y="427"/>
                    <a:pt x="483" y="427"/>
                    <a:pt x="483" y="427"/>
                  </a:cubicBezTo>
                  <a:cubicBezTo>
                    <a:pt x="483" y="427"/>
                    <a:pt x="483" y="428"/>
                    <a:pt x="483" y="428"/>
                  </a:cubicBezTo>
                  <a:cubicBezTo>
                    <a:pt x="483" y="446"/>
                    <a:pt x="483" y="446"/>
                    <a:pt x="483" y="446"/>
                  </a:cubicBezTo>
                  <a:cubicBezTo>
                    <a:pt x="483" y="446"/>
                    <a:pt x="483" y="447"/>
                    <a:pt x="483" y="447"/>
                  </a:cubicBezTo>
                  <a:cubicBezTo>
                    <a:pt x="464" y="465"/>
                    <a:pt x="464" y="465"/>
                    <a:pt x="464" y="465"/>
                  </a:cubicBezTo>
                  <a:lnTo>
                    <a:pt x="464" y="4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8" name="Freeform 553"/>
            <p:cNvSpPr>
              <a:spLocks/>
            </p:cNvSpPr>
            <p:nvPr/>
          </p:nvSpPr>
          <p:spPr bwMode="auto">
            <a:xfrm flipV="1">
              <a:off x="2786064" y="6770686"/>
              <a:ext cx="2360612" cy="2897188"/>
            </a:xfrm>
            <a:custGeom>
              <a:avLst/>
              <a:gdLst>
                <a:gd name="T0" fmla="*/ 629 w 629"/>
                <a:gd name="T1" fmla="*/ 772 h 772"/>
                <a:gd name="T2" fmla="*/ 590 w 629"/>
                <a:gd name="T3" fmla="*/ 772 h 772"/>
                <a:gd name="T4" fmla="*/ 587 w 629"/>
                <a:gd name="T5" fmla="*/ 771 h 772"/>
                <a:gd name="T6" fmla="*/ 505 w 629"/>
                <a:gd name="T7" fmla="*/ 688 h 772"/>
                <a:gd name="T8" fmla="*/ 504 w 629"/>
                <a:gd name="T9" fmla="*/ 686 h 772"/>
                <a:gd name="T10" fmla="*/ 504 w 629"/>
                <a:gd name="T11" fmla="*/ 645 h 772"/>
                <a:gd name="T12" fmla="*/ 505 w 629"/>
                <a:gd name="T13" fmla="*/ 643 h 772"/>
                <a:gd name="T14" fmla="*/ 519 w 629"/>
                <a:gd name="T15" fmla="*/ 628 h 772"/>
                <a:gd name="T16" fmla="*/ 519 w 629"/>
                <a:gd name="T17" fmla="*/ 582 h 772"/>
                <a:gd name="T18" fmla="*/ 520 w 629"/>
                <a:gd name="T19" fmla="*/ 580 h 772"/>
                <a:gd name="T20" fmla="*/ 549 w 629"/>
                <a:gd name="T21" fmla="*/ 551 h 772"/>
                <a:gd name="T22" fmla="*/ 549 w 629"/>
                <a:gd name="T23" fmla="*/ 539 h 772"/>
                <a:gd name="T24" fmla="*/ 294 w 629"/>
                <a:gd name="T25" fmla="*/ 284 h 772"/>
                <a:gd name="T26" fmla="*/ 256 w 629"/>
                <a:gd name="T27" fmla="*/ 284 h 772"/>
                <a:gd name="T28" fmla="*/ 253 w 629"/>
                <a:gd name="T29" fmla="*/ 283 h 772"/>
                <a:gd name="T30" fmla="*/ 175 w 629"/>
                <a:gd name="T31" fmla="*/ 204 h 772"/>
                <a:gd name="T32" fmla="*/ 173 w 629"/>
                <a:gd name="T33" fmla="*/ 201 h 772"/>
                <a:gd name="T34" fmla="*/ 174 w 629"/>
                <a:gd name="T35" fmla="*/ 178 h 772"/>
                <a:gd name="T36" fmla="*/ 0 w 629"/>
                <a:gd name="T37" fmla="*/ 5 h 772"/>
                <a:gd name="T38" fmla="*/ 5 w 629"/>
                <a:gd name="T39" fmla="*/ 0 h 772"/>
                <a:gd name="T40" fmla="*/ 179 w 629"/>
                <a:gd name="T41" fmla="*/ 174 h 772"/>
                <a:gd name="T42" fmla="*/ 180 w 629"/>
                <a:gd name="T43" fmla="*/ 177 h 772"/>
                <a:gd name="T44" fmla="*/ 180 w 629"/>
                <a:gd name="T45" fmla="*/ 200 h 772"/>
                <a:gd name="T46" fmla="*/ 257 w 629"/>
                <a:gd name="T47" fmla="*/ 277 h 772"/>
                <a:gd name="T48" fmla="*/ 295 w 629"/>
                <a:gd name="T49" fmla="*/ 277 h 772"/>
                <a:gd name="T50" fmla="*/ 298 w 629"/>
                <a:gd name="T51" fmla="*/ 278 h 772"/>
                <a:gd name="T52" fmla="*/ 555 w 629"/>
                <a:gd name="T53" fmla="*/ 535 h 772"/>
                <a:gd name="T54" fmla="*/ 556 w 629"/>
                <a:gd name="T55" fmla="*/ 537 h 772"/>
                <a:gd name="T56" fmla="*/ 556 w 629"/>
                <a:gd name="T57" fmla="*/ 552 h 772"/>
                <a:gd name="T58" fmla="*/ 555 w 629"/>
                <a:gd name="T59" fmla="*/ 555 h 772"/>
                <a:gd name="T60" fmla="*/ 526 w 629"/>
                <a:gd name="T61" fmla="*/ 584 h 772"/>
                <a:gd name="T62" fmla="*/ 526 w 629"/>
                <a:gd name="T63" fmla="*/ 630 h 772"/>
                <a:gd name="T64" fmla="*/ 525 w 629"/>
                <a:gd name="T65" fmla="*/ 632 h 772"/>
                <a:gd name="T66" fmla="*/ 511 w 629"/>
                <a:gd name="T67" fmla="*/ 647 h 772"/>
                <a:gd name="T68" fmla="*/ 511 w 629"/>
                <a:gd name="T69" fmla="*/ 684 h 772"/>
                <a:gd name="T70" fmla="*/ 591 w 629"/>
                <a:gd name="T71" fmla="*/ 765 h 772"/>
                <a:gd name="T72" fmla="*/ 629 w 629"/>
                <a:gd name="T73" fmla="*/ 765 h 772"/>
                <a:gd name="T74" fmla="*/ 629 w 629"/>
                <a:gd name="T75" fmla="*/ 772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9" h="772">
                  <a:moveTo>
                    <a:pt x="629" y="772"/>
                  </a:moveTo>
                  <a:cubicBezTo>
                    <a:pt x="590" y="772"/>
                    <a:pt x="590" y="772"/>
                    <a:pt x="590" y="772"/>
                  </a:cubicBezTo>
                  <a:cubicBezTo>
                    <a:pt x="589" y="772"/>
                    <a:pt x="588" y="771"/>
                    <a:pt x="587" y="771"/>
                  </a:cubicBezTo>
                  <a:cubicBezTo>
                    <a:pt x="505" y="688"/>
                    <a:pt x="505" y="688"/>
                    <a:pt x="505" y="688"/>
                  </a:cubicBezTo>
                  <a:cubicBezTo>
                    <a:pt x="504" y="687"/>
                    <a:pt x="504" y="687"/>
                    <a:pt x="504" y="686"/>
                  </a:cubicBezTo>
                  <a:cubicBezTo>
                    <a:pt x="504" y="645"/>
                    <a:pt x="504" y="645"/>
                    <a:pt x="504" y="645"/>
                  </a:cubicBezTo>
                  <a:cubicBezTo>
                    <a:pt x="504" y="644"/>
                    <a:pt x="504" y="644"/>
                    <a:pt x="505" y="643"/>
                  </a:cubicBezTo>
                  <a:cubicBezTo>
                    <a:pt x="519" y="628"/>
                    <a:pt x="519" y="628"/>
                    <a:pt x="519" y="628"/>
                  </a:cubicBezTo>
                  <a:cubicBezTo>
                    <a:pt x="519" y="582"/>
                    <a:pt x="519" y="582"/>
                    <a:pt x="519" y="582"/>
                  </a:cubicBezTo>
                  <a:cubicBezTo>
                    <a:pt x="519" y="581"/>
                    <a:pt x="520" y="580"/>
                    <a:pt x="520" y="580"/>
                  </a:cubicBezTo>
                  <a:cubicBezTo>
                    <a:pt x="549" y="551"/>
                    <a:pt x="549" y="551"/>
                    <a:pt x="549" y="551"/>
                  </a:cubicBezTo>
                  <a:cubicBezTo>
                    <a:pt x="549" y="539"/>
                    <a:pt x="549" y="539"/>
                    <a:pt x="549" y="539"/>
                  </a:cubicBezTo>
                  <a:cubicBezTo>
                    <a:pt x="294" y="284"/>
                    <a:pt x="294" y="284"/>
                    <a:pt x="294" y="284"/>
                  </a:cubicBezTo>
                  <a:cubicBezTo>
                    <a:pt x="256" y="284"/>
                    <a:pt x="256" y="284"/>
                    <a:pt x="256" y="284"/>
                  </a:cubicBezTo>
                  <a:cubicBezTo>
                    <a:pt x="255" y="284"/>
                    <a:pt x="254" y="283"/>
                    <a:pt x="253" y="283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03"/>
                    <a:pt x="173" y="202"/>
                    <a:pt x="173" y="201"/>
                  </a:cubicBezTo>
                  <a:cubicBezTo>
                    <a:pt x="174" y="178"/>
                    <a:pt x="174" y="178"/>
                    <a:pt x="174" y="17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79" y="174"/>
                    <a:pt x="179" y="174"/>
                    <a:pt x="179" y="174"/>
                  </a:cubicBezTo>
                  <a:cubicBezTo>
                    <a:pt x="180" y="175"/>
                    <a:pt x="180" y="176"/>
                    <a:pt x="180" y="177"/>
                  </a:cubicBezTo>
                  <a:cubicBezTo>
                    <a:pt x="180" y="200"/>
                    <a:pt x="180" y="200"/>
                    <a:pt x="180" y="200"/>
                  </a:cubicBezTo>
                  <a:cubicBezTo>
                    <a:pt x="257" y="277"/>
                    <a:pt x="257" y="277"/>
                    <a:pt x="257" y="277"/>
                  </a:cubicBezTo>
                  <a:cubicBezTo>
                    <a:pt x="295" y="277"/>
                    <a:pt x="295" y="277"/>
                    <a:pt x="295" y="277"/>
                  </a:cubicBezTo>
                  <a:cubicBezTo>
                    <a:pt x="296" y="277"/>
                    <a:pt x="297" y="277"/>
                    <a:pt x="298" y="278"/>
                  </a:cubicBezTo>
                  <a:cubicBezTo>
                    <a:pt x="555" y="535"/>
                    <a:pt x="555" y="535"/>
                    <a:pt x="555" y="535"/>
                  </a:cubicBezTo>
                  <a:cubicBezTo>
                    <a:pt x="556" y="536"/>
                    <a:pt x="556" y="536"/>
                    <a:pt x="556" y="537"/>
                  </a:cubicBezTo>
                  <a:cubicBezTo>
                    <a:pt x="556" y="552"/>
                    <a:pt x="556" y="552"/>
                    <a:pt x="556" y="552"/>
                  </a:cubicBezTo>
                  <a:cubicBezTo>
                    <a:pt x="556" y="553"/>
                    <a:pt x="556" y="554"/>
                    <a:pt x="555" y="555"/>
                  </a:cubicBezTo>
                  <a:cubicBezTo>
                    <a:pt x="526" y="584"/>
                    <a:pt x="526" y="584"/>
                    <a:pt x="526" y="584"/>
                  </a:cubicBezTo>
                  <a:cubicBezTo>
                    <a:pt x="526" y="630"/>
                    <a:pt x="526" y="630"/>
                    <a:pt x="526" y="630"/>
                  </a:cubicBezTo>
                  <a:cubicBezTo>
                    <a:pt x="526" y="631"/>
                    <a:pt x="526" y="632"/>
                    <a:pt x="525" y="632"/>
                  </a:cubicBezTo>
                  <a:cubicBezTo>
                    <a:pt x="511" y="647"/>
                    <a:pt x="511" y="647"/>
                    <a:pt x="511" y="647"/>
                  </a:cubicBezTo>
                  <a:cubicBezTo>
                    <a:pt x="511" y="684"/>
                    <a:pt x="511" y="684"/>
                    <a:pt x="511" y="684"/>
                  </a:cubicBezTo>
                  <a:cubicBezTo>
                    <a:pt x="591" y="765"/>
                    <a:pt x="591" y="765"/>
                    <a:pt x="591" y="765"/>
                  </a:cubicBezTo>
                  <a:cubicBezTo>
                    <a:pt x="629" y="765"/>
                    <a:pt x="629" y="765"/>
                    <a:pt x="629" y="765"/>
                  </a:cubicBezTo>
                  <a:lnTo>
                    <a:pt x="629" y="77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9" name="Freeform 554"/>
            <p:cNvSpPr>
              <a:spLocks/>
            </p:cNvSpPr>
            <p:nvPr/>
          </p:nvSpPr>
          <p:spPr bwMode="auto">
            <a:xfrm flipV="1">
              <a:off x="2620964" y="7164386"/>
              <a:ext cx="2536825" cy="2800350"/>
            </a:xfrm>
            <a:custGeom>
              <a:avLst/>
              <a:gdLst>
                <a:gd name="T0" fmla="*/ 589 w 676"/>
                <a:gd name="T1" fmla="*/ 746 h 746"/>
                <a:gd name="T2" fmla="*/ 586 w 676"/>
                <a:gd name="T3" fmla="*/ 746 h 746"/>
                <a:gd name="T4" fmla="*/ 586 w 676"/>
                <a:gd name="T5" fmla="*/ 682 h 746"/>
                <a:gd name="T6" fmla="*/ 586 w 676"/>
                <a:gd name="T7" fmla="*/ 681 h 746"/>
                <a:gd name="T8" fmla="*/ 619 w 676"/>
                <a:gd name="T9" fmla="*/ 648 h 746"/>
                <a:gd name="T10" fmla="*/ 620 w 676"/>
                <a:gd name="T11" fmla="*/ 647 h 746"/>
                <a:gd name="T12" fmla="*/ 663 w 676"/>
                <a:gd name="T13" fmla="*/ 647 h 746"/>
                <a:gd name="T14" fmla="*/ 673 w 676"/>
                <a:gd name="T15" fmla="*/ 638 h 746"/>
                <a:gd name="T16" fmla="*/ 673 w 676"/>
                <a:gd name="T17" fmla="*/ 627 h 746"/>
                <a:gd name="T18" fmla="*/ 381 w 676"/>
                <a:gd name="T19" fmla="*/ 336 h 746"/>
                <a:gd name="T20" fmla="*/ 300 w 676"/>
                <a:gd name="T21" fmla="*/ 336 h 746"/>
                <a:gd name="T22" fmla="*/ 299 w 676"/>
                <a:gd name="T23" fmla="*/ 335 h 746"/>
                <a:gd name="T24" fmla="*/ 255 w 676"/>
                <a:gd name="T25" fmla="*/ 291 h 746"/>
                <a:gd name="T26" fmla="*/ 254 w 676"/>
                <a:gd name="T27" fmla="*/ 290 h 746"/>
                <a:gd name="T28" fmla="*/ 254 w 676"/>
                <a:gd name="T29" fmla="*/ 257 h 746"/>
                <a:gd name="T30" fmla="*/ 0 w 676"/>
                <a:gd name="T31" fmla="*/ 2 h 746"/>
                <a:gd name="T32" fmla="*/ 2 w 676"/>
                <a:gd name="T33" fmla="*/ 0 h 746"/>
                <a:gd name="T34" fmla="*/ 257 w 676"/>
                <a:gd name="T35" fmla="*/ 255 h 746"/>
                <a:gd name="T36" fmla="*/ 258 w 676"/>
                <a:gd name="T37" fmla="*/ 257 h 746"/>
                <a:gd name="T38" fmla="*/ 258 w 676"/>
                <a:gd name="T39" fmla="*/ 290 h 746"/>
                <a:gd name="T40" fmla="*/ 300 w 676"/>
                <a:gd name="T41" fmla="*/ 332 h 746"/>
                <a:gd name="T42" fmla="*/ 382 w 676"/>
                <a:gd name="T43" fmla="*/ 332 h 746"/>
                <a:gd name="T44" fmla="*/ 383 w 676"/>
                <a:gd name="T45" fmla="*/ 333 h 746"/>
                <a:gd name="T46" fmla="*/ 676 w 676"/>
                <a:gd name="T47" fmla="*/ 625 h 746"/>
                <a:gd name="T48" fmla="*/ 676 w 676"/>
                <a:gd name="T49" fmla="*/ 627 h 746"/>
                <a:gd name="T50" fmla="*/ 676 w 676"/>
                <a:gd name="T51" fmla="*/ 638 h 746"/>
                <a:gd name="T52" fmla="*/ 676 w 676"/>
                <a:gd name="T53" fmla="*/ 639 h 746"/>
                <a:gd name="T54" fmla="*/ 665 w 676"/>
                <a:gd name="T55" fmla="*/ 650 h 746"/>
                <a:gd name="T56" fmla="*/ 664 w 676"/>
                <a:gd name="T57" fmla="*/ 651 h 746"/>
                <a:gd name="T58" fmla="*/ 621 w 676"/>
                <a:gd name="T59" fmla="*/ 651 h 746"/>
                <a:gd name="T60" fmla="*/ 589 w 676"/>
                <a:gd name="T61" fmla="*/ 683 h 746"/>
                <a:gd name="T62" fmla="*/ 589 w 676"/>
                <a:gd name="T63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6" h="746">
                  <a:moveTo>
                    <a:pt x="589" y="746"/>
                  </a:moveTo>
                  <a:cubicBezTo>
                    <a:pt x="586" y="746"/>
                    <a:pt x="586" y="746"/>
                    <a:pt x="586" y="746"/>
                  </a:cubicBezTo>
                  <a:cubicBezTo>
                    <a:pt x="586" y="682"/>
                    <a:pt x="586" y="682"/>
                    <a:pt x="586" y="682"/>
                  </a:cubicBezTo>
                  <a:cubicBezTo>
                    <a:pt x="586" y="682"/>
                    <a:pt x="586" y="681"/>
                    <a:pt x="586" y="681"/>
                  </a:cubicBezTo>
                  <a:cubicBezTo>
                    <a:pt x="619" y="648"/>
                    <a:pt x="619" y="648"/>
                    <a:pt x="619" y="648"/>
                  </a:cubicBezTo>
                  <a:cubicBezTo>
                    <a:pt x="619" y="648"/>
                    <a:pt x="620" y="647"/>
                    <a:pt x="620" y="647"/>
                  </a:cubicBezTo>
                  <a:cubicBezTo>
                    <a:pt x="663" y="647"/>
                    <a:pt x="663" y="647"/>
                    <a:pt x="663" y="647"/>
                  </a:cubicBezTo>
                  <a:cubicBezTo>
                    <a:pt x="673" y="638"/>
                    <a:pt x="673" y="638"/>
                    <a:pt x="673" y="638"/>
                  </a:cubicBezTo>
                  <a:cubicBezTo>
                    <a:pt x="673" y="627"/>
                    <a:pt x="673" y="627"/>
                    <a:pt x="673" y="627"/>
                  </a:cubicBezTo>
                  <a:cubicBezTo>
                    <a:pt x="381" y="336"/>
                    <a:pt x="381" y="336"/>
                    <a:pt x="381" y="336"/>
                  </a:cubicBezTo>
                  <a:cubicBezTo>
                    <a:pt x="300" y="336"/>
                    <a:pt x="300" y="336"/>
                    <a:pt x="300" y="336"/>
                  </a:cubicBezTo>
                  <a:cubicBezTo>
                    <a:pt x="299" y="336"/>
                    <a:pt x="299" y="335"/>
                    <a:pt x="299" y="335"/>
                  </a:cubicBezTo>
                  <a:cubicBezTo>
                    <a:pt x="255" y="291"/>
                    <a:pt x="255" y="291"/>
                    <a:pt x="255" y="291"/>
                  </a:cubicBezTo>
                  <a:cubicBezTo>
                    <a:pt x="255" y="291"/>
                    <a:pt x="254" y="291"/>
                    <a:pt x="254" y="290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58" y="256"/>
                    <a:pt x="258" y="256"/>
                    <a:pt x="258" y="257"/>
                  </a:cubicBezTo>
                  <a:cubicBezTo>
                    <a:pt x="258" y="290"/>
                    <a:pt x="258" y="290"/>
                    <a:pt x="258" y="290"/>
                  </a:cubicBezTo>
                  <a:cubicBezTo>
                    <a:pt x="300" y="332"/>
                    <a:pt x="300" y="332"/>
                    <a:pt x="300" y="332"/>
                  </a:cubicBezTo>
                  <a:cubicBezTo>
                    <a:pt x="382" y="332"/>
                    <a:pt x="382" y="332"/>
                    <a:pt x="382" y="332"/>
                  </a:cubicBezTo>
                  <a:cubicBezTo>
                    <a:pt x="382" y="332"/>
                    <a:pt x="383" y="332"/>
                    <a:pt x="383" y="333"/>
                  </a:cubicBezTo>
                  <a:cubicBezTo>
                    <a:pt x="676" y="625"/>
                    <a:pt x="676" y="625"/>
                    <a:pt x="676" y="625"/>
                  </a:cubicBezTo>
                  <a:cubicBezTo>
                    <a:pt x="676" y="626"/>
                    <a:pt x="676" y="626"/>
                    <a:pt x="676" y="627"/>
                  </a:cubicBezTo>
                  <a:cubicBezTo>
                    <a:pt x="676" y="638"/>
                    <a:pt x="676" y="638"/>
                    <a:pt x="676" y="638"/>
                  </a:cubicBezTo>
                  <a:cubicBezTo>
                    <a:pt x="676" y="639"/>
                    <a:pt x="676" y="639"/>
                    <a:pt x="676" y="639"/>
                  </a:cubicBezTo>
                  <a:cubicBezTo>
                    <a:pt x="665" y="650"/>
                    <a:pt x="665" y="650"/>
                    <a:pt x="665" y="650"/>
                  </a:cubicBezTo>
                  <a:cubicBezTo>
                    <a:pt x="664" y="651"/>
                    <a:pt x="664" y="651"/>
                    <a:pt x="664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589" y="683"/>
                    <a:pt x="589" y="683"/>
                    <a:pt x="589" y="683"/>
                  </a:cubicBezTo>
                  <a:lnTo>
                    <a:pt x="589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0" name="Freeform 555"/>
            <p:cNvSpPr>
              <a:spLocks/>
            </p:cNvSpPr>
            <p:nvPr/>
          </p:nvSpPr>
          <p:spPr bwMode="auto">
            <a:xfrm flipV="1">
              <a:off x="1401764" y="6016623"/>
              <a:ext cx="3921125" cy="2751138"/>
            </a:xfrm>
            <a:custGeom>
              <a:avLst/>
              <a:gdLst>
                <a:gd name="T0" fmla="*/ 770 w 1045"/>
                <a:gd name="T1" fmla="*/ 733 h 733"/>
                <a:gd name="T2" fmla="*/ 766 w 1045"/>
                <a:gd name="T3" fmla="*/ 731 h 733"/>
                <a:gd name="T4" fmla="*/ 719 w 1045"/>
                <a:gd name="T5" fmla="*/ 684 h 733"/>
                <a:gd name="T6" fmla="*/ 617 w 1045"/>
                <a:gd name="T7" fmla="*/ 684 h 733"/>
                <a:gd name="T8" fmla="*/ 613 w 1045"/>
                <a:gd name="T9" fmla="*/ 682 h 733"/>
                <a:gd name="T10" fmla="*/ 406 w 1045"/>
                <a:gd name="T11" fmla="*/ 474 h 733"/>
                <a:gd name="T12" fmla="*/ 404 w 1045"/>
                <a:gd name="T13" fmla="*/ 470 h 733"/>
                <a:gd name="T14" fmla="*/ 404 w 1045"/>
                <a:gd name="T15" fmla="*/ 411 h 733"/>
                <a:gd name="T16" fmla="*/ 0 w 1045"/>
                <a:gd name="T17" fmla="*/ 8 h 733"/>
                <a:gd name="T18" fmla="*/ 8 w 1045"/>
                <a:gd name="T19" fmla="*/ 0 h 733"/>
                <a:gd name="T20" fmla="*/ 413 w 1045"/>
                <a:gd name="T21" fmla="*/ 405 h 733"/>
                <a:gd name="T22" fmla="*/ 414 w 1045"/>
                <a:gd name="T23" fmla="*/ 409 h 733"/>
                <a:gd name="T24" fmla="*/ 414 w 1045"/>
                <a:gd name="T25" fmla="*/ 468 h 733"/>
                <a:gd name="T26" fmla="*/ 619 w 1045"/>
                <a:gd name="T27" fmla="*/ 673 h 733"/>
                <a:gd name="T28" fmla="*/ 721 w 1045"/>
                <a:gd name="T29" fmla="*/ 673 h 733"/>
                <a:gd name="T30" fmla="*/ 724 w 1045"/>
                <a:gd name="T31" fmla="*/ 675 h 733"/>
                <a:gd name="T32" fmla="*/ 772 w 1045"/>
                <a:gd name="T33" fmla="*/ 722 h 733"/>
                <a:gd name="T34" fmla="*/ 861 w 1045"/>
                <a:gd name="T35" fmla="*/ 722 h 733"/>
                <a:gd name="T36" fmla="*/ 1013 w 1045"/>
                <a:gd name="T37" fmla="*/ 571 h 733"/>
                <a:gd name="T38" fmla="*/ 1016 w 1045"/>
                <a:gd name="T39" fmla="*/ 569 h 733"/>
                <a:gd name="T40" fmla="*/ 1045 w 1045"/>
                <a:gd name="T41" fmla="*/ 569 h 733"/>
                <a:gd name="T42" fmla="*/ 1045 w 1045"/>
                <a:gd name="T43" fmla="*/ 579 h 733"/>
                <a:gd name="T44" fmla="*/ 1018 w 1045"/>
                <a:gd name="T45" fmla="*/ 579 h 733"/>
                <a:gd name="T46" fmla="*/ 867 w 1045"/>
                <a:gd name="T47" fmla="*/ 731 h 733"/>
                <a:gd name="T48" fmla="*/ 863 w 1045"/>
                <a:gd name="T49" fmla="*/ 733 h 733"/>
                <a:gd name="T50" fmla="*/ 770 w 1045"/>
                <a:gd name="T51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45" h="733">
                  <a:moveTo>
                    <a:pt x="770" y="733"/>
                  </a:moveTo>
                  <a:cubicBezTo>
                    <a:pt x="768" y="733"/>
                    <a:pt x="767" y="732"/>
                    <a:pt x="766" y="731"/>
                  </a:cubicBezTo>
                  <a:cubicBezTo>
                    <a:pt x="719" y="684"/>
                    <a:pt x="719" y="684"/>
                    <a:pt x="719" y="684"/>
                  </a:cubicBezTo>
                  <a:cubicBezTo>
                    <a:pt x="617" y="684"/>
                    <a:pt x="617" y="684"/>
                    <a:pt x="617" y="684"/>
                  </a:cubicBezTo>
                  <a:cubicBezTo>
                    <a:pt x="616" y="684"/>
                    <a:pt x="614" y="683"/>
                    <a:pt x="613" y="682"/>
                  </a:cubicBezTo>
                  <a:cubicBezTo>
                    <a:pt x="406" y="474"/>
                    <a:pt x="406" y="474"/>
                    <a:pt x="406" y="474"/>
                  </a:cubicBezTo>
                  <a:cubicBezTo>
                    <a:pt x="405" y="473"/>
                    <a:pt x="404" y="472"/>
                    <a:pt x="404" y="470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13" y="405"/>
                    <a:pt x="413" y="405"/>
                    <a:pt x="413" y="405"/>
                  </a:cubicBezTo>
                  <a:cubicBezTo>
                    <a:pt x="414" y="406"/>
                    <a:pt x="414" y="408"/>
                    <a:pt x="414" y="409"/>
                  </a:cubicBezTo>
                  <a:cubicBezTo>
                    <a:pt x="414" y="468"/>
                    <a:pt x="414" y="468"/>
                    <a:pt x="414" y="468"/>
                  </a:cubicBezTo>
                  <a:cubicBezTo>
                    <a:pt x="619" y="673"/>
                    <a:pt x="619" y="673"/>
                    <a:pt x="619" y="673"/>
                  </a:cubicBezTo>
                  <a:cubicBezTo>
                    <a:pt x="721" y="673"/>
                    <a:pt x="721" y="673"/>
                    <a:pt x="721" y="673"/>
                  </a:cubicBezTo>
                  <a:cubicBezTo>
                    <a:pt x="722" y="673"/>
                    <a:pt x="723" y="674"/>
                    <a:pt x="724" y="675"/>
                  </a:cubicBezTo>
                  <a:cubicBezTo>
                    <a:pt x="772" y="722"/>
                    <a:pt x="772" y="722"/>
                    <a:pt x="772" y="722"/>
                  </a:cubicBezTo>
                  <a:cubicBezTo>
                    <a:pt x="861" y="722"/>
                    <a:pt x="861" y="722"/>
                    <a:pt x="861" y="722"/>
                  </a:cubicBezTo>
                  <a:cubicBezTo>
                    <a:pt x="1013" y="571"/>
                    <a:pt x="1013" y="571"/>
                    <a:pt x="1013" y="571"/>
                  </a:cubicBezTo>
                  <a:cubicBezTo>
                    <a:pt x="1014" y="570"/>
                    <a:pt x="1015" y="569"/>
                    <a:pt x="1016" y="569"/>
                  </a:cubicBezTo>
                  <a:cubicBezTo>
                    <a:pt x="1045" y="569"/>
                    <a:pt x="1045" y="569"/>
                    <a:pt x="1045" y="569"/>
                  </a:cubicBezTo>
                  <a:cubicBezTo>
                    <a:pt x="1045" y="579"/>
                    <a:pt x="1045" y="579"/>
                    <a:pt x="1045" y="579"/>
                  </a:cubicBezTo>
                  <a:cubicBezTo>
                    <a:pt x="1018" y="579"/>
                    <a:pt x="1018" y="579"/>
                    <a:pt x="1018" y="579"/>
                  </a:cubicBezTo>
                  <a:cubicBezTo>
                    <a:pt x="867" y="731"/>
                    <a:pt x="867" y="731"/>
                    <a:pt x="867" y="731"/>
                  </a:cubicBezTo>
                  <a:cubicBezTo>
                    <a:pt x="866" y="732"/>
                    <a:pt x="865" y="733"/>
                    <a:pt x="863" y="733"/>
                  </a:cubicBezTo>
                  <a:lnTo>
                    <a:pt x="770" y="7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1" name="Oval 556"/>
            <p:cNvSpPr>
              <a:spLocks noChangeArrowheads="1"/>
            </p:cNvSpPr>
            <p:nvPr/>
          </p:nvSpPr>
          <p:spPr bwMode="auto">
            <a:xfrm flipV="1">
              <a:off x="3803652" y="6165849"/>
              <a:ext cx="101600" cy="1016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2" name="Freeform 557"/>
            <p:cNvSpPr>
              <a:spLocks noEditPoints="1"/>
            </p:cNvSpPr>
            <p:nvPr/>
          </p:nvSpPr>
          <p:spPr bwMode="auto">
            <a:xfrm flipV="1">
              <a:off x="2295527" y="53403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3 h 25"/>
                <a:gd name="T12" fmla="*/ 12 w 25"/>
                <a:gd name="T13" fmla="*/ 5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3" name="Freeform 558"/>
            <p:cNvSpPr>
              <a:spLocks noEditPoints="1"/>
            </p:cNvSpPr>
            <p:nvPr/>
          </p:nvSpPr>
          <p:spPr bwMode="auto">
            <a:xfrm flipV="1">
              <a:off x="2681289" y="4984748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5 w 25"/>
                <a:gd name="T23" fmla="*/ 13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4" name="Freeform 559"/>
            <p:cNvSpPr>
              <a:spLocks/>
            </p:cNvSpPr>
            <p:nvPr/>
          </p:nvSpPr>
          <p:spPr bwMode="auto">
            <a:xfrm flipV="1">
              <a:off x="-1900236" y="1797048"/>
              <a:ext cx="3981450" cy="1446213"/>
            </a:xfrm>
            <a:custGeom>
              <a:avLst/>
              <a:gdLst>
                <a:gd name="T0" fmla="*/ 603 w 1061"/>
                <a:gd name="T1" fmla="*/ 385 h 385"/>
                <a:gd name="T2" fmla="*/ 0 w 1061"/>
                <a:gd name="T3" fmla="*/ 385 h 385"/>
                <a:gd name="T4" fmla="*/ 0 w 1061"/>
                <a:gd name="T5" fmla="*/ 371 h 385"/>
                <a:gd name="T6" fmla="*/ 600 w 1061"/>
                <a:gd name="T7" fmla="*/ 371 h 385"/>
                <a:gd name="T8" fmla="*/ 969 w 1061"/>
                <a:gd name="T9" fmla="*/ 2 h 385"/>
                <a:gd name="T10" fmla="*/ 974 w 1061"/>
                <a:gd name="T11" fmla="*/ 0 h 385"/>
                <a:gd name="T12" fmla="*/ 1061 w 1061"/>
                <a:gd name="T13" fmla="*/ 0 h 385"/>
                <a:gd name="T14" fmla="*/ 1061 w 1061"/>
                <a:gd name="T15" fmla="*/ 13 h 385"/>
                <a:gd name="T16" fmla="*/ 977 w 1061"/>
                <a:gd name="T17" fmla="*/ 13 h 385"/>
                <a:gd name="T18" fmla="*/ 607 w 1061"/>
                <a:gd name="T19" fmla="*/ 383 h 385"/>
                <a:gd name="T20" fmla="*/ 603 w 1061"/>
                <a:gd name="T21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1" h="385">
                  <a:moveTo>
                    <a:pt x="603" y="385"/>
                  </a:moveTo>
                  <a:cubicBezTo>
                    <a:pt x="0" y="385"/>
                    <a:pt x="0" y="385"/>
                    <a:pt x="0" y="385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600" y="371"/>
                    <a:pt x="600" y="371"/>
                    <a:pt x="600" y="371"/>
                  </a:cubicBezTo>
                  <a:cubicBezTo>
                    <a:pt x="969" y="2"/>
                    <a:pt x="969" y="2"/>
                    <a:pt x="969" y="2"/>
                  </a:cubicBezTo>
                  <a:cubicBezTo>
                    <a:pt x="971" y="0"/>
                    <a:pt x="972" y="0"/>
                    <a:pt x="974" y="0"/>
                  </a:cubicBezTo>
                  <a:cubicBezTo>
                    <a:pt x="1061" y="0"/>
                    <a:pt x="1061" y="0"/>
                    <a:pt x="1061" y="0"/>
                  </a:cubicBezTo>
                  <a:cubicBezTo>
                    <a:pt x="1061" y="13"/>
                    <a:pt x="1061" y="13"/>
                    <a:pt x="1061" y="13"/>
                  </a:cubicBezTo>
                  <a:cubicBezTo>
                    <a:pt x="977" y="13"/>
                    <a:pt x="977" y="13"/>
                    <a:pt x="977" y="13"/>
                  </a:cubicBezTo>
                  <a:cubicBezTo>
                    <a:pt x="607" y="383"/>
                    <a:pt x="607" y="383"/>
                    <a:pt x="607" y="383"/>
                  </a:cubicBezTo>
                  <a:cubicBezTo>
                    <a:pt x="606" y="384"/>
                    <a:pt x="604" y="385"/>
                    <a:pt x="603" y="3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5" name="Freeform 560"/>
            <p:cNvSpPr>
              <a:spLocks/>
            </p:cNvSpPr>
            <p:nvPr/>
          </p:nvSpPr>
          <p:spPr bwMode="auto">
            <a:xfrm flipV="1">
              <a:off x="-77786" y="3543299"/>
              <a:ext cx="962025" cy="355600"/>
            </a:xfrm>
            <a:custGeom>
              <a:avLst/>
              <a:gdLst>
                <a:gd name="T0" fmla="*/ 253 w 256"/>
                <a:gd name="T1" fmla="*/ 95 h 95"/>
                <a:gd name="T2" fmla="*/ 162 w 256"/>
                <a:gd name="T3" fmla="*/ 3 h 95"/>
                <a:gd name="T4" fmla="*/ 22 w 256"/>
                <a:gd name="T5" fmla="*/ 3 h 95"/>
                <a:gd name="T6" fmla="*/ 3 w 256"/>
                <a:gd name="T7" fmla="*/ 22 h 95"/>
                <a:gd name="T8" fmla="*/ 3 w 256"/>
                <a:gd name="T9" fmla="*/ 47 h 95"/>
                <a:gd name="T10" fmla="*/ 24 w 256"/>
                <a:gd name="T11" fmla="*/ 68 h 95"/>
                <a:gd name="T12" fmla="*/ 99 w 256"/>
                <a:gd name="T13" fmla="*/ 68 h 95"/>
                <a:gd name="T14" fmla="*/ 113 w 256"/>
                <a:gd name="T15" fmla="*/ 53 h 95"/>
                <a:gd name="T16" fmla="*/ 115 w 256"/>
                <a:gd name="T17" fmla="*/ 56 h 95"/>
                <a:gd name="T18" fmla="*/ 100 w 256"/>
                <a:gd name="T19" fmla="*/ 71 h 95"/>
                <a:gd name="T20" fmla="*/ 99 w 256"/>
                <a:gd name="T21" fmla="*/ 71 h 95"/>
                <a:gd name="T22" fmla="*/ 24 w 256"/>
                <a:gd name="T23" fmla="*/ 71 h 95"/>
                <a:gd name="T24" fmla="*/ 22 w 256"/>
                <a:gd name="T25" fmla="*/ 71 h 95"/>
                <a:gd name="T26" fmla="*/ 0 w 256"/>
                <a:gd name="T27" fmla="*/ 49 h 95"/>
                <a:gd name="T28" fmla="*/ 0 w 256"/>
                <a:gd name="T29" fmla="*/ 48 h 95"/>
                <a:gd name="T30" fmla="*/ 0 w 256"/>
                <a:gd name="T31" fmla="*/ 21 h 95"/>
                <a:gd name="T32" fmla="*/ 0 w 256"/>
                <a:gd name="T33" fmla="*/ 20 h 95"/>
                <a:gd name="T34" fmla="*/ 20 w 256"/>
                <a:gd name="T35" fmla="*/ 0 h 95"/>
                <a:gd name="T36" fmla="*/ 22 w 256"/>
                <a:gd name="T37" fmla="*/ 0 h 95"/>
                <a:gd name="T38" fmla="*/ 162 w 256"/>
                <a:gd name="T39" fmla="*/ 0 h 95"/>
                <a:gd name="T40" fmla="*/ 164 w 256"/>
                <a:gd name="T41" fmla="*/ 0 h 95"/>
                <a:gd name="T42" fmla="*/ 256 w 256"/>
                <a:gd name="T43" fmla="*/ 92 h 95"/>
                <a:gd name="T44" fmla="*/ 253 w 256"/>
                <a:gd name="T4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95">
                  <a:moveTo>
                    <a:pt x="253" y="95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00" y="71"/>
                    <a:pt x="100" y="71"/>
                    <a:pt x="100" y="71"/>
                  </a:cubicBezTo>
                  <a:cubicBezTo>
                    <a:pt x="100" y="71"/>
                    <a:pt x="100" y="71"/>
                    <a:pt x="99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3" y="71"/>
                    <a:pt x="23" y="71"/>
                    <a:pt x="22" y="7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3" y="0"/>
                    <a:pt x="163" y="0"/>
                    <a:pt x="164" y="0"/>
                  </a:cubicBezTo>
                  <a:cubicBezTo>
                    <a:pt x="256" y="92"/>
                    <a:pt x="256" y="92"/>
                    <a:pt x="256" y="92"/>
                  </a:cubicBezTo>
                  <a:lnTo>
                    <a:pt x="253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6" name="Freeform 561"/>
            <p:cNvSpPr>
              <a:spLocks noEditPoints="1"/>
            </p:cNvSpPr>
            <p:nvPr/>
          </p:nvSpPr>
          <p:spPr bwMode="auto">
            <a:xfrm flipV="1">
              <a:off x="-2411411" y="43910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4 w 25"/>
                <a:gd name="T19" fmla="*/ 3 h 24"/>
                <a:gd name="T20" fmla="*/ 0 w 25"/>
                <a:gd name="T21" fmla="*/ 12 h 24"/>
                <a:gd name="T22" fmla="*/ 4 w 25"/>
                <a:gd name="T23" fmla="*/ 21 h 24"/>
                <a:gd name="T24" fmla="*/ 12 w 25"/>
                <a:gd name="T25" fmla="*/ 24 h 24"/>
                <a:gd name="T26" fmla="*/ 21 w 25"/>
                <a:gd name="T27" fmla="*/ 21 h 24"/>
                <a:gd name="T28" fmla="*/ 25 w 25"/>
                <a:gd name="T29" fmla="*/ 12 h 24"/>
                <a:gd name="T30" fmla="*/ 21 w 25"/>
                <a:gd name="T31" fmla="*/ 3 h 24"/>
                <a:gd name="T32" fmla="*/ 12 w 25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6" y="6"/>
                    <a:pt x="17" y="7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9"/>
                    <a:pt x="14" y="19"/>
                    <a:pt x="12" y="19"/>
                  </a:cubicBezTo>
                  <a:cubicBezTo>
                    <a:pt x="10" y="19"/>
                    <a:pt x="9" y="19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9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8"/>
                    <a:pt x="25" y="15"/>
                    <a:pt x="25" y="12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7" name="Freeform 562"/>
            <p:cNvSpPr>
              <a:spLocks noEditPoints="1"/>
            </p:cNvSpPr>
            <p:nvPr/>
          </p:nvSpPr>
          <p:spPr bwMode="auto">
            <a:xfrm flipV="1">
              <a:off x="-2212973" y="4379911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9 w 26"/>
                <a:gd name="T3" fmla="*/ 8 h 25"/>
                <a:gd name="T4" fmla="*/ 19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2 h 25"/>
                <a:gd name="T22" fmla="*/ 13 w 26"/>
                <a:gd name="T23" fmla="*/ 25 h 25"/>
                <a:gd name="T24" fmla="*/ 22 w 26"/>
                <a:gd name="T25" fmla="*/ 22 h 25"/>
                <a:gd name="T26" fmla="*/ 26 w 26"/>
                <a:gd name="T27" fmla="*/ 13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7" y="6"/>
                    <a:pt x="19" y="8"/>
                  </a:cubicBezTo>
                  <a:cubicBezTo>
                    <a:pt x="21" y="11"/>
                    <a:pt x="21" y="15"/>
                    <a:pt x="19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2" y="20"/>
                    <a:pt x="10" y="19"/>
                    <a:pt x="8" y="18"/>
                  </a:cubicBezTo>
                  <a:cubicBezTo>
                    <a:pt x="6" y="15"/>
                    <a:pt x="6" y="11"/>
                    <a:pt x="8" y="8"/>
                  </a:cubicBezTo>
                  <a:cubicBezTo>
                    <a:pt x="10" y="6"/>
                    <a:pt x="12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2"/>
                    <a:pt x="5" y="4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7" y="24"/>
                    <a:pt x="10" y="25"/>
                    <a:pt x="13" y="25"/>
                  </a:cubicBezTo>
                  <a:cubicBezTo>
                    <a:pt x="17" y="25"/>
                    <a:pt x="20" y="24"/>
                    <a:pt x="22" y="22"/>
                  </a:cubicBezTo>
                  <a:cubicBezTo>
                    <a:pt x="25" y="19"/>
                    <a:pt x="26" y="16"/>
                    <a:pt x="26" y="13"/>
                  </a:cubicBezTo>
                  <a:cubicBezTo>
                    <a:pt x="26" y="10"/>
                    <a:pt x="25" y="6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8" name="Freeform 563"/>
            <p:cNvSpPr>
              <a:spLocks noEditPoints="1"/>
            </p:cNvSpPr>
            <p:nvPr/>
          </p:nvSpPr>
          <p:spPr bwMode="auto">
            <a:xfrm flipV="1">
              <a:off x="-1893886" y="4132261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18 w 25"/>
                <a:gd name="T3" fmla="*/ 8 h 25"/>
                <a:gd name="T4" fmla="*/ 18 w 25"/>
                <a:gd name="T5" fmla="*/ 18 h 25"/>
                <a:gd name="T6" fmla="*/ 13 w 25"/>
                <a:gd name="T7" fmla="*/ 20 h 25"/>
                <a:gd name="T8" fmla="*/ 8 w 25"/>
                <a:gd name="T9" fmla="*/ 18 h 25"/>
                <a:gd name="T10" fmla="*/ 8 w 25"/>
                <a:gd name="T11" fmla="*/ 8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4 w 25"/>
                <a:gd name="T19" fmla="*/ 4 h 25"/>
                <a:gd name="T20" fmla="*/ 0 w 25"/>
                <a:gd name="T21" fmla="*/ 13 h 25"/>
                <a:gd name="T22" fmla="*/ 4 w 25"/>
                <a:gd name="T23" fmla="*/ 22 h 25"/>
                <a:gd name="T24" fmla="*/ 13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3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5" y="6"/>
                    <a:pt x="16" y="6"/>
                    <a:pt x="18" y="8"/>
                  </a:cubicBezTo>
                  <a:cubicBezTo>
                    <a:pt x="21" y="11"/>
                    <a:pt x="21" y="15"/>
                    <a:pt x="18" y="18"/>
                  </a:cubicBezTo>
                  <a:cubicBezTo>
                    <a:pt x="16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1"/>
                    <a:pt x="8" y="8"/>
                  </a:cubicBezTo>
                  <a:cubicBezTo>
                    <a:pt x="9" y="6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2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1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9"/>
                    <a:pt x="24" y="6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9" name="Freeform 564"/>
            <p:cNvSpPr>
              <a:spLocks noEditPoints="1"/>
            </p:cNvSpPr>
            <p:nvPr/>
          </p:nvSpPr>
          <p:spPr bwMode="auto">
            <a:xfrm flipV="1">
              <a:off x="-1127123" y="3659185"/>
              <a:ext cx="100012" cy="90488"/>
            </a:xfrm>
            <a:custGeom>
              <a:avLst/>
              <a:gdLst>
                <a:gd name="T0" fmla="*/ 14 w 27"/>
                <a:gd name="T1" fmla="*/ 5 h 24"/>
                <a:gd name="T2" fmla="*/ 18 w 27"/>
                <a:gd name="T3" fmla="*/ 7 h 24"/>
                <a:gd name="T4" fmla="*/ 18 w 27"/>
                <a:gd name="T5" fmla="*/ 17 h 24"/>
                <a:gd name="T6" fmla="*/ 14 w 27"/>
                <a:gd name="T7" fmla="*/ 19 h 24"/>
                <a:gd name="T8" fmla="*/ 9 w 27"/>
                <a:gd name="T9" fmla="*/ 17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4"/>
                    <a:pt x="18" y="17"/>
                  </a:cubicBezTo>
                  <a:cubicBezTo>
                    <a:pt x="17" y="18"/>
                    <a:pt x="15" y="19"/>
                    <a:pt x="14" y="19"/>
                  </a:cubicBezTo>
                  <a:cubicBezTo>
                    <a:pt x="12" y="19"/>
                    <a:pt x="10" y="18"/>
                    <a:pt x="9" y="17"/>
                  </a:cubicBezTo>
                  <a:cubicBezTo>
                    <a:pt x="6" y="14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0" name="Freeform 565"/>
            <p:cNvSpPr>
              <a:spLocks noEditPoints="1"/>
            </p:cNvSpPr>
            <p:nvPr/>
          </p:nvSpPr>
          <p:spPr bwMode="auto">
            <a:xfrm flipV="1">
              <a:off x="-1390648" y="3898898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9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13 w 26"/>
                <a:gd name="T17" fmla="*/ 0 h 24"/>
                <a:gd name="T18" fmla="*/ 5 w 26"/>
                <a:gd name="T19" fmla="*/ 3 h 24"/>
                <a:gd name="T20" fmla="*/ 5 w 26"/>
                <a:gd name="T21" fmla="*/ 20 h 24"/>
                <a:gd name="T22" fmla="*/ 13 w 26"/>
                <a:gd name="T23" fmla="*/ 24 h 24"/>
                <a:gd name="T24" fmla="*/ 22 w 26"/>
                <a:gd name="T25" fmla="*/ 20 h 24"/>
                <a:gd name="T26" fmla="*/ 22 w 26"/>
                <a:gd name="T27" fmla="*/ 3 h 24"/>
                <a:gd name="T28" fmla="*/ 13 w 26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7" y="5"/>
                    <a:pt x="18" y="7"/>
                  </a:cubicBezTo>
                  <a:cubicBezTo>
                    <a:pt x="21" y="9"/>
                    <a:pt x="21" y="14"/>
                    <a:pt x="18" y="16"/>
                  </a:cubicBezTo>
                  <a:cubicBezTo>
                    <a:pt x="17" y="18"/>
                    <a:pt x="15" y="19"/>
                    <a:pt x="13" y="19"/>
                  </a:cubicBezTo>
                  <a:cubicBezTo>
                    <a:pt x="11" y="19"/>
                    <a:pt x="10" y="18"/>
                    <a:pt x="8" y="16"/>
                  </a:cubicBezTo>
                  <a:cubicBezTo>
                    <a:pt x="6" y="14"/>
                    <a:pt x="6" y="9"/>
                    <a:pt x="8" y="7"/>
                  </a:cubicBezTo>
                  <a:cubicBezTo>
                    <a:pt x="10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3" y="24"/>
                  </a:cubicBezTo>
                  <a:cubicBezTo>
                    <a:pt x="16" y="24"/>
                    <a:pt x="19" y="22"/>
                    <a:pt x="22" y="20"/>
                  </a:cubicBezTo>
                  <a:cubicBezTo>
                    <a:pt x="26" y="15"/>
                    <a:pt x="26" y="8"/>
                    <a:pt x="22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1" name="Freeform 566"/>
            <p:cNvSpPr>
              <a:spLocks noEditPoints="1"/>
            </p:cNvSpPr>
            <p:nvPr/>
          </p:nvSpPr>
          <p:spPr bwMode="auto">
            <a:xfrm flipV="1">
              <a:off x="-708023" y="3557585"/>
              <a:ext cx="101600" cy="90488"/>
            </a:xfrm>
            <a:custGeom>
              <a:avLst/>
              <a:gdLst>
                <a:gd name="T0" fmla="*/ 14 w 27"/>
                <a:gd name="T1" fmla="*/ 5 h 24"/>
                <a:gd name="T2" fmla="*/ 19 w 27"/>
                <a:gd name="T3" fmla="*/ 7 h 24"/>
                <a:gd name="T4" fmla="*/ 19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5"/>
                    <a:pt x="19" y="7"/>
                  </a:cubicBezTo>
                  <a:cubicBezTo>
                    <a:pt x="21" y="9"/>
                    <a:pt x="21" y="14"/>
                    <a:pt x="19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6" y="14"/>
                    <a:pt x="6" y="9"/>
                    <a:pt x="9" y="7"/>
                  </a:cubicBezTo>
                  <a:cubicBezTo>
                    <a:pt x="10" y="5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5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2" name="Freeform 567"/>
            <p:cNvSpPr>
              <a:spLocks noEditPoints="1"/>
            </p:cNvSpPr>
            <p:nvPr/>
          </p:nvSpPr>
          <p:spPr bwMode="auto">
            <a:xfrm flipV="1">
              <a:off x="-796923" y="3843336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7 w 24"/>
                <a:gd name="T3" fmla="*/ 8 h 24"/>
                <a:gd name="T4" fmla="*/ 17 w 24"/>
                <a:gd name="T5" fmla="*/ 17 h 24"/>
                <a:gd name="T6" fmla="*/ 12 w 24"/>
                <a:gd name="T7" fmla="*/ 19 h 24"/>
                <a:gd name="T8" fmla="*/ 7 w 24"/>
                <a:gd name="T9" fmla="*/ 17 h 24"/>
                <a:gd name="T10" fmla="*/ 7 w 24"/>
                <a:gd name="T11" fmla="*/ 8 h 24"/>
                <a:gd name="T12" fmla="*/ 12 w 24"/>
                <a:gd name="T13" fmla="*/ 6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0 w 24"/>
                <a:gd name="T27" fmla="*/ 21 h 24"/>
                <a:gd name="T28" fmla="*/ 24 w 24"/>
                <a:gd name="T29" fmla="*/ 12 h 24"/>
                <a:gd name="T30" fmla="*/ 20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4" y="6"/>
                    <a:pt x="15" y="6"/>
                    <a:pt x="17" y="8"/>
                  </a:cubicBezTo>
                  <a:cubicBezTo>
                    <a:pt x="19" y="10"/>
                    <a:pt x="19" y="15"/>
                    <a:pt x="17" y="17"/>
                  </a:cubicBezTo>
                  <a:cubicBezTo>
                    <a:pt x="15" y="19"/>
                    <a:pt x="14" y="19"/>
                    <a:pt x="12" y="19"/>
                  </a:cubicBezTo>
                  <a:cubicBezTo>
                    <a:pt x="10" y="19"/>
                    <a:pt x="8" y="19"/>
                    <a:pt x="7" y="17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3" name="Freeform 568"/>
            <p:cNvSpPr>
              <a:spLocks noEditPoints="1"/>
            </p:cNvSpPr>
            <p:nvPr/>
          </p:nvSpPr>
          <p:spPr bwMode="auto">
            <a:xfrm flipV="1">
              <a:off x="-2163761" y="41211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19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3 h 25"/>
                <a:gd name="T20" fmla="*/ 0 w 26"/>
                <a:gd name="T21" fmla="*/ 12 h 25"/>
                <a:gd name="T22" fmla="*/ 4 w 26"/>
                <a:gd name="T23" fmla="*/ 21 h 25"/>
                <a:gd name="T24" fmla="*/ 13 w 26"/>
                <a:gd name="T25" fmla="*/ 25 h 25"/>
                <a:gd name="T26" fmla="*/ 21 w 26"/>
                <a:gd name="T27" fmla="*/ 21 h 25"/>
                <a:gd name="T28" fmla="*/ 21 w 26"/>
                <a:gd name="T29" fmla="*/ 3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6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6" y="16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4" name="Freeform 569"/>
            <p:cNvSpPr>
              <a:spLocks/>
            </p:cNvSpPr>
            <p:nvPr/>
          </p:nvSpPr>
          <p:spPr bwMode="auto">
            <a:xfrm flipV="1">
              <a:off x="-2339973" y="3898899"/>
              <a:ext cx="1568450" cy="657225"/>
            </a:xfrm>
            <a:custGeom>
              <a:avLst/>
              <a:gdLst>
                <a:gd name="T0" fmla="*/ 416 w 418"/>
                <a:gd name="T1" fmla="*/ 175 h 175"/>
                <a:gd name="T2" fmla="*/ 282 w 418"/>
                <a:gd name="T3" fmla="*/ 41 h 175"/>
                <a:gd name="T4" fmla="*/ 108 w 418"/>
                <a:gd name="T5" fmla="*/ 41 h 175"/>
                <a:gd name="T6" fmla="*/ 107 w 418"/>
                <a:gd name="T7" fmla="*/ 41 h 175"/>
                <a:gd name="T8" fmla="*/ 69 w 418"/>
                <a:gd name="T9" fmla="*/ 3 h 175"/>
                <a:gd name="T10" fmla="*/ 25 w 418"/>
                <a:gd name="T11" fmla="*/ 3 h 175"/>
                <a:gd name="T12" fmla="*/ 2 w 418"/>
                <a:gd name="T13" fmla="*/ 26 h 175"/>
                <a:gd name="T14" fmla="*/ 0 w 418"/>
                <a:gd name="T15" fmla="*/ 23 h 175"/>
                <a:gd name="T16" fmla="*/ 23 w 418"/>
                <a:gd name="T17" fmla="*/ 0 h 175"/>
                <a:gd name="T18" fmla="*/ 24 w 418"/>
                <a:gd name="T19" fmla="*/ 0 h 175"/>
                <a:gd name="T20" fmla="*/ 24 w 418"/>
                <a:gd name="T21" fmla="*/ 0 h 175"/>
                <a:gd name="T22" fmla="*/ 70 w 418"/>
                <a:gd name="T23" fmla="*/ 0 h 175"/>
                <a:gd name="T24" fmla="*/ 71 w 418"/>
                <a:gd name="T25" fmla="*/ 0 h 175"/>
                <a:gd name="T26" fmla="*/ 109 w 418"/>
                <a:gd name="T27" fmla="*/ 38 h 175"/>
                <a:gd name="T28" fmla="*/ 283 w 418"/>
                <a:gd name="T29" fmla="*/ 38 h 175"/>
                <a:gd name="T30" fmla="*/ 284 w 418"/>
                <a:gd name="T31" fmla="*/ 38 h 175"/>
                <a:gd name="T32" fmla="*/ 418 w 418"/>
                <a:gd name="T33" fmla="*/ 173 h 175"/>
                <a:gd name="T34" fmla="*/ 416 w 418"/>
                <a:gd name="T3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8" h="175">
                  <a:moveTo>
                    <a:pt x="416" y="175"/>
                  </a:moveTo>
                  <a:cubicBezTo>
                    <a:pt x="282" y="41"/>
                    <a:pt x="282" y="41"/>
                    <a:pt x="282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8" y="41"/>
                    <a:pt x="107" y="41"/>
                    <a:pt x="107" y="41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1" y="0"/>
                    <a:pt x="71" y="0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283" y="38"/>
                    <a:pt x="283" y="38"/>
                    <a:pt x="283" y="38"/>
                  </a:cubicBezTo>
                  <a:cubicBezTo>
                    <a:pt x="283" y="38"/>
                    <a:pt x="283" y="38"/>
                    <a:pt x="284" y="38"/>
                  </a:cubicBezTo>
                  <a:cubicBezTo>
                    <a:pt x="418" y="173"/>
                    <a:pt x="418" y="173"/>
                    <a:pt x="418" y="173"/>
                  </a:cubicBezTo>
                  <a:lnTo>
                    <a:pt x="416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5" name="Freeform 570"/>
            <p:cNvSpPr>
              <a:spLocks/>
            </p:cNvSpPr>
            <p:nvPr/>
          </p:nvSpPr>
          <p:spPr bwMode="auto">
            <a:xfrm flipV="1">
              <a:off x="-2141536" y="3617911"/>
              <a:ext cx="1471612" cy="781050"/>
            </a:xfrm>
            <a:custGeom>
              <a:avLst/>
              <a:gdLst>
                <a:gd name="T0" fmla="*/ 389 w 392"/>
                <a:gd name="T1" fmla="*/ 208 h 208"/>
                <a:gd name="T2" fmla="*/ 211 w 392"/>
                <a:gd name="T3" fmla="*/ 30 h 208"/>
                <a:gd name="T4" fmla="*/ 28 w 392"/>
                <a:gd name="T5" fmla="*/ 30 h 208"/>
                <a:gd name="T6" fmla="*/ 27 w 392"/>
                <a:gd name="T7" fmla="*/ 29 h 208"/>
                <a:gd name="T8" fmla="*/ 0 w 392"/>
                <a:gd name="T9" fmla="*/ 3 h 208"/>
                <a:gd name="T10" fmla="*/ 3 w 392"/>
                <a:gd name="T11" fmla="*/ 0 h 208"/>
                <a:gd name="T12" fmla="*/ 29 w 392"/>
                <a:gd name="T13" fmla="*/ 26 h 208"/>
                <a:gd name="T14" fmla="*/ 211 w 392"/>
                <a:gd name="T15" fmla="*/ 26 h 208"/>
                <a:gd name="T16" fmla="*/ 213 w 392"/>
                <a:gd name="T17" fmla="*/ 27 h 208"/>
                <a:gd name="T18" fmla="*/ 392 w 392"/>
                <a:gd name="T19" fmla="*/ 206 h 208"/>
                <a:gd name="T20" fmla="*/ 389 w 392"/>
                <a:gd name="T21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2" h="208">
                  <a:moveTo>
                    <a:pt x="389" y="208"/>
                  </a:moveTo>
                  <a:cubicBezTo>
                    <a:pt x="211" y="30"/>
                    <a:pt x="211" y="30"/>
                    <a:pt x="211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7" y="2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11" y="26"/>
                    <a:pt x="211" y="26"/>
                    <a:pt x="211" y="26"/>
                  </a:cubicBezTo>
                  <a:cubicBezTo>
                    <a:pt x="212" y="26"/>
                    <a:pt x="212" y="27"/>
                    <a:pt x="213" y="27"/>
                  </a:cubicBezTo>
                  <a:cubicBezTo>
                    <a:pt x="392" y="206"/>
                    <a:pt x="392" y="206"/>
                    <a:pt x="392" y="206"/>
                  </a:cubicBezTo>
                  <a:lnTo>
                    <a:pt x="389" y="2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6" name="Freeform 571"/>
            <p:cNvSpPr>
              <a:spLocks/>
            </p:cNvSpPr>
            <p:nvPr/>
          </p:nvSpPr>
          <p:spPr bwMode="auto">
            <a:xfrm flipV="1">
              <a:off x="-2089148" y="3733798"/>
              <a:ext cx="1020762" cy="417513"/>
            </a:xfrm>
            <a:custGeom>
              <a:avLst/>
              <a:gdLst>
                <a:gd name="T0" fmla="*/ 272 w 272"/>
                <a:gd name="T1" fmla="*/ 111 h 111"/>
                <a:gd name="T2" fmla="*/ 269 w 272"/>
                <a:gd name="T3" fmla="*/ 111 h 111"/>
                <a:gd name="T4" fmla="*/ 269 w 272"/>
                <a:gd name="T5" fmla="*/ 83 h 111"/>
                <a:gd name="T6" fmla="*/ 211 w 272"/>
                <a:gd name="T7" fmla="*/ 25 h 111"/>
                <a:gd name="T8" fmla="*/ 23 w 272"/>
                <a:gd name="T9" fmla="*/ 25 h 111"/>
                <a:gd name="T10" fmla="*/ 22 w 272"/>
                <a:gd name="T11" fmla="*/ 25 h 111"/>
                <a:gd name="T12" fmla="*/ 0 w 272"/>
                <a:gd name="T13" fmla="*/ 3 h 111"/>
                <a:gd name="T14" fmla="*/ 3 w 272"/>
                <a:gd name="T15" fmla="*/ 0 h 111"/>
                <a:gd name="T16" fmla="*/ 24 w 272"/>
                <a:gd name="T17" fmla="*/ 22 h 111"/>
                <a:gd name="T18" fmla="*/ 212 w 272"/>
                <a:gd name="T19" fmla="*/ 22 h 111"/>
                <a:gd name="T20" fmla="*/ 213 w 272"/>
                <a:gd name="T21" fmla="*/ 22 h 111"/>
                <a:gd name="T22" fmla="*/ 271 w 272"/>
                <a:gd name="T23" fmla="*/ 81 h 111"/>
                <a:gd name="T24" fmla="*/ 272 w 272"/>
                <a:gd name="T25" fmla="*/ 82 h 111"/>
                <a:gd name="T26" fmla="*/ 272 w 272"/>
                <a:gd name="T2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2" h="111">
                  <a:moveTo>
                    <a:pt x="272" y="111"/>
                  </a:moveTo>
                  <a:cubicBezTo>
                    <a:pt x="269" y="111"/>
                    <a:pt x="269" y="111"/>
                    <a:pt x="269" y="111"/>
                  </a:cubicBezTo>
                  <a:cubicBezTo>
                    <a:pt x="269" y="83"/>
                    <a:pt x="269" y="83"/>
                    <a:pt x="269" y="83"/>
                  </a:cubicBezTo>
                  <a:cubicBezTo>
                    <a:pt x="211" y="25"/>
                    <a:pt x="211" y="25"/>
                    <a:pt x="211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12" y="22"/>
                    <a:pt x="212" y="22"/>
                    <a:pt x="212" y="22"/>
                  </a:cubicBezTo>
                  <a:cubicBezTo>
                    <a:pt x="212" y="22"/>
                    <a:pt x="213" y="22"/>
                    <a:pt x="213" y="22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2" y="81"/>
                    <a:pt x="272" y="82"/>
                  </a:cubicBezTo>
                  <a:lnTo>
                    <a:pt x="272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7" name="Freeform 572"/>
            <p:cNvSpPr>
              <a:spLocks/>
            </p:cNvSpPr>
            <p:nvPr/>
          </p:nvSpPr>
          <p:spPr bwMode="auto">
            <a:xfrm flipV="1">
              <a:off x="-1814511" y="3625849"/>
              <a:ext cx="869950" cy="561975"/>
            </a:xfrm>
            <a:custGeom>
              <a:avLst/>
              <a:gdLst>
                <a:gd name="T0" fmla="*/ 211 w 232"/>
                <a:gd name="T1" fmla="*/ 150 h 150"/>
                <a:gd name="T2" fmla="*/ 180 w 232"/>
                <a:gd name="T3" fmla="*/ 150 h 150"/>
                <a:gd name="T4" fmla="*/ 179 w 232"/>
                <a:gd name="T5" fmla="*/ 150 h 150"/>
                <a:gd name="T6" fmla="*/ 126 w 232"/>
                <a:gd name="T7" fmla="*/ 96 h 150"/>
                <a:gd name="T8" fmla="*/ 125 w 232"/>
                <a:gd name="T9" fmla="*/ 95 h 150"/>
                <a:gd name="T10" fmla="*/ 125 w 232"/>
                <a:gd name="T11" fmla="*/ 74 h 150"/>
                <a:gd name="T12" fmla="*/ 128 w 232"/>
                <a:gd name="T13" fmla="*/ 74 h 150"/>
                <a:gd name="T14" fmla="*/ 128 w 232"/>
                <a:gd name="T15" fmla="*/ 94 h 150"/>
                <a:gd name="T16" fmla="*/ 181 w 232"/>
                <a:gd name="T17" fmla="*/ 147 h 150"/>
                <a:gd name="T18" fmla="*/ 211 w 232"/>
                <a:gd name="T19" fmla="*/ 147 h 150"/>
                <a:gd name="T20" fmla="*/ 228 w 232"/>
                <a:gd name="T21" fmla="*/ 129 h 150"/>
                <a:gd name="T22" fmla="*/ 228 w 232"/>
                <a:gd name="T23" fmla="*/ 103 h 150"/>
                <a:gd name="T24" fmla="*/ 130 w 232"/>
                <a:gd name="T25" fmla="*/ 4 h 150"/>
                <a:gd name="T26" fmla="*/ 0 w 232"/>
                <a:gd name="T27" fmla="*/ 4 h 150"/>
                <a:gd name="T28" fmla="*/ 0 w 232"/>
                <a:gd name="T29" fmla="*/ 0 h 150"/>
                <a:gd name="T30" fmla="*/ 130 w 232"/>
                <a:gd name="T31" fmla="*/ 0 h 150"/>
                <a:gd name="T32" fmla="*/ 131 w 232"/>
                <a:gd name="T33" fmla="*/ 1 h 150"/>
                <a:gd name="T34" fmla="*/ 231 w 232"/>
                <a:gd name="T35" fmla="*/ 101 h 150"/>
                <a:gd name="T36" fmla="*/ 232 w 232"/>
                <a:gd name="T37" fmla="*/ 102 h 150"/>
                <a:gd name="T38" fmla="*/ 232 w 232"/>
                <a:gd name="T39" fmla="*/ 130 h 150"/>
                <a:gd name="T40" fmla="*/ 231 w 232"/>
                <a:gd name="T41" fmla="*/ 131 h 150"/>
                <a:gd name="T42" fmla="*/ 213 w 232"/>
                <a:gd name="T43" fmla="*/ 150 h 150"/>
                <a:gd name="T44" fmla="*/ 211 w 232"/>
                <a:gd name="T4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50">
                  <a:moveTo>
                    <a:pt x="211" y="150"/>
                  </a:moveTo>
                  <a:cubicBezTo>
                    <a:pt x="180" y="150"/>
                    <a:pt x="180" y="150"/>
                    <a:pt x="180" y="150"/>
                  </a:cubicBezTo>
                  <a:cubicBezTo>
                    <a:pt x="180" y="150"/>
                    <a:pt x="179" y="150"/>
                    <a:pt x="179" y="150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5" y="96"/>
                    <a:pt x="125" y="95"/>
                    <a:pt x="125" y="95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8" y="74"/>
                    <a:pt x="128" y="74"/>
                    <a:pt x="128" y="7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81" y="147"/>
                    <a:pt x="181" y="147"/>
                    <a:pt x="181" y="147"/>
                  </a:cubicBezTo>
                  <a:cubicBezTo>
                    <a:pt x="211" y="147"/>
                    <a:pt x="211" y="147"/>
                    <a:pt x="211" y="147"/>
                  </a:cubicBezTo>
                  <a:cubicBezTo>
                    <a:pt x="228" y="129"/>
                    <a:pt x="228" y="129"/>
                    <a:pt x="228" y="129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1" y="0"/>
                    <a:pt x="131" y="1"/>
                    <a:pt x="131" y="1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1" y="101"/>
                    <a:pt x="232" y="101"/>
                    <a:pt x="232" y="102"/>
                  </a:cubicBezTo>
                  <a:cubicBezTo>
                    <a:pt x="232" y="130"/>
                    <a:pt x="232" y="130"/>
                    <a:pt x="232" y="130"/>
                  </a:cubicBezTo>
                  <a:cubicBezTo>
                    <a:pt x="232" y="130"/>
                    <a:pt x="231" y="131"/>
                    <a:pt x="231" y="131"/>
                  </a:cubicBezTo>
                  <a:cubicBezTo>
                    <a:pt x="213" y="150"/>
                    <a:pt x="213" y="150"/>
                    <a:pt x="213" y="150"/>
                  </a:cubicBezTo>
                  <a:cubicBezTo>
                    <a:pt x="212" y="150"/>
                    <a:pt x="212" y="150"/>
                    <a:pt x="211" y="1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8" name="Freeform 573"/>
            <p:cNvSpPr>
              <a:spLocks noEditPoints="1"/>
            </p:cNvSpPr>
            <p:nvPr/>
          </p:nvSpPr>
          <p:spPr bwMode="auto">
            <a:xfrm flipV="1">
              <a:off x="-3063873" y="3543298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7 w 24"/>
                <a:gd name="T3" fmla="*/ 8 h 25"/>
                <a:gd name="T4" fmla="*/ 17 w 24"/>
                <a:gd name="T5" fmla="*/ 18 h 25"/>
                <a:gd name="T6" fmla="*/ 12 w 24"/>
                <a:gd name="T7" fmla="*/ 20 h 25"/>
                <a:gd name="T8" fmla="*/ 7 w 24"/>
                <a:gd name="T9" fmla="*/ 18 h 25"/>
                <a:gd name="T10" fmla="*/ 7 w 24"/>
                <a:gd name="T11" fmla="*/ 8 h 25"/>
                <a:gd name="T12" fmla="*/ 12 w 24"/>
                <a:gd name="T13" fmla="*/ 5 h 25"/>
                <a:gd name="T14" fmla="*/ 12 w 24"/>
                <a:gd name="T15" fmla="*/ 0 h 25"/>
                <a:gd name="T16" fmla="*/ 12 w 24"/>
                <a:gd name="T17" fmla="*/ 0 h 25"/>
                <a:gd name="T18" fmla="*/ 3 w 24"/>
                <a:gd name="T19" fmla="*/ 4 h 25"/>
                <a:gd name="T20" fmla="*/ 0 w 24"/>
                <a:gd name="T21" fmla="*/ 13 h 25"/>
                <a:gd name="T22" fmla="*/ 3 w 24"/>
                <a:gd name="T23" fmla="*/ 21 h 25"/>
                <a:gd name="T24" fmla="*/ 12 w 24"/>
                <a:gd name="T25" fmla="*/ 25 h 25"/>
                <a:gd name="T26" fmla="*/ 21 w 24"/>
                <a:gd name="T27" fmla="*/ 21 h 25"/>
                <a:gd name="T28" fmla="*/ 24 w 24"/>
                <a:gd name="T29" fmla="*/ 13 h 25"/>
                <a:gd name="T30" fmla="*/ 21 w 24"/>
                <a:gd name="T31" fmla="*/ 4 h 25"/>
                <a:gd name="T32" fmla="*/ 12 w 2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4" y="5"/>
                    <a:pt x="16" y="6"/>
                    <a:pt x="17" y="8"/>
                  </a:cubicBezTo>
                  <a:cubicBezTo>
                    <a:pt x="20" y="10"/>
                    <a:pt x="20" y="15"/>
                    <a:pt x="17" y="18"/>
                  </a:cubicBezTo>
                  <a:cubicBezTo>
                    <a:pt x="16" y="19"/>
                    <a:pt x="14" y="20"/>
                    <a:pt x="12" y="20"/>
                  </a:cubicBezTo>
                  <a:cubicBezTo>
                    <a:pt x="10" y="20"/>
                    <a:pt x="8" y="19"/>
                    <a:pt x="7" y="18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8" y="24"/>
                    <a:pt x="21" y="21"/>
                  </a:cubicBezTo>
                  <a:cubicBezTo>
                    <a:pt x="23" y="19"/>
                    <a:pt x="24" y="16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9" name="Freeform 574"/>
            <p:cNvSpPr>
              <a:spLocks noEditPoints="1"/>
            </p:cNvSpPr>
            <p:nvPr/>
          </p:nvSpPr>
          <p:spPr bwMode="auto">
            <a:xfrm flipV="1">
              <a:off x="-3055936" y="3744911"/>
              <a:ext cx="96837" cy="95250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4 h 25"/>
                <a:gd name="T20" fmla="*/ 0 w 26"/>
                <a:gd name="T21" fmla="*/ 13 h 25"/>
                <a:gd name="T22" fmla="*/ 4 w 26"/>
                <a:gd name="T23" fmla="*/ 21 h 25"/>
                <a:gd name="T24" fmla="*/ 13 w 26"/>
                <a:gd name="T25" fmla="*/ 25 h 25"/>
                <a:gd name="T26" fmla="*/ 22 w 26"/>
                <a:gd name="T27" fmla="*/ 21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10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0" name="Freeform 575"/>
            <p:cNvSpPr>
              <a:spLocks noEditPoints="1"/>
            </p:cNvSpPr>
            <p:nvPr/>
          </p:nvSpPr>
          <p:spPr bwMode="auto">
            <a:xfrm flipV="1">
              <a:off x="-2813048" y="4060823"/>
              <a:ext cx="101600" cy="93663"/>
            </a:xfrm>
            <a:custGeom>
              <a:avLst/>
              <a:gdLst>
                <a:gd name="T0" fmla="*/ 14 w 27"/>
                <a:gd name="T1" fmla="*/ 5 h 25"/>
                <a:gd name="T2" fmla="*/ 19 w 27"/>
                <a:gd name="T3" fmla="*/ 7 h 25"/>
                <a:gd name="T4" fmla="*/ 19 w 27"/>
                <a:gd name="T5" fmla="*/ 17 h 25"/>
                <a:gd name="T6" fmla="*/ 14 w 27"/>
                <a:gd name="T7" fmla="*/ 20 h 25"/>
                <a:gd name="T8" fmla="*/ 9 w 27"/>
                <a:gd name="T9" fmla="*/ 17 h 25"/>
                <a:gd name="T10" fmla="*/ 9 w 27"/>
                <a:gd name="T11" fmla="*/ 7 h 25"/>
                <a:gd name="T12" fmla="*/ 14 w 27"/>
                <a:gd name="T13" fmla="*/ 5 h 25"/>
                <a:gd name="T14" fmla="*/ 14 w 27"/>
                <a:gd name="T15" fmla="*/ 0 h 25"/>
                <a:gd name="T16" fmla="*/ 14 w 27"/>
                <a:gd name="T17" fmla="*/ 0 h 25"/>
                <a:gd name="T18" fmla="*/ 5 w 27"/>
                <a:gd name="T19" fmla="*/ 4 h 25"/>
                <a:gd name="T20" fmla="*/ 5 w 27"/>
                <a:gd name="T21" fmla="*/ 21 h 25"/>
                <a:gd name="T22" fmla="*/ 14 w 27"/>
                <a:gd name="T23" fmla="*/ 25 h 25"/>
                <a:gd name="T24" fmla="*/ 23 w 27"/>
                <a:gd name="T25" fmla="*/ 21 h 25"/>
                <a:gd name="T26" fmla="*/ 23 w 27"/>
                <a:gd name="T27" fmla="*/ 4 h 25"/>
                <a:gd name="T28" fmla="*/ 14 w 27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14" y="5"/>
                  </a:moveTo>
                  <a:cubicBezTo>
                    <a:pt x="16" y="5"/>
                    <a:pt x="17" y="6"/>
                    <a:pt x="19" y="7"/>
                  </a:cubicBezTo>
                  <a:cubicBezTo>
                    <a:pt x="22" y="10"/>
                    <a:pt x="22" y="15"/>
                    <a:pt x="19" y="17"/>
                  </a:cubicBezTo>
                  <a:cubicBezTo>
                    <a:pt x="18" y="19"/>
                    <a:pt x="16" y="20"/>
                    <a:pt x="14" y="20"/>
                  </a:cubicBezTo>
                  <a:cubicBezTo>
                    <a:pt x="12" y="20"/>
                    <a:pt x="10" y="19"/>
                    <a:pt x="9" y="17"/>
                  </a:cubicBezTo>
                  <a:cubicBezTo>
                    <a:pt x="6" y="15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1" y="25"/>
                    <a:pt x="14" y="25"/>
                  </a:cubicBezTo>
                  <a:cubicBezTo>
                    <a:pt x="17" y="25"/>
                    <a:pt x="20" y="23"/>
                    <a:pt x="23" y="21"/>
                  </a:cubicBezTo>
                  <a:cubicBezTo>
                    <a:pt x="27" y="16"/>
                    <a:pt x="27" y="8"/>
                    <a:pt x="23" y="4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1" name="Freeform 576"/>
            <p:cNvSpPr>
              <a:spLocks noEditPoints="1"/>
            </p:cNvSpPr>
            <p:nvPr/>
          </p:nvSpPr>
          <p:spPr bwMode="auto">
            <a:xfrm flipV="1">
              <a:off x="-1052511" y="24923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6 w 24"/>
                <a:gd name="T3" fmla="*/ 7 h 24"/>
                <a:gd name="T4" fmla="*/ 16 w 24"/>
                <a:gd name="T5" fmla="*/ 16 h 24"/>
                <a:gd name="T6" fmla="*/ 12 w 24"/>
                <a:gd name="T7" fmla="*/ 19 h 24"/>
                <a:gd name="T8" fmla="*/ 7 w 24"/>
                <a:gd name="T9" fmla="*/ 16 h 24"/>
                <a:gd name="T10" fmla="*/ 7 w 24"/>
                <a:gd name="T11" fmla="*/ 7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3 w 24"/>
                <a:gd name="T21" fmla="*/ 20 h 24"/>
                <a:gd name="T22" fmla="*/ 12 w 24"/>
                <a:gd name="T23" fmla="*/ 24 h 24"/>
                <a:gd name="T24" fmla="*/ 20 w 24"/>
                <a:gd name="T25" fmla="*/ 20 h 24"/>
                <a:gd name="T26" fmla="*/ 24 w 24"/>
                <a:gd name="T27" fmla="*/ 12 h 24"/>
                <a:gd name="T28" fmla="*/ 20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3" y="5"/>
                    <a:pt x="15" y="5"/>
                    <a:pt x="16" y="7"/>
                  </a:cubicBezTo>
                  <a:cubicBezTo>
                    <a:pt x="19" y="9"/>
                    <a:pt x="19" y="14"/>
                    <a:pt x="16" y="16"/>
                  </a:cubicBezTo>
                  <a:cubicBezTo>
                    <a:pt x="15" y="18"/>
                    <a:pt x="13" y="19"/>
                    <a:pt x="12" y="19"/>
                  </a:cubicBezTo>
                  <a:cubicBezTo>
                    <a:pt x="10" y="19"/>
                    <a:pt x="8" y="18"/>
                    <a:pt x="7" y="16"/>
                  </a:cubicBezTo>
                  <a:cubicBezTo>
                    <a:pt x="4" y="14"/>
                    <a:pt x="4" y="9"/>
                    <a:pt x="7" y="7"/>
                  </a:cubicBezTo>
                  <a:cubicBezTo>
                    <a:pt x="8" y="5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2"/>
                    <a:pt x="8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8"/>
                    <a:pt x="22" y="5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2" name="Freeform 577"/>
            <p:cNvSpPr>
              <a:spLocks noEditPoints="1"/>
            </p:cNvSpPr>
            <p:nvPr/>
          </p:nvSpPr>
          <p:spPr bwMode="auto">
            <a:xfrm flipV="1">
              <a:off x="-1319211" y="2735260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3 w 25"/>
                <a:gd name="T17" fmla="*/ 4 h 24"/>
                <a:gd name="T18" fmla="*/ 0 w 25"/>
                <a:gd name="T19" fmla="*/ 12 h 24"/>
                <a:gd name="T20" fmla="*/ 3 w 25"/>
                <a:gd name="T21" fmla="*/ 21 h 24"/>
                <a:gd name="T22" fmla="*/ 12 w 25"/>
                <a:gd name="T23" fmla="*/ 24 h 24"/>
                <a:gd name="T24" fmla="*/ 20 w 25"/>
                <a:gd name="T25" fmla="*/ 21 h 24"/>
                <a:gd name="T26" fmla="*/ 20 w 25"/>
                <a:gd name="T27" fmla="*/ 4 h 24"/>
                <a:gd name="T28" fmla="*/ 12 w 25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5" y="6"/>
                    <a:pt x="17" y="7"/>
                  </a:cubicBezTo>
                  <a:cubicBezTo>
                    <a:pt x="19" y="10"/>
                    <a:pt x="19" y="14"/>
                    <a:pt x="17" y="17"/>
                  </a:cubicBezTo>
                  <a:cubicBezTo>
                    <a:pt x="15" y="18"/>
                    <a:pt x="14" y="19"/>
                    <a:pt x="12" y="19"/>
                  </a:cubicBezTo>
                  <a:cubicBezTo>
                    <a:pt x="10" y="19"/>
                    <a:pt x="8" y="18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5" y="16"/>
                    <a:pt x="25" y="8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3" name="Freeform 578"/>
            <p:cNvSpPr>
              <a:spLocks noEditPoints="1"/>
            </p:cNvSpPr>
            <p:nvPr/>
          </p:nvSpPr>
          <p:spPr bwMode="auto">
            <a:xfrm flipV="1">
              <a:off x="-636586" y="2390773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8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3 h 24"/>
                <a:gd name="T18" fmla="*/ 4 w 26"/>
                <a:gd name="T19" fmla="*/ 20 h 24"/>
                <a:gd name="T20" fmla="*/ 13 w 26"/>
                <a:gd name="T21" fmla="*/ 24 h 24"/>
                <a:gd name="T22" fmla="*/ 21 w 26"/>
                <a:gd name="T23" fmla="*/ 20 h 24"/>
                <a:gd name="T24" fmla="*/ 21 w 26"/>
                <a:gd name="T25" fmla="*/ 3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4" y="5"/>
                    <a:pt x="16" y="5"/>
                    <a:pt x="18" y="7"/>
                  </a:cubicBezTo>
                  <a:cubicBezTo>
                    <a:pt x="20" y="9"/>
                    <a:pt x="20" y="14"/>
                    <a:pt x="18" y="16"/>
                  </a:cubicBezTo>
                  <a:cubicBezTo>
                    <a:pt x="16" y="18"/>
                    <a:pt x="14" y="18"/>
                    <a:pt x="13" y="18"/>
                  </a:cubicBezTo>
                  <a:cubicBezTo>
                    <a:pt x="11" y="18"/>
                    <a:pt x="9" y="18"/>
                    <a:pt x="8" y="16"/>
                  </a:cubicBezTo>
                  <a:cubicBezTo>
                    <a:pt x="5" y="14"/>
                    <a:pt x="5" y="9"/>
                    <a:pt x="8" y="7"/>
                  </a:cubicBezTo>
                  <a:cubicBezTo>
                    <a:pt x="9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6" y="22"/>
                    <a:pt x="9" y="24"/>
                    <a:pt x="13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6" y="15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4" name="Freeform 579"/>
            <p:cNvSpPr>
              <a:spLocks noEditPoints="1"/>
            </p:cNvSpPr>
            <p:nvPr/>
          </p:nvSpPr>
          <p:spPr bwMode="auto">
            <a:xfrm flipV="1">
              <a:off x="-733423" y="2676523"/>
              <a:ext cx="96837" cy="88900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8 h 24"/>
                <a:gd name="T4" fmla="*/ 18 w 26"/>
                <a:gd name="T5" fmla="*/ 17 h 24"/>
                <a:gd name="T6" fmla="*/ 13 w 26"/>
                <a:gd name="T7" fmla="*/ 19 h 24"/>
                <a:gd name="T8" fmla="*/ 8 w 26"/>
                <a:gd name="T9" fmla="*/ 17 h 24"/>
                <a:gd name="T10" fmla="*/ 8 w 26"/>
                <a:gd name="T11" fmla="*/ 8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1 w 26"/>
                <a:gd name="T23" fmla="*/ 21 h 24"/>
                <a:gd name="T24" fmla="*/ 21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6" y="6"/>
                    <a:pt x="18" y="8"/>
                  </a:cubicBezTo>
                  <a:cubicBezTo>
                    <a:pt x="20" y="10"/>
                    <a:pt x="20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8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6" y="16"/>
                    <a:pt x="26" y="9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5" name="Freeform 580"/>
            <p:cNvSpPr>
              <a:spLocks noEditPoints="1"/>
            </p:cNvSpPr>
            <p:nvPr/>
          </p:nvSpPr>
          <p:spPr bwMode="auto">
            <a:xfrm flipV="1">
              <a:off x="-2801936" y="37909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20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1 h 25"/>
                <a:gd name="T22" fmla="*/ 13 w 26"/>
                <a:gd name="T23" fmla="*/ 25 h 25"/>
                <a:gd name="T24" fmla="*/ 22 w 26"/>
                <a:gd name="T25" fmla="*/ 21 h 25"/>
                <a:gd name="T26" fmla="*/ 26 w 26"/>
                <a:gd name="T27" fmla="*/ 12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10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10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7" y="25"/>
                    <a:pt x="20" y="23"/>
                    <a:pt x="22" y="21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9"/>
                    <a:pt x="24" y="6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6" name="Freeform 581"/>
            <p:cNvSpPr>
              <a:spLocks/>
            </p:cNvSpPr>
            <p:nvPr/>
          </p:nvSpPr>
          <p:spPr bwMode="auto">
            <a:xfrm flipV="1">
              <a:off x="-3003548" y="2555873"/>
              <a:ext cx="1984375" cy="1017588"/>
            </a:xfrm>
            <a:custGeom>
              <a:avLst/>
              <a:gdLst>
                <a:gd name="T0" fmla="*/ 526 w 529"/>
                <a:gd name="T1" fmla="*/ 271 h 271"/>
                <a:gd name="T2" fmla="*/ 512 w 529"/>
                <a:gd name="T3" fmla="*/ 257 h 271"/>
                <a:gd name="T4" fmla="*/ 512 w 529"/>
                <a:gd name="T5" fmla="*/ 256 h 271"/>
                <a:gd name="T6" fmla="*/ 512 w 529"/>
                <a:gd name="T7" fmla="*/ 226 h 271"/>
                <a:gd name="T8" fmla="*/ 418 w 529"/>
                <a:gd name="T9" fmla="*/ 132 h 271"/>
                <a:gd name="T10" fmla="*/ 307 w 529"/>
                <a:gd name="T11" fmla="*/ 132 h 271"/>
                <a:gd name="T12" fmla="*/ 243 w 529"/>
                <a:gd name="T13" fmla="*/ 197 h 271"/>
                <a:gd name="T14" fmla="*/ 242 w 529"/>
                <a:gd name="T15" fmla="*/ 197 h 271"/>
                <a:gd name="T16" fmla="*/ 196 w 529"/>
                <a:gd name="T17" fmla="*/ 197 h 271"/>
                <a:gd name="T18" fmla="*/ 194 w 529"/>
                <a:gd name="T19" fmla="*/ 197 h 271"/>
                <a:gd name="T20" fmla="*/ 0 w 529"/>
                <a:gd name="T21" fmla="*/ 2 h 271"/>
                <a:gd name="T22" fmla="*/ 2 w 529"/>
                <a:gd name="T23" fmla="*/ 0 h 271"/>
                <a:gd name="T24" fmla="*/ 196 w 529"/>
                <a:gd name="T25" fmla="*/ 194 h 271"/>
                <a:gd name="T26" fmla="*/ 241 w 529"/>
                <a:gd name="T27" fmla="*/ 194 h 271"/>
                <a:gd name="T28" fmla="*/ 305 w 529"/>
                <a:gd name="T29" fmla="*/ 129 h 271"/>
                <a:gd name="T30" fmla="*/ 306 w 529"/>
                <a:gd name="T31" fmla="*/ 129 h 271"/>
                <a:gd name="T32" fmla="*/ 419 w 529"/>
                <a:gd name="T33" fmla="*/ 129 h 271"/>
                <a:gd name="T34" fmla="*/ 420 w 529"/>
                <a:gd name="T35" fmla="*/ 129 h 271"/>
                <a:gd name="T36" fmla="*/ 515 w 529"/>
                <a:gd name="T37" fmla="*/ 224 h 271"/>
                <a:gd name="T38" fmla="*/ 515 w 529"/>
                <a:gd name="T39" fmla="*/ 225 h 271"/>
                <a:gd name="T40" fmla="*/ 515 w 529"/>
                <a:gd name="T41" fmla="*/ 255 h 271"/>
                <a:gd name="T42" fmla="*/ 529 w 529"/>
                <a:gd name="T43" fmla="*/ 269 h 271"/>
                <a:gd name="T44" fmla="*/ 526 w 529"/>
                <a:gd name="T45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9" h="271">
                  <a:moveTo>
                    <a:pt x="526" y="271"/>
                  </a:moveTo>
                  <a:cubicBezTo>
                    <a:pt x="512" y="257"/>
                    <a:pt x="512" y="257"/>
                    <a:pt x="512" y="257"/>
                  </a:cubicBezTo>
                  <a:cubicBezTo>
                    <a:pt x="512" y="257"/>
                    <a:pt x="512" y="257"/>
                    <a:pt x="512" y="256"/>
                  </a:cubicBezTo>
                  <a:cubicBezTo>
                    <a:pt x="512" y="226"/>
                    <a:pt x="512" y="226"/>
                    <a:pt x="512" y="226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307" y="132"/>
                    <a:pt x="307" y="132"/>
                    <a:pt x="307" y="132"/>
                  </a:cubicBezTo>
                  <a:cubicBezTo>
                    <a:pt x="243" y="197"/>
                    <a:pt x="243" y="197"/>
                    <a:pt x="243" y="197"/>
                  </a:cubicBezTo>
                  <a:cubicBezTo>
                    <a:pt x="243" y="197"/>
                    <a:pt x="242" y="197"/>
                    <a:pt x="242" y="197"/>
                  </a:cubicBezTo>
                  <a:cubicBezTo>
                    <a:pt x="196" y="197"/>
                    <a:pt x="196" y="197"/>
                    <a:pt x="196" y="197"/>
                  </a:cubicBezTo>
                  <a:cubicBezTo>
                    <a:pt x="195" y="197"/>
                    <a:pt x="195" y="197"/>
                    <a:pt x="194" y="1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241" y="194"/>
                    <a:pt x="241" y="194"/>
                    <a:pt x="241" y="194"/>
                  </a:cubicBezTo>
                  <a:cubicBezTo>
                    <a:pt x="305" y="129"/>
                    <a:pt x="305" y="129"/>
                    <a:pt x="305" y="129"/>
                  </a:cubicBezTo>
                  <a:cubicBezTo>
                    <a:pt x="306" y="129"/>
                    <a:pt x="306" y="129"/>
                    <a:pt x="306" y="129"/>
                  </a:cubicBezTo>
                  <a:cubicBezTo>
                    <a:pt x="419" y="129"/>
                    <a:pt x="419" y="129"/>
                    <a:pt x="419" y="129"/>
                  </a:cubicBezTo>
                  <a:cubicBezTo>
                    <a:pt x="419" y="129"/>
                    <a:pt x="419" y="129"/>
                    <a:pt x="420" y="129"/>
                  </a:cubicBezTo>
                  <a:cubicBezTo>
                    <a:pt x="515" y="224"/>
                    <a:pt x="515" y="224"/>
                    <a:pt x="515" y="224"/>
                  </a:cubicBezTo>
                  <a:cubicBezTo>
                    <a:pt x="515" y="225"/>
                    <a:pt x="515" y="225"/>
                    <a:pt x="515" y="225"/>
                  </a:cubicBezTo>
                  <a:cubicBezTo>
                    <a:pt x="515" y="255"/>
                    <a:pt x="515" y="255"/>
                    <a:pt x="515" y="255"/>
                  </a:cubicBezTo>
                  <a:cubicBezTo>
                    <a:pt x="529" y="269"/>
                    <a:pt x="529" y="269"/>
                    <a:pt x="529" y="269"/>
                  </a:cubicBezTo>
                  <a:lnTo>
                    <a:pt x="526" y="2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7" name="Freeform 582"/>
            <p:cNvSpPr>
              <a:spLocks/>
            </p:cNvSpPr>
            <p:nvPr/>
          </p:nvSpPr>
          <p:spPr bwMode="auto">
            <a:xfrm flipV="1">
              <a:off x="-2992436" y="2412998"/>
              <a:ext cx="2127250" cy="1366838"/>
            </a:xfrm>
            <a:custGeom>
              <a:avLst/>
              <a:gdLst>
                <a:gd name="T0" fmla="*/ 532 w 567"/>
                <a:gd name="T1" fmla="*/ 364 h 364"/>
                <a:gd name="T2" fmla="*/ 494 w 567"/>
                <a:gd name="T3" fmla="*/ 364 h 364"/>
                <a:gd name="T4" fmla="*/ 493 w 567"/>
                <a:gd name="T5" fmla="*/ 364 h 364"/>
                <a:gd name="T6" fmla="*/ 442 w 567"/>
                <a:gd name="T7" fmla="*/ 313 h 364"/>
                <a:gd name="T8" fmla="*/ 442 w 567"/>
                <a:gd name="T9" fmla="*/ 312 h 364"/>
                <a:gd name="T10" fmla="*/ 442 w 567"/>
                <a:gd name="T11" fmla="*/ 280 h 364"/>
                <a:gd name="T12" fmla="*/ 442 w 567"/>
                <a:gd name="T13" fmla="*/ 279 h 364"/>
                <a:gd name="T14" fmla="*/ 452 w 567"/>
                <a:gd name="T15" fmla="*/ 270 h 364"/>
                <a:gd name="T16" fmla="*/ 454 w 567"/>
                <a:gd name="T17" fmla="*/ 272 h 364"/>
                <a:gd name="T18" fmla="*/ 445 w 567"/>
                <a:gd name="T19" fmla="*/ 281 h 364"/>
                <a:gd name="T20" fmla="*/ 445 w 567"/>
                <a:gd name="T21" fmla="*/ 311 h 364"/>
                <a:gd name="T22" fmla="*/ 495 w 567"/>
                <a:gd name="T23" fmla="*/ 361 h 364"/>
                <a:gd name="T24" fmla="*/ 531 w 567"/>
                <a:gd name="T25" fmla="*/ 361 h 364"/>
                <a:gd name="T26" fmla="*/ 564 w 567"/>
                <a:gd name="T27" fmla="*/ 329 h 364"/>
                <a:gd name="T28" fmla="*/ 564 w 567"/>
                <a:gd name="T29" fmla="*/ 288 h 364"/>
                <a:gd name="T30" fmla="*/ 418 w 567"/>
                <a:gd name="T31" fmla="*/ 142 h 364"/>
                <a:gd name="T32" fmla="*/ 291 w 567"/>
                <a:gd name="T33" fmla="*/ 142 h 364"/>
                <a:gd name="T34" fmla="*/ 229 w 567"/>
                <a:gd name="T35" fmla="*/ 204 h 364"/>
                <a:gd name="T36" fmla="*/ 228 w 567"/>
                <a:gd name="T37" fmla="*/ 205 h 364"/>
                <a:gd name="T38" fmla="*/ 202 w 567"/>
                <a:gd name="T39" fmla="*/ 205 h 364"/>
                <a:gd name="T40" fmla="*/ 201 w 567"/>
                <a:gd name="T41" fmla="*/ 204 h 364"/>
                <a:gd name="T42" fmla="*/ 0 w 567"/>
                <a:gd name="T43" fmla="*/ 3 h 364"/>
                <a:gd name="T44" fmla="*/ 2 w 567"/>
                <a:gd name="T45" fmla="*/ 0 h 364"/>
                <a:gd name="T46" fmla="*/ 203 w 567"/>
                <a:gd name="T47" fmla="*/ 201 h 364"/>
                <a:gd name="T48" fmla="*/ 227 w 567"/>
                <a:gd name="T49" fmla="*/ 201 h 364"/>
                <a:gd name="T50" fmla="*/ 289 w 567"/>
                <a:gd name="T51" fmla="*/ 140 h 364"/>
                <a:gd name="T52" fmla="*/ 290 w 567"/>
                <a:gd name="T53" fmla="*/ 139 h 364"/>
                <a:gd name="T54" fmla="*/ 419 w 567"/>
                <a:gd name="T55" fmla="*/ 139 h 364"/>
                <a:gd name="T56" fmla="*/ 420 w 567"/>
                <a:gd name="T57" fmla="*/ 140 h 364"/>
                <a:gd name="T58" fmla="*/ 567 w 567"/>
                <a:gd name="T59" fmla="*/ 286 h 364"/>
                <a:gd name="T60" fmla="*/ 567 w 567"/>
                <a:gd name="T61" fmla="*/ 287 h 364"/>
                <a:gd name="T62" fmla="*/ 567 w 567"/>
                <a:gd name="T63" fmla="*/ 329 h 364"/>
                <a:gd name="T64" fmla="*/ 567 w 567"/>
                <a:gd name="T65" fmla="*/ 330 h 364"/>
                <a:gd name="T66" fmla="*/ 533 w 567"/>
                <a:gd name="T67" fmla="*/ 364 h 364"/>
                <a:gd name="T68" fmla="*/ 532 w 567"/>
                <a:gd name="T6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7" h="364">
                  <a:moveTo>
                    <a:pt x="532" y="364"/>
                  </a:moveTo>
                  <a:cubicBezTo>
                    <a:pt x="494" y="364"/>
                    <a:pt x="494" y="364"/>
                    <a:pt x="494" y="364"/>
                  </a:cubicBezTo>
                  <a:cubicBezTo>
                    <a:pt x="494" y="364"/>
                    <a:pt x="493" y="364"/>
                    <a:pt x="493" y="364"/>
                  </a:cubicBezTo>
                  <a:cubicBezTo>
                    <a:pt x="442" y="313"/>
                    <a:pt x="442" y="313"/>
                    <a:pt x="442" y="313"/>
                  </a:cubicBezTo>
                  <a:cubicBezTo>
                    <a:pt x="442" y="313"/>
                    <a:pt x="442" y="312"/>
                    <a:pt x="442" y="312"/>
                  </a:cubicBezTo>
                  <a:cubicBezTo>
                    <a:pt x="442" y="280"/>
                    <a:pt x="442" y="280"/>
                    <a:pt x="442" y="280"/>
                  </a:cubicBezTo>
                  <a:cubicBezTo>
                    <a:pt x="442" y="280"/>
                    <a:pt x="442" y="279"/>
                    <a:pt x="442" y="279"/>
                  </a:cubicBezTo>
                  <a:cubicBezTo>
                    <a:pt x="452" y="270"/>
                    <a:pt x="452" y="270"/>
                    <a:pt x="452" y="270"/>
                  </a:cubicBezTo>
                  <a:cubicBezTo>
                    <a:pt x="454" y="272"/>
                    <a:pt x="454" y="272"/>
                    <a:pt x="454" y="272"/>
                  </a:cubicBezTo>
                  <a:cubicBezTo>
                    <a:pt x="445" y="281"/>
                    <a:pt x="445" y="281"/>
                    <a:pt x="445" y="281"/>
                  </a:cubicBezTo>
                  <a:cubicBezTo>
                    <a:pt x="445" y="311"/>
                    <a:pt x="445" y="311"/>
                    <a:pt x="445" y="311"/>
                  </a:cubicBezTo>
                  <a:cubicBezTo>
                    <a:pt x="495" y="361"/>
                    <a:pt x="495" y="361"/>
                    <a:pt x="495" y="361"/>
                  </a:cubicBezTo>
                  <a:cubicBezTo>
                    <a:pt x="531" y="361"/>
                    <a:pt x="531" y="361"/>
                    <a:pt x="531" y="361"/>
                  </a:cubicBezTo>
                  <a:cubicBezTo>
                    <a:pt x="564" y="329"/>
                    <a:pt x="564" y="329"/>
                    <a:pt x="564" y="329"/>
                  </a:cubicBezTo>
                  <a:cubicBezTo>
                    <a:pt x="564" y="288"/>
                    <a:pt x="564" y="288"/>
                    <a:pt x="564" y="288"/>
                  </a:cubicBezTo>
                  <a:cubicBezTo>
                    <a:pt x="418" y="142"/>
                    <a:pt x="418" y="142"/>
                    <a:pt x="418" y="142"/>
                  </a:cubicBezTo>
                  <a:cubicBezTo>
                    <a:pt x="291" y="142"/>
                    <a:pt x="291" y="142"/>
                    <a:pt x="291" y="142"/>
                  </a:cubicBezTo>
                  <a:cubicBezTo>
                    <a:pt x="229" y="204"/>
                    <a:pt x="229" y="204"/>
                    <a:pt x="229" y="204"/>
                  </a:cubicBezTo>
                  <a:cubicBezTo>
                    <a:pt x="229" y="205"/>
                    <a:pt x="228" y="205"/>
                    <a:pt x="228" y="205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1" y="20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03" y="201"/>
                    <a:pt x="203" y="201"/>
                    <a:pt x="203" y="201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39"/>
                    <a:pt x="290" y="139"/>
                    <a:pt x="290" y="139"/>
                  </a:cubicBezTo>
                  <a:cubicBezTo>
                    <a:pt x="419" y="139"/>
                    <a:pt x="419" y="139"/>
                    <a:pt x="419" y="139"/>
                  </a:cubicBezTo>
                  <a:cubicBezTo>
                    <a:pt x="420" y="139"/>
                    <a:pt x="420" y="139"/>
                    <a:pt x="420" y="140"/>
                  </a:cubicBezTo>
                  <a:cubicBezTo>
                    <a:pt x="567" y="286"/>
                    <a:pt x="567" y="286"/>
                    <a:pt x="567" y="286"/>
                  </a:cubicBezTo>
                  <a:cubicBezTo>
                    <a:pt x="567" y="286"/>
                    <a:pt x="567" y="287"/>
                    <a:pt x="567" y="287"/>
                  </a:cubicBezTo>
                  <a:cubicBezTo>
                    <a:pt x="567" y="329"/>
                    <a:pt x="567" y="329"/>
                    <a:pt x="567" y="329"/>
                  </a:cubicBezTo>
                  <a:cubicBezTo>
                    <a:pt x="567" y="330"/>
                    <a:pt x="567" y="330"/>
                    <a:pt x="567" y="330"/>
                  </a:cubicBezTo>
                  <a:cubicBezTo>
                    <a:pt x="533" y="364"/>
                    <a:pt x="533" y="364"/>
                    <a:pt x="533" y="364"/>
                  </a:cubicBezTo>
                  <a:cubicBezTo>
                    <a:pt x="533" y="364"/>
                    <a:pt x="532" y="364"/>
                    <a:pt x="532" y="3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8" name="Freeform 583"/>
            <p:cNvSpPr>
              <a:spLocks/>
            </p:cNvSpPr>
            <p:nvPr/>
          </p:nvSpPr>
          <p:spPr bwMode="auto">
            <a:xfrm flipV="1">
              <a:off x="-2725736" y="2451099"/>
              <a:ext cx="2124075" cy="1358900"/>
            </a:xfrm>
            <a:custGeom>
              <a:avLst/>
              <a:gdLst>
                <a:gd name="T0" fmla="*/ 564 w 566"/>
                <a:gd name="T1" fmla="*/ 362 h 362"/>
                <a:gd name="T2" fmla="*/ 509 w 566"/>
                <a:gd name="T3" fmla="*/ 307 h 362"/>
                <a:gd name="T4" fmla="*/ 508 w 566"/>
                <a:gd name="T5" fmla="*/ 306 h 362"/>
                <a:gd name="T6" fmla="*/ 508 w 566"/>
                <a:gd name="T7" fmla="*/ 277 h 362"/>
                <a:gd name="T8" fmla="*/ 355 w 566"/>
                <a:gd name="T9" fmla="*/ 123 h 362"/>
                <a:gd name="T10" fmla="*/ 213 w 566"/>
                <a:gd name="T11" fmla="*/ 123 h 362"/>
                <a:gd name="T12" fmla="*/ 183 w 566"/>
                <a:gd name="T13" fmla="*/ 154 h 362"/>
                <a:gd name="T14" fmla="*/ 181 w 566"/>
                <a:gd name="T15" fmla="*/ 154 h 362"/>
                <a:gd name="T16" fmla="*/ 153 w 566"/>
                <a:gd name="T17" fmla="*/ 154 h 362"/>
                <a:gd name="T18" fmla="*/ 152 w 566"/>
                <a:gd name="T19" fmla="*/ 154 h 362"/>
                <a:gd name="T20" fmla="*/ 0 w 566"/>
                <a:gd name="T21" fmla="*/ 2 h 362"/>
                <a:gd name="T22" fmla="*/ 2 w 566"/>
                <a:gd name="T23" fmla="*/ 0 h 362"/>
                <a:gd name="T24" fmla="*/ 154 w 566"/>
                <a:gd name="T25" fmla="*/ 151 h 362"/>
                <a:gd name="T26" fmla="*/ 181 w 566"/>
                <a:gd name="T27" fmla="*/ 151 h 362"/>
                <a:gd name="T28" fmla="*/ 211 w 566"/>
                <a:gd name="T29" fmla="*/ 120 h 362"/>
                <a:gd name="T30" fmla="*/ 213 w 566"/>
                <a:gd name="T31" fmla="*/ 120 h 362"/>
                <a:gd name="T32" fmla="*/ 355 w 566"/>
                <a:gd name="T33" fmla="*/ 120 h 362"/>
                <a:gd name="T34" fmla="*/ 357 w 566"/>
                <a:gd name="T35" fmla="*/ 120 h 362"/>
                <a:gd name="T36" fmla="*/ 511 w 566"/>
                <a:gd name="T37" fmla="*/ 275 h 362"/>
                <a:gd name="T38" fmla="*/ 512 w 566"/>
                <a:gd name="T39" fmla="*/ 276 h 362"/>
                <a:gd name="T40" fmla="*/ 512 w 566"/>
                <a:gd name="T41" fmla="*/ 305 h 362"/>
                <a:gd name="T42" fmla="*/ 566 w 566"/>
                <a:gd name="T43" fmla="*/ 359 h 362"/>
                <a:gd name="T44" fmla="*/ 564 w 566"/>
                <a:gd name="T45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6" h="362">
                  <a:moveTo>
                    <a:pt x="564" y="362"/>
                  </a:moveTo>
                  <a:cubicBezTo>
                    <a:pt x="509" y="307"/>
                    <a:pt x="509" y="307"/>
                    <a:pt x="509" y="307"/>
                  </a:cubicBezTo>
                  <a:cubicBezTo>
                    <a:pt x="509" y="307"/>
                    <a:pt x="508" y="306"/>
                    <a:pt x="508" y="306"/>
                  </a:cubicBezTo>
                  <a:cubicBezTo>
                    <a:pt x="508" y="277"/>
                    <a:pt x="508" y="277"/>
                    <a:pt x="508" y="277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213" y="123"/>
                    <a:pt x="213" y="123"/>
                    <a:pt x="213" y="123"/>
                  </a:cubicBezTo>
                  <a:cubicBezTo>
                    <a:pt x="183" y="154"/>
                    <a:pt x="183" y="154"/>
                    <a:pt x="183" y="154"/>
                  </a:cubicBezTo>
                  <a:cubicBezTo>
                    <a:pt x="182" y="154"/>
                    <a:pt x="182" y="154"/>
                    <a:pt x="181" y="154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3" y="154"/>
                    <a:pt x="152" y="154"/>
                    <a:pt x="152" y="1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81" y="151"/>
                    <a:pt x="181" y="151"/>
                    <a:pt x="181" y="151"/>
                  </a:cubicBezTo>
                  <a:cubicBezTo>
                    <a:pt x="211" y="120"/>
                    <a:pt x="211" y="120"/>
                    <a:pt x="211" y="120"/>
                  </a:cubicBezTo>
                  <a:cubicBezTo>
                    <a:pt x="212" y="120"/>
                    <a:pt x="212" y="120"/>
                    <a:pt x="213" y="120"/>
                  </a:cubicBezTo>
                  <a:cubicBezTo>
                    <a:pt x="355" y="120"/>
                    <a:pt x="355" y="120"/>
                    <a:pt x="355" y="120"/>
                  </a:cubicBezTo>
                  <a:cubicBezTo>
                    <a:pt x="356" y="120"/>
                    <a:pt x="356" y="120"/>
                    <a:pt x="357" y="120"/>
                  </a:cubicBezTo>
                  <a:cubicBezTo>
                    <a:pt x="511" y="275"/>
                    <a:pt x="511" y="275"/>
                    <a:pt x="511" y="275"/>
                  </a:cubicBezTo>
                  <a:cubicBezTo>
                    <a:pt x="512" y="275"/>
                    <a:pt x="512" y="276"/>
                    <a:pt x="512" y="276"/>
                  </a:cubicBezTo>
                  <a:cubicBezTo>
                    <a:pt x="512" y="305"/>
                    <a:pt x="512" y="305"/>
                    <a:pt x="512" y="305"/>
                  </a:cubicBezTo>
                  <a:cubicBezTo>
                    <a:pt x="566" y="359"/>
                    <a:pt x="566" y="359"/>
                    <a:pt x="566" y="359"/>
                  </a:cubicBezTo>
                  <a:lnTo>
                    <a:pt x="564" y="3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9" name="Freeform 584"/>
            <p:cNvSpPr>
              <a:spLocks/>
            </p:cNvSpPr>
            <p:nvPr/>
          </p:nvSpPr>
          <p:spPr bwMode="auto">
            <a:xfrm flipV="1">
              <a:off x="-2741611" y="2754311"/>
              <a:ext cx="2071687" cy="1333500"/>
            </a:xfrm>
            <a:custGeom>
              <a:avLst/>
              <a:gdLst>
                <a:gd name="T0" fmla="*/ 552 w 552"/>
                <a:gd name="T1" fmla="*/ 355 h 355"/>
                <a:gd name="T2" fmla="*/ 549 w 552"/>
                <a:gd name="T3" fmla="*/ 355 h 355"/>
                <a:gd name="T4" fmla="*/ 549 w 552"/>
                <a:gd name="T5" fmla="*/ 337 h 355"/>
                <a:gd name="T6" fmla="*/ 360 w 552"/>
                <a:gd name="T7" fmla="*/ 148 h 355"/>
                <a:gd name="T8" fmla="*/ 211 w 552"/>
                <a:gd name="T9" fmla="*/ 148 h 355"/>
                <a:gd name="T10" fmla="*/ 195 w 552"/>
                <a:gd name="T11" fmla="*/ 164 h 355"/>
                <a:gd name="T12" fmla="*/ 193 w 552"/>
                <a:gd name="T13" fmla="*/ 165 h 355"/>
                <a:gd name="T14" fmla="*/ 163 w 552"/>
                <a:gd name="T15" fmla="*/ 165 h 355"/>
                <a:gd name="T16" fmla="*/ 162 w 552"/>
                <a:gd name="T17" fmla="*/ 164 h 355"/>
                <a:gd name="T18" fmla="*/ 0 w 552"/>
                <a:gd name="T19" fmla="*/ 2 h 355"/>
                <a:gd name="T20" fmla="*/ 3 w 552"/>
                <a:gd name="T21" fmla="*/ 0 h 355"/>
                <a:gd name="T22" fmla="*/ 164 w 552"/>
                <a:gd name="T23" fmla="*/ 161 h 355"/>
                <a:gd name="T24" fmla="*/ 193 w 552"/>
                <a:gd name="T25" fmla="*/ 161 h 355"/>
                <a:gd name="T26" fmla="*/ 209 w 552"/>
                <a:gd name="T27" fmla="*/ 145 h 355"/>
                <a:gd name="T28" fmla="*/ 210 w 552"/>
                <a:gd name="T29" fmla="*/ 145 h 355"/>
                <a:gd name="T30" fmla="*/ 361 w 552"/>
                <a:gd name="T31" fmla="*/ 145 h 355"/>
                <a:gd name="T32" fmla="*/ 362 w 552"/>
                <a:gd name="T33" fmla="*/ 145 h 355"/>
                <a:gd name="T34" fmla="*/ 552 w 552"/>
                <a:gd name="T35" fmla="*/ 335 h 355"/>
                <a:gd name="T36" fmla="*/ 552 w 552"/>
                <a:gd name="T37" fmla="*/ 336 h 355"/>
                <a:gd name="T38" fmla="*/ 552 w 552"/>
                <a:gd name="T39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2" h="355">
                  <a:moveTo>
                    <a:pt x="552" y="355"/>
                  </a:moveTo>
                  <a:cubicBezTo>
                    <a:pt x="549" y="355"/>
                    <a:pt x="549" y="355"/>
                    <a:pt x="549" y="355"/>
                  </a:cubicBezTo>
                  <a:cubicBezTo>
                    <a:pt x="549" y="337"/>
                    <a:pt x="549" y="337"/>
                    <a:pt x="549" y="337"/>
                  </a:cubicBezTo>
                  <a:cubicBezTo>
                    <a:pt x="360" y="148"/>
                    <a:pt x="360" y="148"/>
                    <a:pt x="360" y="148"/>
                  </a:cubicBezTo>
                  <a:cubicBezTo>
                    <a:pt x="211" y="148"/>
                    <a:pt x="211" y="148"/>
                    <a:pt x="211" y="148"/>
                  </a:cubicBezTo>
                  <a:cubicBezTo>
                    <a:pt x="195" y="164"/>
                    <a:pt x="195" y="164"/>
                    <a:pt x="195" y="164"/>
                  </a:cubicBezTo>
                  <a:cubicBezTo>
                    <a:pt x="194" y="164"/>
                    <a:pt x="194" y="165"/>
                    <a:pt x="193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3" y="165"/>
                    <a:pt x="162" y="164"/>
                    <a:pt x="162" y="16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64" y="161"/>
                    <a:pt x="164" y="161"/>
                    <a:pt x="164" y="161"/>
                  </a:cubicBezTo>
                  <a:cubicBezTo>
                    <a:pt x="193" y="161"/>
                    <a:pt x="193" y="161"/>
                    <a:pt x="193" y="161"/>
                  </a:cubicBezTo>
                  <a:cubicBezTo>
                    <a:pt x="209" y="145"/>
                    <a:pt x="209" y="145"/>
                    <a:pt x="209" y="145"/>
                  </a:cubicBezTo>
                  <a:cubicBezTo>
                    <a:pt x="209" y="145"/>
                    <a:pt x="210" y="145"/>
                    <a:pt x="210" y="145"/>
                  </a:cubicBezTo>
                  <a:cubicBezTo>
                    <a:pt x="361" y="145"/>
                    <a:pt x="361" y="145"/>
                    <a:pt x="361" y="145"/>
                  </a:cubicBezTo>
                  <a:cubicBezTo>
                    <a:pt x="361" y="145"/>
                    <a:pt x="362" y="145"/>
                    <a:pt x="362" y="145"/>
                  </a:cubicBezTo>
                  <a:cubicBezTo>
                    <a:pt x="552" y="335"/>
                    <a:pt x="552" y="335"/>
                    <a:pt x="552" y="335"/>
                  </a:cubicBezTo>
                  <a:cubicBezTo>
                    <a:pt x="552" y="335"/>
                    <a:pt x="552" y="336"/>
                    <a:pt x="552" y="336"/>
                  </a:cubicBezTo>
                  <a:lnTo>
                    <a:pt x="552" y="3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0" name="Freeform 801"/>
            <p:cNvSpPr>
              <a:spLocks noEditPoints="1"/>
            </p:cNvSpPr>
            <p:nvPr/>
          </p:nvSpPr>
          <p:spPr bwMode="auto">
            <a:xfrm flipV="1">
              <a:off x="1960564" y="6110285"/>
              <a:ext cx="98425" cy="90488"/>
            </a:xfrm>
            <a:custGeom>
              <a:avLst/>
              <a:gdLst>
                <a:gd name="T0" fmla="*/ 13 w 26"/>
                <a:gd name="T1" fmla="*/ 6 h 24"/>
                <a:gd name="T2" fmla="*/ 17 w 26"/>
                <a:gd name="T3" fmla="*/ 8 h 24"/>
                <a:gd name="T4" fmla="*/ 17 w 26"/>
                <a:gd name="T5" fmla="*/ 17 h 24"/>
                <a:gd name="T6" fmla="*/ 13 w 26"/>
                <a:gd name="T7" fmla="*/ 18 h 24"/>
                <a:gd name="T8" fmla="*/ 9 w 26"/>
                <a:gd name="T9" fmla="*/ 17 h 24"/>
                <a:gd name="T10" fmla="*/ 9 w 26"/>
                <a:gd name="T11" fmla="*/ 8 h 24"/>
                <a:gd name="T12" fmla="*/ 13 w 26"/>
                <a:gd name="T13" fmla="*/ 6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2 w 26"/>
                <a:gd name="T23" fmla="*/ 21 h 24"/>
                <a:gd name="T24" fmla="*/ 22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8"/>
                    <a:pt x="13" y="18"/>
                  </a:cubicBezTo>
                  <a:cubicBezTo>
                    <a:pt x="11" y="18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1"/>
                    <a:pt x="4" y="4"/>
                  </a:cubicBezTo>
                  <a:cubicBezTo>
                    <a:pt x="0" y="8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2" y="21"/>
                  </a:cubicBezTo>
                  <a:cubicBezTo>
                    <a:pt x="26" y="16"/>
                    <a:pt x="26" y="8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1" name="Freeform 802"/>
            <p:cNvSpPr>
              <a:spLocks noEditPoints="1"/>
            </p:cNvSpPr>
            <p:nvPr/>
          </p:nvSpPr>
          <p:spPr bwMode="auto">
            <a:xfrm flipV="1">
              <a:off x="2609852" y="5637210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7 w 26"/>
                <a:gd name="T3" fmla="*/ 8 h 25"/>
                <a:gd name="T4" fmla="*/ 17 w 26"/>
                <a:gd name="T5" fmla="*/ 17 h 25"/>
                <a:gd name="T6" fmla="*/ 13 w 26"/>
                <a:gd name="T7" fmla="*/ 19 h 25"/>
                <a:gd name="T8" fmla="*/ 9 w 26"/>
                <a:gd name="T9" fmla="*/ 17 h 25"/>
                <a:gd name="T10" fmla="*/ 9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4 w 26"/>
                <a:gd name="T17" fmla="*/ 4 h 25"/>
                <a:gd name="T18" fmla="*/ 4 w 26"/>
                <a:gd name="T19" fmla="*/ 21 h 25"/>
                <a:gd name="T20" fmla="*/ 13 w 26"/>
                <a:gd name="T21" fmla="*/ 25 h 25"/>
                <a:gd name="T22" fmla="*/ 22 w 26"/>
                <a:gd name="T23" fmla="*/ 21 h 25"/>
                <a:gd name="T24" fmla="*/ 22 w 26"/>
                <a:gd name="T25" fmla="*/ 4 h 25"/>
                <a:gd name="T26" fmla="*/ 13 w 26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9"/>
                    <a:pt x="13" y="19"/>
                  </a:cubicBezTo>
                  <a:cubicBezTo>
                    <a:pt x="11" y="19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6" y="25"/>
                    <a:pt x="19" y="23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2" name="Freeform 804"/>
            <p:cNvSpPr>
              <a:spLocks noEditPoints="1"/>
            </p:cNvSpPr>
            <p:nvPr/>
          </p:nvSpPr>
          <p:spPr bwMode="auto">
            <a:xfrm flipV="1">
              <a:off x="2191985" y="3470273"/>
              <a:ext cx="101600" cy="90488"/>
            </a:xfrm>
            <a:custGeom>
              <a:avLst/>
              <a:gdLst>
                <a:gd name="T0" fmla="*/ 14 w 27"/>
                <a:gd name="T1" fmla="*/ 6 h 24"/>
                <a:gd name="T2" fmla="*/ 18 w 27"/>
                <a:gd name="T3" fmla="*/ 8 h 24"/>
                <a:gd name="T4" fmla="*/ 18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8 h 24"/>
                <a:gd name="T12" fmla="*/ 14 w 27"/>
                <a:gd name="T13" fmla="*/ 6 h 24"/>
                <a:gd name="T14" fmla="*/ 14 w 27"/>
                <a:gd name="T15" fmla="*/ 0 h 24"/>
                <a:gd name="T16" fmla="*/ 5 w 27"/>
                <a:gd name="T17" fmla="*/ 3 h 24"/>
                <a:gd name="T18" fmla="*/ 5 w 27"/>
                <a:gd name="T19" fmla="*/ 21 h 24"/>
                <a:gd name="T20" fmla="*/ 14 w 27"/>
                <a:gd name="T21" fmla="*/ 24 h 24"/>
                <a:gd name="T22" fmla="*/ 22 w 27"/>
                <a:gd name="T23" fmla="*/ 21 h 24"/>
                <a:gd name="T24" fmla="*/ 22 w 27"/>
                <a:gd name="T25" fmla="*/ 3 h 24"/>
                <a:gd name="T26" fmla="*/ 14 w 27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4">
                  <a:moveTo>
                    <a:pt x="14" y="6"/>
                  </a:moveTo>
                  <a:cubicBezTo>
                    <a:pt x="15" y="6"/>
                    <a:pt x="17" y="6"/>
                    <a:pt x="18" y="8"/>
                  </a:cubicBezTo>
                  <a:cubicBezTo>
                    <a:pt x="20" y="10"/>
                    <a:pt x="20" y="14"/>
                    <a:pt x="18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7" y="14"/>
                    <a:pt x="7" y="10"/>
                    <a:pt x="9" y="8"/>
                  </a:cubicBezTo>
                  <a:cubicBezTo>
                    <a:pt x="10" y="6"/>
                    <a:pt x="12" y="6"/>
                    <a:pt x="14" y="6"/>
                  </a:cubicBezTo>
                  <a:close/>
                  <a:moveTo>
                    <a:pt x="14" y="0"/>
                  </a:move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4"/>
                    <a:pt x="14" y="24"/>
                  </a:cubicBezTo>
                  <a:cubicBezTo>
                    <a:pt x="17" y="24"/>
                    <a:pt x="20" y="23"/>
                    <a:pt x="22" y="21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3" name="任意多边形 1579"/>
            <p:cNvSpPr>
              <a:spLocks/>
            </p:cNvSpPr>
            <p:nvPr/>
          </p:nvSpPr>
          <p:spPr bwMode="auto">
            <a:xfrm flipV="1">
              <a:off x="3314562" y="4770340"/>
              <a:ext cx="3033852" cy="2698846"/>
            </a:xfrm>
            <a:custGeom>
              <a:avLst/>
              <a:gdLst>
                <a:gd name="connsiteX0" fmla="*/ 17697 w 3033852"/>
                <a:gd name="connsiteY0" fmla="*/ 2698846 h 2698846"/>
                <a:gd name="connsiteX1" fmla="*/ 114308 w 3033852"/>
                <a:gd name="connsiteY1" fmla="*/ 2602405 h 2698846"/>
                <a:gd name="connsiteX2" fmla="*/ 1206037 w 3033852"/>
                <a:gd name="connsiteY2" fmla="*/ 1512600 h 2698846"/>
                <a:gd name="connsiteX3" fmla="*/ 1382438 w 3033852"/>
                <a:gd name="connsiteY3" fmla="*/ 1512600 h 2698846"/>
                <a:gd name="connsiteX4" fmla="*/ 1393698 w 3033852"/>
                <a:gd name="connsiteY4" fmla="*/ 1508846 h 2698846"/>
                <a:gd name="connsiteX5" fmla="*/ 1926654 w 3033852"/>
                <a:gd name="connsiteY5" fmla="*/ 972118 h 2698846"/>
                <a:gd name="connsiteX6" fmla="*/ 2076783 w 3033852"/>
                <a:gd name="connsiteY6" fmla="*/ 972118 h 2698846"/>
                <a:gd name="connsiteX7" fmla="*/ 2084289 w 3033852"/>
                <a:gd name="connsiteY7" fmla="*/ 968364 h 2698846"/>
                <a:gd name="connsiteX8" fmla="*/ 3033852 w 3033852"/>
                <a:gd name="connsiteY8" fmla="*/ 18767 h 2698846"/>
                <a:gd name="connsiteX9" fmla="*/ 3015086 w 3033852"/>
                <a:gd name="connsiteY9" fmla="*/ 0 h 2698846"/>
                <a:gd name="connsiteX10" fmla="*/ 2069277 w 3033852"/>
                <a:gd name="connsiteY10" fmla="*/ 945844 h 2698846"/>
                <a:gd name="connsiteX11" fmla="*/ 1922901 w 3033852"/>
                <a:gd name="connsiteY11" fmla="*/ 945844 h 2698846"/>
                <a:gd name="connsiteX12" fmla="*/ 1911641 w 3033852"/>
                <a:gd name="connsiteY12" fmla="*/ 949597 h 2698846"/>
                <a:gd name="connsiteX13" fmla="*/ 1378685 w 3033852"/>
                <a:gd name="connsiteY13" fmla="*/ 1486326 h 2698846"/>
                <a:gd name="connsiteX14" fmla="*/ 1198531 w 3033852"/>
                <a:gd name="connsiteY14" fmla="*/ 1486326 h 2698846"/>
                <a:gd name="connsiteX15" fmla="*/ 1191025 w 3033852"/>
                <a:gd name="connsiteY15" fmla="*/ 1490080 h 2698846"/>
                <a:gd name="connsiteX16" fmla="*/ 67694 w 3033852"/>
                <a:gd name="connsiteY16" fmla="*/ 2613451 h 2698846"/>
                <a:gd name="connsiteX17" fmla="*/ 0 w 3033852"/>
                <a:gd name="connsiteY17" fmla="*/ 2681148 h 269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33852" h="2698846">
                  <a:moveTo>
                    <a:pt x="17697" y="2698846"/>
                  </a:moveTo>
                  <a:lnTo>
                    <a:pt x="114308" y="2602405"/>
                  </a:lnTo>
                  <a:cubicBezTo>
                    <a:pt x="392924" y="2324280"/>
                    <a:pt x="749553" y="1968280"/>
                    <a:pt x="1206037" y="1512600"/>
                  </a:cubicBezTo>
                  <a:cubicBezTo>
                    <a:pt x="1206037" y="1512600"/>
                    <a:pt x="1206037" y="1512600"/>
                    <a:pt x="1382438" y="1512600"/>
                  </a:cubicBezTo>
                  <a:cubicBezTo>
                    <a:pt x="1386192" y="1512600"/>
                    <a:pt x="1389945" y="1508846"/>
                    <a:pt x="1393698" y="1508846"/>
                  </a:cubicBezTo>
                  <a:cubicBezTo>
                    <a:pt x="1393698" y="1508846"/>
                    <a:pt x="1393698" y="1508846"/>
                    <a:pt x="1926654" y="972118"/>
                  </a:cubicBezTo>
                  <a:cubicBezTo>
                    <a:pt x="1926654" y="972118"/>
                    <a:pt x="1926654" y="972118"/>
                    <a:pt x="2076783" y="972118"/>
                  </a:cubicBezTo>
                  <a:cubicBezTo>
                    <a:pt x="2076783" y="972118"/>
                    <a:pt x="2080536" y="972118"/>
                    <a:pt x="2084289" y="968364"/>
                  </a:cubicBezTo>
                  <a:cubicBezTo>
                    <a:pt x="2084289" y="968364"/>
                    <a:pt x="2084289" y="968364"/>
                    <a:pt x="3033852" y="18767"/>
                  </a:cubicBezTo>
                  <a:cubicBezTo>
                    <a:pt x="3033852" y="18767"/>
                    <a:pt x="3033852" y="18767"/>
                    <a:pt x="3015086" y="0"/>
                  </a:cubicBezTo>
                  <a:cubicBezTo>
                    <a:pt x="3015086" y="0"/>
                    <a:pt x="3015086" y="0"/>
                    <a:pt x="2069277" y="945844"/>
                  </a:cubicBezTo>
                  <a:cubicBezTo>
                    <a:pt x="2069277" y="945844"/>
                    <a:pt x="2069277" y="945844"/>
                    <a:pt x="1922901" y="945844"/>
                  </a:cubicBezTo>
                  <a:cubicBezTo>
                    <a:pt x="1919148" y="945844"/>
                    <a:pt x="1915395" y="949597"/>
                    <a:pt x="1911641" y="949597"/>
                  </a:cubicBezTo>
                  <a:cubicBezTo>
                    <a:pt x="1911641" y="949597"/>
                    <a:pt x="1911641" y="949597"/>
                    <a:pt x="1378685" y="1486326"/>
                  </a:cubicBezTo>
                  <a:cubicBezTo>
                    <a:pt x="1378685" y="1486326"/>
                    <a:pt x="1378685" y="1486326"/>
                    <a:pt x="1198531" y="1486326"/>
                  </a:cubicBezTo>
                  <a:cubicBezTo>
                    <a:pt x="1194778" y="1486326"/>
                    <a:pt x="1191025" y="1486326"/>
                    <a:pt x="1191025" y="1490080"/>
                  </a:cubicBezTo>
                  <a:cubicBezTo>
                    <a:pt x="1191025" y="1490080"/>
                    <a:pt x="1191025" y="1490080"/>
                    <a:pt x="67694" y="2613451"/>
                  </a:cubicBezTo>
                  <a:lnTo>
                    <a:pt x="0" y="268114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4" name="任意多边形 1536"/>
            <p:cNvSpPr>
              <a:spLocks/>
            </p:cNvSpPr>
            <p:nvPr/>
          </p:nvSpPr>
          <p:spPr bwMode="auto">
            <a:xfrm flipV="1">
              <a:off x="2328508" y="3317874"/>
              <a:ext cx="663931" cy="2341563"/>
            </a:xfrm>
            <a:custGeom>
              <a:avLst/>
              <a:gdLst>
                <a:gd name="connsiteX0" fmla="*/ 0 w 663931"/>
                <a:gd name="connsiteY0" fmla="*/ 2341563 h 2341563"/>
                <a:gd name="connsiteX1" fmla="*/ 18755 w 663931"/>
                <a:gd name="connsiteY1" fmla="*/ 2341563 h 2341563"/>
                <a:gd name="connsiteX2" fmla="*/ 18755 w 663931"/>
                <a:gd name="connsiteY2" fmla="*/ 2312254 h 2341563"/>
                <a:gd name="connsiteX3" fmla="*/ 18755 w 663931"/>
                <a:gd name="connsiteY3" fmla="*/ 1756289 h 2341563"/>
                <a:gd name="connsiteX4" fmla="*/ 660180 w 663931"/>
                <a:gd name="connsiteY4" fmla="*/ 1114568 h 2341563"/>
                <a:gd name="connsiteX5" fmla="*/ 663931 w 663931"/>
                <a:gd name="connsiteY5" fmla="*/ 1107063 h 2341563"/>
                <a:gd name="connsiteX6" fmla="*/ 663931 w 663931"/>
                <a:gd name="connsiteY6" fmla="*/ 476600 h 2341563"/>
                <a:gd name="connsiteX7" fmla="*/ 660180 w 663931"/>
                <a:gd name="connsiteY7" fmla="*/ 469095 h 2341563"/>
                <a:gd name="connsiteX8" fmla="*/ 337592 w 663931"/>
                <a:gd name="connsiteY8" fmla="*/ 146358 h 2341563"/>
                <a:gd name="connsiteX9" fmla="*/ 337592 w 663931"/>
                <a:gd name="connsiteY9" fmla="*/ 0 h 2341563"/>
                <a:gd name="connsiteX10" fmla="*/ 315086 w 663931"/>
                <a:gd name="connsiteY10" fmla="*/ 0 h 2341563"/>
                <a:gd name="connsiteX11" fmla="*/ 315086 w 663931"/>
                <a:gd name="connsiteY11" fmla="*/ 150110 h 2341563"/>
                <a:gd name="connsiteX12" fmla="*/ 318837 w 663931"/>
                <a:gd name="connsiteY12" fmla="*/ 157616 h 2341563"/>
                <a:gd name="connsiteX13" fmla="*/ 641425 w 663931"/>
                <a:gd name="connsiteY13" fmla="*/ 480353 h 2341563"/>
                <a:gd name="connsiteX14" fmla="*/ 641425 w 663931"/>
                <a:gd name="connsiteY14" fmla="*/ 1103310 h 2341563"/>
                <a:gd name="connsiteX15" fmla="*/ 0 w 663931"/>
                <a:gd name="connsiteY15" fmla="*/ 1741278 h 2341563"/>
                <a:gd name="connsiteX16" fmla="*/ 0 w 663931"/>
                <a:gd name="connsiteY16" fmla="*/ 1748784 h 2341563"/>
                <a:gd name="connsiteX17" fmla="*/ 0 w 663931"/>
                <a:gd name="connsiteY17" fmla="*/ 2244052 h 234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3931" h="2341563">
                  <a:moveTo>
                    <a:pt x="0" y="2341563"/>
                  </a:moveTo>
                  <a:lnTo>
                    <a:pt x="18755" y="2341563"/>
                  </a:lnTo>
                  <a:lnTo>
                    <a:pt x="18755" y="2312254"/>
                  </a:lnTo>
                  <a:cubicBezTo>
                    <a:pt x="18755" y="2204509"/>
                    <a:pt x="18755" y="2032117"/>
                    <a:pt x="18755" y="1756289"/>
                  </a:cubicBezTo>
                  <a:cubicBezTo>
                    <a:pt x="18755" y="1756289"/>
                    <a:pt x="18755" y="1756289"/>
                    <a:pt x="660180" y="1114568"/>
                  </a:cubicBezTo>
                  <a:cubicBezTo>
                    <a:pt x="663931" y="1110816"/>
                    <a:pt x="663931" y="1110816"/>
                    <a:pt x="663931" y="1107063"/>
                  </a:cubicBezTo>
                  <a:cubicBezTo>
                    <a:pt x="663931" y="1107063"/>
                    <a:pt x="663931" y="1107063"/>
                    <a:pt x="663931" y="476600"/>
                  </a:cubicBezTo>
                  <a:cubicBezTo>
                    <a:pt x="663931" y="472847"/>
                    <a:pt x="663931" y="469095"/>
                    <a:pt x="660180" y="469095"/>
                  </a:cubicBezTo>
                  <a:cubicBezTo>
                    <a:pt x="660180" y="469095"/>
                    <a:pt x="660180" y="469095"/>
                    <a:pt x="337592" y="146358"/>
                  </a:cubicBezTo>
                  <a:cubicBezTo>
                    <a:pt x="337592" y="146358"/>
                    <a:pt x="337592" y="146358"/>
                    <a:pt x="337592" y="0"/>
                  </a:cubicBezTo>
                  <a:cubicBezTo>
                    <a:pt x="337592" y="0"/>
                    <a:pt x="337592" y="0"/>
                    <a:pt x="315086" y="0"/>
                  </a:cubicBezTo>
                  <a:cubicBezTo>
                    <a:pt x="315086" y="0"/>
                    <a:pt x="315086" y="0"/>
                    <a:pt x="315086" y="150110"/>
                  </a:cubicBezTo>
                  <a:cubicBezTo>
                    <a:pt x="315086" y="153863"/>
                    <a:pt x="318837" y="157616"/>
                    <a:pt x="318837" y="157616"/>
                  </a:cubicBezTo>
                  <a:cubicBezTo>
                    <a:pt x="318837" y="157616"/>
                    <a:pt x="318837" y="157616"/>
                    <a:pt x="641425" y="480353"/>
                  </a:cubicBezTo>
                  <a:cubicBezTo>
                    <a:pt x="641425" y="480353"/>
                    <a:pt x="641425" y="480353"/>
                    <a:pt x="641425" y="1103310"/>
                  </a:cubicBezTo>
                  <a:cubicBezTo>
                    <a:pt x="641425" y="1103310"/>
                    <a:pt x="641425" y="1103310"/>
                    <a:pt x="0" y="1741278"/>
                  </a:cubicBezTo>
                  <a:cubicBezTo>
                    <a:pt x="0" y="1745031"/>
                    <a:pt x="0" y="1748784"/>
                    <a:pt x="0" y="1748784"/>
                  </a:cubicBezTo>
                  <a:cubicBezTo>
                    <a:pt x="0" y="1748784"/>
                    <a:pt x="0" y="1748784"/>
                    <a:pt x="0" y="224405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5" name="任意多边形 1539"/>
            <p:cNvSpPr>
              <a:spLocks/>
            </p:cNvSpPr>
            <p:nvPr/>
          </p:nvSpPr>
          <p:spPr bwMode="auto">
            <a:xfrm flipV="1">
              <a:off x="1998243" y="3553617"/>
              <a:ext cx="886246" cy="2578894"/>
            </a:xfrm>
            <a:custGeom>
              <a:avLst/>
              <a:gdLst>
                <a:gd name="connsiteX0" fmla="*/ 232828 w 886246"/>
                <a:gd name="connsiteY0" fmla="*/ 2578894 h 2578894"/>
                <a:gd name="connsiteX1" fmla="*/ 255359 w 886246"/>
                <a:gd name="connsiteY1" fmla="*/ 2578894 h 2578894"/>
                <a:gd name="connsiteX2" fmla="*/ 255359 w 886246"/>
                <a:gd name="connsiteY2" fmla="*/ 2434465 h 2578894"/>
                <a:gd name="connsiteX3" fmla="*/ 255359 w 886246"/>
                <a:gd name="connsiteY3" fmla="*/ 2187952 h 2578894"/>
                <a:gd name="connsiteX4" fmla="*/ 882491 w 886246"/>
                <a:gd name="connsiteY4" fmla="*/ 1557462 h 2578894"/>
                <a:gd name="connsiteX5" fmla="*/ 886246 w 886246"/>
                <a:gd name="connsiteY5" fmla="*/ 1549956 h 2578894"/>
                <a:gd name="connsiteX6" fmla="*/ 886246 w 886246"/>
                <a:gd name="connsiteY6" fmla="*/ 1013288 h 2578894"/>
                <a:gd name="connsiteX7" fmla="*/ 882491 w 886246"/>
                <a:gd name="connsiteY7" fmla="*/ 1005783 h 2578894"/>
                <a:gd name="connsiteX8" fmla="*/ 22532 w 886246"/>
                <a:gd name="connsiteY8" fmla="*/ 142611 h 2578894"/>
                <a:gd name="connsiteX9" fmla="*/ 22532 w 886246"/>
                <a:gd name="connsiteY9" fmla="*/ 0 h 2578894"/>
                <a:gd name="connsiteX10" fmla="*/ 0 w 886246"/>
                <a:gd name="connsiteY10" fmla="*/ 0 h 2578894"/>
                <a:gd name="connsiteX11" fmla="*/ 0 w 886246"/>
                <a:gd name="connsiteY11" fmla="*/ 146364 h 2578894"/>
                <a:gd name="connsiteX12" fmla="*/ 3756 w 886246"/>
                <a:gd name="connsiteY12" fmla="*/ 153870 h 2578894"/>
                <a:gd name="connsiteX13" fmla="*/ 863715 w 886246"/>
                <a:gd name="connsiteY13" fmla="*/ 1017041 h 2578894"/>
                <a:gd name="connsiteX14" fmla="*/ 863715 w 886246"/>
                <a:gd name="connsiteY14" fmla="*/ 1546203 h 2578894"/>
                <a:gd name="connsiteX15" fmla="*/ 236583 w 886246"/>
                <a:gd name="connsiteY15" fmla="*/ 2176693 h 2578894"/>
                <a:gd name="connsiteX16" fmla="*/ 232828 w 886246"/>
                <a:gd name="connsiteY16" fmla="*/ 2184199 h 2578894"/>
                <a:gd name="connsiteX17" fmla="*/ 232828 w 886246"/>
                <a:gd name="connsiteY17" fmla="*/ 2517689 h 257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86246" h="2578894">
                  <a:moveTo>
                    <a:pt x="232828" y="2578894"/>
                  </a:moveTo>
                  <a:lnTo>
                    <a:pt x="255359" y="2578894"/>
                  </a:lnTo>
                  <a:lnTo>
                    <a:pt x="255359" y="2434465"/>
                  </a:lnTo>
                  <a:cubicBezTo>
                    <a:pt x="255359" y="2362991"/>
                    <a:pt x="255359" y="2281306"/>
                    <a:pt x="255359" y="2187952"/>
                  </a:cubicBezTo>
                  <a:cubicBezTo>
                    <a:pt x="255359" y="2187952"/>
                    <a:pt x="255359" y="2187952"/>
                    <a:pt x="882491" y="1557462"/>
                  </a:cubicBezTo>
                  <a:cubicBezTo>
                    <a:pt x="886246" y="1557462"/>
                    <a:pt x="886246" y="1553709"/>
                    <a:pt x="886246" y="1549956"/>
                  </a:cubicBezTo>
                  <a:cubicBezTo>
                    <a:pt x="886246" y="1549956"/>
                    <a:pt x="886246" y="1549956"/>
                    <a:pt x="886246" y="1013288"/>
                  </a:cubicBezTo>
                  <a:cubicBezTo>
                    <a:pt x="886246" y="1009536"/>
                    <a:pt x="886246" y="1005783"/>
                    <a:pt x="882491" y="1005783"/>
                  </a:cubicBezTo>
                  <a:cubicBezTo>
                    <a:pt x="882491" y="1005783"/>
                    <a:pt x="882491" y="1005783"/>
                    <a:pt x="22532" y="142611"/>
                  </a:cubicBezTo>
                  <a:cubicBezTo>
                    <a:pt x="22532" y="142611"/>
                    <a:pt x="22532" y="142611"/>
                    <a:pt x="22532" y="0"/>
                  </a:cubicBezTo>
                  <a:cubicBezTo>
                    <a:pt x="22532" y="0"/>
                    <a:pt x="22532" y="0"/>
                    <a:pt x="0" y="0"/>
                  </a:cubicBezTo>
                  <a:cubicBezTo>
                    <a:pt x="0" y="0"/>
                    <a:pt x="0" y="0"/>
                    <a:pt x="0" y="146364"/>
                  </a:cubicBezTo>
                  <a:cubicBezTo>
                    <a:pt x="0" y="150117"/>
                    <a:pt x="0" y="153870"/>
                    <a:pt x="3756" y="153870"/>
                  </a:cubicBezTo>
                  <a:cubicBezTo>
                    <a:pt x="3756" y="153870"/>
                    <a:pt x="3756" y="153870"/>
                    <a:pt x="863715" y="1017041"/>
                  </a:cubicBezTo>
                  <a:cubicBezTo>
                    <a:pt x="863715" y="1017041"/>
                    <a:pt x="863715" y="1017041"/>
                    <a:pt x="863715" y="1546203"/>
                  </a:cubicBezTo>
                  <a:cubicBezTo>
                    <a:pt x="863715" y="1546203"/>
                    <a:pt x="863715" y="1546203"/>
                    <a:pt x="236583" y="2176693"/>
                  </a:cubicBezTo>
                  <a:cubicBezTo>
                    <a:pt x="232828" y="2176693"/>
                    <a:pt x="232828" y="2180446"/>
                    <a:pt x="232828" y="2184199"/>
                  </a:cubicBezTo>
                  <a:cubicBezTo>
                    <a:pt x="232828" y="2184199"/>
                    <a:pt x="232828" y="2184199"/>
                    <a:pt x="232828" y="251768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6" name="椭圆 1537"/>
            <p:cNvSpPr>
              <a:spLocks noChangeAspect="1"/>
            </p:cNvSpPr>
            <p:nvPr/>
          </p:nvSpPr>
          <p:spPr>
            <a:xfrm>
              <a:off x="2295590" y="3240505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solidFill>
                <a:srgbClr val="4D4D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7" name="椭圆 1540"/>
            <p:cNvSpPr>
              <a:spLocks noChangeAspect="1"/>
            </p:cNvSpPr>
            <p:nvPr/>
          </p:nvSpPr>
          <p:spPr>
            <a:xfrm>
              <a:off x="3254922" y="471169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8" name="椭圆 1541"/>
            <p:cNvSpPr>
              <a:spLocks noChangeAspect="1"/>
            </p:cNvSpPr>
            <p:nvPr/>
          </p:nvSpPr>
          <p:spPr>
            <a:xfrm>
              <a:off x="3495552" y="544896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9" name="椭圆 1542"/>
            <p:cNvSpPr/>
            <p:nvPr/>
          </p:nvSpPr>
          <p:spPr>
            <a:xfrm>
              <a:off x="2318942" y="4220764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0" name="椭圆 1543"/>
            <p:cNvSpPr/>
            <p:nvPr/>
          </p:nvSpPr>
          <p:spPr>
            <a:xfrm>
              <a:off x="1061246" y="29114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1" name="椭圆 1544"/>
            <p:cNvSpPr/>
            <p:nvPr/>
          </p:nvSpPr>
          <p:spPr>
            <a:xfrm>
              <a:off x="1049339" y="328929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2" name="椭圆 1545"/>
            <p:cNvSpPr/>
            <p:nvPr/>
          </p:nvSpPr>
          <p:spPr>
            <a:xfrm>
              <a:off x="680641" y="291345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3" name="椭圆 1546"/>
            <p:cNvSpPr/>
            <p:nvPr/>
          </p:nvSpPr>
          <p:spPr>
            <a:xfrm>
              <a:off x="305992" y="254833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4" name="椭圆 1547"/>
            <p:cNvSpPr/>
            <p:nvPr/>
          </p:nvSpPr>
          <p:spPr>
            <a:xfrm>
              <a:off x="1575198" y="382468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5" name="椭圆 1548"/>
            <p:cNvSpPr/>
            <p:nvPr/>
          </p:nvSpPr>
          <p:spPr>
            <a:xfrm>
              <a:off x="2307036" y="4965299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6" name="椭圆 1549"/>
            <p:cNvSpPr/>
            <p:nvPr/>
          </p:nvSpPr>
          <p:spPr>
            <a:xfrm>
              <a:off x="2694385" y="4996257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7" name="椭圆 1550"/>
            <p:cNvSpPr/>
            <p:nvPr/>
          </p:nvSpPr>
          <p:spPr>
            <a:xfrm>
              <a:off x="2940448" y="564713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8" name="椭圆 1551"/>
            <p:cNvSpPr>
              <a:spLocks noChangeAspect="1"/>
            </p:cNvSpPr>
            <p:nvPr/>
          </p:nvSpPr>
          <p:spPr>
            <a:xfrm>
              <a:off x="3840832" y="5817204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9" name="椭圆 1552"/>
            <p:cNvSpPr/>
            <p:nvPr/>
          </p:nvSpPr>
          <p:spPr>
            <a:xfrm>
              <a:off x="4421585" y="6393258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0" name="椭圆 1553"/>
            <p:cNvSpPr/>
            <p:nvPr/>
          </p:nvSpPr>
          <p:spPr>
            <a:xfrm>
              <a:off x="3898504" y="65690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1" name="椭圆 1554"/>
            <p:cNvSpPr/>
            <p:nvPr/>
          </p:nvSpPr>
          <p:spPr>
            <a:xfrm>
              <a:off x="5148660" y="6750445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32768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1094708"/>
            <a:ext cx="8752116" cy="5763292"/>
          </a:xfrm>
          <a:prstGeom prst="rect">
            <a:avLst/>
          </a:prstGeom>
        </p:spPr>
      </p:pic>
      <p:grpSp>
        <p:nvGrpSpPr>
          <p:cNvPr id="3" name="组合 4"/>
          <p:cNvGrpSpPr/>
          <p:nvPr/>
        </p:nvGrpSpPr>
        <p:grpSpPr>
          <a:xfrm>
            <a:off x="-2" y="566476"/>
            <a:ext cx="3395006" cy="431295"/>
            <a:chOff x="-22274" y="526055"/>
            <a:chExt cx="3395006" cy="431295"/>
          </a:xfrm>
        </p:grpSpPr>
        <p:grpSp>
          <p:nvGrpSpPr>
            <p:cNvPr id="4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9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4" name="文本框 6"/>
          <p:cNvSpPr txBox="1"/>
          <p:nvPr/>
        </p:nvSpPr>
        <p:spPr>
          <a:xfrm>
            <a:off x="329204" y="87661"/>
            <a:ext cx="5140272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ID/W </a:t>
            </a:r>
            <a:r>
              <a:rPr lang="en-US" altLang="zh-CN" sz="2600" b="1" dirty="0" err="1">
                <a:solidFill>
                  <a:prstClr val="black"/>
                </a:solidFill>
                <a:ea typeface="方正清刻本悦宋简体" panose="02000000000000000000" pitchFamily="2" charset="-122"/>
              </a:rPr>
              <a:t>vs</a:t>
            </a:r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 GM/ID for PMOS Load 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013371" y="1569618"/>
            <a:ext cx="3158002" cy="4170025"/>
          </a:xfrm>
          <a:prstGeom prst="rect">
            <a:avLst/>
          </a:prstGeom>
        </p:spPr>
      </p:pic>
      <p:sp>
        <p:nvSpPr>
          <p:cNvPr id="16" name="Rounded Rectangle 15"/>
          <p:cNvSpPr/>
          <p:nvPr/>
        </p:nvSpPr>
        <p:spPr>
          <a:xfrm>
            <a:off x="9512135" y="1852549"/>
            <a:ext cx="2232561" cy="878775"/>
          </a:xfrm>
          <a:prstGeom prst="round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17" name="组合 1"/>
          <p:cNvGrpSpPr/>
          <p:nvPr/>
        </p:nvGrpSpPr>
        <p:grpSpPr>
          <a:xfrm rot="10359241">
            <a:off x="6347865" y="-5609521"/>
            <a:ext cx="9412287" cy="8794751"/>
            <a:chOff x="-3063873" y="1797048"/>
            <a:chExt cx="9412287" cy="8794751"/>
          </a:xfrm>
        </p:grpSpPr>
        <p:sp>
          <p:nvSpPr>
            <p:cNvPr id="18" name="Freeform 412"/>
            <p:cNvSpPr>
              <a:spLocks noEditPoints="1"/>
            </p:cNvSpPr>
            <p:nvPr/>
          </p:nvSpPr>
          <p:spPr bwMode="auto">
            <a:xfrm flipV="1">
              <a:off x="1371602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2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4 w 25"/>
                <a:gd name="T17" fmla="*/ 3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1 w 25"/>
                <a:gd name="T25" fmla="*/ 21 h 25"/>
                <a:gd name="T26" fmla="*/ 25 w 25"/>
                <a:gd name="T27" fmla="*/ 12 h 25"/>
                <a:gd name="T28" fmla="*/ 21 w 25"/>
                <a:gd name="T29" fmla="*/ 3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" name="Freeform 413"/>
            <p:cNvSpPr>
              <a:spLocks noEditPoints="1"/>
            </p:cNvSpPr>
            <p:nvPr/>
          </p:nvSpPr>
          <p:spPr bwMode="auto">
            <a:xfrm flipV="1">
              <a:off x="1038227" y="61436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4 w 25"/>
                <a:gd name="T17" fmla="*/ 3 h 24"/>
                <a:gd name="T18" fmla="*/ 0 w 25"/>
                <a:gd name="T19" fmla="*/ 12 h 24"/>
                <a:gd name="T20" fmla="*/ 12 w 25"/>
                <a:gd name="T21" fmla="*/ 24 h 24"/>
                <a:gd name="T22" fmla="*/ 25 w 25"/>
                <a:gd name="T23" fmla="*/ 12 h 24"/>
                <a:gd name="T24" fmla="*/ 21 w 25"/>
                <a:gd name="T25" fmla="*/ 3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" name="Freeform 414"/>
            <p:cNvSpPr>
              <a:spLocks noEditPoints="1"/>
            </p:cNvSpPr>
            <p:nvPr/>
          </p:nvSpPr>
          <p:spPr bwMode="auto">
            <a:xfrm flipV="1">
              <a:off x="1165227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3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1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7"/>
                    <a:pt x="5" y="13"/>
                  </a:cubicBezTo>
                  <a:cubicBezTo>
                    <a:pt x="5" y="9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" name="Freeform 415"/>
            <p:cNvSpPr>
              <a:spLocks noEditPoints="1"/>
            </p:cNvSpPr>
            <p:nvPr/>
          </p:nvSpPr>
          <p:spPr bwMode="auto">
            <a:xfrm flipV="1">
              <a:off x="2106614" y="5149849"/>
              <a:ext cx="106362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6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14 w 28"/>
                <a:gd name="T19" fmla="*/ 0 h 28"/>
                <a:gd name="T20" fmla="*/ 0 w 28"/>
                <a:gd name="T21" fmla="*/ 14 h 28"/>
                <a:gd name="T22" fmla="*/ 14 w 28"/>
                <a:gd name="T23" fmla="*/ 28 h 28"/>
                <a:gd name="T24" fmla="*/ 28 w 28"/>
                <a:gd name="T25" fmla="*/ 1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" name="Freeform 416"/>
            <p:cNvSpPr>
              <a:spLocks noEditPoints="1"/>
            </p:cNvSpPr>
            <p:nvPr/>
          </p:nvSpPr>
          <p:spPr bwMode="auto">
            <a:xfrm flipV="1">
              <a:off x="2295527" y="4954586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2 w 25"/>
                <a:gd name="T3" fmla="*/ 5 h 25"/>
                <a:gd name="T4" fmla="*/ 20 w 25"/>
                <a:gd name="T5" fmla="*/ 12 h 25"/>
                <a:gd name="T6" fmla="*/ 12 w 25"/>
                <a:gd name="T7" fmla="*/ 20 h 25"/>
                <a:gd name="T8" fmla="*/ 5 w 25"/>
                <a:gd name="T9" fmla="*/ 12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12 w 25"/>
                <a:gd name="T17" fmla="*/ 0 h 25"/>
                <a:gd name="T18" fmla="*/ 0 w 25"/>
                <a:gd name="T19" fmla="*/ 12 h 25"/>
                <a:gd name="T20" fmla="*/ 12 w 25"/>
                <a:gd name="T21" fmla="*/ 25 h 25"/>
                <a:gd name="T22" fmla="*/ 25 w 25"/>
                <a:gd name="T23" fmla="*/ 12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" name="Freeform 417"/>
            <p:cNvSpPr>
              <a:spLocks noEditPoints="1"/>
            </p:cNvSpPr>
            <p:nvPr/>
          </p:nvSpPr>
          <p:spPr bwMode="auto">
            <a:xfrm flipV="1">
              <a:off x="2684464" y="4600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12 w 24"/>
                <a:gd name="T19" fmla="*/ 0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 418"/>
            <p:cNvSpPr>
              <a:spLocks noEditPoints="1"/>
            </p:cNvSpPr>
            <p:nvPr/>
          </p:nvSpPr>
          <p:spPr bwMode="auto">
            <a:xfrm flipV="1">
              <a:off x="2519364" y="44132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2 h 25"/>
                <a:gd name="T4" fmla="*/ 12 w 25"/>
                <a:gd name="T5" fmla="*/ 19 h 25"/>
                <a:gd name="T6" fmla="*/ 12 w 25"/>
                <a:gd name="T7" fmla="*/ 19 h 25"/>
                <a:gd name="T8" fmla="*/ 12 w 25"/>
                <a:gd name="T9" fmla="*/ 19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0 h 25"/>
                <a:gd name="T16" fmla="*/ 12 w 25"/>
                <a:gd name="T17" fmla="*/ 0 h 25"/>
                <a:gd name="T18" fmla="*/ 4 w 25"/>
                <a:gd name="T19" fmla="*/ 3 h 25"/>
                <a:gd name="T20" fmla="*/ 0 w 25"/>
                <a:gd name="T21" fmla="*/ 12 h 25"/>
                <a:gd name="T22" fmla="*/ 12 w 25"/>
                <a:gd name="T23" fmla="*/ 25 h 25"/>
                <a:gd name="T24" fmla="*/ 25 w 25"/>
                <a:gd name="T25" fmla="*/ 12 h 25"/>
                <a:gd name="T26" fmla="*/ 21 w 25"/>
                <a:gd name="T27" fmla="*/ 3 h 25"/>
                <a:gd name="T28" fmla="*/ 12 w 25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" name="Freeform 419"/>
            <p:cNvSpPr>
              <a:spLocks noEditPoints="1"/>
            </p:cNvSpPr>
            <p:nvPr/>
          </p:nvSpPr>
          <p:spPr bwMode="auto">
            <a:xfrm flipV="1">
              <a:off x="2309814" y="4586286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6" name="Freeform 420"/>
            <p:cNvSpPr>
              <a:spLocks noEditPoints="1"/>
            </p:cNvSpPr>
            <p:nvPr/>
          </p:nvSpPr>
          <p:spPr bwMode="auto">
            <a:xfrm flipV="1">
              <a:off x="2136777" y="4368798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2 w 25"/>
                <a:gd name="T25" fmla="*/ 21 h 25"/>
                <a:gd name="T26" fmla="*/ 25 w 25"/>
                <a:gd name="T27" fmla="*/ 12 h 25"/>
                <a:gd name="T28" fmla="*/ 22 w 25"/>
                <a:gd name="T29" fmla="*/ 4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6"/>
                    <a:pt x="6" y="12"/>
                  </a:cubicBezTo>
                  <a:cubicBezTo>
                    <a:pt x="6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7" name="Freeform 421"/>
            <p:cNvSpPr>
              <a:spLocks noEditPoints="1"/>
            </p:cNvSpPr>
            <p:nvPr/>
          </p:nvSpPr>
          <p:spPr bwMode="auto">
            <a:xfrm flipV="1">
              <a:off x="2301877" y="4203699"/>
              <a:ext cx="104775" cy="104775"/>
            </a:xfrm>
            <a:custGeom>
              <a:avLst/>
              <a:gdLst>
                <a:gd name="T0" fmla="*/ 14 w 28"/>
                <a:gd name="T1" fmla="*/ 7 h 28"/>
                <a:gd name="T2" fmla="*/ 14 w 28"/>
                <a:gd name="T3" fmla="*/ 7 h 28"/>
                <a:gd name="T4" fmla="*/ 21 w 28"/>
                <a:gd name="T5" fmla="*/ 14 h 28"/>
                <a:gd name="T6" fmla="*/ 14 w 28"/>
                <a:gd name="T7" fmla="*/ 21 h 28"/>
                <a:gd name="T8" fmla="*/ 14 w 28"/>
                <a:gd name="T9" fmla="*/ 21 h 28"/>
                <a:gd name="T10" fmla="*/ 7 w 28"/>
                <a:gd name="T11" fmla="*/ 14 h 28"/>
                <a:gd name="T12" fmla="*/ 14 w 28"/>
                <a:gd name="T13" fmla="*/ 7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14 w 28"/>
                <a:gd name="T21" fmla="*/ 28 h 28"/>
                <a:gd name="T22" fmla="*/ 28 w 28"/>
                <a:gd name="T23" fmla="*/ 14 h 28"/>
                <a:gd name="T24" fmla="*/ 24 w 28"/>
                <a:gd name="T25" fmla="*/ 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8" y="7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4" y="7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10"/>
                    <a:pt x="27" y="7"/>
                    <a:pt x="24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8" name="Freeform 422"/>
            <p:cNvSpPr>
              <a:spLocks noEditPoints="1"/>
            </p:cNvSpPr>
            <p:nvPr/>
          </p:nvSpPr>
          <p:spPr bwMode="auto">
            <a:xfrm flipV="1">
              <a:off x="1765302" y="400049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2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5 h 25"/>
                <a:gd name="T16" fmla="*/ 12 w 25"/>
                <a:gd name="T17" fmla="*/ 0 h 25"/>
                <a:gd name="T18" fmla="*/ 12 w 25"/>
                <a:gd name="T19" fmla="*/ 0 h 25"/>
                <a:gd name="T20" fmla="*/ 3 w 25"/>
                <a:gd name="T21" fmla="*/ 4 h 25"/>
                <a:gd name="T22" fmla="*/ 0 w 25"/>
                <a:gd name="T23" fmla="*/ 12 h 25"/>
                <a:gd name="T24" fmla="*/ 3 w 25"/>
                <a:gd name="T25" fmla="*/ 21 h 25"/>
                <a:gd name="T26" fmla="*/ 12 w 25"/>
                <a:gd name="T27" fmla="*/ 25 h 25"/>
                <a:gd name="T28" fmla="*/ 25 w 25"/>
                <a:gd name="T29" fmla="*/ 12 h 25"/>
                <a:gd name="T30" fmla="*/ 12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9" name="Freeform 423"/>
            <p:cNvSpPr>
              <a:spLocks noEditPoints="1"/>
            </p:cNvSpPr>
            <p:nvPr/>
          </p:nvSpPr>
          <p:spPr bwMode="auto">
            <a:xfrm flipV="1">
              <a:off x="2009777" y="38544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0 w 25"/>
                <a:gd name="T15" fmla="*/ 13 h 25"/>
                <a:gd name="T16" fmla="*/ 4 w 25"/>
                <a:gd name="T17" fmla="*/ 21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20" y="9"/>
                    <a:pt x="20" y="13"/>
                  </a:cubicBezTo>
                  <a:cubicBezTo>
                    <a:pt x="20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4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0" name="Freeform 424"/>
            <p:cNvSpPr>
              <a:spLocks noEditPoints="1"/>
            </p:cNvSpPr>
            <p:nvPr/>
          </p:nvSpPr>
          <p:spPr bwMode="auto">
            <a:xfrm flipV="1">
              <a:off x="1563689" y="3813173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2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 425"/>
            <p:cNvSpPr>
              <a:spLocks/>
            </p:cNvSpPr>
            <p:nvPr/>
          </p:nvSpPr>
          <p:spPr bwMode="auto">
            <a:xfrm flipV="1">
              <a:off x="309564" y="5400674"/>
              <a:ext cx="2014537" cy="2251075"/>
            </a:xfrm>
            <a:custGeom>
              <a:avLst/>
              <a:gdLst>
                <a:gd name="T0" fmla="*/ 534 w 537"/>
                <a:gd name="T1" fmla="*/ 600 h 600"/>
                <a:gd name="T2" fmla="*/ 345 w 537"/>
                <a:gd name="T3" fmla="*/ 411 h 600"/>
                <a:gd name="T4" fmla="*/ 345 w 537"/>
                <a:gd name="T5" fmla="*/ 410 h 600"/>
                <a:gd name="T6" fmla="*/ 345 w 537"/>
                <a:gd name="T7" fmla="*/ 347 h 600"/>
                <a:gd name="T8" fmla="*/ 0 w 537"/>
                <a:gd name="T9" fmla="*/ 3 h 600"/>
                <a:gd name="T10" fmla="*/ 2 w 537"/>
                <a:gd name="T11" fmla="*/ 0 h 600"/>
                <a:gd name="T12" fmla="*/ 347 w 537"/>
                <a:gd name="T13" fmla="*/ 346 h 600"/>
                <a:gd name="T14" fmla="*/ 348 w 537"/>
                <a:gd name="T15" fmla="*/ 347 h 600"/>
                <a:gd name="T16" fmla="*/ 348 w 537"/>
                <a:gd name="T17" fmla="*/ 409 h 600"/>
                <a:gd name="T18" fmla="*/ 537 w 537"/>
                <a:gd name="T19" fmla="*/ 598 h 600"/>
                <a:gd name="T20" fmla="*/ 534 w 537"/>
                <a:gd name="T21" fmla="*/ 6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7" h="600">
                  <a:moveTo>
                    <a:pt x="534" y="600"/>
                  </a:moveTo>
                  <a:cubicBezTo>
                    <a:pt x="345" y="411"/>
                    <a:pt x="345" y="411"/>
                    <a:pt x="345" y="411"/>
                  </a:cubicBezTo>
                  <a:cubicBezTo>
                    <a:pt x="345" y="411"/>
                    <a:pt x="345" y="410"/>
                    <a:pt x="345" y="410"/>
                  </a:cubicBezTo>
                  <a:cubicBezTo>
                    <a:pt x="345" y="347"/>
                    <a:pt x="345" y="347"/>
                    <a:pt x="345" y="34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47" y="346"/>
                    <a:pt x="347" y="346"/>
                    <a:pt x="347" y="346"/>
                  </a:cubicBezTo>
                  <a:cubicBezTo>
                    <a:pt x="348" y="346"/>
                    <a:pt x="348" y="346"/>
                    <a:pt x="348" y="347"/>
                  </a:cubicBezTo>
                  <a:cubicBezTo>
                    <a:pt x="348" y="409"/>
                    <a:pt x="348" y="409"/>
                    <a:pt x="348" y="409"/>
                  </a:cubicBezTo>
                  <a:cubicBezTo>
                    <a:pt x="537" y="598"/>
                    <a:pt x="537" y="598"/>
                    <a:pt x="537" y="598"/>
                  </a:cubicBezTo>
                  <a:lnTo>
                    <a:pt x="534" y="6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2" name="Freeform 426"/>
            <p:cNvSpPr>
              <a:spLocks/>
            </p:cNvSpPr>
            <p:nvPr/>
          </p:nvSpPr>
          <p:spPr bwMode="auto">
            <a:xfrm flipV="1">
              <a:off x="246064" y="5026024"/>
              <a:ext cx="2446337" cy="2562225"/>
            </a:xfrm>
            <a:custGeom>
              <a:avLst/>
              <a:gdLst>
                <a:gd name="T0" fmla="*/ 652 w 652"/>
                <a:gd name="T1" fmla="*/ 683 h 683"/>
                <a:gd name="T2" fmla="*/ 613 w 652"/>
                <a:gd name="T3" fmla="*/ 683 h 683"/>
                <a:gd name="T4" fmla="*/ 612 w 652"/>
                <a:gd name="T5" fmla="*/ 682 h 683"/>
                <a:gd name="T6" fmla="*/ 335 w 652"/>
                <a:gd name="T7" fmla="*/ 405 h 683"/>
                <a:gd name="T8" fmla="*/ 335 w 652"/>
                <a:gd name="T9" fmla="*/ 404 h 683"/>
                <a:gd name="T10" fmla="*/ 335 w 652"/>
                <a:gd name="T11" fmla="*/ 337 h 683"/>
                <a:gd name="T12" fmla="*/ 0 w 652"/>
                <a:gd name="T13" fmla="*/ 2 h 683"/>
                <a:gd name="T14" fmla="*/ 2 w 652"/>
                <a:gd name="T15" fmla="*/ 0 h 683"/>
                <a:gd name="T16" fmla="*/ 338 w 652"/>
                <a:gd name="T17" fmla="*/ 335 h 683"/>
                <a:gd name="T18" fmla="*/ 338 w 652"/>
                <a:gd name="T19" fmla="*/ 336 h 683"/>
                <a:gd name="T20" fmla="*/ 338 w 652"/>
                <a:gd name="T21" fmla="*/ 403 h 683"/>
                <a:gd name="T22" fmla="*/ 614 w 652"/>
                <a:gd name="T23" fmla="*/ 679 h 683"/>
                <a:gd name="T24" fmla="*/ 652 w 652"/>
                <a:gd name="T25" fmla="*/ 679 h 683"/>
                <a:gd name="T26" fmla="*/ 652 w 652"/>
                <a:gd name="T27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2" h="683">
                  <a:moveTo>
                    <a:pt x="652" y="683"/>
                  </a:moveTo>
                  <a:cubicBezTo>
                    <a:pt x="613" y="683"/>
                    <a:pt x="613" y="683"/>
                    <a:pt x="613" y="683"/>
                  </a:cubicBezTo>
                  <a:cubicBezTo>
                    <a:pt x="613" y="683"/>
                    <a:pt x="612" y="682"/>
                    <a:pt x="612" y="682"/>
                  </a:cubicBezTo>
                  <a:cubicBezTo>
                    <a:pt x="335" y="405"/>
                    <a:pt x="335" y="405"/>
                    <a:pt x="335" y="405"/>
                  </a:cubicBezTo>
                  <a:cubicBezTo>
                    <a:pt x="335" y="405"/>
                    <a:pt x="335" y="404"/>
                    <a:pt x="335" y="404"/>
                  </a:cubicBezTo>
                  <a:cubicBezTo>
                    <a:pt x="335" y="337"/>
                    <a:pt x="335" y="337"/>
                    <a:pt x="335" y="3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38" y="335"/>
                    <a:pt x="338" y="335"/>
                    <a:pt x="338" y="335"/>
                  </a:cubicBezTo>
                  <a:cubicBezTo>
                    <a:pt x="338" y="335"/>
                    <a:pt x="338" y="335"/>
                    <a:pt x="338" y="336"/>
                  </a:cubicBezTo>
                  <a:cubicBezTo>
                    <a:pt x="338" y="403"/>
                    <a:pt x="338" y="403"/>
                    <a:pt x="338" y="403"/>
                  </a:cubicBezTo>
                  <a:cubicBezTo>
                    <a:pt x="614" y="679"/>
                    <a:pt x="614" y="679"/>
                    <a:pt x="614" y="679"/>
                  </a:cubicBezTo>
                  <a:cubicBezTo>
                    <a:pt x="652" y="679"/>
                    <a:pt x="652" y="679"/>
                    <a:pt x="652" y="679"/>
                  </a:cubicBezTo>
                  <a:lnTo>
                    <a:pt x="652" y="68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3" name="Freeform 427"/>
            <p:cNvSpPr>
              <a:spLocks/>
            </p:cNvSpPr>
            <p:nvPr/>
          </p:nvSpPr>
          <p:spPr bwMode="auto">
            <a:xfrm flipV="1">
              <a:off x="174627" y="5929311"/>
              <a:ext cx="1257300" cy="1598613"/>
            </a:xfrm>
            <a:custGeom>
              <a:avLst/>
              <a:gdLst>
                <a:gd name="T0" fmla="*/ 335 w 335"/>
                <a:gd name="T1" fmla="*/ 426 h 426"/>
                <a:gd name="T2" fmla="*/ 328 w 335"/>
                <a:gd name="T3" fmla="*/ 426 h 426"/>
                <a:gd name="T4" fmla="*/ 328 w 335"/>
                <a:gd name="T5" fmla="*/ 333 h 426"/>
                <a:gd name="T6" fmla="*/ 0 w 335"/>
                <a:gd name="T7" fmla="*/ 5 h 426"/>
                <a:gd name="T8" fmla="*/ 5 w 335"/>
                <a:gd name="T9" fmla="*/ 0 h 426"/>
                <a:gd name="T10" fmla="*/ 334 w 335"/>
                <a:gd name="T11" fmla="*/ 329 h 426"/>
                <a:gd name="T12" fmla="*/ 335 w 335"/>
                <a:gd name="T13" fmla="*/ 332 h 426"/>
                <a:gd name="T14" fmla="*/ 335 w 335"/>
                <a:gd name="T15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" h="426">
                  <a:moveTo>
                    <a:pt x="335" y="426"/>
                  </a:moveTo>
                  <a:cubicBezTo>
                    <a:pt x="328" y="426"/>
                    <a:pt x="328" y="426"/>
                    <a:pt x="328" y="426"/>
                  </a:cubicBezTo>
                  <a:cubicBezTo>
                    <a:pt x="328" y="333"/>
                    <a:pt x="328" y="333"/>
                    <a:pt x="328" y="33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34" y="329"/>
                    <a:pt x="334" y="329"/>
                    <a:pt x="334" y="329"/>
                  </a:cubicBezTo>
                  <a:cubicBezTo>
                    <a:pt x="334" y="330"/>
                    <a:pt x="335" y="331"/>
                    <a:pt x="335" y="332"/>
                  </a:cubicBezTo>
                  <a:lnTo>
                    <a:pt x="335" y="4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4" name="Freeform 428"/>
            <p:cNvSpPr>
              <a:spLocks/>
            </p:cNvSpPr>
            <p:nvPr/>
          </p:nvSpPr>
          <p:spPr bwMode="auto">
            <a:xfrm flipV="1">
              <a:off x="106364" y="6226173"/>
              <a:ext cx="984250" cy="1227138"/>
            </a:xfrm>
            <a:custGeom>
              <a:avLst/>
              <a:gdLst>
                <a:gd name="T0" fmla="*/ 259 w 262"/>
                <a:gd name="T1" fmla="*/ 327 h 327"/>
                <a:gd name="T2" fmla="*/ 259 w 262"/>
                <a:gd name="T3" fmla="*/ 261 h 327"/>
                <a:gd name="T4" fmla="*/ 0 w 262"/>
                <a:gd name="T5" fmla="*/ 3 h 327"/>
                <a:gd name="T6" fmla="*/ 3 w 262"/>
                <a:gd name="T7" fmla="*/ 0 h 327"/>
                <a:gd name="T8" fmla="*/ 262 w 262"/>
                <a:gd name="T9" fmla="*/ 259 h 327"/>
                <a:gd name="T10" fmla="*/ 262 w 262"/>
                <a:gd name="T11" fmla="*/ 260 h 327"/>
                <a:gd name="T12" fmla="*/ 262 w 262"/>
                <a:gd name="T13" fmla="*/ 327 h 327"/>
                <a:gd name="T14" fmla="*/ 259 w 262"/>
                <a:gd name="T15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2" h="327">
                  <a:moveTo>
                    <a:pt x="259" y="327"/>
                  </a:moveTo>
                  <a:cubicBezTo>
                    <a:pt x="259" y="261"/>
                    <a:pt x="259" y="261"/>
                    <a:pt x="259" y="26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62" y="259"/>
                    <a:pt x="262" y="259"/>
                    <a:pt x="262" y="259"/>
                  </a:cubicBezTo>
                  <a:cubicBezTo>
                    <a:pt x="262" y="259"/>
                    <a:pt x="262" y="260"/>
                    <a:pt x="262" y="260"/>
                  </a:cubicBezTo>
                  <a:cubicBezTo>
                    <a:pt x="262" y="327"/>
                    <a:pt x="262" y="327"/>
                    <a:pt x="262" y="327"/>
                  </a:cubicBezTo>
                  <a:lnTo>
                    <a:pt x="259" y="327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5" name="Freeform 429"/>
            <p:cNvSpPr>
              <a:spLocks/>
            </p:cNvSpPr>
            <p:nvPr/>
          </p:nvSpPr>
          <p:spPr bwMode="auto">
            <a:xfrm flipV="1">
              <a:off x="-406398" y="5899149"/>
              <a:ext cx="1593850" cy="1685925"/>
            </a:xfrm>
            <a:custGeom>
              <a:avLst/>
              <a:gdLst>
                <a:gd name="T0" fmla="*/ 423 w 425"/>
                <a:gd name="T1" fmla="*/ 449 h 449"/>
                <a:gd name="T2" fmla="*/ 272 w 425"/>
                <a:gd name="T3" fmla="*/ 299 h 449"/>
                <a:gd name="T4" fmla="*/ 272 w 425"/>
                <a:gd name="T5" fmla="*/ 297 h 449"/>
                <a:gd name="T6" fmla="*/ 272 w 425"/>
                <a:gd name="T7" fmla="*/ 285 h 449"/>
                <a:gd name="T8" fmla="*/ 272 w 425"/>
                <a:gd name="T9" fmla="*/ 284 h 449"/>
                <a:gd name="T10" fmla="*/ 304 w 425"/>
                <a:gd name="T11" fmla="*/ 252 h 449"/>
                <a:gd name="T12" fmla="*/ 304 w 425"/>
                <a:gd name="T13" fmla="*/ 237 h 449"/>
                <a:gd name="T14" fmla="*/ 217 w 425"/>
                <a:gd name="T15" fmla="*/ 151 h 449"/>
                <a:gd name="T16" fmla="*/ 207 w 425"/>
                <a:gd name="T17" fmla="*/ 151 h 449"/>
                <a:gd name="T18" fmla="*/ 200 w 425"/>
                <a:gd name="T19" fmla="*/ 158 h 449"/>
                <a:gd name="T20" fmla="*/ 200 w 425"/>
                <a:gd name="T21" fmla="*/ 168 h 449"/>
                <a:gd name="T22" fmla="*/ 232 w 425"/>
                <a:gd name="T23" fmla="*/ 199 h 449"/>
                <a:gd name="T24" fmla="*/ 232 w 425"/>
                <a:gd name="T25" fmla="*/ 201 h 449"/>
                <a:gd name="T26" fmla="*/ 232 w 425"/>
                <a:gd name="T27" fmla="*/ 209 h 449"/>
                <a:gd name="T28" fmla="*/ 232 w 425"/>
                <a:gd name="T29" fmla="*/ 211 h 449"/>
                <a:gd name="T30" fmla="*/ 226 w 425"/>
                <a:gd name="T31" fmla="*/ 216 h 449"/>
                <a:gd name="T32" fmla="*/ 225 w 425"/>
                <a:gd name="T33" fmla="*/ 216 h 449"/>
                <a:gd name="T34" fmla="*/ 225 w 425"/>
                <a:gd name="T35" fmla="*/ 216 h 449"/>
                <a:gd name="T36" fmla="*/ 215 w 425"/>
                <a:gd name="T37" fmla="*/ 216 h 449"/>
                <a:gd name="T38" fmla="*/ 214 w 425"/>
                <a:gd name="T39" fmla="*/ 216 h 449"/>
                <a:gd name="T40" fmla="*/ 0 w 425"/>
                <a:gd name="T41" fmla="*/ 2 h 449"/>
                <a:gd name="T42" fmla="*/ 2 w 425"/>
                <a:gd name="T43" fmla="*/ 0 h 449"/>
                <a:gd name="T44" fmla="*/ 216 w 425"/>
                <a:gd name="T45" fmla="*/ 213 h 449"/>
                <a:gd name="T46" fmla="*/ 225 w 425"/>
                <a:gd name="T47" fmla="*/ 213 h 449"/>
                <a:gd name="T48" fmla="*/ 229 w 425"/>
                <a:gd name="T49" fmla="*/ 209 h 449"/>
                <a:gd name="T50" fmla="*/ 229 w 425"/>
                <a:gd name="T51" fmla="*/ 201 h 449"/>
                <a:gd name="T52" fmla="*/ 197 w 425"/>
                <a:gd name="T53" fmla="*/ 170 h 449"/>
                <a:gd name="T54" fmla="*/ 197 w 425"/>
                <a:gd name="T55" fmla="*/ 169 h 449"/>
                <a:gd name="T56" fmla="*/ 197 w 425"/>
                <a:gd name="T57" fmla="*/ 157 h 449"/>
                <a:gd name="T58" fmla="*/ 197 w 425"/>
                <a:gd name="T59" fmla="*/ 156 h 449"/>
                <a:gd name="T60" fmla="*/ 205 w 425"/>
                <a:gd name="T61" fmla="*/ 148 h 449"/>
                <a:gd name="T62" fmla="*/ 206 w 425"/>
                <a:gd name="T63" fmla="*/ 148 h 449"/>
                <a:gd name="T64" fmla="*/ 206 w 425"/>
                <a:gd name="T65" fmla="*/ 148 h 449"/>
                <a:gd name="T66" fmla="*/ 218 w 425"/>
                <a:gd name="T67" fmla="*/ 148 h 449"/>
                <a:gd name="T68" fmla="*/ 219 w 425"/>
                <a:gd name="T69" fmla="*/ 148 h 449"/>
                <a:gd name="T70" fmla="*/ 307 w 425"/>
                <a:gd name="T71" fmla="*/ 235 h 449"/>
                <a:gd name="T72" fmla="*/ 307 w 425"/>
                <a:gd name="T73" fmla="*/ 237 h 449"/>
                <a:gd name="T74" fmla="*/ 307 w 425"/>
                <a:gd name="T75" fmla="*/ 253 h 449"/>
                <a:gd name="T76" fmla="*/ 307 w 425"/>
                <a:gd name="T77" fmla="*/ 254 h 449"/>
                <a:gd name="T78" fmla="*/ 275 w 425"/>
                <a:gd name="T79" fmla="*/ 286 h 449"/>
                <a:gd name="T80" fmla="*/ 275 w 425"/>
                <a:gd name="T81" fmla="*/ 297 h 449"/>
                <a:gd name="T82" fmla="*/ 425 w 425"/>
                <a:gd name="T83" fmla="*/ 447 h 449"/>
                <a:gd name="T84" fmla="*/ 423 w 425"/>
                <a:gd name="T8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5" h="449">
                  <a:moveTo>
                    <a:pt x="423" y="449"/>
                  </a:moveTo>
                  <a:cubicBezTo>
                    <a:pt x="272" y="299"/>
                    <a:pt x="272" y="299"/>
                    <a:pt x="272" y="299"/>
                  </a:cubicBezTo>
                  <a:cubicBezTo>
                    <a:pt x="272" y="298"/>
                    <a:pt x="272" y="298"/>
                    <a:pt x="272" y="297"/>
                  </a:cubicBezTo>
                  <a:cubicBezTo>
                    <a:pt x="272" y="285"/>
                    <a:pt x="272" y="285"/>
                    <a:pt x="272" y="285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304" y="252"/>
                    <a:pt x="304" y="252"/>
                    <a:pt x="304" y="252"/>
                  </a:cubicBezTo>
                  <a:cubicBezTo>
                    <a:pt x="304" y="237"/>
                    <a:pt x="304" y="237"/>
                    <a:pt x="304" y="237"/>
                  </a:cubicBezTo>
                  <a:cubicBezTo>
                    <a:pt x="217" y="151"/>
                    <a:pt x="217" y="151"/>
                    <a:pt x="217" y="151"/>
                  </a:cubicBezTo>
                  <a:cubicBezTo>
                    <a:pt x="207" y="151"/>
                    <a:pt x="207" y="151"/>
                    <a:pt x="207" y="151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32" y="199"/>
                    <a:pt x="232" y="199"/>
                    <a:pt x="232" y="199"/>
                  </a:cubicBezTo>
                  <a:cubicBezTo>
                    <a:pt x="232" y="200"/>
                    <a:pt x="232" y="200"/>
                    <a:pt x="232" y="201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10"/>
                    <a:pt x="232" y="210"/>
                    <a:pt x="232" y="211"/>
                  </a:cubicBezTo>
                  <a:cubicBezTo>
                    <a:pt x="226" y="216"/>
                    <a:pt x="226" y="216"/>
                    <a:pt x="226" y="216"/>
                  </a:cubicBezTo>
                  <a:cubicBezTo>
                    <a:pt x="226" y="216"/>
                    <a:pt x="226" y="216"/>
                    <a:pt x="225" y="216"/>
                  </a:cubicBezTo>
                  <a:cubicBezTo>
                    <a:pt x="225" y="216"/>
                    <a:pt x="225" y="216"/>
                    <a:pt x="225" y="216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6"/>
                    <a:pt x="214" y="216"/>
                    <a:pt x="214" y="2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6" y="213"/>
                    <a:pt x="216" y="213"/>
                    <a:pt x="216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9" y="209"/>
                    <a:pt x="229" y="209"/>
                    <a:pt x="229" y="209"/>
                  </a:cubicBezTo>
                  <a:cubicBezTo>
                    <a:pt x="229" y="201"/>
                    <a:pt x="229" y="201"/>
                    <a:pt x="229" y="201"/>
                  </a:cubicBezTo>
                  <a:cubicBezTo>
                    <a:pt x="197" y="170"/>
                    <a:pt x="197" y="170"/>
                    <a:pt x="197" y="170"/>
                  </a:cubicBezTo>
                  <a:cubicBezTo>
                    <a:pt x="197" y="170"/>
                    <a:pt x="197" y="169"/>
                    <a:pt x="197" y="169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7" y="157"/>
                    <a:pt x="197" y="156"/>
                    <a:pt x="197" y="156"/>
                  </a:cubicBezTo>
                  <a:cubicBezTo>
                    <a:pt x="205" y="148"/>
                    <a:pt x="205" y="148"/>
                    <a:pt x="205" y="148"/>
                  </a:cubicBezTo>
                  <a:cubicBezTo>
                    <a:pt x="205" y="148"/>
                    <a:pt x="206" y="148"/>
                    <a:pt x="206" y="148"/>
                  </a:cubicBezTo>
                  <a:cubicBezTo>
                    <a:pt x="206" y="148"/>
                    <a:pt x="206" y="148"/>
                    <a:pt x="206" y="148"/>
                  </a:cubicBezTo>
                  <a:cubicBezTo>
                    <a:pt x="218" y="148"/>
                    <a:pt x="218" y="148"/>
                    <a:pt x="218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307" y="235"/>
                    <a:pt x="307" y="235"/>
                    <a:pt x="307" y="235"/>
                  </a:cubicBezTo>
                  <a:cubicBezTo>
                    <a:pt x="307" y="236"/>
                    <a:pt x="307" y="236"/>
                    <a:pt x="307" y="237"/>
                  </a:cubicBezTo>
                  <a:cubicBezTo>
                    <a:pt x="307" y="253"/>
                    <a:pt x="307" y="253"/>
                    <a:pt x="307" y="253"/>
                  </a:cubicBezTo>
                  <a:cubicBezTo>
                    <a:pt x="307" y="253"/>
                    <a:pt x="307" y="254"/>
                    <a:pt x="307" y="254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97"/>
                    <a:pt x="275" y="297"/>
                    <a:pt x="275" y="297"/>
                  </a:cubicBezTo>
                  <a:cubicBezTo>
                    <a:pt x="425" y="447"/>
                    <a:pt x="425" y="447"/>
                    <a:pt x="425" y="447"/>
                  </a:cubicBezTo>
                  <a:lnTo>
                    <a:pt x="423" y="44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6" name="Freeform 430"/>
            <p:cNvSpPr>
              <a:spLocks/>
            </p:cNvSpPr>
            <p:nvPr/>
          </p:nvSpPr>
          <p:spPr bwMode="auto">
            <a:xfrm flipV="1">
              <a:off x="-485773" y="5243511"/>
              <a:ext cx="2663825" cy="2292350"/>
            </a:xfrm>
            <a:custGeom>
              <a:avLst/>
              <a:gdLst>
                <a:gd name="T0" fmla="*/ 710 w 710"/>
                <a:gd name="T1" fmla="*/ 611 h 611"/>
                <a:gd name="T2" fmla="*/ 700 w 710"/>
                <a:gd name="T3" fmla="*/ 611 h 611"/>
                <a:gd name="T4" fmla="*/ 700 w 710"/>
                <a:gd name="T5" fmla="*/ 596 h 611"/>
                <a:gd name="T6" fmla="*/ 586 w 710"/>
                <a:gd name="T7" fmla="*/ 482 h 611"/>
                <a:gd name="T8" fmla="*/ 447 w 710"/>
                <a:gd name="T9" fmla="*/ 482 h 611"/>
                <a:gd name="T10" fmla="*/ 443 w 710"/>
                <a:gd name="T11" fmla="*/ 480 h 611"/>
                <a:gd name="T12" fmla="*/ 221 w 710"/>
                <a:gd name="T13" fmla="*/ 258 h 611"/>
                <a:gd name="T14" fmla="*/ 219 w 710"/>
                <a:gd name="T15" fmla="*/ 254 h 611"/>
                <a:gd name="T16" fmla="*/ 219 w 710"/>
                <a:gd name="T17" fmla="*/ 227 h 611"/>
                <a:gd name="T18" fmla="*/ 0 w 710"/>
                <a:gd name="T19" fmla="*/ 7 h 611"/>
                <a:gd name="T20" fmla="*/ 7 w 710"/>
                <a:gd name="T21" fmla="*/ 0 h 611"/>
                <a:gd name="T22" fmla="*/ 228 w 710"/>
                <a:gd name="T23" fmla="*/ 221 h 611"/>
                <a:gd name="T24" fmla="*/ 229 w 710"/>
                <a:gd name="T25" fmla="*/ 225 h 611"/>
                <a:gd name="T26" fmla="*/ 229 w 710"/>
                <a:gd name="T27" fmla="*/ 252 h 611"/>
                <a:gd name="T28" fmla="*/ 449 w 710"/>
                <a:gd name="T29" fmla="*/ 472 h 611"/>
                <a:gd name="T30" fmla="*/ 588 w 710"/>
                <a:gd name="T31" fmla="*/ 472 h 611"/>
                <a:gd name="T32" fmla="*/ 591 w 710"/>
                <a:gd name="T33" fmla="*/ 473 h 611"/>
                <a:gd name="T34" fmla="*/ 709 w 710"/>
                <a:gd name="T35" fmla="*/ 591 h 611"/>
                <a:gd name="T36" fmla="*/ 710 w 710"/>
                <a:gd name="T37" fmla="*/ 594 h 611"/>
                <a:gd name="T38" fmla="*/ 710 w 71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0" h="611">
                  <a:moveTo>
                    <a:pt x="710" y="611"/>
                  </a:moveTo>
                  <a:cubicBezTo>
                    <a:pt x="700" y="611"/>
                    <a:pt x="700" y="611"/>
                    <a:pt x="700" y="611"/>
                  </a:cubicBezTo>
                  <a:cubicBezTo>
                    <a:pt x="700" y="596"/>
                    <a:pt x="700" y="596"/>
                    <a:pt x="700" y="596"/>
                  </a:cubicBezTo>
                  <a:cubicBezTo>
                    <a:pt x="586" y="482"/>
                    <a:pt x="586" y="482"/>
                    <a:pt x="586" y="482"/>
                  </a:cubicBezTo>
                  <a:cubicBezTo>
                    <a:pt x="447" y="482"/>
                    <a:pt x="447" y="482"/>
                    <a:pt x="447" y="482"/>
                  </a:cubicBezTo>
                  <a:cubicBezTo>
                    <a:pt x="445" y="482"/>
                    <a:pt x="444" y="481"/>
                    <a:pt x="443" y="480"/>
                  </a:cubicBezTo>
                  <a:cubicBezTo>
                    <a:pt x="221" y="258"/>
                    <a:pt x="221" y="258"/>
                    <a:pt x="221" y="258"/>
                  </a:cubicBezTo>
                  <a:cubicBezTo>
                    <a:pt x="220" y="257"/>
                    <a:pt x="219" y="256"/>
                    <a:pt x="219" y="254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28" y="221"/>
                    <a:pt x="228" y="221"/>
                    <a:pt x="228" y="221"/>
                  </a:cubicBezTo>
                  <a:cubicBezTo>
                    <a:pt x="229" y="222"/>
                    <a:pt x="229" y="223"/>
                    <a:pt x="229" y="225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449" y="472"/>
                    <a:pt x="449" y="472"/>
                    <a:pt x="449" y="472"/>
                  </a:cubicBezTo>
                  <a:cubicBezTo>
                    <a:pt x="588" y="472"/>
                    <a:pt x="588" y="472"/>
                    <a:pt x="588" y="472"/>
                  </a:cubicBezTo>
                  <a:cubicBezTo>
                    <a:pt x="589" y="472"/>
                    <a:pt x="590" y="472"/>
                    <a:pt x="591" y="473"/>
                  </a:cubicBezTo>
                  <a:cubicBezTo>
                    <a:pt x="709" y="591"/>
                    <a:pt x="709" y="591"/>
                    <a:pt x="709" y="591"/>
                  </a:cubicBezTo>
                  <a:cubicBezTo>
                    <a:pt x="710" y="591"/>
                    <a:pt x="710" y="593"/>
                    <a:pt x="710" y="594"/>
                  </a:cubicBezTo>
                  <a:lnTo>
                    <a:pt x="71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7" name="Freeform 431"/>
            <p:cNvSpPr>
              <a:spLocks/>
            </p:cNvSpPr>
            <p:nvPr/>
          </p:nvSpPr>
          <p:spPr bwMode="auto">
            <a:xfrm flipV="1">
              <a:off x="-565148" y="4995861"/>
              <a:ext cx="2871787" cy="2484438"/>
            </a:xfrm>
            <a:custGeom>
              <a:avLst/>
              <a:gdLst>
                <a:gd name="T0" fmla="*/ 738 w 765"/>
                <a:gd name="T1" fmla="*/ 662 h 662"/>
                <a:gd name="T2" fmla="*/ 737 w 765"/>
                <a:gd name="T3" fmla="*/ 662 h 662"/>
                <a:gd name="T4" fmla="*/ 566 w 765"/>
                <a:gd name="T5" fmla="*/ 490 h 662"/>
                <a:gd name="T6" fmla="*/ 459 w 765"/>
                <a:gd name="T7" fmla="*/ 490 h 662"/>
                <a:gd name="T8" fmla="*/ 457 w 765"/>
                <a:gd name="T9" fmla="*/ 490 h 662"/>
                <a:gd name="T10" fmla="*/ 218 w 765"/>
                <a:gd name="T11" fmla="*/ 251 h 662"/>
                <a:gd name="T12" fmla="*/ 217 w 765"/>
                <a:gd name="T13" fmla="*/ 249 h 662"/>
                <a:gd name="T14" fmla="*/ 217 w 765"/>
                <a:gd name="T15" fmla="*/ 221 h 662"/>
                <a:gd name="T16" fmla="*/ 0 w 765"/>
                <a:gd name="T17" fmla="*/ 3 h 662"/>
                <a:gd name="T18" fmla="*/ 3 w 765"/>
                <a:gd name="T19" fmla="*/ 0 h 662"/>
                <a:gd name="T20" fmla="*/ 220 w 765"/>
                <a:gd name="T21" fmla="*/ 219 h 662"/>
                <a:gd name="T22" fmla="*/ 221 w 765"/>
                <a:gd name="T23" fmla="*/ 220 h 662"/>
                <a:gd name="T24" fmla="*/ 221 w 765"/>
                <a:gd name="T25" fmla="*/ 249 h 662"/>
                <a:gd name="T26" fmla="*/ 459 w 765"/>
                <a:gd name="T27" fmla="*/ 487 h 662"/>
                <a:gd name="T28" fmla="*/ 567 w 765"/>
                <a:gd name="T29" fmla="*/ 487 h 662"/>
                <a:gd name="T30" fmla="*/ 568 w 765"/>
                <a:gd name="T31" fmla="*/ 488 h 662"/>
                <a:gd name="T32" fmla="*/ 739 w 765"/>
                <a:gd name="T33" fmla="*/ 659 h 662"/>
                <a:gd name="T34" fmla="*/ 765 w 765"/>
                <a:gd name="T35" fmla="*/ 659 h 662"/>
                <a:gd name="T36" fmla="*/ 765 w 765"/>
                <a:gd name="T37" fmla="*/ 662 h 662"/>
                <a:gd name="T38" fmla="*/ 738 w 765"/>
                <a:gd name="T39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5" h="662">
                  <a:moveTo>
                    <a:pt x="738" y="662"/>
                  </a:moveTo>
                  <a:cubicBezTo>
                    <a:pt x="738" y="662"/>
                    <a:pt x="737" y="662"/>
                    <a:pt x="737" y="662"/>
                  </a:cubicBezTo>
                  <a:cubicBezTo>
                    <a:pt x="566" y="490"/>
                    <a:pt x="566" y="490"/>
                    <a:pt x="566" y="490"/>
                  </a:cubicBezTo>
                  <a:cubicBezTo>
                    <a:pt x="459" y="490"/>
                    <a:pt x="459" y="490"/>
                    <a:pt x="459" y="490"/>
                  </a:cubicBezTo>
                  <a:cubicBezTo>
                    <a:pt x="458" y="490"/>
                    <a:pt x="458" y="490"/>
                    <a:pt x="457" y="490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8" y="250"/>
                    <a:pt x="217" y="250"/>
                    <a:pt x="217" y="249"/>
                  </a:cubicBezTo>
                  <a:cubicBezTo>
                    <a:pt x="217" y="221"/>
                    <a:pt x="217" y="221"/>
                    <a:pt x="217" y="2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1" y="219"/>
                    <a:pt x="221" y="219"/>
                    <a:pt x="221" y="220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459" y="487"/>
                    <a:pt x="459" y="487"/>
                    <a:pt x="459" y="487"/>
                  </a:cubicBezTo>
                  <a:cubicBezTo>
                    <a:pt x="567" y="487"/>
                    <a:pt x="567" y="487"/>
                    <a:pt x="567" y="487"/>
                  </a:cubicBezTo>
                  <a:cubicBezTo>
                    <a:pt x="567" y="487"/>
                    <a:pt x="568" y="487"/>
                    <a:pt x="568" y="488"/>
                  </a:cubicBezTo>
                  <a:cubicBezTo>
                    <a:pt x="739" y="659"/>
                    <a:pt x="739" y="659"/>
                    <a:pt x="739" y="659"/>
                  </a:cubicBezTo>
                  <a:cubicBezTo>
                    <a:pt x="765" y="659"/>
                    <a:pt x="765" y="659"/>
                    <a:pt x="765" y="659"/>
                  </a:cubicBezTo>
                  <a:cubicBezTo>
                    <a:pt x="765" y="662"/>
                    <a:pt x="765" y="662"/>
                    <a:pt x="765" y="662"/>
                  </a:cubicBezTo>
                  <a:lnTo>
                    <a:pt x="738" y="6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8" name="Freeform 432"/>
            <p:cNvSpPr>
              <a:spLocks/>
            </p:cNvSpPr>
            <p:nvPr/>
          </p:nvSpPr>
          <p:spPr bwMode="auto">
            <a:xfrm flipV="1">
              <a:off x="-642936" y="4679949"/>
              <a:ext cx="3379787" cy="2759075"/>
            </a:xfrm>
            <a:custGeom>
              <a:avLst/>
              <a:gdLst>
                <a:gd name="T0" fmla="*/ 901 w 901"/>
                <a:gd name="T1" fmla="*/ 735 h 735"/>
                <a:gd name="T2" fmla="*/ 897 w 901"/>
                <a:gd name="T3" fmla="*/ 735 h 735"/>
                <a:gd name="T4" fmla="*/ 897 w 901"/>
                <a:gd name="T5" fmla="*/ 700 h 735"/>
                <a:gd name="T6" fmla="*/ 868 w 901"/>
                <a:gd name="T7" fmla="*/ 671 h 735"/>
                <a:gd name="T8" fmla="*/ 835 w 901"/>
                <a:gd name="T9" fmla="*/ 671 h 735"/>
                <a:gd name="T10" fmla="*/ 825 w 901"/>
                <a:gd name="T11" fmla="*/ 681 h 735"/>
                <a:gd name="T12" fmla="*/ 824 w 901"/>
                <a:gd name="T13" fmla="*/ 681 h 735"/>
                <a:gd name="T14" fmla="*/ 761 w 901"/>
                <a:gd name="T15" fmla="*/ 681 h 735"/>
                <a:gd name="T16" fmla="*/ 760 w 901"/>
                <a:gd name="T17" fmla="*/ 681 h 735"/>
                <a:gd name="T18" fmla="*/ 588 w 901"/>
                <a:gd name="T19" fmla="*/ 509 h 735"/>
                <a:gd name="T20" fmla="*/ 474 w 901"/>
                <a:gd name="T21" fmla="*/ 509 h 735"/>
                <a:gd name="T22" fmla="*/ 473 w 901"/>
                <a:gd name="T23" fmla="*/ 508 h 735"/>
                <a:gd name="T24" fmla="*/ 212 w 901"/>
                <a:gd name="T25" fmla="*/ 247 h 735"/>
                <a:gd name="T26" fmla="*/ 212 w 901"/>
                <a:gd name="T27" fmla="*/ 246 h 735"/>
                <a:gd name="T28" fmla="*/ 212 w 901"/>
                <a:gd name="T29" fmla="*/ 215 h 735"/>
                <a:gd name="T30" fmla="*/ 0 w 901"/>
                <a:gd name="T31" fmla="*/ 2 h 735"/>
                <a:gd name="T32" fmla="*/ 2 w 901"/>
                <a:gd name="T33" fmla="*/ 0 h 735"/>
                <a:gd name="T34" fmla="*/ 215 w 901"/>
                <a:gd name="T35" fmla="*/ 213 h 735"/>
                <a:gd name="T36" fmla="*/ 215 w 901"/>
                <a:gd name="T37" fmla="*/ 214 h 735"/>
                <a:gd name="T38" fmla="*/ 215 w 901"/>
                <a:gd name="T39" fmla="*/ 245 h 735"/>
                <a:gd name="T40" fmla="*/ 475 w 901"/>
                <a:gd name="T41" fmla="*/ 505 h 735"/>
                <a:gd name="T42" fmla="*/ 589 w 901"/>
                <a:gd name="T43" fmla="*/ 505 h 735"/>
                <a:gd name="T44" fmla="*/ 590 w 901"/>
                <a:gd name="T45" fmla="*/ 506 h 735"/>
                <a:gd name="T46" fmla="*/ 762 w 901"/>
                <a:gd name="T47" fmla="*/ 678 h 735"/>
                <a:gd name="T48" fmla="*/ 823 w 901"/>
                <a:gd name="T49" fmla="*/ 678 h 735"/>
                <a:gd name="T50" fmla="*/ 833 w 901"/>
                <a:gd name="T51" fmla="*/ 668 h 735"/>
                <a:gd name="T52" fmla="*/ 834 w 901"/>
                <a:gd name="T53" fmla="*/ 667 h 735"/>
                <a:gd name="T54" fmla="*/ 869 w 901"/>
                <a:gd name="T55" fmla="*/ 667 h 735"/>
                <a:gd name="T56" fmla="*/ 870 w 901"/>
                <a:gd name="T57" fmla="*/ 668 h 735"/>
                <a:gd name="T58" fmla="*/ 900 w 901"/>
                <a:gd name="T59" fmla="*/ 698 h 735"/>
                <a:gd name="T60" fmla="*/ 901 w 901"/>
                <a:gd name="T61" fmla="*/ 699 h 735"/>
                <a:gd name="T62" fmla="*/ 901 w 901"/>
                <a:gd name="T63" fmla="*/ 735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1" h="735">
                  <a:moveTo>
                    <a:pt x="901" y="735"/>
                  </a:moveTo>
                  <a:cubicBezTo>
                    <a:pt x="897" y="735"/>
                    <a:pt x="897" y="735"/>
                    <a:pt x="897" y="735"/>
                  </a:cubicBezTo>
                  <a:cubicBezTo>
                    <a:pt x="897" y="700"/>
                    <a:pt x="897" y="700"/>
                    <a:pt x="897" y="700"/>
                  </a:cubicBezTo>
                  <a:cubicBezTo>
                    <a:pt x="868" y="671"/>
                    <a:pt x="868" y="671"/>
                    <a:pt x="868" y="671"/>
                  </a:cubicBezTo>
                  <a:cubicBezTo>
                    <a:pt x="835" y="671"/>
                    <a:pt x="835" y="671"/>
                    <a:pt x="835" y="671"/>
                  </a:cubicBezTo>
                  <a:cubicBezTo>
                    <a:pt x="825" y="681"/>
                    <a:pt x="825" y="681"/>
                    <a:pt x="825" y="681"/>
                  </a:cubicBezTo>
                  <a:cubicBezTo>
                    <a:pt x="825" y="681"/>
                    <a:pt x="824" y="681"/>
                    <a:pt x="824" y="681"/>
                  </a:cubicBezTo>
                  <a:cubicBezTo>
                    <a:pt x="761" y="681"/>
                    <a:pt x="761" y="681"/>
                    <a:pt x="761" y="681"/>
                  </a:cubicBezTo>
                  <a:cubicBezTo>
                    <a:pt x="761" y="681"/>
                    <a:pt x="760" y="681"/>
                    <a:pt x="760" y="681"/>
                  </a:cubicBezTo>
                  <a:cubicBezTo>
                    <a:pt x="588" y="509"/>
                    <a:pt x="588" y="509"/>
                    <a:pt x="588" y="509"/>
                  </a:cubicBezTo>
                  <a:cubicBezTo>
                    <a:pt x="474" y="509"/>
                    <a:pt x="474" y="509"/>
                    <a:pt x="474" y="509"/>
                  </a:cubicBezTo>
                  <a:cubicBezTo>
                    <a:pt x="474" y="509"/>
                    <a:pt x="474" y="509"/>
                    <a:pt x="473" y="508"/>
                  </a:cubicBezTo>
                  <a:cubicBezTo>
                    <a:pt x="212" y="247"/>
                    <a:pt x="212" y="247"/>
                    <a:pt x="212" y="247"/>
                  </a:cubicBezTo>
                  <a:cubicBezTo>
                    <a:pt x="212" y="247"/>
                    <a:pt x="212" y="247"/>
                    <a:pt x="212" y="246"/>
                  </a:cubicBezTo>
                  <a:cubicBezTo>
                    <a:pt x="212" y="215"/>
                    <a:pt x="212" y="215"/>
                    <a:pt x="212" y="21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3"/>
                    <a:pt x="215" y="214"/>
                    <a:pt x="215" y="214"/>
                  </a:cubicBezTo>
                  <a:cubicBezTo>
                    <a:pt x="215" y="245"/>
                    <a:pt x="215" y="245"/>
                    <a:pt x="215" y="245"/>
                  </a:cubicBezTo>
                  <a:cubicBezTo>
                    <a:pt x="475" y="505"/>
                    <a:pt x="475" y="505"/>
                    <a:pt x="475" y="505"/>
                  </a:cubicBezTo>
                  <a:cubicBezTo>
                    <a:pt x="589" y="505"/>
                    <a:pt x="589" y="505"/>
                    <a:pt x="589" y="505"/>
                  </a:cubicBezTo>
                  <a:cubicBezTo>
                    <a:pt x="589" y="505"/>
                    <a:pt x="590" y="506"/>
                    <a:pt x="590" y="506"/>
                  </a:cubicBezTo>
                  <a:cubicBezTo>
                    <a:pt x="762" y="678"/>
                    <a:pt x="762" y="678"/>
                    <a:pt x="762" y="678"/>
                  </a:cubicBezTo>
                  <a:cubicBezTo>
                    <a:pt x="823" y="678"/>
                    <a:pt x="823" y="678"/>
                    <a:pt x="823" y="678"/>
                  </a:cubicBezTo>
                  <a:cubicBezTo>
                    <a:pt x="833" y="668"/>
                    <a:pt x="833" y="668"/>
                    <a:pt x="833" y="668"/>
                  </a:cubicBezTo>
                  <a:cubicBezTo>
                    <a:pt x="833" y="668"/>
                    <a:pt x="834" y="667"/>
                    <a:pt x="834" y="667"/>
                  </a:cubicBezTo>
                  <a:cubicBezTo>
                    <a:pt x="869" y="667"/>
                    <a:pt x="869" y="667"/>
                    <a:pt x="869" y="667"/>
                  </a:cubicBezTo>
                  <a:cubicBezTo>
                    <a:pt x="869" y="667"/>
                    <a:pt x="870" y="668"/>
                    <a:pt x="870" y="668"/>
                  </a:cubicBezTo>
                  <a:cubicBezTo>
                    <a:pt x="900" y="698"/>
                    <a:pt x="900" y="698"/>
                    <a:pt x="900" y="698"/>
                  </a:cubicBezTo>
                  <a:cubicBezTo>
                    <a:pt x="900" y="698"/>
                    <a:pt x="901" y="699"/>
                    <a:pt x="901" y="699"/>
                  </a:cubicBezTo>
                  <a:lnTo>
                    <a:pt x="901" y="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9" name="Freeform 433"/>
            <p:cNvSpPr>
              <a:spLocks/>
            </p:cNvSpPr>
            <p:nvPr/>
          </p:nvSpPr>
          <p:spPr bwMode="auto">
            <a:xfrm flipV="1">
              <a:off x="-430211" y="4500561"/>
              <a:ext cx="3001962" cy="2413000"/>
            </a:xfrm>
            <a:custGeom>
              <a:avLst/>
              <a:gdLst>
                <a:gd name="T0" fmla="*/ 797 w 800"/>
                <a:gd name="T1" fmla="*/ 643 h 643"/>
                <a:gd name="T2" fmla="*/ 797 w 800"/>
                <a:gd name="T3" fmla="*/ 609 h 643"/>
                <a:gd name="T4" fmla="*/ 767 w 800"/>
                <a:gd name="T5" fmla="*/ 579 h 643"/>
                <a:gd name="T6" fmla="*/ 693 w 800"/>
                <a:gd name="T7" fmla="*/ 579 h 643"/>
                <a:gd name="T8" fmla="*/ 692 w 800"/>
                <a:gd name="T9" fmla="*/ 578 h 643"/>
                <a:gd name="T10" fmla="*/ 518 w 800"/>
                <a:gd name="T11" fmla="*/ 404 h 643"/>
                <a:gd name="T12" fmla="*/ 402 w 800"/>
                <a:gd name="T13" fmla="*/ 404 h 643"/>
                <a:gd name="T14" fmla="*/ 401 w 800"/>
                <a:gd name="T15" fmla="*/ 404 h 643"/>
                <a:gd name="T16" fmla="*/ 0 w 800"/>
                <a:gd name="T17" fmla="*/ 2 h 643"/>
                <a:gd name="T18" fmla="*/ 2 w 800"/>
                <a:gd name="T19" fmla="*/ 0 h 643"/>
                <a:gd name="T20" fmla="*/ 403 w 800"/>
                <a:gd name="T21" fmla="*/ 401 h 643"/>
                <a:gd name="T22" fmla="*/ 519 w 800"/>
                <a:gd name="T23" fmla="*/ 401 h 643"/>
                <a:gd name="T24" fmla="*/ 520 w 800"/>
                <a:gd name="T25" fmla="*/ 401 h 643"/>
                <a:gd name="T26" fmla="*/ 694 w 800"/>
                <a:gd name="T27" fmla="*/ 575 h 643"/>
                <a:gd name="T28" fmla="*/ 767 w 800"/>
                <a:gd name="T29" fmla="*/ 575 h 643"/>
                <a:gd name="T30" fmla="*/ 768 w 800"/>
                <a:gd name="T31" fmla="*/ 576 h 643"/>
                <a:gd name="T32" fmla="*/ 800 w 800"/>
                <a:gd name="T33" fmla="*/ 607 h 643"/>
                <a:gd name="T34" fmla="*/ 800 w 800"/>
                <a:gd name="T35" fmla="*/ 608 h 643"/>
                <a:gd name="T36" fmla="*/ 800 w 800"/>
                <a:gd name="T37" fmla="*/ 643 h 643"/>
                <a:gd name="T38" fmla="*/ 797 w 800"/>
                <a:gd name="T39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0" h="643">
                  <a:moveTo>
                    <a:pt x="797" y="643"/>
                  </a:moveTo>
                  <a:cubicBezTo>
                    <a:pt x="797" y="609"/>
                    <a:pt x="797" y="609"/>
                    <a:pt x="797" y="609"/>
                  </a:cubicBezTo>
                  <a:cubicBezTo>
                    <a:pt x="767" y="579"/>
                    <a:pt x="767" y="579"/>
                    <a:pt x="767" y="579"/>
                  </a:cubicBezTo>
                  <a:cubicBezTo>
                    <a:pt x="693" y="579"/>
                    <a:pt x="693" y="579"/>
                    <a:pt x="693" y="579"/>
                  </a:cubicBezTo>
                  <a:cubicBezTo>
                    <a:pt x="693" y="579"/>
                    <a:pt x="692" y="579"/>
                    <a:pt x="692" y="578"/>
                  </a:cubicBezTo>
                  <a:cubicBezTo>
                    <a:pt x="518" y="404"/>
                    <a:pt x="518" y="404"/>
                    <a:pt x="518" y="404"/>
                  </a:cubicBezTo>
                  <a:cubicBezTo>
                    <a:pt x="402" y="404"/>
                    <a:pt x="402" y="404"/>
                    <a:pt x="402" y="404"/>
                  </a:cubicBezTo>
                  <a:cubicBezTo>
                    <a:pt x="402" y="404"/>
                    <a:pt x="401" y="404"/>
                    <a:pt x="401" y="40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519" y="401"/>
                    <a:pt x="519" y="401"/>
                    <a:pt x="519" y="401"/>
                  </a:cubicBezTo>
                  <a:cubicBezTo>
                    <a:pt x="519" y="401"/>
                    <a:pt x="519" y="401"/>
                    <a:pt x="520" y="401"/>
                  </a:cubicBezTo>
                  <a:cubicBezTo>
                    <a:pt x="694" y="575"/>
                    <a:pt x="694" y="575"/>
                    <a:pt x="694" y="575"/>
                  </a:cubicBezTo>
                  <a:cubicBezTo>
                    <a:pt x="767" y="575"/>
                    <a:pt x="767" y="575"/>
                    <a:pt x="767" y="575"/>
                  </a:cubicBezTo>
                  <a:cubicBezTo>
                    <a:pt x="768" y="575"/>
                    <a:pt x="768" y="576"/>
                    <a:pt x="768" y="576"/>
                  </a:cubicBezTo>
                  <a:cubicBezTo>
                    <a:pt x="800" y="607"/>
                    <a:pt x="800" y="607"/>
                    <a:pt x="800" y="607"/>
                  </a:cubicBezTo>
                  <a:cubicBezTo>
                    <a:pt x="800" y="607"/>
                    <a:pt x="800" y="608"/>
                    <a:pt x="800" y="608"/>
                  </a:cubicBezTo>
                  <a:cubicBezTo>
                    <a:pt x="800" y="643"/>
                    <a:pt x="800" y="643"/>
                    <a:pt x="800" y="643"/>
                  </a:cubicBezTo>
                  <a:lnTo>
                    <a:pt x="797" y="64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0" name="Freeform 434"/>
            <p:cNvSpPr>
              <a:spLocks/>
            </p:cNvSpPr>
            <p:nvPr/>
          </p:nvSpPr>
          <p:spPr bwMode="auto">
            <a:xfrm flipV="1">
              <a:off x="-538161" y="4627561"/>
              <a:ext cx="2859087" cy="2176463"/>
            </a:xfrm>
            <a:custGeom>
              <a:avLst/>
              <a:gdLst>
                <a:gd name="T0" fmla="*/ 720 w 762"/>
                <a:gd name="T1" fmla="*/ 580 h 580"/>
                <a:gd name="T2" fmla="*/ 719 w 762"/>
                <a:gd name="T3" fmla="*/ 580 h 580"/>
                <a:gd name="T4" fmla="*/ 549 w 762"/>
                <a:gd name="T5" fmla="*/ 410 h 580"/>
                <a:gd name="T6" fmla="*/ 409 w 762"/>
                <a:gd name="T7" fmla="*/ 410 h 580"/>
                <a:gd name="T8" fmla="*/ 407 w 762"/>
                <a:gd name="T9" fmla="*/ 410 h 580"/>
                <a:gd name="T10" fmla="*/ 0 w 762"/>
                <a:gd name="T11" fmla="*/ 2 h 580"/>
                <a:gd name="T12" fmla="*/ 2 w 762"/>
                <a:gd name="T13" fmla="*/ 0 h 580"/>
                <a:gd name="T14" fmla="*/ 409 w 762"/>
                <a:gd name="T15" fmla="*/ 407 h 580"/>
                <a:gd name="T16" fmla="*/ 550 w 762"/>
                <a:gd name="T17" fmla="*/ 407 h 580"/>
                <a:gd name="T18" fmla="*/ 551 w 762"/>
                <a:gd name="T19" fmla="*/ 407 h 580"/>
                <a:gd name="T20" fmla="*/ 721 w 762"/>
                <a:gd name="T21" fmla="*/ 577 h 580"/>
                <a:gd name="T22" fmla="*/ 762 w 762"/>
                <a:gd name="T23" fmla="*/ 577 h 580"/>
                <a:gd name="T24" fmla="*/ 762 w 762"/>
                <a:gd name="T25" fmla="*/ 580 h 580"/>
                <a:gd name="T26" fmla="*/ 720 w 762"/>
                <a:gd name="T27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580">
                  <a:moveTo>
                    <a:pt x="720" y="580"/>
                  </a:moveTo>
                  <a:cubicBezTo>
                    <a:pt x="720" y="580"/>
                    <a:pt x="720" y="580"/>
                    <a:pt x="719" y="580"/>
                  </a:cubicBezTo>
                  <a:cubicBezTo>
                    <a:pt x="549" y="410"/>
                    <a:pt x="549" y="410"/>
                    <a:pt x="549" y="410"/>
                  </a:cubicBezTo>
                  <a:cubicBezTo>
                    <a:pt x="409" y="410"/>
                    <a:pt x="409" y="410"/>
                    <a:pt x="409" y="410"/>
                  </a:cubicBezTo>
                  <a:cubicBezTo>
                    <a:pt x="408" y="410"/>
                    <a:pt x="408" y="410"/>
                    <a:pt x="407" y="4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9" y="407"/>
                    <a:pt x="409" y="407"/>
                    <a:pt x="409" y="407"/>
                  </a:cubicBezTo>
                  <a:cubicBezTo>
                    <a:pt x="550" y="407"/>
                    <a:pt x="550" y="407"/>
                    <a:pt x="550" y="407"/>
                  </a:cubicBezTo>
                  <a:cubicBezTo>
                    <a:pt x="550" y="407"/>
                    <a:pt x="551" y="407"/>
                    <a:pt x="551" y="407"/>
                  </a:cubicBezTo>
                  <a:cubicBezTo>
                    <a:pt x="721" y="577"/>
                    <a:pt x="721" y="577"/>
                    <a:pt x="721" y="577"/>
                  </a:cubicBezTo>
                  <a:cubicBezTo>
                    <a:pt x="762" y="577"/>
                    <a:pt x="762" y="577"/>
                    <a:pt x="762" y="577"/>
                  </a:cubicBezTo>
                  <a:cubicBezTo>
                    <a:pt x="762" y="580"/>
                    <a:pt x="762" y="580"/>
                    <a:pt x="762" y="580"/>
                  </a:cubicBezTo>
                  <a:lnTo>
                    <a:pt x="720" y="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1" name="Freeform 435"/>
            <p:cNvSpPr>
              <a:spLocks/>
            </p:cNvSpPr>
            <p:nvPr/>
          </p:nvSpPr>
          <p:spPr bwMode="auto">
            <a:xfrm flipV="1">
              <a:off x="-639761" y="4435473"/>
              <a:ext cx="2806700" cy="2271713"/>
            </a:xfrm>
            <a:custGeom>
              <a:avLst/>
              <a:gdLst>
                <a:gd name="T0" fmla="*/ 745 w 748"/>
                <a:gd name="T1" fmla="*/ 605 h 605"/>
                <a:gd name="T2" fmla="*/ 683 w 748"/>
                <a:gd name="T3" fmla="*/ 543 h 605"/>
                <a:gd name="T4" fmla="*/ 637 w 748"/>
                <a:gd name="T5" fmla="*/ 543 h 605"/>
                <a:gd name="T6" fmla="*/ 635 w 748"/>
                <a:gd name="T7" fmla="*/ 543 h 605"/>
                <a:gd name="T8" fmla="*/ 512 w 748"/>
                <a:gd name="T9" fmla="*/ 419 h 605"/>
                <a:gd name="T10" fmla="*/ 375 w 748"/>
                <a:gd name="T11" fmla="*/ 419 h 605"/>
                <a:gd name="T12" fmla="*/ 374 w 748"/>
                <a:gd name="T13" fmla="*/ 419 h 605"/>
                <a:gd name="T14" fmla="*/ 341 w 748"/>
                <a:gd name="T15" fmla="*/ 386 h 605"/>
                <a:gd name="T16" fmla="*/ 340 w 748"/>
                <a:gd name="T17" fmla="*/ 385 h 605"/>
                <a:gd name="T18" fmla="*/ 340 w 748"/>
                <a:gd name="T19" fmla="*/ 343 h 605"/>
                <a:gd name="T20" fmla="*/ 0 w 748"/>
                <a:gd name="T21" fmla="*/ 3 h 605"/>
                <a:gd name="T22" fmla="*/ 3 w 748"/>
                <a:gd name="T23" fmla="*/ 0 h 605"/>
                <a:gd name="T24" fmla="*/ 343 w 748"/>
                <a:gd name="T25" fmla="*/ 341 h 605"/>
                <a:gd name="T26" fmla="*/ 344 w 748"/>
                <a:gd name="T27" fmla="*/ 342 h 605"/>
                <a:gd name="T28" fmla="*/ 344 w 748"/>
                <a:gd name="T29" fmla="*/ 384 h 605"/>
                <a:gd name="T30" fmla="*/ 376 w 748"/>
                <a:gd name="T31" fmla="*/ 416 h 605"/>
                <a:gd name="T32" fmla="*/ 513 w 748"/>
                <a:gd name="T33" fmla="*/ 416 h 605"/>
                <a:gd name="T34" fmla="*/ 514 w 748"/>
                <a:gd name="T35" fmla="*/ 417 h 605"/>
                <a:gd name="T36" fmla="*/ 637 w 748"/>
                <a:gd name="T37" fmla="*/ 540 h 605"/>
                <a:gd name="T38" fmla="*/ 683 w 748"/>
                <a:gd name="T39" fmla="*/ 540 h 605"/>
                <a:gd name="T40" fmla="*/ 685 w 748"/>
                <a:gd name="T41" fmla="*/ 540 h 605"/>
                <a:gd name="T42" fmla="*/ 748 w 748"/>
                <a:gd name="T43" fmla="*/ 603 h 605"/>
                <a:gd name="T44" fmla="*/ 745 w 748"/>
                <a:gd name="T45" fmla="*/ 60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8" h="605">
                  <a:moveTo>
                    <a:pt x="745" y="605"/>
                  </a:moveTo>
                  <a:cubicBezTo>
                    <a:pt x="683" y="543"/>
                    <a:pt x="683" y="543"/>
                    <a:pt x="683" y="543"/>
                  </a:cubicBezTo>
                  <a:cubicBezTo>
                    <a:pt x="637" y="543"/>
                    <a:pt x="637" y="543"/>
                    <a:pt x="637" y="543"/>
                  </a:cubicBezTo>
                  <a:cubicBezTo>
                    <a:pt x="636" y="543"/>
                    <a:pt x="636" y="543"/>
                    <a:pt x="635" y="543"/>
                  </a:cubicBezTo>
                  <a:cubicBezTo>
                    <a:pt x="512" y="419"/>
                    <a:pt x="512" y="419"/>
                    <a:pt x="512" y="419"/>
                  </a:cubicBezTo>
                  <a:cubicBezTo>
                    <a:pt x="375" y="419"/>
                    <a:pt x="375" y="419"/>
                    <a:pt x="375" y="419"/>
                  </a:cubicBezTo>
                  <a:cubicBezTo>
                    <a:pt x="375" y="419"/>
                    <a:pt x="374" y="419"/>
                    <a:pt x="374" y="419"/>
                  </a:cubicBezTo>
                  <a:cubicBezTo>
                    <a:pt x="341" y="386"/>
                    <a:pt x="341" y="386"/>
                    <a:pt x="341" y="386"/>
                  </a:cubicBezTo>
                  <a:cubicBezTo>
                    <a:pt x="341" y="386"/>
                    <a:pt x="340" y="385"/>
                    <a:pt x="340" y="385"/>
                  </a:cubicBezTo>
                  <a:cubicBezTo>
                    <a:pt x="340" y="343"/>
                    <a:pt x="340" y="343"/>
                    <a:pt x="340" y="34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3" y="341"/>
                    <a:pt x="343" y="341"/>
                    <a:pt x="343" y="341"/>
                  </a:cubicBezTo>
                  <a:cubicBezTo>
                    <a:pt x="344" y="341"/>
                    <a:pt x="344" y="342"/>
                    <a:pt x="344" y="342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76" y="416"/>
                    <a:pt x="376" y="416"/>
                    <a:pt x="376" y="416"/>
                  </a:cubicBezTo>
                  <a:cubicBezTo>
                    <a:pt x="513" y="416"/>
                    <a:pt x="513" y="416"/>
                    <a:pt x="513" y="416"/>
                  </a:cubicBezTo>
                  <a:cubicBezTo>
                    <a:pt x="513" y="416"/>
                    <a:pt x="514" y="416"/>
                    <a:pt x="514" y="417"/>
                  </a:cubicBezTo>
                  <a:cubicBezTo>
                    <a:pt x="637" y="540"/>
                    <a:pt x="637" y="540"/>
                    <a:pt x="637" y="540"/>
                  </a:cubicBezTo>
                  <a:cubicBezTo>
                    <a:pt x="683" y="540"/>
                    <a:pt x="683" y="540"/>
                    <a:pt x="683" y="540"/>
                  </a:cubicBezTo>
                  <a:cubicBezTo>
                    <a:pt x="684" y="540"/>
                    <a:pt x="684" y="540"/>
                    <a:pt x="685" y="540"/>
                  </a:cubicBezTo>
                  <a:cubicBezTo>
                    <a:pt x="748" y="603"/>
                    <a:pt x="748" y="603"/>
                    <a:pt x="748" y="603"/>
                  </a:cubicBezTo>
                  <a:lnTo>
                    <a:pt x="745" y="605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2" name="Freeform 436"/>
            <p:cNvSpPr>
              <a:spLocks/>
            </p:cNvSpPr>
            <p:nvPr/>
          </p:nvSpPr>
          <p:spPr bwMode="auto">
            <a:xfrm flipV="1">
              <a:off x="-835023" y="4233861"/>
              <a:ext cx="3152775" cy="2292350"/>
            </a:xfrm>
            <a:custGeom>
              <a:avLst/>
              <a:gdLst>
                <a:gd name="T0" fmla="*/ 840 w 840"/>
                <a:gd name="T1" fmla="*/ 611 h 611"/>
                <a:gd name="T2" fmla="*/ 800 w 840"/>
                <a:gd name="T3" fmla="*/ 611 h 611"/>
                <a:gd name="T4" fmla="*/ 796 w 840"/>
                <a:gd name="T5" fmla="*/ 609 h 611"/>
                <a:gd name="T6" fmla="*/ 718 w 840"/>
                <a:gd name="T7" fmla="*/ 531 h 611"/>
                <a:gd name="T8" fmla="*/ 665 w 840"/>
                <a:gd name="T9" fmla="*/ 531 h 611"/>
                <a:gd name="T10" fmla="*/ 661 w 840"/>
                <a:gd name="T11" fmla="*/ 530 h 611"/>
                <a:gd name="T12" fmla="*/ 542 w 840"/>
                <a:gd name="T13" fmla="*/ 410 h 611"/>
                <a:gd name="T14" fmla="*/ 405 w 840"/>
                <a:gd name="T15" fmla="*/ 410 h 611"/>
                <a:gd name="T16" fmla="*/ 402 w 840"/>
                <a:gd name="T17" fmla="*/ 409 h 611"/>
                <a:gd name="T18" fmla="*/ 0 w 840"/>
                <a:gd name="T19" fmla="*/ 7 h 611"/>
                <a:gd name="T20" fmla="*/ 7 w 840"/>
                <a:gd name="T21" fmla="*/ 0 h 611"/>
                <a:gd name="T22" fmla="*/ 407 w 840"/>
                <a:gd name="T23" fmla="*/ 400 h 611"/>
                <a:gd name="T24" fmla="*/ 544 w 840"/>
                <a:gd name="T25" fmla="*/ 400 h 611"/>
                <a:gd name="T26" fmla="*/ 548 w 840"/>
                <a:gd name="T27" fmla="*/ 401 h 611"/>
                <a:gd name="T28" fmla="*/ 667 w 840"/>
                <a:gd name="T29" fmla="*/ 521 h 611"/>
                <a:gd name="T30" fmla="*/ 721 w 840"/>
                <a:gd name="T31" fmla="*/ 521 h 611"/>
                <a:gd name="T32" fmla="*/ 724 w 840"/>
                <a:gd name="T33" fmla="*/ 522 h 611"/>
                <a:gd name="T34" fmla="*/ 802 w 840"/>
                <a:gd name="T35" fmla="*/ 600 h 611"/>
                <a:gd name="T36" fmla="*/ 840 w 840"/>
                <a:gd name="T37" fmla="*/ 600 h 611"/>
                <a:gd name="T38" fmla="*/ 840 w 84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40" h="611">
                  <a:moveTo>
                    <a:pt x="840" y="611"/>
                  </a:moveTo>
                  <a:cubicBezTo>
                    <a:pt x="800" y="611"/>
                    <a:pt x="800" y="611"/>
                    <a:pt x="800" y="611"/>
                  </a:cubicBezTo>
                  <a:cubicBezTo>
                    <a:pt x="799" y="611"/>
                    <a:pt x="797" y="610"/>
                    <a:pt x="796" y="609"/>
                  </a:cubicBezTo>
                  <a:cubicBezTo>
                    <a:pt x="718" y="531"/>
                    <a:pt x="718" y="531"/>
                    <a:pt x="718" y="531"/>
                  </a:cubicBezTo>
                  <a:cubicBezTo>
                    <a:pt x="665" y="531"/>
                    <a:pt x="665" y="531"/>
                    <a:pt x="665" y="531"/>
                  </a:cubicBezTo>
                  <a:cubicBezTo>
                    <a:pt x="664" y="531"/>
                    <a:pt x="662" y="531"/>
                    <a:pt x="661" y="530"/>
                  </a:cubicBezTo>
                  <a:cubicBezTo>
                    <a:pt x="542" y="410"/>
                    <a:pt x="542" y="410"/>
                    <a:pt x="542" y="410"/>
                  </a:cubicBezTo>
                  <a:cubicBezTo>
                    <a:pt x="405" y="410"/>
                    <a:pt x="405" y="410"/>
                    <a:pt x="405" y="410"/>
                  </a:cubicBezTo>
                  <a:cubicBezTo>
                    <a:pt x="404" y="410"/>
                    <a:pt x="403" y="410"/>
                    <a:pt x="402" y="40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07" y="400"/>
                    <a:pt x="407" y="400"/>
                    <a:pt x="407" y="400"/>
                  </a:cubicBezTo>
                  <a:cubicBezTo>
                    <a:pt x="544" y="400"/>
                    <a:pt x="544" y="400"/>
                    <a:pt x="544" y="400"/>
                  </a:cubicBezTo>
                  <a:cubicBezTo>
                    <a:pt x="545" y="400"/>
                    <a:pt x="547" y="400"/>
                    <a:pt x="548" y="401"/>
                  </a:cubicBezTo>
                  <a:cubicBezTo>
                    <a:pt x="667" y="521"/>
                    <a:pt x="667" y="521"/>
                    <a:pt x="667" y="521"/>
                  </a:cubicBezTo>
                  <a:cubicBezTo>
                    <a:pt x="721" y="521"/>
                    <a:pt x="721" y="521"/>
                    <a:pt x="721" y="521"/>
                  </a:cubicBezTo>
                  <a:cubicBezTo>
                    <a:pt x="722" y="521"/>
                    <a:pt x="723" y="521"/>
                    <a:pt x="724" y="522"/>
                  </a:cubicBezTo>
                  <a:cubicBezTo>
                    <a:pt x="802" y="600"/>
                    <a:pt x="802" y="600"/>
                    <a:pt x="802" y="600"/>
                  </a:cubicBezTo>
                  <a:cubicBezTo>
                    <a:pt x="840" y="600"/>
                    <a:pt x="840" y="600"/>
                    <a:pt x="840" y="600"/>
                  </a:cubicBezTo>
                  <a:lnTo>
                    <a:pt x="84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3" name="Freeform 437"/>
            <p:cNvSpPr>
              <a:spLocks/>
            </p:cNvSpPr>
            <p:nvPr/>
          </p:nvSpPr>
          <p:spPr bwMode="auto">
            <a:xfrm flipV="1">
              <a:off x="-1131886" y="4090986"/>
              <a:ext cx="2949575" cy="2120900"/>
            </a:xfrm>
            <a:custGeom>
              <a:avLst/>
              <a:gdLst>
                <a:gd name="T0" fmla="*/ 786 w 786"/>
                <a:gd name="T1" fmla="*/ 565 h 565"/>
                <a:gd name="T2" fmla="*/ 782 w 786"/>
                <a:gd name="T3" fmla="*/ 565 h 565"/>
                <a:gd name="T4" fmla="*/ 782 w 786"/>
                <a:gd name="T5" fmla="*/ 517 h 565"/>
                <a:gd name="T6" fmla="*/ 621 w 786"/>
                <a:gd name="T7" fmla="*/ 356 h 565"/>
                <a:gd name="T8" fmla="*/ 354 w 786"/>
                <a:gd name="T9" fmla="*/ 356 h 565"/>
                <a:gd name="T10" fmla="*/ 353 w 786"/>
                <a:gd name="T11" fmla="*/ 355 h 565"/>
                <a:gd name="T12" fmla="*/ 0 w 786"/>
                <a:gd name="T13" fmla="*/ 2 h 565"/>
                <a:gd name="T14" fmla="*/ 2 w 786"/>
                <a:gd name="T15" fmla="*/ 0 h 565"/>
                <a:gd name="T16" fmla="*/ 355 w 786"/>
                <a:gd name="T17" fmla="*/ 352 h 565"/>
                <a:gd name="T18" fmla="*/ 622 w 786"/>
                <a:gd name="T19" fmla="*/ 352 h 565"/>
                <a:gd name="T20" fmla="*/ 623 w 786"/>
                <a:gd name="T21" fmla="*/ 353 h 565"/>
                <a:gd name="T22" fmla="*/ 785 w 786"/>
                <a:gd name="T23" fmla="*/ 515 h 565"/>
                <a:gd name="T24" fmla="*/ 786 w 786"/>
                <a:gd name="T25" fmla="*/ 516 h 565"/>
                <a:gd name="T26" fmla="*/ 786 w 786"/>
                <a:gd name="T27" fmla="*/ 565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6" h="565">
                  <a:moveTo>
                    <a:pt x="786" y="565"/>
                  </a:moveTo>
                  <a:cubicBezTo>
                    <a:pt x="782" y="565"/>
                    <a:pt x="782" y="565"/>
                    <a:pt x="782" y="565"/>
                  </a:cubicBezTo>
                  <a:cubicBezTo>
                    <a:pt x="782" y="517"/>
                    <a:pt x="782" y="517"/>
                    <a:pt x="782" y="517"/>
                  </a:cubicBezTo>
                  <a:cubicBezTo>
                    <a:pt x="621" y="356"/>
                    <a:pt x="621" y="356"/>
                    <a:pt x="621" y="356"/>
                  </a:cubicBezTo>
                  <a:cubicBezTo>
                    <a:pt x="354" y="356"/>
                    <a:pt x="354" y="356"/>
                    <a:pt x="354" y="356"/>
                  </a:cubicBezTo>
                  <a:cubicBezTo>
                    <a:pt x="354" y="356"/>
                    <a:pt x="354" y="356"/>
                    <a:pt x="353" y="35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55" y="352"/>
                    <a:pt x="355" y="352"/>
                    <a:pt x="355" y="352"/>
                  </a:cubicBezTo>
                  <a:cubicBezTo>
                    <a:pt x="622" y="352"/>
                    <a:pt x="622" y="352"/>
                    <a:pt x="622" y="352"/>
                  </a:cubicBezTo>
                  <a:cubicBezTo>
                    <a:pt x="622" y="352"/>
                    <a:pt x="623" y="353"/>
                    <a:pt x="623" y="353"/>
                  </a:cubicBezTo>
                  <a:cubicBezTo>
                    <a:pt x="785" y="515"/>
                    <a:pt x="785" y="515"/>
                    <a:pt x="785" y="515"/>
                  </a:cubicBezTo>
                  <a:cubicBezTo>
                    <a:pt x="786" y="515"/>
                    <a:pt x="786" y="516"/>
                    <a:pt x="786" y="516"/>
                  </a:cubicBezTo>
                  <a:lnTo>
                    <a:pt x="786" y="5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4" name="Freeform 438"/>
            <p:cNvSpPr>
              <a:spLocks/>
            </p:cNvSpPr>
            <p:nvPr/>
          </p:nvSpPr>
          <p:spPr bwMode="auto">
            <a:xfrm flipV="1">
              <a:off x="-1330323" y="3827461"/>
              <a:ext cx="3370262" cy="2189163"/>
            </a:xfrm>
            <a:custGeom>
              <a:avLst/>
              <a:gdLst>
                <a:gd name="T0" fmla="*/ 843 w 898"/>
                <a:gd name="T1" fmla="*/ 583 h 583"/>
                <a:gd name="T2" fmla="*/ 842 w 898"/>
                <a:gd name="T3" fmla="*/ 582 h 583"/>
                <a:gd name="T4" fmla="*/ 753 w 898"/>
                <a:gd name="T5" fmla="*/ 493 h 583"/>
                <a:gd name="T6" fmla="*/ 752 w 898"/>
                <a:gd name="T7" fmla="*/ 492 h 583"/>
                <a:gd name="T8" fmla="*/ 752 w 898"/>
                <a:gd name="T9" fmla="*/ 428 h 583"/>
                <a:gd name="T10" fmla="*/ 666 w 898"/>
                <a:gd name="T11" fmla="*/ 342 h 583"/>
                <a:gd name="T12" fmla="*/ 341 w 898"/>
                <a:gd name="T13" fmla="*/ 342 h 583"/>
                <a:gd name="T14" fmla="*/ 339 w 898"/>
                <a:gd name="T15" fmla="*/ 342 h 583"/>
                <a:gd name="T16" fmla="*/ 0 w 898"/>
                <a:gd name="T17" fmla="*/ 3 h 583"/>
                <a:gd name="T18" fmla="*/ 3 w 898"/>
                <a:gd name="T19" fmla="*/ 0 h 583"/>
                <a:gd name="T20" fmla="*/ 341 w 898"/>
                <a:gd name="T21" fmla="*/ 339 h 583"/>
                <a:gd name="T22" fmla="*/ 666 w 898"/>
                <a:gd name="T23" fmla="*/ 339 h 583"/>
                <a:gd name="T24" fmla="*/ 668 w 898"/>
                <a:gd name="T25" fmla="*/ 339 h 583"/>
                <a:gd name="T26" fmla="*/ 755 w 898"/>
                <a:gd name="T27" fmla="*/ 426 h 583"/>
                <a:gd name="T28" fmla="*/ 755 w 898"/>
                <a:gd name="T29" fmla="*/ 428 h 583"/>
                <a:gd name="T30" fmla="*/ 755 w 898"/>
                <a:gd name="T31" fmla="*/ 491 h 583"/>
                <a:gd name="T32" fmla="*/ 844 w 898"/>
                <a:gd name="T33" fmla="*/ 579 h 583"/>
                <a:gd name="T34" fmla="*/ 886 w 898"/>
                <a:gd name="T35" fmla="*/ 579 h 583"/>
                <a:gd name="T36" fmla="*/ 895 w 898"/>
                <a:gd name="T37" fmla="*/ 570 h 583"/>
                <a:gd name="T38" fmla="*/ 898 w 898"/>
                <a:gd name="T39" fmla="*/ 572 h 583"/>
                <a:gd name="T40" fmla="*/ 888 w 898"/>
                <a:gd name="T41" fmla="*/ 582 h 583"/>
                <a:gd name="T42" fmla="*/ 887 w 898"/>
                <a:gd name="T43" fmla="*/ 583 h 583"/>
                <a:gd name="T44" fmla="*/ 843 w 898"/>
                <a:gd name="T45" fmla="*/ 58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583">
                  <a:moveTo>
                    <a:pt x="843" y="583"/>
                  </a:moveTo>
                  <a:cubicBezTo>
                    <a:pt x="842" y="583"/>
                    <a:pt x="842" y="583"/>
                    <a:pt x="842" y="582"/>
                  </a:cubicBezTo>
                  <a:cubicBezTo>
                    <a:pt x="753" y="493"/>
                    <a:pt x="753" y="493"/>
                    <a:pt x="753" y="493"/>
                  </a:cubicBezTo>
                  <a:cubicBezTo>
                    <a:pt x="752" y="493"/>
                    <a:pt x="752" y="492"/>
                    <a:pt x="752" y="492"/>
                  </a:cubicBezTo>
                  <a:cubicBezTo>
                    <a:pt x="752" y="428"/>
                    <a:pt x="752" y="428"/>
                    <a:pt x="752" y="428"/>
                  </a:cubicBezTo>
                  <a:cubicBezTo>
                    <a:pt x="666" y="342"/>
                    <a:pt x="666" y="342"/>
                    <a:pt x="666" y="342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0" y="342"/>
                    <a:pt x="340" y="342"/>
                    <a:pt x="339" y="34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1" y="339"/>
                    <a:pt x="341" y="339"/>
                    <a:pt x="341" y="339"/>
                  </a:cubicBezTo>
                  <a:cubicBezTo>
                    <a:pt x="666" y="339"/>
                    <a:pt x="666" y="339"/>
                    <a:pt x="666" y="339"/>
                  </a:cubicBezTo>
                  <a:cubicBezTo>
                    <a:pt x="667" y="339"/>
                    <a:pt x="667" y="339"/>
                    <a:pt x="668" y="339"/>
                  </a:cubicBezTo>
                  <a:cubicBezTo>
                    <a:pt x="755" y="426"/>
                    <a:pt x="755" y="426"/>
                    <a:pt x="755" y="426"/>
                  </a:cubicBezTo>
                  <a:cubicBezTo>
                    <a:pt x="755" y="427"/>
                    <a:pt x="755" y="427"/>
                    <a:pt x="755" y="428"/>
                  </a:cubicBezTo>
                  <a:cubicBezTo>
                    <a:pt x="755" y="491"/>
                    <a:pt x="755" y="491"/>
                    <a:pt x="755" y="491"/>
                  </a:cubicBezTo>
                  <a:cubicBezTo>
                    <a:pt x="844" y="579"/>
                    <a:pt x="844" y="579"/>
                    <a:pt x="844" y="579"/>
                  </a:cubicBezTo>
                  <a:cubicBezTo>
                    <a:pt x="886" y="579"/>
                    <a:pt x="886" y="579"/>
                    <a:pt x="886" y="579"/>
                  </a:cubicBezTo>
                  <a:cubicBezTo>
                    <a:pt x="895" y="570"/>
                    <a:pt x="895" y="570"/>
                    <a:pt x="895" y="570"/>
                  </a:cubicBezTo>
                  <a:cubicBezTo>
                    <a:pt x="898" y="572"/>
                    <a:pt x="898" y="572"/>
                    <a:pt x="898" y="572"/>
                  </a:cubicBezTo>
                  <a:cubicBezTo>
                    <a:pt x="888" y="582"/>
                    <a:pt x="888" y="582"/>
                    <a:pt x="888" y="582"/>
                  </a:cubicBezTo>
                  <a:cubicBezTo>
                    <a:pt x="887" y="583"/>
                    <a:pt x="887" y="583"/>
                    <a:pt x="887" y="583"/>
                  </a:cubicBezTo>
                  <a:lnTo>
                    <a:pt x="843" y="5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5" name="Freeform 439"/>
            <p:cNvSpPr>
              <a:spLocks/>
            </p:cNvSpPr>
            <p:nvPr/>
          </p:nvSpPr>
          <p:spPr bwMode="auto">
            <a:xfrm flipV="1">
              <a:off x="-1619248" y="3881436"/>
              <a:ext cx="3205162" cy="1846263"/>
            </a:xfrm>
            <a:custGeom>
              <a:avLst/>
              <a:gdLst>
                <a:gd name="T0" fmla="*/ 671 w 854"/>
                <a:gd name="T1" fmla="*/ 312 h 492"/>
                <a:gd name="T2" fmla="*/ 654 w 854"/>
                <a:gd name="T3" fmla="*/ 315 h 492"/>
                <a:gd name="T4" fmla="*/ 722 w 854"/>
                <a:gd name="T5" fmla="*/ 392 h 492"/>
                <a:gd name="T6" fmla="*/ 723 w 854"/>
                <a:gd name="T7" fmla="*/ 402 h 492"/>
                <a:gd name="T8" fmla="*/ 715 w 854"/>
                <a:gd name="T9" fmla="*/ 410 h 492"/>
                <a:gd name="T10" fmla="*/ 705 w 854"/>
                <a:gd name="T11" fmla="*/ 410 h 492"/>
                <a:gd name="T12" fmla="*/ 603 w 854"/>
                <a:gd name="T13" fmla="*/ 309 h 492"/>
                <a:gd name="T14" fmla="*/ 469 w 854"/>
                <a:gd name="T15" fmla="*/ 319 h 492"/>
                <a:gd name="T16" fmla="*/ 475 w 854"/>
                <a:gd name="T17" fmla="*/ 333 h 492"/>
                <a:gd name="T18" fmla="*/ 575 w 854"/>
                <a:gd name="T19" fmla="*/ 333 h 492"/>
                <a:gd name="T20" fmla="*/ 583 w 854"/>
                <a:gd name="T21" fmla="*/ 342 h 492"/>
                <a:gd name="T22" fmla="*/ 583 w 854"/>
                <a:gd name="T23" fmla="*/ 353 h 492"/>
                <a:gd name="T24" fmla="*/ 573 w 854"/>
                <a:gd name="T25" fmla="*/ 362 h 492"/>
                <a:gd name="T26" fmla="*/ 354 w 854"/>
                <a:gd name="T27" fmla="*/ 362 h 492"/>
                <a:gd name="T28" fmla="*/ 247 w 854"/>
                <a:gd name="T29" fmla="*/ 255 h 492"/>
                <a:gd name="T30" fmla="*/ 248 w 854"/>
                <a:gd name="T31" fmla="*/ 240 h 492"/>
                <a:gd name="T32" fmla="*/ 259 w 854"/>
                <a:gd name="T33" fmla="*/ 229 h 492"/>
                <a:gd name="T34" fmla="*/ 273 w 854"/>
                <a:gd name="T35" fmla="*/ 230 h 492"/>
                <a:gd name="T36" fmla="*/ 387 w 854"/>
                <a:gd name="T37" fmla="*/ 332 h 492"/>
                <a:gd name="T38" fmla="*/ 397 w 854"/>
                <a:gd name="T39" fmla="*/ 311 h 492"/>
                <a:gd name="T40" fmla="*/ 118 w 854"/>
                <a:gd name="T41" fmla="*/ 43 h 492"/>
                <a:gd name="T42" fmla="*/ 108 w 854"/>
                <a:gd name="T43" fmla="*/ 65 h 492"/>
                <a:gd name="T44" fmla="*/ 199 w 854"/>
                <a:gd name="T45" fmla="*/ 157 h 492"/>
                <a:gd name="T46" fmla="*/ 199 w 854"/>
                <a:gd name="T47" fmla="*/ 167 h 492"/>
                <a:gd name="T48" fmla="*/ 187 w 854"/>
                <a:gd name="T49" fmla="*/ 178 h 492"/>
                <a:gd name="T50" fmla="*/ 176 w 854"/>
                <a:gd name="T51" fmla="*/ 178 h 492"/>
                <a:gd name="T52" fmla="*/ 0 w 854"/>
                <a:gd name="T53" fmla="*/ 3 h 492"/>
                <a:gd name="T54" fmla="*/ 177 w 854"/>
                <a:gd name="T55" fmla="*/ 174 h 492"/>
                <a:gd name="T56" fmla="*/ 196 w 854"/>
                <a:gd name="T57" fmla="*/ 165 h 492"/>
                <a:gd name="T58" fmla="*/ 105 w 854"/>
                <a:gd name="T59" fmla="*/ 67 h 492"/>
                <a:gd name="T60" fmla="*/ 104 w 854"/>
                <a:gd name="T61" fmla="*/ 53 h 492"/>
                <a:gd name="T62" fmla="*/ 116 w 854"/>
                <a:gd name="T63" fmla="*/ 40 h 492"/>
                <a:gd name="T64" fmla="*/ 130 w 854"/>
                <a:gd name="T65" fmla="*/ 40 h 492"/>
                <a:gd name="T66" fmla="*/ 400 w 854"/>
                <a:gd name="T67" fmla="*/ 309 h 492"/>
                <a:gd name="T68" fmla="*/ 400 w 854"/>
                <a:gd name="T69" fmla="*/ 323 h 492"/>
                <a:gd name="T70" fmla="*/ 389 w 854"/>
                <a:gd name="T71" fmla="*/ 335 h 492"/>
                <a:gd name="T72" fmla="*/ 374 w 854"/>
                <a:gd name="T73" fmla="*/ 335 h 492"/>
                <a:gd name="T74" fmla="*/ 271 w 854"/>
                <a:gd name="T75" fmla="*/ 233 h 492"/>
                <a:gd name="T76" fmla="*/ 251 w 854"/>
                <a:gd name="T77" fmla="*/ 242 h 492"/>
                <a:gd name="T78" fmla="*/ 356 w 854"/>
                <a:gd name="T79" fmla="*/ 359 h 492"/>
                <a:gd name="T80" fmla="*/ 580 w 854"/>
                <a:gd name="T81" fmla="*/ 351 h 492"/>
                <a:gd name="T82" fmla="*/ 573 w 854"/>
                <a:gd name="T83" fmla="*/ 336 h 492"/>
                <a:gd name="T84" fmla="*/ 473 w 854"/>
                <a:gd name="T85" fmla="*/ 336 h 492"/>
                <a:gd name="T86" fmla="*/ 465 w 854"/>
                <a:gd name="T87" fmla="*/ 327 h 492"/>
                <a:gd name="T88" fmla="*/ 466 w 854"/>
                <a:gd name="T89" fmla="*/ 317 h 492"/>
                <a:gd name="T90" fmla="*/ 478 w 854"/>
                <a:gd name="T91" fmla="*/ 306 h 492"/>
                <a:gd name="T92" fmla="*/ 605 w 854"/>
                <a:gd name="T93" fmla="*/ 306 h 492"/>
                <a:gd name="T94" fmla="*/ 713 w 854"/>
                <a:gd name="T95" fmla="*/ 407 h 492"/>
                <a:gd name="T96" fmla="*/ 720 w 854"/>
                <a:gd name="T97" fmla="*/ 394 h 492"/>
                <a:gd name="T98" fmla="*/ 651 w 854"/>
                <a:gd name="T99" fmla="*/ 324 h 492"/>
                <a:gd name="T100" fmla="*/ 651 w 854"/>
                <a:gd name="T101" fmla="*/ 313 h 492"/>
                <a:gd name="T102" fmla="*/ 657 w 854"/>
                <a:gd name="T103" fmla="*/ 308 h 492"/>
                <a:gd name="T104" fmla="*/ 672 w 854"/>
                <a:gd name="T105" fmla="*/ 309 h 492"/>
                <a:gd name="T106" fmla="*/ 851 w 854"/>
                <a:gd name="T107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54" h="492">
                  <a:moveTo>
                    <a:pt x="851" y="492"/>
                  </a:moveTo>
                  <a:cubicBezTo>
                    <a:pt x="671" y="312"/>
                    <a:pt x="671" y="312"/>
                    <a:pt x="671" y="312"/>
                  </a:cubicBezTo>
                  <a:cubicBezTo>
                    <a:pt x="658" y="312"/>
                    <a:pt x="658" y="312"/>
                    <a:pt x="658" y="312"/>
                  </a:cubicBezTo>
                  <a:cubicBezTo>
                    <a:pt x="654" y="315"/>
                    <a:pt x="654" y="315"/>
                    <a:pt x="654" y="315"/>
                  </a:cubicBezTo>
                  <a:cubicBezTo>
                    <a:pt x="654" y="324"/>
                    <a:pt x="654" y="324"/>
                    <a:pt x="654" y="324"/>
                  </a:cubicBezTo>
                  <a:cubicBezTo>
                    <a:pt x="722" y="392"/>
                    <a:pt x="722" y="392"/>
                    <a:pt x="722" y="392"/>
                  </a:cubicBezTo>
                  <a:cubicBezTo>
                    <a:pt x="723" y="392"/>
                    <a:pt x="723" y="393"/>
                    <a:pt x="723" y="393"/>
                  </a:cubicBezTo>
                  <a:cubicBezTo>
                    <a:pt x="723" y="402"/>
                    <a:pt x="723" y="402"/>
                    <a:pt x="723" y="402"/>
                  </a:cubicBezTo>
                  <a:cubicBezTo>
                    <a:pt x="723" y="402"/>
                    <a:pt x="723" y="402"/>
                    <a:pt x="722" y="403"/>
                  </a:cubicBezTo>
                  <a:cubicBezTo>
                    <a:pt x="715" y="410"/>
                    <a:pt x="715" y="410"/>
                    <a:pt x="715" y="410"/>
                  </a:cubicBezTo>
                  <a:cubicBezTo>
                    <a:pt x="715" y="410"/>
                    <a:pt x="715" y="410"/>
                    <a:pt x="714" y="410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704" y="410"/>
                    <a:pt x="704" y="410"/>
                    <a:pt x="704" y="410"/>
                  </a:cubicBezTo>
                  <a:cubicBezTo>
                    <a:pt x="603" y="309"/>
                    <a:pt x="603" y="309"/>
                    <a:pt x="603" y="309"/>
                  </a:cubicBezTo>
                  <a:cubicBezTo>
                    <a:pt x="479" y="309"/>
                    <a:pt x="479" y="309"/>
                    <a:pt x="479" y="309"/>
                  </a:cubicBezTo>
                  <a:cubicBezTo>
                    <a:pt x="469" y="319"/>
                    <a:pt x="469" y="319"/>
                    <a:pt x="469" y="319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75" y="333"/>
                    <a:pt x="475" y="333"/>
                    <a:pt x="475" y="333"/>
                  </a:cubicBezTo>
                  <a:cubicBezTo>
                    <a:pt x="574" y="333"/>
                    <a:pt x="574" y="333"/>
                    <a:pt x="574" y="333"/>
                  </a:cubicBezTo>
                  <a:cubicBezTo>
                    <a:pt x="574" y="333"/>
                    <a:pt x="575" y="333"/>
                    <a:pt x="575" y="333"/>
                  </a:cubicBezTo>
                  <a:cubicBezTo>
                    <a:pt x="583" y="341"/>
                    <a:pt x="583" y="341"/>
                    <a:pt x="583" y="341"/>
                  </a:cubicBezTo>
                  <a:cubicBezTo>
                    <a:pt x="583" y="341"/>
                    <a:pt x="583" y="342"/>
                    <a:pt x="583" y="342"/>
                  </a:cubicBezTo>
                  <a:cubicBezTo>
                    <a:pt x="583" y="352"/>
                    <a:pt x="583" y="352"/>
                    <a:pt x="583" y="352"/>
                  </a:cubicBezTo>
                  <a:cubicBezTo>
                    <a:pt x="583" y="352"/>
                    <a:pt x="583" y="353"/>
                    <a:pt x="583" y="353"/>
                  </a:cubicBezTo>
                  <a:cubicBezTo>
                    <a:pt x="574" y="362"/>
                    <a:pt x="574" y="362"/>
                    <a:pt x="574" y="362"/>
                  </a:cubicBezTo>
                  <a:cubicBezTo>
                    <a:pt x="574" y="362"/>
                    <a:pt x="573" y="362"/>
                    <a:pt x="573" y="362"/>
                  </a:cubicBezTo>
                  <a:cubicBezTo>
                    <a:pt x="355" y="362"/>
                    <a:pt x="355" y="362"/>
                    <a:pt x="355" y="362"/>
                  </a:cubicBezTo>
                  <a:cubicBezTo>
                    <a:pt x="355" y="362"/>
                    <a:pt x="354" y="362"/>
                    <a:pt x="354" y="362"/>
                  </a:cubicBezTo>
                  <a:cubicBezTo>
                    <a:pt x="248" y="256"/>
                    <a:pt x="248" y="256"/>
                    <a:pt x="248" y="256"/>
                  </a:cubicBezTo>
                  <a:cubicBezTo>
                    <a:pt x="248" y="256"/>
                    <a:pt x="247" y="255"/>
                    <a:pt x="247" y="255"/>
                  </a:cubicBezTo>
                  <a:cubicBezTo>
                    <a:pt x="247" y="241"/>
                    <a:pt x="247" y="241"/>
                    <a:pt x="247" y="241"/>
                  </a:cubicBezTo>
                  <a:cubicBezTo>
                    <a:pt x="247" y="241"/>
                    <a:pt x="248" y="240"/>
                    <a:pt x="248" y="240"/>
                  </a:cubicBezTo>
                  <a:cubicBezTo>
                    <a:pt x="258" y="230"/>
                    <a:pt x="258" y="230"/>
                    <a:pt x="258" y="230"/>
                  </a:cubicBezTo>
                  <a:cubicBezTo>
                    <a:pt x="259" y="230"/>
                    <a:pt x="259" y="229"/>
                    <a:pt x="259" y="229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9"/>
                    <a:pt x="273" y="229"/>
                    <a:pt x="273" y="230"/>
                  </a:cubicBezTo>
                  <a:cubicBezTo>
                    <a:pt x="375" y="332"/>
                    <a:pt x="375" y="332"/>
                    <a:pt x="375" y="332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97" y="322"/>
                    <a:pt x="397" y="322"/>
                    <a:pt x="397" y="322"/>
                  </a:cubicBezTo>
                  <a:cubicBezTo>
                    <a:pt x="397" y="311"/>
                    <a:pt x="397" y="311"/>
                    <a:pt x="397" y="311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99" y="156"/>
                    <a:pt x="199" y="156"/>
                    <a:pt x="199" y="156"/>
                  </a:cubicBezTo>
                  <a:cubicBezTo>
                    <a:pt x="199" y="156"/>
                    <a:pt x="199" y="157"/>
                    <a:pt x="199" y="157"/>
                  </a:cubicBezTo>
                  <a:cubicBezTo>
                    <a:pt x="199" y="166"/>
                    <a:pt x="199" y="166"/>
                    <a:pt x="199" y="166"/>
                  </a:cubicBezTo>
                  <a:cubicBezTo>
                    <a:pt x="199" y="166"/>
                    <a:pt x="199" y="167"/>
                    <a:pt x="199" y="167"/>
                  </a:cubicBezTo>
                  <a:cubicBezTo>
                    <a:pt x="189" y="177"/>
                    <a:pt x="189" y="177"/>
                    <a:pt x="189" y="177"/>
                  </a:cubicBezTo>
                  <a:cubicBezTo>
                    <a:pt x="188" y="177"/>
                    <a:pt x="188" y="178"/>
                    <a:pt x="187" y="178"/>
                  </a:cubicBezTo>
                  <a:cubicBezTo>
                    <a:pt x="187" y="178"/>
                    <a:pt x="187" y="178"/>
                    <a:pt x="187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5" y="178"/>
                    <a:pt x="175" y="177"/>
                    <a:pt x="175" y="17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77" y="174"/>
                    <a:pt x="177" y="174"/>
                    <a:pt x="17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96" y="165"/>
                    <a:pt x="196" y="165"/>
                    <a:pt x="196" y="165"/>
                  </a:cubicBezTo>
                  <a:cubicBezTo>
                    <a:pt x="196" y="158"/>
                    <a:pt x="196" y="158"/>
                    <a:pt x="196" y="158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4" y="67"/>
                    <a:pt x="104" y="66"/>
                    <a:pt x="104" y="6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4" y="53"/>
                    <a:pt x="104" y="52"/>
                    <a:pt x="105" y="52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7" y="40"/>
                    <a:pt x="117" y="40"/>
                    <a:pt x="118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0"/>
                    <a:pt x="131" y="40"/>
                    <a:pt x="131" y="40"/>
                  </a:cubicBezTo>
                  <a:cubicBezTo>
                    <a:pt x="400" y="309"/>
                    <a:pt x="400" y="309"/>
                    <a:pt x="400" y="309"/>
                  </a:cubicBezTo>
                  <a:cubicBezTo>
                    <a:pt x="400" y="309"/>
                    <a:pt x="400" y="310"/>
                    <a:pt x="400" y="310"/>
                  </a:cubicBezTo>
                  <a:cubicBezTo>
                    <a:pt x="400" y="323"/>
                    <a:pt x="400" y="323"/>
                    <a:pt x="400" y="323"/>
                  </a:cubicBezTo>
                  <a:cubicBezTo>
                    <a:pt x="400" y="323"/>
                    <a:pt x="400" y="324"/>
                    <a:pt x="400" y="324"/>
                  </a:cubicBezTo>
                  <a:cubicBezTo>
                    <a:pt x="389" y="335"/>
                    <a:pt x="389" y="335"/>
                    <a:pt x="389" y="335"/>
                  </a:cubicBezTo>
                  <a:cubicBezTo>
                    <a:pt x="389" y="335"/>
                    <a:pt x="388" y="335"/>
                    <a:pt x="388" y="335"/>
                  </a:cubicBezTo>
                  <a:cubicBezTo>
                    <a:pt x="374" y="335"/>
                    <a:pt x="374" y="335"/>
                    <a:pt x="374" y="335"/>
                  </a:cubicBezTo>
                  <a:cubicBezTo>
                    <a:pt x="374" y="335"/>
                    <a:pt x="373" y="335"/>
                    <a:pt x="373" y="335"/>
                  </a:cubicBezTo>
                  <a:cubicBezTo>
                    <a:pt x="271" y="233"/>
                    <a:pt x="271" y="233"/>
                    <a:pt x="271" y="233"/>
                  </a:cubicBezTo>
                  <a:cubicBezTo>
                    <a:pt x="260" y="233"/>
                    <a:pt x="260" y="233"/>
                    <a:pt x="260" y="233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356" y="359"/>
                    <a:pt x="356" y="359"/>
                    <a:pt x="356" y="359"/>
                  </a:cubicBezTo>
                  <a:cubicBezTo>
                    <a:pt x="572" y="359"/>
                    <a:pt x="572" y="359"/>
                    <a:pt x="572" y="359"/>
                  </a:cubicBezTo>
                  <a:cubicBezTo>
                    <a:pt x="580" y="351"/>
                    <a:pt x="580" y="351"/>
                    <a:pt x="580" y="351"/>
                  </a:cubicBezTo>
                  <a:cubicBezTo>
                    <a:pt x="580" y="343"/>
                    <a:pt x="580" y="343"/>
                    <a:pt x="580" y="343"/>
                  </a:cubicBezTo>
                  <a:cubicBezTo>
                    <a:pt x="573" y="336"/>
                    <a:pt x="573" y="336"/>
                    <a:pt x="573" y="336"/>
                  </a:cubicBezTo>
                  <a:cubicBezTo>
                    <a:pt x="474" y="336"/>
                    <a:pt x="474" y="336"/>
                    <a:pt x="474" y="336"/>
                  </a:cubicBezTo>
                  <a:cubicBezTo>
                    <a:pt x="474" y="336"/>
                    <a:pt x="473" y="336"/>
                    <a:pt x="473" y="336"/>
                  </a:cubicBezTo>
                  <a:cubicBezTo>
                    <a:pt x="466" y="328"/>
                    <a:pt x="466" y="328"/>
                    <a:pt x="466" y="328"/>
                  </a:cubicBezTo>
                  <a:cubicBezTo>
                    <a:pt x="465" y="328"/>
                    <a:pt x="465" y="328"/>
                    <a:pt x="465" y="327"/>
                  </a:cubicBezTo>
                  <a:cubicBezTo>
                    <a:pt x="465" y="319"/>
                    <a:pt x="465" y="319"/>
                    <a:pt x="465" y="319"/>
                  </a:cubicBezTo>
                  <a:cubicBezTo>
                    <a:pt x="465" y="318"/>
                    <a:pt x="465" y="318"/>
                    <a:pt x="466" y="317"/>
                  </a:cubicBezTo>
                  <a:cubicBezTo>
                    <a:pt x="477" y="306"/>
                    <a:pt x="477" y="306"/>
                    <a:pt x="477" y="306"/>
                  </a:cubicBezTo>
                  <a:cubicBezTo>
                    <a:pt x="477" y="306"/>
                    <a:pt x="478" y="306"/>
                    <a:pt x="478" y="306"/>
                  </a:cubicBezTo>
                  <a:cubicBezTo>
                    <a:pt x="603" y="306"/>
                    <a:pt x="603" y="306"/>
                    <a:pt x="603" y="306"/>
                  </a:cubicBezTo>
                  <a:cubicBezTo>
                    <a:pt x="604" y="306"/>
                    <a:pt x="604" y="306"/>
                    <a:pt x="605" y="306"/>
                  </a:cubicBezTo>
                  <a:cubicBezTo>
                    <a:pt x="705" y="407"/>
                    <a:pt x="705" y="407"/>
                    <a:pt x="705" y="407"/>
                  </a:cubicBezTo>
                  <a:cubicBezTo>
                    <a:pt x="713" y="407"/>
                    <a:pt x="713" y="407"/>
                    <a:pt x="713" y="407"/>
                  </a:cubicBezTo>
                  <a:cubicBezTo>
                    <a:pt x="720" y="401"/>
                    <a:pt x="720" y="401"/>
                    <a:pt x="720" y="401"/>
                  </a:cubicBezTo>
                  <a:cubicBezTo>
                    <a:pt x="720" y="394"/>
                    <a:pt x="720" y="394"/>
                    <a:pt x="720" y="394"/>
                  </a:cubicBezTo>
                  <a:cubicBezTo>
                    <a:pt x="651" y="326"/>
                    <a:pt x="651" y="326"/>
                    <a:pt x="651" y="326"/>
                  </a:cubicBezTo>
                  <a:cubicBezTo>
                    <a:pt x="651" y="325"/>
                    <a:pt x="651" y="325"/>
                    <a:pt x="651" y="324"/>
                  </a:cubicBezTo>
                  <a:cubicBezTo>
                    <a:pt x="651" y="315"/>
                    <a:pt x="651" y="315"/>
                    <a:pt x="651" y="315"/>
                  </a:cubicBezTo>
                  <a:cubicBezTo>
                    <a:pt x="651" y="314"/>
                    <a:pt x="651" y="314"/>
                    <a:pt x="651" y="313"/>
                  </a:cubicBezTo>
                  <a:cubicBezTo>
                    <a:pt x="656" y="309"/>
                    <a:pt x="656" y="309"/>
                    <a:pt x="656" y="309"/>
                  </a:cubicBezTo>
                  <a:cubicBezTo>
                    <a:pt x="656" y="308"/>
                    <a:pt x="657" y="308"/>
                    <a:pt x="657" y="308"/>
                  </a:cubicBezTo>
                  <a:cubicBezTo>
                    <a:pt x="671" y="308"/>
                    <a:pt x="671" y="308"/>
                    <a:pt x="671" y="308"/>
                  </a:cubicBezTo>
                  <a:cubicBezTo>
                    <a:pt x="672" y="308"/>
                    <a:pt x="672" y="308"/>
                    <a:pt x="672" y="309"/>
                  </a:cubicBezTo>
                  <a:cubicBezTo>
                    <a:pt x="854" y="490"/>
                    <a:pt x="854" y="490"/>
                    <a:pt x="854" y="490"/>
                  </a:cubicBezTo>
                  <a:lnTo>
                    <a:pt x="851" y="4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6" name="Freeform 440"/>
            <p:cNvSpPr>
              <a:spLocks noEditPoints="1"/>
            </p:cNvSpPr>
            <p:nvPr/>
          </p:nvSpPr>
          <p:spPr bwMode="auto">
            <a:xfrm flipV="1">
              <a:off x="1792289" y="3648073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0 h 28"/>
                <a:gd name="T12" fmla="*/ 14 w 28"/>
                <a:gd name="T13" fmla="*/ 0 h 28"/>
                <a:gd name="T14" fmla="*/ 0 w 28"/>
                <a:gd name="T15" fmla="*/ 14 h 28"/>
                <a:gd name="T16" fmla="*/ 4 w 28"/>
                <a:gd name="T17" fmla="*/ 24 h 28"/>
                <a:gd name="T18" fmla="*/ 14 w 28"/>
                <a:gd name="T19" fmla="*/ 28 h 28"/>
                <a:gd name="T20" fmla="*/ 28 w 28"/>
                <a:gd name="T21" fmla="*/ 14 h 28"/>
                <a:gd name="T22" fmla="*/ 14 w 28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7" y="26"/>
                    <a:pt x="10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7" name="Freeform 441"/>
            <p:cNvSpPr>
              <a:spLocks noEditPoints="1"/>
            </p:cNvSpPr>
            <p:nvPr/>
          </p:nvSpPr>
          <p:spPr bwMode="auto">
            <a:xfrm flipV="1">
              <a:off x="2058989" y="3163886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14 w 28"/>
                <a:gd name="T3" fmla="*/ 6 h 28"/>
                <a:gd name="T4" fmla="*/ 14 w 28"/>
                <a:gd name="T5" fmla="*/ 6 h 28"/>
                <a:gd name="T6" fmla="*/ 21 w 28"/>
                <a:gd name="T7" fmla="*/ 14 h 28"/>
                <a:gd name="T8" fmla="*/ 14 w 28"/>
                <a:gd name="T9" fmla="*/ 21 h 28"/>
                <a:gd name="T10" fmla="*/ 6 w 28"/>
                <a:gd name="T11" fmla="*/ 14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4 w 28"/>
                <a:gd name="T21" fmla="*/ 24 h 28"/>
                <a:gd name="T22" fmla="*/ 14 w 28"/>
                <a:gd name="T23" fmla="*/ 28 h 28"/>
                <a:gd name="T24" fmla="*/ 24 w 28"/>
                <a:gd name="T25" fmla="*/ 24 h 28"/>
                <a:gd name="T26" fmla="*/ 28 w 28"/>
                <a:gd name="T27" fmla="*/ 14 h 28"/>
                <a:gd name="T28" fmla="*/ 14 w 28"/>
                <a:gd name="T2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6" y="18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6" y="26"/>
                    <a:pt x="10" y="28"/>
                    <a:pt x="14" y="28"/>
                  </a:cubicBezTo>
                  <a:cubicBezTo>
                    <a:pt x="17" y="28"/>
                    <a:pt x="21" y="26"/>
                    <a:pt x="24" y="24"/>
                  </a:cubicBezTo>
                  <a:cubicBezTo>
                    <a:pt x="26" y="21"/>
                    <a:pt x="28" y="17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8" name="Freeform 442"/>
            <p:cNvSpPr>
              <a:spLocks noEditPoints="1"/>
            </p:cNvSpPr>
            <p:nvPr/>
          </p:nvSpPr>
          <p:spPr bwMode="auto">
            <a:xfrm flipV="1">
              <a:off x="1401764" y="3295648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0 h 24"/>
                <a:gd name="T12" fmla="*/ 12 w 25"/>
                <a:gd name="T13" fmla="*/ 0 h 24"/>
                <a:gd name="T14" fmla="*/ 0 w 25"/>
                <a:gd name="T15" fmla="*/ 12 h 24"/>
                <a:gd name="T16" fmla="*/ 12 w 25"/>
                <a:gd name="T17" fmla="*/ 24 h 24"/>
                <a:gd name="T18" fmla="*/ 25 w 25"/>
                <a:gd name="T19" fmla="*/ 12 h 24"/>
                <a:gd name="T20" fmla="*/ 12 w 25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9" name="Freeform 443"/>
            <p:cNvSpPr>
              <a:spLocks noEditPoints="1"/>
            </p:cNvSpPr>
            <p:nvPr/>
          </p:nvSpPr>
          <p:spPr bwMode="auto">
            <a:xfrm flipV="1">
              <a:off x="1250952" y="3430585"/>
              <a:ext cx="93662" cy="93663"/>
            </a:xfrm>
            <a:custGeom>
              <a:avLst/>
              <a:gdLst>
                <a:gd name="T0" fmla="*/ 12 w 25"/>
                <a:gd name="T1" fmla="*/ 6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6 h 25"/>
                <a:gd name="T12" fmla="*/ 12 w 25"/>
                <a:gd name="T13" fmla="*/ 6 h 25"/>
                <a:gd name="T14" fmla="*/ 12 w 25"/>
                <a:gd name="T15" fmla="*/ 6 h 25"/>
                <a:gd name="T16" fmla="*/ 12 w 25"/>
                <a:gd name="T17" fmla="*/ 0 h 25"/>
                <a:gd name="T18" fmla="*/ 12 w 25"/>
                <a:gd name="T19" fmla="*/ 0 h 25"/>
                <a:gd name="T20" fmla="*/ 0 w 25"/>
                <a:gd name="T21" fmla="*/ 13 h 25"/>
                <a:gd name="T22" fmla="*/ 3 w 25"/>
                <a:gd name="T23" fmla="*/ 22 h 25"/>
                <a:gd name="T24" fmla="*/ 12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2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2" y="6"/>
                  </a:moveTo>
                  <a:cubicBezTo>
                    <a:pt x="16" y="6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2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9" y="24"/>
                    <a:pt x="21" y="22"/>
                  </a:cubicBezTo>
                  <a:cubicBezTo>
                    <a:pt x="23" y="19"/>
                    <a:pt x="25" y="16"/>
                    <a:pt x="25" y="13"/>
                  </a:cubicBezTo>
                  <a:cubicBezTo>
                    <a:pt x="25" y="10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0" name="Freeform 444"/>
            <p:cNvSpPr>
              <a:spLocks noEditPoints="1"/>
            </p:cNvSpPr>
            <p:nvPr/>
          </p:nvSpPr>
          <p:spPr bwMode="auto">
            <a:xfrm flipV="1">
              <a:off x="854077" y="3479798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1" name="Freeform 445"/>
            <p:cNvSpPr>
              <a:spLocks noEditPoints="1"/>
            </p:cNvSpPr>
            <p:nvPr/>
          </p:nvSpPr>
          <p:spPr bwMode="auto">
            <a:xfrm flipV="1">
              <a:off x="666752" y="3284536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12 w 25"/>
                <a:gd name="T7" fmla="*/ 19 h 24"/>
                <a:gd name="T8" fmla="*/ 5 w 25"/>
                <a:gd name="T9" fmla="*/ 12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0 w 25"/>
                <a:gd name="T17" fmla="*/ 12 h 24"/>
                <a:gd name="T18" fmla="*/ 12 w 25"/>
                <a:gd name="T19" fmla="*/ 24 h 24"/>
                <a:gd name="T20" fmla="*/ 25 w 25"/>
                <a:gd name="T21" fmla="*/ 12 h 24"/>
                <a:gd name="T22" fmla="*/ 12 w 2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2" name="Freeform 446"/>
            <p:cNvSpPr>
              <a:spLocks noEditPoints="1"/>
            </p:cNvSpPr>
            <p:nvPr/>
          </p:nvSpPr>
          <p:spPr bwMode="auto">
            <a:xfrm flipV="1">
              <a:off x="857252" y="3084510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9 w 24"/>
                <a:gd name="T3" fmla="*/ 13 h 25"/>
                <a:gd name="T4" fmla="*/ 12 w 24"/>
                <a:gd name="T5" fmla="*/ 20 h 25"/>
                <a:gd name="T6" fmla="*/ 12 w 24"/>
                <a:gd name="T7" fmla="*/ 20 h 25"/>
                <a:gd name="T8" fmla="*/ 5 w 24"/>
                <a:gd name="T9" fmla="*/ 13 h 25"/>
                <a:gd name="T10" fmla="*/ 12 w 24"/>
                <a:gd name="T11" fmla="*/ 5 h 25"/>
                <a:gd name="T12" fmla="*/ 12 w 24"/>
                <a:gd name="T13" fmla="*/ 0 h 25"/>
                <a:gd name="T14" fmla="*/ 0 w 24"/>
                <a:gd name="T15" fmla="*/ 13 h 25"/>
                <a:gd name="T16" fmla="*/ 3 w 24"/>
                <a:gd name="T17" fmla="*/ 21 h 25"/>
                <a:gd name="T18" fmla="*/ 12 w 24"/>
                <a:gd name="T19" fmla="*/ 25 h 25"/>
                <a:gd name="T20" fmla="*/ 24 w 24"/>
                <a:gd name="T21" fmla="*/ 13 h 25"/>
                <a:gd name="T22" fmla="*/ 21 w 24"/>
                <a:gd name="T23" fmla="*/ 4 h 25"/>
                <a:gd name="T24" fmla="*/ 12 w 24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4" y="19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3" name="Freeform 448"/>
            <p:cNvSpPr>
              <a:spLocks noEditPoints="1"/>
            </p:cNvSpPr>
            <p:nvPr/>
          </p:nvSpPr>
          <p:spPr bwMode="auto">
            <a:xfrm flipV="1">
              <a:off x="666752" y="29051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2 w 25"/>
                <a:gd name="T3" fmla="*/ 5 h 24"/>
                <a:gd name="T4" fmla="*/ 19 w 25"/>
                <a:gd name="T5" fmla="*/ 12 h 24"/>
                <a:gd name="T6" fmla="*/ 12 w 25"/>
                <a:gd name="T7" fmla="*/ 19 h 24"/>
                <a:gd name="T8" fmla="*/ 12 w 25"/>
                <a:gd name="T9" fmla="*/ 19 h 24"/>
                <a:gd name="T10" fmla="*/ 6 w 25"/>
                <a:gd name="T11" fmla="*/ 12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4" name="Freeform 449"/>
            <p:cNvSpPr>
              <a:spLocks noEditPoints="1"/>
            </p:cNvSpPr>
            <p:nvPr/>
          </p:nvSpPr>
          <p:spPr bwMode="auto">
            <a:xfrm flipV="1">
              <a:off x="846139" y="272414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4 w 24"/>
                <a:gd name="T27" fmla="*/ 21 h 24"/>
                <a:gd name="T28" fmla="*/ 12 w 24"/>
                <a:gd name="T29" fmla="*/ 24 h 24"/>
                <a:gd name="T30" fmla="*/ 21 w 24"/>
                <a:gd name="T31" fmla="*/ 20 h 24"/>
                <a:gd name="T32" fmla="*/ 24 w 24"/>
                <a:gd name="T33" fmla="*/ 12 h 24"/>
                <a:gd name="T34" fmla="*/ 21 w 24"/>
                <a:gd name="T35" fmla="*/ 4 h 24"/>
                <a:gd name="T36" fmla="*/ 12 w 24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5" name="Freeform 450"/>
            <p:cNvSpPr>
              <a:spLocks noEditPoints="1"/>
            </p:cNvSpPr>
            <p:nvPr/>
          </p:nvSpPr>
          <p:spPr bwMode="auto">
            <a:xfrm flipV="1">
              <a:off x="474664" y="2717798"/>
              <a:ext cx="101600" cy="100013"/>
            </a:xfrm>
            <a:custGeom>
              <a:avLst/>
              <a:gdLst>
                <a:gd name="T0" fmla="*/ 14 w 27"/>
                <a:gd name="T1" fmla="*/ 6 h 27"/>
                <a:gd name="T2" fmla="*/ 21 w 27"/>
                <a:gd name="T3" fmla="*/ 13 h 27"/>
                <a:gd name="T4" fmla="*/ 14 w 27"/>
                <a:gd name="T5" fmla="*/ 20 h 27"/>
                <a:gd name="T6" fmla="*/ 14 w 27"/>
                <a:gd name="T7" fmla="*/ 20 h 27"/>
                <a:gd name="T8" fmla="*/ 7 w 27"/>
                <a:gd name="T9" fmla="*/ 13 h 27"/>
                <a:gd name="T10" fmla="*/ 14 w 27"/>
                <a:gd name="T11" fmla="*/ 6 h 27"/>
                <a:gd name="T12" fmla="*/ 14 w 27"/>
                <a:gd name="T13" fmla="*/ 6 h 27"/>
                <a:gd name="T14" fmla="*/ 14 w 27"/>
                <a:gd name="T15" fmla="*/ 0 h 27"/>
                <a:gd name="T16" fmla="*/ 14 w 27"/>
                <a:gd name="T17" fmla="*/ 0 h 27"/>
                <a:gd name="T18" fmla="*/ 0 w 27"/>
                <a:gd name="T19" fmla="*/ 13 h 27"/>
                <a:gd name="T20" fmla="*/ 4 w 27"/>
                <a:gd name="T21" fmla="*/ 23 h 27"/>
                <a:gd name="T22" fmla="*/ 14 w 27"/>
                <a:gd name="T23" fmla="*/ 27 h 27"/>
                <a:gd name="T24" fmla="*/ 27 w 27"/>
                <a:gd name="T25" fmla="*/ 13 h 27"/>
                <a:gd name="T26" fmla="*/ 14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4" y="6"/>
                  </a:moveTo>
                  <a:cubicBezTo>
                    <a:pt x="18" y="6"/>
                    <a:pt x="21" y="10"/>
                    <a:pt x="21" y="13"/>
                  </a:cubicBezTo>
                  <a:cubicBezTo>
                    <a:pt x="21" y="17"/>
                    <a:pt x="18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0" y="20"/>
                    <a:pt x="7" y="17"/>
                    <a:pt x="7" y="13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7" y="26"/>
                    <a:pt x="10" y="27"/>
                    <a:pt x="14" y="27"/>
                  </a:cubicBezTo>
                  <a:cubicBezTo>
                    <a:pt x="21" y="27"/>
                    <a:pt x="27" y="21"/>
                    <a:pt x="27" y="13"/>
                  </a:cubicBezTo>
                  <a:cubicBezTo>
                    <a:pt x="27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6" name="Freeform 451"/>
            <p:cNvSpPr>
              <a:spLocks noEditPoints="1"/>
            </p:cNvSpPr>
            <p:nvPr/>
          </p:nvSpPr>
          <p:spPr bwMode="auto">
            <a:xfrm flipV="1">
              <a:off x="-17461" y="2600323"/>
              <a:ext cx="101600" cy="101600"/>
            </a:xfrm>
            <a:custGeom>
              <a:avLst/>
              <a:gdLst>
                <a:gd name="T0" fmla="*/ 13 w 27"/>
                <a:gd name="T1" fmla="*/ 7 h 27"/>
                <a:gd name="T2" fmla="*/ 20 w 27"/>
                <a:gd name="T3" fmla="*/ 14 h 27"/>
                <a:gd name="T4" fmla="*/ 13 w 27"/>
                <a:gd name="T5" fmla="*/ 21 h 27"/>
                <a:gd name="T6" fmla="*/ 13 w 27"/>
                <a:gd name="T7" fmla="*/ 21 h 27"/>
                <a:gd name="T8" fmla="*/ 7 w 27"/>
                <a:gd name="T9" fmla="*/ 14 h 27"/>
                <a:gd name="T10" fmla="*/ 13 w 27"/>
                <a:gd name="T11" fmla="*/ 7 h 27"/>
                <a:gd name="T12" fmla="*/ 13 w 27"/>
                <a:gd name="T13" fmla="*/ 7 h 27"/>
                <a:gd name="T14" fmla="*/ 13 w 27"/>
                <a:gd name="T15" fmla="*/ 0 h 27"/>
                <a:gd name="T16" fmla="*/ 13 w 27"/>
                <a:gd name="T17" fmla="*/ 0 h 27"/>
                <a:gd name="T18" fmla="*/ 0 w 27"/>
                <a:gd name="T19" fmla="*/ 14 h 27"/>
                <a:gd name="T20" fmla="*/ 13 w 27"/>
                <a:gd name="T21" fmla="*/ 27 h 27"/>
                <a:gd name="T22" fmla="*/ 27 w 27"/>
                <a:gd name="T23" fmla="*/ 14 h 27"/>
                <a:gd name="T24" fmla="*/ 23 w 27"/>
                <a:gd name="T25" fmla="*/ 4 h 27"/>
                <a:gd name="T26" fmla="*/ 13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3" y="7"/>
                  </a:moveTo>
                  <a:cubicBezTo>
                    <a:pt x="17" y="7"/>
                    <a:pt x="20" y="10"/>
                    <a:pt x="20" y="14"/>
                  </a:cubicBezTo>
                  <a:cubicBezTo>
                    <a:pt x="20" y="18"/>
                    <a:pt x="17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21" y="27"/>
                    <a:pt x="27" y="21"/>
                    <a:pt x="27" y="14"/>
                  </a:cubicBezTo>
                  <a:cubicBezTo>
                    <a:pt x="27" y="10"/>
                    <a:pt x="26" y="7"/>
                    <a:pt x="23" y="4"/>
                  </a:cubicBezTo>
                  <a:cubicBezTo>
                    <a:pt x="21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7" name="Freeform 452"/>
            <p:cNvSpPr>
              <a:spLocks noEditPoints="1"/>
            </p:cNvSpPr>
            <p:nvPr/>
          </p:nvSpPr>
          <p:spPr bwMode="auto">
            <a:xfrm flipV="1">
              <a:off x="295277" y="2905123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0 h 24"/>
                <a:gd name="T28" fmla="*/ 24 w 24"/>
                <a:gd name="T29" fmla="*/ 12 h 24"/>
                <a:gd name="T30" fmla="*/ 21 w 24"/>
                <a:gd name="T31" fmla="*/ 3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8" name="Freeform 453"/>
            <p:cNvSpPr>
              <a:spLocks noEditPoints="1"/>
            </p:cNvSpPr>
            <p:nvPr/>
          </p:nvSpPr>
          <p:spPr bwMode="auto">
            <a:xfrm flipV="1">
              <a:off x="-815973" y="3062285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9" name="Freeform 454"/>
            <p:cNvSpPr>
              <a:spLocks noEditPoints="1"/>
            </p:cNvSpPr>
            <p:nvPr/>
          </p:nvSpPr>
          <p:spPr bwMode="auto">
            <a:xfrm flipV="1">
              <a:off x="-614361" y="324961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0" name="Freeform 455"/>
            <p:cNvSpPr>
              <a:spLocks noEditPoints="1"/>
            </p:cNvSpPr>
            <p:nvPr/>
          </p:nvSpPr>
          <p:spPr bwMode="auto">
            <a:xfrm flipV="1">
              <a:off x="-366711" y="3213098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1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5"/>
                    <a:pt x="2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1" name="Freeform 456"/>
            <p:cNvSpPr>
              <a:spLocks noEditPoints="1"/>
            </p:cNvSpPr>
            <p:nvPr/>
          </p:nvSpPr>
          <p:spPr bwMode="auto">
            <a:xfrm flipV="1">
              <a:off x="-820736" y="32686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2" name="Freeform 457"/>
            <p:cNvSpPr>
              <a:spLocks noEditPoints="1"/>
            </p:cNvSpPr>
            <p:nvPr/>
          </p:nvSpPr>
          <p:spPr bwMode="auto">
            <a:xfrm flipV="1">
              <a:off x="-573086" y="3006723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3 h 24"/>
                <a:gd name="T18" fmla="*/ 0 w 24"/>
                <a:gd name="T19" fmla="*/ 12 h 24"/>
                <a:gd name="T20" fmla="*/ 4 w 24"/>
                <a:gd name="T21" fmla="*/ 20 h 24"/>
                <a:gd name="T22" fmla="*/ 12 w 24"/>
                <a:gd name="T23" fmla="*/ 24 h 24"/>
                <a:gd name="T24" fmla="*/ 21 w 24"/>
                <a:gd name="T25" fmla="*/ 20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3" name="Freeform 458"/>
            <p:cNvSpPr>
              <a:spLocks noEditPoints="1"/>
            </p:cNvSpPr>
            <p:nvPr/>
          </p:nvSpPr>
          <p:spPr bwMode="auto">
            <a:xfrm flipV="1">
              <a:off x="-23811" y="36893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4" name="Freeform 459"/>
            <p:cNvSpPr>
              <a:spLocks noEditPoints="1"/>
            </p:cNvSpPr>
            <p:nvPr/>
          </p:nvSpPr>
          <p:spPr bwMode="auto">
            <a:xfrm flipV="1">
              <a:off x="331789" y="367029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5" name="Freeform 460"/>
            <p:cNvSpPr>
              <a:spLocks noEditPoints="1"/>
            </p:cNvSpPr>
            <p:nvPr/>
          </p:nvSpPr>
          <p:spPr bwMode="auto">
            <a:xfrm flipV="1">
              <a:off x="-392111" y="39147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6" name="Freeform 461"/>
            <p:cNvSpPr>
              <a:spLocks noEditPoints="1"/>
            </p:cNvSpPr>
            <p:nvPr/>
          </p:nvSpPr>
          <p:spPr bwMode="auto">
            <a:xfrm flipV="1">
              <a:off x="-125411" y="40465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0 w 24"/>
                <a:gd name="T17" fmla="*/ 12 h 24"/>
                <a:gd name="T18" fmla="*/ 4 w 24"/>
                <a:gd name="T19" fmla="*/ 20 h 24"/>
                <a:gd name="T20" fmla="*/ 12 w 24"/>
                <a:gd name="T21" fmla="*/ 24 h 24"/>
                <a:gd name="T22" fmla="*/ 21 w 24"/>
                <a:gd name="T23" fmla="*/ 20 h 24"/>
                <a:gd name="T24" fmla="*/ 24 w 24"/>
                <a:gd name="T25" fmla="*/ 12 h 24"/>
                <a:gd name="T26" fmla="*/ 21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7" name="Freeform 462"/>
            <p:cNvSpPr>
              <a:spLocks noEditPoints="1"/>
            </p:cNvSpPr>
            <p:nvPr/>
          </p:nvSpPr>
          <p:spPr bwMode="auto">
            <a:xfrm flipV="1">
              <a:off x="295277" y="254158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8" name="Freeform 463"/>
            <p:cNvSpPr>
              <a:spLocks noEditPoints="1"/>
            </p:cNvSpPr>
            <p:nvPr/>
          </p:nvSpPr>
          <p:spPr bwMode="auto">
            <a:xfrm flipV="1">
              <a:off x="488952" y="23574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3 w 24"/>
                <a:gd name="T17" fmla="*/ 21 h 24"/>
                <a:gd name="T18" fmla="*/ 12 w 24"/>
                <a:gd name="T19" fmla="*/ 24 h 24"/>
                <a:gd name="T20" fmla="*/ 20 w 24"/>
                <a:gd name="T21" fmla="*/ 21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9" name="Freeform 464"/>
            <p:cNvSpPr>
              <a:spLocks noEditPoints="1"/>
            </p:cNvSpPr>
            <p:nvPr/>
          </p:nvSpPr>
          <p:spPr bwMode="auto">
            <a:xfrm flipV="1">
              <a:off x="1038227" y="3279773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0" name="Freeform 465"/>
            <p:cNvSpPr>
              <a:spLocks noEditPoints="1"/>
            </p:cNvSpPr>
            <p:nvPr/>
          </p:nvSpPr>
          <p:spPr bwMode="auto">
            <a:xfrm flipV="1">
              <a:off x="1049339" y="2897185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5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5 w 25"/>
                <a:gd name="T25" fmla="*/ 12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1" name="Freeform 466"/>
            <p:cNvSpPr>
              <a:spLocks/>
            </p:cNvSpPr>
            <p:nvPr/>
          </p:nvSpPr>
          <p:spPr bwMode="auto">
            <a:xfrm flipV="1">
              <a:off x="-1776411" y="3678236"/>
              <a:ext cx="3582987" cy="1906588"/>
            </a:xfrm>
            <a:custGeom>
              <a:avLst/>
              <a:gdLst>
                <a:gd name="T0" fmla="*/ 955 w 955"/>
                <a:gd name="T1" fmla="*/ 508 h 508"/>
                <a:gd name="T2" fmla="*/ 906 w 955"/>
                <a:gd name="T3" fmla="*/ 508 h 508"/>
                <a:gd name="T4" fmla="*/ 903 w 955"/>
                <a:gd name="T5" fmla="*/ 506 h 508"/>
                <a:gd name="T6" fmla="*/ 807 w 955"/>
                <a:gd name="T7" fmla="*/ 410 h 508"/>
                <a:gd name="T8" fmla="*/ 698 w 955"/>
                <a:gd name="T9" fmla="*/ 410 h 508"/>
                <a:gd name="T10" fmla="*/ 694 w 955"/>
                <a:gd name="T11" fmla="*/ 409 h 508"/>
                <a:gd name="T12" fmla="*/ 655 w 955"/>
                <a:gd name="T13" fmla="*/ 370 h 508"/>
                <a:gd name="T14" fmla="*/ 365 w 955"/>
                <a:gd name="T15" fmla="*/ 370 h 508"/>
                <a:gd name="T16" fmla="*/ 362 w 955"/>
                <a:gd name="T17" fmla="*/ 369 h 508"/>
                <a:gd name="T18" fmla="*/ 0 w 955"/>
                <a:gd name="T19" fmla="*/ 7 h 508"/>
                <a:gd name="T20" fmla="*/ 7 w 955"/>
                <a:gd name="T21" fmla="*/ 0 h 508"/>
                <a:gd name="T22" fmla="*/ 367 w 955"/>
                <a:gd name="T23" fmla="*/ 360 h 508"/>
                <a:gd name="T24" fmla="*/ 657 w 955"/>
                <a:gd name="T25" fmla="*/ 360 h 508"/>
                <a:gd name="T26" fmla="*/ 661 w 955"/>
                <a:gd name="T27" fmla="*/ 361 h 508"/>
                <a:gd name="T28" fmla="*/ 700 w 955"/>
                <a:gd name="T29" fmla="*/ 400 h 508"/>
                <a:gd name="T30" fmla="*/ 809 w 955"/>
                <a:gd name="T31" fmla="*/ 400 h 508"/>
                <a:gd name="T32" fmla="*/ 812 w 955"/>
                <a:gd name="T33" fmla="*/ 401 h 508"/>
                <a:gd name="T34" fmla="*/ 908 w 955"/>
                <a:gd name="T35" fmla="*/ 497 h 508"/>
                <a:gd name="T36" fmla="*/ 955 w 955"/>
                <a:gd name="T37" fmla="*/ 497 h 508"/>
                <a:gd name="T38" fmla="*/ 955 w 955"/>
                <a:gd name="T39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5" h="508">
                  <a:moveTo>
                    <a:pt x="955" y="508"/>
                  </a:moveTo>
                  <a:cubicBezTo>
                    <a:pt x="906" y="508"/>
                    <a:pt x="906" y="508"/>
                    <a:pt x="906" y="508"/>
                  </a:cubicBezTo>
                  <a:cubicBezTo>
                    <a:pt x="905" y="508"/>
                    <a:pt x="904" y="507"/>
                    <a:pt x="903" y="506"/>
                  </a:cubicBezTo>
                  <a:cubicBezTo>
                    <a:pt x="807" y="410"/>
                    <a:pt x="807" y="410"/>
                    <a:pt x="807" y="410"/>
                  </a:cubicBezTo>
                  <a:cubicBezTo>
                    <a:pt x="698" y="410"/>
                    <a:pt x="698" y="410"/>
                    <a:pt x="698" y="410"/>
                  </a:cubicBezTo>
                  <a:cubicBezTo>
                    <a:pt x="696" y="410"/>
                    <a:pt x="695" y="410"/>
                    <a:pt x="694" y="409"/>
                  </a:cubicBezTo>
                  <a:cubicBezTo>
                    <a:pt x="655" y="370"/>
                    <a:pt x="655" y="370"/>
                    <a:pt x="655" y="370"/>
                  </a:cubicBezTo>
                  <a:cubicBezTo>
                    <a:pt x="365" y="370"/>
                    <a:pt x="365" y="370"/>
                    <a:pt x="365" y="370"/>
                  </a:cubicBezTo>
                  <a:cubicBezTo>
                    <a:pt x="364" y="370"/>
                    <a:pt x="363" y="369"/>
                    <a:pt x="362" y="36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67" y="360"/>
                    <a:pt x="367" y="360"/>
                    <a:pt x="367" y="360"/>
                  </a:cubicBezTo>
                  <a:cubicBezTo>
                    <a:pt x="657" y="360"/>
                    <a:pt x="657" y="360"/>
                    <a:pt x="657" y="360"/>
                  </a:cubicBezTo>
                  <a:cubicBezTo>
                    <a:pt x="659" y="360"/>
                    <a:pt x="660" y="360"/>
                    <a:pt x="661" y="361"/>
                  </a:cubicBezTo>
                  <a:cubicBezTo>
                    <a:pt x="700" y="400"/>
                    <a:pt x="700" y="400"/>
                    <a:pt x="700" y="400"/>
                  </a:cubicBezTo>
                  <a:cubicBezTo>
                    <a:pt x="809" y="400"/>
                    <a:pt x="809" y="400"/>
                    <a:pt x="809" y="400"/>
                  </a:cubicBezTo>
                  <a:cubicBezTo>
                    <a:pt x="810" y="400"/>
                    <a:pt x="811" y="400"/>
                    <a:pt x="812" y="401"/>
                  </a:cubicBezTo>
                  <a:cubicBezTo>
                    <a:pt x="908" y="497"/>
                    <a:pt x="908" y="497"/>
                    <a:pt x="908" y="497"/>
                  </a:cubicBezTo>
                  <a:cubicBezTo>
                    <a:pt x="955" y="497"/>
                    <a:pt x="955" y="497"/>
                    <a:pt x="955" y="497"/>
                  </a:cubicBezTo>
                  <a:lnTo>
                    <a:pt x="955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2" name="Freeform 467"/>
            <p:cNvSpPr>
              <a:spLocks/>
            </p:cNvSpPr>
            <p:nvPr/>
          </p:nvSpPr>
          <p:spPr bwMode="auto">
            <a:xfrm flipV="1">
              <a:off x="-50798" y="3378198"/>
              <a:ext cx="1504950" cy="715963"/>
            </a:xfrm>
            <a:custGeom>
              <a:avLst/>
              <a:gdLst>
                <a:gd name="T0" fmla="*/ 401 w 401"/>
                <a:gd name="T1" fmla="*/ 191 h 191"/>
                <a:gd name="T2" fmla="*/ 398 w 401"/>
                <a:gd name="T3" fmla="*/ 191 h 191"/>
                <a:gd name="T4" fmla="*/ 398 w 401"/>
                <a:gd name="T5" fmla="*/ 158 h 191"/>
                <a:gd name="T6" fmla="*/ 366 w 401"/>
                <a:gd name="T7" fmla="*/ 127 h 191"/>
                <a:gd name="T8" fmla="*/ 313 w 401"/>
                <a:gd name="T9" fmla="*/ 127 h 191"/>
                <a:gd name="T10" fmla="*/ 312 w 401"/>
                <a:gd name="T11" fmla="*/ 127 h 191"/>
                <a:gd name="T12" fmla="*/ 189 w 401"/>
                <a:gd name="T13" fmla="*/ 4 h 191"/>
                <a:gd name="T14" fmla="*/ 0 w 401"/>
                <a:gd name="T15" fmla="*/ 4 h 191"/>
                <a:gd name="T16" fmla="*/ 0 w 401"/>
                <a:gd name="T17" fmla="*/ 0 h 191"/>
                <a:gd name="T18" fmla="*/ 190 w 401"/>
                <a:gd name="T19" fmla="*/ 0 h 191"/>
                <a:gd name="T20" fmla="*/ 191 w 401"/>
                <a:gd name="T21" fmla="*/ 1 h 191"/>
                <a:gd name="T22" fmla="*/ 314 w 401"/>
                <a:gd name="T23" fmla="*/ 124 h 191"/>
                <a:gd name="T24" fmla="*/ 367 w 401"/>
                <a:gd name="T25" fmla="*/ 124 h 191"/>
                <a:gd name="T26" fmla="*/ 368 w 401"/>
                <a:gd name="T27" fmla="*/ 124 h 191"/>
                <a:gd name="T28" fmla="*/ 401 w 401"/>
                <a:gd name="T29" fmla="*/ 156 h 191"/>
                <a:gd name="T30" fmla="*/ 401 w 401"/>
                <a:gd name="T31" fmla="*/ 158 h 191"/>
                <a:gd name="T32" fmla="*/ 401 w 401"/>
                <a:gd name="T33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1" h="191">
                  <a:moveTo>
                    <a:pt x="401" y="191"/>
                  </a:moveTo>
                  <a:cubicBezTo>
                    <a:pt x="398" y="191"/>
                    <a:pt x="398" y="191"/>
                    <a:pt x="398" y="191"/>
                  </a:cubicBezTo>
                  <a:cubicBezTo>
                    <a:pt x="398" y="158"/>
                    <a:pt x="398" y="158"/>
                    <a:pt x="398" y="158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13" y="127"/>
                    <a:pt x="313" y="127"/>
                    <a:pt x="313" y="127"/>
                  </a:cubicBezTo>
                  <a:cubicBezTo>
                    <a:pt x="313" y="127"/>
                    <a:pt x="312" y="127"/>
                    <a:pt x="312" y="127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91" y="0"/>
                    <a:pt x="191" y="1"/>
                  </a:cubicBezTo>
                  <a:cubicBezTo>
                    <a:pt x="314" y="124"/>
                    <a:pt x="314" y="124"/>
                    <a:pt x="314" y="124"/>
                  </a:cubicBezTo>
                  <a:cubicBezTo>
                    <a:pt x="367" y="124"/>
                    <a:pt x="367" y="124"/>
                    <a:pt x="367" y="124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7"/>
                    <a:pt x="401" y="157"/>
                    <a:pt x="401" y="158"/>
                  </a:cubicBezTo>
                  <a:lnTo>
                    <a:pt x="401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3" name="Freeform 468"/>
            <p:cNvSpPr>
              <a:spLocks/>
            </p:cNvSpPr>
            <p:nvPr/>
          </p:nvSpPr>
          <p:spPr bwMode="auto">
            <a:xfrm flipV="1">
              <a:off x="-320673" y="3467098"/>
              <a:ext cx="1576387" cy="496888"/>
            </a:xfrm>
            <a:custGeom>
              <a:avLst/>
              <a:gdLst>
                <a:gd name="T0" fmla="*/ 420 w 420"/>
                <a:gd name="T1" fmla="*/ 132 h 132"/>
                <a:gd name="T2" fmla="*/ 382 w 420"/>
                <a:gd name="T3" fmla="*/ 132 h 132"/>
                <a:gd name="T4" fmla="*/ 381 w 420"/>
                <a:gd name="T5" fmla="*/ 132 h 132"/>
                <a:gd name="T6" fmla="*/ 252 w 420"/>
                <a:gd name="T7" fmla="*/ 3 h 132"/>
                <a:gd name="T8" fmla="*/ 0 w 420"/>
                <a:gd name="T9" fmla="*/ 3 h 132"/>
                <a:gd name="T10" fmla="*/ 0 w 420"/>
                <a:gd name="T11" fmla="*/ 0 h 132"/>
                <a:gd name="T12" fmla="*/ 253 w 420"/>
                <a:gd name="T13" fmla="*/ 0 h 132"/>
                <a:gd name="T14" fmla="*/ 254 w 420"/>
                <a:gd name="T15" fmla="*/ 0 h 132"/>
                <a:gd name="T16" fmla="*/ 383 w 420"/>
                <a:gd name="T17" fmla="*/ 129 h 132"/>
                <a:gd name="T18" fmla="*/ 420 w 420"/>
                <a:gd name="T19" fmla="*/ 129 h 132"/>
                <a:gd name="T20" fmla="*/ 420 w 420"/>
                <a:gd name="T2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0" h="132">
                  <a:moveTo>
                    <a:pt x="420" y="132"/>
                  </a:move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252" y="3"/>
                    <a:pt x="252" y="3"/>
                    <a:pt x="25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53" y="0"/>
                    <a:pt x="254" y="0"/>
                    <a:pt x="254" y="0"/>
                  </a:cubicBezTo>
                  <a:cubicBezTo>
                    <a:pt x="383" y="129"/>
                    <a:pt x="383" y="129"/>
                    <a:pt x="383" y="129"/>
                  </a:cubicBezTo>
                  <a:cubicBezTo>
                    <a:pt x="420" y="129"/>
                    <a:pt x="420" y="129"/>
                    <a:pt x="420" y="129"/>
                  </a:cubicBezTo>
                  <a:lnTo>
                    <a:pt x="42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4" name="Freeform 469"/>
            <p:cNvSpPr>
              <a:spLocks/>
            </p:cNvSpPr>
            <p:nvPr/>
          </p:nvSpPr>
          <p:spPr bwMode="auto">
            <a:xfrm flipV="1">
              <a:off x="34927" y="3325811"/>
              <a:ext cx="1009650" cy="514350"/>
            </a:xfrm>
            <a:custGeom>
              <a:avLst/>
              <a:gdLst>
                <a:gd name="T0" fmla="*/ 237 w 269"/>
                <a:gd name="T1" fmla="*/ 137 h 137"/>
                <a:gd name="T2" fmla="*/ 236 w 269"/>
                <a:gd name="T3" fmla="*/ 136 h 137"/>
                <a:gd name="T4" fmla="*/ 103 w 269"/>
                <a:gd name="T5" fmla="*/ 3 h 137"/>
                <a:gd name="T6" fmla="*/ 22 w 269"/>
                <a:gd name="T7" fmla="*/ 3 h 137"/>
                <a:gd name="T8" fmla="*/ 2 w 269"/>
                <a:gd name="T9" fmla="*/ 24 h 137"/>
                <a:gd name="T10" fmla="*/ 0 w 269"/>
                <a:gd name="T11" fmla="*/ 21 h 137"/>
                <a:gd name="T12" fmla="*/ 20 w 269"/>
                <a:gd name="T13" fmla="*/ 0 h 137"/>
                <a:gd name="T14" fmla="*/ 22 w 269"/>
                <a:gd name="T15" fmla="*/ 0 h 137"/>
                <a:gd name="T16" fmla="*/ 22 w 269"/>
                <a:gd name="T17" fmla="*/ 0 h 137"/>
                <a:gd name="T18" fmla="*/ 104 w 269"/>
                <a:gd name="T19" fmla="*/ 0 h 137"/>
                <a:gd name="T20" fmla="*/ 105 w 269"/>
                <a:gd name="T21" fmla="*/ 0 h 137"/>
                <a:gd name="T22" fmla="*/ 238 w 269"/>
                <a:gd name="T23" fmla="*/ 133 h 137"/>
                <a:gd name="T24" fmla="*/ 269 w 269"/>
                <a:gd name="T25" fmla="*/ 133 h 137"/>
                <a:gd name="T26" fmla="*/ 269 w 269"/>
                <a:gd name="T27" fmla="*/ 137 h 137"/>
                <a:gd name="T28" fmla="*/ 237 w 269"/>
                <a:gd name="T29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9" h="137">
                  <a:moveTo>
                    <a:pt x="237" y="137"/>
                  </a:moveTo>
                  <a:cubicBezTo>
                    <a:pt x="237" y="137"/>
                    <a:pt x="237" y="136"/>
                    <a:pt x="236" y="136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238" y="133"/>
                    <a:pt x="238" y="133"/>
                    <a:pt x="238" y="133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7"/>
                    <a:pt x="269" y="137"/>
                    <a:pt x="269" y="137"/>
                  </a:cubicBezTo>
                  <a:lnTo>
                    <a:pt x="237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5" name="Freeform 470"/>
            <p:cNvSpPr>
              <a:spLocks/>
            </p:cNvSpPr>
            <p:nvPr/>
          </p:nvSpPr>
          <p:spPr bwMode="auto">
            <a:xfrm flipV="1">
              <a:off x="-2035173" y="3171823"/>
              <a:ext cx="2941637" cy="2135188"/>
            </a:xfrm>
            <a:custGeom>
              <a:avLst/>
              <a:gdLst>
                <a:gd name="T0" fmla="*/ 784 w 784"/>
                <a:gd name="T1" fmla="*/ 569 h 569"/>
                <a:gd name="T2" fmla="*/ 781 w 784"/>
                <a:gd name="T3" fmla="*/ 569 h 569"/>
                <a:gd name="T4" fmla="*/ 781 w 784"/>
                <a:gd name="T5" fmla="*/ 536 h 569"/>
                <a:gd name="T6" fmla="*/ 687 w 784"/>
                <a:gd name="T7" fmla="*/ 441 h 569"/>
                <a:gd name="T8" fmla="*/ 672 w 784"/>
                <a:gd name="T9" fmla="*/ 441 h 569"/>
                <a:gd name="T10" fmla="*/ 646 w 784"/>
                <a:gd name="T11" fmla="*/ 467 h 569"/>
                <a:gd name="T12" fmla="*/ 645 w 784"/>
                <a:gd name="T13" fmla="*/ 467 h 569"/>
                <a:gd name="T14" fmla="*/ 466 w 784"/>
                <a:gd name="T15" fmla="*/ 467 h 569"/>
                <a:gd name="T16" fmla="*/ 465 w 784"/>
                <a:gd name="T17" fmla="*/ 467 h 569"/>
                <a:gd name="T18" fmla="*/ 0 w 784"/>
                <a:gd name="T19" fmla="*/ 2 h 569"/>
                <a:gd name="T20" fmla="*/ 2 w 784"/>
                <a:gd name="T21" fmla="*/ 0 h 569"/>
                <a:gd name="T22" fmla="*/ 467 w 784"/>
                <a:gd name="T23" fmla="*/ 464 h 569"/>
                <a:gd name="T24" fmla="*/ 644 w 784"/>
                <a:gd name="T25" fmla="*/ 464 h 569"/>
                <a:gd name="T26" fmla="*/ 670 w 784"/>
                <a:gd name="T27" fmla="*/ 439 h 569"/>
                <a:gd name="T28" fmla="*/ 671 w 784"/>
                <a:gd name="T29" fmla="*/ 438 h 569"/>
                <a:gd name="T30" fmla="*/ 687 w 784"/>
                <a:gd name="T31" fmla="*/ 438 h 569"/>
                <a:gd name="T32" fmla="*/ 689 w 784"/>
                <a:gd name="T33" fmla="*/ 439 h 569"/>
                <a:gd name="T34" fmla="*/ 784 w 784"/>
                <a:gd name="T35" fmla="*/ 534 h 569"/>
                <a:gd name="T36" fmla="*/ 784 w 784"/>
                <a:gd name="T37" fmla="*/ 535 h 569"/>
                <a:gd name="T38" fmla="*/ 784 w 784"/>
                <a:gd name="T39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4" h="569">
                  <a:moveTo>
                    <a:pt x="784" y="569"/>
                  </a:moveTo>
                  <a:cubicBezTo>
                    <a:pt x="781" y="569"/>
                    <a:pt x="781" y="569"/>
                    <a:pt x="781" y="569"/>
                  </a:cubicBezTo>
                  <a:cubicBezTo>
                    <a:pt x="781" y="536"/>
                    <a:pt x="781" y="536"/>
                    <a:pt x="781" y="536"/>
                  </a:cubicBezTo>
                  <a:cubicBezTo>
                    <a:pt x="687" y="441"/>
                    <a:pt x="687" y="441"/>
                    <a:pt x="687" y="441"/>
                  </a:cubicBezTo>
                  <a:cubicBezTo>
                    <a:pt x="672" y="441"/>
                    <a:pt x="672" y="441"/>
                    <a:pt x="672" y="441"/>
                  </a:cubicBezTo>
                  <a:cubicBezTo>
                    <a:pt x="646" y="467"/>
                    <a:pt x="646" y="467"/>
                    <a:pt x="646" y="467"/>
                  </a:cubicBezTo>
                  <a:cubicBezTo>
                    <a:pt x="646" y="467"/>
                    <a:pt x="646" y="467"/>
                    <a:pt x="645" y="467"/>
                  </a:cubicBezTo>
                  <a:cubicBezTo>
                    <a:pt x="466" y="467"/>
                    <a:pt x="466" y="467"/>
                    <a:pt x="466" y="467"/>
                  </a:cubicBezTo>
                  <a:cubicBezTo>
                    <a:pt x="465" y="467"/>
                    <a:pt x="465" y="467"/>
                    <a:pt x="465" y="4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67" y="464"/>
                    <a:pt x="467" y="464"/>
                    <a:pt x="467" y="464"/>
                  </a:cubicBezTo>
                  <a:cubicBezTo>
                    <a:pt x="644" y="464"/>
                    <a:pt x="644" y="464"/>
                    <a:pt x="644" y="464"/>
                  </a:cubicBezTo>
                  <a:cubicBezTo>
                    <a:pt x="670" y="439"/>
                    <a:pt x="670" y="439"/>
                    <a:pt x="670" y="439"/>
                  </a:cubicBezTo>
                  <a:cubicBezTo>
                    <a:pt x="670" y="438"/>
                    <a:pt x="671" y="438"/>
                    <a:pt x="671" y="438"/>
                  </a:cubicBezTo>
                  <a:cubicBezTo>
                    <a:pt x="687" y="438"/>
                    <a:pt x="687" y="438"/>
                    <a:pt x="687" y="438"/>
                  </a:cubicBezTo>
                  <a:cubicBezTo>
                    <a:pt x="688" y="438"/>
                    <a:pt x="688" y="438"/>
                    <a:pt x="689" y="439"/>
                  </a:cubicBezTo>
                  <a:cubicBezTo>
                    <a:pt x="784" y="534"/>
                    <a:pt x="784" y="534"/>
                    <a:pt x="784" y="534"/>
                  </a:cubicBezTo>
                  <a:cubicBezTo>
                    <a:pt x="784" y="534"/>
                    <a:pt x="784" y="535"/>
                    <a:pt x="784" y="535"/>
                  </a:cubicBezTo>
                  <a:lnTo>
                    <a:pt x="784" y="5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6" name="Freeform 471"/>
            <p:cNvSpPr>
              <a:spLocks/>
            </p:cNvSpPr>
            <p:nvPr/>
          </p:nvSpPr>
          <p:spPr bwMode="auto">
            <a:xfrm flipV="1">
              <a:off x="-763586" y="3328986"/>
              <a:ext cx="1452562" cy="206375"/>
            </a:xfrm>
            <a:custGeom>
              <a:avLst/>
              <a:gdLst>
                <a:gd name="T0" fmla="*/ 3 w 387"/>
                <a:gd name="T1" fmla="*/ 55 h 55"/>
                <a:gd name="T2" fmla="*/ 0 w 387"/>
                <a:gd name="T3" fmla="*/ 52 h 55"/>
                <a:gd name="T4" fmla="*/ 52 w 387"/>
                <a:gd name="T5" fmla="*/ 1 h 55"/>
                <a:gd name="T6" fmla="*/ 53 w 387"/>
                <a:gd name="T7" fmla="*/ 0 h 55"/>
                <a:gd name="T8" fmla="*/ 53 w 387"/>
                <a:gd name="T9" fmla="*/ 0 h 55"/>
                <a:gd name="T10" fmla="*/ 80 w 387"/>
                <a:gd name="T11" fmla="*/ 0 h 55"/>
                <a:gd name="T12" fmla="*/ 81 w 387"/>
                <a:gd name="T13" fmla="*/ 1 h 55"/>
                <a:gd name="T14" fmla="*/ 93 w 387"/>
                <a:gd name="T15" fmla="*/ 13 h 55"/>
                <a:gd name="T16" fmla="*/ 305 w 387"/>
                <a:gd name="T17" fmla="*/ 13 h 55"/>
                <a:gd name="T18" fmla="*/ 306 w 387"/>
                <a:gd name="T19" fmla="*/ 13 h 55"/>
                <a:gd name="T20" fmla="*/ 326 w 387"/>
                <a:gd name="T21" fmla="*/ 33 h 55"/>
                <a:gd name="T22" fmla="*/ 373 w 387"/>
                <a:gd name="T23" fmla="*/ 33 h 55"/>
                <a:gd name="T24" fmla="*/ 374 w 387"/>
                <a:gd name="T25" fmla="*/ 34 h 55"/>
                <a:gd name="T26" fmla="*/ 387 w 387"/>
                <a:gd name="T27" fmla="*/ 46 h 55"/>
                <a:gd name="T28" fmla="*/ 384 w 387"/>
                <a:gd name="T29" fmla="*/ 48 h 55"/>
                <a:gd name="T30" fmla="*/ 372 w 387"/>
                <a:gd name="T31" fmla="*/ 37 h 55"/>
                <a:gd name="T32" fmla="*/ 325 w 387"/>
                <a:gd name="T33" fmla="*/ 37 h 55"/>
                <a:gd name="T34" fmla="*/ 324 w 387"/>
                <a:gd name="T35" fmla="*/ 36 h 55"/>
                <a:gd name="T36" fmla="*/ 304 w 387"/>
                <a:gd name="T37" fmla="*/ 16 h 55"/>
                <a:gd name="T38" fmla="*/ 93 w 387"/>
                <a:gd name="T39" fmla="*/ 16 h 55"/>
                <a:gd name="T40" fmla="*/ 91 w 387"/>
                <a:gd name="T41" fmla="*/ 16 h 55"/>
                <a:gd name="T42" fmla="*/ 79 w 387"/>
                <a:gd name="T43" fmla="*/ 4 h 55"/>
                <a:gd name="T44" fmla="*/ 54 w 387"/>
                <a:gd name="T45" fmla="*/ 4 h 55"/>
                <a:gd name="T46" fmla="*/ 3 w 387"/>
                <a:gd name="T4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7" h="55">
                  <a:moveTo>
                    <a:pt x="3" y="55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1" y="0"/>
                    <a:pt x="81" y="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305" y="13"/>
                    <a:pt x="305" y="13"/>
                    <a:pt x="305" y="13"/>
                  </a:cubicBezTo>
                  <a:cubicBezTo>
                    <a:pt x="305" y="13"/>
                    <a:pt x="306" y="13"/>
                    <a:pt x="306" y="1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73" y="33"/>
                    <a:pt x="373" y="33"/>
                    <a:pt x="373" y="33"/>
                  </a:cubicBezTo>
                  <a:cubicBezTo>
                    <a:pt x="374" y="33"/>
                    <a:pt x="374" y="33"/>
                    <a:pt x="374" y="34"/>
                  </a:cubicBezTo>
                  <a:cubicBezTo>
                    <a:pt x="387" y="46"/>
                    <a:pt x="387" y="46"/>
                    <a:pt x="387" y="46"/>
                  </a:cubicBezTo>
                  <a:cubicBezTo>
                    <a:pt x="384" y="48"/>
                    <a:pt x="384" y="48"/>
                    <a:pt x="384" y="48"/>
                  </a:cubicBezTo>
                  <a:cubicBezTo>
                    <a:pt x="372" y="37"/>
                    <a:pt x="372" y="37"/>
                    <a:pt x="372" y="37"/>
                  </a:cubicBezTo>
                  <a:cubicBezTo>
                    <a:pt x="325" y="37"/>
                    <a:pt x="325" y="37"/>
                    <a:pt x="325" y="37"/>
                  </a:cubicBezTo>
                  <a:cubicBezTo>
                    <a:pt x="325" y="37"/>
                    <a:pt x="324" y="37"/>
                    <a:pt x="324" y="36"/>
                  </a:cubicBezTo>
                  <a:cubicBezTo>
                    <a:pt x="304" y="16"/>
                    <a:pt x="304" y="16"/>
                    <a:pt x="304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2" y="16"/>
                    <a:pt x="92" y="16"/>
                    <a:pt x="91" y="16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54" y="4"/>
                    <a:pt x="54" y="4"/>
                    <a:pt x="54" y="4"/>
                  </a:cubicBezTo>
                  <a:lnTo>
                    <a:pt x="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7" name="Freeform 472"/>
            <p:cNvSpPr>
              <a:spLocks/>
            </p:cNvSpPr>
            <p:nvPr/>
          </p:nvSpPr>
          <p:spPr bwMode="auto">
            <a:xfrm flipV="1">
              <a:off x="-306386" y="2938460"/>
              <a:ext cx="1362075" cy="465138"/>
            </a:xfrm>
            <a:custGeom>
              <a:avLst/>
              <a:gdLst>
                <a:gd name="T0" fmla="*/ 363 w 363"/>
                <a:gd name="T1" fmla="*/ 124 h 124"/>
                <a:gd name="T2" fmla="*/ 320 w 363"/>
                <a:gd name="T3" fmla="*/ 124 h 124"/>
                <a:gd name="T4" fmla="*/ 319 w 363"/>
                <a:gd name="T5" fmla="*/ 124 h 124"/>
                <a:gd name="T6" fmla="*/ 229 w 363"/>
                <a:gd name="T7" fmla="*/ 33 h 124"/>
                <a:gd name="T8" fmla="*/ 201 w 363"/>
                <a:gd name="T9" fmla="*/ 33 h 124"/>
                <a:gd name="T10" fmla="*/ 200 w 363"/>
                <a:gd name="T11" fmla="*/ 33 h 124"/>
                <a:gd name="T12" fmla="*/ 171 w 363"/>
                <a:gd name="T13" fmla="*/ 4 h 124"/>
                <a:gd name="T14" fmla="*/ 34 w 363"/>
                <a:gd name="T15" fmla="*/ 4 h 124"/>
                <a:gd name="T16" fmla="*/ 2 w 363"/>
                <a:gd name="T17" fmla="*/ 35 h 124"/>
                <a:gd name="T18" fmla="*/ 0 w 363"/>
                <a:gd name="T19" fmla="*/ 33 h 124"/>
                <a:gd name="T20" fmla="*/ 32 w 363"/>
                <a:gd name="T21" fmla="*/ 1 h 124"/>
                <a:gd name="T22" fmla="*/ 33 w 363"/>
                <a:gd name="T23" fmla="*/ 0 h 124"/>
                <a:gd name="T24" fmla="*/ 172 w 363"/>
                <a:gd name="T25" fmla="*/ 0 h 124"/>
                <a:gd name="T26" fmla="*/ 173 w 363"/>
                <a:gd name="T27" fmla="*/ 1 h 124"/>
                <a:gd name="T28" fmla="*/ 202 w 363"/>
                <a:gd name="T29" fmla="*/ 30 h 124"/>
                <a:gd name="T30" fmla="*/ 230 w 363"/>
                <a:gd name="T31" fmla="*/ 30 h 124"/>
                <a:gd name="T32" fmla="*/ 231 w 363"/>
                <a:gd name="T33" fmla="*/ 31 h 124"/>
                <a:gd name="T34" fmla="*/ 321 w 363"/>
                <a:gd name="T35" fmla="*/ 121 h 124"/>
                <a:gd name="T36" fmla="*/ 363 w 363"/>
                <a:gd name="T37" fmla="*/ 121 h 124"/>
                <a:gd name="T38" fmla="*/ 363 w 363"/>
                <a:gd name="T3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3" h="124">
                  <a:moveTo>
                    <a:pt x="363" y="124"/>
                  </a:moveTo>
                  <a:cubicBezTo>
                    <a:pt x="320" y="124"/>
                    <a:pt x="320" y="124"/>
                    <a:pt x="320" y="124"/>
                  </a:cubicBezTo>
                  <a:cubicBezTo>
                    <a:pt x="320" y="124"/>
                    <a:pt x="320" y="124"/>
                    <a:pt x="319" y="124"/>
                  </a:cubicBezTo>
                  <a:cubicBezTo>
                    <a:pt x="229" y="33"/>
                    <a:pt x="229" y="33"/>
                    <a:pt x="229" y="33"/>
                  </a:cubicBezTo>
                  <a:cubicBezTo>
                    <a:pt x="201" y="33"/>
                    <a:pt x="201" y="33"/>
                    <a:pt x="201" y="33"/>
                  </a:cubicBezTo>
                  <a:cubicBezTo>
                    <a:pt x="201" y="33"/>
                    <a:pt x="201" y="33"/>
                    <a:pt x="200" y="33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0"/>
                    <a:pt x="173" y="1"/>
                    <a:pt x="173" y="1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30" y="30"/>
                    <a:pt x="230" y="30"/>
                    <a:pt x="230" y="30"/>
                  </a:cubicBezTo>
                  <a:cubicBezTo>
                    <a:pt x="230" y="30"/>
                    <a:pt x="231" y="30"/>
                    <a:pt x="231" y="31"/>
                  </a:cubicBezTo>
                  <a:cubicBezTo>
                    <a:pt x="321" y="121"/>
                    <a:pt x="321" y="121"/>
                    <a:pt x="321" y="121"/>
                  </a:cubicBezTo>
                  <a:cubicBezTo>
                    <a:pt x="363" y="121"/>
                    <a:pt x="363" y="121"/>
                    <a:pt x="363" y="121"/>
                  </a:cubicBezTo>
                  <a:lnTo>
                    <a:pt x="363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8" name="Freeform 473"/>
            <p:cNvSpPr>
              <a:spLocks/>
            </p:cNvSpPr>
            <p:nvPr/>
          </p:nvSpPr>
          <p:spPr bwMode="auto">
            <a:xfrm flipV="1">
              <a:off x="-755648" y="2795585"/>
              <a:ext cx="1079500" cy="354013"/>
            </a:xfrm>
            <a:custGeom>
              <a:avLst/>
              <a:gdLst>
                <a:gd name="T0" fmla="*/ 115 w 288"/>
                <a:gd name="T1" fmla="*/ 94 h 94"/>
                <a:gd name="T2" fmla="*/ 78 w 288"/>
                <a:gd name="T3" fmla="*/ 94 h 94"/>
                <a:gd name="T4" fmla="*/ 77 w 288"/>
                <a:gd name="T5" fmla="*/ 94 h 94"/>
                <a:gd name="T6" fmla="*/ 0 w 288"/>
                <a:gd name="T7" fmla="*/ 18 h 94"/>
                <a:gd name="T8" fmla="*/ 3 w 288"/>
                <a:gd name="T9" fmla="*/ 15 h 94"/>
                <a:gd name="T10" fmla="*/ 79 w 288"/>
                <a:gd name="T11" fmla="*/ 91 h 94"/>
                <a:gd name="T12" fmla="*/ 115 w 288"/>
                <a:gd name="T13" fmla="*/ 91 h 94"/>
                <a:gd name="T14" fmla="*/ 205 w 288"/>
                <a:gd name="T15" fmla="*/ 1 h 94"/>
                <a:gd name="T16" fmla="*/ 206 w 288"/>
                <a:gd name="T17" fmla="*/ 0 h 94"/>
                <a:gd name="T18" fmla="*/ 244 w 288"/>
                <a:gd name="T19" fmla="*/ 0 h 94"/>
                <a:gd name="T20" fmla="*/ 245 w 288"/>
                <a:gd name="T21" fmla="*/ 1 h 94"/>
                <a:gd name="T22" fmla="*/ 288 w 288"/>
                <a:gd name="T23" fmla="*/ 44 h 94"/>
                <a:gd name="T24" fmla="*/ 285 w 288"/>
                <a:gd name="T25" fmla="*/ 46 h 94"/>
                <a:gd name="T26" fmla="*/ 243 w 288"/>
                <a:gd name="T27" fmla="*/ 4 h 94"/>
                <a:gd name="T28" fmla="*/ 207 w 288"/>
                <a:gd name="T29" fmla="*/ 4 h 94"/>
                <a:gd name="T30" fmla="*/ 117 w 288"/>
                <a:gd name="T31" fmla="*/ 94 h 94"/>
                <a:gd name="T32" fmla="*/ 115 w 288"/>
                <a:gd name="T3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8" h="94">
                  <a:moveTo>
                    <a:pt x="115" y="94"/>
                  </a:moveTo>
                  <a:cubicBezTo>
                    <a:pt x="78" y="94"/>
                    <a:pt x="78" y="94"/>
                    <a:pt x="78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115" y="91"/>
                    <a:pt x="115" y="91"/>
                    <a:pt x="115" y="9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5" y="0"/>
                    <a:pt x="206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44" y="0"/>
                    <a:pt x="245" y="1"/>
                    <a:pt x="245" y="1"/>
                  </a:cubicBezTo>
                  <a:cubicBezTo>
                    <a:pt x="288" y="44"/>
                    <a:pt x="288" y="44"/>
                    <a:pt x="288" y="44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6" y="94"/>
                    <a:pt x="116" y="94"/>
                    <a:pt x="115" y="9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9" name="Freeform 474"/>
            <p:cNvSpPr>
              <a:spLocks/>
            </p:cNvSpPr>
            <p:nvPr/>
          </p:nvSpPr>
          <p:spPr bwMode="auto">
            <a:xfrm flipV="1">
              <a:off x="-441323" y="2363785"/>
              <a:ext cx="930275" cy="649288"/>
            </a:xfrm>
            <a:custGeom>
              <a:avLst/>
              <a:gdLst>
                <a:gd name="T0" fmla="*/ 56 w 248"/>
                <a:gd name="T1" fmla="*/ 173 h 173"/>
                <a:gd name="T2" fmla="*/ 28 w 248"/>
                <a:gd name="T3" fmla="*/ 173 h 173"/>
                <a:gd name="T4" fmla="*/ 24 w 248"/>
                <a:gd name="T5" fmla="*/ 171 h 173"/>
                <a:gd name="T6" fmla="*/ 1 w 248"/>
                <a:gd name="T7" fmla="*/ 148 h 173"/>
                <a:gd name="T8" fmla="*/ 0 w 248"/>
                <a:gd name="T9" fmla="*/ 144 h 173"/>
                <a:gd name="T10" fmla="*/ 0 w 248"/>
                <a:gd name="T11" fmla="*/ 115 h 173"/>
                <a:gd name="T12" fmla="*/ 1 w 248"/>
                <a:gd name="T13" fmla="*/ 112 h 173"/>
                <a:gd name="T14" fmla="*/ 111 w 248"/>
                <a:gd name="T15" fmla="*/ 2 h 173"/>
                <a:gd name="T16" fmla="*/ 115 w 248"/>
                <a:gd name="T17" fmla="*/ 0 h 173"/>
                <a:gd name="T18" fmla="*/ 115 w 248"/>
                <a:gd name="T19" fmla="*/ 0 h 173"/>
                <a:gd name="T20" fmla="*/ 145 w 248"/>
                <a:gd name="T21" fmla="*/ 0 h 173"/>
                <a:gd name="T22" fmla="*/ 149 w 248"/>
                <a:gd name="T23" fmla="*/ 2 h 173"/>
                <a:gd name="T24" fmla="*/ 207 w 248"/>
                <a:gd name="T25" fmla="*/ 60 h 173"/>
                <a:gd name="T26" fmla="*/ 248 w 248"/>
                <a:gd name="T27" fmla="*/ 60 h 173"/>
                <a:gd name="T28" fmla="*/ 248 w 248"/>
                <a:gd name="T29" fmla="*/ 70 h 173"/>
                <a:gd name="T30" fmla="*/ 205 w 248"/>
                <a:gd name="T31" fmla="*/ 70 h 173"/>
                <a:gd name="T32" fmla="*/ 201 w 248"/>
                <a:gd name="T33" fmla="*/ 69 h 173"/>
                <a:gd name="T34" fmla="*/ 143 w 248"/>
                <a:gd name="T35" fmla="*/ 11 h 173"/>
                <a:gd name="T36" fmla="*/ 117 w 248"/>
                <a:gd name="T37" fmla="*/ 11 h 173"/>
                <a:gd name="T38" fmla="*/ 10 w 248"/>
                <a:gd name="T39" fmla="*/ 117 h 173"/>
                <a:gd name="T40" fmla="*/ 10 w 248"/>
                <a:gd name="T41" fmla="*/ 142 h 173"/>
                <a:gd name="T42" fmla="*/ 30 w 248"/>
                <a:gd name="T43" fmla="*/ 162 h 173"/>
                <a:gd name="T44" fmla="*/ 54 w 248"/>
                <a:gd name="T45" fmla="*/ 162 h 173"/>
                <a:gd name="T46" fmla="*/ 116 w 248"/>
                <a:gd name="T47" fmla="*/ 100 h 173"/>
                <a:gd name="T48" fmla="*/ 123 w 248"/>
                <a:gd name="T49" fmla="*/ 107 h 173"/>
                <a:gd name="T50" fmla="*/ 60 w 248"/>
                <a:gd name="T51" fmla="*/ 171 h 173"/>
                <a:gd name="T52" fmla="*/ 56 w 248"/>
                <a:gd name="T53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173">
                  <a:moveTo>
                    <a:pt x="56" y="173"/>
                  </a:moveTo>
                  <a:cubicBezTo>
                    <a:pt x="28" y="173"/>
                    <a:pt x="28" y="173"/>
                    <a:pt x="28" y="173"/>
                  </a:cubicBezTo>
                  <a:cubicBezTo>
                    <a:pt x="27" y="173"/>
                    <a:pt x="25" y="172"/>
                    <a:pt x="24" y="171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0" y="147"/>
                    <a:pt x="0" y="146"/>
                    <a:pt x="0" y="144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0" y="113"/>
                    <a:pt x="1" y="11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3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7" y="0"/>
                    <a:pt x="148" y="1"/>
                    <a:pt x="149" y="2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48" y="60"/>
                    <a:pt x="248" y="60"/>
                    <a:pt x="248" y="60"/>
                  </a:cubicBezTo>
                  <a:cubicBezTo>
                    <a:pt x="248" y="70"/>
                    <a:pt x="248" y="70"/>
                    <a:pt x="248" y="70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4" y="70"/>
                    <a:pt x="202" y="70"/>
                    <a:pt x="201" y="69"/>
                  </a:cubicBezTo>
                  <a:cubicBezTo>
                    <a:pt x="143" y="11"/>
                    <a:pt x="143" y="11"/>
                    <a:pt x="143" y="11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116" y="100"/>
                    <a:pt x="116" y="100"/>
                    <a:pt x="116" y="100"/>
                  </a:cubicBezTo>
                  <a:cubicBezTo>
                    <a:pt x="123" y="107"/>
                    <a:pt x="123" y="107"/>
                    <a:pt x="123" y="107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59" y="172"/>
                    <a:pt x="57" y="173"/>
                    <a:pt x="56" y="1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0" name="Freeform 475"/>
            <p:cNvSpPr>
              <a:spLocks/>
            </p:cNvSpPr>
            <p:nvPr/>
          </p:nvSpPr>
          <p:spPr bwMode="auto">
            <a:xfrm flipV="1">
              <a:off x="-554036" y="2946398"/>
              <a:ext cx="1227137" cy="371475"/>
            </a:xfrm>
            <a:custGeom>
              <a:avLst/>
              <a:gdLst>
                <a:gd name="T0" fmla="*/ 327 w 327"/>
                <a:gd name="T1" fmla="*/ 99 h 99"/>
                <a:gd name="T2" fmla="*/ 296 w 327"/>
                <a:gd name="T3" fmla="*/ 99 h 99"/>
                <a:gd name="T4" fmla="*/ 295 w 327"/>
                <a:gd name="T5" fmla="*/ 98 h 99"/>
                <a:gd name="T6" fmla="*/ 200 w 327"/>
                <a:gd name="T7" fmla="*/ 3 h 99"/>
                <a:gd name="T8" fmla="*/ 120 w 327"/>
                <a:gd name="T9" fmla="*/ 3 h 99"/>
                <a:gd name="T10" fmla="*/ 67 w 327"/>
                <a:gd name="T11" fmla="*/ 57 h 99"/>
                <a:gd name="T12" fmla="*/ 66 w 327"/>
                <a:gd name="T13" fmla="*/ 57 h 99"/>
                <a:gd name="T14" fmla="*/ 45 w 327"/>
                <a:gd name="T15" fmla="*/ 57 h 99"/>
                <a:gd name="T16" fmla="*/ 44 w 327"/>
                <a:gd name="T17" fmla="*/ 57 h 99"/>
                <a:gd name="T18" fmla="*/ 0 w 327"/>
                <a:gd name="T19" fmla="*/ 13 h 99"/>
                <a:gd name="T20" fmla="*/ 2 w 327"/>
                <a:gd name="T21" fmla="*/ 10 h 99"/>
                <a:gd name="T22" fmla="*/ 46 w 327"/>
                <a:gd name="T23" fmla="*/ 54 h 99"/>
                <a:gd name="T24" fmla="*/ 65 w 327"/>
                <a:gd name="T25" fmla="*/ 54 h 99"/>
                <a:gd name="T26" fmla="*/ 118 w 327"/>
                <a:gd name="T27" fmla="*/ 0 h 99"/>
                <a:gd name="T28" fmla="*/ 119 w 327"/>
                <a:gd name="T29" fmla="*/ 0 h 99"/>
                <a:gd name="T30" fmla="*/ 201 w 327"/>
                <a:gd name="T31" fmla="*/ 0 h 99"/>
                <a:gd name="T32" fmla="*/ 202 w 327"/>
                <a:gd name="T33" fmla="*/ 0 h 99"/>
                <a:gd name="T34" fmla="*/ 297 w 327"/>
                <a:gd name="T35" fmla="*/ 95 h 99"/>
                <a:gd name="T36" fmla="*/ 327 w 327"/>
                <a:gd name="T37" fmla="*/ 95 h 99"/>
                <a:gd name="T38" fmla="*/ 327 w 327"/>
                <a:gd name="T3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7" h="99">
                  <a:moveTo>
                    <a:pt x="327" y="99"/>
                  </a:moveTo>
                  <a:cubicBezTo>
                    <a:pt x="296" y="99"/>
                    <a:pt x="296" y="99"/>
                    <a:pt x="296" y="99"/>
                  </a:cubicBezTo>
                  <a:cubicBezTo>
                    <a:pt x="296" y="99"/>
                    <a:pt x="295" y="98"/>
                    <a:pt x="295" y="98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67" y="57"/>
                    <a:pt x="67" y="57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2" y="0"/>
                    <a:pt x="202" y="0"/>
                  </a:cubicBezTo>
                  <a:cubicBezTo>
                    <a:pt x="297" y="95"/>
                    <a:pt x="297" y="95"/>
                    <a:pt x="297" y="95"/>
                  </a:cubicBezTo>
                  <a:cubicBezTo>
                    <a:pt x="327" y="95"/>
                    <a:pt x="327" y="95"/>
                    <a:pt x="327" y="95"/>
                  </a:cubicBezTo>
                  <a:lnTo>
                    <a:pt x="327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1" name="Freeform 476"/>
            <p:cNvSpPr>
              <a:spLocks/>
            </p:cNvSpPr>
            <p:nvPr/>
          </p:nvSpPr>
          <p:spPr bwMode="auto">
            <a:xfrm flipV="1">
              <a:off x="-512761" y="2762248"/>
              <a:ext cx="1366837" cy="495300"/>
            </a:xfrm>
            <a:custGeom>
              <a:avLst/>
              <a:gdLst>
                <a:gd name="T0" fmla="*/ 364 w 364"/>
                <a:gd name="T1" fmla="*/ 132 h 132"/>
                <a:gd name="T2" fmla="*/ 314 w 364"/>
                <a:gd name="T3" fmla="*/ 132 h 132"/>
                <a:gd name="T4" fmla="*/ 312 w 364"/>
                <a:gd name="T5" fmla="*/ 131 h 132"/>
                <a:gd name="T6" fmla="*/ 184 w 364"/>
                <a:gd name="T7" fmla="*/ 3 h 132"/>
                <a:gd name="T8" fmla="*/ 122 w 364"/>
                <a:gd name="T9" fmla="*/ 3 h 132"/>
                <a:gd name="T10" fmla="*/ 44 w 364"/>
                <a:gd name="T11" fmla="*/ 81 h 132"/>
                <a:gd name="T12" fmla="*/ 43 w 364"/>
                <a:gd name="T13" fmla="*/ 82 h 132"/>
                <a:gd name="T14" fmla="*/ 21 w 364"/>
                <a:gd name="T15" fmla="*/ 82 h 132"/>
                <a:gd name="T16" fmla="*/ 20 w 364"/>
                <a:gd name="T17" fmla="*/ 81 h 132"/>
                <a:gd name="T18" fmla="*/ 0 w 364"/>
                <a:gd name="T19" fmla="*/ 61 h 132"/>
                <a:gd name="T20" fmla="*/ 2 w 364"/>
                <a:gd name="T21" fmla="*/ 59 h 132"/>
                <a:gd name="T22" fmla="*/ 22 w 364"/>
                <a:gd name="T23" fmla="*/ 78 h 132"/>
                <a:gd name="T24" fmla="*/ 42 w 364"/>
                <a:gd name="T25" fmla="*/ 78 h 132"/>
                <a:gd name="T26" fmla="*/ 120 w 364"/>
                <a:gd name="T27" fmla="*/ 0 h 132"/>
                <a:gd name="T28" fmla="*/ 122 w 364"/>
                <a:gd name="T29" fmla="*/ 0 h 132"/>
                <a:gd name="T30" fmla="*/ 185 w 364"/>
                <a:gd name="T31" fmla="*/ 0 h 132"/>
                <a:gd name="T32" fmla="*/ 186 w 364"/>
                <a:gd name="T33" fmla="*/ 0 h 132"/>
                <a:gd name="T34" fmla="*/ 314 w 364"/>
                <a:gd name="T35" fmla="*/ 128 h 132"/>
                <a:gd name="T36" fmla="*/ 364 w 364"/>
                <a:gd name="T37" fmla="*/ 128 h 132"/>
                <a:gd name="T38" fmla="*/ 364 w 364"/>
                <a:gd name="T39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4" h="132">
                  <a:moveTo>
                    <a:pt x="364" y="132"/>
                  </a:moveTo>
                  <a:cubicBezTo>
                    <a:pt x="314" y="132"/>
                    <a:pt x="314" y="132"/>
                    <a:pt x="314" y="132"/>
                  </a:cubicBezTo>
                  <a:cubicBezTo>
                    <a:pt x="313" y="132"/>
                    <a:pt x="313" y="132"/>
                    <a:pt x="312" y="131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4" y="82"/>
                    <a:pt x="44" y="82"/>
                    <a:pt x="43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0" y="82"/>
                    <a:pt x="20" y="8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0"/>
                    <a:pt x="121" y="0"/>
                    <a:pt x="122" y="0"/>
                  </a:cubicBez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314" y="128"/>
                    <a:pt x="314" y="128"/>
                    <a:pt x="314" y="128"/>
                  </a:cubicBezTo>
                  <a:cubicBezTo>
                    <a:pt x="364" y="128"/>
                    <a:pt x="364" y="128"/>
                    <a:pt x="364" y="128"/>
                  </a:cubicBezTo>
                  <a:lnTo>
                    <a:pt x="364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2" name="Freeform 477"/>
            <p:cNvSpPr>
              <a:spLocks/>
            </p:cNvSpPr>
            <p:nvPr/>
          </p:nvSpPr>
          <p:spPr bwMode="auto">
            <a:xfrm flipV="1">
              <a:off x="-2117723" y="2217736"/>
              <a:ext cx="2424112" cy="387350"/>
            </a:xfrm>
            <a:custGeom>
              <a:avLst/>
              <a:gdLst>
                <a:gd name="T0" fmla="*/ 545 w 646"/>
                <a:gd name="T1" fmla="*/ 103 h 103"/>
                <a:gd name="T2" fmla="*/ 0 w 646"/>
                <a:gd name="T3" fmla="*/ 103 h 103"/>
                <a:gd name="T4" fmla="*/ 0 w 646"/>
                <a:gd name="T5" fmla="*/ 99 h 103"/>
                <a:gd name="T6" fmla="*/ 544 w 646"/>
                <a:gd name="T7" fmla="*/ 99 h 103"/>
                <a:gd name="T8" fmla="*/ 566 w 646"/>
                <a:gd name="T9" fmla="*/ 77 h 103"/>
                <a:gd name="T10" fmla="*/ 566 w 646"/>
                <a:gd name="T11" fmla="*/ 49 h 103"/>
                <a:gd name="T12" fmla="*/ 567 w 646"/>
                <a:gd name="T13" fmla="*/ 48 h 103"/>
                <a:gd name="T14" fmla="*/ 613 w 646"/>
                <a:gd name="T15" fmla="*/ 1 h 103"/>
                <a:gd name="T16" fmla="*/ 614 w 646"/>
                <a:gd name="T17" fmla="*/ 0 h 103"/>
                <a:gd name="T18" fmla="*/ 646 w 646"/>
                <a:gd name="T19" fmla="*/ 0 h 103"/>
                <a:gd name="T20" fmla="*/ 646 w 646"/>
                <a:gd name="T21" fmla="*/ 4 h 103"/>
                <a:gd name="T22" fmla="*/ 615 w 646"/>
                <a:gd name="T23" fmla="*/ 4 h 103"/>
                <a:gd name="T24" fmla="*/ 570 w 646"/>
                <a:gd name="T25" fmla="*/ 49 h 103"/>
                <a:gd name="T26" fmla="*/ 570 w 646"/>
                <a:gd name="T27" fmla="*/ 78 h 103"/>
                <a:gd name="T28" fmla="*/ 569 w 646"/>
                <a:gd name="T29" fmla="*/ 79 h 103"/>
                <a:gd name="T30" fmla="*/ 546 w 646"/>
                <a:gd name="T31" fmla="*/ 102 h 103"/>
                <a:gd name="T32" fmla="*/ 545 w 646"/>
                <a:gd name="T3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6" h="103">
                  <a:moveTo>
                    <a:pt x="545" y="103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544" y="99"/>
                    <a:pt x="544" y="99"/>
                    <a:pt x="544" y="99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6" y="49"/>
                    <a:pt x="566" y="49"/>
                    <a:pt x="566" y="49"/>
                  </a:cubicBezTo>
                  <a:cubicBezTo>
                    <a:pt x="566" y="48"/>
                    <a:pt x="566" y="48"/>
                    <a:pt x="567" y="48"/>
                  </a:cubicBezTo>
                  <a:cubicBezTo>
                    <a:pt x="613" y="1"/>
                    <a:pt x="613" y="1"/>
                    <a:pt x="613" y="1"/>
                  </a:cubicBezTo>
                  <a:cubicBezTo>
                    <a:pt x="614" y="1"/>
                    <a:pt x="614" y="0"/>
                    <a:pt x="614" y="0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615" y="4"/>
                    <a:pt x="615" y="4"/>
                    <a:pt x="615" y="4"/>
                  </a:cubicBezTo>
                  <a:cubicBezTo>
                    <a:pt x="570" y="49"/>
                    <a:pt x="570" y="49"/>
                    <a:pt x="570" y="49"/>
                  </a:cubicBezTo>
                  <a:cubicBezTo>
                    <a:pt x="570" y="78"/>
                    <a:pt x="570" y="78"/>
                    <a:pt x="570" y="78"/>
                  </a:cubicBezTo>
                  <a:cubicBezTo>
                    <a:pt x="570" y="79"/>
                    <a:pt x="569" y="79"/>
                    <a:pt x="569" y="79"/>
                  </a:cubicBezTo>
                  <a:cubicBezTo>
                    <a:pt x="546" y="102"/>
                    <a:pt x="546" y="102"/>
                    <a:pt x="546" y="102"/>
                  </a:cubicBezTo>
                  <a:cubicBezTo>
                    <a:pt x="546" y="103"/>
                    <a:pt x="546" y="103"/>
                    <a:pt x="545" y="1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3" name="Freeform 478"/>
            <p:cNvSpPr>
              <a:spLocks/>
            </p:cNvSpPr>
            <p:nvPr/>
          </p:nvSpPr>
          <p:spPr bwMode="auto">
            <a:xfrm flipV="1">
              <a:off x="-1949448" y="1989136"/>
              <a:ext cx="2443162" cy="428625"/>
            </a:xfrm>
            <a:custGeom>
              <a:avLst/>
              <a:gdLst>
                <a:gd name="T0" fmla="*/ 496 w 651"/>
                <a:gd name="T1" fmla="*/ 114 h 114"/>
                <a:gd name="T2" fmla="*/ 0 w 651"/>
                <a:gd name="T3" fmla="*/ 114 h 114"/>
                <a:gd name="T4" fmla="*/ 0 w 651"/>
                <a:gd name="T5" fmla="*/ 110 h 114"/>
                <a:gd name="T6" fmla="*/ 496 w 651"/>
                <a:gd name="T7" fmla="*/ 110 h 114"/>
                <a:gd name="T8" fmla="*/ 606 w 651"/>
                <a:gd name="T9" fmla="*/ 0 h 114"/>
                <a:gd name="T10" fmla="*/ 607 w 651"/>
                <a:gd name="T11" fmla="*/ 0 h 114"/>
                <a:gd name="T12" fmla="*/ 651 w 651"/>
                <a:gd name="T13" fmla="*/ 0 h 114"/>
                <a:gd name="T14" fmla="*/ 651 w 651"/>
                <a:gd name="T15" fmla="*/ 3 h 114"/>
                <a:gd name="T16" fmla="*/ 608 w 651"/>
                <a:gd name="T17" fmla="*/ 3 h 114"/>
                <a:gd name="T18" fmla="*/ 498 w 651"/>
                <a:gd name="T19" fmla="*/ 113 h 114"/>
                <a:gd name="T20" fmla="*/ 496 w 651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1" h="114">
                  <a:moveTo>
                    <a:pt x="496" y="114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496" y="110"/>
                    <a:pt x="496" y="110"/>
                    <a:pt x="496" y="11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6" y="0"/>
                    <a:pt x="606" y="0"/>
                    <a:pt x="607" y="0"/>
                  </a:cubicBezTo>
                  <a:cubicBezTo>
                    <a:pt x="651" y="0"/>
                    <a:pt x="651" y="0"/>
                    <a:pt x="651" y="0"/>
                  </a:cubicBezTo>
                  <a:cubicBezTo>
                    <a:pt x="651" y="3"/>
                    <a:pt x="651" y="3"/>
                    <a:pt x="651" y="3"/>
                  </a:cubicBezTo>
                  <a:cubicBezTo>
                    <a:pt x="608" y="3"/>
                    <a:pt x="608" y="3"/>
                    <a:pt x="608" y="3"/>
                  </a:cubicBezTo>
                  <a:cubicBezTo>
                    <a:pt x="498" y="113"/>
                    <a:pt x="498" y="113"/>
                    <a:pt x="498" y="113"/>
                  </a:cubicBezTo>
                  <a:cubicBezTo>
                    <a:pt x="497" y="114"/>
                    <a:pt x="497" y="114"/>
                    <a:pt x="496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4" name="Freeform 479"/>
            <p:cNvSpPr>
              <a:spLocks noEditPoints="1"/>
            </p:cNvSpPr>
            <p:nvPr/>
          </p:nvSpPr>
          <p:spPr bwMode="auto">
            <a:xfrm flipV="1">
              <a:off x="5311777" y="6561136"/>
              <a:ext cx="101600" cy="100013"/>
            </a:xfrm>
            <a:custGeom>
              <a:avLst/>
              <a:gdLst>
                <a:gd name="T0" fmla="*/ 13 w 27"/>
                <a:gd name="T1" fmla="*/ 6 h 27"/>
                <a:gd name="T2" fmla="*/ 13 w 27"/>
                <a:gd name="T3" fmla="*/ 6 h 27"/>
                <a:gd name="T4" fmla="*/ 13 w 27"/>
                <a:gd name="T5" fmla="*/ 6 h 27"/>
                <a:gd name="T6" fmla="*/ 20 w 27"/>
                <a:gd name="T7" fmla="*/ 13 h 27"/>
                <a:gd name="T8" fmla="*/ 13 w 27"/>
                <a:gd name="T9" fmla="*/ 20 h 27"/>
                <a:gd name="T10" fmla="*/ 13 w 27"/>
                <a:gd name="T11" fmla="*/ 20 h 27"/>
                <a:gd name="T12" fmla="*/ 13 w 27"/>
                <a:gd name="T13" fmla="*/ 20 h 27"/>
                <a:gd name="T14" fmla="*/ 6 w 27"/>
                <a:gd name="T15" fmla="*/ 13 h 27"/>
                <a:gd name="T16" fmla="*/ 13 w 27"/>
                <a:gd name="T17" fmla="*/ 6 h 27"/>
                <a:gd name="T18" fmla="*/ 13 w 27"/>
                <a:gd name="T19" fmla="*/ 0 h 27"/>
                <a:gd name="T20" fmla="*/ 13 w 27"/>
                <a:gd name="T21" fmla="*/ 0 h 27"/>
                <a:gd name="T22" fmla="*/ 13 w 27"/>
                <a:gd name="T23" fmla="*/ 0 h 27"/>
                <a:gd name="T24" fmla="*/ 4 w 27"/>
                <a:gd name="T25" fmla="*/ 4 h 27"/>
                <a:gd name="T26" fmla="*/ 0 w 27"/>
                <a:gd name="T27" fmla="*/ 13 h 27"/>
                <a:gd name="T28" fmla="*/ 13 w 27"/>
                <a:gd name="T29" fmla="*/ 27 h 27"/>
                <a:gd name="T30" fmla="*/ 23 w 27"/>
                <a:gd name="T31" fmla="*/ 23 h 27"/>
                <a:gd name="T32" fmla="*/ 27 w 27"/>
                <a:gd name="T33" fmla="*/ 13 h 27"/>
                <a:gd name="T34" fmla="*/ 13 w 27"/>
                <a:gd name="T3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7">
                  <a:moveTo>
                    <a:pt x="13" y="6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7" y="6"/>
                    <a:pt x="20" y="10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10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6"/>
                    <a:pt x="0" y="10"/>
                    <a:pt x="0" y="13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17" y="27"/>
                    <a:pt x="20" y="26"/>
                    <a:pt x="23" y="23"/>
                  </a:cubicBezTo>
                  <a:cubicBezTo>
                    <a:pt x="26" y="20"/>
                    <a:pt x="27" y="17"/>
                    <a:pt x="27" y="13"/>
                  </a:cubicBezTo>
                  <a:cubicBezTo>
                    <a:pt x="27" y="6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5" name="Freeform 480"/>
            <p:cNvSpPr>
              <a:spLocks noEditPoints="1"/>
            </p:cNvSpPr>
            <p:nvPr/>
          </p:nvSpPr>
          <p:spPr bwMode="auto">
            <a:xfrm flipV="1">
              <a:off x="5322889" y="6924673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6" name="Freeform 481"/>
            <p:cNvSpPr>
              <a:spLocks noEditPoints="1"/>
            </p:cNvSpPr>
            <p:nvPr/>
          </p:nvSpPr>
          <p:spPr bwMode="auto">
            <a:xfrm flipV="1">
              <a:off x="3360739" y="99790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7" name="Freeform 482"/>
            <p:cNvSpPr>
              <a:spLocks noEditPoints="1"/>
            </p:cNvSpPr>
            <p:nvPr/>
          </p:nvSpPr>
          <p:spPr bwMode="auto">
            <a:xfrm flipV="1">
              <a:off x="5138739" y="67405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8" name="Freeform 483"/>
            <p:cNvSpPr>
              <a:spLocks noEditPoints="1"/>
            </p:cNvSpPr>
            <p:nvPr/>
          </p:nvSpPr>
          <p:spPr bwMode="auto">
            <a:xfrm flipV="1">
              <a:off x="2733677" y="96345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9" name="Freeform 484"/>
            <p:cNvSpPr>
              <a:spLocks noEditPoints="1"/>
            </p:cNvSpPr>
            <p:nvPr/>
          </p:nvSpPr>
          <p:spPr bwMode="auto">
            <a:xfrm flipV="1">
              <a:off x="4973639" y="69167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0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0" name="Freeform 485"/>
            <p:cNvSpPr>
              <a:spLocks noEditPoints="1"/>
            </p:cNvSpPr>
            <p:nvPr/>
          </p:nvSpPr>
          <p:spPr bwMode="auto">
            <a:xfrm flipV="1">
              <a:off x="3698877" y="8823323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1" name="Freeform 486"/>
            <p:cNvSpPr>
              <a:spLocks noEditPoints="1"/>
            </p:cNvSpPr>
            <p:nvPr/>
          </p:nvSpPr>
          <p:spPr bwMode="auto">
            <a:xfrm flipV="1">
              <a:off x="497363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5"/>
                    <a:pt x="15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2" name="Freeform 487"/>
            <p:cNvSpPr>
              <a:spLocks noEditPoints="1"/>
            </p:cNvSpPr>
            <p:nvPr/>
          </p:nvSpPr>
          <p:spPr bwMode="auto">
            <a:xfrm flipV="1">
              <a:off x="3041652" y="99948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3" name="Freeform 488"/>
            <p:cNvSpPr>
              <a:spLocks noEditPoints="1"/>
            </p:cNvSpPr>
            <p:nvPr/>
          </p:nvSpPr>
          <p:spPr bwMode="auto">
            <a:xfrm flipV="1">
              <a:off x="532288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0 w 24"/>
                <a:gd name="T19" fmla="*/ 20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4" name="Freeform 489"/>
            <p:cNvSpPr>
              <a:spLocks noEditPoints="1"/>
            </p:cNvSpPr>
            <p:nvPr/>
          </p:nvSpPr>
          <p:spPr bwMode="auto">
            <a:xfrm flipV="1">
              <a:off x="3187702" y="99901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4 w 24"/>
                <a:gd name="T15" fmla="*/ 4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5" name="Freeform 490"/>
            <p:cNvSpPr>
              <a:spLocks noEditPoints="1"/>
            </p:cNvSpPr>
            <p:nvPr/>
          </p:nvSpPr>
          <p:spPr bwMode="auto">
            <a:xfrm flipV="1">
              <a:off x="5492752" y="7097711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6" name="Freeform 491"/>
            <p:cNvSpPr>
              <a:spLocks noEditPoints="1"/>
            </p:cNvSpPr>
            <p:nvPr/>
          </p:nvSpPr>
          <p:spPr bwMode="auto">
            <a:xfrm flipV="1">
              <a:off x="2973389" y="10133011"/>
              <a:ext cx="90487" cy="93663"/>
            </a:xfrm>
            <a:custGeom>
              <a:avLst/>
              <a:gdLst>
                <a:gd name="T0" fmla="*/ 12 w 24"/>
                <a:gd name="T1" fmla="*/ 6 h 25"/>
                <a:gd name="T2" fmla="*/ 12 w 24"/>
                <a:gd name="T3" fmla="*/ 6 h 25"/>
                <a:gd name="T4" fmla="*/ 19 w 24"/>
                <a:gd name="T5" fmla="*/ 13 h 25"/>
                <a:gd name="T6" fmla="*/ 12 w 24"/>
                <a:gd name="T7" fmla="*/ 19 h 25"/>
                <a:gd name="T8" fmla="*/ 5 w 24"/>
                <a:gd name="T9" fmla="*/ 13 h 25"/>
                <a:gd name="T10" fmla="*/ 12 w 24"/>
                <a:gd name="T11" fmla="*/ 6 h 25"/>
                <a:gd name="T12" fmla="*/ 12 w 24"/>
                <a:gd name="T13" fmla="*/ 0 h 25"/>
                <a:gd name="T14" fmla="*/ 12 w 24"/>
                <a:gd name="T15" fmla="*/ 0 h 25"/>
                <a:gd name="T16" fmla="*/ 3 w 24"/>
                <a:gd name="T17" fmla="*/ 4 h 25"/>
                <a:gd name="T18" fmla="*/ 0 w 24"/>
                <a:gd name="T19" fmla="*/ 13 h 25"/>
                <a:gd name="T20" fmla="*/ 12 w 24"/>
                <a:gd name="T21" fmla="*/ 25 h 25"/>
                <a:gd name="T22" fmla="*/ 20 w 24"/>
                <a:gd name="T23" fmla="*/ 21 h 25"/>
                <a:gd name="T24" fmla="*/ 24 w 24"/>
                <a:gd name="T25" fmla="*/ 12 h 25"/>
                <a:gd name="T26" fmla="*/ 12 w 24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5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3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5" y="25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7" name="Oval 492"/>
            <p:cNvSpPr>
              <a:spLocks noChangeArrowheads="1"/>
            </p:cNvSpPr>
            <p:nvPr/>
          </p:nvSpPr>
          <p:spPr bwMode="auto">
            <a:xfrm flipV="1">
              <a:off x="5514977" y="6913561"/>
              <a:ext cx="107950" cy="1079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8" name="Freeform 493"/>
            <p:cNvSpPr>
              <a:spLocks/>
            </p:cNvSpPr>
            <p:nvPr/>
          </p:nvSpPr>
          <p:spPr bwMode="auto">
            <a:xfrm flipV="1">
              <a:off x="3049589" y="7156449"/>
              <a:ext cx="2944812" cy="3028950"/>
            </a:xfrm>
            <a:custGeom>
              <a:avLst/>
              <a:gdLst>
                <a:gd name="T0" fmla="*/ 673 w 785"/>
                <a:gd name="T1" fmla="*/ 807 h 807"/>
                <a:gd name="T2" fmla="*/ 670 w 785"/>
                <a:gd name="T3" fmla="*/ 804 h 807"/>
                <a:gd name="T4" fmla="*/ 688 w 785"/>
                <a:gd name="T5" fmla="*/ 787 h 807"/>
                <a:gd name="T6" fmla="*/ 689 w 785"/>
                <a:gd name="T7" fmla="*/ 786 h 807"/>
                <a:gd name="T8" fmla="*/ 728 w 785"/>
                <a:gd name="T9" fmla="*/ 786 h 807"/>
                <a:gd name="T10" fmla="*/ 782 w 785"/>
                <a:gd name="T11" fmla="*/ 733 h 807"/>
                <a:gd name="T12" fmla="*/ 782 w 785"/>
                <a:gd name="T13" fmla="*/ 692 h 807"/>
                <a:gd name="T14" fmla="*/ 93 w 785"/>
                <a:gd name="T15" fmla="*/ 3 h 807"/>
                <a:gd name="T16" fmla="*/ 0 w 785"/>
                <a:gd name="T17" fmla="*/ 3 h 807"/>
                <a:gd name="T18" fmla="*/ 0 w 785"/>
                <a:gd name="T19" fmla="*/ 0 h 807"/>
                <a:gd name="T20" fmla="*/ 94 w 785"/>
                <a:gd name="T21" fmla="*/ 0 h 807"/>
                <a:gd name="T22" fmla="*/ 95 w 785"/>
                <a:gd name="T23" fmla="*/ 0 h 807"/>
                <a:gd name="T24" fmla="*/ 785 w 785"/>
                <a:gd name="T25" fmla="*/ 690 h 807"/>
                <a:gd name="T26" fmla="*/ 785 w 785"/>
                <a:gd name="T27" fmla="*/ 692 h 807"/>
                <a:gd name="T28" fmla="*/ 785 w 785"/>
                <a:gd name="T29" fmla="*/ 733 h 807"/>
                <a:gd name="T30" fmla="*/ 785 w 785"/>
                <a:gd name="T31" fmla="*/ 735 h 807"/>
                <a:gd name="T32" fmla="*/ 730 w 785"/>
                <a:gd name="T33" fmla="*/ 789 h 807"/>
                <a:gd name="T34" fmla="*/ 729 w 785"/>
                <a:gd name="T35" fmla="*/ 790 h 807"/>
                <a:gd name="T36" fmla="*/ 690 w 785"/>
                <a:gd name="T37" fmla="*/ 790 h 807"/>
                <a:gd name="T38" fmla="*/ 673 w 785"/>
                <a:gd name="T3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5" h="807">
                  <a:moveTo>
                    <a:pt x="673" y="807"/>
                  </a:moveTo>
                  <a:cubicBezTo>
                    <a:pt x="670" y="804"/>
                    <a:pt x="670" y="804"/>
                    <a:pt x="670" y="804"/>
                  </a:cubicBezTo>
                  <a:cubicBezTo>
                    <a:pt x="688" y="787"/>
                    <a:pt x="688" y="787"/>
                    <a:pt x="688" y="787"/>
                  </a:cubicBezTo>
                  <a:cubicBezTo>
                    <a:pt x="688" y="787"/>
                    <a:pt x="689" y="786"/>
                    <a:pt x="689" y="786"/>
                  </a:cubicBezTo>
                  <a:cubicBezTo>
                    <a:pt x="728" y="786"/>
                    <a:pt x="728" y="786"/>
                    <a:pt x="728" y="786"/>
                  </a:cubicBezTo>
                  <a:cubicBezTo>
                    <a:pt x="782" y="733"/>
                    <a:pt x="782" y="733"/>
                    <a:pt x="782" y="733"/>
                  </a:cubicBezTo>
                  <a:cubicBezTo>
                    <a:pt x="782" y="692"/>
                    <a:pt x="782" y="692"/>
                    <a:pt x="782" y="692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0"/>
                  </a:cubicBezTo>
                  <a:cubicBezTo>
                    <a:pt x="785" y="690"/>
                    <a:pt x="785" y="690"/>
                    <a:pt x="785" y="690"/>
                  </a:cubicBezTo>
                  <a:cubicBezTo>
                    <a:pt x="785" y="691"/>
                    <a:pt x="785" y="691"/>
                    <a:pt x="785" y="692"/>
                  </a:cubicBezTo>
                  <a:cubicBezTo>
                    <a:pt x="785" y="733"/>
                    <a:pt x="785" y="733"/>
                    <a:pt x="785" y="733"/>
                  </a:cubicBezTo>
                  <a:cubicBezTo>
                    <a:pt x="785" y="734"/>
                    <a:pt x="785" y="734"/>
                    <a:pt x="785" y="735"/>
                  </a:cubicBezTo>
                  <a:cubicBezTo>
                    <a:pt x="730" y="789"/>
                    <a:pt x="730" y="789"/>
                    <a:pt x="730" y="789"/>
                  </a:cubicBezTo>
                  <a:cubicBezTo>
                    <a:pt x="730" y="790"/>
                    <a:pt x="729" y="790"/>
                    <a:pt x="729" y="790"/>
                  </a:cubicBezTo>
                  <a:cubicBezTo>
                    <a:pt x="690" y="790"/>
                    <a:pt x="690" y="790"/>
                    <a:pt x="690" y="790"/>
                  </a:cubicBezTo>
                  <a:lnTo>
                    <a:pt x="673" y="8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9" name="Freeform 494"/>
            <p:cNvSpPr>
              <a:spLocks/>
            </p:cNvSpPr>
            <p:nvPr/>
          </p:nvSpPr>
          <p:spPr bwMode="auto">
            <a:xfrm flipV="1">
              <a:off x="3297239" y="7007223"/>
              <a:ext cx="2435225" cy="2998788"/>
            </a:xfrm>
            <a:custGeom>
              <a:avLst/>
              <a:gdLst>
                <a:gd name="T0" fmla="*/ 550 w 649"/>
                <a:gd name="T1" fmla="*/ 799 h 799"/>
                <a:gd name="T2" fmla="*/ 550 w 649"/>
                <a:gd name="T3" fmla="*/ 764 h 799"/>
                <a:gd name="T4" fmla="*/ 551 w 649"/>
                <a:gd name="T5" fmla="*/ 762 h 799"/>
                <a:gd name="T6" fmla="*/ 646 w 649"/>
                <a:gd name="T7" fmla="*/ 671 h 799"/>
                <a:gd name="T8" fmla="*/ 646 w 649"/>
                <a:gd name="T9" fmla="*/ 644 h 799"/>
                <a:gd name="T10" fmla="*/ 216 w 649"/>
                <a:gd name="T11" fmla="*/ 214 h 799"/>
                <a:gd name="T12" fmla="*/ 164 w 649"/>
                <a:gd name="T13" fmla="*/ 214 h 799"/>
                <a:gd name="T14" fmla="*/ 162 w 649"/>
                <a:gd name="T15" fmla="*/ 214 h 799"/>
                <a:gd name="T16" fmla="*/ 0 w 649"/>
                <a:gd name="T17" fmla="*/ 52 h 799"/>
                <a:gd name="T18" fmla="*/ 0 w 649"/>
                <a:gd name="T19" fmla="*/ 51 h 799"/>
                <a:gd name="T20" fmla="*/ 0 w 649"/>
                <a:gd name="T21" fmla="*/ 22 h 799"/>
                <a:gd name="T22" fmla="*/ 0 w 649"/>
                <a:gd name="T23" fmla="*/ 21 h 799"/>
                <a:gd name="T24" fmla="*/ 22 w 649"/>
                <a:gd name="T25" fmla="*/ 0 h 799"/>
                <a:gd name="T26" fmla="*/ 24 w 649"/>
                <a:gd name="T27" fmla="*/ 2 h 799"/>
                <a:gd name="T28" fmla="*/ 3 w 649"/>
                <a:gd name="T29" fmla="*/ 23 h 799"/>
                <a:gd name="T30" fmla="*/ 3 w 649"/>
                <a:gd name="T31" fmla="*/ 50 h 799"/>
                <a:gd name="T32" fmla="*/ 164 w 649"/>
                <a:gd name="T33" fmla="*/ 211 h 799"/>
                <a:gd name="T34" fmla="*/ 217 w 649"/>
                <a:gd name="T35" fmla="*/ 211 h 799"/>
                <a:gd name="T36" fmla="*/ 218 w 649"/>
                <a:gd name="T37" fmla="*/ 211 h 799"/>
                <a:gd name="T38" fmla="*/ 649 w 649"/>
                <a:gd name="T39" fmla="*/ 642 h 799"/>
                <a:gd name="T40" fmla="*/ 649 w 649"/>
                <a:gd name="T41" fmla="*/ 644 h 799"/>
                <a:gd name="T42" fmla="*/ 649 w 649"/>
                <a:gd name="T43" fmla="*/ 671 h 799"/>
                <a:gd name="T44" fmla="*/ 649 w 649"/>
                <a:gd name="T45" fmla="*/ 673 h 799"/>
                <a:gd name="T46" fmla="*/ 554 w 649"/>
                <a:gd name="T47" fmla="*/ 764 h 799"/>
                <a:gd name="T48" fmla="*/ 554 w 649"/>
                <a:gd name="T49" fmla="*/ 799 h 799"/>
                <a:gd name="T50" fmla="*/ 550 w 649"/>
                <a:gd name="T51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9" h="799">
                  <a:moveTo>
                    <a:pt x="550" y="799"/>
                  </a:moveTo>
                  <a:cubicBezTo>
                    <a:pt x="550" y="764"/>
                    <a:pt x="550" y="764"/>
                    <a:pt x="550" y="764"/>
                  </a:cubicBezTo>
                  <a:cubicBezTo>
                    <a:pt x="550" y="763"/>
                    <a:pt x="550" y="763"/>
                    <a:pt x="551" y="762"/>
                  </a:cubicBezTo>
                  <a:cubicBezTo>
                    <a:pt x="646" y="671"/>
                    <a:pt x="646" y="671"/>
                    <a:pt x="646" y="671"/>
                  </a:cubicBezTo>
                  <a:cubicBezTo>
                    <a:pt x="646" y="644"/>
                    <a:pt x="646" y="644"/>
                    <a:pt x="646" y="644"/>
                  </a:cubicBezTo>
                  <a:cubicBezTo>
                    <a:pt x="216" y="214"/>
                    <a:pt x="216" y="214"/>
                    <a:pt x="216" y="214"/>
                  </a:cubicBezTo>
                  <a:cubicBezTo>
                    <a:pt x="164" y="214"/>
                    <a:pt x="164" y="214"/>
                    <a:pt x="164" y="214"/>
                  </a:cubicBezTo>
                  <a:cubicBezTo>
                    <a:pt x="163" y="214"/>
                    <a:pt x="163" y="214"/>
                    <a:pt x="162" y="2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0" y="5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164" y="211"/>
                    <a:pt x="164" y="211"/>
                    <a:pt x="164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7" y="211"/>
                    <a:pt x="218" y="211"/>
                    <a:pt x="218" y="211"/>
                  </a:cubicBezTo>
                  <a:cubicBezTo>
                    <a:pt x="649" y="642"/>
                    <a:pt x="649" y="642"/>
                    <a:pt x="649" y="642"/>
                  </a:cubicBezTo>
                  <a:cubicBezTo>
                    <a:pt x="649" y="643"/>
                    <a:pt x="649" y="643"/>
                    <a:pt x="649" y="644"/>
                  </a:cubicBezTo>
                  <a:cubicBezTo>
                    <a:pt x="649" y="671"/>
                    <a:pt x="649" y="671"/>
                    <a:pt x="649" y="671"/>
                  </a:cubicBezTo>
                  <a:cubicBezTo>
                    <a:pt x="649" y="672"/>
                    <a:pt x="649" y="672"/>
                    <a:pt x="649" y="673"/>
                  </a:cubicBezTo>
                  <a:cubicBezTo>
                    <a:pt x="554" y="764"/>
                    <a:pt x="554" y="764"/>
                    <a:pt x="554" y="764"/>
                  </a:cubicBezTo>
                  <a:cubicBezTo>
                    <a:pt x="554" y="799"/>
                    <a:pt x="554" y="799"/>
                    <a:pt x="554" y="799"/>
                  </a:cubicBezTo>
                  <a:lnTo>
                    <a:pt x="550" y="7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0" name="Freeform 495"/>
            <p:cNvSpPr>
              <a:spLocks/>
            </p:cNvSpPr>
            <p:nvPr/>
          </p:nvSpPr>
          <p:spPr bwMode="auto">
            <a:xfrm flipV="1">
              <a:off x="3127377" y="7356474"/>
              <a:ext cx="2330450" cy="2663825"/>
            </a:xfrm>
            <a:custGeom>
              <a:avLst/>
              <a:gdLst>
                <a:gd name="T0" fmla="*/ 606 w 621"/>
                <a:gd name="T1" fmla="*/ 710 h 710"/>
                <a:gd name="T2" fmla="*/ 603 w 621"/>
                <a:gd name="T3" fmla="*/ 707 h 710"/>
                <a:gd name="T4" fmla="*/ 617 w 621"/>
                <a:gd name="T5" fmla="*/ 693 h 710"/>
                <a:gd name="T6" fmla="*/ 617 w 621"/>
                <a:gd name="T7" fmla="*/ 621 h 710"/>
                <a:gd name="T8" fmla="*/ 247 w 621"/>
                <a:gd name="T9" fmla="*/ 250 h 710"/>
                <a:gd name="T10" fmla="*/ 200 w 621"/>
                <a:gd name="T11" fmla="*/ 250 h 710"/>
                <a:gd name="T12" fmla="*/ 198 w 621"/>
                <a:gd name="T13" fmla="*/ 250 h 710"/>
                <a:gd name="T14" fmla="*/ 0 w 621"/>
                <a:gd name="T15" fmla="*/ 52 h 710"/>
                <a:gd name="T16" fmla="*/ 0 w 621"/>
                <a:gd name="T17" fmla="*/ 50 h 710"/>
                <a:gd name="T18" fmla="*/ 0 w 621"/>
                <a:gd name="T19" fmla="*/ 23 h 710"/>
                <a:gd name="T20" fmla="*/ 0 w 621"/>
                <a:gd name="T21" fmla="*/ 22 h 710"/>
                <a:gd name="T22" fmla="*/ 22 w 621"/>
                <a:gd name="T23" fmla="*/ 0 h 710"/>
                <a:gd name="T24" fmla="*/ 24 w 621"/>
                <a:gd name="T25" fmla="*/ 2 h 710"/>
                <a:gd name="T26" fmla="*/ 3 w 621"/>
                <a:gd name="T27" fmla="*/ 24 h 710"/>
                <a:gd name="T28" fmla="*/ 3 w 621"/>
                <a:gd name="T29" fmla="*/ 50 h 710"/>
                <a:gd name="T30" fmla="*/ 200 w 621"/>
                <a:gd name="T31" fmla="*/ 247 h 710"/>
                <a:gd name="T32" fmla="*/ 248 w 621"/>
                <a:gd name="T33" fmla="*/ 247 h 710"/>
                <a:gd name="T34" fmla="*/ 249 w 621"/>
                <a:gd name="T35" fmla="*/ 247 h 710"/>
                <a:gd name="T36" fmla="*/ 620 w 621"/>
                <a:gd name="T37" fmla="*/ 619 h 710"/>
                <a:gd name="T38" fmla="*/ 621 w 621"/>
                <a:gd name="T39" fmla="*/ 620 h 710"/>
                <a:gd name="T40" fmla="*/ 621 w 621"/>
                <a:gd name="T41" fmla="*/ 694 h 710"/>
                <a:gd name="T42" fmla="*/ 620 w 621"/>
                <a:gd name="T43" fmla="*/ 695 h 710"/>
                <a:gd name="T44" fmla="*/ 606 w 621"/>
                <a:gd name="T45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1" h="710">
                  <a:moveTo>
                    <a:pt x="606" y="710"/>
                  </a:moveTo>
                  <a:cubicBezTo>
                    <a:pt x="603" y="707"/>
                    <a:pt x="603" y="707"/>
                    <a:pt x="603" y="707"/>
                  </a:cubicBezTo>
                  <a:cubicBezTo>
                    <a:pt x="617" y="693"/>
                    <a:pt x="617" y="693"/>
                    <a:pt x="617" y="693"/>
                  </a:cubicBezTo>
                  <a:cubicBezTo>
                    <a:pt x="617" y="621"/>
                    <a:pt x="617" y="621"/>
                    <a:pt x="617" y="621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00" y="250"/>
                    <a:pt x="200" y="250"/>
                    <a:pt x="200" y="250"/>
                  </a:cubicBezTo>
                  <a:cubicBezTo>
                    <a:pt x="199" y="250"/>
                    <a:pt x="199" y="250"/>
                    <a:pt x="198" y="25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1"/>
                    <a:pt x="0" y="51"/>
                    <a:pt x="0" y="5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00" y="247"/>
                    <a:pt x="200" y="247"/>
                    <a:pt x="200" y="247"/>
                  </a:cubicBezTo>
                  <a:cubicBezTo>
                    <a:pt x="248" y="247"/>
                    <a:pt x="248" y="247"/>
                    <a:pt x="248" y="247"/>
                  </a:cubicBezTo>
                  <a:cubicBezTo>
                    <a:pt x="248" y="247"/>
                    <a:pt x="248" y="247"/>
                    <a:pt x="249" y="247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1" y="619"/>
                    <a:pt x="621" y="620"/>
                  </a:cubicBezTo>
                  <a:cubicBezTo>
                    <a:pt x="621" y="694"/>
                    <a:pt x="621" y="694"/>
                    <a:pt x="621" y="694"/>
                  </a:cubicBezTo>
                  <a:cubicBezTo>
                    <a:pt x="621" y="695"/>
                    <a:pt x="620" y="695"/>
                    <a:pt x="620" y="695"/>
                  </a:cubicBezTo>
                  <a:lnTo>
                    <a:pt x="606" y="7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1" name="Freeform 496"/>
            <p:cNvSpPr>
              <a:spLocks/>
            </p:cNvSpPr>
            <p:nvPr/>
          </p:nvSpPr>
          <p:spPr bwMode="auto">
            <a:xfrm flipV="1">
              <a:off x="2986089" y="7318373"/>
              <a:ext cx="2389187" cy="2706688"/>
            </a:xfrm>
            <a:custGeom>
              <a:avLst/>
              <a:gdLst>
                <a:gd name="T0" fmla="*/ 552 w 637"/>
                <a:gd name="T1" fmla="*/ 721 h 721"/>
                <a:gd name="T2" fmla="*/ 552 w 637"/>
                <a:gd name="T3" fmla="*/ 716 h 721"/>
                <a:gd name="T4" fmla="*/ 593 w 637"/>
                <a:gd name="T5" fmla="*/ 716 h 721"/>
                <a:gd name="T6" fmla="*/ 632 w 637"/>
                <a:gd name="T7" fmla="*/ 677 h 721"/>
                <a:gd name="T8" fmla="*/ 632 w 637"/>
                <a:gd name="T9" fmla="*/ 635 h 721"/>
                <a:gd name="T10" fmla="*/ 279 w 637"/>
                <a:gd name="T11" fmla="*/ 283 h 721"/>
                <a:gd name="T12" fmla="*/ 219 w 637"/>
                <a:gd name="T13" fmla="*/ 283 h 721"/>
                <a:gd name="T14" fmla="*/ 217 w 637"/>
                <a:gd name="T15" fmla="*/ 282 h 721"/>
                <a:gd name="T16" fmla="*/ 1 w 637"/>
                <a:gd name="T17" fmla="*/ 66 h 721"/>
                <a:gd name="T18" fmla="*/ 0 w 637"/>
                <a:gd name="T19" fmla="*/ 64 h 721"/>
                <a:gd name="T20" fmla="*/ 0 w 637"/>
                <a:gd name="T21" fmla="*/ 20 h 721"/>
                <a:gd name="T22" fmla="*/ 1 w 637"/>
                <a:gd name="T23" fmla="*/ 18 h 721"/>
                <a:gd name="T24" fmla="*/ 19 w 637"/>
                <a:gd name="T25" fmla="*/ 0 h 721"/>
                <a:gd name="T26" fmla="*/ 23 w 637"/>
                <a:gd name="T27" fmla="*/ 3 h 721"/>
                <a:gd name="T28" fmla="*/ 5 w 637"/>
                <a:gd name="T29" fmla="*/ 21 h 721"/>
                <a:gd name="T30" fmla="*/ 5 w 637"/>
                <a:gd name="T31" fmla="*/ 63 h 721"/>
                <a:gd name="T32" fmla="*/ 220 w 637"/>
                <a:gd name="T33" fmla="*/ 277 h 721"/>
                <a:gd name="T34" fmla="*/ 280 w 637"/>
                <a:gd name="T35" fmla="*/ 277 h 721"/>
                <a:gd name="T36" fmla="*/ 282 w 637"/>
                <a:gd name="T37" fmla="*/ 278 h 721"/>
                <a:gd name="T38" fmla="*/ 636 w 637"/>
                <a:gd name="T39" fmla="*/ 633 h 721"/>
                <a:gd name="T40" fmla="*/ 637 w 637"/>
                <a:gd name="T41" fmla="*/ 634 h 721"/>
                <a:gd name="T42" fmla="*/ 637 w 637"/>
                <a:gd name="T43" fmla="*/ 678 h 721"/>
                <a:gd name="T44" fmla="*/ 636 w 637"/>
                <a:gd name="T45" fmla="*/ 680 h 721"/>
                <a:gd name="T46" fmla="*/ 596 w 637"/>
                <a:gd name="T47" fmla="*/ 720 h 721"/>
                <a:gd name="T48" fmla="*/ 594 w 637"/>
                <a:gd name="T49" fmla="*/ 721 h 721"/>
                <a:gd name="T50" fmla="*/ 552 w 637"/>
                <a:gd name="T51" fmla="*/ 72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7" h="721">
                  <a:moveTo>
                    <a:pt x="552" y="721"/>
                  </a:moveTo>
                  <a:cubicBezTo>
                    <a:pt x="552" y="716"/>
                    <a:pt x="552" y="716"/>
                    <a:pt x="552" y="716"/>
                  </a:cubicBezTo>
                  <a:cubicBezTo>
                    <a:pt x="593" y="716"/>
                    <a:pt x="593" y="716"/>
                    <a:pt x="593" y="716"/>
                  </a:cubicBezTo>
                  <a:cubicBezTo>
                    <a:pt x="632" y="677"/>
                    <a:pt x="632" y="677"/>
                    <a:pt x="632" y="677"/>
                  </a:cubicBezTo>
                  <a:cubicBezTo>
                    <a:pt x="632" y="635"/>
                    <a:pt x="632" y="635"/>
                    <a:pt x="632" y="635"/>
                  </a:cubicBezTo>
                  <a:cubicBezTo>
                    <a:pt x="279" y="283"/>
                    <a:pt x="279" y="283"/>
                    <a:pt x="279" y="283"/>
                  </a:cubicBezTo>
                  <a:cubicBezTo>
                    <a:pt x="219" y="283"/>
                    <a:pt x="219" y="283"/>
                    <a:pt x="219" y="283"/>
                  </a:cubicBezTo>
                  <a:cubicBezTo>
                    <a:pt x="218" y="283"/>
                    <a:pt x="218" y="282"/>
                    <a:pt x="217" y="282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0" y="65"/>
                    <a:pt x="0" y="6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9"/>
                    <a:pt x="1" y="18"/>
                    <a:pt x="1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220" y="277"/>
                    <a:pt x="220" y="277"/>
                    <a:pt x="220" y="277"/>
                  </a:cubicBezTo>
                  <a:cubicBezTo>
                    <a:pt x="280" y="277"/>
                    <a:pt x="280" y="277"/>
                    <a:pt x="280" y="277"/>
                  </a:cubicBezTo>
                  <a:cubicBezTo>
                    <a:pt x="281" y="277"/>
                    <a:pt x="282" y="278"/>
                    <a:pt x="282" y="278"/>
                  </a:cubicBezTo>
                  <a:cubicBezTo>
                    <a:pt x="636" y="633"/>
                    <a:pt x="636" y="633"/>
                    <a:pt x="636" y="633"/>
                  </a:cubicBezTo>
                  <a:cubicBezTo>
                    <a:pt x="637" y="633"/>
                    <a:pt x="637" y="634"/>
                    <a:pt x="637" y="634"/>
                  </a:cubicBezTo>
                  <a:cubicBezTo>
                    <a:pt x="637" y="678"/>
                    <a:pt x="637" y="678"/>
                    <a:pt x="637" y="678"/>
                  </a:cubicBezTo>
                  <a:cubicBezTo>
                    <a:pt x="637" y="679"/>
                    <a:pt x="637" y="680"/>
                    <a:pt x="636" y="680"/>
                  </a:cubicBezTo>
                  <a:cubicBezTo>
                    <a:pt x="596" y="720"/>
                    <a:pt x="596" y="720"/>
                    <a:pt x="596" y="720"/>
                  </a:cubicBezTo>
                  <a:cubicBezTo>
                    <a:pt x="596" y="721"/>
                    <a:pt x="595" y="721"/>
                    <a:pt x="594" y="721"/>
                  </a:cubicBezTo>
                  <a:lnTo>
                    <a:pt x="552" y="72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2" name="Freeform 497"/>
            <p:cNvSpPr>
              <a:spLocks/>
            </p:cNvSpPr>
            <p:nvPr/>
          </p:nvSpPr>
          <p:spPr bwMode="auto">
            <a:xfrm flipV="1">
              <a:off x="3776664" y="7004048"/>
              <a:ext cx="1512887" cy="1871663"/>
            </a:xfrm>
            <a:custGeom>
              <a:avLst/>
              <a:gdLst>
                <a:gd name="T0" fmla="*/ 333 w 403"/>
                <a:gd name="T1" fmla="*/ 499 h 499"/>
                <a:gd name="T2" fmla="*/ 328 w 403"/>
                <a:gd name="T3" fmla="*/ 499 h 499"/>
                <a:gd name="T4" fmla="*/ 328 w 403"/>
                <a:gd name="T5" fmla="*/ 468 h 499"/>
                <a:gd name="T6" fmla="*/ 300 w 403"/>
                <a:gd name="T7" fmla="*/ 440 h 499"/>
                <a:gd name="T8" fmla="*/ 299 w 403"/>
                <a:gd name="T9" fmla="*/ 438 h 499"/>
                <a:gd name="T10" fmla="*/ 299 w 403"/>
                <a:gd name="T11" fmla="*/ 398 h 499"/>
                <a:gd name="T12" fmla="*/ 300 w 403"/>
                <a:gd name="T13" fmla="*/ 396 h 499"/>
                <a:gd name="T14" fmla="*/ 322 w 403"/>
                <a:gd name="T15" fmla="*/ 374 h 499"/>
                <a:gd name="T16" fmla="*/ 323 w 403"/>
                <a:gd name="T17" fmla="*/ 374 h 499"/>
                <a:gd name="T18" fmla="*/ 374 w 403"/>
                <a:gd name="T19" fmla="*/ 374 h 499"/>
                <a:gd name="T20" fmla="*/ 398 w 403"/>
                <a:gd name="T21" fmla="*/ 349 h 499"/>
                <a:gd name="T22" fmla="*/ 398 w 403"/>
                <a:gd name="T23" fmla="*/ 340 h 499"/>
                <a:gd name="T24" fmla="*/ 63 w 403"/>
                <a:gd name="T25" fmla="*/ 5 h 499"/>
                <a:gd name="T26" fmla="*/ 0 w 403"/>
                <a:gd name="T27" fmla="*/ 5 h 499"/>
                <a:gd name="T28" fmla="*/ 0 w 403"/>
                <a:gd name="T29" fmla="*/ 0 h 499"/>
                <a:gd name="T30" fmla="*/ 64 w 403"/>
                <a:gd name="T31" fmla="*/ 0 h 499"/>
                <a:gd name="T32" fmla="*/ 66 w 403"/>
                <a:gd name="T33" fmla="*/ 0 h 499"/>
                <a:gd name="T34" fmla="*/ 403 w 403"/>
                <a:gd name="T35" fmla="*/ 337 h 499"/>
                <a:gd name="T36" fmla="*/ 403 w 403"/>
                <a:gd name="T37" fmla="*/ 339 h 499"/>
                <a:gd name="T38" fmla="*/ 403 w 403"/>
                <a:gd name="T39" fmla="*/ 350 h 499"/>
                <a:gd name="T40" fmla="*/ 403 w 403"/>
                <a:gd name="T41" fmla="*/ 352 h 499"/>
                <a:gd name="T42" fmla="*/ 377 w 403"/>
                <a:gd name="T43" fmla="*/ 378 h 499"/>
                <a:gd name="T44" fmla="*/ 375 w 403"/>
                <a:gd name="T45" fmla="*/ 379 h 499"/>
                <a:gd name="T46" fmla="*/ 325 w 403"/>
                <a:gd name="T47" fmla="*/ 379 h 499"/>
                <a:gd name="T48" fmla="*/ 304 w 403"/>
                <a:gd name="T49" fmla="*/ 399 h 499"/>
                <a:gd name="T50" fmla="*/ 304 w 403"/>
                <a:gd name="T51" fmla="*/ 437 h 499"/>
                <a:gd name="T52" fmla="*/ 332 w 403"/>
                <a:gd name="T53" fmla="*/ 465 h 499"/>
                <a:gd name="T54" fmla="*/ 333 w 403"/>
                <a:gd name="T55" fmla="*/ 467 h 499"/>
                <a:gd name="T56" fmla="*/ 333 w 403"/>
                <a:gd name="T57" fmla="*/ 49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3" h="499">
                  <a:moveTo>
                    <a:pt x="333" y="499"/>
                  </a:moveTo>
                  <a:cubicBezTo>
                    <a:pt x="328" y="499"/>
                    <a:pt x="328" y="499"/>
                    <a:pt x="328" y="499"/>
                  </a:cubicBezTo>
                  <a:cubicBezTo>
                    <a:pt x="328" y="468"/>
                    <a:pt x="328" y="468"/>
                    <a:pt x="328" y="468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9" y="439"/>
                    <a:pt x="299" y="438"/>
                    <a:pt x="299" y="438"/>
                  </a:cubicBezTo>
                  <a:cubicBezTo>
                    <a:pt x="299" y="398"/>
                    <a:pt x="299" y="398"/>
                    <a:pt x="299" y="398"/>
                  </a:cubicBezTo>
                  <a:cubicBezTo>
                    <a:pt x="299" y="397"/>
                    <a:pt x="299" y="397"/>
                    <a:pt x="300" y="396"/>
                  </a:cubicBezTo>
                  <a:cubicBezTo>
                    <a:pt x="322" y="374"/>
                    <a:pt x="322" y="374"/>
                    <a:pt x="322" y="374"/>
                  </a:cubicBezTo>
                  <a:cubicBezTo>
                    <a:pt x="322" y="374"/>
                    <a:pt x="323" y="374"/>
                    <a:pt x="323" y="374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98" y="349"/>
                    <a:pt x="398" y="349"/>
                    <a:pt x="398" y="349"/>
                  </a:cubicBezTo>
                  <a:cubicBezTo>
                    <a:pt x="398" y="340"/>
                    <a:pt x="398" y="340"/>
                    <a:pt x="398" y="340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5" y="0"/>
                    <a:pt x="66" y="0"/>
                    <a:pt x="66" y="0"/>
                  </a:cubicBezTo>
                  <a:cubicBezTo>
                    <a:pt x="403" y="337"/>
                    <a:pt x="403" y="337"/>
                    <a:pt x="403" y="337"/>
                  </a:cubicBezTo>
                  <a:cubicBezTo>
                    <a:pt x="403" y="337"/>
                    <a:pt x="403" y="338"/>
                    <a:pt x="403" y="339"/>
                  </a:cubicBezTo>
                  <a:cubicBezTo>
                    <a:pt x="403" y="350"/>
                    <a:pt x="403" y="350"/>
                    <a:pt x="403" y="350"/>
                  </a:cubicBezTo>
                  <a:cubicBezTo>
                    <a:pt x="403" y="351"/>
                    <a:pt x="403" y="351"/>
                    <a:pt x="403" y="352"/>
                  </a:cubicBezTo>
                  <a:cubicBezTo>
                    <a:pt x="377" y="378"/>
                    <a:pt x="377" y="378"/>
                    <a:pt x="377" y="378"/>
                  </a:cubicBezTo>
                  <a:cubicBezTo>
                    <a:pt x="376" y="378"/>
                    <a:pt x="375" y="379"/>
                    <a:pt x="375" y="379"/>
                  </a:cubicBezTo>
                  <a:cubicBezTo>
                    <a:pt x="325" y="379"/>
                    <a:pt x="325" y="379"/>
                    <a:pt x="325" y="379"/>
                  </a:cubicBezTo>
                  <a:cubicBezTo>
                    <a:pt x="304" y="399"/>
                    <a:pt x="304" y="399"/>
                    <a:pt x="304" y="399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32" y="465"/>
                    <a:pt x="332" y="465"/>
                    <a:pt x="332" y="465"/>
                  </a:cubicBezTo>
                  <a:cubicBezTo>
                    <a:pt x="333" y="465"/>
                    <a:pt x="333" y="466"/>
                    <a:pt x="333" y="467"/>
                  </a:cubicBezTo>
                  <a:lnTo>
                    <a:pt x="333" y="49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3" name="Freeform 498"/>
            <p:cNvSpPr>
              <a:spLocks/>
            </p:cNvSpPr>
            <p:nvPr/>
          </p:nvSpPr>
          <p:spPr bwMode="auto">
            <a:xfrm flipV="1">
              <a:off x="3228977" y="6650036"/>
              <a:ext cx="3013075" cy="3941763"/>
            </a:xfrm>
            <a:custGeom>
              <a:avLst/>
              <a:gdLst>
                <a:gd name="T0" fmla="*/ 564 w 803"/>
                <a:gd name="T1" fmla="*/ 1050 h 1050"/>
                <a:gd name="T2" fmla="*/ 564 w 803"/>
                <a:gd name="T3" fmla="*/ 1017 h 1050"/>
                <a:gd name="T4" fmla="*/ 566 w 803"/>
                <a:gd name="T5" fmla="*/ 1013 h 1050"/>
                <a:gd name="T6" fmla="*/ 660 w 803"/>
                <a:gd name="T7" fmla="*/ 920 h 1050"/>
                <a:gd name="T8" fmla="*/ 663 w 803"/>
                <a:gd name="T9" fmla="*/ 918 h 1050"/>
                <a:gd name="T10" fmla="*/ 663 w 803"/>
                <a:gd name="T11" fmla="*/ 918 h 1050"/>
                <a:gd name="T12" fmla="*/ 706 w 803"/>
                <a:gd name="T13" fmla="*/ 918 h 1050"/>
                <a:gd name="T14" fmla="*/ 793 w 803"/>
                <a:gd name="T15" fmla="*/ 832 h 1050"/>
                <a:gd name="T16" fmla="*/ 793 w 803"/>
                <a:gd name="T17" fmla="*/ 800 h 1050"/>
                <a:gd name="T18" fmla="*/ 0 w 803"/>
                <a:gd name="T19" fmla="*/ 7 h 1050"/>
                <a:gd name="T20" fmla="*/ 7 w 803"/>
                <a:gd name="T21" fmla="*/ 0 h 1050"/>
                <a:gd name="T22" fmla="*/ 802 w 803"/>
                <a:gd name="T23" fmla="*/ 794 h 1050"/>
                <a:gd name="T24" fmla="*/ 803 w 803"/>
                <a:gd name="T25" fmla="*/ 797 h 1050"/>
                <a:gd name="T26" fmla="*/ 803 w 803"/>
                <a:gd name="T27" fmla="*/ 834 h 1050"/>
                <a:gd name="T28" fmla="*/ 802 w 803"/>
                <a:gd name="T29" fmla="*/ 837 h 1050"/>
                <a:gd name="T30" fmla="*/ 712 w 803"/>
                <a:gd name="T31" fmla="*/ 927 h 1050"/>
                <a:gd name="T32" fmla="*/ 708 w 803"/>
                <a:gd name="T33" fmla="*/ 929 h 1050"/>
                <a:gd name="T34" fmla="*/ 708 w 803"/>
                <a:gd name="T35" fmla="*/ 929 h 1050"/>
                <a:gd name="T36" fmla="*/ 665 w 803"/>
                <a:gd name="T37" fmla="*/ 928 h 1050"/>
                <a:gd name="T38" fmla="*/ 575 w 803"/>
                <a:gd name="T39" fmla="*/ 1019 h 1050"/>
                <a:gd name="T40" fmla="*/ 575 w 803"/>
                <a:gd name="T41" fmla="*/ 1050 h 1050"/>
                <a:gd name="T42" fmla="*/ 564 w 803"/>
                <a:gd name="T43" fmla="*/ 105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3" h="1050">
                  <a:moveTo>
                    <a:pt x="564" y="1050"/>
                  </a:moveTo>
                  <a:cubicBezTo>
                    <a:pt x="564" y="1017"/>
                    <a:pt x="564" y="1017"/>
                    <a:pt x="564" y="1017"/>
                  </a:cubicBezTo>
                  <a:cubicBezTo>
                    <a:pt x="564" y="1016"/>
                    <a:pt x="565" y="1014"/>
                    <a:pt x="566" y="1013"/>
                  </a:cubicBezTo>
                  <a:cubicBezTo>
                    <a:pt x="660" y="920"/>
                    <a:pt x="660" y="920"/>
                    <a:pt x="660" y="920"/>
                  </a:cubicBezTo>
                  <a:cubicBezTo>
                    <a:pt x="661" y="919"/>
                    <a:pt x="662" y="918"/>
                    <a:pt x="663" y="918"/>
                  </a:cubicBezTo>
                  <a:cubicBezTo>
                    <a:pt x="663" y="918"/>
                    <a:pt x="663" y="918"/>
                    <a:pt x="663" y="918"/>
                  </a:cubicBezTo>
                  <a:cubicBezTo>
                    <a:pt x="706" y="918"/>
                    <a:pt x="706" y="918"/>
                    <a:pt x="706" y="918"/>
                  </a:cubicBezTo>
                  <a:cubicBezTo>
                    <a:pt x="793" y="832"/>
                    <a:pt x="793" y="832"/>
                    <a:pt x="793" y="832"/>
                  </a:cubicBezTo>
                  <a:cubicBezTo>
                    <a:pt x="793" y="800"/>
                    <a:pt x="793" y="800"/>
                    <a:pt x="793" y="80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02" y="794"/>
                    <a:pt x="802" y="794"/>
                    <a:pt x="802" y="794"/>
                  </a:cubicBezTo>
                  <a:cubicBezTo>
                    <a:pt x="803" y="795"/>
                    <a:pt x="803" y="796"/>
                    <a:pt x="803" y="797"/>
                  </a:cubicBezTo>
                  <a:cubicBezTo>
                    <a:pt x="803" y="834"/>
                    <a:pt x="803" y="834"/>
                    <a:pt x="803" y="834"/>
                  </a:cubicBezTo>
                  <a:cubicBezTo>
                    <a:pt x="803" y="835"/>
                    <a:pt x="803" y="836"/>
                    <a:pt x="802" y="837"/>
                  </a:cubicBezTo>
                  <a:cubicBezTo>
                    <a:pt x="712" y="927"/>
                    <a:pt x="712" y="927"/>
                    <a:pt x="712" y="927"/>
                  </a:cubicBezTo>
                  <a:cubicBezTo>
                    <a:pt x="711" y="928"/>
                    <a:pt x="710" y="929"/>
                    <a:pt x="708" y="929"/>
                  </a:cubicBezTo>
                  <a:cubicBezTo>
                    <a:pt x="708" y="929"/>
                    <a:pt x="708" y="929"/>
                    <a:pt x="708" y="929"/>
                  </a:cubicBezTo>
                  <a:cubicBezTo>
                    <a:pt x="665" y="928"/>
                    <a:pt x="665" y="928"/>
                    <a:pt x="665" y="928"/>
                  </a:cubicBezTo>
                  <a:cubicBezTo>
                    <a:pt x="575" y="1019"/>
                    <a:pt x="575" y="1019"/>
                    <a:pt x="575" y="1019"/>
                  </a:cubicBezTo>
                  <a:cubicBezTo>
                    <a:pt x="575" y="1050"/>
                    <a:pt x="575" y="1050"/>
                    <a:pt x="575" y="1050"/>
                  </a:cubicBezTo>
                  <a:lnTo>
                    <a:pt x="564" y="1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4" name="Freeform 499"/>
            <p:cNvSpPr>
              <a:spLocks noEditPoints="1"/>
            </p:cNvSpPr>
            <p:nvPr/>
          </p:nvSpPr>
          <p:spPr bwMode="auto">
            <a:xfrm flipV="1">
              <a:off x="4595814" y="65611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0 w 24"/>
                <a:gd name="T23" fmla="*/ 21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5" name="Freeform 500"/>
            <p:cNvSpPr>
              <a:spLocks noEditPoints="1"/>
            </p:cNvSpPr>
            <p:nvPr/>
          </p:nvSpPr>
          <p:spPr bwMode="auto">
            <a:xfrm flipV="1">
              <a:off x="2309814" y="9299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6" name="Freeform 501"/>
            <p:cNvSpPr>
              <a:spLocks noEditPoints="1"/>
            </p:cNvSpPr>
            <p:nvPr/>
          </p:nvSpPr>
          <p:spPr bwMode="auto">
            <a:xfrm flipV="1">
              <a:off x="4854577" y="670718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4 w 24"/>
                <a:gd name="T17" fmla="*/ 20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7" name="Freeform 502"/>
            <p:cNvSpPr>
              <a:spLocks noEditPoints="1"/>
            </p:cNvSpPr>
            <p:nvPr/>
          </p:nvSpPr>
          <p:spPr bwMode="auto">
            <a:xfrm flipV="1">
              <a:off x="4572002" y="73151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8" name="Freeform 503"/>
            <p:cNvSpPr>
              <a:spLocks noEditPoints="1"/>
            </p:cNvSpPr>
            <p:nvPr/>
          </p:nvSpPr>
          <p:spPr bwMode="auto">
            <a:xfrm flipV="1">
              <a:off x="2816227" y="92281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1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9" name="Freeform 504"/>
            <p:cNvSpPr>
              <a:spLocks noEditPoints="1"/>
            </p:cNvSpPr>
            <p:nvPr/>
          </p:nvSpPr>
          <p:spPr bwMode="auto">
            <a:xfrm flipV="1">
              <a:off x="4775202" y="707866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0" name="Freeform 505"/>
            <p:cNvSpPr>
              <a:spLocks noEditPoints="1"/>
            </p:cNvSpPr>
            <p:nvPr/>
          </p:nvSpPr>
          <p:spPr bwMode="auto">
            <a:xfrm flipV="1">
              <a:off x="4411664" y="63833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1" name="Freeform 506"/>
            <p:cNvSpPr>
              <a:spLocks noEditPoints="1"/>
            </p:cNvSpPr>
            <p:nvPr/>
          </p:nvSpPr>
          <p:spPr bwMode="auto">
            <a:xfrm flipV="1">
              <a:off x="4227514" y="619601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2" name="Freeform 507"/>
            <p:cNvSpPr>
              <a:spLocks noEditPoints="1"/>
            </p:cNvSpPr>
            <p:nvPr/>
          </p:nvSpPr>
          <p:spPr bwMode="auto">
            <a:xfrm flipV="1">
              <a:off x="2336802" y="91043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3" name="Freeform 508"/>
            <p:cNvSpPr>
              <a:spLocks noEditPoints="1"/>
            </p:cNvSpPr>
            <p:nvPr/>
          </p:nvSpPr>
          <p:spPr bwMode="auto">
            <a:xfrm flipV="1">
              <a:off x="4213227" y="65262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4" name="Freeform 509"/>
            <p:cNvSpPr>
              <a:spLocks noEditPoints="1"/>
            </p:cNvSpPr>
            <p:nvPr/>
          </p:nvSpPr>
          <p:spPr bwMode="auto">
            <a:xfrm flipV="1">
              <a:off x="3889377" y="65611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4 w 24"/>
                <a:gd name="T21" fmla="*/ 4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5" name="Freeform 510"/>
            <p:cNvSpPr>
              <a:spLocks noEditPoints="1"/>
            </p:cNvSpPr>
            <p:nvPr/>
          </p:nvSpPr>
          <p:spPr bwMode="auto">
            <a:xfrm flipV="1">
              <a:off x="4065589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5" y="16"/>
                    <a:pt x="5" y="12"/>
                  </a:cubicBezTo>
                  <a:cubicBezTo>
                    <a:pt x="5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6" name="Freeform 511"/>
            <p:cNvSpPr>
              <a:spLocks noEditPoints="1"/>
            </p:cNvSpPr>
            <p:nvPr/>
          </p:nvSpPr>
          <p:spPr bwMode="auto">
            <a:xfrm flipV="1">
              <a:off x="3724277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1 w 24"/>
                <a:gd name="T19" fmla="*/ 21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7" name="Freeform 512"/>
            <p:cNvSpPr>
              <a:spLocks noEditPoints="1"/>
            </p:cNvSpPr>
            <p:nvPr/>
          </p:nvSpPr>
          <p:spPr bwMode="auto">
            <a:xfrm flipV="1">
              <a:off x="2767014" y="7593011"/>
              <a:ext cx="90487" cy="88900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6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8" name="Freeform 513"/>
            <p:cNvSpPr>
              <a:spLocks noEditPoints="1"/>
            </p:cNvSpPr>
            <p:nvPr/>
          </p:nvSpPr>
          <p:spPr bwMode="auto">
            <a:xfrm flipV="1">
              <a:off x="2928939" y="75326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9" y="18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9" name="Freeform 514"/>
            <p:cNvSpPr>
              <a:spLocks noEditPoints="1"/>
            </p:cNvSpPr>
            <p:nvPr/>
          </p:nvSpPr>
          <p:spPr bwMode="auto">
            <a:xfrm flipV="1">
              <a:off x="2876552" y="76977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3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0" name="Freeform 515"/>
            <p:cNvSpPr>
              <a:spLocks noEditPoints="1"/>
            </p:cNvSpPr>
            <p:nvPr/>
          </p:nvSpPr>
          <p:spPr bwMode="auto">
            <a:xfrm flipV="1">
              <a:off x="3698877" y="63690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1" name="Freeform 516"/>
            <p:cNvSpPr>
              <a:spLocks noEditPoints="1"/>
            </p:cNvSpPr>
            <p:nvPr/>
          </p:nvSpPr>
          <p:spPr bwMode="auto">
            <a:xfrm flipV="1">
              <a:off x="3836989" y="58133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12 w 24"/>
                <a:gd name="T13" fmla="*/ 19 h 24"/>
                <a:gd name="T14" fmla="*/ 5 w 24"/>
                <a:gd name="T15" fmla="*/ 12 h 24"/>
                <a:gd name="T16" fmla="*/ 12 w 24"/>
                <a:gd name="T17" fmla="*/ 5 h 24"/>
                <a:gd name="T18" fmla="*/ 12 w 24"/>
                <a:gd name="T19" fmla="*/ 0 h 24"/>
                <a:gd name="T20" fmla="*/ 12 w 24"/>
                <a:gd name="T21" fmla="*/ 0 h 24"/>
                <a:gd name="T22" fmla="*/ 12 w 24"/>
                <a:gd name="T23" fmla="*/ 0 h 24"/>
                <a:gd name="T24" fmla="*/ 4 w 24"/>
                <a:gd name="T25" fmla="*/ 4 h 24"/>
                <a:gd name="T26" fmla="*/ 0 w 24"/>
                <a:gd name="T27" fmla="*/ 12 h 24"/>
                <a:gd name="T28" fmla="*/ 12 w 24"/>
                <a:gd name="T29" fmla="*/ 24 h 24"/>
                <a:gd name="T30" fmla="*/ 24 w 24"/>
                <a:gd name="T31" fmla="*/ 12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2" name="Freeform 517"/>
            <p:cNvSpPr>
              <a:spLocks noEditPoints="1"/>
            </p:cNvSpPr>
            <p:nvPr/>
          </p:nvSpPr>
          <p:spPr bwMode="auto">
            <a:xfrm flipV="1">
              <a:off x="3671889" y="5629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4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3" name="Freeform 518"/>
            <p:cNvSpPr>
              <a:spLocks noEditPoints="1"/>
            </p:cNvSpPr>
            <p:nvPr/>
          </p:nvSpPr>
          <p:spPr bwMode="auto">
            <a:xfrm flipV="1">
              <a:off x="3492502" y="5445122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21 w 24"/>
                <a:gd name="T23" fmla="*/ 3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 w="317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4" name="Freeform 519"/>
            <p:cNvSpPr>
              <a:spLocks noEditPoints="1"/>
            </p:cNvSpPr>
            <p:nvPr/>
          </p:nvSpPr>
          <p:spPr bwMode="auto">
            <a:xfrm flipV="1">
              <a:off x="3308352" y="52625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5" name="Freeform 520"/>
            <p:cNvSpPr>
              <a:spLocks noEditPoints="1"/>
            </p:cNvSpPr>
            <p:nvPr/>
          </p:nvSpPr>
          <p:spPr bwMode="auto">
            <a:xfrm flipV="1">
              <a:off x="3138489" y="54451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6" name="Freeform 521"/>
            <p:cNvSpPr>
              <a:spLocks noEditPoints="1"/>
            </p:cNvSpPr>
            <p:nvPr/>
          </p:nvSpPr>
          <p:spPr bwMode="auto">
            <a:xfrm flipV="1">
              <a:off x="3090864" y="5788024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7" name="Freeform 522"/>
            <p:cNvSpPr>
              <a:spLocks noEditPoints="1"/>
            </p:cNvSpPr>
            <p:nvPr/>
          </p:nvSpPr>
          <p:spPr bwMode="auto">
            <a:xfrm flipV="1">
              <a:off x="3275014" y="5970586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9" y="19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8" name="Freeform 523"/>
            <p:cNvSpPr>
              <a:spLocks noEditPoints="1"/>
            </p:cNvSpPr>
            <p:nvPr/>
          </p:nvSpPr>
          <p:spPr bwMode="auto">
            <a:xfrm flipV="1">
              <a:off x="4024314" y="59896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9" name="Freeform 524"/>
            <p:cNvSpPr>
              <a:spLocks noEditPoints="1"/>
            </p:cNvSpPr>
            <p:nvPr/>
          </p:nvSpPr>
          <p:spPr bwMode="auto">
            <a:xfrm flipV="1">
              <a:off x="2928939" y="5637211"/>
              <a:ext cx="93662" cy="90488"/>
            </a:xfrm>
            <a:custGeom>
              <a:avLst/>
              <a:gdLst>
                <a:gd name="T0" fmla="*/ 12 w 25"/>
                <a:gd name="T1" fmla="*/ 6 h 24"/>
                <a:gd name="T2" fmla="*/ 19 w 25"/>
                <a:gd name="T3" fmla="*/ 12 h 24"/>
                <a:gd name="T4" fmla="*/ 12 w 25"/>
                <a:gd name="T5" fmla="*/ 19 h 24"/>
                <a:gd name="T6" fmla="*/ 6 w 25"/>
                <a:gd name="T7" fmla="*/ 12 h 24"/>
                <a:gd name="T8" fmla="*/ 12 w 25"/>
                <a:gd name="T9" fmla="*/ 6 h 24"/>
                <a:gd name="T10" fmla="*/ 12 w 25"/>
                <a:gd name="T11" fmla="*/ 0 h 24"/>
                <a:gd name="T12" fmla="*/ 12 w 25"/>
                <a:gd name="T13" fmla="*/ 0 h 24"/>
                <a:gd name="T14" fmla="*/ 4 w 25"/>
                <a:gd name="T15" fmla="*/ 4 h 24"/>
                <a:gd name="T16" fmla="*/ 0 w 25"/>
                <a:gd name="T17" fmla="*/ 12 h 24"/>
                <a:gd name="T18" fmla="*/ 12 w 25"/>
                <a:gd name="T19" fmla="*/ 24 h 24"/>
                <a:gd name="T20" fmla="*/ 21 w 25"/>
                <a:gd name="T21" fmla="*/ 21 h 24"/>
                <a:gd name="T22" fmla="*/ 24 w 25"/>
                <a:gd name="T23" fmla="*/ 12 h 24"/>
                <a:gd name="T24" fmla="*/ 12 w 25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9"/>
                    <a:pt x="25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0" name="Freeform 525"/>
            <p:cNvSpPr>
              <a:spLocks noEditPoints="1"/>
            </p:cNvSpPr>
            <p:nvPr/>
          </p:nvSpPr>
          <p:spPr bwMode="auto">
            <a:xfrm flipV="1">
              <a:off x="2538414" y="600551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0 w 24"/>
                <a:gd name="T29" fmla="*/ 21 h 24"/>
                <a:gd name="T30" fmla="*/ 24 w 24"/>
                <a:gd name="T31" fmla="*/ 12 h 24"/>
                <a:gd name="T32" fmla="*/ 20 w 24"/>
                <a:gd name="T33" fmla="*/ 4 h 24"/>
                <a:gd name="T34" fmla="*/ 12 w 24"/>
                <a:gd name="T3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9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1" name="Freeform 526"/>
            <p:cNvSpPr>
              <a:spLocks noEditPoints="1"/>
            </p:cNvSpPr>
            <p:nvPr/>
          </p:nvSpPr>
          <p:spPr bwMode="auto">
            <a:xfrm flipV="1">
              <a:off x="1773239" y="66389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2" name="Freeform 527"/>
            <p:cNvSpPr>
              <a:spLocks noEditPoints="1"/>
            </p:cNvSpPr>
            <p:nvPr/>
          </p:nvSpPr>
          <p:spPr bwMode="auto">
            <a:xfrm flipV="1">
              <a:off x="1825627" y="70072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3 w 24"/>
                <a:gd name="T15" fmla="*/ 3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0 w 24"/>
                <a:gd name="T23" fmla="*/ 20 h 24"/>
                <a:gd name="T24" fmla="*/ 24 w 24"/>
                <a:gd name="T25" fmla="*/ 12 h 24"/>
                <a:gd name="T26" fmla="*/ 20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3" name="Freeform 528"/>
            <p:cNvSpPr>
              <a:spLocks noEditPoints="1"/>
            </p:cNvSpPr>
            <p:nvPr/>
          </p:nvSpPr>
          <p:spPr bwMode="auto">
            <a:xfrm flipV="1">
              <a:off x="1663702" y="70516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3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4" name="Oval 529"/>
            <p:cNvSpPr>
              <a:spLocks noChangeArrowheads="1"/>
            </p:cNvSpPr>
            <p:nvPr/>
          </p:nvSpPr>
          <p:spPr bwMode="auto">
            <a:xfrm flipV="1">
              <a:off x="2501902" y="7304086"/>
              <a:ext cx="69850" cy="71438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5" name="Freeform 530"/>
            <p:cNvSpPr>
              <a:spLocks/>
            </p:cNvSpPr>
            <p:nvPr/>
          </p:nvSpPr>
          <p:spPr bwMode="auto">
            <a:xfrm flipV="1">
              <a:off x="681039" y="7100886"/>
              <a:ext cx="990600" cy="927100"/>
            </a:xfrm>
            <a:custGeom>
              <a:avLst/>
              <a:gdLst>
                <a:gd name="T0" fmla="*/ 264 w 264"/>
                <a:gd name="T1" fmla="*/ 247 h 247"/>
                <a:gd name="T2" fmla="*/ 245 w 264"/>
                <a:gd name="T3" fmla="*/ 247 h 247"/>
                <a:gd name="T4" fmla="*/ 244 w 264"/>
                <a:gd name="T5" fmla="*/ 246 h 247"/>
                <a:gd name="T6" fmla="*/ 0 w 264"/>
                <a:gd name="T7" fmla="*/ 3 h 247"/>
                <a:gd name="T8" fmla="*/ 3 w 264"/>
                <a:gd name="T9" fmla="*/ 0 h 247"/>
                <a:gd name="T10" fmla="*/ 246 w 264"/>
                <a:gd name="T11" fmla="*/ 243 h 247"/>
                <a:gd name="T12" fmla="*/ 264 w 264"/>
                <a:gd name="T13" fmla="*/ 243 h 247"/>
                <a:gd name="T14" fmla="*/ 264 w 264"/>
                <a:gd name="T1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47">
                  <a:moveTo>
                    <a:pt x="264" y="247"/>
                  </a:moveTo>
                  <a:cubicBezTo>
                    <a:pt x="245" y="247"/>
                    <a:pt x="245" y="247"/>
                    <a:pt x="245" y="247"/>
                  </a:cubicBezTo>
                  <a:cubicBezTo>
                    <a:pt x="245" y="247"/>
                    <a:pt x="244" y="247"/>
                    <a:pt x="244" y="24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6" y="243"/>
                    <a:pt x="246" y="243"/>
                    <a:pt x="246" y="243"/>
                  </a:cubicBezTo>
                  <a:cubicBezTo>
                    <a:pt x="264" y="243"/>
                    <a:pt x="264" y="243"/>
                    <a:pt x="264" y="243"/>
                  </a:cubicBezTo>
                  <a:lnTo>
                    <a:pt x="264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6" name="Freeform 531"/>
            <p:cNvSpPr>
              <a:spLocks/>
            </p:cNvSpPr>
            <p:nvPr/>
          </p:nvSpPr>
          <p:spPr bwMode="auto">
            <a:xfrm flipV="1">
              <a:off x="760414" y="7092949"/>
              <a:ext cx="1114425" cy="1009650"/>
            </a:xfrm>
            <a:custGeom>
              <a:avLst/>
              <a:gdLst>
                <a:gd name="T0" fmla="*/ 297 w 297"/>
                <a:gd name="T1" fmla="*/ 269 h 269"/>
                <a:gd name="T2" fmla="*/ 294 w 297"/>
                <a:gd name="T3" fmla="*/ 269 h 269"/>
                <a:gd name="T4" fmla="*/ 294 w 297"/>
                <a:gd name="T5" fmla="*/ 253 h 269"/>
                <a:gd name="T6" fmla="*/ 268 w 297"/>
                <a:gd name="T7" fmla="*/ 227 h 269"/>
                <a:gd name="T8" fmla="*/ 226 w 297"/>
                <a:gd name="T9" fmla="*/ 227 h 269"/>
                <a:gd name="T10" fmla="*/ 225 w 297"/>
                <a:gd name="T11" fmla="*/ 226 h 269"/>
                <a:gd name="T12" fmla="*/ 0 w 297"/>
                <a:gd name="T13" fmla="*/ 2 h 269"/>
                <a:gd name="T14" fmla="*/ 3 w 297"/>
                <a:gd name="T15" fmla="*/ 0 h 269"/>
                <a:gd name="T16" fmla="*/ 226 w 297"/>
                <a:gd name="T17" fmla="*/ 223 h 269"/>
                <a:gd name="T18" fmla="*/ 269 w 297"/>
                <a:gd name="T19" fmla="*/ 223 h 269"/>
                <a:gd name="T20" fmla="*/ 270 w 297"/>
                <a:gd name="T21" fmla="*/ 224 h 269"/>
                <a:gd name="T22" fmla="*/ 297 w 297"/>
                <a:gd name="T23" fmla="*/ 251 h 269"/>
                <a:gd name="T24" fmla="*/ 297 w 297"/>
                <a:gd name="T25" fmla="*/ 252 h 269"/>
                <a:gd name="T26" fmla="*/ 297 w 297"/>
                <a:gd name="T2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7" h="269">
                  <a:moveTo>
                    <a:pt x="297" y="269"/>
                  </a:moveTo>
                  <a:cubicBezTo>
                    <a:pt x="294" y="269"/>
                    <a:pt x="294" y="269"/>
                    <a:pt x="294" y="269"/>
                  </a:cubicBezTo>
                  <a:cubicBezTo>
                    <a:pt x="294" y="253"/>
                    <a:pt x="294" y="253"/>
                    <a:pt x="294" y="253"/>
                  </a:cubicBezTo>
                  <a:cubicBezTo>
                    <a:pt x="268" y="227"/>
                    <a:pt x="268" y="227"/>
                    <a:pt x="268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5" y="227"/>
                    <a:pt x="225" y="227"/>
                    <a:pt x="225" y="22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69" y="223"/>
                    <a:pt x="269" y="223"/>
                    <a:pt x="269" y="223"/>
                  </a:cubicBezTo>
                  <a:cubicBezTo>
                    <a:pt x="269" y="223"/>
                    <a:pt x="269" y="224"/>
                    <a:pt x="270" y="224"/>
                  </a:cubicBezTo>
                  <a:cubicBezTo>
                    <a:pt x="297" y="251"/>
                    <a:pt x="297" y="251"/>
                    <a:pt x="297" y="251"/>
                  </a:cubicBezTo>
                  <a:cubicBezTo>
                    <a:pt x="297" y="251"/>
                    <a:pt x="297" y="252"/>
                    <a:pt x="297" y="252"/>
                  </a:cubicBezTo>
                  <a:lnTo>
                    <a:pt x="297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7" name="Freeform 532"/>
            <p:cNvSpPr>
              <a:spLocks/>
            </p:cNvSpPr>
            <p:nvPr/>
          </p:nvSpPr>
          <p:spPr bwMode="auto">
            <a:xfrm flipV="1">
              <a:off x="530227" y="6677024"/>
              <a:ext cx="1250950" cy="1196975"/>
            </a:xfrm>
            <a:custGeom>
              <a:avLst/>
              <a:gdLst>
                <a:gd name="T0" fmla="*/ 317 w 333"/>
                <a:gd name="T1" fmla="*/ 319 h 319"/>
                <a:gd name="T2" fmla="*/ 316 w 333"/>
                <a:gd name="T3" fmla="*/ 318 h 319"/>
                <a:gd name="T4" fmla="*/ 0 w 333"/>
                <a:gd name="T5" fmla="*/ 2 h 319"/>
                <a:gd name="T6" fmla="*/ 2 w 333"/>
                <a:gd name="T7" fmla="*/ 0 h 319"/>
                <a:gd name="T8" fmla="*/ 318 w 333"/>
                <a:gd name="T9" fmla="*/ 315 h 319"/>
                <a:gd name="T10" fmla="*/ 333 w 333"/>
                <a:gd name="T11" fmla="*/ 315 h 319"/>
                <a:gd name="T12" fmla="*/ 333 w 333"/>
                <a:gd name="T13" fmla="*/ 319 h 319"/>
                <a:gd name="T14" fmla="*/ 317 w 333"/>
                <a:gd name="T1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19">
                  <a:moveTo>
                    <a:pt x="317" y="319"/>
                  </a:moveTo>
                  <a:cubicBezTo>
                    <a:pt x="317" y="319"/>
                    <a:pt x="316" y="319"/>
                    <a:pt x="316" y="3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18" y="315"/>
                    <a:pt x="318" y="315"/>
                    <a:pt x="318" y="315"/>
                  </a:cubicBezTo>
                  <a:cubicBezTo>
                    <a:pt x="333" y="315"/>
                    <a:pt x="333" y="315"/>
                    <a:pt x="333" y="315"/>
                  </a:cubicBezTo>
                  <a:cubicBezTo>
                    <a:pt x="333" y="319"/>
                    <a:pt x="333" y="319"/>
                    <a:pt x="333" y="319"/>
                  </a:cubicBezTo>
                  <a:cubicBezTo>
                    <a:pt x="317" y="319"/>
                    <a:pt x="317" y="319"/>
                    <a:pt x="317" y="3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8" name="Freeform 533"/>
            <p:cNvSpPr>
              <a:spLocks/>
            </p:cNvSpPr>
            <p:nvPr/>
          </p:nvSpPr>
          <p:spPr bwMode="auto">
            <a:xfrm flipV="1">
              <a:off x="433389" y="6064249"/>
              <a:ext cx="2135187" cy="1724025"/>
            </a:xfrm>
            <a:custGeom>
              <a:avLst/>
              <a:gdLst>
                <a:gd name="T0" fmla="*/ 564 w 569"/>
                <a:gd name="T1" fmla="*/ 459 h 459"/>
                <a:gd name="T2" fmla="*/ 435 w 569"/>
                <a:gd name="T3" fmla="*/ 330 h 459"/>
                <a:gd name="T4" fmla="*/ 345 w 569"/>
                <a:gd name="T5" fmla="*/ 330 h 459"/>
                <a:gd name="T6" fmla="*/ 343 w 569"/>
                <a:gd name="T7" fmla="*/ 329 h 459"/>
                <a:gd name="T8" fmla="*/ 205 w 569"/>
                <a:gd name="T9" fmla="*/ 191 h 459"/>
                <a:gd name="T10" fmla="*/ 187 w 569"/>
                <a:gd name="T11" fmla="*/ 191 h 459"/>
                <a:gd name="T12" fmla="*/ 185 w 569"/>
                <a:gd name="T13" fmla="*/ 190 h 459"/>
                <a:gd name="T14" fmla="*/ 0 w 569"/>
                <a:gd name="T15" fmla="*/ 5 h 459"/>
                <a:gd name="T16" fmla="*/ 5 w 569"/>
                <a:gd name="T17" fmla="*/ 0 h 459"/>
                <a:gd name="T18" fmla="*/ 189 w 569"/>
                <a:gd name="T19" fmla="*/ 184 h 459"/>
                <a:gd name="T20" fmla="*/ 206 w 569"/>
                <a:gd name="T21" fmla="*/ 184 h 459"/>
                <a:gd name="T22" fmla="*/ 209 w 569"/>
                <a:gd name="T23" fmla="*/ 185 h 459"/>
                <a:gd name="T24" fmla="*/ 347 w 569"/>
                <a:gd name="T25" fmla="*/ 323 h 459"/>
                <a:gd name="T26" fmla="*/ 436 w 569"/>
                <a:gd name="T27" fmla="*/ 323 h 459"/>
                <a:gd name="T28" fmla="*/ 439 w 569"/>
                <a:gd name="T29" fmla="*/ 324 h 459"/>
                <a:gd name="T30" fmla="*/ 569 w 569"/>
                <a:gd name="T31" fmla="*/ 454 h 459"/>
                <a:gd name="T32" fmla="*/ 564 w 569"/>
                <a:gd name="T33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9" h="459">
                  <a:moveTo>
                    <a:pt x="564" y="459"/>
                  </a:moveTo>
                  <a:cubicBezTo>
                    <a:pt x="435" y="330"/>
                    <a:pt x="435" y="330"/>
                    <a:pt x="435" y="330"/>
                  </a:cubicBezTo>
                  <a:cubicBezTo>
                    <a:pt x="345" y="330"/>
                    <a:pt x="345" y="330"/>
                    <a:pt x="345" y="330"/>
                  </a:cubicBezTo>
                  <a:cubicBezTo>
                    <a:pt x="344" y="330"/>
                    <a:pt x="343" y="330"/>
                    <a:pt x="343" y="329"/>
                  </a:cubicBezTo>
                  <a:cubicBezTo>
                    <a:pt x="205" y="191"/>
                    <a:pt x="205" y="191"/>
                    <a:pt x="205" y="191"/>
                  </a:cubicBezTo>
                  <a:cubicBezTo>
                    <a:pt x="187" y="191"/>
                    <a:pt x="187" y="191"/>
                    <a:pt x="187" y="191"/>
                  </a:cubicBezTo>
                  <a:cubicBezTo>
                    <a:pt x="186" y="191"/>
                    <a:pt x="185" y="191"/>
                    <a:pt x="185" y="19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89" y="184"/>
                    <a:pt x="189" y="184"/>
                    <a:pt x="189" y="184"/>
                  </a:cubicBezTo>
                  <a:cubicBezTo>
                    <a:pt x="206" y="184"/>
                    <a:pt x="206" y="184"/>
                    <a:pt x="206" y="184"/>
                  </a:cubicBezTo>
                  <a:cubicBezTo>
                    <a:pt x="207" y="184"/>
                    <a:pt x="208" y="184"/>
                    <a:pt x="209" y="185"/>
                  </a:cubicBezTo>
                  <a:cubicBezTo>
                    <a:pt x="347" y="323"/>
                    <a:pt x="347" y="323"/>
                    <a:pt x="347" y="323"/>
                  </a:cubicBezTo>
                  <a:cubicBezTo>
                    <a:pt x="436" y="323"/>
                    <a:pt x="436" y="323"/>
                    <a:pt x="436" y="323"/>
                  </a:cubicBezTo>
                  <a:cubicBezTo>
                    <a:pt x="437" y="323"/>
                    <a:pt x="438" y="323"/>
                    <a:pt x="439" y="324"/>
                  </a:cubicBezTo>
                  <a:cubicBezTo>
                    <a:pt x="569" y="454"/>
                    <a:pt x="569" y="454"/>
                    <a:pt x="569" y="454"/>
                  </a:cubicBezTo>
                  <a:lnTo>
                    <a:pt x="564" y="45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9" name="Freeform 534"/>
            <p:cNvSpPr>
              <a:spLocks/>
            </p:cNvSpPr>
            <p:nvPr/>
          </p:nvSpPr>
          <p:spPr bwMode="auto">
            <a:xfrm flipV="1">
              <a:off x="361952" y="5667373"/>
              <a:ext cx="2578100" cy="2049463"/>
            </a:xfrm>
            <a:custGeom>
              <a:avLst/>
              <a:gdLst>
                <a:gd name="T0" fmla="*/ 687 w 687"/>
                <a:gd name="T1" fmla="*/ 546 h 546"/>
                <a:gd name="T2" fmla="*/ 678 w 687"/>
                <a:gd name="T3" fmla="*/ 546 h 546"/>
                <a:gd name="T4" fmla="*/ 675 w 687"/>
                <a:gd name="T5" fmla="*/ 545 h 546"/>
                <a:gd name="T6" fmla="*/ 627 w 687"/>
                <a:gd name="T7" fmla="*/ 496 h 546"/>
                <a:gd name="T8" fmla="*/ 600 w 687"/>
                <a:gd name="T9" fmla="*/ 496 h 546"/>
                <a:gd name="T10" fmla="*/ 597 w 687"/>
                <a:gd name="T11" fmla="*/ 495 h 546"/>
                <a:gd name="T12" fmla="*/ 487 w 687"/>
                <a:gd name="T13" fmla="*/ 385 h 546"/>
                <a:gd name="T14" fmla="*/ 402 w 687"/>
                <a:gd name="T15" fmla="*/ 385 h 546"/>
                <a:gd name="T16" fmla="*/ 399 w 687"/>
                <a:gd name="T17" fmla="*/ 384 h 546"/>
                <a:gd name="T18" fmla="*/ 209 w 687"/>
                <a:gd name="T19" fmla="*/ 194 h 546"/>
                <a:gd name="T20" fmla="*/ 190 w 687"/>
                <a:gd name="T21" fmla="*/ 194 h 546"/>
                <a:gd name="T22" fmla="*/ 188 w 687"/>
                <a:gd name="T23" fmla="*/ 193 h 546"/>
                <a:gd name="T24" fmla="*/ 0 w 687"/>
                <a:gd name="T25" fmla="*/ 5 h 546"/>
                <a:gd name="T26" fmla="*/ 5 w 687"/>
                <a:gd name="T27" fmla="*/ 0 h 546"/>
                <a:gd name="T28" fmla="*/ 192 w 687"/>
                <a:gd name="T29" fmla="*/ 187 h 546"/>
                <a:gd name="T30" fmla="*/ 210 w 687"/>
                <a:gd name="T31" fmla="*/ 187 h 546"/>
                <a:gd name="T32" fmla="*/ 213 w 687"/>
                <a:gd name="T33" fmla="*/ 188 h 546"/>
                <a:gd name="T34" fmla="*/ 403 w 687"/>
                <a:gd name="T35" fmla="*/ 378 h 546"/>
                <a:gd name="T36" fmla="*/ 488 w 687"/>
                <a:gd name="T37" fmla="*/ 378 h 546"/>
                <a:gd name="T38" fmla="*/ 491 w 687"/>
                <a:gd name="T39" fmla="*/ 379 h 546"/>
                <a:gd name="T40" fmla="*/ 601 w 687"/>
                <a:gd name="T41" fmla="*/ 489 h 546"/>
                <a:gd name="T42" fmla="*/ 628 w 687"/>
                <a:gd name="T43" fmla="*/ 489 h 546"/>
                <a:gd name="T44" fmla="*/ 631 w 687"/>
                <a:gd name="T45" fmla="*/ 490 h 546"/>
                <a:gd name="T46" fmla="*/ 679 w 687"/>
                <a:gd name="T47" fmla="*/ 539 h 546"/>
                <a:gd name="T48" fmla="*/ 687 w 687"/>
                <a:gd name="T49" fmla="*/ 539 h 546"/>
                <a:gd name="T50" fmla="*/ 687 w 687"/>
                <a:gd name="T51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87" h="546">
                  <a:moveTo>
                    <a:pt x="687" y="546"/>
                  </a:moveTo>
                  <a:cubicBezTo>
                    <a:pt x="678" y="546"/>
                    <a:pt x="678" y="546"/>
                    <a:pt x="678" y="546"/>
                  </a:cubicBezTo>
                  <a:cubicBezTo>
                    <a:pt x="677" y="546"/>
                    <a:pt x="676" y="546"/>
                    <a:pt x="675" y="545"/>
                  </a:cubicBezTo>
                  <a:cubicBezTo>
                    <a:pt x="627" y="496"/>
                    <a:pt x="627" y="496"/>
                    <a:pt x="627" y="496"/>
                  </a:cubicBezTo>
                  <a:cubicBezTo>
                    <a:pt x="600" y="496"/>
                    <a:pt x="600" y="496"/>
                    <a:pt x="600" y="496"/>
                  </a:cubicBezTo>
                  <a:cubicBezTo>
                    <a:pt x="599" y="496"/>
                    <a:pt x="598" y="496"/>
                    <a:pt x="597" y="495"/>
                  </a:cubicBezTo>
                  <a:cubicBezTo>
                    <a:pt x="487" y="385"/>
                    <a:pt x="487" y="385"/>
                    <a:pt x="487" y="385"/>
                  </a:cubicBezTo>
                  <a:cubicBezTo>
                    <a:pt x="402" y="385"/>
                    <a:pt x="402" y="385"/>
                    <a:pt x="402" y="385"/>
                  </a:cubicBezTo>
                  <a:cubicBezTo>
                    <a:pt x="401" y="385"/>
                    <a:pt x="400" y="385"/>
                    <a:pt x="399" y="384"/>
                  </a:cubicBezTo>
                  <a:cubicBezTo>
                    <a:pt x="209" y="194"/>
                    <a:pt x="209" y="194"/>
                    <a:pt x="209" y="194"/>
                  </a:cubicBezTo>
                  <a:cubicBezTo>
                    <a:pt x="190" y="194"/>
                    <a:pt x="190" y="194"/>
                    <a:pt x="190" y="194"/>
                  </a:cubicBezTo>
                  <a:cubicBezTo>
                    <a:pt x="189" y="194"/>
                    <a:pt x="188" y="193"/>
                    <a:pt x="188" y="19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92" y="187"/>
                    <a:pt x="192" y="187"/>
                    <a:pt x="192" y="187"/>
                  </a:cubicBezTo>
                  <a:cubicBezTo>
                    <a:pt x="210" y="187"/>
                    <a:pt x="210" y="187"/>
                    <a:pt x="210" y="187"/>
                  </a:cubicBezTo>
                  <a:cubicBezTo>
                    <a:pt x="211" y="187"/>
                    <a:pt x="212" y="187"/>
                    <a:pt x="213" y="188"/>
                  </a:cubicBezTo>
                  <a:cubicBezTo>
                    <a:pt x="403" y="378"/>
                    <a:pt x="403" y="378"/>
                    <a:pt x="403" y="378"/>
                  </a:cubicBezTo>
                  <a:cubicBezTo>
                    <a:pt x="488" y="378"/>
                    <a:pt x="488" y="378"/>
                    <a:pt x="488" y="378"/>
                  </a:cubicBezTo>
                  <a:cubicBezTo>
                    <a:pt x="489" y="378"/>
                    <a:pt x="490" y="378"/>
                    <a:pt x="491" y="379"/>
                  </a:cubicBezTo>
                  <a:cubicBezTo>
                    <a:pt x="601" y="489"/>
                    <a:pt x="601" y="489"/>
                    <a:pt x="601" y="489"/>
                  </a:cubicBezTo>
                  <a:cubicBezTo>
                    <a:pt x="628" y="489"/>
                    <a:pt x="628" y="489"/>
                    <a:pt x="628" y="489"/>
                  </a:cubicBezTo>
                  <a:cubicBezTo>
                    <a:pt x="629" y="489"/>
                    <a:pt x="630" y="490"/>
                    <a:pt x="631" y="490"/>
                  </a:cubicBezTo>
                  <a:cubicBezTo>
                    <a:pt x="679" y="539"/>
                    <a:pt x="679" y="539"/>
                    <a:pt x="679" y="539"/>
                  </a:cubicBezTo>
                  <a:cubicBezTo>
                    <a:pt x="687" y="539"/>
                    <a:pt x="687" y="539"/>
                    <a:pt x="687" y="539"/>
                  </a:cubicBezTo>
                  <a:lnTo>
                    <a:pt x="687" y="54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0" name="Freeform 535"/>
            <p:cNvSpPr>
              <a:spLocks/>
            </p:cNvSpPr>
            <p:nvPr/>
          </p:nvSpPr>
          <p:spPr bwMode="auto">
            <a:xfrm flipV="1">
              <a:off x="617539" y="5299074"/>
              <a:ext cx="2701925" cy="2660650"/>
            </a:xfrm>
            <a:custGeom>
              <a:avLst/>
              <a:gdLst>
                <a:gd name="T0" fmla="*/ 720 w 720"/>
                <a:gd name="T1" fmla="*/ 709 h 709"/>
                <a:gd name="T2" fmla="*/ 690 w 720"/>
                <a:gd name="T3" fmla="*/ 709 h 709"/>
                <a:gd name="T4" fmla="*/ 689 w 720"/>
                <a:gd name="T5" fmla="*/ 708 h 709"/>
                <a:gd name="T6" fmla="*/ 648 w 720"/>
                <a:gd name="T7" fmla="*/ 667 h 709"/>
                <a:gd name="T8" fmla="*/ 647 w 720"/>
                <a:gd name="T9" fmla="*/ 665 h 709"/>
                <a:gd name="T10" fmla="*/ 647 w 720"/>
                <a:gd name="T11" fmla="*/ 635 h 709"/>
                <a:gd name="T12" fmla="*/ 648 w 720"/>
                <a:gd name="T13" fmla="*/ 634 h 709"/>
                <a:gd name="T14" fmla="*/ 665 w 720"/>
                <a:gd name="T15" fmla="*/ 617 h 709"/>
                <a:gd name="T16" fmla="*/ 665 w 720"/>
                <a:gd name="T17" fmla="*/ 601 h 709"/>
                <a:gd name="T18" fmla="*/ 619 w 720"/>
                <a:gd name="T19" fmla="*/ 556 h 709"/>
                <a:gd name="T20" fmla="*/ 607 w 720"/>
                <a:gd name="T21" fmla="*/ 556 h 709"/>
                <a:gd name="T22" fmla="*/ 606 w 720"/>
                <a:gd name="T23" fmla="*/ 556 h 709"/>
                <a:gd name="T24" fmla="*/ 567 w 720"/>
                <a:gd name="T25" fmla="*/ 517 h 709"/>
                <a:gd name="T26" fmla="*/ 566 w 720"/>
                <a:gd name="T27" fmla="*/ 515 h 709"/>
                <a:gd name="T28" fmla="*/ 566 w 720"/>
                <a:gd name="T29" fmla="*/ 470 h 709"/>
                <a:gd name="T30" fmla="*/ 494 w 720"/>
                <a:gd name="T31" fmla="*/ 398 h 709"/>
                <a:gd name="T32" fmla="*/ 447 w 720"/>
                <a:gd name="T33" fmla="*/ 398 h 709"/>
                <a:gd name="T34" fmla="*/ 446 w 720"/>
                <a:gd name="T35" fmla="*/ 397 h 709"/>
                <a:gd name="T36" fmla="*/ 355 w 720"/>
                <a:gd name="T37" fmla="*/ 306 h 709"/>
                <a:gd name="T38" fmla="*/ 304 w 720"/>
                <a:gd name="T39" fmla="*/ 306 h 709"/>
                <a:gd name="T40" fmla="*/ 303 w 720"/>
                <a:gd name="T41" fmla="*/ 305 h 709"/>
                <a:gd name="T42" fmla="*/ 0 w 720"/>
                <a:gd name="T43" fmla="*/ 2 h 709"/>
                <a:gd name="T44" fmla="*/ 2 w 720"/>
                <a:gd name="T45" fmla="*/ 0 h 709"/>
                <a:gd name="T46" fmla="*/ 305 w 720"/>
                <a:gd name="T47" fmla="*/ 302 h 709"/>
                <a:gd name="T48" fmla="*/ 355 w 720"/>
                <a:gd name="T49" fmla="*/ 302 h 709"/>
                <a:gd name="T50" fmla="*/ 356 w 720"/>
                <a:gd name="T51" fmla="*/ 303 h 709"/>
                <a:gd name="T52" fmla="*/ 448 w 720"/>
                <a:gd name="T53" fmla="*/ 394 h 709"/>
                <a:gd name="T54" fmla="*/ 495 w 720"/>
                <a:gd name="T55" fmla="*/ 394 h 709"/>
                <a:gd name="T56" fmla="*/ 496 w 720"/>
                <a:gd name="T57" fmla="*/ 395 h 709"/>
                <a:gd name="T58" fmla="*/ 569 w 720"/>
                <a:gd name="T59" fmla="*/ 468 h 709"/>
                <a:gd name="T60" fmla="*/ 570 w 720"/>
                <a:gd name="T61" fmla="*/ 469 h 709"/>
                <a:gd name="T62" fmla="*/ 570 w 720"/>
                <a:gd name="T63" fmla="*/ 515 h 709"/>
                <a:gd name="T64" fmla="*/ 608 w 720"/>
                <a:gd name="T65" fmla="*/ 553 h 709"/>
                <a:gd name="T66" fmla="*/ 620 w 720"/>
                <a:gd name="T67" fmla="*/ 553 h 709"/>
                <a:gd name="T68" fmla="*/ 621 w 720"/>
                <a:gd name="T69" fmla="*/ 553 h 709"/>
                <a:gd name="T70" fmla="*/ 668 w 720"/>
                <a:gd name="T71" fmla="*/ 600 h 709"/>
                <a:gd name="T72" fmla="*/ 668 w 720"/>
                <a:gd name="T73" fmla="*/ 601 h 709"/>
                <a:gd name="T74" fmla="*/ 668 w 720"/>
                <a:gd name="T75" fmla="*/ 617 h 709"/>
                <a:gd name="T76" fmla="*/ 668 w 720"/>
                <a:gd name="T77" fmla="*/ 618 h 709"/>
                <a:gd name="T78" fmla="*/ 650 w 720"/>
                <a:gd name="T79" fmla="*/ 636 h 709"/>
                <a:gd name="T80" fmla="*/ 650 w 720"/>
                <a:gd name="T81" fmla="*/ 665 h 709"/>
                <a:gd name="T82" fmla="*/ 691 w 720"/>
                <a:gd name="T83" fmla="*/ 705 h 709"/>
                <a:gd name="T84" fmla="*/ 720 w 720"/>
                <a:gd name="T85" fmla="*/ 705 h 709"/>
                <a:gd name="T86" fmla="*/ 720 w 720"/>
                <a:gd name="T87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20" h="709">
                  <a:moveTo>
                    <a:pt x="720" y="709"/>
                  </a:moveTo>
                  <a:cubicBezTo>
                    <a:pt x="690" y="709"/>
                    <a:pt x="690" y="709"/>
                    <a:pt x="690" y="709"/>
                  </a:cubicBezTo>
                  <a:cubicBezTo>
                    <a:pt x="690" y="709"/>
                    <a:pt x="690" y="709"/>
                    <a:pt x="689" y="708"/>
                  </a:cubicBezTo>
                  <a:cubicBezTo>
                    <a:pt x="648" y="667"/>
                    <a:pt x="648" y="667"/>
                    <a:pt x="648" y="667"/>
                  </a:cubicBezTo>
                  <a:cubicBezTo>
                    <a:pt x="647" y="666"/>
                    <a:pt x="647" y="666"/>
                    <a:pt x="647" y="665"/>
                  </a:cubicBezTo>
                  <a:cubicBezTo>
                    <a:pt x="647" y="635"/>
                    <a:pt x="647" y="635"/>
                    <a:pt x="647" y="635"/>
                  </a:cubicBezTo>
                  <a:cubicBezTo>
                    <a:pt x="647" y="635"/>
                    <a:pt x="647" y="634"/>
                    <a:pt x="648" y="634"/>
                  </a:cubicBezTo>
                  <a:cubicBezTo>
                    <a:pt x="665" y="617"/>
                    <a:pt x="665" y="617"/>
                    <a:pt x="665" y="617"/>
                  </a:cubicBezTo>
                  <a:cubicBezTo>
                    <a:pt x="665" y="601"/>
                    <a:pt x="665" y="601"/>
                    <a:pt x="665" y="601"/>
                  </a:cubicBezTo>
                  <a:cubicBezTo>
                    <a:pt x="619" y="556"/>
                    <a:pt x="619" y="556"/>
                    <a:pt x="619" y="556"/>
                  </a:cubicBezTo>
                  <a:cubicBezTo>
                    <a:pt x="607" y="556"/>
                    <a:pt x="607" y="556"/>
                    <a:pt x="607" y="556"/>
                  </a:cubicBezTo>
                  <a:cubicBezTo>
                    <a:pt x="607" y="556"/>
                    <a:pt x="606" y="556"/>
                    <a:pt x="606" y="556"/>
                  </a:cubicBezTo>
                  <a:cubicBezTo>
                    <a:pt x="567" y="517"/>
                    <a:pt x="567" y="517"/>
                    <a:pt x="567" y="517"/>
                  </a:cubicBezTo>
                  <a:cubicBezTo>
                    <a:pt x="566" y="516"/>
                    <a:pt x="566" y="516"/>
                    <a:pt x="566" y="515"/>
                  </a:cubicBezTo>
                  <a:cubicBezTo>
                    <a:pt x="566" y="470"/>
                    <a:pt x="566" y="470"/>
                    <a:pt x="566" y="470"/>
                  </a:cubicBezTo>
                  <a:cubicBezTo>
                    <a:pt x="494" y="398"/>
                    <a:pt x="494" y="398"/>
                    <a:pt x="494" y="398"/>
                  </a:cubicBezTo>
                  <a:cubicBezTo>
                    <a:pt x="447" y="398"/>
                    <a:pt x="447" y="398"/>
                    <a:pt x="447" y="398"/>
                  </a:cubicBezTo>
                  <a:cubicBezTo>
                    <a:pt x="447" y="398"/>
                    <a:pt x="446" y="398"/>
                    <a:pt x="446" y="397"/>
                  </a:cubicBezTo>
                  <a:cubicBezTo>
                    <a:pt x="355" y="306"/>
                    <a:pt x="355" y="306"/>
                    <a:pt x="355" y="306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06"/>
                    <a:pt x="303" y="305"/>
                    <a:pt x="303" y="30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55" y="302"/>
                    <a:pt x="355" y="302"/>
                    <a:pt x="355" y="302"/>
                  </a:cubicBezTo>
                  <a:cubicBezTo>
                    <a:pt x="356" y="302"/>
                    <a:pt x="356" y="302"/>
                    <a:pt x="356" y="303"/>
                  </a:cubicBezTo>
                  <a:cubicBezTo>
                    <a:pt x="448" y="394"/>
                    <a:pt x="448" y="394"/>
                    <a:pt x="448" y="394"/>
                  </a:cubicBezTo>
                  <a:cubicBezTo>
                    <a:pt x="495" y="394"/>
                    <a:pt x="495" y="394"/>
                    <a:pt x="495" y="394"/>
                  </a:cubicBezTo>
                  <a:cubicBezTo>
                    <a:pt x="495" y="394"/>
                    <a:pt x="496" y="394"/>
                    <a:pt x="496" y="395"/>
                  </a:cubicBezTo>
                  <a:cubicBezTo>
                    <a:pt x="569" y="468"/>
                    <a:pt x="569" y="468"/>
                    <a:pt x="569" y="468"/>
                  </a:cubicBezTo>
                  <a:cubicBezTo>
                    <a:pt x="569" y="468"/>
                    <a:pt x="570" y="469"/>
                    <a:pt x="570" y="469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608" y="553"/>
                    <a:pt x="608" y="553"/>
                    <a:pt x="608" y="553"/>
                  </a:cubicBezTo>
                  <a:cubicBezTo>
                    <a:pt x="620" y="553"/>
                    <a:pt x="620" y="553"/>
                    <a:pt x="620" y="553"/>
                  </a:cubicBezTo>
                  <a:cubicBezTo>
                    <a:pt x="621" y="553"/>
                    <a:pt x="621" y="553"/>
                    <a:pt x="621" y="553"/>
                  </a:cubicBezTo>
                  <a:cubicBezTo>
                    <a:pt x="668" y="600"/>
                    <a:pt x="668" y="600"/>
                    <a:pt x="668" y="600"/>
                  </a:cubicBezTo>
                  <a:cubicBezTo>
                    <a:pt x="668" y="600"/>
                    <a:pt x="668" y="600"/>
                    <a:pt x="668" y="601"/>
                  </a:cubicBezTo>
                  <a:cubicBezTo>
                    <a:pt x="668" y="617"/>
                    <a:pt x="668" y="617"/>
                    <a:pt x="668" y="617"/>
                  </a:cubicBezTo>
                  <a:cubicBezTo>
                    <a:pt x="668" y="618"/>
                    <a:pt x="668" y="618"/>
                    <a:pt x="668" y="618"/>
                  </a:cubicBezTo>
                  <a:cubicBezTo>
                    <a:pt x="650" y="636"/>
                    <a:pt x="650" y="636"/>
                    <a:pt x="650" y="636"/>
                  </a:cubicBezTo>
                  <a:cubicBezTo>
                    <a:pt x="650" y="665"/>
                    <a:pt x="650" y="665"/>
                    <a:pt x="650" y="665"/>
                  </a:cubicBezTo>
                  <a:cubicBezTo>
                    <a:pt x="691" y="705"/>
                    <a:pt x="691" y="705"/>
                    <a:pt x="691" y="705"/>
                  </a:cubicBezTo>
                  <a:cubicBezTo>
                    <a:pt x="720" y="705"/>
                    <a:pt x="720" y="705"/>
                    <a:pt x="720" y="705"/>
                  </a:cubicBezTo>
                  <a:lnTo>
                    <a:pt x="720" y="7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1" name="Freeform 536"/>
            <p:cNvSpPr>
              <a:spLocks/>
            </p:cNvSpPr>
            <p:nvPr/>
          </p:nvSpPr>
          <p:spPr bwMode="auto">
            <a:xfrm flipV="1">
              <a:off x="819152" y="5851524"/>
              <a:ext cx="2293937" cy="2311400"/>
            </a:xfrm>
            <a:custGeom>
              <a:avLst/>
              <a:gdLst>
                <a:gd name="T0" fmla="*/ 609 w 611"/>
                <a:gd name="T1" fmla="*/ 616 h 616"/>
                <a:gd name="T2" fmla="*/ 585 w 611"/>
                <a:gd name="T3" fmla="*/ 592 h 616"/>
                <a:gd name="T4" fmla="*/ 561 w 611"/>
                <a:gd name="T5" fmla="*/ 592 h 616"/>
                <a:gd name="T6" fmla="*/ 560 w 611"/>
                <a:gd name="T7" fmla="*/ 591 h 616"/>
                <a:gd name="T8" fmla="*/ 538 w 611"/>
                <a:gd name="T9" fmla="*/ 570 h 616"/>
                <a:gd name="T10" fmla="*/ 538 w 611"/>
                <a:gd name="T11" fmla="*/ 569 h 616"/>
                <a:gd name="T12" fmla="*/ 538 w 611"/>
                <a:gd name="T13" fmla="*/ 513 h 616"/>
                <a:gd name="T14" fmla="*/ 439 w 611"/>
                <a:gd name="T15" fmla="*/ 413 h 616"/>
                <a:gd name="T16" fmla="*/ 396 w 611"/>
                <a:gd name="T17" fmla="*/ 413 h 616"/>
                <a:gd name="T18" fmla="*/ 395 w 611"/>
                <a:gd name="T19" fmla="*/ 413 h 616"/>
                <a:gd name="T20" fmla="*/ 322 w 611"/>
                <a:gd name="T21" fmla="*/ 339 h 616"/>
                <a:gd name="T22" fmla="*/ 321 w 611"/>
                <a:gd name="T23" fmla="*/ 338 h 616"/>
                <a:gd name="T24" fmla="*/ 321 w 611"/>
                <a:gd name="T25" fmla="*/ 281 h 616"/>
                <a:gd name="T26" fmla="*/ 254 w 611"/>
                <a:gd name="T27" fmla="*/ 214 h 616"/>
                <a:gd name="T28" fmla="*/ 212 w 611"/>
                <a:gd name="T29" fmla="*/ 214 h 616"/>
                <a:gd name="T30" fmla="*/ 211 w 611"/>
                <a:gd name="T31" fmla="*/ 214 h 616"/>
                <a:gd name="T32" fmla="*/ 0 w 611"/>
                <a:gd name="T33" fmla="*/ 2 h 616"/>
                <a:gd name="T34" fmla="*/ 2 w 611"/>
                <a:gd name="T35" fmla="*/ 0 h 616"/>
                <a:gd name="T36" fmla="*/ 213 w 611"/>
                <a:gd name="T37" fmla="*/ 211 h 616"/>
                <a:gd name="T38" fmla="*/ 255 w 611"/>
                <a:gd name="T39" fmla="*/ 211 h 616"/>
                <a:gd name="T40" fmla="*/ 256 w 611"/>
                <a:gd name="T41" fmla="*/ 211 h 616"/>
                <a:gd name="T42" fmla="*/ 324 w 611"/>
                <a:gd name="T43" fmla="*/ 279 h 616"/>
                <a:gd name="T44" fmla="*/ 325 w 611"/>
                <a:gd name="T45" fmla="*/ 280 h 616"/>
                <a:gd name="T46" fmla="*/ 325 w 611"/>
                <a:gd name="T47" fmla="*/ 337 h 616"/>
                <a:gd name="T48" fmla="*/ 397 w 611"/>
                <a:gd name="T49" fmla="*/ 410 h 616"/>
                <a:gd name="T50" fmla="*/ 439 w 611"/>
                <a:gd name="T51" fmla="*/ 410 h 616"/>
                <a:gd name="T52" fmla="*/ 441 w 611"/>
                <a:gd name="T53" fmla="*/ 410 h 616"/>
                <a:gd name="T54" fmla="*/ 541 w 611"/>
                <a:gd name="T55" fmla="*/ 511 h 616"/>
                <a:gd name="T56" fmla="*/ 541 w 611"/>
                <a:gd name="T57" fmla="*/ 512 h 616"/>
                <a:gd name="T58" fmla="*/ 541 w 611"/>
                <a:gd name="T59" fmla="*/ 568 h 616"/>
                <a:gd name="T60" fmla="*/ 562 w 611"/>
                <a:gd name="T61" fmla="*/ 588 h 616"/>
                <a:gd name="T62" fmla="*/ 586 w 611"/>
                <a:gd name="T63" fmla="*/ 588 h 616"/>
                <a:gd name="T64" fmla="*/ 587 w 611"/>
                <a:gd name="T65" fmla="*/ 589 h 616"/>
                <a:gd name="T66" fmla="*/ 611 w 611"/>
                <a:gd name="T67" fmla="*/ 613 h 616"/>
                <a:gd name="T68" fmla="*/ 609 w 611"/>
                <a:gd name="T69" fmla="*/ 61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1" h="616">
                  <a:moveTo>
                    <a:pt x="609" y="616"/>
                  </a:moveTo>
                  <a:cubicBezTo>
                    <a:pt x="585" y="592"/>
                    <a:pt x="585" y="592"/>
                    <a:pt x="585" y="592"/>
                  </a:cubicBezTo>
                  <a:cubicBezTo>
                    <a:pt x="561" y="592"/>
                    <a:pt x="561" y="592"/>
                    <a:pt x="561" y="592"/>
                  </a:cubicBezTo>
                  <a:cubicBezTo>
                    <a:pt x="561" y="592"/>
                    <a:pt x="560" y="592"/>
                    <a:pt x="560" y="591"/>
                  </a:cubicBezTo>
                  <a:cubicBezTo>
                    <a:pt x="538" y="570"/>
                    <a:pt x="538" y="570"/>
                    <a:pt x="538" y="570"/>
                  </a:cubicBezTo>
                  <a:cubicBezTo>
                    <a:pt x="538" y="570"/>
                    <a:pt x="538" y="569"/>
                    <a:pt x="538" y="569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39" y="413"/>
                    <a:pt x="439" y="413"/>
                    <a:pt x="439" y="413"/>
                  </a:cubicBezTo>
                  <a:cubicBezTo>
                    <a:pt x="396" y="413"/>
                    <a:pt x="396" y="413"/>
                    <a:pt x="396" y="413"/>
                  </a:cubicBezTo>
                  <a:cubicBezTo>
                    <a:pt x="396" y="413"/>
                    <a:pt x="395" y="413"/>
                    <a:pt x="395" y="413"/>
                  </a:cubicBezTo>
                  <a:cubicBezTo>
                    <a:pt x="322" y="339"/>
                    <a:pt x="322" y="339"/>
                    <a:pt x="322" y="339"/>
                  </a:cubicBezTo>
                  <a:cubicBezTo>
                    <a:pt x="321" y="339"/>
                    <a:pt x="321" y="338"/>
                    <a:pt x="321" y="338"/>
                  </a:cubicBezTo>
                  <a:cubicBezTo>
                    <a:pt x="321" y="281"/>
                    <a:pt x="321" y="281"/>
                    <a:pt x="321" y="281"/>
                  </a:cubicBezTo>
                  <a:cubicBezTo>
                    <a:pt x="254" y="214"/>
                    <a:pt x="254" y="214"/>
                    <a:pt x="254" y="214"/>
                  </a:cubicBezTo>
                  <a:cubicBezTo>
                    <a:pt x="212" y="214"/>
                    <a:pt x="212" y="214"/>
                    <a:pt x="212" y="214"/>
                  </a:cubicBezTo>
                  <a:cubicBezTo>
                    <a:pt x="212" y="214"/>
                    <a:pt x="211" y="214"/>
                    <a:pt x="211" y="2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55" y="211"/>
                    <a:pt x="255" y="211"/>
                    <a:pt x="255" y="211"/>
                  </a:cubicBezTo>
                  <a:cubicBezTo>
                    <a:pt x="256" y="211"/>
                    <a:pt x="256" y="211"/>
                    <a:pt x="256" y="211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79"/>
                    <a:pt x="325" y="280"/>
                    <a:pt x="325" y="280"/>
                  </a:cubicBezTo>
                  <a:cubicBezTo>
                    <a:pt x="325" y="337"/>
                    <a:pt x="325" y="337"/>
                    <a:pt x="325" y="337"/>
                  </a:cubicBezTo>
                  <a:cubicBezTo>
                    <a:pt x="397" y="410"/>
                    <a:pt x="397" y="410"/>
                    <a:pt x="397" y="410"/>
                  </a:cubicBezTo>
                  <a:cubicBezTo>
                    <a:pt x="439" y="410"/>
                    <a:pt x="439" y="410"/>
                    <a:pt x="439" y="410"/>
                  </a:cubicBezTo>
                  <a:cubicBezTo>
                    <a:pt x="440" y="410"/>
                    <a:pt x="440" y="410"/>
                    <a:pt x="441" y="410"/>
                  </a:cubicBezTo>
                  <a:cubicBezTo>
                    <a:pt x="541" y="511"/>
                    <a:pt x="541" y="511"/>
                    <a:pt x="541" y="511"/>
                  </a:cubicBezTo>
                  <a:cubicBezTo>
                    <a:pt x="541" y="511"/>
                    <a:pt x="541" y="511"/>
                    <a:pt x="541" y="512"/>
                  </a:cubicBezTo>
                  <a:cubicBezTo>
                    <a:pt x="541" y="568"/>
                    <a:pt x="541" y="568"/>
                    <a:pt x="541" y="568"/>
                  </a:cubicBezTo>
                  <a:cubicBezTo>
                    <a:pt x="562" y="588"/>
                    <a:pt x="562" y="588"/>
                    <a:pt x="562" y="588"/>
                  </a:cubicBezTo>
                  <a:cubicBezTo>
                    <a:pt x="586" y="588"/>
                    <a:pt x="586" y="588"/>
                    <a:pt x="586" y="588"/>
                  </a:cubicBezTo>
                  <a:cubicBezTo>
                    <a:pt x="586" y="588"/>
                    <a:pt x="587" y="589"/>
                    <a:pt x="587" y="589"/>
                  </a:cubicBezTo>
                  <a:cubicBezTo>
                    <a:pt x="611" y="613"/>
                    <a:pt x="611" y="613"/>
                    <a:pt x="611" y="613"/>
                  </a:cubicBezTo>
                  <a:lnTo>
                    <a:pt x="609" y="61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2" name="Freeform 537"/>
            <p:cNvSpPr>
              <a:spLocks/>
            </p:cNvSpPr>
            <p:nvPr/>
          </p:nvSpPr>
          <p:spPr bwMode="auto">
            <a:xfrm flipV="1">
              <a:off x="895352" y="5483223"/>
              <a:ext cx="2573337" cy="2754313"/>
            </a:xfrm>
            <a:custGeom>
              <a:avLst/>
              <a:gdLst>
                <a:gd name="T0" fmla="*/ 621 w 686"/>
                <a:gd name="T1" fmla="*/ 734 h 734"/>
                <a:gd name="T2" fmla="*/ 621 w 686"/>
                <a:gd name="T3" fmla="*/ 731 h 734"/>
                <a:gd name="T4" fmla="*/ 663 w 686"/>
                <a:gd name="T5" fmla="*/ 731 h 734"/>
                <a:gd name="T6" fmla="*/ 682 w 686"/>
                <a:gd name="T7" fmla="*/ 712 h 734"/>
                <a:gd name="T8" fmla="*/ 682 w 686"/>
                <a:gd name="T9" fmla="*/ 685 h 734"/>
                <a:gd name="T10" fmla="*/ 593 w 686"/>
                <a:gd name="T11" fmla="*/ 596 h 734"/>
                <a:gd name="T12" fmla="*/ 592 w 686"/>
                <a:gd name="T13" fmla="*/ 595 h 734"/>
                <a:gd name="T14" fmla="*/ 592 w 686"/>
                <a:gd name="T15" fmla="*/ 567 h 734"/>
                <a:gd name="T16" fmla="*/ 430 w 686"/>
                <a:gd name="T17" fmla="*/ 404 h 734"/>
                <a:gd name="T18" fmla="*/ 375 w 686"/>
                <a:gd name="T19" fmla="*/ 404 h 734"/>
                <a:gd name="T20" fmla="*/ 374 w 686"/>
                <a:gd name="T21" fmla="*/ 404 h 734"/>
                <a:gd name="T22" fmla="*/ 334 w 686"/>
                <a:gd name="T23" fmla="*/ 364 h 734"/>
                <a:gd name="T24" fmla="*/ 334 w 686"/>
                <a:gd name="T25" fmla="*/ 363 h 734"/>
                <a:gd name="T26" fmla="*/ 334 w 686"/>
                <a:gd name="T27" fmla="*/ 308 h 734"/>
                <a:gd name="T28" fmla="*/ 219 w 686"/>
                <a:gd name="T29" fmla="*/ 194 h 734"/>
                <a:gd name="T30" fmla="*/ 193 w 686"/>
                <a:gd name="T31" fmla="*/ 194 h 734"/>
                <a:gd name="T32" fmla="*/ 191 w 686"/>
                <a:gd name="T33" fmla="*/ 193 h 734"/>
                <a:gd name="T34" fmla="*/ 0 w 686"/>
                <a:gd name="T35" fmla="*/ 2 h 734"/>
                <a:gd name="T36" fmla="*/ 2 w 686"/>
                <a:gd name="T37" fmla="*/ 0 h 734"/>
                <a:gd name="T38" fmla="*/ 193 w 686"/>
                <a:gd name="T39" fmla="*/ 190 h 734"/>
                <a:gd name="T40" fmla="*/ 220 w 686"/>
                <a:gd name="T41" fmla="*/ 190 h 734"/>
                <a:gd name="T42" fmla="*/ 221 w 686"/>
                <a:gd name="T43" fmla="*/ 191 h 734"/>
                <a:gd name="T44" fmla="*/ 337 w 686"/>
                <a:gd name="T45" fmla="*/ 306 h 734"/>
                <a:gd name="T46" fmla="*/ 337 w 686"/>
                <a:gd name="T47" fmla="*/ 307 h 734"/>
                <a:gd name="T48" fmla="*/ 337 w 686"/>
                <a:gd name="T49" fmla="*/ 362 h 734"/>
                <a:gd name="T50" fmla="*/ 376 w 686"/>
                <a:gd name="T51" fmla="*/ 401 h 734"/>
                <a:gd name="T52" fmla="*/ 430 w 686"/>
                <a:gd name="T53" fmla="*/ 401 h 734"/>
                <a:gd name="T54" fmla="*/ 432 w 686"/>
                <a:gd name="T55" fmla="*/ 401 h 734"/>
                <a:gd name="T56" fmla="*/ 595 w 686"/>
                <a:gd name="T57" fmla="*/ 565 h 734"/>
                <a:gd name="T58" fmla="*/ 596 w 686"/>
                <a:gd name="T59" fmla="*/ 566 h 734"/>
                <a:gd name="T60" fmla="*/ 596 w 686"/>
                <a:gd name="T61" fmla="*/ 594 h 734"/>
                <a:gd name="T62" fmla="*/ 685 w 686"/>
                <a:gd name="T63" fmla="*/ 684 h 734"/>
                <a:gd name="T64" fmla="*/ 686 w 686"/>
                <a:gd name="T65" fmla="*/ 685 h 734"/>
                <a:gd name="T66" fmla="*/ 686 w 686"/>
                <a:gd name="T67" fmla="*/ 712 h 734"/>
                <a:gd name="T68" fmla="*/ 685 w 686"/>
                <a:gd name="T69" fmla="*/ 714 h 734"/>
                <a:gd name="T70" fmla="*/ 665 w 686"/>
                <a:gd name="T71" fmla="*/ 734 h 734"/>
                <a:gd name="T72" fmla="*/ 664 w 686"/>
                <a:gd name="T73" fmla="*/ 734 h 734"/>
                <a:gd name="T74" fmla="*/ 621 w 686"/>
                <a:gd name="T75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6" h="734">
                  <a:moveTo>
                    <a:pt x="621" y="734"/>
                  </a:moveTo>
                  <a:cubicBezTo>
                    <a:pt x="621" y="731"/>
                    <a:pt x="621" y="731"/>
                    <a:pt x="621" y="731"/>
                  </a:cubicBezTo>
                  <a:cubicBezTo>
                    <a:pt x="663" y="731"/>
                    <a:pt x="663" y="731"/>
                    <a:pt x="663" y="731"/>
                  </a:cubicBezTo>
                  <a:cubicBezTo>
                    <a:pt x="682" y="712"/>
                    <a:pt x="682" y="712"/>
                    <a:pt x="682" y="712"/>
                  </a:cubicBezTo>
                  <a:cubicBezTo>
                    <a:pt x="682" y="685"/>
                    <a:pt x="682" y="685"/>
                    <a:pt x="682" y="685"/>
                  </a:cubicBezTo>
                  <a:cubicBezTo>
                    <a:pt x="593" y="596"/>
                    <a:pt x="593" y="596"/>
                    <a:pt x="593" y="596"/>
                  </a:cubicBezTo>
                  <a:cubicBezTo>
                    <a:pt x="592" y="596"/>
                    <a:pt x="592" y="595"/>
                    <a:pt x="592" y="595"/>
                  </a:cubicBezTo>
                  <a:cubicBezTo>
                    <a:pt x="592" y="567"/>
                    <a:pt x="592" y="567"/>
                    <a:pt x="592" y="567"/>
                  </a:cubicBezTo>
                  <a:cubicBezTo>
                    <a:pt x="430" y="404"/>
                    <a:pt x="430" y="404"/>
                    <a:pt x="430" y="404"/>
                  </a:cubicBezTo>
                  <a:cubicBezTo>
                    <a:pt x="375" y="404"/>
                    <a:pt x="375" y="404"/>
                    <a:pt x="375" y="404"/>
                  </a:cubicBezTo>
                  <a:cubicBezTo>
                    <a:pt x="374" y="404"/>
                    <a:pt x="374" y="404"/>
                    <a:pt x="374" y="404"/>
                  </a:cubicBezTo>
                  <a:cubicBezTo>
                    <a:pt x="334" y="364"/>
                    <a:pt x="334" y="364"/>
                    <a:pt x="334" y="364"/>
                  </a:cubicBezTo>
                  <a:cubicBezTo>
                    <a:pt x="334" y="364"/>
                    <a:pt x="334" y="363"/>
                    <a:pt x="334" y="363"/>
                  </a:cubicBezTo>
                  <a:cubicBezTo>
                    <a:pt x="334" y="308"/>
                    <a:pt x="334" y="308"/>
                    <a:pt x="334" y="308"/>
                  </a:cubicBezTo>
                  <a:cubicBezTo>
                    <a:pt x="219" y="194"/>
                    <a:pt x="219" y="194"/>
                    <a:pt x="219" y="194"/>
                  </a:cubicBezTo>
                  <a:cubicBezTo>
                    <a:pt x="193" y="194"/>
                    <a:pt x="193" y="194"/>
                    <a:pt x="193" y="194"/>
                  </a:cubicBezTo>
                  <a:cubicBezTo>
                    <a:pt x="192" y="194"/>
                    <a:pt x="192" y="194"/>
                    <a:pt x="191" y="19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3" y="190"/>
                    <a:pt x="193" y="190"/>
                    <a:pt x="193" y="190"/>
                  </a:cubicBezTo>
                  <a:cubicBezTo>
                    <a:pt x="220" y="190"/>
                    <a:pt x="220" y="190"/>
                    <a:pt x="220" y="190"/>
                  </a:cubicBezTo>
                  <a:cubicBezTo>
                    <a:pt x="221" y="190"/>
                    <a:pt x="221" y="191"/>
                    <a:pt x="221" y="191"/>
                  </a:cubicBezTo>
                  <a:cubicBezTo>
                    <a:pt x="337" y="306"/>
                    <a:pt x="337" y="306"/>
                    <a:pt x="337" y="306"/>
                  </a:cubicBezTo>
                  <a:cubicBezTo>
                    <a:pt x="337" y="306"/>
                    <a:pt x="337" y="307"/>
                    <a:pt x="337" y="307"/>
                  </a:cubicBezTo>
                  <a:cubicBezTo>
                    <a:pt x="337" y="362"/>
                    <a:pt x="337" y="362"/>
                    <a:pt x="337" y="362"/>
                  </a:cubicBezTo>
                  <a:cubicBezTo>
                    <a:pt x="376" y="401"/>
                    <a:pt x="376" y="401"/>
                    <a:pt x="376" y="401"/>
                  </a:cubicBezTo>
                  <a:cubicBezTo>
                    <a:pt x="430" y="401"/>
                    <a:pt x="430" y="401"/>
                    <a:pt x="430" y="401"/>
                  </a:cubicBezTo>
                  <a:cubicBezTo>
                    <a:pt x="431" y="401"/>
                    <a:pt x="431" y="401"/>
                    <a:pt x="432" y="401"/>
                  </a:cubicBezTo>
                  <a:cubicBezTo>
                    <a:pt x="595" y="565"/>
                    <a:pt x="595" y="565"/>
                    <a:pt x="595" y="565"/>
                  </a:cubicBezTo>
                  <a:cubicBezTo>
                    <a:pt x="595" y="565"/>
                    <a:pt x="596" y="566"/>
                    <a:pt x="596" y="566"/>
                  </a:cubicBezTo>
                  <a:cubicBezTo>
                    <a:pt x="596" y="594"/>
                    <a:pt x="596" y="594"/>
                    <a:pt x="596" y="594"/>
                  </a:cubicBezTo>
                  <a:cubicBezTo>
                    <a:pt x="685" y="684"/>
                    <a:pt x="685" y="684"/>
                    <a:pt x="685" y="684"/>
                  </a:cubicBezTo>
                  <a:cubicBezTo>
                    <a:pt x="685" y="684"/>
                    <a:pt x="686" y="684"/>
                    <a:pt x="686" y="685"/>
                  </a:cubicBezTo>
                  <a:cubicBezTo>
                    <a:pt x="686" y="712"/>
                    <a:pt x="686" y="712"/>
                    <a:pt x="686" y="712"/>
                  </a:cubicBezTo>
                  <a:cubicBezTo>
                    <a:pt x="686" y="713"/>
                    <a:pt x="685" y="713"/>
                    <a:pt x="685" y="714"/>
                  </a:cubicBezTo>
                  <a:cubicBezTo>
                    <a:pt x="665" y="734"/>
                    <a:pt x="665" y="734"/>
                    <a:pt x="665" y="734"/>
                  </a:cubicBezTo>
                  <a:cubicBezTo>
                    <a:pt x="664" y="734"/>
                    <a:pt x="664" y="734"/>
                    <a:pt x="664" y="734"/>
                  </a:cubicBezTo>
                  <a:lnTo>
                    <a:pt x="621" y="73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3" name="Freeform 538"/>
            <p:cNvSpPr>
              <a:spLocks/>
            </p:cNvSpPr>
            <p:nvPr/>
          </p:nvSpPr>
          <p:spPr bwMode="auto">
            <a:xfrm flipV="1">
              <a:off x="996952" y="6038848"/>
              <a:ext cx="2303462" cy="2303463"/>
            </a:xfrm>
            <a:custGeom>
              <a:avLst/>
              <a:gdLst>
                <a:gd name="T0" fmla="*/ 1446 w 1451"/>
                <a:gd name="T1" fmla="*/ 1451 h 1451"/>
                <a:gd name="T2" fmla="*/ 0 w 1451"/>
                <a:gd name="T3" fmla="*/ 7 h 1451"/>
                <a:gd name="T4" fmla="*/ 7 w 1451"/>
                <a:gd name="T5" fmla="*/ 0 h 1451"/>
                <a:gd name="T6" fmla="*/ 1451 w 1451"/>
                <a:gd name="T7" fmla="*/ 1446 h 1451"/>
                <a:gd name="T8" fmla="*/ 1446 w 1451"/>
                <a:gd name="T9" fmla="*/ 1451 h 1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1" h="1451">
                  <a:moveTo>
                    <a:pt x="1446" y="1451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451" y="1446"/>
                  </a:lnTo>
                  <a:lnTo>
                    <a:pt x="1446" y="14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4" name="Freeform 539"/>
            <p:cNvSpPr>
              <a:spLocks/>
            </p:cNvSpPr>
            <p:nvPr/>
          </p:nvSpPr>
          <p:spPr bwMode="auto">
            <a:xfrm flipV="1">
              <a:off x="1096964" y="5513386"/>
              <a:ext cx="2544762" cy="2927350"/>
            </a:xfrm>
            <a:custGeom>
              <a:avLst/>
              <a:gdLst>
                <a:gd name="T0" fmla="*/ 659 w 678"/>
                <a:gd name="T1" fmla="*/ 780 h 780"/>
                <a:gd name="T2" fmla="*/ 656 w 678"/>
                <a:gd name="T3" fmla="*/ 777 h 780"/>
                <a:gd name="T4" fmla="*/ 664 w 678"/>
                <a:gd name="T5" fmla="*/ 770 h 780"/>
                <a:gd name="T6" fmla="*/ 664 w 678"/>
                <a:gd name="T7" fmla="*/ 716 h 780"/>
                <a:gd name="T8" fmla="*/ 664 w 678"/>
                <a:gd name="T9" fmla="*/ 714 h 780"/>
                <a:gd name="T10" fmla="*/ 674 w 678"/>
                <a:gd name="T11" fmla="*/ 704 h 780"/>
                <a:gd name="T12" fmla="*/ 674 w 678"/>
                <a:gd name="T13" fmla="*/ 687 h 780"/>
                <a:gd name="T14" fmla="*/ 265 w 678"/>
                <a:gd name="T15" fmla="*/ 277 h 780"/>
                <a:gd name="T16" fmla="*/ 264 w 678"/>
                <a:gd name="T17" fmla="*/ 276 h 780"/>
                <a:gd name="T18" fmla="*/ 264 w 678"/>
                <a:gd name="T19" fmla="*/ 267 h 780"/>
                <a:gd name="T20" fmla="*/ 0 w 678"/>
                <a:gd name="T21" fmla="*/ 2 h 780"/>
                <a:gd name="T22" fmla="*/ 2 w 678"/>
                <a:gd name="T23" fmla="*/ 0 h 780"/>
                <a:gd name="T24" fmla="*/ 267 w 678"/>
                <a:gd name="T25" fmla="*/ 265 h 780"/>
                <a:gd name="T26" fmla="*/ 268 w 678"/>
                <a:gd name="T27" fmla="*/ 266 h 780"/>
                <a:gd name="T28" fmla="*/ 268 w 678"/>
                <a:gd name="T29" fmla="*/ 275 h 780"/>
                <a:gd name="T30" fmla="*/ 677 w 678"/>
                <a:gd name="T31" fmla="*/ 685 h 780"/>
                <a:gd name="T32" fmla="*/ 678 w 678"/>
                <a:gd name="T33" fmla="*/ 686 h 780"/>
                <a:gd name="T34" fmla="*/ 678 w 678"/>
                <a:gd name="T35" fmla="*/ 705 h 780"/>
                <a:gd name="T36" fmla="*/ 677 w 678"/>
                <a:gd name="T37" fmla="*/ 706 h 780"/>
                <a:gd name="T38" fmla="*/ 667 w 678"/>
                <a:gd name="T39" fmla="*/ 716 h 780"/>
                <a:gd name="T40" fmla="*/ 667 w 678"/>
                <a:gd name="T41" fmla="*/ 771 h 780"/>
                <a:gd name="T42" fmla="*/ 667 w 678"/>
                <a:gd name="T43" fmla="*/ 772 h 780"/>
                <a:gd name="T44" fmla="*/ 659 w 678"/>
                <a:gd name="T45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8" h="780">
                  <a:moveTo>
                    <a:pt x="659" y="780"/>
                  </a:moveTo>
                  <a:cubicBezTo>
                    <a:pt x="656" y="777"/>
                    <a:pt x="656" y="777"/>
                    <a:pt x="656" y="777"/>
                  </a:cubicBezTo>
                  <a:cubicBezTo>
                    <a:pt x="664" y="770"/>
                    <a:pt x="664" y="770"/>
                    <a:pt x="664" y="770"/>
                  </a:cubicBezTo>
                  <a:cubicBezTo>
                    <a:pt x="664" y="716"/>
                    <a:pt x="664" y="716"/>
                    <a:pt x="664" y="716"/>
                  </a:cubicBezTo>
                  <a:cubicBezTo>
                    <a:pt x="664" y="715"/>
                    <a:pt x="664" y="715"/>
                    <a:pt x="664" y="714"/>
                  </a:cubicBezTo>
                  <a:cubicBezTo>
                    <a:pt x="674" y="704"/>
                    <a:pt x="674" y="704"/>
                    <a:pt x="674" y="704"/>
                  </a:cubicBezTo>
                  <a:cubicBezTo>
                    <a:pt x="674" y="687"/>
                    <a:pt x="674" y="687"/>
                    <a:pt x="674" y="687"/>
                  </a:cubicBezTo>
                  <a:cubicBezTo>
                    <a:pt x="265" y="277"/>
                    <a:pt x="265" y="277"/>
                    <a:pt x="265" y="277"/>
                  </a:cubicBezTo>
                  <a:cubicBezTo>
                    <a:pt x="264" y="277"/>
                    <a:pt x="264" y="276"/>
                    <a:pt x="264" y="276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67" y="265"/>
                    <a:pt x="267" y="265"/>
                    <a:pt x="267" y="265"/>
                  </a:cubicBezTo>
                  <a:cubicBezTo>
                    <a:pt x="267" y="265"/>
                    <a:pt x="268" y="266"/>
                    <a:pt x="268" y="266"/>
                  </a:cubicBezTo>
                  <a:cubicBezTo>
                    <a:pt x="268" y="275"/>
                    <a:pt x="268" y="275"/>
                    <a:pt x="268" y="275"/>
                  </a:cubicBezTo>
                  <a:cubicBezTo>
                    <a:pt x="677" y="685"/>
                    <a:pt x="677" y="685"/>
                    <a:pt x="677" y="685"/>
                  </a:cubicBezTo>
                  <a:cubicBezTo>
                    <a:pt x="678" y="685"/>
                    <a:pt x="678" y="686"/>
                    <a:pt x="678" y="686"/>
                  </a:cubicBezTo>
                  <a:cubicBezTo>
                    <a:pt x="678" y="705"/>
                    <a:pt x="678" y="705"/>
                    <a:pt x="678" y="705"/>
                  </a:cubicBezTo>
                  <a:cubicBezTo>
                    <a:pt x="678" y="705"/>
                    <a:pt x="678" y="706"/>
                    <a:pt x="677" y="706"/>
                  </a:cubicBezTo>
                  <a:cubicBezTo>
                    <a:pt x="667" y="716"/>
                    <a:pt x="667" y="716"/>
                    <a:pt x="667" y="716"/>
                  </a:cubicBezTo>
                  <a:cubicBezTo>
                    <a:pt x="667" y="771"/>
                    <a:pt x="667" y="771"/>
                    <a:pt x="667" y="771"/>
                  </a:cubicBezTo>
                  <a:cubicBezTo>
                    <a:pt x="667" y="771"/>
                    <a:pt x="667" y="771"/>
                    <a:pt x="667" y="772"/>
                  </a:cubicBezTo>
                  <a:lnTo>
                    <a:pt x="659" y="78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5" name="Freeform 540"/>
            <p:cNvSpPr>
              <a:spLocks/>
            </p:cNvSpPr>
            <p:nvPr/>
          </p:nvSpPr>
          <p:spPr bwMode="auto">
            <a:xfrm flipV="1">
              <a:off x="1173164" y="5711824"/>
              <a:ext cx="2551112" cy="2803525"/>
            </a:xfrm>
            <a:custGeom>
              <a:avLst/>
              <a:gdLst>
                <a:gd name="T0" fmla="*/ 680 w 680"/>
                <a:gd name="T1" fmla="*/ 747 h 747"/>
                <a:gd name="T2" fmla="*/ 676 w 680"/>
                <a:gd name="T3" fmla="*/ 747 h 747"/>
                <a:gd name="T4" fmla="*/ 676 w 680"/>
                <a:gd name="T5" fmla="*/ 705 h 747"/>
                <a:gd name="T6" fmla="*/ 275 w 680"/>
                <a:gd name="T7" fmla="*/ 304 h 747"/>
                <a:gd name="T8" fmla="*/ 275 w 680"/>
                <a:gd name="T9" fmla="*/ 303 h 747"/>
                <a:gd name="T10" fmla="*/ 275 w 680"/>
                <a:gd name="T11" fmla="*/ 277 h 747"/>
                <a:gd name="T12" fmla="*/ 0 w 680"/>
                <a:gd name="T13" fmla="*/ 2 h 747"/>
                <a:gd name="T14" fmla="*/ 2 w 680"/>
                <a:gd name="T15" fmla="*/ 0 h 747"/>
                <a:gd name="T16" fmla="*/ 278 w 680"/>
                <a:gd name="T17" fmla="*/ 275 h 747"/>
                <a:gd name="T18" fmla="*/ 278 w 680"/>
                <a:gd name="T19" fmla="*/ 276 h 747"/>
                <a:gd name="T20" fmla="*/ 278 w 680"/>
                <a:gd name="T21" fmla="*/ 302 h 747"/>
                <a:gd name="T22" fmla="*/ 679 w 680"/>
                <a:gd name="T23" fmla="*/ 703 h 747"/>
                <a:gd name="T24" fmla="*/ 680 w 680"/>
                <a:gd name="T25" fmla="*/ 704 h 747"/>
                <a:gd name="T26" fmla="*/ 680 w 680"/>
                <a:gd name="T27" fmla="*/ 74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0" h="747">
                  <a:moveTo>
                    <a:pt x="680" y="747"/>
                  </a:moveTo>
                  <a:cubicBezTo>
                    <a:pt x="676" y="747"/>
                    <a:pt x="676" y="747"/>
                    <a:pt x="676" y="747"/>
                  </a:cubicBezTo>
                  <a:cubicBezTo>
                    <a:pt x="676" y="705"/>
                    <a:pt x="676" y="705"/>
                    <a:pt x="676" y="705"/>
                  </a:cubicBezTo>
                  <a:cubicBezTo>
                    <a:pt x="275" y="304"/>
                    <a:pt x="275" y="304"/>
                    <a:pt x="275" y="304"/>
                  </a:cubicBezTo>
                  <a:cubicBezTo>
                    <a:pt x="275" y="304"/>
                    <a:pt x="275" y="303"/>
                    <a:pt x="275" y="303"/>
                  </a:cubicBezTo>
                  <a:cubicBezTo>
                    <a:pt x="275" y="277"/>
                    <a:pt x="275" y="277"/>
                    <a:pt x="275" y="27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78" y="275"/>
                    <a:pt x="278" y="275"/>
                    <a:pt x="278" y="275"/>
                  </a:cubicBezTo>
                  <a:cubicBezTo>
                    <a:pt x="278" y="275"/>
                    <a:pt x="278" y="276"/>
                    <a:pt x="278" y="276"/>
                  </a:cubicBezTo>
                  <a:cubicBezTo>
                    <a:pt x="278" y="302"/>
                    <a:pt x="278" y="302"/>
                    <a:pt x="278" y="302"/>
                  </a:cubicBezTo>
                  <a:cubicBezTo>
                    <a:pt x="679" y="703"/>
                    <a:pt x="679" y="703"/>
                    <a:pt x="679" y="703"/>
                  </a:cubicBezTo>
                  <a:cubicBezTo>
                    <a:pt x="680" y="703"/>
                    <a:pt x="680" y="704"/>
                    <a:pt x="680" y="704"/>
                  </a:cubicBezTo>
                  <a:lnTo>
                    <a:pt x="680" y="7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6" name="Freeform 541"/>
            <p:cNvSpPr>
              <a:spLocks/>
            </p:cNvSpPr>
            <p:nvPr/>
          </p:nvSpPr>
          <p:spPr bwMode="auto">
            <a:xfrm flipV="1">
              <a:off x="1250952" y="5876923"/>
              <a:ext cx="2616200" cy="2728913"/>
            </a:xfrm>
            <a:custGeom>
              <a:avLst/>
              <a:gdLst>
                <a:gd name="T0" fmla="*/ 693 w 697"/>
                <a:gd name="T1" fmla="*/ 727 h 727"/>
                <a:gd name="T2" fmla="*/ 675 w 697"/>
                <a:gd name="T3" fmla="*/ 710 h 727"/>
                <a:gd name="T4" fmla="*/ 657 w 697"/>
                <a:gd name="T5" fmla="*/ 710 h 727"/>
                <a:gd name="T6" fmla="*/ 654 w 697"/>
                <a:gd name="T7" fmla="*/ 709 h 727"/>
                <a:gd name="T8" fmla="*/ 300 w 697"/>
                <a:gd name="T9" fmla="*/ 355 h 727"/>
                <a:gd name="T10" fmla="*/ 299 w 697"/>
                <a:gd name="T11" fmla="*/ 353 h 727"/>
                <a:gd name="T12" fmla="*/ 299 w 697"/>
                <a:gd name="T13" fmla="*/ 304 h 727"/>
                <a:gd name="T14" fmla="*/ 0 w 697"/>
                <a:gd name="T15" fmla="*/ 5 h 727"/>
                <a:gd name="T16" fmla="*/ 5 w 697"/>
                <a:gd name="T17" fmla="*/ 0 h 727"/>
                <a:gd name="T18" fmla="*/ 305 w 697"/>
                <a:gd name="T19" fmla="*/ 300 h 727"/>
                <a:gd name="T20" fmla="*/ 306 w 697"/>
                <a:gd name="T21" fmla="*/ 303 h 727"/>
                <a:gd name="T22" fmla="*/ 306 w 697"/>
                <a:gd name="T23" fmla="*/ 351 h 727"/>
                <a:gd name="T24" fmla="*/ 658 w 697"/>
                <a:gd name="T25" fmla="*/ 703 h 727"/>
                <a:gd name="T26" fmla="*/ 677 w 697"/>
                <a:gd name="T27" fmla="*/ 703 h 727"/>
                <a:gd name="T28" fmla="*/ 679 w 697"/>
                <a:gd name="T29" fmla="*/ 704 h 727"/>
                <a:gd name="T30" fmla="*/ 697 w 697"/>
                <a:gd name="T31" fmla="*/ 722 h 727"/>
                <a:gd name="T32" fmla="*/ 693 w 697"/>
                <a:gd name="T33" fmla="*/ 727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7" h="727">
                  <a:moveTo>
                    <a:pt x="693" y="727"/>
                  </a:moveTo>
                  <a:cubicBezTo>
                    <a:pt x="675" y="710"/>
                    <a:pt x="675" y="710"/>
                    <a:pt x="675" y="710"/>
                  </a:cubicBezTo>
                  <a:cubicBezTo>
                    <a:pt x="657" y="710"/>
                    <a:pt x="657" y="710"/>
                    <a:pt x="657" y="710"/>
                  </a:cubicBezTo>
                  <a:cubicBezTo>
                    <a:pt x="656" y="710"/>
                    <a:pt x="655" y="710"/>
                    <a:pt x="654" y="709"/>
                  </a:cubicBezTo>
                  <a:cubicBezTo>
                    <a:pt x="300" y="355"/>
                    <a:pt x="300" y="355"/>
                    <a:pt x="300" y="355"/>
                  </a:cubicBezTo>
                  <a:cubicBezTo>
                    <a:pt x="300" y="354"/>
                    <a:pt x="299" y="354"/>
                    <a:pt x="299" y="353"/>
                  </a:cubicBezTo>
                  <a:cubicBezTo>
                    <a:pt x="299" y="304"/>
                    <a:pt x="299" y="304"/>
                    <a:pt x="299" y="30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306" y="301"/>
                    <a:pt x="306" y="302"/>
                    <a:pt x="306" y="303"/>
                  </a:cubicBezTo>
                  <a:cubicBezTo>
                    <a:pt x="306" y="351"/>
                    <a:pt x="306" y="351"/>
                    <a:pt x="306" y="351"/>
                  </a:cubicBezTo>
                  <a:cubicBezTo>
                    <a:pt x="658" y="703"/>
                    <a:pt x="658" y="703"/>
                    <a:pt x="658" y="703"/>
                  </a:cubicBezTo>
                  <a:cubicBezTo>
                    <a:pt x="677" y="703"/>
                    <a:pt x="677" y="703"/>
                    <a:pt x="677" y="703"/>
                  </a:cubicBezTo>
                  <a:cubicBezTo>
                    <a:pt x="678" y="703"/>
                    <a:pt x="679" y="704"/>
                    <a:pt x="679" y="704"/>
                  </a:cubicBezTo>
                  <a:cubicBezTo>
                    <a:pt x="697" y="722"/>
                    <a:pt x="697" y="722"/>
                    <a:pt x="697" y="722"/>
                  </a:cubicBezTo>
                  <a:lnTo>
                    <a:pt x="693" y="72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7" name="Freeform 542"/>
            <p:cNvSpPr>
              <a:spLocks/>
            </p:cNvSpPr>
            <p:nvPr/>
          </p:nvSpPr>
          <p:spPr bwMode="auto">
            <a:xfrm flipV="1">
              <a:off x="1333502" y="6053136"/>
              <a:ext cx="2717800" cy="2627313"/>
            </a:xfrm>
            <a:custGeom>
              <a:avLst/>
              <a:gdLst>
                <a:gd name="T0" fmla="*/ 720 w 724"/>
                <a:gd name="T1" fmla="*/ 700 h 700"/>
                <a:gd name="T2" fmla="*/ 712 w 724"/>
                <a:gd name="T3" fmla="*/ 692 h 700"/>
                <a:gd name="T4" fmla="*/ 629 w 724"/>
                <a:gd name="T5" fmla="*/ 692 h 700"/>
                <a:gd name="T6" fmla="*/ 628 w 724"/>
                <a:gd name="T7" fmla="*/ 691 h 700"/>
                <a:gd name="T8" fmla="*/ 319 w 724"/>
                <a:gd name="T9" fmla="*/ 382 h 700"/>
                <a:gd name="T10" fmla="*/ 318 w 724"/>
                <a:gd name="T11" fmla="*/ 380 h 700"/>
                <a:gd name="T12" fmla="*/ 318 w 724"/>
                <a:gd name="T13" fmla="*/ 322 h 700"/>
                <a:gd name="T14" fmla="*/ 0 w 724"/>
                <a:gd name="T15" fmla="*/ 3 h 700"/>
                <a:gd name="T16" fmla="*/ 3 w 724"/>
                <a:gd name="T17" fmla="*/ 0 h 700"/>
                <a:gd name="T18" fmla="*/ 323 w 724"/>
                <a:gd name="T19" fmla="*/ 319 h 700"/>
                <a:gd name="T20" fmla="*/ 323 w 724"/>
                <a:gd name="T21" fmla="*/ 321 h 700"/>
                <a:gd name="T22" fmla="*/ 323 w 724"/>
                <a:gd name="T23" fmla="*/ 379 h 700"/>
                <a:gd name="T24" fmla="*/ 630 w 724"/>
                <a:gd name="T25" fmla="*/ 687 h 700"/>
                <a:gd name="T26" fmla="*/ 713 w 724"/>
                <a:gd name="T27" fmla="*/ 687 h 700"/>
                <a:gd name="T28" fmla="*/ 715 w 724"/>
                <a:gd name="T29" fmla="*/ 687 h 700"/>
                <a:gd name="T30" fmla="*/ 724 w 724"/>
                <a:gd name="T31" fmla="*/ 696 h 700"/>
                <a:gd name="T32" fmla="*/ 720 w 724"/>
                <a:gd name="T33" fmla="*/ 70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4" h="700">
                  <a:moveTo>
                    <a:pt x="720" y="700"/>
                  </a:moveTo>
                  <a:cubicBezTo>
                    <a:pt x="712" y="692"/>
                    <a:pt x="712" y="692"/>
                    <a:pt x="712" y="692"/>
                  </a:cubicBezTo>
                  <a:cubicBezTo>
                    <a:pt x="629" y="692"/>
                    <a:pt x="629" y="692"/>
                    <a:pt x="629" y="692"/>
                  </a:cubicBezTo>
                  <a:cubicBezTo>
                    <a:pt x="629" y="692"/>
                    <a:pt x="628" y="691"/>
                    <a:pt x="628" y="691"/>
                  </a:cubicBezTo>
                  <a:cubicBezTo>
                    <a:pt x="319" y="382"/>
                    <a:pt x="319" y="382"/>
                    <a:pt x="319" y="382"/>
                  </a:cubicBezTo>
                  <a:cubicBezTo>
                    <a:pt x="318" y="382"/>
                    <a:pt x="318" y="381"/>
                    <a:pt x="318" y="380"/>
                  </a:cubicBezTo>
                  <a:cubicBezTo>
                    <a:pt x="318" y="322"/>
                    <a:pt x="318" y="322"/>
                    <a:pt x="318" y="3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23" y="319"/>
                    <a:pt x="323" y="319"/>
                    <a:pt x="323" y="319"/>
                  </a:cubicBezTo>
                  <a:cubicBezTo>
                    <a:pt x="323" y="319"/>
                    <a:pt x="323" y="320"/>
                    <a:pt x="323" y="321"/>
                  </a:cubicBezTo>
                  <a:cubicBezTo>
                    <a:pt x="323" y="379"/>
                    <a:pt x="323" y="379"/>
                    <a:pt x="323" y="379"/>
                  </a:cubicBezTo>
                  <a:cubicBezTo>
                    <a:pt x="630" y="687"/>
                    <a:pt x="630" y="687"/>
                    <a:pt x="630" y="687"/>
                  </a:cubicBezTo>
                  <a:cubicBezTo>
                    <a:pt x="713" y="687"/>
                    <a:pt x="713" y="687"/>
                    <a:pt x="713" y="687"/>
                  </a:cubicBezTo>
                  <a:cubicBezTo>
                    <a:pt x="714" y="687"/>
                    <a:pt x="714" y="687"/>
                    <a:pt x="715" y="687"/>
                  </a:cubicBezTo>
                  <a:cubicBezTo>
                    <a:pt x="724" y="696"/>
                    <a:pt x="724" y="696"/>
                    <a:pt x="724" y="696"/>
                  </a:cubicBezTo>
                  <a:lnTo>
                    <a:pt x="720" y="7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8" name="Freeform 543"/>
            <p:cNvSpPr>
              <a:spLocks/>
            </p:cNvSpPr>
            <p:nvPr/>
          </p:nvSpPr>
          <p:spPr bwMode="auto">
            <a:xfrm flipV="1">
              <a:off x="1487489" y="6451598"/>
              <a:ext cx="2263775" cy="2379663"/>
            </a:xfrm>
            <a:custGeom>
              <a:avLst/>
              <a:gdLst>
                <a:gd name="T0" fmla="*/ 603 w 603"/>
                <a:gd name="T1" fmla="*/ 634 h 634"/>
                <a:gd name="T2" fmla="*/ 599 w 603"/>
                <a:gd name="T3" fmla="*/ 634 h 634"/>
                <a:gd name="T4" fmla="*/ 599 w 603"/>
                <a:gd name="T5" fmla="*/ 602 h 634"/>
                <a:gd name="T6" fmla="*/ 0 w 603"/>
                <a:gd name="T7" fmla="*/ 2 h 634"/>
                <a:gd name="T8" fmla="*/ 2 w 603"/>
                <a:gd name="T9" fmla="*/ 0 h 634"/>
                <a:gd name="T10" fmla="*/ 602 w 603"/>
                <a:gd name="T11" fmla="*/ 600 h 634"/>
                <a:gd name="T12" fmla="*/ 603 w 603"/>
                <a:gd name="T13" fmla="*/ 601 h 634"/>
                <a:gd name="T14" fmla="*/ 603 w 603"/>
                <a:gd name="T15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634">
                  <a:moveTo>
                    <a:pt x="603" y="634"/>
                  </a:moveTo>
                  <a:cubicBezTo>
                    <a:pt x="599" y="634"/>
                    <a:pt x="599" y="634"/>
                    <a:pt x="599" y="634"/>
                  </a:cubicBezTo>
                  <a:cubicBezTo>
                    <a:pt x="599" y="602"/>
                    <a:pt x="599" y="602"/>
                    <a:pt x="599" y="60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2" y="600"/>
                    <a:pt x="602" y="600"/>
                    <a:pt x="602" y="600"/>
                  </a:cubicBezTo>
                  <a:cubicBezTo>
                    <a:pt x="603" y="600"/>
                    <a:pt x="603" y="601"/>
                    <a:pt x="603" y="601"/>
                  </a:cubicBezTo>
                  <a:lnTo>
                    <a:pt x="603" y="6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9" name="Freeform 544"/>
            <p:cNvSpPr>
              <a:spLocks/>
            </p:cNvSpPr>
            <p:nvPr/>
          </p:nvSpPr>
          <p:spPr bwMode="auto">
            <a:xfrm flipV="1">
              <a:off x="2095502" y="6819898"/>
              <a:ext cx="1658937" cy="1808163"/>
            </a:xfrm>
            <a:custGeom>
              <a:avLst/>
              <a:gdLst>
                <a:gd name="T0" fmla="*/ 439 w 442"/>
                <a:gd name="T1" fmla="*/ 482 h 482"/>
                <a:gd name="T2" fmla="*/ 314 w 442"/>
                <a:gd name="T3" fmla="*/ 356 h 482"/>
                <a:gd name="T4" fmla="*/ 313 w 442"/>
                <a:gd name="T5" fmla="*/ 355 h 482"/>
                <a:gd name="T6" fmla="*/ 313 w 442"/>
                <a:gd name="T7" fmla="*/ 274 h 482"/>
                <a:gd name="T8" fmla="*/ 42 w 442"/>
                <a:gd name="T9" fmla="*/ 3 h 482"/>
                <a:gd name="T10" fmla="*/ 17 w 442"/>
                <a:gd name="T11" fmla="*/ 3 h 482"/>
                <a:gd name="T12" fmla="*/ 4 w 442"/>
                <a:gd name="T13" fmla="*/ 16 h 482"/>
                <a:gd name="T14" fmla="*/ 4 w 442"/>
                <a:gd name="T15" fmla="*/ 46 h 482"/>
                <a:gd name="T16" fmla="*/ 231 w 442"/>
                <a:gd name="T17" fmla="*/ 273 h 482"/>
                <a:gd name="T18" fmla="*/ 228 w 442"/>
                <a:gd name="T19" fmla="*/ 276 h 482"/>
                <a:gd name="T20" fmla="*/ 1 w 442"/>
                <a:gd name="T21" fmla="*/ 48 h 482"/>
                <a:gd name="T22" fmla="*/ 0 w 442"/>
                <a:gd name="T23" fmla="*/ 47 h 482"/>
                <a:gd name="T24" fmla="*/ 0 w 442"/>
                <a:gd name="T25" fmla="*/ 16 h 482"/>
                <a:gd name="T26" fmla="*/ 1 w 442"/>
                <a:gd name="T27" fmla="*/ 15 h 482"/>
                <a:gd name="T28" fmla="*/ 15 w 442"/>
                <a:gd name="T29" fmla="*/ 0 h 482"/>
                <a:gd name="T30" fmla="*/ 16 w 442"/>
                <a:gd name="T31" fmla="*/ 0 h 482"/>
                <a:gd name="T32" fmla="*/ 43 w 442"/>
                <a:gd name="T33" fmla="*/ 0 h 482"/>
                <a:gd name="T34" fmla="*/ 44 w 442"/>
                <a:gd name="T35" fmla="*/ 0 h 482"/>
                <a:gd name="T36" fmla="*/ 316 w 442"/>
                <a:gd name="T37" fmla="*/ 272 h 482"/>
                <a:gd name="T38" fmla="*/ 317 w 442"/>
                <a:gd name="T39" fmla="*/ 274 h 482"/>
                <a:gd name="T40" fmla="*/ 317 w 442"/>
                <a:gd name="T41" fmla="*/ 354 h 482"/>
                <a:gd name="T42" fmla="*/ 442 w 442"/>
                <a:gd name="T43" fmla="*/ 479 h 482"/>
                <a:gd name="T44" fmla="*/ 439 w 442"/>
                <a:gd name="T45" fmla="*/ 48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2" h="482">
                  <a:moveTo>
                    <a:pt x="439" y="482"/>
                  </a:moveTo>
                  <a:cubicBezTo>
                    <a:pt x="314" y="356"/>
                    <a:pt x="314" y="356"/>
                    <a:pt x="314" y="356"/>
                  </a:cubicBezTo>
                  <a:cubicBezTo>
                    <a:pt x="313" y="356"/>
                    <a:pt x="313" y="355"/>
                    <a:pt x="313" y="355"/>
                  </a:cubicBezTo>
                  <a:cubicBezTo>
                    <a:pt x="313" y="274"/>
                    <a:pt x="313" y="274"/>
                    <a:pt x="313" y="27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31" y="273"/>
                    <a:pt x="231" y="273"/>
                    <a:pt x="231" y="273"/>
                  </a:cubicBezTo>
                  <a:cubicBezTo>
                    <a:pt x="228" y="276"/>
                    <a:pt x="228" y="276"/>
                    <a:pt x="228" y="276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7"/>
                    <a:pt x="0" y="4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0"/>
                    <a:pt x="44" y="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3"/>
                    <a:pt x="317" y="273"/>
                    <a:pt x="317" y="274"/>
                  </a:cubicBezTo>
                  <a:cubicBezTo>
                    <a:pt x="317" y="354"/>
                    <a:pt x="317" y="354"/>
                    <a:pt x="317" y="354"/>
                  </a:cubicBezTo>
                  <a:cubicBezTo>
                    <a:pt x="442" y="479"/>
                    <a:pt x="442" y="479"/>
                    <a:pt x="442" y="479"/>
                  </a:cubicBezTo>
                  <a:lnTo>
                    <a:pt x="439" y="4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0" name="Freeform 545"/>
            <p:cNvSpPr>
              <a:spLocks/>
            </p:cNvSpPr>
            <p:nvPr/>
          </p:nvSpPr>
          <p:spPr bwMode="auto">
            <a:xfrm flipV="1">
              <a:off x="2009777" y="6635749"/>
              <a:ext cx="1914525" cy="2079625"/>
            </a:xfrm>
            <a:custGeom>
              <a:avLst/>
              <a:gdLst>
                <a:gd name="T0" fmla="*/ 508 w 510"/>
                <a:gd name="T1" fmla="*/ 554 h 554"/>
                <a:gd name="T2" fmla="*/ 499 w 510"/>
                <a:gd name="T3" fmla="*/ 546 h 554"/>
                <a:gd name="T4" fmla="*/ 499 w 510"/>
                <a:gd name="T5" fmla="*/ 545 h 554"/>
                <a:gd name="T6" fmla="*/ 499 w 510"/>
                <a:gd name="T7" fmla="*/ 500 h 554"/>
                <a:gd name="T8" fmla="*/ 364 w 510"/>
                <a:gd name="T9" fmla="*/ 365 h 554"/>
                <a:gd name="T10" fmla="*/ 364 w 510"/>
                <a:gd name="T11" fmla="*/ 364 h 554"/>
                <a:gd name="T12" fmla="*/ 364 w 510"/>
                <a:gd name="T13" fmla="*/ 299 h 554"/>
                <a:gd name="T14" fmla="*/ 68 w 510"/>
                <a:gd name="T15" fmla="*/ 3 h 554"/>
                <a:gd name="T16" fmla="*/ 34 w 510"/>
                <a:gd name="T17" fmla="*/ 3 h 554"/>
                <a:gd name="T18" fmla="*/ 4 w 510"/>
                <a:gd name="T19" fmla="*/ 34 h 554"/>
                <a:gd name="T20" fmla="*/ 4 w 510"/>
                <a:gd name="T21" fmla="*/ 73 h 554"/>
                <a:gd name="T22" fmla="*/ 210 w 510"/>
                <a:gd name="T23" fmla="*/ 279 h 554"/>
                <a:gd name="T24" fmla="*/ 207 w 510"/>
                <a:gd name="T25" fmla="*/ 282 h 554"/>
                <a:gd name="T26" fmla="*/ 1 w 510"/>
                <a:gd name="T27" fmla="*/ 75 h 554"/>
                <a:gd name="T28" fmla="*/ 0 w 510"/>
                <a:gd name="T29" fmla="*/ 74 h 554"/>
                <a:gd name="T30" fmla="*/ 0 w 510"/>
                <a:gd name="T31" fmla="*/ 33 h 554"/>
                <a:gd name="T32" fmla="*/ 1 w 510"/>
                <a:gd name="T33" fmla="*/ 32 h 554"/>
                <a:gd name="T34" fmla="*/ 32 w 510"/>
                <a:gd name="T35" fmla="*/ 0 h 554"/>
                <a:gd name="T36" fmla="*/ 34 w 510"/>
                <a:gd name="T37" fmla="*/ 0 h 554"/>
                <a:gd name="T38" fmla="*/ 34 w 510"/>
                <a:gd name="T39" fmla="*/ 0 h 554"/>
                <a:gd name="T40" fmla="*/ 68 w 510"/>
                <a:gd name="T41" fmla="*/ 0 h 554"/>
                <a:gd name="T42" fmla="*/ 70 w 510"/>
                <a:gd name="T43" fmla="*/ 0 h 554"/>
                <a:gd name="T44" fmla="*/ 366 w 510"/>
                <a:gd name="T45" fmla="*/ 297 h 554"/>
                <a:gd name="T46" fmla="*/ 367 w 510"/>
                <a:gd name="T47" fmla="*/ 298 h 554"/>
                <a:gd name="T48" fmla="*/ 367 w 510"/>
                <a:gd name="T49" fmla="*/ 363 h 554"/>
                <a:gd name="T50" fmla="*/ 502 w 510"/>
                <a:gd name="T51" fmla="*/ 498 h 554"/>
                <a:gd name="T52" fmla="*/ 502 w 510"/>
                <a:gd name="T53" fmla="*/ 499 h 554"/>
                <a:gd name="T54" fmla="*/ 502 w 510"/>
                <a:gd name="T55" fmla="*/ 544 h 554"/>
                <a:gd name="T56" fmla="*/ 510 w 510"/>
                <a:gd name="T57" fmla="*/ 552 h 554"/>
                <a:gd name="T58" fmla="*/ 508 w 510"/>
                <a:gd name="T59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0" h="554">
                  <a:moveTo>
                    <a:pt x="508" y="554"/>
                  </a:moveTo>
                  <a:cubicBezTo>
                    <a:pt x="499" y="546"/>
                    <a:pt x="499" y="546"/>
                    <a:pt x="499" y="546"/>
                  </a:cubicBezTo>
                  <a:cubicBezTo>
                    <a:pt x="499" y="546"/>
                    <a:pt x="499" y="545"/>
                    <a:pt x="499" y="545"/>
                  </a:cubicBezTo>
                  <a:cubicBezTo>
                    <a:pt x="499" y="500"/>
                    <a:pt x="499" y="500"/>
                    <a:pt x="499" y="500"/>
                  </a:cubicBezTo>
                  <a:cubicBezTo>
                    <a:pt x="364" y="365"/>
                    <a:pt x="364" y="365"/>
                    <a:pt x="364" y="365"/>
                  </a:cubicBezTo>
                  <a:cubicBezTo>
                    <a:pt x="364" y="365"/>
                    <a:pt x="364" y="364"/>
                    <a:pt x="364" y="364"/>
                  </a:cubicBezTo>
                  <a:cubicBezTo>
                    <a:pt x="364" y="299"/>
                    <a:pt x="364" y="299"/>
                    <a:pt x="364" y="299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210" y="279"/>
                    <a:pt x="210" y="279"/>
                    <a:pt x="210" y="27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0" y="75"/>
                    <a:pt x="0" y="7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2"/>
                    <a:pt x="1" y="32"/>
                    <a:pt x="1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366" y="297"/>
                    <a:pt x="366" y="297"/>
                    <a:pt x="366" y="297"/>
                  </a:cubicBezTo>
                  <a:cubicBezTo>
                    <a:pt x="367" y="297"/>
                    <a:pt x="367" y="298"/>
                    <a:pt x="367" y="298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502" y="498"/>
                    <a:pt x="502" y="498"/>
                    <a:pt x="502" y="498"/>
                  </a:cubicBezTo>
                  <a:cubicBezTo>
                    <a:pt x="502" y="498"/>
                    <a:pt x="502" y="499"/>
                    <a:pt x="502" y="499"/>
                  </a:cubicBezTo>
                  <a:cubicBezTo>
                    <a:pt x="502" y="544"/>
                    <a:pt x="502" y="544"/>
                    <a:pt x="502" y="544"/>
                  </a:cubicBezTo>
                  <a:cubicBezTo>
                    <a:pt x="510" y="552"/>
                    <a:pt x="510" y="552"/>
                    <a:pt x="510" y="552"/>
                  </a:cubicBezTo>
                  <a:lnTo>
                    <a:pt x="508" y="5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1" name="Freeform 546"/>
            <p:cNvSpPr>
              <a:spLocks/>
            </p:cNvSpPr>
            <p:nvPr/>
          </p:nvSpPr>
          <p:spPr bwMode="auto">
            <a:xfrm flipV="1">
              <a:off x="2171702" y="6492874"/>
              <a:ext cx="2044700" cy="2060575"/>
            </a:xfrm>
            <a:custGeom>
              <a:avLst/>
              <a:gdLst>
                <a:gd name="T0" fmla="*/ 480 w 545"/>
                <a:gd name="T1" fmla="*/ 549 h 549"/>
                <a:gd name="T2" fmla="*/ 453 w 545"/>
                <a:gd name="T3" fmla="*/ 549 h 549"/>
                <a:gd name="T4" fmla="*/ 451 w 545"/>
                <a:gd name="T5" fmla="*/ 548 h 549"/>
                <a:gd name="T6" fmla="*/ 438 w 545"/>
                <a:gd name="T7" fmla="*/ 535 h 549"/>
                <a:gd name="T8" fmla="*/ 437 w 545"/>
                <a:gd name="T9" fmla="*/ 534 h 549"/>
                <a:gd name="T10" fmla="*/ 437 w 545"/>
                <a:gd name="T11" fmla="*/ 520 h 549"/>
                <a:gd name="T12" fmla="*/ 275 w 545"/>
                <a:gd name="T13" fmla="*/ 357 h 549"/>
                <a:gd name="T14" fmla="*/ 274 w 545"/>
                <a:gd name="T15" fmla="*/ 356 h 549"/>
                <a:gd name="T16" fmla="*/ 274 w 545"/>
                <a:gd name="T17" fmla="*/ 256 h 549"/>
                <a:gd name="T18" fmla="*/ 22 w 545"/>
                <a:gd name="T19" fmla="*/ 3 h 549"/>
                <a:gd name="T20" fmla="*/ 9 w 545"/>
                <a:gd name="T21" fmla="*/ 3 h 549"/>
                <a:gd name="T22" fmla="*/ 3 w 545"/>
                <a:gd name="T23" fmla="*/ 9 h 549"/>
                <a:gd name="T24" fmla="*/ 3 w 545"/>
                <a:gd name="T25" fmla="*/ 17 h 549"/>
                <a:gd name="T26" fmla="*/ 194 w 545"/>
                <a:gd name="T27" fmla="*/ 208 h 549"/>
                <a:gd name="T28" fmla="*/ 192 w 545"/>
                <a:gd name="T29" fmla="*/ 211 h 549"/>
                <a:gd name="T30" fmla="*/ 0 w 545"/>
                <a:gd name="T31" fmla="*/ 19 h 549"/>
                <a:gd name="T32" fmla="*/ 0 w 545"/>
                <a:gd name="T33" fmla="*/ 18 h 549"/>
                <a:gd name="T34" fmla="*/ 0 w 545"/>
                <a:gd name="T35" fmla="*/ 8 h 549"/>
                <a:gd name="T36" fmla="*/ 0 w 545"/>
                <a:gd name="T37" fmla="*/ 7 h 549"/>
                <a:gd name="T38" fmla="*/ 7 w 545"/>
                <a:gd name="T39" fmla="*/ 0 h 549"/>
                <a:gd name="T40" fmla="*/ 8 w 545"/>
                <a:gd name="T41" fmla="*/ 0 h 549"/>
                <a:gd name="T42" fmla="*/ 8 w 545"/>
                <a:gd name="T43" fmla="*/ 0 h 549"/>
                <a:gd name="T44" fmla="*/ 22 w 545"/>
                <a:gd name="T45" fmla="*/ 0 h 549"/>
                <a:gd name="T46" fmla="*/ 24 w 545"/>
                <a:gd name="T47" fmla="*/ 0 h 549"/>
                <a:gd name="T48" fmla="*/ 277 w 545"/>
                <a:gd name="T49" fmla="*/ 254 h 549"/>
                <a:gd name="T50" fmla="*/ 278 w 545"/>
                <a:gd name="T51" fmla="*/ 255 h 549"/>
                <a:gd name="T52" fmla="*/ 278 w 545"/>
                <a:gd name="T53" fmla="*/ 355 h 549"/>
                <a:gd name="T54" fmla="*/ 440 w 545"/>
                <a:gd name="T55" fmla="*/ 518 h 549"/>
                <a:gd name="T56" fmla="*/ 441 w 545"/>
                <a:gd name="T57" fmla="*/ 519 h 549"/>
                <a:gd name="T58" fmla="*/ 441 w 545"/>
                <a:gd name="T59" fmla="*/ 533 h 549"/>
                <a:gd name="T60" fmla="*/ 453 w 545"/>
                <a:gd name="T61" fmla="*/ 545 h 549"/>
                <a:gd name="T62" fmla="*/ 480 w 545"/>
                <a:gd name="T63" fmla="*/ 545 h 549"/>
                <a:gd name="T64" fmla="*/ 500 w 545"/>
                <a:gd name="T65" fmla="*/ 525 h 549"/>
                <a:gd name="T66" fmla="*/ 501 w 545"/>
                <a:gd name="T67" fmla="*/ 524 h 549"/>
                <a:gd name="T68" fmla="*/ 545 w 545"/>
                <a:gd name="T69" fmla="*/ 524 h 549"/>
                <a:gd name="T70" fmla="*/ 545 w 545"/>
                <a:gd name="T71" fmla="*/ 528 h 549"/>
                <a:gd name="T72" fmla="*/ 502 w 545"/>
                <a:gd name="T73" fmla="*/ 528 h 549"/>
                <a:gd name="T74" fmla="*/ 481 w 545"/>
                <a:gd name="T75" fmla="*/ 548 h 549"/>
                <a:gd name="T76" fmla="*/ 480 w 545"/>
                <a:gd name="T77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5" h="549">
                  <a:moveTo>
                    <a:pt x="480" y="549"/>
                  </a:moveTo>
                  <a:cubicBezTo>
                    <a:pt x="453" y="549"/>
                    <a:pt x="453" y="549"/>
                    <a:pt x="453" y="549"/>
                  </a:cubicBezTo>
                  <a:cubicBezTo>
                    <a:pt x="452" y="549"/>
                    <a:pt x="452" y="548"/>
                    <a:pt x="451" y="548"/>
                  </a:cubicBezTo>
                  <a:cubicBezTo>
                    <a:pt x="438" y="535"/>
                    <a:pt x="438" y="535"/>
                    <a:pt x="438" y="535"/>
                  </a:cubicBezTo>
                  <a:cubicBezTo>
                    <a:pt x="438" y="534"/>
                    <a:pt x="437" y="534"/>
                    <a:pt x="437" y="534"/>
                  </a:cubicBezTo>
                  <a:cubicBezTo>
                    <a:pt x="437" y="520"/>
                    <a:pt x="437" y="520"/>
                    <a:pt x="437" y="520"/>
                  </a:cubicBezTo>
                  <a:cubicBezTo>
                    <a:pt x="275" y="357"/>
                    <a:pt x="275" y="357"/>
                    <a:pt x="275" y="357"/>
                  </a:cubicBezTo>
                  <a:cubicBezTo>
                    <a:pt x="274" y="357"/>
                    <a:pt x="274" y="356"/>
                    <a:pt x="274" y="356"/>
                  </a:cubicBezTo>
                  <a:cubicBezTo>
                    <a:pt x="274" y="256"/>
                    <a:pt x="274" y="256"/>
                    <a:pt x="274" y="256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94" y="208"/>
                    <a:pt x="194" y="208"/>
                    <a:pt x="194" y="208"/>
                  </a:cubicBezTo>
                  <a:cubicBezTo>
                    <a:pt x="192" y="211"/>
                    <a:pt x="192" y="211"/>
                    <a:pt x="192" y="2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8"/>
                    <a:pt x="0" y="1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77" y="254"/>
                    <a:pt x="277" y="254"/>
                    <a:pt x="277" y="254"/>
                  </a:cubicBezTo>
                  <a:cubicBezTo>
                    <a:pt x="277" y="254"/>
                    <a:pt x="278" y="255"/>
                    <a:pt x="278" y="255"/>
                  </a:cubicBezTo>
                  <a:cubicBezTo>
                    <a:pt x="278" y="355"/>
                    <a:pt x="278" y="355"/>
                    <a:pt x="278" y="355"/>
                  </a:cubicBezTo>
                  <a:cubicBezTo>
                    <a:pt x="440" y="518"/>
                    <a:pt x="440" y="518"/>
                    <a:pt x="440" y="518"/>
                  </a:cubicBezTo>
                  <a:cubicBezTo>
                    <a:pt x="441" y="518"/>
                    <a:pt x="441" y="519"/>
                    <a:pt x="441" y="519"/>
                  </a:cubicBezTo>
                  <a:cubicBezTo>
                    <a:pt x="441" y="533"/>
                    <a:pt x="441" y="533"/>
                    <a:pt x="441" y="533"/>
                  </a:cubicBezTo>
                  <a:cubicBezTo>
                    <a:pt x="453" y="545"/>
                    <a:pt x="453" y="545"/>
                    <a:pt x="453" y="545"/>
                  </a:cubicBezTo>
                  <a:cubicBezTo>
                    <a:pt x="480" y="545"/>
                    <a:pt x="480" y="545"/>
                    <a:pt x="480" y="545"/>
                  </a:cubicBezTo>
                  <a:cubicBezTo>
                    <a:pt x="500" y="525"/>
                    <a:pt x="500" y="525"/>
                    <a:pt x="500" y="525"/>
                  </a:cubicBezTo>
                  <a:cubicBezTo>
                    <a:pt x="500" y="525"/>
                    <a:pt x="501" y="524"/>
                    <a:pt x="501" y="524"/>
                  </a:cubicBezTo>
                  <a:cubicBezTo>
                    <a:pt x="545" y="524"/>
                    <a:pt x="545" y="524"/>
                    <a:pt x="545" y="524"/>
                  </a:cubicBezTo>
                  <a:cubicBezTo>
                    <a:pt x="545" y="528"/>
                    <a:pt x="545" y="528"/>
                    <a:pt x="545" y="528"/>
                  </a:cubicBezTo>
                  <a:cubicBezTo>
                    <a:pt x="502" y="528"/>
                    <a:pt x="502" y="528"/>
                    <a:pt x="502" y="528"/>
                  </a:cubicBezTo>
                  <a:cubicBezTo>
                    <a:pt x="481" y="548"/>
                    <a:pt x="481" y="548"/>
                    <a:pt x="481" y="548"/>
                  </a:cubicBezTo>
                  <a:cubicBezTo>
                    <a:pt x="481" y="548"/>
                    <a:pt x="481" y="549"/>
                    <a:pt x="480" y="5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2" name="Freeform 547"/>
            <p:cNvSpPr>
              <a:spLocks/>
            </p:cNvSpPr>
            <p:nvPr/>
          </p:nvSpPr>
          <p:spPr bwMode="auto">
            <a:xfrm flipV="1">
              <a:off x="1874839" y="6440486"/>
              <a:ext cx="2644775" cy="2781300"/>
            </a:xfrm>
            <a:custGeom>
              <a:avLst/>
              <a:gdLst>
                <a:gd name="T0" fmla="*/ 699 w 705"/>
                <a:gd name="T1" fmla="*/ 741 h 741"/>
                <a:gd name="T2" fmla="*/ 697 w 705"/>
                <a:gd name="T3" fmla="*/ 739 h 741"/>
                <a:gd name="T4" fmla="*/ 701 w 705"/>
                <a:gd name="T5" fmla="*/ 734 h 741"/>
                <a:gd name="T6" fmla="*/ 701 w 705"/>
                <a:gd name="T7" fmla="*/ 703 h 741"/>
                <a:gd name="T8" fmla="*/ 656 w 705"/>
                <a:gd name="T9" fmla="*/ 657 h 741"/>
                <a:gd name="T10" fmla="*/ 627 w 705"/>
                <a:gd name="T11" fmla="*/ 657 h 741"/>
                <a:gd name="T12" fmla="*/ 607 w 705"/>
                <a:gd name="T13" fmla="*/ 678 h 741"/>
                <a:gd name="T14" fmla="*/ 606 w 705"/>
                <a:gd name="T15" fmla="*/ 678 h 741"/>
                <a:gd name="T16" fmla="*/ 606 w 705"/>
                <a:gd name="T17" fmla="*/ 678 h 741"/>
                <a:gd name="T18" fmla="*/ 579 w 705"/>
                <a:gd name="T19" fmla="*/ 678 h 741"/>
                <a:gd name="T20" fmla="*/ 578 w 705"/>
                <a:gd name="T21" fmla="*/ 678 h 741"/>
                <a:gd name="T22" fmla="*/ 564 w 705"/>
                <a:gd name="T23" fmla="*/ 664 h 741"/>
                <a:gd name="T24" fmla="*/ 564 w 705"/>
                <a:gd name="T25" fmla="*/ 663 h 741"/>
                <a:gd name="T26" fmla="*/ 564 w 705"/>
                <a:gd name="T27" fmla="*/ 634 h 741"/>
                <a:gd name="T28" fmla="*/ 564 w 705"/>
                <a:gd name="T29" fmla="*/ 633 h 741"/>
                <a:gd name="T30" fmla="*/ 584 w 705"/>
                <a:gd name="T31" fmla="*/ 614 h 741"/>
                <a:gd name="T32" fmla="*/ 584 w 705"/>
                <a:gd name="T33" fmla="*/ 586 h 741"/>
                <a:gd name="T34" fmla="*/ 0 w 705"/>
                <a:gd name="T35" fmla="*/ 3 h 741"/>
                <a:gd name="T36" fmla="*/ 3 w 705"/>
                <a:gd name="T37" fmla="*/ 0 h 741"/>
                <a:gd name="T38" fmla="*/ 587 w 705"/>
                <a:gd name="T39" fmla="*/ 584 h 741"/>
                <a:gd name="T40" fmla="*/ 587 w 705"/>
                <a:gd name="T41" fmla="*/ 585 h 741"/>
                <a:gd name="T42" fmla="*/ 587 w 705"/>
                <a:gd name="T43" fmla="*/ 614 h 741"/>
                <a:gd name="T44" fmla="*/ 587 w 705"/>
                <a:gd name="T45" fmla="*/ 615 h 741"/>
                <a:gd name="T46" fmla="*/ 567 w 705"/>
                <a:gd name="T47" fmla="*/ 635 h 741"/>
                <a:gd name="T48" fmla="*/ 567 w 705"/>
                <a:gd name="T49" fmla="*/ 662 h 741"/>
                <a:gd name="T50" fmla="*/ 580 w 705"/>
                <a:gd name="T51" fmla="*/ 675 h 741"/>
                <a:gd name="T52" fmla="*/ 605 w 705"/>
                <a:gd name="T53" fmla="*/ 675 h 741"/>
                <a:gd name="T54" fmla="*/ 625 w 705"/>
                <a:gd name="T55" fmla="*/ 654 h 741"/>
                <a:gd name="T56" fmla="*/ 627 w 705"/>
                <a:gd name="T57" fmla="*/ 654 h 741"/>
                <a:gd name="T58" fmla="*/ 656 w 705"/>
                <a:gd name="T59" fmla="*/ 654 h 741"/>
                <a:gd name="T60" fmla="*/ 658 w 705"/>
                <a:gd name="T61" fmla="*/ 654 h 741"/>
                <a:gd name="T62" fmla="*/ 704 w 705"/>
                <a:gd name="T63" fmla="*/ 701 h 741"/>
                <a:gd name="T64" fmla="*/ 705 w 705"/>
                <a:gd name="T65" fmla="*/ 702 h 741"/>
                <a:gd name="T66" fmla="*/ 705 w 705"/>
                <a:gd name="T67" fmla="*/ 735 h 741"/>
                <a:gd name="T68" fmla="*/ 704 w 705"/>
                <a:gd name="T69" fmla="*/ 736 h 741"/>
                <a:gd name="T70" fmla="*/ 699 w 705"/>
                <a:gd name="T71" fmla="*/ 74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5" h="741">
                  <a:moveTo>
                    <a:pt x="699" y="741"/>
                  </a:moveTo>
                  <a:cubicBezTo>
                    <a:pt x="697" y="739"/>
                    <a:pt x="697" y="739"/>
                    <a:pt x="697" y="739"/>
                  </a:cubicBezTo>
                  <a:cubicBezTo>
                    <a:pt x="701" y="734"/>
                    <a:pt x="701" y="734"/>
                    <a:pt x="701" y="734"/>
                  </a:cubicBezTo>
                  <a:cubicBezTo>
                    <a:pt x="701" y="703"/>
                    <a:pt x="701" y="703"/>
                    <a:pt x="701" y="703"/>
                  </a:cubicBezTo>
                  <a:cubicBezTo>
                    <a:pt x="656" y="657"/>
                    <a:pt x="656" y="657"/>
                    <a:pt x="656" y="657"/>
                  </a:cubicBezTo>
                  <a:cubicBezTo>
                    <a:pt x="627" y="657"/>
                    <a:pt x="627" y="657"/>
                    <a:pt x="627" y="657"/>
                  </a:cubicBezTo>
                  <a:cubicBezTo>
                    <a:pt x="607" y="678"/>
                    <a:pt x="607" y="678"/>
                    <a:pt x="607" y="678"/>
                  </a:cubicBezTo>
                  <a:cubicBezTo>
                    <a:pt x="607" y="678"/>
                    <a:pt x="606" y="678"/>
                    <a:pt x="606" y="678"/>
                  </a:cubicBezTo>
                  <a:cubicBezTo>
                    <a:pt x="606" y="678"/>
                    <a:pt x="606" y="678"/>
                    <a:pt x="606" y="678"/>
                  </a:cubicBezTo>
                  <a:cubicBezTo>
                    <a:pt x="579" y="678"/>
                    <a:pt x="579" y="678"/>
                    <a:pt x="579" y="678"/>
                  </a:cubicBezTo>
                  <a:cubicBezTo>
                    <a:pt x="579" y="678"/>
                    <a:pt x="578" y="678"/>
                    <a:pt x="578" y="678"/>
                  </a:cubicBezTo>
                  <a:cubicBezTo>
                    <a:pt x="564" y="664"/>
                    <a:pt x="564" y="664"/>
                    <a:pt x="564" y="664"/>
                  </a:cubicBezTo>
                  <a:cubicBezTo>
                    <a:pt x="564" y="664"/>
                    <a:pt x="564" y="663"/>
                    <a:pt x="564" y="663"/>
                  </a:cubicBezTo>
                  <a:cubicBezTo>
                    <a:pt x="564" y="634"/>
                    <a:pt x="564" y="634"/>
                    <a:pt x="564" y="634"/>
                  </a:cubicBezTo>
                  <a:cubicBezTo>
                    <a:pt x="564" y="634"/>
                    <a:pt x="564" y="633"/>
                    <a:pt x="564" y="633"/>
                  </a:cubicBezTo>
                  <a:cubicBezTo>
                    <a:pt x="584" y="614"/>
                    <a:pt x="584" y="614"/>
                    <a:pt x="584" y="614"/>
                  </a:cubicBezTo>
                  <a:cubicBezTo>
                    <a:pt x="584" y="586"/>
                    <a:pt x="584" y="586"/>
                    <a:pt x="584" y="58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87" y="584"/>
                    <a:pt x="587" y="584"/>
                    <a:pt x="587" y="584"/>
                  </a:cubicBezTo>
                  <a:cubicBezTo>
                    <a:pt x="587" y="584"/>
                    <a:pt x="587" y="585"/>
                    <a:pt x="587" y="585"/>
                  </a:cubicBezTo>
                  <a:cubicBezTo>
                    <a:pt x="587" y="614"/>
                    <a:pt x="587" y="614"/>
                    <a:pt x="587" y="614"/>
                  </a:cubicBezTo>
                  <a:cubicBezTo>
                    <a:pt x="587" y="615"/>
                    <a:pt x="587" y="615"/>
                    <a:pt x="587" y="615"/>
                  </a:cubicBezTo>
                  <a:cubicBezTo>
                    <a:pt x="567" y="635"/>
                    <a:pt x="567" y="635"/>
                    <a:pt x="567" y="635"/>
                  </a:cubicBezTo>
                  <a:cubicBezTo>
                    <a:pt x="567" y="662"/>
                    <a:pt x="567" y="662"/>
                    <a:pt x="567" y="662"/>
                  </a:cubicBezTo>
                  <a:cubicBezTo>
                    <a:pt x="580" y="675"/>
                    <a:pt x="580" y="675"/>
                    <a:pt x="580" y="675"/>
                  </a:cubicBezTo>
                  <a:cubicBezTo>
                    <a:pt x="605" y="675"/>
                    <a:pt x="605" y="675"/>
                    <a:pt x="605" y="675"/>
                  </a:cubicBezTo>
                  <a:cubicBezTo>
                    <a:pt x="625" y="654"/>
                    <a:pt x="625" y="654"/>
                    <a:pt x="625" y="654"/>
                  </a:cubicBezTo>
                  <a:cubicBezTo>
                    <a:pt x="626" y="654"/>
                    <a:pt x="626" y="654"/>
                    <a:pt x="627" y="654"/>
                  </a:cubicBezTo>
                  <a:cubicBezTo>
                    <a:pt x="656" y="654"/>
                    <a:pt x="656" y="654"/>
                    <a:pt x="656" y="654"/>
                  </a:cubicBezTo>
                  <a:cubicBezTo>
                    <a:pt x="657" y="654"/>
                    <a:pt x="657" y="654"/>
                    <a:pt x="658" y="654"/>
                  </a:cubicBezTo>
                  <a:cubicBezTo>
                    <a:pt x="704" y="701"/>
                    <a:pt x="704" y="701"/>
                    <a:pt x="704" y="701"/>
                  </a:cubicBezTo>
                  <a:cubicBezTo>
                    <a:pt x="705" y="701"/>
                    <a:pt x="705" y="702"/>
                    <a:pt x="705" y="702"/>
                  </a:cubicBezTo>
                  <a:cubicBezTo>
                    <a:pt x="705" y="735"/>
                    <a:pt x="705" y="735"/>
                    <a:pt x="705" y="735"/>
                  </a:cubicBezTo>
                  <a:cubicBezTo>
                    <a:pt x="705" y="735"/>
                    <a:pt x="705" y="736"/>
                    <a:pt x="704" y="736"/>
                  </a:cubicBezTo>
                  <a:lnTo>
                    <a:pt x="699" y="74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3" name="Freeform 548"/>
            <p:cNvSpPr>
              <a:spLocks/>
            </p:cNvSpPr>
            <p:nvPr/>
          </p:nvSpPr>
          <p:spPr bwMode="auto">
            <a:xfrm flipV="1">
              <a:off x="1922464" y="6811961"/>
              <a:ext cx="2260600" cy="2454275"/>
            </a:xfrm>
            <a:custGeom>
              <a:avLst/>
              <a:gdLst>
                <a:gd name="T0" fmla="*/ 594 w 602"/>
                <a:gd name="T1" fmla="*/ 654 h 654"/>
                <a:gd name="T2" fmla="*/ 591 w 602"/>
                <a:gd name="T3" fmla="*/ 651 h 654"/>
                <a:gd name="T4" fmla="*/ 598 w 602"/>
                <a:gd name="T5" fmla="*/ 644 h 654"/>
                <a:gd name="T6" fmla="*/ 598 w 602"/>
                <a:gd name="T7" fmla="*/ 601 h 654"/>
                <a:gd name="T8" fmla="*/ 0 w 602"/>
                <a:gd name="T9" fmla="*/ 2 h 654"/>
                <a:gd name="T10" fmla="*/ 2 w 602"/>
                <a:gd name="T11" fmla="*/ 0 h 654"/>
                <a:gd name="T12" fmla="*/ 601 w 602"/>
                <a:gd name="T13" fmla="*/ 599 h 654"/>
                <a:gd name="T14" fmla="*/ 602 w 602"/>
                <a:gd name="T15" fmla="*/ 600 h 654"/>
                <a:gd name="T16" fmla="*/ 602 w 602"/>
                <a:gd name="T17" fmla="*/ 645 h 654"/>
                <a:gd name="T18" fmla="*/ 601 w 602"/>
                <a:gd name="T19" fmla="*/ 646 h 654"/>
                <a:gd name="T20" fmla="*/ 594 w 602"/>
                <a:gd name="T21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2" h="654">
                  <a:moveTo>
                    <a:pt x="594" y="654"/>
                  </a:moveTo>
                  <a:cubicBezTo>
                    <a:pt x="591" y="651"/>
                    <a:pt x="591" y="651"/>
                    <a:pt x="591" y="651"/>
                  </a:cubicBezTo>
                  <a:cubicBezTo>
                    <a:pt x="598" y="644"/>
                    <a:pt x="598" y="644"/>
                    <a:pt x="598" y="644"/>
                  </a:cubicBezTo>
                  <a:cubicBezTo>
                    <a:pt x="598" y="601"/>
                    <a:pt x="598" y="601"/>
                    <a:pt x="598" y="60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1" y="599"/>
                    <a:pt x="601" y="599"/>
                    <a:pt x="601" y="599"/>
                  </a:cubicBezTo>
                  <a:cubicBezTo>
                    <a:pt x="602" y="599"/>
                    <a:pt x="602" y="600"/>
                    <a:pt x="602" y="600"/>
                  </a:cubicBezTo>
                  <a:cubicBezTo>
                    <a:pt x="602" y="645"/>
                    <a:pt x="602" y="645"/>
                    <a:pt x="602" y="645"/>
                  </a:cubicBezTo>
                  <a:cubicBezTo>
                    <a:pt x="602" y="645"/>
                    <a:pt x="602" y="646"/>
                    <a:pt x="601" y="646"/>
                  </a:cubicBezTo>
                  <a:lnTo>
                    <a:pt x="594" y="65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4" name="Freeform 549"/>
            <p:cNvSpPr>
              <a:spLocks/>
            </p:cNvSpPr>
            <p:nvPr/>
          </p:nvSpPr>
          <p:spPr bwMode="auto">
            <a:xfrm flipV="1">
              <a:off x="2249489" y="6627811"/>
              <a:ext cx="2371725" cy="2701925"/>
            </a:xfrm>
            <a:custGeom>
              <a:avLst/>
              <a:gdLst>
                <a:gd name="T0" fmla="*/ 630 w 632"/>
                <a:gd name="T1" fmla="*/ 720 h 720"/>
                <a:gd name="T2" fmla="*/ 624 w 632"/>
                <a:gd name="T3" fmla="*/ 714 h 720"/>
                <a:gd name="T4" fmla="*/ 623 w 632"/>
                <a:gd name="T5" fmla="*/ 713 h 720"/>
                <a:gd name="T6" fmla="*/ 623 w 632"/>
                <a:gd name="T7" fmla="*/ 670 h 720"/>
                <a:gd name="T8" fmla="*/ 591 w 632"/>
                <a:gd name="T9" fmla="*/ 639 h 720"/>
                <a:gd name="T10" fmla="*/ 562 w 632"/>
                <a:gd name="T11" fmla="*/ 639 h 720"/>
                <a:gd name="T12" fmla="*/ 560 w 632"/>
                <a:gd name="T13" fmla="*/ 638 h 720"/>
                <a:gd name="T14" fmla="*/ 404 w 632"/>
                <a:gd name="T15" fmla="*/ 482 h 720"/>
                <a:gd name="T16" fmla="*/ 404 w 632"/>
                <a:gd name="T17" fmla="*/ 481 h 720"/>
                <a:gd name="T18" fmla="*/ 404 w 632"/>
                <a:gd name="T19" fmla="*/ 436 h 720"/>
                <a:gd name="T20" fmla="*/ 57 w 632"/>
                <a:gd name="T21" fmla="*/ 89 h 720"/>
                <a:gd name="T22" fmla="*/ 31 w 632"/>
                <a:gd name="T23" fmla="*/ 89 h 720"/>
                <a:gd name="T24" fmla="*/ 30 w 632"/>
                <a:gd name="T25" fmla="*/ 88 h 720"/>
                <a:gd name="T26" fmla="*/ 0 w 632"/>
                <a:gd name="T27" fmla="*/ 59 h 720"/>
                <a:gd name="T28" fmla="*/ 0 w 632"/>
                <a:gd name="T29" fmla="*/ 58 h 720"/>
                <a:gd name="T30" fmla="*/ 0 w 632"/>
                <a:gd name="T31" fmla="*/ 21 h 720"/>
                <a:gd name="T32" fmla="*/ 0 w 632"/>
                <a:gd name="T33" fmla="*/ 20 h 720"/>
                <a:gd name="T34" fmla="*/ 21 w 632"/>
                <a:gd name="T35" fmla="*/ 0 h 720"/>
                <a:gd name="T36" fmla="*/ 24 w 632"/>
                <a:gd name="T37" fmla="*/ 2 h 720"/>
                <a:gd name="T38" fmla="*/ 3 w 632"/>
                <a:gd name="T39" fmla="*/ 22 h 720"/>
                <a:gd name="T40" fmla="*/ 3 w 632"/>
                <a:gd name="T41" fmla="*/ 57 h 720"/>
                <a:gd name="T42" fmla="*/ 32 w 632"/>
                <a:gd name="T43" fmla="*/ 85 h 720"/>
                <a:gd name="T44" fmla="*/ 57 w 632"/>
                <a:gd name="T45" fmla="*/ 85 h 720"/>
                <a:gd name="T46" fmla="*/ 59 w 632"/>
                <a:gd name="T47" fmla="*/ 86 h 720"/>
                <a:gd name="T48" fmla="*/ 407 w 632"/>
                <a:gd name="T49" fmla="*/ 434 h 720"/>
                <a:gd name="T50" fmla="*/ 407 w 632"/>
                <a:gd name="T51" fmla="*/ 435 h 720"/>
                <a:gd name="T52" fmla="*/ 407 w 632"/>
                <a:gd name="T53" fmla="*/ 480 h 720"/>
                <a:gd name="T54" fmla="*/ 562 w 632"/>
                <a:gd name="T55" fmla="*/ 635 h 720"/>
                <a:gd name="T56" fmla="*/ 592 w 632"/>
                <a:gd name="T57" fmla="*/ 635 h 720"/>
                <a:gd name="T58" fmla="*/ 593 w 632"/>
                <a:gd name="T59" fmla="*/ 636 h 720"/>
                <a:gd name="T60" fmla="*/ 626 w 632"/>
                <a:gd name="T61" fmla="*/ 669 h 720"/>
                <a:gd name="T62" fmla="*/ 627 w 632"/>
                <a:gd name="T63" fmla="*/ 670 h 720"/>
                <a:gd name="T64" fmla="*/ 627 w 632"/>
                <a:gd name="T65" fmla="*/ 712 h 720"/>
                <a:gd name="T66" fmla="*/ 632 w 632"/>
                <a:gd name="T67" fmla="*/ 717 h 720"/>
                <a:gd name="T68" fmla="*/ 630 w 632"/>
                <a:gd name="T69" fmla="*/ 72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20">
                  <a:moveTo>
                    <a:pt x="630" y="720"/>
                  </a:moveTo>
                  <a:cubicBezTo>
                    <a:pt x="624" y="714"/>
                    <a:pt x="624" y="714"/>
                    <a:pt x="624" y="714"/>
                  </a:cubicBezTo>
                  <a:cubicBezTo>
                    <a:pt x="623" y="714"/>
                    <a:pt x="623" y="713"/>
                    <a:pt x="623" y="713"/>
                  </a:cubicBezTo>
                  <a:cubicBezTo>
                    <a:pt x="623" y="670"/>
                    <a:pt x="623" y="670"/>
                    <a:pt x="623" y="670"/>
                  </a:cubicBezTo>
                  <a:cubicBezTo>
                    <a:pt x="591" y="639"/>
                    <a:pt x="591" y="639"/>
                    <a:pt x="591" y="639"/>
                  </a:cubicBezTo>
                  <a:cubicBezTo>
                    <a:pt x="562" y="639"/>
                    <a:pt x="562" y="639"/>
                    <a:pt x="562" y="639"/>
                  </a:cubicBezTo>
                  <a:cubicBezTo>
                    <a:pt x="561" y="639"/>
                    <a:pt x="561" y="638"/>
                    <a:pt x="560" y="638"/>
                  </a:cubicBezTo>
                  <a:cubicBezTo>
                    <a:pt x="404" y="482"/>
                    <a:pt x="404" y="482"/>
                    <a:pt x="404" y="482"/>
                  </a:cubicBezTo>
                  <a:cubicBezTo>
                    <a:pt x="404" y="482"/>
                    <a:pt x="404" y="481"/>
                    <a:pt x="404" y="481"/>
                  </a:cubicBezTo>
                  <a:cubicBezTo>
                    <a:pt x="404" y="436"/>
                    <a:pt x="404" y="436"/>
                    <a:pt x="404" y="436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8" y="86"/>
                    <a:pt x="59" y="86"/>
                  </a:cubicBezTo>
                  <a:cubicBezTo>
                    <a:pt x="407" y="434"/>
                    <a:pt x="407" y="434"/>
                    <a:pt x="407" y="434"/>
                  </a:cubicBezTo>
                  <a:cubicBezTo>
                    <a:pt x="407" y="434"/>
                    <a:pt x="407" y="435"/>
                    <a:pt x="407" y="435"/>
                  </a:cubicBezTo>
                  <a:cubicBezTo>
                    <a:pt x="407" y="480"/>
                    <a:pt x="407" y="480"/>
                    <a:pt x="407" y="480"/>
                  </a:cubicBezTo>
                  <a:cubicBezTo>
                    <a:pt x="562" y="635"/>
                    <a:pt x="562" y="635"/>
                    <a:pt x="562" y="635"/>
                  </a:cubicBezTo>
                  <a:cubicBezTo>
                    <a:pt x="592" y="635"/>
                    <a:pt x="592" y="635"/>
                    <a:pt x="592" y="635"/>
                  </a:cubicBezTo>
                  <a:cubicBezTo>
                    <a:pt x="593" y="635"/>
                    <a:pt x="593" y="635"/>
                    <a:pt x="593" y="636"/>
                  </a:cubicBezTo>
                  <a:cubicBezTo>
                    <a:pt x="626" y="669"/>
                    <a:pt x="626" y="669"/>
                    <a:pt x="626" y="669"/>
                  </a:cubicBezTo>
                  <a:cubicBezTo>
                    <a:pt x="627" y="669"/>
                    <a:pt x="627" y="669"/>
                    <a:pt x="627" y="670"/>
                  </a:cubicBezTo>
                  <a:cubicBezTo>
                    <a:pt x="627" y="712"/>
                    <a:pt x="627" y="712"/>
                    <a:pt x="627" y="712"/>
                  </a:cubicBezTo>
                  <a:cubicBezTo>
                    <a:pt x="632" y="717"/>
                    <a:pt x="632" y="717"/>
                    <a:pt x="632" y="717"/>
                  </a:cubicBezTo>
                  <a:lnTo>
                    <a:pt x="630" y="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5" name="Freeform 550"/>
            <p:cNvSpPr>
              <a:spLocks/>
            </p:cNvSpPr>
            <p:nvPr/>
          </p:nvSpPr>
          <p:spPr bwMode="auto">
            <a:xfrm flipV="1">
              <a:off x="2406652" y="6234111"/>
              <a:ext cx="2371725" cy="2919413"/>
            </a:xfrm>
            <a:custGeom>
              <a:avLst/>
              <a:gdLst>
                <a:gd name="T0" fmla="*/ 507 w 632"/>
                <a:gd name="T1" fmla="*/ 778 h 778"/>
                <a:gd name="T2" fmla="*/ 507 w 632"/>
                <a:gd name="T3" fmla="*/ 774 h 778"/>
                <a:gd name="T4" fmla="*/ 554 w 632"/>
                <a:gd name="T5" fmla="*/ 774 h 778"/>
                <a:gd name="T6" fmla="*/ 629 w 632"/>
                <a:gd name="T7" fmla="*/ 699 h 778"/>
                <a:gd name="T8" fmla="*/ 629 w 632"/>
                <a:gd name="T9" fmla="*/ 661 h 778"/>
                <a:gd name="T10" fmla="*/ 609 w 632"/>
                <a:gd name="T11" fmla="*/ 641 h 778"/>
                <a:gd name="T12" fmla="*/ 609 w 632"/>
                <a:gd name="T13" fmla="*/ 640 h 778"/>
                <a:gd name="T14" fmla="*/ 609 w 632"/>
                <a:gd name="T15" fmla="*/ 614 h 778"/>
                <a:gd name="T16" fmla="*/ 563 w 632"/>
                <a:gd name="T17" fmla="*/ 568 h 778"/>
                <a:gd name="T18" fmla="*/ 522 w 632"/>
                <a:gd name="T19" fmla="*/ 568 h 778"/>
                <a:gd name="T20" fmla="*/ 520 w 632"/>
                <a:gd name="T21" fmla="*/ 568 h 778"/>
                <a:gd name="T22" fmla="*/ 394 w 632"/>
                <a:gd name="T23" fmla="*/ 441 h 778"/>
                <a:gd name="T24" fmla="*/ 393 w 632"/>
                <a:gd name="T25" fmla="*/ 440 h 778"/>
                <a:gd name="T26" fmla="*/ 393 w 632"/>
                <a:gd name="T27" fmla="*/ 371 h 778"/>
                <a:gd name="T28" fmla="*/ 25 w 632"/>
                <a:gd name="T29" fmla="*/ 3 h 778"/>
                <a:gd name="T30" fmla="*/ 0 w 632"/>
                <a:gd name="T31" fmla="*/ 3 h 778"/>
                <a:gd name="T32" fmla="*/ 0 w 632"/>
                <a:gd name="T33" fmla="*/ 0 h 778"/>
                <a:gd name="T34" fmla="*/ 26 w 632"/>
                <a:gd name="T35" fmla="*/ 0 h 778"/>
                <a:gd name="T36" fmla="*/ 27 w 632"/>
                <a:gd name="T37" fmla="*/ 0 h 778"/>
                <a:gd name="T38" fmla="*/ 396 w 632"/>
                <a:gd name="T39" fmla="*/ 369 h 778"/>
                <a:gd name="T40" fmla="*/ 397 w 632"/>
                <a:gd name="T41" fmla="*/ 371 h 778"/>
                <a:gd name="T42" fmla="*/ 397 w 632"/>
                <a:gd name="T43" fmla="*/ 439 h 778"/>
                <a:gd name="T44" fmla="*/ 522 w 632"/>
                <a:gd name="T45" fmla="*/ 565 h 778"/>
                <a:gd name="T46" fmla="*/ 564 w 632"/>
                <a:gd name="T47" fmla="*/ 565 h 778"/>
                <a:gd name="T48" fmla="*/ 565 w 632"/>
                <a:gd name="T49" fmla="*/ 565 h 778"/>
                <a:gd name="T50" fmla="*/ 612 w 632"/>
                <a:gd name="T51" fmla="*/ 612 h 778"/>
                <a:gd name="T52" fmla="*/ 612 w 632"/>
                <a:gd name="T53" fmla="*/ 613 h 778"/>
                <a:gd name="T54" fmla="*/ 612 w 632"/>
                <a:gd name="T55" fmla="*/ 640 h 778"/>
                <a:gd name="T56" fmla="*/ 632 w 632"/>
                <a:gd name="T57" fmla="*/ 659 h 778"/>
                <a:gd name="T58" fmla="*/ 632 w 632"/>
                <a:gd name="T59" fmla="*/ 660 h 778"/>
                <a:gd name="T60" fmla="*/ 632 w 632"/>
                <a:gd name="T61" fmla="*/ 700 h 778"/>
                <a:gd name="T62" fmla="*/ 632 w 632"/>
                <a:gd name="T63" fmla="*/ 701 h 778"/>
                <a:gd name="T64" fmla="*/ 556 w 632"/>
                <a:gd name="T65" fmla="*/ 777 h 778"/>
                <a:gd name="T66" fmla="*/ 554 w 632"/>
                <a:gd name="T67" fmla="*/ 778 h 778"/>
                <a:gd name="T68" fmla="*/ 507 w 632"/>
                <a:gd name="T69" fmla="*/ 778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78">
                  <a:moveTo>
                    <a:pt x="507" y="778"/>
                  </a:moveTo>
                  <a:cubicBezTo>
                    <a:pt x="507" y="774"/>
                    <a:pt x="507" y="774"/>
                    <a:pt x="507" y="774"/>
                  </a:cubicBezTo>
                  <a:cubicBezTo>
                    <a:pt x="554" y="774"/>
                    <a:pt x="554" y="774"/>
                    <a:pt x="554" y="774"/>
                  </a:cubicBezTo>
                  <a:cubicBezTo>
                    <a:pt x="629" y="699"/>
                    <a:pt x="629" y="699"/>
                    <a:pt x="629" y="699"/>
                  </a:cubicBezTo>
                  <a:cubicBezTo>
                    <a:pt x="629" y="661"/>
                    <a:pt x="629" y="661"/>
                    <a:pt x="629" y="661"/>
                  </a:cubicBezTo>
                  <a:cubicBezTo>
                    <a:pt x="609" y="641"/>
                    <a:pt x="609" y="641"/>
                    <a:pt x="609" y="641"/>
                  </a:cubicBezTo>
                  <a:cubicBezTo>
                    <a:pt x="609" y="641"/>
                    <a:pt x="609" y="641"/>
                    <a:pt x="609" y="640"/>
                  </a:cubicBezTo>
                  <a:cubicBezTo>
                    <a:pt x="609" y="614"/>
                    <a:pt x="609" y="614"/>
                    <a:pt x="609" y="614"/>
                  </a:cubicBezTo>
                  <a:cubicBezTo>
                    <a:pt x="563" y="568"/>
                    <a:pt x="563" y="568"/>
                    <a:pt x="563" y="568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1" y="568"/>
                    <a:pt x="521" y="568"/>
                    <a:pt x="520" y="568"/>
                  </a:cubicBezTo>
                  <a:cubicBezTo>
                    <a:pt x="394" y="441"/>
                    <a:pt x="394" y="441"/>
                    <a:pt x="394" y="441"/>
                  </a:cubicBezTo>
                  <a:cubicBezTo>
                    <a:pt x="393" y="441"/>
                    <a:pt x="393" y="441"/>
                    <a:pt x="393" y="440"/>
                  </a:cubicBezTo>
                  <a:cubicBezTo>
                    <a:pt x="393" y="371"/>
                    <a:pt x="393" y="371"/>
                    <a:pt x="393" y="371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396" y="369"/>
                    <a:pt x="396" y="369"/>
                    <a:pt x="396" y="369"/>
                  </a:cubicBezTo>
                  <a:cubicBezTo>
                    <a:pt x="396" y="370"/>
                    <a:pt x="397" y="370"/>
                    <a:pt x="397" y="371"/>
                  </a:cubicBezTo>
                  <a:cubicBezTo>
                    <a:pt x="397" y="439"/>
                    <a:pt x="397" y="439"/>
                    <a:pt x="397" y="439"/>
                  </a:cubicBezTo>
                  <a:cubicBezTo>
                    <a:pt x="522" y="565"/>
                    <a:pt x="522" y="565"/>
                    <a:pt x="522" y="565"/>
                  </a:cubicBezTo>
                  <a:cubicBezTo>
                    <a:pt x="564" y="565"/>
                    <a:pt x="564" y="565"/>
                    <a:pt x="564" y="565"/>
                  </a:cubicBezTo>
                  <a:cubicBezTo>
                    <a:pt x="565" y="565"/>
                    <a:pt x="565" y="565"/>
                    <a:pt x="565" y="565"/>
                  </a:cubicBezTo>
                  <a:cubicBezTo>
                    <a:pt x="612" y="612"/>
                    <a:pt x="612" y="612"/>
                    <a:pt x="612" y="612"/>
                  </a:cubicBezTo>
                  <a:cubicBezTo>
                    <a:pt x="612" y="612"/>
                    <a:pt x="612" y="612"/>
                    <a:pt x="612" y="613"/>
                  </a:cubicBezTo>
                  <a:cubicBezTo>
                    <a:pt x="612" y="640"/>
                    <a:pt x="612" y="640"/>
                    <a:pt x="612" y="640"/>
                  </a:cubicBezTo>
                  <a:cubicBezTo>
                    <a:pt x="632" y="659"/>
                    <a:pt x="632" y="659"/>
                    <a:pt x="632" y="659"/>
                  </a:cubicBezTo>
                  <a:cubicBezTo>
                    <a:pt x="632" y="660"/>
                    <a:pt x="632" y="660"/>
                    <a:pt x="632" y="660"/>
                  </a:cubicBezTo>
                  <a:cubicBezTo>
                    <a:pt x="632" y="700"/>
                    <a:pt x="632" y="700"/>
                    <a:pt x="632" y="700"/>
                  </a:cubicBezTo>
                  <a:cubicBezTo>
                    <a:pt x="632" y="700"/>
                    <a:pt x="632" y="700"/>
                    <a:pt x="632" y="701"/>
                  </a:cubicBezTo>
                  <a:cubicBezTo>
                    <a:pt x="556" y="777"/>
                    <a:pt x="556" y="777"/>
                    <a:pt x="556" y="777"/>
                  </a:cubicBezTo>
                  <a:cubicBezTo>
                    <a:pt x="555" y="777"/>
                    <a:pt x="555" y="778"/>
                    <a:pt x="554" y="778"/>
                  </a:cubicBezTo>
                  <a:lnTo>
                    <a:pt x="507" y="77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6" name="Freeform 551"/>
            <p:cNvSpPr>
              <a:spLocks/>
            </p:cNvSpPr>
            <p:nvPr/>
          </p:nvSpPr>
          <p:spPr bwMode="auto">
            <a:xfrm flipV="1">
              <a:off x="2235202" y="6778623"/>
              <a:ext cx="2641600" cy="2798763"/>
            </a:xfrm>
            <a:custGeom>
              <a:avLst/>
              <a:gdLst>
                <a:gd name="T0" fmla="*/ 702 w 704"/>
                <a:gd name="T1" fmla="*/ 746 h 746"/>
                <a:gd name="T2" fmla="*/ 632 w 704"/>
                <a:gd name="T3" fmla="*/ 676 h 746"/>
                <a:gd name="T4" fmla="*/ 631 w 704"/>
                <a:gd name="T5" fmla="*/ 675 h 746"/>
                <a:gd name="T6" fmla="*/ 631 w 704"/>
                <a:gd name="T7" fmla="*/ 633 h 746"/>
                <a:gd name="T8" fmla="*/ 0 w 704"/>
                <a:gd name="T9" fmla="*/ 2 h 746"/>
                <a:gd name="T10" fmla="*/ 2 w 704"/>
                <a:gd name="T11" fmla="*/ 0 h 746"/>
                <a:gd name="T12" fmla="*/ 634 w 704"/>
                <a:gd name="T13" fmla="*/ 632 h 746"/>
                <a:gd name="T14" fmla="*/ 635 w 704"/>
                <a:gd name="T15" fmla="*/ 633 h 746"/>
                <a:gd name="T16" fmla="*/ 635 w 704"/>
                <a:gd name="T17" fmla="*/ 674 h 746"/>
                <a:gd name="T18" fmla="*/ 704 w 704"/>
                <a:gd name="T19" fmla="*/ 744 h 746"/>
                <a:gd name="T20" fmla="*/ 702 w 704"/>
                <a:gd name="T21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4" h="746">
                  <a:moveTo>
                    <a:pt x="702" y="746"/>
                  </a:moveTo>
                  <a:cubicBezTo>
                    <a:pt x="632" y="676"/>
                    <a:pt x="632" y="676"/>
                    <a:pt x="632" y="676"/>
                  </a:cubicBezTo>
                  <a:cubicBezTo>
                    <a:pt x="632" y="676"/>
                    <a:pt x="631" y="675"/>
                    <a:pt x="631" y="675"/>
                  </a:cubicBezTo>
                  <a:cubicBezTo>
                    <a:pt x="631" y="633"/>
                    <a:pt x="631" y="633"/>
                    <a:pt x="631" y="6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34" y="632"/>
                    <a:pt x="634" y="632"/>
                    <a:pt x="634" y="632"/>
                  </a:cubicBezTo>
                  <a:cubicBezTo>
                    <a:pt x="635" y="632"/>
                    <a:pt x="635" y="632"/>
                    <a:pt x="635" y="633"/>
                  </a:cubicBezTo>
                  <a:cubicBezTo>
                    <a:pt x="635" y="674"/>
                    <a:pt x="635" y="674"/>
                    <a:pt x="635" y="674"/>
                  </a:cubicBezTo>
                  <a:cubicBezTo>
                    <a:pt x="704" y="744"/>
                    <a:pt x="704" y="744"/>
                    <a:pt x="704" y="744"/>
                  </a:cubicBezTo>
                  <a:lnTo>
                    <a:pt x="702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7" name="Freeform 552"/>
            <p:cNvSpPr>
              <a:spLocks/>
            </p:cNvSpPr>
            <p:nvPr/>
          </p:nvSpPr>
          <p:spPr bwMode="auto">
            <a:xfrm flipV="1">
              <a:off x="2879727" y="7400924"/>
              <a:ext cx="1812925" cy="1854200"/>
            </a:xfrm>
            <a:custGeom>
              <a:avLst/>
              <a:gdLst>
                <a:gd name="T0" fmla="*/ 464 w 483"/>
                <a:gd name="T1" fmla="*/ 494 h 494"/>
                <a:gd name="T2" fmla="*/ 461 w 483"/>
                <a:gd name="T3" fmla="*/ 494 h 494"/>
                <a:gd name="T4" fmla="*/ 461 w 483"/>
                <a:gd name="T5" fmla="*/ 465 h 494"/>
                <a:gd name="T6" fmla="*/ 462 w 483"/>
                <a:gd name="T7" fmla="*/ 463 h 494"/>
                <a:gd name="T8" fmla="*/ 480 w 483"/>
                <a:gd name="T9" fmla="*/ 445 h 494"/>
                <a:gd name="T10" fmla="*/ 480 w 483"/>
                <a:gd name="T11" fmla="*/ 429 h 494"/>
                <a:gd name="T12" fmla="*/ 269 w 483"/>
                <a:gd name="T13" fmla="*/ 218 h 494"/>
                <a:gd name="T14" fmla="*/ 217 w 483"/>
                <a:gd name="T15" fmla="*/ 218 h 494"/>
                <a:gd name="T16" fmla="*/ 215 w 483"/>
                <a:gd name="T17" fmla="*/ 218 h 494"/>
                <a:gd name="T18" fmla="*/ 0 w 483"/>
                <a:gd name="T19" fmla="*/ 2 h 494"/>
                <a:gd name="T20" fmla="*/ 2 w 483"/>
                <a:gd name="T21" fmla="*/ 0 h 494"/>
                <a:gd name="T22" fmla="*/ 217 w 483"/>
                <a:gd name="T23" fmla="*/ 215 h 494"/>
                <a:gd name="T24" fmla="*/ 270 w 483"/>
                <a:gd name="T25" fmla="*/ 215 h 494"/>
                <a:gd name="T26" fmla="*/ 271 w 483"/>
                <a:gd name="T27" fmla="*/ 215 h 494"/>
                <a:gd name="T28" fmla="*/ 483 w 483"/>
                <a:gd name="T29" fmla="*/ 427 h 494"/>
                <a:gd name="T30" fmla="*/ 483 w 483"/>
                <a:gd name="T31" fmla="*/ 428 h 494"/>
                <a:gd name="T32" fmla="*/ 483 w 483"/>
                <a:gd name="T33" fmla="*/ 446 h 494"/>
                <a:gd name="T34" fmla="*/ 483 w 483"/>
                <a:gd name="T35" fmla="*/ 447 h 494"/>
                <a:gd name="T36" fmla="*/ 464 w 483"/>
                <a:gd name="T37" fmla="*/ 465 h 494"/>
                <a:gd name="T38" fmla="*/ 464 w 483"/>
                <a:gd name="T39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4">
                  <a:moveTo>
                    <a:pt x="464" y="494"/>
                  </a:moveTo>
                  <a:cubicBezTo>
                    <a:pt x="461" y="494"/>
                    <a:pt x="461" y="494"/>
                    <a:pt x="461" y="494"/>
                  </a:cubicBezTo>
                  <a:cubicBezTo>
                    <a:pt x="461" y="465"/>
                    <a:pt x="461" y="465"/>
                    <a:pt x="461" y="465"/>
                  </a:cubicBezTo>
                  <a:cubicBezTo>
                    <a:pt x="461" y="464"/>
                    <a:pt x="461" y="464"/>
                    <a:pt x="462" y="463"/>
                  </a:cubicBezTo>
                  <a:cubicBezTo>
                    <a:pt x="480" y="445"/>
                    <a:pt x="480" y="445"/>
                    <a:pt x="480" y="445"/>
                  </a:cubicBezTo>
                  <a:cubicBezTo>
                    <a:pt x="480" y="429"/>
                    <a:pt x="480" y="429"/>
                    <a:pt x="480" y="429"/>
                  </a:cubicBezTo>
                  <a:cubicBezTo>
                    <a:pt x="269" y="218"/>
                    <a:pt x="269" y="218"/>
                    <a:pt x="269" y="218"/>
                  </a:cubicBezTo>
                  <a:cubicBezTo>
                    <a:pt x="217" y="218"/>
                    <a:pt x="217" y="218"/>
                    <a:pt x="217" y="218"/>
                  </a:cubicBezTo>
                  <a:cubicBezTo>
                    <a:pt x="216" y="218"/>
                    <a:pt x="216" y="218"/>
                    <a:pt x="215" y="2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70" y="215"/>
                    <a:pt x="270" y="215"/>
                    <a:pt x="270" y="215"/>
                  </a:cubicBezTo>
                  <a:cubicBezTo>
                    <a:pt x="270" y="215"/>
                    <a:pt x="271" y="215"/>
                    <a:pt x="271" y="215"/>
                  </a:cubicBezTo>
                  <a:cubicBezTo>
                    <a:pt x="483" y="427"/>
                    <a:pt x="483" y="427"/>
                    <a:pt x="483" y="427"/>
                  </a:cubicBezTo>
                  <a:cubicBezTo>
                    <a:pt x="483" y="427"/>
                    <a:pt x="483" y="428"/>
                    <a:pt x="483" y="428"/>
                  </a:cubicBezTo>
                  <a:cubicBezTo>
                    <a:pt x="483" y="446"/>
                    <a:pt x="483" y="446"/>
                    <a:pt x="483" y="446"/>
                  </a:cubicBezTo>
                  <a:cubicBezTo>
                    <a:pt x="483" y="446"/>
                    <a:pt x="483" y="447"/>
                    <a:pt x="483" y="447"/>
                  </a:cubicBezTo>
                  <a:cubicBezTo>
                    <a:pt x="464" y="465"/>
                    <a:pt x="464" y="465"/>
                    <a:pt x="464" y="465"/>
                  </a:cubicBezTo>
                  <a:lnTo>
                    <a:pt x="464" y="4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8" name="Freeform 553"/>
            <p:cNvSpPr>
              <a:spLocks/>
            </p:cNvSpPr>
            <p:nvPr/>
          </p:nvSpPr>
          <p:spPr bwMode="auto">
            <a:xfrm flipV="1">
              <a:off x="2786064" y="6770686"/>
              <a:ext cx="2360612" cy="2897188"/>
            </a:xfrm>
            <a:custGeom>
              <a:avLst/>
              <a:gdLst>
                <a:gd name="T0" fmla="*/ 629 w 629"/>
                <a:gd name="T1" fmla="*/ 772 h 772"/>
                <a:gd name="T2" fmla="*/ 590 w 629"/>
                <a:gd name="T3" fmla="*/ 772 h 772"/>
                <a:gd name="T4" fmla="*/ 587 w 629"/>
                <a:gd name="T5" fmla="*/ 771 h 772"/>
                <a:gd name="T6" fmla="*/ 505 w 629"/>
                <a:gd name="T7" fmla="*/ 688 h 772"/>
                <a:gd name="T8" fmla="*/ 504 w 629"/>
                <a:gd name="T9" fmla="*/ 686 h 772"/>
                <a:gd name="T10" fmla="*/ 504 w 629"/>
                <a:gd name="T11" fmla="*/ 645 h 772"/>
                <a:gd name="T12" fmla="*/ 505 w 629"/>
                <a:gd name="T13" fmla="*/ 643 h 772"/>
                <a:gd name="T14" fmla="*/ 519 w 629"/>
                <a:gd name="T15" fmla="*/ 628 h 772"/>
                <a:gd name="T16" fmla="*/ 519 w 629"/>
                <a:gd name="T17" fmla="*/ 582 h 772"/>
                <a:gd name="T18" fmla="*/ 520 w 629"/>
                <a:gd name="T19" fmla="*/ 580 h 772"/>
                <a:gd name="T20" fmla="*/ 549 w 629"/>
                <a:gd name="T21" fmla="*/ 551 h 772"/>
                <a:gd name="T22" fmla="*/ 549 w 629"/>
                <a:gd name="T23" fmla="*/ 539 h 772"/>
                <a:gd name="T24" fmla="*/ 294 w 629"/>
                <a:gd name="T25" fmla="*/ 284 h 772"/>
                <a:gd name="T26" fmla="*/ 256 w 629"/>
                <a:gd name="T27" fmla="*/ 284 h 772"/>
                <a:gd name="T28" fmla="*/ 253 w 629"/>
                <a:gd name="T29" fmla="*/ 283 h 772"/>
                <a:gd name="T30" fmla="*/ 175 w 629"/>
                <a:gd name="T31" fmla="*/ 204 h 772"/>
                <a:gd name="T32" fmla="*/ 173 w 629"/>
                <a:gd name="T33" fmla="*/ 201 h 772"/>
                <a:gd name="T34" fmla="*/ 174 w 629"/>
                <a:gd name="T35" fmla="*/ 178 h 772"/>
                <a:gd name="T36" fmla="*/ 0 w 629"/>
                <a:gd name="T37" fmla="*/ 5 h 772"/>
                <a:gd name="T38" fmla="*/ 5 w 629"/>
                <a:gd name="T39" fmla="*/ 0 h 772"/>
                <a:gd name="T40" fmla="*/ 179 w 629"/>
                <a:gd name="T41" fmla="*/ 174 h 772"/>
                <a:gd name="T42" fmla="*/ 180 w 629"/>
                <a:gd name="T43" fmla="*/ 177 h 772"/>
                <a:gd name="T44" fmla="*/ 180 w 629"/>
                <a:gd name="T45" fmla="*/ 200 h 772"/>
                <a:gd name="T46" fmla="*/ 257 w 629"/>
                <a:gd name="T47" fmla="*/ 277 h 772"/>
                <a:gd name="T48" fmla="*/ 295 w 629"/>
                <a:gd name="T49" fmla="*/ 277 h 772"/>
                <a:gd name="T50" fmla="*/ 298 w 629"/>
                <a:gd name="T51" fmla="*/ 278 h 772"/>
                <a:gd name="T52" fmla="*/ 555 w 629"/>
                <a:gd name="T53" fmla="*/ 535 h 772"/>
                <a:gd name="T54" fmla="*/ 556 w 629"/>
                <a:gd name="T55" fmla="*/ 537 h 772"/>
                <a:gd name="T56" fmla="*/ 556 w 629"/>
                <a:gd name="T57" fmla="*/ 552 h 772"/>
                <a:gd name="T58" fmla="*/ 555 w 629"/>
                <a:gd name="T59" fmla="*/ 555 h 772"/>
                <a:gd name="T60" fmla="*/ 526 w 629"/>
                <a:gd name="T61" fmla="*/ 584 h 772"/>
                <a:gd name="T62" fmla="*/ 526 w 629"/>
                <a:gd name="T63" fmla="*/ 630 h 772"/>
                <a:gd name="T64" fmla="*/ 525 w 629"/>
                <a:gd name="T65" fmla="*/ 632 h 772"/>
                <a:gd name="T66" fmla="*/ 511 w 629"/>
                <a:gd name="T67" fmla="*/ 647 h 772"/>
                <a:gd name="T68" fmla="*/ 511 w 629"/>
                <a:gd name="T69" fmla="*/ 684 h 772"/>
                <a:gd name="T70" fmla="*/ 591 w 629"/>
                <a:gd name="T71" fmla="*/ 765 h 772"/>
                <a:gd name="T72" fmla="*/ 629 w 629"/>
                <a:gd name="T73" fmla="*/ 765 h 772"/>
                <a:gd name="T74" fmla="*/ 629 w 629"/>
                <a:gd name="T75" fmla="*/ 772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9" h="772">
                  <a:moveTo>
                    <a:pt x="629" y="772"/>
                  </a:moveTo>
                  <a:cubicBezTo>
                    <a:pt x="590" y="772"/>
                    <a:pt x="590" y="772"/>
                    <a:pt x="590" y="772"/>
                  </a:cubicBezTo>
                  <a:cubicBezTo>
                    <a:pt x="589" y="772"/>
                    <a:pt x="588" y="771"/>
                    <a:pt x="587" y="771"/>
                  </a:cubicBezTo>
                  <a:cubicBezTo>
                    <a:pt x="505" y="688"/>
                    <a:pt x="505" y="688"/>
                    <a:pt x="505" y="688"/>
                  </a:cubicBezTo>
                  <a:cubicBezTo>
                    <a:pt x="504" y="687"/>
                    <a:pt x="504" y="687"/>
                    <a:pt x="504" y="686"/>
                  </a:cubicBezTo>
                  <a:cubicBezTo>
                    <a:pt x="504" y="645"/>
                    <a:pt x="504" y="645"/>
                    <a:pt x="504" y="645"/>
                  </a:cubicBezTo>
                  <a:cubicBezTo>
                    <a:pt x="504" y="644"/>
                    <a:pt x="504" y="644"/>
                    <a:pt x="505" y="643"/>
                  </a:cubicBezTo>
                  <a:cubicBezTo>
                    <a:pt x="519" y="628"/>
                    <a:pt x="519" y="628"/>
                    <a:pt x="519" y="628"/>
                  </a:cubicBezTo>
                  <a:cubicBezTo>
                    <a:pt x="519" y="582"/>
                    <a:pt x="519" y="582"/>
                    <a:pt x="519" y="582"/>
                  </a:cubicBezTo>
                  <a:cubicBezTo>
                    <a:pt x="519" y="581"/>
                    <a:pt x="520" y="580"/>
                    <a:pt x="520" y="580"/>
                  </a:cubicBezTo>
                  <a:cubicBezTo>
                    <a:pt x="549" y="551"/>
                    <a:pt x="549" y="551"/>
                    <a:pt x="549" y="551"/>
                  </a:cubicBezTo>
                  <a:cubicBezTo>
                    <a:pt x="549" y="539"/>
                    <a:pt x="549" y="539"/>
                    <a:pt x="549" y="539"/>
                  </a:cubicBezTo>
                  <a:cubicBezTo>
                    <a:pt x="294" y="284"/>
                    <a:pt x="294" y="284"/>
                    <a:pt x="294" y="284"/>
                  </a:cubicBezTo>
                  <a:cubicBezTo>
                    <a:pt x="256" y="284"/>
                    <a:pt x="256" y="284"/>
                    <a:pt x="256" y="284"/>
                  </a:cubicBezTo>
                  <a:cubicBezTo>
                    <a:pt x="255" y="284"/>
                    <a:pt x="254" y="283"/>
                    <a:pt x="253" y="283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03"/>
                    <a:pt x="173" y="202"/>
                    <a:pt x="173" y="201"/>
                  </a:cubicBezTo>
                  <a:cubicBezTo>
                    <a:pt x="174" y="178"/>
                    <a:pt x="174" y="178"/>
                    <a:pt x="174" y="17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79" y="174"/>
                    <a:pt x="179" y="174"/>
                    <a:pt x="179" y="174"/>
                  </a:cubicBezTo>
                  <a:cubicBezTo>
                    <a:pt x="180" y="175"/>
                    <a:pt x="180" y="176"/>
                    <a:pt x="180" y="177"/>
                  </a:cubicBezTo>
                  <a:cubicBezTo>
                    <a:pt x="180" y="200"/>
                    <a:pt x="180" y="200"/>
                    <a:pt x="180" y="200"/>
                  </a:cubicBezTo>
                  <a:cubicBezTo>
                    <a:pt x="257" y="277"/>
                    <a:pt x="257" y="277"/>
                    <a:pt x="257" y="277"/>
                  </a:cubicBezTo>
                  <a:cubicBezTo>
                    <a:pt x="295" y="277"/>
                    <a:pt x="295" y="277"/>
                    <a:pt x="295" y="277"/>
                  </a:cubicBezTo>
                  <a:cubicBezTo>
                    <a:pt x="296" y="277"/>
                    <a:pt x="297" y="277"/>
                    <a:pt x="298" y="278"/>
                  </a:cubicBezTo>
                  <a:cubicBezTo>
                    <a:pt x="555" y="535"/>
                    <a:pt x="555" y="535"/>
                    <a:pt x="555" y="535"/>
                  </a:cubicBezTo>
                  <a:cubicBezTo>
                    <a:pt x="556" y="536"/>
                    <a:pt x="556" y="536"/>
                    <a:pt x="556" y="537"/>
                  </a:cubicBezTo>
                  <a:cubicBezTo>
                    <a:pt x="556" y="552"/>
                    <a:pt x="556" y="552"/>
                    <a:pt x="556" y="552"/>
                  </a:cubicBezTo>
                  <a:cubicBezTo>
                    <a:pt x="556" y="553"/>
                    <a:pt x="556" y="554"/>
                    <a:pt x="555" y="555"/>
                  </a:cubicBezTo>
                  <a:cubicBezTo>
                    <a:pt x="526" y="584"/>
                    <a:pt x="526" y="584"/>
                    <a:pt x="526" y="584"/>
                  </a:cubicBezTo>
                  <a:cubicBezTo>
                    <a:pt x="526" y="630"/>
                    <a:pt x="526" y="630"/>
                    <a:pt x="526" y="630"/>
                  </a:cubicBezTo>
                  <a:cubicBezTo>
                    <a:pt x="526" y="631"/>
                    <a:pt x="526" y="632"/>
                    <a:pt x="525" y="632"/>
                  </a:cubicBezTo>
                  <a:cubicBezTo>
                    <a:pt x="511" y="647"/>
                    <a:pt x="511" y="647"/>
                    <a:pt x="511" y="647"/>
                  </a:cubicBezTo>
                  <a:cubicBezTo>
                    <a:pt x="511" y="684"/>
                    <a:pt x="511" y="684"/>
                    <a:pt x="511" y="684"/>
                  </a:cubicBezTo>
                  <a:cubicBezTo>
                    <a:pt x="591" y="765"/>
                    <a:pt x="591" y="765"/>
                    <a:pt x="591" y="765"/>
                  </a:cubicBezTo>
                  <a:cubicBezTo>
                    <a:pt x="629" y="765"/>
                    <a:pt x="629" y="765"/>
                    <a:pt x="629" y="765"/>
                  </a:cubicBezTo>
                  <a:lnTo>
                    <a:pt x="629" y="77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9" name="Freeform 554"/>
            <p:cNvSpPr>
              <a:spLocks/>
            </p:cNvSpPr>
            <p:nvPr/>
          </p:nvSpPr>
          <p:spPr bwMode="auto">
            <a:xfrm flipV="1">
              <a:off x="2620964" y="7164386"/>
              <a:ext cx="2536825" cy="2800350"/>
            </a:xfrm>
            <a:custGeom>
              <a:avLst/>
              <a:gdLst>
                <a:gd name="T0" fmla="*/ 589 w 676"/>
                <a:gd name="T1" fmla="*/ 746 h 746"/>
                <a:gd name="T2" fmla="*/ 586 w 676"/>
                <a:gd name="T3" fmla="*/ 746 h 746"/>
                <a:gd name="T4" fmla="*/ 586 w 676"/>
                <a:gd name="T5" fmla="*/ 682 h 746"/>
                <a:gd name="T6" fmla="*/ 586 w 676"/>
                <a:gd name="T7" fmla="*/ 681 h 746"/>
                <a:gd name="T8" fmla="*/ 619 w 676"/>
                <a:gd name="T9" fmla="*/ 648 h 746"/>
                <a:gd name="T10" fmla="*/ 620 w 676"/>
                <a:gd name="T11" fmla="*/ 647 h 746"/>
                <a:gd name="T12" fmla="*/ 663 w 676"/>
                <a:gd name="T13" fmla="*/ 647 h 746"/>
                <a:gd name="T14" fmla="*/ 673 w 676"/>
                <a:gd name="T15" fmla="*/ 638 h 746"/>
                <a:gd name="T16" fmla="*/ 673 w 676"/>
                <a:gd name="T17" fmla="*/ 627 h 746"/>
                <a:gd name="T18" fmla="*/ 381 w 676"/>
                <a:gd name="T19" fmla="*/ 336 h 746"/>
                <a:gd name="T20" fmla="*/ 300 w 676"/>
                <a:gd name="T21" fmla="*/ 336 h 746"/>
                <a:gd name="T22" fmla="*/ 299 w 676"/>
                <a:gd name="T23" fmla="*/ 335 h 746"/>
                <a:gd name="T24" fmla="*/ 255 w 676"/>
                <a:gd name="T25" fmla="*/ 291 h 746"/>
                <a:gd name="T26" fmla="*/ 254 w 676"/>
                <a:gd name="T27" fmla="*/ 290 h 746"/>
                <a:gd name="T28" fmla="*/ 254 w 676"/>
                <a:gd name="T29" fmla="*/ 257 h 746"/>
                <a:gd name="T30" fmla="*/ 0 w 676"/>
                <a:gd name="T31" fmla="*/ 2 h 746"/>
                <a:gd name="T32" fmla="*/ 2 w 676"/>
                <a:gd name="T33" fmla="*/ 0 h 746"/>
                <a:gd name="T34" fmla="*/ 257 w 676"/>
                <a:gd name="T35" fmla="*/ 255 h 746"/>
                <a:gd name="T36" fmla="*/ 258 w 676"/>
                <a:gd name="T37" fmla="*/ 257 h 746"/>
                <a:gd name="T38" fmla="*/ 258 w 676"/>
                <a:gd name="T39" fmla="*/ 290 h 746"/>
                <a:gd name="T40" fmla="*/ 300 w 676"/>
                <a:gd name="T41" fmla="*/ 332 h 746"/>
                <a:gd name="T42" fmla="*/ 382 w 676"/>
                <a:gd name="T43" fmla="*/ 332 h 746"/>
                <a:gd name="T44" fmla="*/ 383 w 676"/>
                <a:gd name="T45" fmla="*/ 333 h 746"/>
                <a:gd name="T46" fmla="*/ 676 w 676"/>
                <a:gd name="T47" fmla="*/ 625 h 746"/>
                <a:gd name="T48" fmla="*/ 676 w 676"/>
                <a:gd name="T49" fmla="*/ 627 h 746"/>
                <a:gd name="T50" fmla="*/ 676 w 676"/>
                <a:gd name="T51" fmla="*/ 638 h 746"/>
                <a:gd name="T52" fmla="*/ 676 w 676"/>
                <a:gd name="T53" fmla="*/ 639 h 746"/>
                <a:gd name="T54" fmla="*/ 665 w 676"/>
                <a:gd name="T55" fmla="*/ 650 h 746"/>
                <a:gd name="T56" fmla="*/ 664 w 676"/>
                <a:gd name="T57" fmla="*/ 651 h 746"/>
                <a:gd name="T58" fmla="*/ 621 w 676"/>
                <a:gd name="T59" fmla="*/ 651 h 746"/>
                <a:gd name="T60" fmla="*/ 589 w 676"/>
                <a:gd name="T61" fmla="*/ 683 h 746"/>
                <a:gd name="T62" fmla="*/ 589 w 676"/>
                <a:gd name="T63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6" h="746">
                  <a:moveTo>
                    <a:pt x="589" y="746"/>
                  </a:moveTo>
                  <a:cubicBezTo>
                    <a:pt x="586" y="746"/>
                    <a:pt x="586" y="746"/>
                    <a:pt x="586" y="746"/>
                  </a:cubicBezTo>
                  <a:cubicBezTo>
                    <a:pt x="586" y="682"/>
                    <a:pt x="586" y="682"/>
                    <a:pt x="586" y="682"/>
                  </a:cubicBezTo>
                  <a:cubicBezTo>
                    <a:pt x="586" y="682"/>
                    <a:pt x="586" y="681"/>
                    <a:pt x="586" y="681"/>
                  </a:cubicBezTo>
                  <a:cubicBezTo>
                    <a:pt x="619" y="648"/>
                    <a:pt x="619" y="648"/>
                    <a:pt x="619" y="648"/>
                  </a:cubicBezTo>
                  <a:cubicBezTo>
                    <a:pt x="619" y="648"/>
                    <a:pt x="620" y="647"/>
                    <a:pt x="620" y="647"/>
                  </a:cubicBezTo>
                  <a:cubicBezTo>
                    <a:pt x="663" y="647"/>
                    <a:pt x="663" y="647"/>
                    <a:pt x="663" y="647"/>
                  </a:cubicBezTo>
                  <a:cubicBezTo>
                    <a:pt x="673" y="638"/>
                    <a:pt x="673" y="638"/>
                    <a:pt x="673" y="638"/>
                  </a:cubicBezTo>
                  <a:cubicBezTo>
                    <a:pt x="673" y="627"/>
                    <a:pt x="673" y="627"/>
                    <a:pt x="673" y="627"/>
                  </a:cubicBezTo>
                  <a:cubicBezTo>
                    <a:pt x="381" y="336"/>
                    <a:pt x="381" y="336"/>
                    <a:pt x="381" y="336"/>
                  </a:cubicBezTo>
                  <a:cubicBezTo>
                    <a:pt x="300" y="336"/>
                    <a:pt x="300" y="336"/>
                    <a:pt x="300" y="336"/>
                  </a:cubicBezTo>
                  <a:cubicBezTo>
                    <a:pt x="299" y="336"/>
                    <a:pt x="299" y="335"/>
                    <a:pt x="299" y="335"/>
                  </a:cubicBezTo>
                  <a:cubicBezTo>
                    <a:pt x="255" y="291"/>
                    <a:pt x="255" y="291"/>
                    <a:pt x="255" y="291"/>
                  </a:cubicBezTo>
                  <a:cubicBezTo>
                    <a:pt x="255" y="291"/>
                    <a:pt x="254" y="291"/>
                    <a:pt x="254" y="290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58" y="256"/>
                    <a:pt x="258" y="256"/>
                    <a:pt x="258" y="257"/>
                  </a:cubicBezTo>
                  <a:cubicBezTo>
                    <a:pt x="258" y="290"/>
                    <a:pt x="258" y="290"/>
                    <a:pt x="258" y="290"/>
                  </a:cubicBezTo>
                  <a:cubicBezTo>
                    <a:pt x="300" y="332"/>
                    <a:pt x="300" y="332"/>
                    <a:pt x="300" y="332"/>
                  </a:cubicBezTo>
                  <a:cubicBezTo>
                    <a:pt x="382" y="332"/>
                    <a:pt x="382" y="332"/>
                    <a:pt x="382" y="332"/>
                  </a:cubicBezTo>
                  <a:cubicBezTo>
                    <a:pt x="382" y="332"/>
                    <a:pt x="383" y="332"/>
                    <a:pt x="383" y="333"/>
                  </a:cubicBezTo>
                  <a:cubicBezTo>
                    <a:pt x="676" y="625"/>
                    <a:pt x="676" y="625"/>
                    <a:pt x="676" y="625"/>
                  </a:cubicBezTo>
                  <a:cubicBezTo>
                    <a:pt x="676" y="626"/>
                    <a:pt x="676" y="626"/>
                    <a:pt x="676" y="627"/>
                  </a:cubicBezTo>
                  <a:cubicBezTo>
                    <a:pt x="676" y="638"/>
                    <a:pt x="676" y="638"/>
                    <a:pt x="676" y="638"/>
                  </a:cubicBezTo>
                  <a:cubicBezTo>
                    <a:pt x="676" y="639"/>
                    <a:pt x="676" y="639"/>
                    <a:pt x="676" y="639"/>
                  </a:cubicBezTo>
                  <a:cubicBezTo>
                    <a:pt x="665" y="650"/>
                    <a:pt x="665" y="650"/>
                    <a:pt x="665" y="650"/>
                  </a:cubicBezTo>
                  <a:cubicBezTo>
                    <a:pt x="664" y="651"/>
                    <a:pt x="664" y="651"/>
                    <a:pt x="664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589" y="683"/>
                    <a:pt x="589" y="683"/>
                    <a:pt x="589" y="683"/>
                  </a:cubicBezTo>
                  <a:lnTo>
                    <a:pt x="589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0" name="Freeform 555"/>
            <p:cNvSpPr>
              <a:spLocks/>
            </p:cNvSpPr>
            <p:nvPr/>
          </p:nvSpPr>
          <p:spPr bwMode="auto">
            <a:xfrm flipV="1">
              <a:off x="1401764" y="6016623"/>
              <a:ext cx="3921125" cy="2751138"/>
            </a:xfrm>
            <a:custGeom>
              <a:avLst/>
              <a:gdLst>
                <a:gd name="T0" fmla="*/ 770 w 1045"/>
                <a:gd name="T1" fmla="*/ 733 h 733"/>
                <a:gd name="T2" fmla="*/ 766 w 1045"/>
                <a:gd name="T3" fmla="*/ 731 h 733"/>
                <a:gd name="T4" fmla="*/ 719 w 1045"/>
                <a:gd name="T5" fmla="*/ 684 h 733"/>
                <a:gd name="T6" fmla="*/ 617 w 1045"/>
                <a:gd name="T7" fmla="*/ 684 h 733"/>
                <a:gd name="T8" fmla="*/ 613 w 1045"/>
                <a:gd name="T9" fmla="*/ 682 h 733"/>
                <a:gd name="T10" fmla="*/ 406 w 1045"/>
                <a:gd name="T11" fmla="*/ 474 h 733"/>
                <a:gd name="T12" fmla="*/ 404 w 1045"/>
                <a:gd name="T13" fmla="*/ 470 h 733"/>
                <a:gd name="T14" fmla="*/ 404 w 1045"/>
                <a:gd name="T15" fmla="*/ 411 h 733"/>
                <a:gd name="T16" fmla="*/ 0 w 1045"/>
                <a:gd name="T17" fmla="*/ 8 h 733"/>
                <a:gd name="T18" fmla="*/ 8 w 1045"/>
                <a:gd name="T19" fmla="*/ 0 h 733"/>
                <a:gd name="T20" fmla="*/ 413 w 1045"/>
                <a:gd name="T21" fmla="*/ 405 h 733"/>
                <a:gd name="T22" fmla="*/ 414 w 1045"/>
                <a:gd name="T23" fmla="*/ 409 h 733"/>
                <a:gd name="T24" fmla="*/ 414 w 1045"/>
                <a:gd name="T25" fmla="*/ 468 h 733"/>
                <a:gd name="T26" fmla="*/ 619 w 1045"/>
                <a:gd name="T27" fmla="*/ 673 h 733"/>
                <a:gd name="T28" fmla="*/ 721 w 1045"/>
                <a:gd name="T29" fmla="*/ 673 h 733"/>
                <a:gd name="T30" fmla="*/ 724 w 1045"/>
                <a:gd name="T31" fmla="*/ 675 h 733"/>
                <a:gd name="T32" fmla="*/ 772 w 1045"/>
                <a:gd name="T33" fmla="*/ 722 h 733"/>
                <a:gd name="T34" fmla="*/ 861 w 1045"/>
                <a:gd name="T35" fmla="*/ 722 h 733"/>
                <a:gd name="T36" fmla="*/ 1013 w 1045"/>
                <a:gd name="T37" fmla="*/ 571 h 733"/>
                <a:gd name="T38" fmla="*/ 1016 w 1045"/>
                <a:gd name="T39" fmla="*/ 569 h 733"/>
                <a:gd name="T40" fmla="*/ 1045 w 1045"/>
                <a:gd name="T41" fmla="*/ 569 h 733"/>
                <a:gd name="T42" fmla="*/ 1045 w 1045"/>
                <a:gd name="T43" fmla="*/ 579 h 733"/>
                <a:gd name="T44" fmla="*/ 1018 w 1045"/>
                <a:gd name="T45" fmla="*/ 579 h 733"/>
                <a:gd name="T46" fmla="*/ 867 w 1045"/>
                <a:gd name="T47" fmla="*/ 731 h 733"/>
                <a:gd name="T48" fmla="*/ 863 w 1045"/>
                <a:gd name="T49" fmla="*/ 733 h 733"/>
                <a:gd name="T50" fmla="*/ 770 w 1045"/>
                <a:gd name="T51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45" h="733">
                  <a:moveTo>
                    <a:pt x="770" y="733"/>
                  </a:moveTo>
                  <a:cubicBezTo>
                    <a:pt x="768" y="733"/>
                    <a:pt x="767" y="732"/>
                    <a:pt x="766" y="731"/>
                  </a:cubicBezTo>
                  <a:cubicBezTo>
                    <a:pt x="719" y="684"/>
                    <a:pt x="719" y="684"/>
                    <a:pt x="719" y="684"/>
                  </a:cubicBezTo>
                  <a:cubicBezTo>
                    <a:pt x="617" y="684"/>
                    <a:pt x="617" y="684"/>
                    <a:pt x="617" y="684"/>
                  </a:cubicBezTo>
                  <a:cubicBezTo>
                    <a:pt x="616" y="684"/>
                    <a:pt x="614" y="683"/>
                    <a:pt x="613" y="682"/>
                  </a:cubicBezTo>
                  <a:cubicBezTo>
                    <a:pt x="406" y="474"/>
                    <a:pt x="406" y="474"/>
                    <a:pt x="406" y="474"/>
                  </a:cubicBezTo>
                  <a:cubicBezTo>
                    <a:pt x="405" y="473"/>
                    <a:pt x="404" y="472"/>
                    <a:pt x="404" y="470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13" y="405"/>
                    <a:pt x="413" y="405"/>
                    <a:pt x="413" y="405"/>
                  </a:cubicBezTo>
                  <a:cubicBezTo>
                    <a:pt x="414" y="406"/>
                    <a:pt x="414" y="408"/>
                    <a:pt x="414" y="409"/>
                  </a:cubicBezTo>
                  <a:cubicBezTo>
                    <a:pt x="414" y="468"/>
                    <a:pt x="414" y="468"/>
                    <a:pt x="414" y="468"/>
                  </a:cubicBezTo>
                  <a:cubicBezTo>
                    <a:pt x="619" y="673"/>
                    <a:pt x="619" y="673"/>
                    <a:pt x="619" y="673"/>
                  </a:cubicBezTo>
                  <a:cubicBezTo>
                    <a:pt x="721" y="673"/>
                    <a:pt x="721" y="673"/>
                    <a:pt x="721" y="673"/>
                  </a:cubicBezTo>
                  <a:cubicBezTo>
                    <a:pt x="722" y="673"/>
                    <a:pt x="723" y="674"/>
                    <a:pt x="724" y="675"/>
                  </a:cubicBezTo>
                  <a:cubicBezTo>
                    <a:pt x="772" y="722"/>
                    <a:pt x="772" y="722"/>
                    <a:pt x="772" y="722"/>
                  </a:cubicBezTo>
                  <a:cubicBezTo>
                    <a:pt x="861" y="722"/>
                    <a:pt x="861" y="722"/>
                    <a:pt x="861" y="722"/>
                  </a:cubicBezTo>
                  <a:cubicBezTo>
                    <a:pt x="1013" y="571"/>
                    <a:pt x="1013" y="571"/>
                    <a:pt x="1013" y="571"/>
                  </a:cubicBezTo>
                  <a:cubicBezTo>
                    <a:pt x="1014" y="570"/>
                    <a:pt x="1015" y="569"/>
                    <a:pt x="1016" y="569"/>
                  </a:cubicBezTo>
                  <a:cubicBezTo>
                    <a:pt x="1045" y="569"/>
                    <a:pt x="1045" y="569"/>
                    <a:pt x="1045" y="569"/>
                  </a:cubicBezTo>
                  <a:cubicBezTo>
                    <a:pt x="1045" y="579"/>
                    <a:pt x="1045" y="579"/>
                    <a:pt x="1045" y="579"/>
                  </a:cubicBezTo>
                  <a:cubicBezTo>
                    <a:pt x="1018" y="579"/>
                    <a:pt x="1018" y="579"/>
                    <a:pt x="1018" y="579"/>
                  </a:cubicBezTo>
                  <a:cubicBezTo>
                    <a:pt x="867" y="731"/>
                    <a:pt x="867" y="731"/>
                    <a:pt x="867" y="731"/>
                  </a:cubicBezTo>
                  <a:cubicBezTo>
                    <a:pt x="866" y="732"/>
                    <a:pt x="865" y="733"/>
                    <a:pt x="863" y="733"/>
                  </a:cubicBezTo>
                  <a:lnTo>
                    <a:pt x="770" y="7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1" name="Oval 556"/>
            <p:cNvSpPr>
              <a:spLocks noChangeArrowheads="1"/>
            </p:cNvSpPr>
            <p:nvPr/>
          </p:nvSpPr>
          <p:spPr bwMode="auto">
            <a:xfrm flipV="1">
              <a:off x="3803652" y="6165849"/>
              <a:ext cx="101600" cy="1016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2" name="Freeform 557"/>
            <p:cNvSpPr>
              <a:spLocks noEditPoints="1"/>
            </p:cNvSpPr>
            <p:nvPr/>
          </p:nvSpPr>
          <p:spPr bwMode="auto">
            <a:xfrm flipV="1">
              <a:off x="2295527" y="53403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3 h 25"/>
                <a:gd name="T12" fmla="*/ 12 w 25"/>
                <a:gd name="T13" fmla="*/ 5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3" name="Freeform 558"/>
            <p:cNvSpPr>
              <a:spLocks noEditPoints="1"/>
            </p:cNvSpPr>
            <p:nvPr/>
          </p:nvSpPr>
          <p:spPr bwMode="auto">
            <a:xfrm flipV="1">
              <a:off x="2681289" y="4984748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5 w 25"/>
                <a:gd name="T23" fmla="*/ 13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4" name="Freeform 559"/>
            <p:cNvSpPr>
              <a:spLocks/>
            </p:cNvSpPr>
            <p:nvPr/>
          </p:nvSpPr>
          <p:spPr bwMode="auto">
            <a:xfrm flipV="1">
              <a:off x="-1900236" y="1797048"/>
              <a:ext cx="3981450" cy="1446213"/>
            </a:xfrm>
            <a:custGeom>
              <a:avLst/>
              <a:gdLst>
                <a:gd name="T0" fmla="*/ 603 w 1061"/>
                <a:gd name="T1" fmla="*/ 385 h 385"/>
                <a:gd name="T2" fmla="*/ 0 w 1061"/>
                <a:gd name="T3" fmla="*/ 385 h 385"/>
                <a:gd name="T4" fmla="*/ 0 w 1061"/>
                <a:gd name="T5" fmla="*/ 371 h 385"/>
                <a:gd name="T6" fmla="*/ 600 w 1061"/>
                <a:gd name="T7" fmla="*/ 371 h 385"/>
                <a:gd name="T8" fmla="*/ 969 w 1061"/>
                <a:gd name="T9" fmla="*/ 2 h 385"/>
                <a:gd name="T10" fmla="*/ 974 w 1061"/>
                <a:gd name="T11" fmla="*/ 0 h 385"/>
                <a:gd name="T12" fmla="*/ 1061 w 1061"/>
                <a:gd name="T13" fmla="*/ 0 h 385"/>
                <a:gd name="T14" fmla="*/ 1061 w 1061"/>
                <a:gd name="T15" fmla="*/ 13 h 385"/>
                <a:gd name="T16" fmla="*/ 977 w 1061"/>
                <a:gd name="T17" fmla="*/ 13 h 385"/>
                <a:gd name="T18" fmla="*/ 607 w 1061"/>
                <a:gd name="T19" fmla="*/ 383 h 385"/>
                <a:gd name="T20" fmla="*/ 603 w 1061"/>
                <a:gd name="T21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1" h="385">
                  <a:moveTo>
                    <a:pt x="603" y="385"/>
                  </a:moveTo>
                  <a:cubicBezTo>
                    <a:pt x="0" y="385"/>
                    <a:pt x="0" y="385"/>
                    <a:pt x="0" y="385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600" y="371"/>
                    <a:pt x="600" y="371"/>
                    <a:pt x="600" y="371"/>
                  </a:cubicBezTo>
                  <a:cubicBezTo>
                    <a:pt x="969" y="2"/>
                    <a:pt x="969" y="2"/>
                    <a:pt x="969" y="2"/>
                  </a:cubicBezTo>
                  <a:cubicBezTo>
                    <a:pt x="971" y="0"/>
                    <a:pt x="972" y="0"/>
                    <a:pt x="974" y="0"/>
                  </a:cubicBezTo>
                  <a:cubicBezTo>
                    <a:pt x="1061" y="0"/>
                    <a:pt x="1061" y="0"/>
                    <a:pt x="1061" y="0"/>
                  </a:cubicBezTo>
                  <a:cubicBezTo>
                    <a:pt x="1061" y="13"/>
                    <a:pt x="1061" y="13"/>
                    <a:pt x="1061" y="13"/>
                  </a:cubicBezTo>
                  <a:cubicBezTo>
                    <a:pt x="977" y="13"/>
                    <a:pt x="977" y="13"/>
                    <a:pt x="977" y="13"/>
                  </a:cubicBezTo>
                  <a:cubicBezTo>
                    <a:pt x="607" y="383"/>
                    <a:pt x="607" y="383"/>
                    <a:pt x="607" y="383"/>
                  </a:cubicBezTo>
                  <a:cubicBezTo>
                    <a:pt x="606" y="384"/>
                    <a:pt x="604" y="385"/>
                    <a:pt x="603" y="3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5" name="Freeform 560"/>
            <p:cNvSpPr>
              <a:spLocks/>
            </p:cNvSpPr>
            <p:nvPr/>
          </p:nvSpPr>
          <p:spPr bwMode="auto">
            <a:xfrm flipV="1">
              <a:off x="-77786" y="3543299"/>
              <a:ext cx="962025" cy="355600"/>
            </a:xfrm>
            <a:custGeom>
              <a:avLst/>
              <a:gdLst>
                <a:gd name="T0" fmla="*/ 253 w 256"/>
                <a:gd name="T1" fmla="*/ 95 h 95"/>
                <a:gd name="T2" fmla="*/ 162 w 256"/>
                <a:gd name="T3" fmla="*/ 3 h 95"/>
                <a:gd name="T4" fmla="*/ 22 w 256"/>
                <a:gd name="T5" fmla="*/ 3 h 95"/>
                <a:gd name="T6" fmla="*/ 3 w 256"/>
                <a:gd name="T7" fmla="*/ 22 h 95"/>
                <a:gd name="T8" fmla="*/ 3 w 256"/>
                <a:gd name="T9" fmla="*/ 47 h 95"/>
                <a:gd name="T10" fmla="*/ 24 w 256"/>
                <a:gd name="T11" fmla="*/ 68 h 95"/>
                <a:gd name="T12" fmla="*/ 99 w 256"/>
                <a:gd name="T13" fmla="*/ 68 h 95"/>
                <a:gd name="T14" fmla="*/ 113 w 256"/>
                <a:gd name="T15" fmla="*/ 53 h 95"/>
                <a:gd name="T16" fmla="*/ 115 w 256"/>
                <a:gd name="T17" fmla="*/ 56 h 95"/>
                <a:gd name="T18" fmla="*/ 100 w 256"/>
                <a:gd name="T19" fmla="*/ 71 h 95"/>
                <a:gd name="T20" fmla="*/ 99 w 256"/>
                <a:gd name="T21" fmla="*/ 71 h 95"/>
                <a:gd name="T22" fmla="*/ 24 w 256"/>
                <a:gd name="T23" fmla="*/ 71 h 95"/>
                <a:gd name="T24" fmla="*/ 22 w 256"/>
                <a:gd name="T25" fmla="*/ 71 h 95"/>
                <a:gd name="T26" fmla="*/ 0 w 256"/>
                <a:gd name="T27" fmla="*/ 49 h 95"/>
                <a:gd name="T28" fmla="*/ 0 w 256"/>
                <a:gd name="T29" fmla="*/ 48 h 95"/>
                <a:gd name="T30" fmla="*/ 0 w 256"/>
                <a:gd name="T31" fmla="*/ 21 h 95"/>
                <a:gd name="T32" fmla="*/ 0 w 256"/>
                <a:gd name="T33" fmla="*/ 20 h 95"/>
                <a:gd name="T34" fmla="*/ 20 w 256"/>
                <a:gd name="T35" fmla="*/ 0 h 95"/>
                <a:gd name="T36" fmla="*/ 22 w 256"/>
                <a:gd name="T37" fmla="*/ 0 h 95"/>
                <a:gd name="T38" fmla="*/ 162 w 256"/>
                <a:gd name="T39" fmla="*/ 0 h 95"/>
                <a:gd name="T40" fmla="*/ 164 w 256"/>
                <a:gd name="T41" fmla="*/ 0 h 95"/>
                <a:gd name="T42" fmla="*/ 256 w 256"/>
                <a:gd name="T43" fmla="*/ 92 h 95"/>
                <a:gd name="T44" fmla="*/ 253 w 256"/>
                <a:gd name="T4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95">
                  <a:moveTo>
                    <a:pt x="253" y="95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00" y="71"/>
                    <a:pt x="100" y="71"/>
                    <a:pt x="100" y="71"/>
                  </a:cubicBezTo>
                  <a:cubicBezTo>
                    <a:pt x="100" y="71"/>
                    <a:pt x="100" y="71"/>
                    <a:pt x="99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3" y="71"/>
                    <a:pt x="23" y="71"/>
                    <a:pt x="22" y="7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3" y="0"/>
                    <a:pt x="163" y="0"/>
                    <a:pt x="164" y="0"/>
                  </a:cubicBezTo>
                  <a:cubicBezTo>
                    <a:pt x="256" y="92"/>
                    <a:pt x="256" y="92"/>
                    <a:pt x="256" y="92"/>
                  </a:cubicBezTo>
                  <a:lnTo>
                    <a:pt x="253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6" name="Freeform 561"/>
            <p:cNvSpPr>
              <a:spLocks noEditPoints="1"/>
            </p:cNvSpPr>
            <p:nvPr/>
          </p:nvSpPr>
          <p:spPr bwMode="auto">
            <a:xfrm flipV="1">
              <a:off x="-2411411" y="43910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4 w 25"/>
                <a:gd name="T19" fmla="*/ 3 h 24"/>
                <a:gd name="T20" fmla="*/ 0 w 25"/>
                <a:gd name="T21" fmla="*/ 12 h 24"/>
                <a:gd name="T22" fmla="*/ 4 w 25"/>
                <a:gd name="T23" fmla="*/ 21 h 24"/>
                <a:gd name="T24" fmla="*/ 12 w 25"/>
                <a:gd name="T25" fmla="*/ 24 h 24"/>
                <a:gd name="T26" fmla="*/ 21 w 25"/>
                <a:gd name="T27" fmla="*/ 21 h 24"/>
                <a:gd name="T28" fmla="*/ 25 w 25"/>
                <a:gd name="T29" fmla="*/ 12 h 24"/>
                <a:gd name="T30" fmla="*/ 21 w 25"/>
                <a:gd name="T31" fmla="*/ 3 h 24"/>
                <a:gd name="T32" fmla="*/ 12 w 25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6" y="6"/>
                    <a:pt x="17" y="7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9"/>
                    <a:pt x="14" y="19"/>
                    <a:pt x="12" y="19"/>
                  </a:cubicBezTo>
                  <a:cubicBezTo>
                    <a:pt x="10" y="19"/>
                    <a:pt x="9" y="19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9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8"/>
                    <a:pt x="25" y="15"/>
                    <a:pt x="25" y="12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7" name="Freeform 562"/>
            <p:cNvSpPr>
              <a:spLocks noEditPoints="1"/>
            </p:cNvSpPr>
            <p:nvPr/>
          </p:nvSpPr>
          <p:spPr bwMode="auto">
            <a:xfrm flipV="1">
              <a:off x="-2212973" y="4379911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9 w 26"/>
                <a:gd name="T3" fmla="*/ 8 h 25"/>
                <a:gd name="T4" fmla="*/ 19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2 h 25"/>
                <a:gd name="T22" fmla="*/ 13 w 26"/>
                <a:gd name="T23" fmla="*/ 25 h 25"/>
                <a:gd name="T24" fmla="*/ 22 w 26"/>
                <a:gd name="T25" fmla="*/ 22 h 25"/>
                <a:gd name="T26" fmla="*/ 26 w 26"/>
                <a:gd name="T27" fmla="*/ 13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7" y="6"/>
                    <a:pt x="19" y="8"/>
                  </a:cubicBezTo>
                  <a:cubicBezTo>
                    <a:pt x="21" y="11"/>
                    <a:pt x="21" y="15"/>
                    <a:pt x="19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2" y="20"/>
                    <a:pt x="10" y="19"/>
                    <a:pt x="8" y="18"/>
                  </a:cubicBezTo>
                  <a:cubicBezTo>
                    <a:pt x="6" y="15"/>
                    <a:pt x="6" y="11"/>
                    <a:pt x="8" y="8"/>
                  </a:cubicBezTo>
                  <a:cubicBezTo>
                    <a:pt x="10" y="6"/>
                    <a:pt x="12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2"/>
                    <a:pt x="5" y="4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7" y="24"/>
                    <a:pt x="10" y="25"/>
                    <a:pt x="13" y="25"/>
                  </a:cubicBezTo>
                  <a:cubicBezTo>
                    <a:pt x="17" y="25"/>
                    <a:pt x="20" y="24"/>
                    <a:pt x="22" y="22"/>
                  </a:cubicBezTo>
                  <a:cubicBezTo>
                    <a:pt x="25" y="19"/>
                    <a:pt x="26" y="16"/>
                    <a:pt x="26" y="13"/>
                  </a:cubicBezTo>
                  <a:cubicBezTo>
                    <a:pt x="26" y="10"/>
                    <a:pt x="25" y="6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8" name="Freeform 563"/>
            <p:cNvSpPr>
              <a:spLocks noEditPoints="1"/>
            </p:cNvSpPr>
            <p:nvPr/>
          </p:nvSpPr>
          <p:spPr bwMode="auto">
            <a:xfrm flipV="1">
              <a:off x="-1893886" y="4132261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18 w 25"/>
                <a:gd name="T3" fmla="*/ 8 h 25"/>
                <a:gd name="T4" fmla="*/ 18 w 25"/>
                <a:gd name="T5" fmla="*/ 18 h 25"/>
                <a:gd name="T6" fmla="*/ 13 w 25"/>
                <a:gd name="T7" fmla="*/ 20 h 25"/>
                <a:gd name="T8" fmla="*/ 8 w 25"/>
                <a:gd name="T9" fmla="*/ 18 h 25"/>
                <a:gd name="T10" fmla="*/ 8 w 25"/>
                <a:gd name="T11" fmla="*/ 8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4 w 25"/>
                <a:gd name="T19" fmla="*/ 4 h 25"/>
                <a:gd name="T20" fmla="*/ 0 w 25"/>
                <a:gd name="T21" fmla="*/ 13 h 25"/>
                <a:gd name="T22" fmla="*/ 4 w 25"/>
                <a:gd name="T23" fmla="*/ 22 h 25"/>
                <a:gd name="T24" fmla="*/ 13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3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5" y="6"/>
                    <a:pt x="16" y="6"/>
                    <a:pt x="18" y="8"/>
                  </a:cubicBezTo>
                  <a:cubicBezTo>
                    <a:pt x="21" y="11"/>
                    <a:pt x="21" y="15"/>
                    <a:pt x="18" y="18"/>
                  </a:cubicBezTo>
                  <a:cubicBezTo>
                    <a:pt x="16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1"/>
                    <a:pt x="8" y="8"/>
                  </a:cubicBezTo>
                  <a:cubicBezTo>
                    <a:pt x="9" y="6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2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1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9"/>
                    <a:pt x="24" y="6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9" name="Freeform 564"/>
            <p:cNvSpPr>
              <a:spLocks noEditPoints="1"/>
            </p:cNvSpPr>
            <p:nvPr/>
          </p:nvSpPr>
          <p:spPr bwMode="auto">
            <a:xfrm flipV="1">
              <a:off x="-1127123" y="3659185"/>
              <a:ext cx="100012" cy="90488"/>
            </a:xfrm>
            <a:custGeom>
              <a:avLst/>
              <a:gdLst>
                <a:gd name="T0" fmla="*/ 14 w 27"/>
                <a:gd name="T1" fmla="*/ 5 h 24"/>
                <a:gd name="T2" fmla="*/ 18 w 27"/>
                <a:gd name="T3" fmla="*/ 7 h 24"/>
                <a:gd name="T4" fmla="*/ 18 w 27"/>
                <a:gd name="T5" fmla="*/ 17 h 24"/>
                <a:gd name="T6" fmla="*/ 14 w 27"/>
                <a:gd name="T7" fmla="*/ 19 h 24"/>
                <a:gd name="T8" fmla="*/ 9 w 27"/>
                <a:gd name="T9" fmla="*/ 17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4"/>
                    <a:pt x="18" y="17"/>
                  </a:cubicBezTo>
                  <a:cubicBezTo>
                    <a:pt x="17" y="18"/>
                    <a:pt x="15" y="19"/>
                    <a:pt x="14" y="19"/>
                  </a:cubicBezTo>
                  <a:cubicBezTo>
                    <a:pt x="12" y="19"/>
                    <a:pt x="10" y="18"/>
                    <a:pt x="9" y="17"/>
                  </a:cubicBezTo>
                  <a:cubicBezTo>
                    <a:pt x="6" y="14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0" name="Freeform 565"/>
            <p:cNvSpPr>
              <a:spLocks noEditPoints="1"/>
            </p:cNvSpPr>
            <p:nvPr/>
          </p:nvSpPr>
          <p:spPr bwMode="auto">
            <a:xfrm flipV="1">
              <a:off x="-1390648" y="3898898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9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13 w 26"/>
                <a:gd name="T17" fmla="*/ 0 h 24"/>
                <a:gd name="T18" fmla="*/ 5 w 26"/>
                <a:gd name="T19" fmla="*/ 3 h 24"/>
                <a:gd name="T20" fmla="*/ 5 w 26"/>
                <a:gd name="T21" fmla="*/ 20 h 24"/>
                <a:gd name="T22" fmla="*/ 13 w 26"/>
                <a:gd name="T23" fmla="*/ 24 h 24"/>
                <a:gd name="T24" fmla="*/ 22 w 26"/>
                <a:gd name="T25" fmla="*/ 20 h 24"/>
                <a:gd name="T26" fmla="*/ 22 w 26"/>
                <a:gd name="T27" fmla="*/ 3 h 24"/>
                <a:gd name="T28" fmla="*/ 13 w 26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7" y="5"/>
                    <a:pt x="18" y="7"/>
                  </a:cubicBezTo>
                  <a:cubicBezTo>
                    <a:pt x="21" y="9"/>
                    <a:pt x="21" y="14"/>
                    <a:pt x="18" y="16"/>
                  </a:cubicBezTo>
                  <a:cubicBezTo>
                    <a:pt x="17" y="18"/>
                    <a:pt x="15" y="19"/>
                    <a:pt x="13" y="19"/>
                  </a:cubicBezTo>
                  <a:cubicBezTo>
                    <a:pt x="11" y="19"/>
                    <a:pt x="10" y="18"/>
                    <a:pt x="8" y="16"/>
                  </a:cubicBezTo>
                  <a:cubicBezTo>
                    <a:pt x="6" y="14"/>
                    <a:pt x="6" y="9"/>
                    <a:pt x="8" y="7"/>
                  </a:cubicBezTo>
                  <a:cubicBezTo>
                    <a:pt x="10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3" y="24"/>
                  </a:cubicBezTo>
                  <a:cubicBezTo>
                    <a:pt x="16" y="24"/>
                    <a:pt x="19" y="22"/>
                    <a:pt x="22" y="20"/>
                  </a:cubicBezTo>
                  <a:cubicBezTo>
                    <a:pt x="26" y="15"/>
                    <a:pt x="26" y="8"/>
                    <a:pt x="22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1" name="Freeform 566"/>
            <p:cNvSpPr>
              <a:spLocks noEditPoints="1"/>
            </p:cNvSpPr>
            <p:nvPr/>
          </p:nvSpPr>
          <p:spPr bwMode="auto">
            <a:xfrm flipV="1">
              <a:off x="-708023" y="3557585"/>
              <a:ext cx="101600" cy="90488"/>
            </a:xfrm>
            <a:custGeom>
              <a:avLst/>
              <a:gdLst>
                <a:gd name="T0" fmla="*/ 14 w 27"/>
                <a:gd name="T1" fmla="*/ 5 h 24"/>
                <a:gd name="T2" fmla="*/ 19 w 27"/>
                <a:gd name="T3" fmla="*/ 7 h 24"/>
                <a:gd name="T4" fmla="*/ 19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5"/>
                    <a:pt x="19" y="7"/>
                  </a:cubicBezTo>
                  <a:cubicBezTo>
                    <a:pt x="21" y="9"/>
                    <a:pt x="21" y="14"/>
                    <a:pt x="19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6" y="14"/>
                    <a:pt x="6" y="9"/>
                    <a:pt x="9" y="7"/>
                  </a:cubicBezTo>
                  <a:cubicBezTo>
                    <a:pt x="10" y="5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5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2" name="Freeform 567"/>
            <p:cNvSpPr>
              <a:spLocks noEditPoints="1"/>
            </p:cNvSpPr>
            <p:nvPr/>
          </p:nvSpPr>
          <p:spPr bwMode="auto">
            <a:xfrm flipV="1">
              <a:off x="-796923" y="3843336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7 w 24"/>
                <a:gd name="T3" fmla="*/ 8 h 24"/>
                <a:gd name="T4" fmla="*/ 17 w 24"/>
                <a:gd name="T5" fmla="*/ 17 h 24"/>
                <a:gd name="T6" fmla="*/ 12 w 24"/>
                <a:gd name="T7" fmla="*/ 19 h 24"/>
                <a:gd name="T8" fmla="*/ 7 w 24"/>
                <a:gd name="T9" fmla="*/ 17 h 24"/>
                <a:gd name="T10" fmla="*/ 7 w 24"/>
                <a:gd name="T11" fmla="*/ 8 h 24"/>
                <a:gd name="T12" fmla="*/ 12 w 24"/>
                <a:gd name="T13" fmla="*/ 6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0 w 24"/>
                <a:gd name="T27" fmla="*/ 21 h 24"/>
                <a:gd name="T28" fmla="*/ 24 w 24"/>
                <a:gd name="T29" fmla="*/ 12 h 24"/>
                <a:gd name="T30" fmla="*/ 20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4" y="6"/>
                    <a:pt x="15" y="6"/>
                    <a:pt x="17" y="8"/>
                  </a:cubicBezTo>
                  <a:cubicBezTo>
                    <a:pt x="19" y="10"/>
                    <a:pt x="19" y="15"/>
                    <a:pt x="17" y="17"/>
                  </a:cubicBezTo>
                  <a:cubicBezTo>
                    <a:pt x="15" y="19"/>
                    <a:pt x="14" y="19"/>
                    <a:pt x="12" y="19"/>
                  </a:cubicBezTo>
                  <a:cubicBezTo>
                    <a:pt x="10" y="19"/>
                    <a:pt x="8" y="19"/>
                    <a:pt x="7" y="17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3" name="Freeform 568"/>
            <p:cNvSpPr>
              <a:spLocks noEditPoints="1"/>
            </p:cNvSpPr>
            <p:nvPr/>
          </p:nvSpPr>
          <p:spPr bwMode="auto">
            <a:xfrm flipV="1">
              <a:off x="-2163761" y="41211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19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3 h 25"/>
                <a:gd name="T20" fmla="*/ 0 w 26"/>
                <a:gd name="T21" fmla="*/ 12 h 25"/>
                <a:gd name="T22" fmla="*/ 4 w 26"/>
                <a:gd name="T23" fmla="*/ 21 h 25"/>
                <a:gd name="T24" fmla="*/ 13 w 26"/>
                <a:gd name="T25" fmla="*/ 25 h 25"/>
                <a:gd name="T26" fmla="*/ 21 w 26"/>
                <a:gd name="T27" fmla="*/ 21 h 25"/>
                <a:gd name="T28" fmla="*/ 21 w 26"/>
                <a:gd name="T29" fmla="*/ 3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6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6" y="16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4" name="Freeform 569"/>
            <p:cNvSpPr>
              <a:spLocks/>
            </p:cNvSpPr>
            <p:nvPr/>
          </p:nvSpPr>
          <p:spPr bwMode="auto">
            <a:xfrm flipV="1">
              <a:off x="-2339973" y="3898899"/>
              <a:ext cx="1568450" cy="657225"/>
            </a:xfrm>
            <a:custGeom>
              <a:avLst/>
              <a:gdLst>
                <a:gd name="T0" fmla="*/ 416 w 418"/>
                <a:gd name="T1" fmla="*/ 175 h 175"/>
                <a:gd name="T2" fmla="*/ 282 w 418"/>
                <a:gd name="T3" fmla="*/ 41 h 175"/>
                <a:gd name="T4" fmla="*/ 108 w 418"/>
                <a:gd name="T5" fmla="*/ 41 h 175"/>
                <a:gd name="T6" fmla="*/ 107 w 418"/>
                <a:gd name="T7" fmla="*/ 41 h 175"/>
                <a:gd name="T8" fmla="*/ 69 w 418"/>
                <a:gd name="T9" fmla="*/ 3 h 175"/>
                <a:gd name="T10" fmla="*/ 25 w 418"/>
                <a:gd name="T11" fmla="*/ 3 h 175"/>
                <a:gd name="T12" fmla="*/ 2 w 418"/>
                <a:gd name="T13" fmla="*/ 26 h 175"/>
                <a:gd name="T14" fmla="*/ 0 w 418"/>
                <a:gd name="T15" fmla="*/ 23 h 175"/>
                <a:gd name="T16" fmla="*/ 23 w 418"/>
                <a:gd name="T17" fmla="*/ 0 h 175"/>
                <a:gd name="T18" fmla="*/ 24 w 418"/>
                <a:gd name="T19" fmla="*/ 0 h 175"/>
                <a:gd name="T20" fmla="*/ 24 w 418"/>
                <a:gd name="T21" fmla="*/ 0 h 175"/>
                <a:gd name="T22" fmla="*/ 70 w 418"/>
                <a:gd name="T23" fmla="*/ 0 h 175"/>
                <a:gd name="T24" fmla="*/ 71 w 418"/>
                <a:gd name="T25" fmla="*/ 0 h 175"/>
                <a:gd name="T26" fmla="*/ 109 w 418"/>
                <a:gd name="T27" fmla="*/ 38 h 175"/>
                <a:gd name="T28" fmla="*/ 283 w 418"/>
                <a:gd name="T29" fmla="*/ 38 h 175"/>
                <a:gd name="T30" fmla="*/ 284 w 418"/>
                <a:gd name="T31" fmla="*/ 38 h 175"/>
                <a:gd name="T32" fmla="*/ 418 w 418"/>
                <a:gd name="T33" fmla="*/ 173 h 175"/>
                <a:gd name="T34" fmla="*/ 416 w 418"/>
                <a:gd name="T3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8" h="175">
                  <a:moveTo>
                    <a:pt x="416" y="175"/>
                  </a:moveTo>
                  <a:cubicBezTo>
                    <a:pt x="282" y="41"/>
                    <a:pt x="282" y="41"/>
                    <a:pt x="282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8" y="41"/>
                    <a:pt x="107" y="41"/>
                    <a:pt x="107" y="41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1" y="0"/>
                    <a:pt x="71" y="0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283" y="38"/>
                    <a:pt x="283" y="38"/>
                    <a:pt x="283" y="38"/>
                  </a:cubicBezTo>
                  <a:cubicBezTo>
                    <a:pt x="283" y="38"/>
                    <a:pt x="283" y="38"/>
                    <a:pt x="284" y="38"/>
                  </a:cubicBezTo>
                  <a:cubicBezTo>
                    <a:pt x="418" y="173"/>
                    <a:pt x="418" y="173"/>
                    <a:pt x="418" y="173"/>
                  </a:cubicBezTo>
                  <a:lnTo>
                    <a:pt x="416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5" name="Freeform 570"/>
            <p:cNvSpPr>
              <a:spLocks/>
            </p:cNvSpPr>
            <p:nvPr/>
          </p:nvSpPr>
          <p:spPr bwMode="auto">
            <a:xfrm flipV="1">
              <a:off x="-2141536" y="3617911"/>
              <a:ext cx="1471612" cy="781050"/>
            </a:xfrm>
            <a:custGeom>
              <a:avLst/>
              <a:gdLst>
                <a:gd name="T0" fmla="*/ 389 w 392"/>
                <a:gd name="T1" fmla="*/ 208 h 208"/>
                <a:gd name="T2" fmla="*/ 211 w 392"/>
                <a:gd name="T3" fmla="*/ 30 h 208"/>
                <a:gd name="T4" fmla="*/ 28 w 392"/>
                <a:gd name="T5" fmla="*/ 30 h 208"/>
                <a:gd name="T6" fmla="*/ 27 w 392"/>
                <a:gd name="T7" fmla="*/ 29 h 208"/>
                <a:gd name="T8" fmla="*/ 0 w 392"/>
                <a:gd name="T9" fmla="*/ 3 h 208"/>
                <a:gd name="T10" fmla="*/ 3 w 392"/>
                <a:gd name="T11" fmla="*/ 0 h 208"/>
                <a:gd name="T12" fmla="*/ 29 w 392"/>
                <a:gd name="T13" fmla="*/ 26 h 208"/>
                <a:gd name="T14" fmla="*/ 211 w 392"/>
                <a:gd name="T15" fmla="*/ 26 h 208"/>
                <a:gd name="T16" fmla="*/ 213 w 392"/>
                <a:gd name="T17" fmla="*/ 27 h 208"/>
                <a:gd name="T18" fmla="*/ 392 w 392"/>
                <a:gd name="T19" fmla="*/ 206 h 208"/>
                <a:gd name="T20" fmla="*/ 389 w 392"/>
                <a:gd name="T21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2" h="208">
                  <a:moveTo>
                    <a:pt x="389" y="208"/>
                  </a:moveTo>
                  <a:cubicBezTo>
                    <a:pt x="211" y="30"/>
                    <a:pt x="211" y="30"/>
                    <a:pt x="211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7" y="2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11" y="26"/>
                    <a:pt x="211" y="26"/>
                    <a:pt x="211" y="26"/>
                  </a:cubicBezTo>
                  <a:cubicBezTo>
                    <a:pt x="212" y="26"/>
                    <a:pt x="212" y="27"/>
                    <a:pt x="213" y="27"/>
                  </a:cubicBezTo>
                  <a:cubicBezTo>
                    <a:pt x="392" y="206"/>
                    <a:pt x="392" y="206"/>
                    <a:pt x="392" y="206"/>
                  </a:cubicBezTo>
                  <a:lnTo>
                    <a:pt x="389" y="2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6" name="Freeform 571"/>
            <p:cNvSpPr>
              <a:spLocks/>
            </p:cNvSpPr>
            <p:nvPr/>
          </p:nvSpPr>
          <p:spPr bwMode="auto">
            <a:xfrm flipV="1">
              <a:off x="-2089148" y="3733798"/>
              <a:ext cx="1020762" cy="417513"/>
            </a:xfrm>
            <a:custGeom>
              <a:avLst/>
              <a:gdLst>
                <a:gd name="T0" fmla="*/ 272 w 272"/>
                <a:gd name="T1" fmla="*/ 111 h 111"/>
                <a:gd name="T2" fmla="*/ 269 w 272"/>
                <a:gd name="T3" fmla="*/ 111 h 111"/>
                <a:gd name="T4" fmla="*/ 269 w 272"/>
                <a:gd name="T5" fmla="*/ 83 h 111"/>
                <a:gd name="T6" fmla="*/ 211 w 272"/>
                <a:gd name="T7" fmla="*/ 25 h 111"/>
                <a:gd name="T8" fmla="*/ 23 w 272"/>
                <a:gd name="T9" fmla="*/ 25 h 111"/>
                <a:gd name="T10" fmla="*/ 22 w 272"/>
                <a:gd name="T11" fmla="*/ 25 h 111"/>
                <a:gd name="T12" fmla="*/ 0 w 272"/>
                <a:gd name="T13" fmla="*/ 3 h 111"/>
                <a:gd name="T14" fmla="*/ 3 w 272"/>
                <a:gd name="T15" fmla="*/ 0 h 111"/>
                <a:gd name="T16" fmla="*/ 24 w 272"/>
                <a:gd name="T17" fmla="*/ 22 h 111"/>
                <a:gd name="T18" fmla="*/ 212 w 272"/>
                <a:gd name="T19" fmla="*/ 22 h 111"/>
                <a:gd name="T20" fmla="*/ 213 w 272"/>
                <a:gd name="T21" fmla="*/ 22 h 111"/>
                <a:gd name="T22" fmla="*/ 271 w 272"/>
                <a:gd name="T23" fmla="*/ 81 h 111"/>
                <a:gd name="T24" fmla="*/ 272 w 272"/>
                <a:gd name="T25" fmla="*/ 82 h 111"/>
                <a:gd name="T26" fmla="*/ 272 w 272"/>
                <a:gd name="T2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2" h="111">
                  <a:moveTo>
                    <a:pt x="272" y="111"/>
                  </a:moveTo>
                  <a:cubicBezTo>
                    <a:pt x="269" y="111"/>
                    <a:pt x="269" y="111"/>
                    <a:pt x="269" y="111"/>
                  </a:cubicBezTo>
                  <a:cubicBezTo>
                    <a:pt x="269" y="83"/>
                    <a:pt x="269" y="83"/>
                    <a:pt x="269" y="83"/>
                  </a:cubicBezTo>
                  <a:cubicBezTo>
                    <a:pt x="211" y="25"/>
                    <a:pt x="211" y="25"/>
                    <a:pt x="211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12" y="22"/>
                    <a:pt x="212" y="22"/>
                    <a:pt x="212" y="22"/>
                  </a:cubicBezTo>
                  <a:cubicBezTo>
                    <a:pt x="212" y="22"/>
                    <a:pt x="213" y="22"/>
                    <a:pt x="213" y="22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2" y="81"/>
                    <a:pt x="272" y="82"/>
                  </a:cubicBezTo>
                  <a:lnTo>
                    <a:pt x="272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7" name="Freeform 572"/>
            <p:cNvSpPr>
              <a:spLocks/>
            </p:cNvSpPr>
            <p:nvPr/>
          </p:nvSpPr>
          <p:spPr bwMode="auto">
            <a:xfrm flipV="1">
              <a:off x="-1814511" y="3625849"/>
              <a:ext cx="869950" cy="561975"/>
            </a:xfrm>
            <a:custGeom>
              <a:avLst/>
              <a:gdLst>
                <a:gd name="T0" fmla="*/ 211 w 232"/>
                <a:gd name="T1" fmla="*/ 150 h 150"/>
                <a:gd name="T2" fmla="*/ 180 w 232"/>
                <a:gd name="T3" fmla="*/ 150 h 150"/>
                <a:gd name="T4" fmla="*/ 179 w 232"/>
                <a:gd name="T5" fmla="*/ 150 h 150"/>
                <a:gd name="T6" fmla="*/ 126 w 232"/>
                <a:gd name="T7" fmla="*/ 96 h 150"/>
                <a:gd name="T8" fmla="*/ 125 w 232"/>
                <a:gd name="T9" fmla="*/ 95 h 150"/>
                <a:gd name="T10" fmla="*/ 125 w 232"/>
                <a:gd name="T11" fmla="*/ 74 h 150"/>
                <a:gd name="T12" fmla="*/ 128 w 232"/>
                <a:gd name="T13" fmla="*/ 74 h 150"/>
                <a:gd name="T14" fmla="*/ 128 w 232"/>
                <a:gd name="T15" fmla="*/ 94 h 150"/>
                <a:gd name="T16" fmla="*/ 181 w 232"/>
                <a:gd name="T17" fmla="*/ 147 h 150"/>
                <a:gd name="T18" fmla="*/ 211 w 232"/>
                <a:gd name="T19" fmla="*/ 147 h 150"/>
                <a:gd name="T20" fmla="*/ 228 w 232"/>
                <a:gd name="T21" fmla="*/ 129 h 150"/>
                <a:gd name="T22" fmla="*/ 228 w 232"/>
                <a:gd name="T23" fmla="*/ 103 h 150"/>
                <a:gd name="T24" fmla="*/ 130 w 232"/>
                <a:gd name="T25" fmla="*/ 4 h 150"/>
                <a:gd name="T26" fmla="*/ 0 w 232"/>
                <a:gd name="T27" fmla="*/ 4 h 150"/>
                <a:gd name="T28" fmla="*/ 0 w 232"/>
                <a:gd name="T29" fmla="*/ 0 h 150"/>
                <a:gd name="T30" fmla="*/ 130 w 232"/>
                <a:gd name="T31" fmla="*/ 0 h 150"/>
                <a:gd name="T32" fmla="*/ 131 w 232"/>
                <a:gd name="T33" fmla="*/ 1 h 150"/>
                <a:gd name="T34" fmla="*/ 231 w 232"/>
                <a:gd name="T35" fmla="*/ 101 h 150"/>
                <a:gd name="T36" fmla="*/ 232 w 232"/>
                <a:gd name="T37" fmla="*/ 102 h 150"/>
                <a:gd name="T38" fmla="*/ 232 w 232"/>
                <a:gd name="T39" fmla="*/ 130 h 150"/>
                <a:gd name="T40" fmla="*/ 231 w 232"/>
                <a:gd name="T41" fmla="*/ 131 h 150"/>
                <a:gd name="T42" fmla="*/ 213 w 232"/>
                <a:gd name="T43" fmla="*/ 150 h 150"/>
                <a:gd name="T44" fmla="*/ 211 w 232"/>
                <a:gd name="T4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50">
                  <a:moveTo>
                    <a:pt x="211" y="150"/>
                  </a:moveTo>
                  <a:cubicBezTo>
                    <a:pt x="180" y="150"/>
                    <a:pt x="180" y="150"/>
                    <a:pt x="180" y="150"/>
                  </a:cubicBezTo>
                  <a:cubicBezTo>
                    <a:pt x="180" y="150"/>
                    <a:pt x="179" y="150"/>
                    <a:pt x="179" y="150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5" y="96"/>
                    <a:pt x="125" y="95"/>
                    <a:pt x="125" y="95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8" y="74"/>
                    <a:pt x="128" y="74"/>
                    <a:pt x="128" y="7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81" y="147"/>
                    <a:pt x="181" y="147"/>
                    <a:pt x="181" y="147"/>
                  </a:cubicBezTo>
                  <a:cubicBezTo>
                    <a:pt x="211" y="147"/>
                    <a:pt x="211" y="147"/>
                    <a:pt x="211" y="147"/>
                  </a:cubicBezTo>
                  <a:cubicBezTo>
                    <a:pt x="228" y="129"/>
                    <a:pt x="228" y="129"/>
                    <a:pt x="228" y="129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1" y="0"/>
                    <a:pt x="131" y="1"/>
                    <a:pt x="131" y="1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1" y="101"/>
                    <a:pt x="232" y="101"/>
                    <a:pt x="232" y="102"/>
                  </a:cubicBezTo>
                  <a:cubicBezTo>
                    <a:pt x="232" y="130"/>
                    <a:pt x="232" y="130"/>
                    <a:pt x="232" y="130"/>
                  </a:cubicBezTo>
                  <a:cubicBezTo>
                    <a:pt x="232" y="130"/>
                    <a:pt x="231" y="131"/>
                    <a:pt x="231" y="131"/>
                  </a:cubicBezTo>
                  <a:cubicBezTo>
                    <a:pt x="213" y="150"/>
                    <a:pt x="213" y="150"/>
                    <a:pt x="213" y="150"/>
                  </a:cubicBezTo>
                  <a:cubicBezTo>
                    <a:pt x="212" y="150"/>
                    <a:pt x="212" y="150"/>
                    <a:pt x="211" y="1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8" name="Freeform 573"/>
            <p:cNvSpPr>
              <a:spLocks noEditPoints="1"/>
            </p:cNvSpPr>
            <p:nvPr/>
          </p:nvSpPr>
          <p:spPr bwMode="auto">
            <a:xfrm flipV="1">
              <a:off x="-3063873" y="3543298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7 w 24"/>
                <a:gd name="T3" fmla="*/ 8 h 25"/>
                <a:gd name="T4" fmla="*/ 17 w 24"/>
                <a:gd name="T5" fmla="*/ 18 h 25"/>
                <a:gd name="T6" fmla="*/ 12 w 24"/>
                <a:gd name="T7" fmla="*/ 20 h 25"/>
                <a:gd name="T8" fmla="*/ 7 w 24"/>
                <a:gd name="T9" fmla="*/ 18 h 25"/>
                <a:gd name="T10" fmla="*/ 7 w 24"/>
                <a:gd name="T11" fmla="*/ 8 h 25"/>
                <a:gd name="T12" fmla="*/ 12 w 24"/>
                <a:gd name="T13" fmla="*/ 5 h 25"/>
                <a:gd name="T14" fmla="*/ 12 w 24"/>
                <a:gd name="T15" fmla="*/ 0 h 25"/>
                <a:gd name="T16" fmla="*/ 12 w 24"/>
                <a:gd name="T17" fmla="*/ 0 h 25"/>
                <a:gd name="T18" fmla="*/ 3 w 24"/>
                <a:gd name="T19" fmla="*/ 4 h 25"/>
                <a:gd name="T20" fmla="*/ 0 w 24"/>
                <a:gd name="T21" fmla="*/ 13 h 25"/>
                <a:gd name="T22" fmla="*/ 3 w 24"/>
                <a:gd name="T23" fmla="*/ 21 h 25"/>
                <a:gd name="T24" fmla="*/ 12 w 24"/>
                <a:gd name="T25" fmla="*/ 25 h 25"/>
                <a:gd name="T26" fmla="*/ 21 w 24"/>
                <a:gd name="T27" fmla="*/ 21 h 25"/>
                <a:gd name="T28" fmla="*/ 24 w 24"/>
                <a:gd name="T29" fmla="*/ 13 h 25"/>
                <a:gd name="T30" fmla="*/ 21 w 24"/>
                <a:gd name="T31" fmla="*/ 4 h 25"/>
                <a:gd name="T32" fmla="*/ 12 w 2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4" y="5"/>
                    <a:pt x="16" y="6"/>
                    <a:pt x="17" y="8"/>
                  </a:cubicBezTo>
                  <a:cubicBezTo>
                    <a:pt x="20" y="10"/>
                    <a:pt x="20" y="15"/>
                    <a:pt x="17" y="18"/>
                  </a:cubicBezTo>
                  <a:cubicBezTo>
                    <a:pt x="16" y="19"/>
                    <a:pt x="14" y="20"/>
                    <a:pt x="12" y="20"/>
                  </a:cubicBezTo>
                  <a:cubicBezTo>
                    <a:pt x="10" y="20"/>
                    <a:pt x="8" y="19"/>
                    <a:pt x="7" y="18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8" y="24"/>
                    <a:pt x="21" y="21"/>
                  </a:cubicBezTo>
                  <a:cubicBezTo>
                    <a:pt x="23" y="19"/>
                    <a:pt x="24" y="16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9" name="Freeform 574"/>
            <p:cNvSpPr>
              <a:spLocks noEditPoints="1"/>
            </p:cNvSpPr>
            <p:nvPr/>
          </p:nvSpPr>
          <p:spPr bwMode="auto">
            <a:xfrm flipV="1">
              <a:off x="-3055936" y="3744911"/>
              <a:ext cx="96837" cy="95250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4 h 25"/>
                <a:gd name="T20" fmla="*/ 0 w 26"/>
                <a:gd name="T21" fmla="*/ 13 h 25"/>
                <a:gd name="T22" fmla="*/ 4 w 26"/>
                <a:gd name="T23" fmla="*/ 21 h 25"/>
                <a:gd name="T24" fmla="*/ 13 w 26"/>
                <a:gd name="T25" fmla="*/ 25 h 25"/>
                <a:gd name="T26" fmla="*/ 22 w 26"/>
                <a:gd name="T27" fmla="*/ 21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10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0" name="Freeform 575"/>
            <p:cNvSpPr>
              <a:spLocks noEditPoints="1"/>
            </p:cNvSpPr>
            <p:nvPr/>
          </p:nvSpPr>
          <p:spPr bwMode="auto">
            <a:xfrm flipV="1">
              <a:off x="-2813048" y="4060823"/>
              <a:ext cx="101600" cy="93663"/>
            </a:xfrm>
            <a:custGeom>
              <a:avLst/>
              <a:gdLst>
                <a:gd name="T0" fmla="*/ 14 w 27"/>
                <a:gd name="T1" fmla="*/ 5 h 25"/>
                <a:gd name="T2" fmla="*/ 19 w 27"/>
                <a:gd name="T3" fmla="*/ 7 h 25"/>
                <a:gd name="T4" fmla="*/ 19 w 27"/>
                <a:gd name="T5" fmla="*/ 17 h 25"/>
                <a:gd name="T6" fmla="*/ 14 w 27"/>
                <a:gd name="T7" fmla="*/ 20 h 25"/>
                <a:gd name="T8" fmla="*/ 9 w 27"/>
                <a:gd name="T9" fmla="*/ 17 h 25"/>
                <a:gd name="T10" fmla="*/ 9 w 27"/>
                <a:gd name="T11" fmla="*/ 7 h 25"/>
                <a:gd name="T12" fmla="*/ 14 w 27"/>
                <a:gd name="T13" fmla="*/ 5 h 25"/>
                <a:gd name="T14" fmla="*/ 14 w 27"/>
                <a:gd name="T15" fmla="*/ 0 h 25"/>
                <a:gd name="T16" fmla="*/ 14 w 27"/>
                <a:gd name="T17" fmla="*/ 0 h 25"/>
                <a:gd name="T18" fmla="*/ 5 w 27"/>
                <a:gd name="T19" fmla="*/ 4 h 25"/>
                <a:gd name="T20" fmla="*/ 5 w 27"/>
                <a:gd name="T21" fmla="*/ 21 h 25"/>
                <a:gd name="T22" fmla="*/ 14 w 27"/>
                <a:gd name="T23" fmla="*/ 25 h 25"/>
                <a:gd name="T24" fmla="*/ 23 w 27"/>
                <a:gd name="T25" fmla="*/ 21 h 25"/>
                <a:gd name="T26" fmla="*/ 23 w 27"/>
                <a:gd name="T27" fmla="*/ 4 h 25"/>
                <a:gd name="T28" fmla="*/ 14 w 27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14" y="5"/>
                  </a:moveTo>
                  <a:cubicBezTo>
                    <a:pt x="16" y="5"/>
                    <a:pt x="17" y="6"/>
                    <a:pt x="19" y="7"/>
                  </a:cubicBezTo>
                  <a:cubicBezTo>
                    <a:pt x="22" y="10"/>
                    <a:pt x="22" y="15"/>
                    <a:pt x="19" y="17"/>
                  </a:cubicBezTo>
                  <a:cubicBezTo>
                    <a:pt x="18" y="19"/>
                    <a:pt x="16" y="20"/>
                    <a:pt x="14" y="20"/>
                  </a:cubicBezTo>
                  <a:cubicBezTo>
                    <a:pt x="12" y="20"/>
                    <a:pt x="10" y="19"/>
                    <a:pt x="9" y="17"/>
                  </a:cubicBezTo>
                  <a:cubicBezTo>
                    <a:pt x="6" y="15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1" y="25"/>
                    <a:pt x="14" y="25"/>
                  </a:cubicBezTo>
                  <a:cubicBezTo>
                    <a:pt x="17" y="25"/>
                    <a:pt x="20" y="23"/>
                    <a:pt x="23" y="21"/>
                  </a:cubicBezTo>
                  <a:cubicBezTo>
                    <a:pt x="27" y="16"/>
                    <a:pt x="27" y="8"/>
                    <a:pt x="23" y="4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1" name="Freeform 576"/>
            <p:cNvSpPr>
              <a:spLocks noEditPoints="1"/>
            </p:cNvSpPr>
            <p:nvPr/>
          </p:nvSpPr>
          <p:spPr bwMode="auto">
            <a:xfrm flipV="1">
              <a:off x="-1052511" y="24923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6 w 24"/>
                <a:gd name="T3" fmla="*/ 7 h 24"/>
                <a:gd name="T4" fmla="*/ 16 w 24"/>
                <a:gd name="T5" fmla="*/ 16 h 24"/>
                <a:gd name="T6" fmla="*/ 12 w 24"/>
                <a:gd name="T7" fmla="*/ 19 h 24"/>
                <a:gd name="T8" fmla="*/ 7 w 24"/>
                <a:gd name="T9" fmla="*/ 16 h 24"/>
                <a:gd name="T10" fmla="*/ 7 w 24"/>
                <a:gd name="T11" fmla="*/ 7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3 w 24"/>
                <a:gd name="T21" fmla="*/ 20 h 24"/>
                <a:gd name="T22" fmla="*/ 12 w 24"/>
                <a:gd name="T23" fmla="*/ 24 h 24"/>
                <a:gd name="T24" fmla="*/ 20 w 24"/>
                <a:gd name="T25" fmla="*/ 20 h 24"/>
                <a:gd name="T26" fmla="*/ 24 w 24"/>
                <a:gd name="T27" fmla="*/ 12 h 24"/>
                <a:gd name="T28" fmla="*/ 20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3" y="5"/>
                    <a:pt x="15" y="5"/>
                    <a:pt x="16" y="7"/>
                  </a:cubicBezTo>
                  <a:cubicBezTo>
                    <a:pt x="19" y="9"/>
                    <a:pt x="19" y="14"/>
                    <a:pt x="16" y="16"/>
                  </a:cubicBezTo>
                  <a:cubicBezTo>
                    <a:pt x="15" y="18"/>
                    <a:pt x="13" y="19"/>
                    <a:pt x="12" y="19"/>
                  </a:cubicBezTo>
                  <a:cubicBezTo>
                    <a:pt x="10" y="19"/>
                    <a:pt x="8" y="18"/>
                    <a:pt x="7" y="16"/>
                  </a:cubicBezTo>
                  <a:cubicBezTo>
                    <a:pt x="4" y="14"/>
                    <a:pt x="4" y="9"/>
                    <a:pt x="7" y="7"/>
                  </a:cubicBezTo>
                  <a:cubicBezTo>
                    <a:pt x="8" y="5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2"/>
                    <a:pt x="8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8"/>
                    <a:pt x="22" y="5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2" name="Freeform 577"/>
            <p:cNvSpPr>
              <a:spLocks noEditPoints="1"/>
            </p:cNvSpPr>
            <p:nvPr/>
          </p:nvSpPr>
          <p:spPr bwMode="auto">
            <a:xfrm flipV="1">
              <a:off x="-1319211" y="2735260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3 w 25"/>
                <a:gd name="T17" fmla="*/ 4 h 24"/>
                <a:gd name="T18" fmla="*/ 0 w 25"/>
                <a:gd name="T19" fmla="*/ 12 h 24"/>
                <a:gd name="T20" fmla="*/ 3 w 25"/>
                <a:gd name="T21" fmla="*/ 21 h 24"/>
                <a:gd name="T22" fmla="*/ 12 w 25"/>
                <a:gd name="T23" fmla="*/ 24 h 24"/>
                <a:gd name="T24" fmla="*/ 20 w 25"/>
                <a:gd name="T25" fmla="*/ 21 h 24"/>
                <a:gd name="T26" fmla="*/ 20 w 25"/>
                <a:gd name="T27" fmla="*/ 4 h 24"/>
                <a:gd name="T28" fmla="*/ 12 w 25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5" y="6"/>
                    <a:pt x="17" y="7"/>
                  </a:cubicBezTo>
                  <a:cubicBezTo>
                    <a:pt x="19" y="10"/>
                    <a:pt x="19" y="14"/>
                    <a:pt x="17" y="17"/>
                  </a:cubicBezTo>
                  <a:cubicBezTo>
                    <a:pt x="15" y="18"/>
                    <a:pt x="14" y="19"/>
                    <a:pt x="12" y="19"/>
                  </a:cubicBezTo>
                  <a:cubicBezTo>
                    <a:pt x="10" y="19"/>
                    <a:pt x="8" y="18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5" y="16"/>
                    <a:pt x="25" y="8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3" name="Freeform 578"/>
            <p:cNvSpPr>
              <a:spLocks noEditPoints="1"/>
            </p:cNvSpPr>
            <p:nvPr/>
          </p:nvSpPr>
          <p:spPr bwMode="auto">
            <a:xfrm flipV="1">
              <a:off x="-636586" y="2390773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8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3 h 24"/>
                <a:gd name="T18" fmla="*/ 4 w 26"/>
                <a:gd name="T19" fmla="*/ 20 h 24"/>
                <a:gd name="T20" fmla="*/ 13 w 26"/>
                <a:gd name="T21" fmla="*/ 24 h 24"/>
                <a:gd name="T22" fmla="*/ 21 w 26"/>
                <a:gd name="T23" fmla="*/ 20 h 24"/>
                <a:gd name="T24" fmla="*/ 21 w 26"/>
                <a:gd name="T25" fmla="*/ 3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4" y="5"/>
                    <a:pt x="16" y="5"/>
                    <a:pt x="18" y="7"/>
                  </a:cubicBezTo>
                  <a:cubicBezTo>
                    <a:pt x="20" y="9"/>
                    <a:pt x="20" y="14"/>
                    <a:pt x="18" y="16"/>
                  </a:cubicBezTo>
                  <a:cubicBezTo>
                    <a:pt x="16" y="18"/>
                    <a:pt x="14" y="18"/>
                    <a:pt x="13" y="18"/>
                  </a:cubicBezTo>
                  <a:cubicBezTo>
                    <a:pt x="11" y="18"/>
                    <a:pt x="9" y="18"/>
                    <a:pt x="8" y="16"/>
                  </a:cubicBezTo>
                  <a:cubicBezTo>
                    <a:pt x="5" y="14"/>
                    <a:pt x="5" y="9"/>
                    <a:pt x="8" y="7"/>
                  </a:cubicBezTo>
                  <a:cubicBezTo>
                    <a:pt x="9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6" y="22"/>
                    <a:pt x="9" y="24"/>
                    <a:pt x="13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6" y="15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4" name="Freeform 579"/>
            <p:cNvSpPr>
              <a:spLocks noEditPoints="1"/>
            </p:cNvSpPr>
            <p:nvPr/>
          </p:nvSpPr>
          <p:spPr bwMode="auto">
            <a:xfrm flipV="1">
              <a:off x="-733423" y="2676523"/>
              <a:ext cx="96837" cy="88900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8 h 24"/>
                <a:gd name="T4" fmla="*/ 18 w 26"/>
                <a:gd name="T5" fmla="*/ 17 h 24"/>
                <a:gd name="T6" fmla="*/ 13 w 26"/>
                <a:gd name="T7" fmla="*/ 19 h 24"/>
                <a:gd name="T8" fmla="*/ 8 w 26"/>
                <a:gd name="T9" fmla="*/ 17 h 24"/>
                <a:gd name="T10" fmla="*/ 8 w 26"/>
                <a:gd name="T11" fmla="*/ 8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1 w 26"/>
                <a:gd name="T23" fmla="*/ 21 h 24"/>
                <a:gd name="T24" fmla="*/ 21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6" y="6"/>
                    <a:pt x="18" y="8"/>
                  </a:cubicBezTo>
                  <a:cubicBezTo>
                    <a:pt x="20" y="10"/>
                    <a:pt x="20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8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6" y="16"/>
                    <a:pt x="26" y="9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5" name="Freeform 580"/>
            <p:cNvSpPr>
              <a:spLocks noEditPoints="1"/>
            </p:cNvSpPr>
            <p:nvPr/>
          </p:nvSpPr>
          <p:spPr bwMode="auto">
            <a:xfrm flipV="1">
              <a:off x="-2801936" y="37909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20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1 h 25"/>
                <a:gd name="T22" fmla="*/ 13 w 26"/>
                <a:gd name="T23" fmla="*/ 25 h 25"/>
                <a:gd name="T24" fmla="*/ 22 w 26"/>
                <a:gd name="T25" fmla="*/ 21 h 25"/>
                <a:gd name="T26" fmla="*/ 26 w 26"/>
                <a:gd name="T27" fmla="*/ 12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10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10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7" y="25"/>
                    <a:pt x="20" y="23"/>
                    <a:pt x="22" y="21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9"/>
                    <a:pt x="24" y="6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6" name="Freeform 581"/>
            <p:cNvSpPr>
              <a:spLocks/>
            </p:cNvSpPr>
            <p:nvPr/>
          </p:nvSpPr>
          <p:spPr bwMode="auto">
            <a:xfrm flipV="1">
              <a:off x="-3003548" y="2555873"/>
              <a:ext cx="1984375" cy="1017588"/>
            </a:xfrm>
            <a:custGeom>
              <a:avLst/>
              <a:gdLst>
                <a:gd name="T0" fmla="*/ 526 w 529"/>
                <a:gd name="T1" fmla="*/ 271 h 271"/>
                <a:gd name="T2" fmla="*/ 512 w 529"/>
                <a:gd name="T3" fmla="*/ 257 h 271"/>
                <a:gd name="T4" fmla="*/ 512 w 529"/>
                <a:gd name="T5" fmla="*/ 256 h 271"/>
                <a:gd name="T6" fmla="*/ 512 w 529"/>
                <a:gd name="T7" fmla="*/ 226 h 271"/>
                <a:gd name="T8" fmla="*/ 418 w 529"/>
                <a:gd name="T9" fmla="*/ 132 h 271"/>
                <a:gd name="T10" fmla="*/ 307 w 529"/>
                <a:gd name="T11" fmla="*/ 132 h 271"/>
                <a:gd name="T12" fmla="*/ 243 w 529"/>
                <a:gd name="T13" fmla="*/ 197 h 271"/>
                <a:gd name="T14" fmla="*/ 242 w 529"/>
                <a:gd name="T15" fmla="*/ 197 h 271"/>
                <a:gd name="T16" fmla="*/ 196 w 529"/>
                <a:gd name="T17" fmla="*/ 197 h 271"/>
                <a:gd name="T18" fmla="*/ 194 w 529"/>
                <a:gd name="T19" fmla="*/ 197 h 271"/>
                <a:gd name="T20" fmla="*/ 0 w 529"/>
                <a:gd name="T21" fmla="*/ 2 h 271"/>
                <a:gd name="T22" fmla="*/ 2 w 529"/>
                <a:gd name="T23" fmla="*/ 0 h 271"/>
                <a:gd name="T24" fmla="*/ 196 w 529"/>
                <a:gd name="T25" fmla="*/ 194 h 271"/>
                <a:gd name="T26" fmla="*/ 241 w 529"/>
                <a:gd name="T27" fmla="*/ 194 h 271"/>
                <a:gd name="T28" fmla="*/ 305 w 529"/>
                <a:gd name="T29" fmla="*/ 129 h 271"/>
                <a:gd name="T30" fmla="*/ 306 w 529"/>
                <a:gd name="T31" fmla="*/ 129 h 271"/>
                <a:gd name="T32" fmla="*/ 419 w 529"/>
                <a:gd name="T33" fmla="*/ 129 h 271"/>
                <a:gd name="T34" fmla="*/ 420 w 529"/>
                <a:gd name="T35" fmla="*/ 129 h 271"/>
                <a:gd name="T36" fmla="*/ 515 w 529"/>
                <a:gd name="T37" fmla="*/ 224 h 271"/>
                <a:gd name="T38" fmla="*/ 515 w 529"/>
                <a:gd name="T39" fmla="*/ 225 h 271"/>
                <a:gd name="T40" fmla="*/ 515 w 529"/>
                <a:gd name="T41" fmla="*/ 255 h 271"/>
                <a:gd name="T42" fmla="*/ 529 w 529"/>
                <a:gd name="T43" fmla="*/ 269 h 271"/>
                <a:gd name="T44" fmla="*/ 526 w 529"/>
                <a:gd name="T45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9" h="271">
                  <a:moveTo>
                    <a:pt x="526" y="271"/>
                  </a:moveTo>
                  <a:cubicBezTo>
                    <a:pt x="512" y="257"/>
                    <a:pt x="512" y="257"/>
                    <a:pt x="512" y="257"/>
                  </a:cubicBezTo>
                  <a:cubicBezTo>
                    <a:pt x="512" y="257"/>
                    <a:pt x="512" y="257"/>
                    <a:pt x="512" y="256"/>
                  </a:cubicBezTo>
                  <a:cubicBezTo>
                    <a:pt x="512" y="226"/>
                    <a:pt x="512" y="226"/>
                    <a:pt x="512" y="226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307" y="132"/>
                    <a:pt x="307" y="132"/>
                    <a:pt x="307" y="132"/>
                  </a:cubicBezTo>
                  <a:cubicBezTo>
                    <a:pt x="243" y="197"/>
                    <a:pt x="243" y="197"/>
                    <a:pt x="243" y="197"/>
                  </a:cubicBezTo>
                  <a:cubicBezTo>
                    <a:pt x="243" y="197"/>
                    <a:pt x="242" y="197"/>
                    <a:pt x="242" y="197"/>
                  </a:cubicBezTo>
                  <a:cubicBezTo>
                    <a:pt x="196" y="197"/>
                    <a:pt x="196" y="197"/>
                    <a:pt x="196" y="197"/>
                  </a:cubicBezTo>
                  <a:cubicBezTo>
                    <a:pt x="195" y="197"/>
                    <a:pt x="195" y="197"/>
                    <a:pt x="194" y="1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241" y="194"/>
                    <a:pt x="241" y="194"/>
                    <a:pt x="241" y="194"/>
                  </a:cubicBezTo>
                  <a:cubicBezTo>
                    <a:pt x="305" y="129"/>
                    <a:pt x="305" y="129"/>
                    <a:pt x="305" y="129"/>
                  </a:cubicBezTo>
                  <a:cubicBezTo>
                    <a:pt x="306" y="129"/>
                    <a:pt x="306" y="129"/>
                    <a:pt x="306" y="129"/>
                  </a:cubicBezTo>
                  <a:cubicBezTo>
                    <a:pt x="419" y="129"/>
                    <a:pt x="419" y="129"/>
                    <a:pt x="419" y="129"/>
                  </a:cubicBezTo>
                  <a:cubicBezTo>
                    <a:pt x="419" y="129"/>
                    <a:pt x="419" y="129"/>
                    <a:pt x="420" y="129"/>
                  </a:cubicBezTo>
                  <a:cubicBezTo>
                    <a:pt x="515" y="224"/>
                    <a:pt x="515" y="224"/>
                    <a:pt x="515" y="224"/>
                  </a:cubicBezTo>
                  <a:cubicBezTo>
                    <a:pt x="515" y="225"/>
                    <a:pt x="515" y="225"/>
                    <a:pt x="515" y="225"/>
                  </a:cubicBezTo>
                  <a:cubicBezTo>
                    <a:pt x="515" y="255"/>
                    <a:pt x="515" y="255"/>
                    <a:pt x="515" y="255"/>
                  </a:cubicBezTo>
                  <a:cubicBezTo>
                    <a:pt x="529" y="269"/>
                    <a:pt x="529" y="269"/>
                    <a:pt x="529" y="269"/>
                  </a:cubicBezTo>
                  <a:lnTo>
                    <a:pt x="526" y="2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7" name="Freeform 582"/>
            <p:cNvSpPr>
              <a:spLocks/>
            </p:cNvSpPr>
            <p:nvPr/>
          </p:nvSpPr>
          <p:spPr bwMode="auto">
            <a:xfrm flipV="1">
              <a:off x="-2992436" y="2412998"/>
              <a:ext cx="2127250" cy="1366838"/>
            </a:xfrm>
            <a:custGeom>
              <a:avLst/>
              <a:gdLst>
                <a:gd name="T0" fmla="*/ 532 w 567"/>
                <a:gd name="T1" fmla="*/ 364 h 364"/>
                <a:gd name="T2" fmla="*/ 494 w 567"/>
                <a:gd name="T3" fmla="*/ 364 h 364"/>
                <a:gd name="T4" fmla="*/ 493 w 567"/>
                <a:gd name="T5" fmla="*/ 364 h 364"/>
                <a:gd name="T6" fmla="*/ 442 w 567"/>
                <a:gd name="T7" fmla="*/ 313 h 364"/>
                <a:gd name="T8" fmla="*/ 442 w 567"/>
                <a:gd name="T9" fmla="*/ 312 h 364"/>
                <a:gd name="T10" fmla="*/ 442 w 567"/>
                <a:gd name="T11" fmla="*/ 280 h 364"/>
                <a:gd name="T12" fmla="*/ 442 w 567"/>
                <a:gd name="T13" fmla="*/ 279 h 364"/>
                <a:gd name="T14" fmla="*/ 452 w 567"/>
                <a:gd name="T15" fmla="*/ 270 h 364"/>
                <a:gd name="T16" fmla="*/ 454 w 567"/>
                <a:gd name="T17" fmla="*/ 272 h 364"/>
                <a:gd name="T18" fmla="*/ 445 w 567"/>
                <a:gd name="T19" fmla="*/ 281 h 364"/>
                <a:gd name="T20" fmla="*/ 445 w 567"/>
                <a:gd name="T21" fmla="*/ 311 h 364"/>
                <a:gd name="T22" fmla="*/ 495 w 567"/>
                <a:gd name="T23" fmla="*/ 361 h 364"/>
                <a:gd name="T24" fmla="*/ 531 w 567"/>
                <a:gd name="T25" fmla="*/ 361 h 364"/>
                <a:gd name="T26" fmla="*/ 564 w 567"/>
                <a:gd name="T27" fmla="*/ 329 h 364"/>
                <a:gd name="T28" fmla="*/ 564 w 567"/>
                <a:gd name="T29" fmla="*/ 288 h 364"/>
                <a:gd name="T30" fmla="*/ 418 w 567"/>
                <a:gd name="T31" fmla="*/ 142 h 364"/>
                <a:gd name="T32" fmla="*/ 291 w 567"/>
                <a:gd name="T33" fmla="*/ 142 h 364"/>
                <a:gd name="T34" fmla="*/ 229 w 567"/>
                <a:gd name="T35" fmla="*/ 204 h 364"/>
                <a:gd name="T36" fmla="*/ 228 w 567"/>
                <a:gd name="T37" fmla="*/ 205 h 364"/>
                <a:gd name="T38" fmla="*/ 202 w 567"/>
                <a:gd name="T39" fmla="*/ 205 h 364"/>
                <a:gd name="T40" fmla="*/ 201 w 567"/>
                <a:gd name="T41" fmla="*/ 204 h 364"/>
                <a:gd name="T42" fmla="*/ 0 w 567"/>
                <a:gd name="T43" fmla="*/ 3 h 364"/>
                <a:gd name="T44" fmla="*/ 2 w 567"/>
                <a:gd name="T45" fmla="*/ 0 h 364"/>
                <a:gd name="T46" fmla="*/ 203 w 567"/>
                <a:gd name="T47" fmla="*/ 201 h 364"/>
                <a:gd name="T48" fmla="*/ 227 w 567"/>
                <a:gd name="T49" fmla="*/ 201 h 364"/>
                <a:gd name="T50" fmla="*/ 289 w 567"/>
                <a:gd name="T51" fmla="*/ 140 h 364"/>
                <a:gd name="T52" fmla="*/ 290 w 567"/>
                <a:gd name="T53" fmla="*/ 139 h 364"/>
                <a:gd name="T54" fmla="*/ 419 w 567"/>
                <a:gd name="T55" fmla="*/ 139 h 364"/>
                <a:gd name="T56" fmla="*/ 420 w 567"/>
                <a:gd name="T57" fmla="*/ 140 h 364"/>
                <a:gd name="T58" fmla="*/ 567 w 567"/>
                <a:gd name="T59" fmla="*/ 286 h 364"/>
                <a:gd name="T60" fmla="*/ 567 w 567"/>
                <a:gd name="T61" fmla="*/ 287 h 364"/>
                <a:gd name="T62" fmla="*/ 567 w 567"/>
                <a:gd name="T63" fmla="*/ 329 h 364"/>
                <a:gd name="T64" fmla="*/ 567 w 567"/>
                <a:gd name="T65" fmla="*/ 330 h 364"/>
                <a:gd name="T66" fmla="*/ 533 w 567"/>
                <a:gd name="T67" fmla="*/ 364 h 364"/>
                <a:gd name="T68" fmla="*/ 532 w 567"/>
                <a:gd name="T6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7" h="364">
                  <a:moveTo>
                    <a:pt x="532" y="364"/>
                  </a:moveTo>
                  <a:cubicBezTo>
                    <a:pt x="494" y="364"/>
                    <a:pt x="494" y="364"/>
                    <a:pt x="494" y="364"/>
                  </a:cubicBezTo>
                  <a:cubicBezTo>
                    <a:pt x="494" y="364"/>
                    <a:pt x="493" y="364"/>
                    <a:pt x="493" y="364"/>
                  </a:cubicBezTo>
                  <a:cubicBezTo>
                    <a:pt x="442" y="313"/>
                    <a:pt x="442" y="313"/>
                    <a:pt x="442" y="313"/>
                  </a:cubicBezTo>
                  <a:cubicBezTo>
                    <a:pt x="442" y="313"/>
                    <a:pt x="442" y="312"/>
                    <a:pt x="442" y="312"/>
                  </a:cubicBezTo>
                  <a:cubicBezTo>
                    <a:pt x="442" y="280"/>
                    <a:pt x="442" y="280"/>
                    <a:pt x="442" y="280"/>
                  </a:cubicBezTo>
                  <a:cubicBezTo>
                    <a:pt x="442" y="280"/>
                    <a:pt x="442" y="279"/>
                    <a:pt x="442" y="279"/>
                  </a:cubicBezTo>
                  <a:cubicBezTo>
                    <a:pt x="452" y="270"/>
                    <a:pt x="452" y="270"/>
                    <a:pt x="452" y="270"/>
                  </a:cubicBezTo>
                  <a:cubicBezTo>
                    <a:pt x="454" y="272"/>
                    <a:pt x="454" y="272"/>
                    <a:pt x="454" y="272"/>
                  </a:cubicBezTo>
                  <a:cubicBezTo>
                    <a:pt x="445" y="281"/>
                    <a:pt x="445" y="281"/>
                    <a:pt x="445" y="281"/>
                  </a:cubicBezTo>
                  <a:cubicBezTo>
                    <a:pt x="445" y="311"/>
                    <a:pt x="445" y="311"/>
                    <a:pt x="445" y="311"/>
                  </a:cubicBezTo>
                  <a:cubicBezTo>
                    <a:pt x="495" y="361"/>
                    <a:pt x="495" y="361"/>
                    <a:pt x="495" y="361"/>
                  </a:cubicBezTo>
                  <a:cubicBezTo>
                    <a:pt x="531" y="361"/>
                    <a:pt x="531" y="361"/>
                    <a:pt x="531" y="361"/>
                  </a:cubicBezTo>
                  <a:cubicBezTo>
                    <a:pt x="564" y="329"/>
                    <a:pt x="564" y="329"/>
                    <a:pt x="564" y="329"/>
                  </a:cubicBezTo>
                  <a:cubicBezTo>
                    <a:pt x="564" y="288"/>
                    <a:pt x="564" y="288"/>
                    <a:pt x="564" y="288"/>
                  </a:cubicBezTo>
                  <a:cubicBezTo>
                    <a:pt x="418" y="142"/>
                    <a:pt x="418" y="142"/>
                    <a:pt x="418" y="142"/>
                  </a:cubicBezTo>
                  <a:cubicBezTo>
                    <a:pt x="291" y="142"/>
                    <a:pt x="291" y="142"/>
                    <a:pt x="291" y="142"/>
                  </a:cubicBezTo>
                  <a:cubicBezTo>
                    <a:pt x="229" y="204"/>
                    <a:pt x="229" y="204"/>
                    <a:pt x="229" y="204"/>
                  </a:cubicBezTo>
                  <a:cubicBezTo>
                    <a:pt x="229" y="205"/>
                    <a:pt x="228" y="205"/>
                    <a:pt x="228" y="205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1" y="20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03" y="201"/>
                    <a:pt x="203" y="201"/>
                    <a:pt x="203" y="201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39"/>
                    <a:pt x="290" y="139"/>
                    <a:pt x="290" y="139"/>
                  </a:cubicBezTo>
                  <a:cubicBezTo>
                    <a:pt x="419" y="139"/>
                    <a:pt x="419" y="139"/>
                    <a:pt x="419" y="139"/>
                  </a:cubicBezTo>
                  <a:cubicBezTo>
                    <a:pt x="420" y="139"/>
                    <a:pt x="420" y="139"/>
                    <a:pt x="420" y="140"/>
                  </a:cubicBezTo>
                  <a:cubicBezTo>
                    <a:pt x="567" y="286"/>
                    <a:pt x="567" y="286"/>
                    <a:pt x="567" y="286"/>
                  </a:cubicBezTo>
                  <a:cubicBezTo>
                    <a:pt x="567" y="286"/>
                    <a:pt x="567" y="287"/>
                    <a:pt x="567" y="287"/>
                  </a:cubicBezTo>
                  <a:cubicBezTo>
                    <a:pt x="567" y="329"/>
                    <a:pt x="567" y="329"/>
                    <a:pt x="567" y="329"/>
                  </a:cubicBezTo>
                  <a:cubicBezTo>
                    <a:pt x="567" y="330"/>
                    <a:pt x="567" y="330"/>
                    <a:pt x="567" y="330"/>
                  </a:cubicBezTo>
                  <a:cubicBezTo>
                    <a:pt x="533" y="364"/>
                    <a:pt x="533" y="364"/>
                    <a:pt x="533" y="364"/>
                  </a:cubicBezTo>
                  <a:cubicBezTo>
                    <a:pt x="533" y="364"/>
                    <a:pt x="532" y="364"/>
                    <a:pt x="532" y="3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8" name="Freeform 583"/>
            <p:cNvSpPr>
              <a:spLocks/>
            </p:cNvSpPr>
            <p:nvPr/>
          </p:nvSpPr>
          <p:spPr bwMode="auto">
            <a:xfrm flipV="1">
              <a:off x="-2725736" y="2451099"/>
              <a:ext cx="2124075" cy="1358900"/>
            </a:xfrm>
            <a:custGeom>
              <a:avLst/>
              <a:gdLst>
                <a:gd name="T0" fmla="*/ 564 w 566"/>
                <a:gd name="T1" fmla="*/ 362 h 362"/>
                <a:gd name="T2" fmla="*/ 509 w 566"/>
                <a:gd name="T3" fmla="*/ 307 h 362"/>
                <a:gd name="T4" fmla="*/ 508 w 566"/>
                <a:gd name="T5" fmla="*/ 306 h 362"/>
                <a:gd name="T6" fmla="*/ 508 w 566"/>
                <a:gd name="T7" fmla="*/ 277 h 362"/>
                <a:gd name="T8" fmla="*/ 355 w 566"/>
                <a:gd name="T9" fmla="*/ 123 h 362"/>
                <a:gd name="T10" fmla="*/ 213 w 566"/>
                <a:gd name="T11" fmla="*/ 123 h 362"/>
                <a:gd name="T12" fmla="*/ 183 w 566"/>
                <a:gd name="T13" fmla="*/ 154 h 362"/>
                <a:gd name="T14" fmla="*/ 181 w 566"/>
                <a:gd name="T15" fmla="*/ 154 h 362"/>
                <a:gd name="T16" fmla="*/ 153 w 566"/>
                <a:gd name="T17" fmla="*/ 154 h 362"/>
                <a:gd name="T18" fmla="*/ 152 w 566"/>
                <a:gd name="T19" fmla="*/ 154 h 362"/>
                <a:gd name="T20" fmla="*/ 0 w 566"/>
                <a:gd name="T21" fmla="*/ 2 h 362"/>
                <a:gd name="T22" fmla="*/ 2 w 566"/>
                <a:gd name="T23" fmla="*/ 0 h 362"/>
                <a:gd name="T24" fmla="*/ 154 w 566"/>
                <a:gd name="T25" fmla="*/ 151 h 362"/>
                <a:gd name="T26" fmla="*/ 181 w 566"/>
                <a:gd name="T27" fmla="*/ 151 h 362"/>
                <a:gd name="T28" fmla="*/ 211 w 566"/>
                <a:gd name="T29" fmla="*/ 120 h 362"/>
                <a:gd name="T30" fmla="*/ 213 w 566"/>
                <a:gd name="T31" fmla="*/ 120 h 362"/>
                <a:gd name="T32" fmla="*/ 355 w 566"/>
                <a:gd name="T33" fmla="*/ 120 h 362"/>
                <a:gd name="T34" fmla="*/ 357 w 566"/>
                <a:gd name="T35" fmla="*/ 120 h 362"/>
                <a:gd name="T36" fmla="*/ 511 w 566"/>
                <a:gd name="T37" fmla="*/ 275 h 362"/>
                <a:gd name="T38" fmla="*/ 512 w 566"/>
                <a:gd name="T39" fmla="*/ 276 h 362"/>
                <a:gd name="T40" fmla="*/ 512 w 566"/>
                <a:gd name="T41" fmla="*/ 305 h 362"/>
                <a:gd name="T42" fmla="*/ 566 w 566"/>
                <a:gd name="T43" fmla="*/ 359 h 362"/>
                <a:gd name="T44" fmla="*/ 564 w 566"/>
                <a:gd name="T45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6" h="362">
                  <a:moveTo>
                    <a:pt x="564" y="362"/>
                  </a:moveTo>
                  <a:cubicBezTo>
                    <a:pt x="509" y="307"/>
                    <a:pt x="509" y="307"/>
                    <a:pt x="509" y="307"/>
                  </a:cubicBezTo>
                  <a:cubicBezTo>
                    <a:pt x="509" y="307"/>
                    <a:pt x="508" y="306"/>
                    <a:pt x="508" y="306"/>
                  </a:cubicBezTo>
                  <a:cubicBezTo>
                    <a:pt x="508" y="277"/>
                    <a:pt x="508" y="277"/>
                    <a:pt x="508" y="277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213" y="123"/>
                    <a:pt x="213" y="123"/>
                    <a:pt x="213" y="123"/>
                  </a:cubicBezTo>
                  <a:cubicBezTo>
                    <a:pt x="183" y="154"/>
                    <a:pt x="183" y="154"/>
                    <a:pt x="183" y="154"/>
                  </a:cubicBezTo>
                  <a:cubicBezTo>
                    <a:pt x="182" y="154"/>
                    <a:pt x="182" y="154"/>
                    <a:pt x="181" y="154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3" y="154"/>
                    <a:pt x="152" y="154"/>
                    <a:pt x="152" y="1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81" y="151"/>
                    <a:pt x="181" y="151"/>
                    <a:pt x="181" y="151"/>
                  </a:cubicBezTo>
                  <a:cubicBezTo>
                    <a:pt x="211" y="120"/>
                    <a:pt x="211" y="120"/>
                    <a:pt x="211" y="120"/>
                  </a:cubicBezTo>
                  <a:cubicBezTo>
                    <a:pt x="212" y="120"/>
                    <a:pt x="212" y="120"/>
                    <a:pt x="213" y="120"/>
                  </a:cubicBezTo>
                  <a:cubicBezTo>
                    <a:pt x="355" y="120"/>
                    <a:pt x="355" y="120"/>
                    <a:pt x="355" y="120"/>
                  </a:cubicBezTo>
                  <a:cubicBezTo>
                    <a:pt x="356" y="120"/>
                    <a:pt x="356" y="120"/>
                    <a:pt x="357" y="120"/>
                  </a:cubicBezTo>
                  <a:cubicBezTo>
                    <a:pt x="511" y="275"/>
                    <a:pt x="511" y="275"/>
                    <a:pt x="511" y="275"/>
                  </a:cubicBezTo>
                  <a:cubicBezTo>
                    <a:pt x="512" y="275"/>
                    <a:pt x="512" y="276"/>
                    <a:pt x="512" y="276"/>
                  </a:cubicBezTo>
                  <a:cubicBezTo>
                    <a:pt x="512" y="305"/>
                    <a:pt x="512" y="305"/>
                    <a:pt x="512" y="305"/>
                  </a:cubicBezTo>
                  <a:cubicBezTo>
                    <a:pt x="566" y="359"/>
                    <a:pt x="566" y="359"/>
                    <a:pt x="566" y="359"/>
                  </a:cubicBezTo>
                  <a:lnTo>
                    <a:pt x="564" y="3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9" name="Freeform 584"/>
            <p:cNvSpPr>
              <a:spLocks/>
            </p:cNvSpPr>
            <p:nvPr/>
          </p:nvSpPr>
          <p:spPr bwMode="auto">
            <a:xfrm flipV="1">
              <a:off x="-2741611" y="2754311"/>
              <a:ext cx="2071687" cy="1333500"/>
            </a:xfrm>
            <a:custGeom>
              <a:avLst/>
              <a:gdLst>
                <a:gd name="T0" fmla="*/ 552 w 552"/>
                <a:gd name="T1" fmla="*/ 355 h 355"/>
                <a:gd name="T2" fmla="*/ 549 w 552"/>
                <a:gd name="T3" fmla="*/ 355 h 355"/>
                <a:gd name="T4" fmla="*/ 549 w 552"/>
                <a:gd name="T5" fmla="*/ 337 h 355"/>
                <a:gd name="T6" fmla="*/ 360 w 552"/>
                <a:gd name="T7" fmla="*/ 148 h 355"/>
                <a:gd name="T8" fmla="*/ 211 w 552"/>
                <a:gd name="T9" fmla="*/ 148 h 355"/>
                <a:gd name="T10" fmla="*/ 195 w 552"/>
                <a:gd name="T11" fmla="*/ 164 h 355"/>
                <a:gd name="T12" fmla="*/ 193 w 552"/>
                <a:gd name="T13" fmla="*/ 165 h 355"/>
                <a:gd name="T14" fmla="*/ 163 w 552"/>
                <a:gd name="T15" fmla="*/ 165 h 355"/>
                <a:gd name="T16" fmla="*/ 162 w 552"/>
                <a:gd name="T17" fmla="*/ 164 h 355"/>
                <a:gd name="T18" fmla="*/ 0 w 552"/>
                <a:gd name="T19" fmla="*/ 2 h 355"/>
                <a:gd name="T20" fmla="*/ 3 w 552"/>
                <a:gd name="T21" fmla="*/ 0 h 355"/>
                <a:gd name="T22" fmla="*/ 164 w 552"/>
                <a:gd name="T23" fmla="*/ 161 h 355"/>
                <a:gd name="T24" fmla="*/ 193 w 552"/>
                <a:gd name="T25" fmla="*/ 161 h 355"/>
                <a:gd name="T26" fmla="*/ 209 w 552"/>
                <a:gd name="T27" fmla="*/ 145 h 355"/>
                <a:gd name="T28" fmla="*/ 210 w 552"/>
                <a:gd name="T29" fmla="*/ 145 h 355"/>
                <a:gd name="T30" fmla="*/ 361 w 552"/>
                <a:gd name="T31" fmla="*/ 145 h 355"/>
                <a:gd name="T32" fmla="*/ 362 w 552"/>
                <a:gd name="T33" fmla="*/ 145 h 355"/>
                <a:gd name="T34" fmla="*/ 552 w 552"/>
                <a:gd name="T35" fmla="*/ 335 h 355"/>
                <a:gd name="T36" fmla="*/ 552 w 552"/>
                <a:gd name="T37" fmla="*/ 336 h 355"/>
                <a:gd name="T38" fmla="*/ 552 w 552"/>
                <a:gd name="T39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2" h="355">
                  <a:moveTo>
                    <a:pt x="552" y="355"/>
                  </a:moveTo>
                  <a:cubicBezTo>
                    <a:pt x="549" y="355"/>
                    <a:pt x="549" y="355"/>
                    <a:pt x="549" y="355"/>
                  </a:cubicBezTo>
                  <a:cubicBezTo>
                    <a:pt x="549" y="337"/>
                    <a:pt x="549" y="337"/>
                    <a:pt x="549" y="337"/>
                  </a:cubicBezTo>
                  <a:cubicBezTo>
                    <a:pt x="360" y="148"/>
                    <a:pt x="360" y="148"/>
                    <a:pt x="360" y="148"/>
                  </a:cubicBezTo>
                  <a:cubicBezTo>
                    <a:pt x="211" y="148"/>
                    <a:pt x="211" y="148"/>
                    <a:pt x="211" y="148"/>
                  </a:cubicBezTo>
                  <a:cubicBezTo>
                    <a:pt x="195" y="164"/>
                    <a:pt x="195" y="164"/>
                    <a:pt x="195" y="164"/>
                  </a:cubicBezTo>
                  <a:cubicBezTo>
                    <a:pt x="194" y="164"/>
                    <a:pt x="194" y="165"/>
                    <a:pt x="193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3" y="165"/>
                    <a:pt x="162" y="164"/>
                    <a:pt x="162" y="16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64" y="161"/>
                    <a:pt x="164" y="161"/>
                    <a:pt x="164" y="161"/>
                  </a:cubicBezTo>
                  <a:cubicBezTo>
                    <a:pt x="193" y="161"/>
                    <a:pt x="193" y="161"/>
                    <a:pt x="193" y="161"/>
                  </a:cubicBezTo>
                  <a:cubicBezTo>
                    <a:pt x="209" y="145"/>
                    <a:pt x="209" y="145"/>
                    <a:pt x="209" y="145"/>
                  </a:cubicBezTo>
                  <a:cubicBezTo>
                    <a:pt x="209" y="145"/>
                    <a:pt x="210" y="145"/>
                    <a:pt x="210" y="145"/>
                  </a:cubicBezTo>
                  <a:cubicBezTo>
                    <a:pt x="361" y="145"/>
                    <a:pt x="361" y="145"/>
                    <a:pt x="361" y="145"/>
                  </a:cubicBezTo>
                  <a:cubicBezTo>
                    <a:pt x="361" y="145"/>
                    <a:pt x="362" y="145"/>
                    <a:pt x="362" y="145"/>
                  </a:cubicBezTo>
                  <a:cubicBezTo>
                    <a:pt x="552" y="335"/>
                    <a:pt x="552" y="335"/>
                    <a:pt x="552" y="335"/>
                  </a:cubicBezTo>
                  <a:cubicBezTo>
                    <a:pt x="552" y="335"/>
                    <a:pt x="552" y="336"/>
                    <a:pt x="552" y="336"/>
                  </a:cubicBezTo>
                  <a:lnTo>
                    <a:pt x="552" y="3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0" name="Freeform 801"/>
            <p:cNvSpPr>
              <a:spLocks noEditPoints="1"/>
            </p:cNvSpPr>
            <p:nvPr/>
          </p:nvSpPr>
          <p:spPr bwMode="auto">
            <a:xfrm flipV="1">
              <a:off x="1960564" y="6110285"/>
              <a:ext cx="98425" cy="90488"/>
            </a:xfrm>
            <a:custGeom>
              <a:avLst/>
              <a:gdLst>
                <a:gd name="T0" fmla="*/ 13 w 26"/>
                <a:gd name="T1" fmla="*/ 6 h 24"/>
                <a:gd name="T2" fmla="*/ 17 w 26"/>
                <a:gd name="T3" fmla="*/ 8 h 24"/>
                <a:gd name="T4" fmla="*/ 17 w 26"/>
                <a:gd name="T5" fmla="*/ 17 h 24"/>
                <a:gd name="T6" fmla="*/ 13 w 26"/>
                <a:gd name="T7" fmla="*/ 18 h 24"/>
                <a:gd name="T8" fmla="*/ 9 w 26"/>
                <a:gd name="T9" fmla="*/ 17 h 24"/>
                <a:gd name="T10" fmla="*/ 9 w 26"/>
                <a:gd name="T11" fmla="*/ 8 h 24"/>
                <a:gd name="T12" fmla="*/ 13 w 26"/>
                <a:gd name="T13" fmla="*/ 6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2 w 26"/>
                <a:gd name="T23" fmla="*/ 21 h 24"/>
                <a:gd name="T24" fmla="*/ 22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8"/>
                    <a:pt x="13" y="18"/>
                  </a:cubicBezTo>
                  <a:cubicBezTo>
                    <a:pt x="11" y="18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1"/>
                    <a:pt x="4" y="4"/>
                  </a:cubicBezTo>
                  <a:cubicBezTo>
                    <a:pt x="0" y="8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2" y="21"/>
                  </a:cubicBezTo>
                  <a:cubicBezTo>
                    <a:pt x="26" y="16"/>
                    <a:pt x="26" y="8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1" name="Freeform 802"/>
            <p:cNvSpPr>
              <a:spLocks noEditPoints="1"/>
            </p:cNvSpPr>
            <p:nvPr/>
          </p:nvSpPr>
          <p:spPr bwMode="auto">
            <a:xfrm flipV="1">
              <a:off x="2609852" y="5637210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7 w 26"/>
                <a:gd name="T3" fmla="*/ 8 h 25"/>
                <a:gd name="T4" fmla="*/ 17 w 26"/>
                <a:gd name="T5" fmla="*/ 17 h 25"/>
                <a:gd name="T6" fmla="*/ 13 w 26"/>
                <a:gd name="T7" fmla="*/ 19 h 25"/>
                <a:gd name="T8" fmla="*/ 9 w 26"/>
                <a:gd name="T9" fmla="*/ 17 h 25"/>
                <a:gd name="T10" fmla="*/ 9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4 w 26"/>
                <a:gd name="T17" fmla="*/ 4 h 25"/>
                <a:gd name="T18" fmla="*/ 4 w 26"/>
                <a:gd name="T19" fmla="*/ 21 h 25"/>
                <a:gd name="T20" fmla="*/ 13 w 26"/>
                <a:gd name="T21" fmla="*/ 25 h 25"/>
                <a:gd name="T22" fmla="*/ 22 w 26"/>
                <a:gd name="T23" fmla="*/ 21 h 25"/>
                <a:gd name="T24" fmla="*/ 22 w 26"/>
                <a:gd name="T25" fmla="*/ 4 h 25"/>
                <a:gd name="T26" fmla="*/ 13 w 26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9"/>
                    <a:pt x="13" y="19"/>
                  </a:cubicBezTo>
                  <a:cubicBezTo>
                    <a:pt x="11" y="19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6" y="25"/>
                    <a:pt x="19" y="23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2" name="Freeform 804"/>
            <p:cNvSpPr>
              <a:spLocks noEditPoints="1"/>
            </p:cNvSpPr>
            <p:nvPr/>
          </p:nvSpPr>
          <p:spPr bwMode="auto">
            <a:xfrm flipV="1">
              <a:off x="2191985" y="3470273"/>
              <a:ext cx="101600" cy="90488"/>
            </a:xfrm>
            <a:custGeom>
              <a:avLst/>
              <a:gdLst>
                <a:gd name="T0" fmla="*/ 14 w 27"/>
                <a:gd name="T1" fmla="*/ 6 h 24"/>
                <a:gd name="T2" fmla="*/ 18 w 27"/>
                <a:gd name="T3" fmla="*/ 8 h 24"/>
                <a:gd name="T4" fmla="*/ 18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8 h 24"/>
                <a:gd name="T12" fmla="*/ 14 w 27"/>
                <a:gd name="T13" fmla="*/ 6 h 24"/>
                <a:gd name="T14" fmla="*/ 14 w 27"/>
                <a:gd name="T15" fmla="*/ 0 h 24"/>
                <a:gd name="T16" fmla="*/ 5 w 27"/>
                <a:gd name="T17" fmla="*/ 3 h 24"/>
                <a:gd name="T18" fmla="*/ 5 w 27"/>
                <a:gd name="T19" fmla="*/ 21 h 24"/>
                <a:gd name="T20" fmla="*/ 14 w 27"/>
                <a:gd name="T21" fmla="*/ 24 h 24"/>
                <a:gd name="T22" fmla="*/ 22 w 27"/>
                <a:gd name="T23" fmla="*/ 21 h 24"/>
                <a:gd name="T24" fmla="*/ 22 w 27"/>
                <a:gd name="T25" fmla="*/ 3 h 24"/>
                <a:gd name="T26" fmla="*/ 14 w 27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4">
                  <a:moveTo>
                    <a:pt x="14" y="6"/>
                  </a:moveTo>
                  <a:cubicBezTo>
                    <a:pt x="15" y="6"/>
                    <a:pt x="17" y="6"/>
                    <a:pt x="18" y="8"/>
                  </a:cubicBezTo>
                  <a:cubicBezTo>
                    <a:pt x="20" y="10"/>
                    <a:pt x="20" y="14"/>
                    <a:pt x="18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7" y="14"/>
                    <a:pt x="7" y="10"/>
                    <a:pt x="9" y="8"/>
                  </a:cubicBezTo>
                  <a:cubicBezTo>
                    <a:pt x="10" y="6"/>
                    <a:pt x="12" y="6"/>
                    <a:pt x="14" y="6"/>
                  </a:cubicBezTo>
                  <a:close/>
                  <a:moveTo>
                    <a:pt x="14" y="0"/>
                  </a:move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4"/>
                    <a:pt x="14" y="24"/>
                  </a:cubicBezTo>
                  <a:cubicBezTo>
                    <a:pt x="17" y="24"/>
                    <a:pt x="20" y="23"/>
                    <a:pt x="22" y="21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3" name="任意多边形 1579"/>
            <p:cNvSpPr>
              <a:spLocks/>
            </p:cNvSpPr>
            <p:nvPr/>
          </p:nvSpPr>
          <p:spPr bwMode="auto">
            <a:xfrm flipV="1">
              <a:off x="3314562" y="4770340"/>
              <a:ext cx="3033852" cy="2698846"/>
            </a:xfrm>
            <a:custGeom>
              <a:avLst/>
              <a:gdLst>
                <a:gd name="connsiteX0" fmla="*/ 17697 w 3033852"/>
                <a:gd name="connsiteY0" fmla="*/ 2698846 h 2698846"/>
                <a:gd name="connsiteX1" fmla="*/ 114308 w 3033852"/>
                <a:gd name="connsiteY1" fmla="*/ 2602405 h 2698846"/>
                <a:gd name="connsiteX2" fmla="*/ 1206037 w 3033852"/>
                <a:gd name="connsiteY2" fmla="*/ 1512600 h 2698846"/>
                <a:gd name="connsiteX3" fmla="*/ 1382438 w 3033852"/>
                <a:gd name="connsiteY3" fmla="*/ 1512600 h 2698846"/>
                <a:gd name="connsiteX4" fmla="*/ 1393698 w 3033852"/>
                <a:gd name="connsiteY4" fmla="*/ 1508846 h 2698846"/>
                <a:gd name="connsiteX5" fmla="*/ 1926654 w 3033852"/>
                <a:gd name="connsiteY5" fmla="*/ 972118 h 2698846"/>
                <a:gd name="connsiteX6" fmla="*/ 2076783 w 3033852"/>
                <a:gd name="connsiteY6" fmla="*/ 972118 h 2698846"/>
                <a:gd name="connsiteX7" fmla="*/ 2084289 w 3033852"/>
                <a:gd name="connsiteY7" fmla="*/ 968364 h 2698846"/>
                <a:gd name="connsiteX8" fmla="*/ 3033852 w 3033852"/>
                <a:gd name="connsiteY8" fmla="*/ 18767 h 2698846"/>
                <a:gd name="connsiteX9" fmla="*/ 3015086 w 3033852"/>
                <a:gd name="connsiteY9" fmla="*/ 0 h 2698846"/>
                <a:gd name="connsiteX10" fmla="*/ 2069277 w 3033852"/>
                <a:gd name="connsiteY10" fmla="*/ 945844 h 2698846"/>
                <a:gd name="connsiteX11" fmla="*/ 1922901 w 3033852"/>
                <a:gd name="connsiteY11" fmla="*/ 945844 h 2698846"/>
                <a:gd name="connsiteX12" fmla="*/ 1911641 w 3033852"/>
                <a:gd name="connsiteY12" fmla="*/ 949597 h 2698846"/>
                <a:gd name="connsiteX13" fmla="*/ 1378685 w 3033852"/>
                <a:gd name="connsiteY13" fmla="*/ 1486326 h 2698846"/>
                <a:gd name="connsiteX14" fmla="*/ 1198531 w 3033852"/>
                <a:gd name="connsiteY14" fmla="*/ 1486326 h 2698846"/>
                <a:gd name="connsiteX15" fmla="*/ 1191025 w 3033852"/>
                <a:gd name="connsiteY15" fmla="*/ 1490080 h 2698846"/>
                <a:gd name="connsiteX16" fmla="*/ 67694 w 3033852"/>
                <a:gd name="connsiteY16" fmla="*/ 2613451 h 2698846"/>
                <a:gd name="connsiteX17" fmla="*/ 0 w 3033852"/>
                <a:gd name="connsiteY17" fmla="*/ 2681148 h 269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33852" h="2698846">
                  <a:moveTo>
                    <a:pt x="17697" y="2698846"/>
                  </a:moveTo>
                  <a:lnTo>
                    <a:pt x="114308" y="2602405"/>
                  </a:lnTo>
                  <a:cubicBezTo>
                    <a:pt x="392924" y="2324280"/>
                    <a:pt x="749553" y="1968280"/>
                    <a:pt x="1206037" y="1512600"/>
                  </a:cubicBezTo>
                  <a:cubicBezTo>
                    <a:pt x="1206037" y="1512600"/>
                    <a:pt x="1206037" y="1512600"/>
                    <a:pt x="1382438" y="1512600"/>
                  </a:cubicBezTo>
                  <a:cubicBezTo>
                    <a:pt x="1386192" y="1512600"/>
                    <a:pt x="1389945" y="1508846"/>
                    <a:pt x="1393698" y="1508846"/>
                  </a:cubicBezTo>
                  <a:cubicBezTo>
                    <a:pt x="1393698" y="1508846"/>
                    <a:pt x="1393698" y="1508846"/>
                    <a:pt x="1926654" y="972118"/>
                  </a:cubicBezTo>
                  <a:cubicBezTo>
                    <a:pt x="1926654" y="972118"/>
                    <a:pt x="1926654" y="972118"/>
                    <a:pt x="2076783" y="972118"/>
                  </a:cubicBezTo>
                  <a:cubicBezTo>
                    <a:pt x="2076783" y="972118"/>
                    <a:pt x="2080536" y="972118"/>
                    <a:pt x="2084289" y="968364"/>
                  </a:cubicBezTo>
                  <a:cubicBezTo>
                    <a:pt x="2084289" y="968364"/>
                    <a:pt x="2084289" y="968364"/>
                    <a:pt x="3033852" y="18767"/>
                  </a:cubicBezTo>
                  <a:cubicBezTo>
                    <a:pt x="3033852" y="18767"/>
                    <a:pt x="3033852" y="18767"/>
                    <a:pt x="3015086" y="0"/>
                  </a:cubicBezTo>
                  <a:cubicBezTo>
                    <a:pt x="3015086" y="0"/>
                    <a:pt x="3015086" y="0"/>
                    <a:pt x="2069277" y="945844"/>
                  </a:cubicBezTo>
                  <a:cubicBezTo>
                    <a:pt x="2069277" y="945844"/>
                    <a:pt x="2069277" y="945844"/>
                    <a:pt x="1922901" y="945844"/>
                  </a:cubicBezTo>
                  <a:cubicBezTo>
                    <a:pt x="1919148" y="945844"/>
                    <a:pt x="1915395" y="949597"/>
                    <a:pt x="1911641" y="949597"/>
                  </a:cubicBezTo>
                  <a:cubicBezTo>
                    <a:pt x="1911641" y="949597"/>
                    <a:pt x="1911641" y="949597"/>
                    <a:pt x="1378685" y="1486326"/>
                  </a:cubicBezTo>
                  <a:cubicBezTo>
                    <a:pt x="1378685" y="1486326"/>
                    <a:pt x="1378685" y="1486326"/>
                    <a:pt x="1198531" y="1486326"/>
                  </a:cubicBezTo>
                  <a:cubicBezTo>
                    <a:pt x="1194778" y="1486326"/>
                    <a:pt x="1191025" y="1486326"/>
                    <a:pt x="1191025" y="1490080"/>
                  </a:cubicBezTo>
                  <a:cubicBezTo>
                    <a:pt x="1191025" y="1490080"/>
                    <a:pt x="1191025" y="1490080"/>
                    <a:pt x="67694" y="2613451"/>
                  </a:cubicBezTo>
                  <a:lnTo>
                    <a:pt x="0" y="268114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4" name="任意多边形 1536"/>
            <p:cNvSpPr>
              <a:spLocks/>
            </p:cNvSpPr>
            <p:nvPr/>
          </p:nvSpPr>
          <p:spPr bwMode="auto">
            <a:xfrm flipV="1">
              <a:off x="2328508" y="3317874"/>
              <a:ext cx="663931" cy="2341563"/>
            </a:xfrm>
            <a:custGeom>
              <a:avLst/>
              <a:gdLst>
                <a:gd name="connsiteX0" fmla="*/ 0 w 663931"/>
                <a:gd name="connsiteY0" fmla="*/ 2341563 h 2341563"/>
                <a:gd name="connsiteX1" fmla="*/ 18755 w 663931"/>
                <a:gd name="connsiteY1" fmla="*/ 2341563 h 2341563"/>
                <a:gd name="connsiteX2" fmla="*/ 18755 w 663931"/>
                <a:gd name="connsiteY2" fmla="*/ 2312254 h 2341563"/>
                <a:gd name="connsiteX3" fmla="*/ 18755 w 663931"/>
                <a:gd name="connsiteY3" fmla="*/ 1756289 h 2341563"/>
                <a:gd name="connsiteX4" fmla="*/ 660180 w 663931"/>
                <a:gd name="connsiteY4" fmla="*/ 1114568 h 2341563"/>
                <a:gd name="connsiteX5" fmla="*/ 663931 w 663931"/>
                <a:gd name="connsiteY5" fmla="*/ 1107063 h 2341563"/>
                <a:gd name="connsiteX6" fmla="*/ 663931 w 663931"/>
                <a:gd name="connsiteY6" fmla="*/ 476600 h 2341563"/>
                <a:gd name="connsiteX7" fmla="*/ 660180 w 663931"/>
                <a:gd name="connsiteY7" fmla="*/ 469095 h 2341563"/>
                <a:gd name="connsiteX8" fmla="*/ 337592 w 663931"/>
                <a:gd name="connsiteY8" fmla="*/ 146358 h 2341563"/>
                <a:gd name="connsiteX9" fmla="*/ 337592 w 663931"/>
                <a:gd name="connsiteY9" fmla="*/ 0 h 2341563"/>
                <a:gd name="connsiteX10" fmla="*/ 315086 w 663931"/>
                <a:gd name="connsiteY10" fmla="*/ 0 h 2341563"/>
                <a:gd name="connsiteX11" fmla="*/ 315086 w 663931"/>
                <a:gd name="connsiteY11" fmla="*/ 150110 h 2341563"/>
                <a:gd name="connsiteX12" fmla="*/ 318837 w 663931"/>
                <a:gd name="connsiteY12" fmla="*/ 157616 h 2341563"/>
                <a:gd name="connsiteX13" fmla="*/ 641425 w 663931"/>
                <a:gd name="connsiteY13" fmla="*/ 480353 h 2341563"/>
                <a:gd name="connsiteX14" fmla="*/ 641425 w 663931"/>
                <a:gd name="connsiteY14" fmla="*/ 1103310 h 2341563"/>
                <a:gd name="connsiteX15" fmla="*/ 0 w 663931"/>
                <a:gd name="connsiteY15" fmla="*/ 1741278 h 2341563"/>
                <a:gd name="connsiteX16" fmla="*/ 0 w 663931"/>
                <a:gd name="connsiteY16" fmla="*/ 1748784 h 2341563"/>
                <a:gd name="connsiteX17" fmla="*/ 0 w 663931"/>
                <a:gd name="connsiteY17" fmla="*/ 2244052 h 234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3931" h="2341563">
                  <a:moveTo>
                    <a:pt x="0" y="2341563"/>
                  </a:moveTo>
                  <a:lnTo>
                    <a:pt x="18755" y="2341563"/>
                  </a:lnTo>
                  <a:lnTo>
                    <a:pt x="18755" y="2312254"/>
                  </a:lnTo>
                  <a:cubicBezTo>
                    <a:pt x="18755" y="2204509"/>
                    <a:pt x="18755" y="2032117"/>
                    <a:pt x="18755" y="1756289"/>
                  </a:cubicBezTo>
                  <a:cubicBezTo>
                    <a:pt x="18755" y="1756289"/>
                    <a:pt x="18755" y="1756289"/>
                    <a:pt x="660180" y="1114568"/>
                  </a:cubicBezTo>
                  <a:cubicBezTo>
                    <a:pt x="663931" y="1110816"/>
                    <a:pt x="663931" y="1110816"/>
                    <a:pt x="663931" y="1107063"/>
                  </a:cubicBezTo>
                  <a:cubicBezTo>
                    <a:pt x="663931" y="1107063"/>
                    <a:pt x="663931" y="1107063"/>
                    <a:pt x="663931" y="476600"/>
                  </a:cubicBezTo>
                  <a:cubicBezTo>
                    <a:pt x="663931" y="472847"/>
                    <a:pt x="663931" y="469095"/>
                    <a:pt x="660180" y="469095"/>
                  </a:cubicBezTo>
                  <a:cubicBezTo>
                    <a:pt x="660180" y="469095"/>
                    <a:pt x="660180" y="469095"/>
                    <a:pt x="337592" y="146358"/>
                  </a:cubicBezTo>
                  <a:cubicBezTo>
                    <a:pt x="337592" y="146358"/>
                    <a:pt x="337592" y="146358"/>
                    <a:pt x="337592" y="0"/>
                  </a:cubicBezTo>
                  <a:cubicBezTo>
                    <a:pt x="337592" y="0"/>
                    <a:pt x="337592" y="0"/>
                    <a:pt x="315086" y="0"/>
                  </a:cubicBezTo>
                  <a:cubicBezTo>
                    <a:pt x="315086" y="0"/>
                    <a:pt x="315086" y="0"/>
                    <a:pt x="315086" y="150110"/>
                  </a:cubicBezTo>
                  <a:cubicBezTo>
                    <a:pt x="315086" y="153863"/>
                    <a:pt x="318837" y="157616"/>
                    <a:pt x="318837" y="157616"/>
                  </a:cubicBezTo>
                  <a:cubicBezTo>
                    <a:pt x="318837" y="157616"/>
                    <a:pt x="318837" y="157616"/>
                    <a:pt x="641425" y="480353"/>
                  </a:cubicBezTo>
                  <a:cubicBezTo>
                    <a:pt x="641425" y="480353"/>
                    <a:pt x="641425" y="480353"/>
                    <a:pt x="641425" y="1103310"/>
                  </a:cubicBezTo>
                  <a:cubicBezTo>
                    <a:pt x="641425" y="1103310"/>
                    <a:pt x="641425" y="1103310"/>
                    <a:pt x="0" y="1741278"/>
                  </a:cubicBezTo>
                  <a:cubicBezTo>
                    <a:pt x="0" y="1745031"/>
                    <a:pt x="0" y="1748784"/>
                    <a:pt x="0" y="1748784"/>
                  </a:cubicBezTo>
                  <a:cubicBezTo>
                    <a:pt x="0" y="1748784"/>
                    <a:pt x="0" y="1748784"/>
                    <a:pt x="0" y="224405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5" name="任意多边形 1539"/>
            <p:cNvSpPr>
              <a:spLocks/>
            </p:cNvSpPr>
            <p:nvPr/>
          </p:nvSpPr>
          <p:spPr bwMode="auto">
            <a:xfrm flipV="1">
              <a:off x="1998243" y="3553617"/>
              <a:ext cx="886246" cy="2578894"/>
            </a:xfrm>
            <a:custGeom>
              <a:avLst/>
              <a:gdLst>
                <a:gd name="connsiteX0" fmla="*/ 232828 w 886246"/>
                <a:gd name="connsiteY0" fmla="*/ 2578894 h 2578894"/>
                <a:gd name="connsiteX1" fmla="*/ 255359 w 886246"/>
                <a:gd name="connsiteY1" fmla="*/ 2578894 h 2578894"/>
                <a:gd name="connsiteX2" fmla="*/ 255359 w 886246"/>
                <a:gd name="connsiteY2" fmla="*/ 2434465 h 2578894"/>
                <a:gd name="connsiteX3" fmla="*/ 255359 w 886246"/>
                <a:gd name="connsiteY3" fmla="*/ 2187952 h 2578894"/>
                <a:gd name="connsiteX4" fmla="*/ 882491 w 886246"/>
                <a:gd name="connsiteY4" fmla="*/ 1557462 h 2578894"/>
                <a:gd name="connsiteX5" fmla="*/ 886246 w 886246"/>
                <a:gd name="connsiteY5" fmla="*/ 1549956 h 2578894"/>
                <a:gd name="connsiteX6" fmla="*/ 886246 w 886246"/>
                <a:gd name="connsiteY6" fmla="*/ 1013288 h 2578894"/>
                <a:gd name="connsiteX7" fmla="*/ 882491 w 886246"/>
                <a:gd name="connsiteY7" fmla="*/ 1005783 h 2578894"/>
                <a:gd name="connsiteX8" fmla="*/ 22532 w 886246"/>
                <a:gd name="connsiteY8" fmla="*/ 142611 h 2578894"/>
                <a:gd name="connsiteX9" fmla="*/ 22532 w 886246"/>
                <a:gd name="connsiteY9" fmla="*/ 0 h 2578894"/>
                <a:gd name="connsiteX10" fmla="*/ 0 w 886246"/>
                <a:gd name="connsiteY10" fmla="*/ 0 h 2578894"/>
                <a:gd name="connsiteX11" fmla="*/ 0 w 886246"/>
                <a:gd name="connsiteY11" fmla="*/ 146364 h 2578894"/>
                <a:gd name="connsiteX12" fmla="*/ 3756 w 886246"/>
                <a:gd name="connsiteY12" fmla="*/ 153870 h 2578894"/>
                <a:gd name="connsiteX13" fmla="*/ 863715 w 886246"/>
                <a:gd name="connsiteY13" fmla="*/ 1017041 h 2578894"/>
                <a:gd name="connsiteX14" fmla="*/ 863715 w 886246"/>
                <a:gd name="connsiteY14" fmla="*/ 1546203 h 2578894"/>
                <a:gd name="connsiteX15" fmla="*/ 236583 w 886246"/>
                <a:gd name="connsiteY15" fmla="*/ 2176693 h 2578894"/>
                <a:gd name="connsiteX16" fmla="*/ 232828 w 886246"/>
                <a:gd name="connsiteY16" fmla="*/ 2184199 h 2578894"/>
                <a:gd name="connsiteX17" fmla="*/ 232828 w 886246"/>
                <a:gd name="connsiteY17" fmla="*/ 2517689 h 257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86246" h="2578894">
                  <a:moveTo>
                    <a:pt x="232828" y="2578894"/>
                  </a:moveTo>
                  <a:lnTo>
                    <a:pt x="255359" y="2578894"/>
                  </a:lnTo>
                  <a:lnTo>
                    <a:pt x="255359" y="2434465"/>
                  </a:lnTo>
                  <a:cubicBezTo>
                    <a:pt x="255359" y="2362991"/>
                    <a:pt x="255359" y="2281306"/>
                    <a:pt x="255359" y="2187952"/>
                  </a:cubicBezTo>
                  <a:cubicBezTo>
                    <a:pt x="255359" y="2187952"/>
                    <a:pt x="255359" y="2187952"/>
                    <a:pt x="882491" y="1557462"/>
                  </a:cubicBezTo>
                  <a:cubicBezTo>
                    <a:pt x="886246" y="1557462"/>
                    <a:pt x="886246" y="1553709"/>
                    <a:pt x="886246" y="1549956"/>
                  </a:cubicBezTo>
                  <a:cubicBezTo>
                    <a:pt x="886246" y="1549956"/>
                    <a:pt x="886246" y="1549956"/>
                    <a:pt x="886246" y="1013288"/>
                  </a:cubicBezTo>
                  <a:cubicBezTo>
                    <a:pt x="886246" y="1009536"/>
                    <a:pt x="886246" y="1005783"/>
                    <a:pt x="882491" y="1005783"/>
                  </a:cubicBezTo>
                  <a:cubicBezTo>
                    <a:pt x="882491" y="1005783"/>
                    <a:pt x="882491" y="1005783"/>
                    <a:pt x="22532" y="142611"/>
                  </a:cubicBezTo>
                  <a:cubicBezTo>
                    <a:pt x="22532" y="142611"/>
                    <a:pt x="22532" y="142611"/>
                    <a:pt x="22532" y="0"/>
                  </a:cubicBezTo>
                  <a:cubicBezTo>
                    <a:pt x="22532" y="0"/>
                    <a:pt x="22532" y="0"/>
                    <a:pt x="0" y="0"/>
                  </a:cubicBezTo>
                  <a:cubicBezTo>
                    <a:pt x="0" y="0"/>
                    <a:pt x="0" y="0"/>
                    <a:pt x="0" y="146364"/>
                  </a:cubicBezTo>
                  <a:cubicBezTo>
                    <a:pt x="0" y="150117"/>
                    <a:pt x="0" y="153870"/>
                    <a:pt x="3756" y="153870"/>
                  </a:cubicBezTo>
                  <a:cubicBezTo>
                    <a:pt x="3756" y="153870"/>
                    <a:pt x="3756" y="153870"/>
                    <a:pt x="863715" y="1017041"/>
                  </a:cubicBezTo>
                  <a:cubicBezTo>
                    <a:pt x="863715" y="1017041"/>
                    <a:pt x="863715" y="1017041"/>
                    <a:pt x="863715" y="1546203"/>
                  </a:cubicBezTo>
                  <a:cubicBezTo>
                    <a:pt x="863715" y="1546203"/>
                    <a:pt x="863715" y="1546203"/>
                    <a:pt x="236583" y="2176693"/>
                  </a:cubicBezTo>
                  <a:cubicBezTo>
                    <a:pt x="232828" y="2176693"/>
                    <a:pt x="232828" y="2180446"/>
                    <a:pt x="232828" y="2184199"/>
                  </a:cubicBezTo>
                  <a:cubicBezTo>
                    <a:pt x="232828" y="2184199"/>
                    <a:pt x="232828" y="2184199"/>
                    <a:pt x="232828" y="251768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6" name="椭圆 1537"/>
            <p:cNvSpPr>
              <a:spLocks noChangeAspect="1"/>
            </p:cNvSpPr>
            <p:nvPr/>
          </p:nvSpPr>
          <p:spPr>
            <a:xfrm>
              <a:off x="2295590" y="3240505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solidFill>
                <a:srgbClr val="4D4D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7" name="椭圆 1540"/>
            <p:cNvSpPr>
              <a:spLocks noChangeAspect="1"/>
            </p:cNvSpPr>
            <p:nvPr/>
          </p:nvSpPr>
          <p:spPr>
            <a:xfrm>
              <a:off x="3254922" y="471169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8" name="椭圆 1541"/>
            <p:cNvSpPr>
              <a:spLocks noChangeAspect="1"/>
            </p:cNvSpPr>
            <p:nvPr/>
          </p:nvSpPr>
          <p:spPr>
            <a:xfrm>
              <a:off x="3495552" y="544896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9" name="椭圆 1542"/>
            <p:cNvSpPr/>
            <p:nvPr/>
          </p:nvSpPr>
          <p:spPr>
            <a:xfrm>
              <a:off x="2318942" y="4220764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0" name="椭圆 1543"/>
            <p:cNvSpPr/>
            <p:nvPr/>
          </p:nvSpPr>
          <p:spPr>
            <a:xfrm>
              <a:off x="1061246" y="29114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1" name="椭圆 1544"/>
            <p:cNvSpPr/>
            <p:nvPr/>
          </p:nvSpPr>
          <p:spPr>
            <a:xfrm>
              <a:off x="1049339" y="328929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2" name="椭圆 1545"/>
            <p:cNvSpPr/>
            <p:nvPr/>
          </p:nvSpPr>
          <p:spPr>
            <a:xfrm>
              <a:off x="680641" y="291345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3" name="椭圆 1546"/>
            <p:cNvSpPr/>
            <p:nvPr/>
          </p:nvSpPr>
          <p:spPr>
            <a:xfrm>
              <a:off x="305992" y="254833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4" name="椭圆 1547"/>
            <p:cNvSpPr/>
            <p:nvPr/>
          </p:nvSpPr>
          <p:spPr>
            <a:xfrm>
              <a:off x="1575198" y="382468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5" name="椭圆 1548"/>
            <p:cNvSpPr/>
            <p:nvPr/>
          </p:nvSpPr>
          <p:spPr>
            <a:xfrm>
              <a:off x="2307036" y="4965299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6" name="椭圆 1549"/>
            <p:cNvSpPr/>
            <p:nvPr/>
          </p:nvSpPr>
          <p:spPr>
            <a:xfrm>
              <a:off x="2694385" y="4996257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7" name="椭圆 1550"/>
            <p:cNvSpPr/>
            <p:nvPr/>
          </p:nvSpPr>
          <p:spPr>
            <a:xfrm>
              <a:off x="2940448" y="564713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8" name="椭圆 1551"/>
            <p:cNvSpPr>
              <a:spLocks noChangeAspect="1"/>
            </p:cNvSpPr>
            <p:nvPr/>
          </p:nvSpPr>
          <p:spPr>
            <a:xfrm>
              <a:off x="3840832" y="5817204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9" name="椭圆 1552"/>
            <p:cNvSpPr/>
            <p:nvPr/>
          </p:nvSpPr>
          <p:spPr>
            <a:xfrm>
              <a:off x="4421585" y="6393258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0" name="椭圆 1553"/>
            <p:cNvSpPr/>
            <p:nvPr/>
          </p:nvSpPr>
          <p:spPr>
            <a:xfrm>
              <a:off x="3898504" y="65690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1" name="椭圆 1554"/>
            <p:cNvSpPr/>
            <p:nvPr/>
          </p:nvSpPr>
          <p:spPr>
            <a:xfrm>
              <a:off x="5148660" y="6750445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34183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123126"/>
            <a:ext cx="8740239" cy="5734874"/>
          </a:xfrm>
          <a:prstGeom prst="rect">
            <a:avLst/>
          </a:prstGeom>
        </p:spPr>
      </p:pic>
      <p:grpSp>
        <p:nvGrpSpPr>
          <p:cNvPr id="3" name="组合 4"/>
          <p:cNvGrpSpPr/>
          <p:nvPr/>
        </p:nvGrpSpPr>
        <p:grpSpPr>
          <a:xfrm>
            <a:off x="0" y="606431"/>
            <a:ext cx="3395006" cy="431295"/>
            <a:chOff x="-22274" y="526055"/>
            <a:chExt cx="3395006" cy="431295"/>
          </a:xfrm>
        </p:grpSpPr>
        <p:grpSp>
          <p:nvGrpSpPr>
            <p:cNvPr id="4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9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4" name="文本框 6"/>
          <p:cNvSpPr txBox="1"/>
          <p:nvPr/>
        </p:nvSpPr>
        <p:spPr>
          <a:xfrm>
            <a:off x="428072" y="115197"/>
            <a:ext cx="7884093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GM/GDS </a:t>
            </a:r>
            <a:r>
              <a:rPr lang="en-US" altLang="zh-CN" sz="2600" b="1" dirty="0" err="1">
                <a:solidFill>
                  <a:prstClr val="black"/>
                </a:solidFill>
                <a:ea typeface="方正清刻本悦宋简体" panose="02000000000000000000" pitchFamily="2" charset="-122"/>
              </a:rPr>
              <a:t>vs</a:t>
            </a:r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 GM/ID for NMOS Tail Current Source 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39617" y="1605244"/>
            <a:ext cx="3158002" cy="4170025"/>
          </a:xfrm>
          <a:prstGeom prst="rect">
            <a:avLst/>
          </a:prstGeom>
        </p:spPr>
      </p:pic>
      <p:sp>
        <p:nvSpPr>
          <p:cNvPr id="16" name="Rounded Rectangle 15"/>
          <p:cNvSpPr/>
          <p:nvPr/>
        </p:nvSpPr>
        <p:spPr>
          <a:xfrm>
            <a:off x="9595262" y="4607625"/>
            <a:ext cx="1840676" cy="878775"/>
          </a:xfrm>
          <a:prstGeom prst="round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17" name="组合 1"/>
          <p:cNvGrpSpPr/>
          <p:nvPr/>
        </p:nvGrpSpPr>
        <p:grpSpPr>
          <a:xfrm rot="10359241">
            <a:off x="6347865" y="-5609521"/>
            <a:ext cx="9412287" cy="8794751"/>
            <a:chOff x="-3063873" y="1797048"/>
            <a:chExt cx="9412287" cy="8794751"/>
          </a:xfrm>
        </p:grpSpPr>
        <p:sp>
          <p:nvSpPr>
            <p:cNvPr id="18" name="Freeform 412"/>
            <p:cNvSpPr>
              <a:spLocks noEditPoints="1"/>
            </p:cNvSpPr>
            <p:nvPr/>
          </p:nvSpPr>
          <p:spPr bwMode="auto">
            <a:xfrm flipV="1">
              <a:off x="1371602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2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4 w 25"/>
                <a:gd name="T17" fmla="*/ 3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1 w 25"/>
                <a:gd name="T25" fmla="*/ 21 h 25"/>
                <a:gd name="T26" fmla="*/ 25 w 25"/>
                <a:gd name="T27" fmla="*/ 12 h 25"/>
                <a:gd name="T28" fmla="*/ 21 w 25"/>
                <a:gd name="T29" fmla="*/ 3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" name="Freeform 413"/>
            <p:cNvSpPr>
              <a:spLocks noEditPoints="1"/>
            </p:cNvSpPr>
            <p:nvPr/>
          </p:nvSpPr>
          <p:spPr bwMode="auto">
            <a:xfrm flipV="1">
              <a:off x="1038227" y="61436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4 w 25"/>
                <a:gd name="T17" fmla="*/ 3 h 24"/>
                <a:gd name="T18" fmla="*/ 0 w 25"/>
                <a:gd name="T19" fmla="*/ 12 h 24"/>
                <a:gd name="T20" fmla="*/ 12 w 25"/>
                <a:gd name="T21" fmla="*/ 24 h 24"/>
                <a:gd name="T22" fmla="*/ 25 w 25"/>
                <a:gd name="T23" fmla="*/ 12 h 24"/>
                <a:gd name="T24" fmla="*/ 21 w 25"/>
                <a:gd name="T25" fmla="*/ 3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" name="Freeform 414"/>
            <p:cNvSpPr>
              <a:spLocks noEditPoints="1"/>
            </p:cNvSpPr>
            <p:nvPr/>
          </p:nvSpPr>
          <p:spPr bwMode="auto">
            <a:xfrm flipV="1">
              <a:off x="1165227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3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1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7"/>
                    <a:pt x="5" y="13"/>
                  </a:cubicBezTo>
                  <a:cubicBezTo>
                    <a:pt x="5" y="9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" name="Freeform 415"/>
            <p:cNvSpPr>
              <a:spLocks noEditPoints="1"/>
            </p:cNvSpPr>
            <p:nvPr/>
          </p:nvSpPr>
          <p:spPr bwMode="auto">
            <a:xfrm flipV="1">
              <a:off x="2106614" y="5149849"/>
              <a:ext cx="106362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6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14 w 28"/>
                <a:gd name="T19" fmla="*/ 0 h 28"/>
                <a:gd name="T20" fmla="*/ 0 w 28"/>
                <a:gd name="T21" fmla="*/ 14 h 28"/>
                <a:gd name="T22" fmla="*/ 14 w 28"/>
                <a:gd name="T23" fmla="*/ 28 h 28"/>
                <a:gd name="T24" fmla="*/ 28 w 28"/>
                <a:gd name="T25" fmla="*/ 1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" name="Freeform 416"/>
            <p:cNvSpPr>
              <a:spLocks noEditPoints="1"/>
            </p:cNvSpPr>
            <p:nvPr/>
          </p:nvSpPr>
          <p:spPr bwMode="auto">
            <a:xfrm flipV="1">
              <a:off x="2295527" y="4954586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2 w 25"/>
                <a:gd name="T3" fmla="*/ 5 h 25"/>
                <a:gd name="T4" fmla="*/ 20 w 25"/>
                <a:gd name="T5" fmla="*/ 12 h 25"/>
                <a:gd name="T6" fmla="*/ 12 w 25"/>
                <a:gd name="T7" fmla="*/ 20 h 25"/>
                <a:gd name="T8" fmla="*/ 5 w 25"/>
                <a:gd name="T9" fmla="*/ 12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12 w 25"/>
                <a:gd name="T17" fmla="*/ 0 h 25"/>
                <a:gd name="T18" fmla="*/ 0 w 25"/>
                <a:gd name="T19" fmla="*/ 12 h 25"/>
                <a:gd name="T20" fmla="*/ 12 w 25"/>
                <a:gd name="T21" fmla="*/ 25 h 25"/>
                <a:gd name="T22" fmla="*/ 25 w 25"/>
                <a:gd name="T23" fmla="*/ 12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" name="Freeform 417"/>
            <p:cNvSpPr>
              <a:spLocks noEditPoints="1"/>
            </p:cNvSpPr>
            <p:nvPr/>
          </p:nvSpPr>
          <p:spPr bwMode="auto">
            <a:xfrm flipV="1">
              <a:off x="2684464" y="4600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12 w 24"/>
                <a:gd name="T19" fmla="*/ 0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 418"/>
            <p:cNvSpPr>
              <a:spLocks noEditPoints="1"/>
            </p:cNvSpPr>
            <p:nvPr/>
          </p:nvSpPr>
          <p:spPr bwMode="auto">
            <a:xfrm flipV="1">
              <a:off x="2519364" y="44132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2 h 25"/>
                <a:gd name="T4" fmla="*/ 12 w 25"/>
                <a:gd name="T5" fmla="*/ 19 h 25"/>
                <a:gd name="T6" fmla="*/ 12 w 25"/>
                <a:gd name="T7" fmla="*/ 19 h 25"/>
                <a:gd name="T8" fmla="*/ 12 w 25"/>
                <a:gd name="T9" fmla="*/ 19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0 h 25"/>
                <a:gd name="T16" fmla="*/ 12 w 25"/>
                <a:gd name="T17" fmla="*/ 0 h 25"/>
                <a:gd name="T18" fmla="*/ 4 w 25"/>
                <a:gd name="T19" fmla="*/ 3 h 25"/>
                <a:gd name="T20" fmla="*/ 0 w 25"/>
                <a:gd name="T21" fmla="*/ 12 h 25"/>
                <a:gd name="T22" fmla="*/ 12 w 25"/>
                <a:gd name="T23" fmla="*/ 25 h 25"/>
                <a:gd name="T24" fmla="*/ 25 w 25"/>
                <a:gd name="T25" fmla="*/ 12 h 25"/>
                <a:gd name="T26" fmla="*/ 21 w 25"/>
                <a:gd name="T27" fmla="*/ 3 h 25"/>
                <a:gd name="T28" fmla="*/ 12 w 25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" name="Freeform 419"/>
            <p:cNvSpPr>
              <a:spLocks noEditPoints="1"/>
            </p:cNvSpPr>
            <p:nvPr/>
          </p:nvSpPr>
          <p:spPr bwMode="auto">
            <a:xfrm flipV="1">
              <a:off x="2309814" y="4586286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6" name="Freeform 420"/>
            <p:cNvSpPr>
              <a:spLocks noEditPoints="1"/>
            </p:cNvSpPr>
            <p:nvPr/>
          </p:nvSpPr>
          <p:spPr bwMode="auto">
            <a:xfrm flipV="1">
              <a:off x="2136777" y="4368798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2 w 25"/>
                <a:gd name="T25" fmla="*/ 21 h 25"/>
                <a:gd name="T26" fmla="*/ 25 w 25"/>
                <a:gd name="T27" fmla="*/ 12 h 25"/>
                <a:gd name="T28" fmla="*/ 22 w 25"/>
                <a:gd name="T29" fmla="*/ 4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6"/>
                    <a:pt x="6" y="12"/>
                  </a:cubicBezTo>
                  <a:cubicBezTo>
                    <a:pt x="6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7" name="Freeform 421"/>
            <p:cNvSpPr>
              <a:spLocks noEditPoints="1"/>
            </p:cNvSpPr>
            <p:nvPr/>
          </p:nvSpPr>
          <p:spPr bwMode="auto">
            <a:xfrm flipV="1">
              <a:off x="2301877" y="4203699"/>
              <a:ext cx="104775" cy="104775"/>
            </a:xfrm>
            <a:custGeom>
              <a:avLst/>
              <a:gdLst>
                <a:gd name="T0" fmla="*/ 14 w 28"/>
                <a:gd name="T1" fmla="*/ 7 h 28"/>
                <a:gd name="T2" fmla="*/ 14 w 28"/>
                <a:gd name="T3" fmla="*/ 7 h 28"/>
                <a:gd name="T4" fmla="*/ 21 w 28"/>
                <a:gd name="T5" fmla="*/ 14 h 28"/>
                <a:gd name="T6" fmla="*/ 14 w 28"/>
                <a:gd name="T7" fmla="*/ 21 h 28"/>
                <a:gd name="T8" fmla="*/ 14 w 28"/>
                <a:gd name="T9" fmla="*/ 21 h 28"/>
                <a:gd name="T10" fmla="*/ 7 w 28"/>
                <a:gd name="T11" fmla="*/ 14 h 28"/>
                <a:gd name="T12" fmla="*/ 14 w 28"/>
                <a:gd name="T13" fmla="*/ 7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14 w 28"/>
                <a:gd name="T21" fmla="*/ 28 h 28"/>
                <a:gd name="T22" fmla="*/ 28 w 28"/>
                <a:gd name="T23" fmla="*/ 14 h 28"/>
                <a:gd name="T24" fmla="*/ 24 w 28"/>
                <a:gd name="T25" fmla="*/ 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8" y="7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4" y="7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10"/>
                    <a:pt x="27" y="7"/>
                    <a:pt x="24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8" name="Freeform 422"/>
            <p:cNvSpPr>
              <a:spLocks noEditPoints="1"/>
            </p:cNvSpPr>
            <p:nvPr/>
          </p:nvSpPr>
          <p:spPr bwMode="auto">
            <a:xfrm flipV="1">
              <a:off x="1765302" y="400049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2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5 h 25"/>
                <a:gd name="T16" fmla="*/ 12 w 25"/>
                <a:gd name="T17" fmla="*/ 0 h 25"/>
                <a:gd name="T18" fmla="*/ 12 w 25"/>
                <a:gd name="T19" fmla="*/ 0 h 25"/>
                <a:gd name="T20" fmla="*/ 3 w 25"/>
                <a:gd name="T21" fmla="*/ 4 h 25"/>
                <a:gd name="T22" fmla="*/ 0 w 25"/>
                <a:gd name="T23" fmla="*/ 12 h 25"/>
                <a:gd name="T24" fmla="*/ 3 w 25"/>
                <a:gd name="T25" fmla="*/ 21 h 25"/>
                <a:gd name="T26" fmla="*/ 12 w 25"/>
                <a:gd name="T27" fmla="*/ 25 h 25"/>
                <a:gd name="T28" fmla="*/ 25 w 25"/>
                <a:gd name="T29" fmla="*/ 12 h 25"/>
                <a:gd name="T30" fmla="*/ 12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9" name="Freeform 423"/>
            <p:cNvSpPr>
              <a:spLocks noEditPoints="1"/>
            </p:cNvSpPr>
            <p:nvPr/>
          </p:nvSpPr>
          <p:spPr bwMode="auto">
            <a:xfrm flipV="1">
              <a:off x="2009777" y="38544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0 w 25"/>
                <a:gd name="T15" fmla="*/ 13 h 25"/>
                <a:gd name="T16" fmla="*/ 4 w 25"/>
                <a:gd name="T17" fmla="*/ 21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20" y="9"/>
                    <a:pt x="20" y="13"/>
                  </a:cubicBezTo>
                  <a:cubicBezTo>
                    <a:pt x="20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4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0" name="Freeform 424"/>
            <p:cNvSpPr>
              <a:spLocks noEditPoints="1"/>
            </p:cNvSpPr>
            <p:nvPr/>
          </p:nvSpPr>
          <p:spPr bwMode="auto">
            <a:xfrm flipV="1">
              <a:off x="1563689" y="3813173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2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 425"/>
            <p:cNvSpPr>
              <a:spLocks/>
            </p:cNvSpPr>
            <p:nvPr/>
          </p:nvSpPr>
          <p:spPr bwMode="auto">
            <a:xfrm flipV="1">
              <a:off x="309564" y="5400674"/>
              <a:ext cx="2014537" cy="2251075"/>
            </a:xfrm>
            <a:custGeom>
              <a:avLst/>
              <a:gdLst>
                <a:gd name="T0" fmla="*/ 534 w 537"/>
                <a:gd name="T1" fmla="*/ 600 h 600"/>
                <a:gd name="T2" fmla="*/ 345 w 537"/>
                <a:gd name="T3" fmla="*/ 411 h 600"/>
                <a:gd name="T4" fmla="*/ 345 w 537"/>
                <a:gd name="T5" fmla="*/ 410 h 600"/>
                <a:gd name="T6" fmla="*/ 345 w 537"/>
                <a:gd name="T7" fmla="*/ 347 h 600"/>
                <a:gd name="T8" fmla="*/ 0 w 537"/>
                <a:gd name="T9" fmla="*/ 3 h 600"/>
                <a:gd name="T10" fmla="*/ 2 w 537"/>
                <a:gd name="T11" fmla="*/ 0 h 600"/>
                <a:gd name="T12" fmla="*/ 347 w 537"/>
                <a:gd name="T13" fmla="*/ 346 h 600"/>
                <a:gd name="T14" fmla="*/ 348 w 537"/>
                <a:gd name="T15" fmla="*/ 347 h 600"/>
                <a:gd name="T16" fmla="*/ 348 w 537"/>
                <a:gd name="T17" fmla="*/ 409 h 600"/>
                <a:gd name="T18" fmla="*/ 537 w 537"/>
                <a:gd name="T19" fmla="*/ 598 h 600"/>
                <a:gd name="T20" fmla="*/ 534 w 537"/>
                <a:gd name="T21" fmla="*/ 6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7" h="600">
                  <a:moveTo>
                    <a:pt x="534" y="600"/>
                  </a:moveTo>
                  <a:cubicBezTo>
                    <a:pt x="345" y="411"/>
                    <a:pt x="345" y="411"/>
                    <a:pt x="345" y="411"/>
                  </a:cubicBezTo>
                  <a:cubicBezTo>
                    <a:pt x="345" y="411"/>
                    <a:pt x="345" y="410"/>
                    <a:pt x="345" y="410"/>
                  </a:cubicBezTo>
                  <a:cubicBezTo>
                    <a:pt x="345" y="347"/>
                    <a:pt x="345" y="347"/>
                    <a:pt x="345" y="34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47" y="346"/>
                    <a:pt x="347" y="346"/>
                    <a:pt x="347" y="346"/>
                  </a:cubicBezTo>
                  <a:cubicBezTo>
                    <a:pt x="348" y="346"/>
                    <a:pt x="348" y="346"/>
                    <a:pt x="348" y="347"/>
                  </a:cubicBezTo>
                  <a:cubicBezTo>
                    <a:pt x="348" y="409"/>
                    <a:pt x="348" y="409"/>
                    <a:pt x="348" y="409"/>
                  </a:cubicBezTo>
                  <a:cubicBezTo>
                    <a:pt x="537" y="598"/>
                    <a:pt x="537" y="598"/>
                    <a:pt x="537" y="598"/>
                  </a:cubicBezTo>
                  <a:lnTo>
                    <a:pt x="534" y="6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2" name="Freeform 426"/>
            <p:cNvSpPr>
              <a:spLocks/>
            </p:cNvSpPr>
            <p:nvPr/>
          </p:nvSpPr>
          <p:spPr bwMode="auto">
            <a:xfrm flipV="1">
              <a:off x="246064" y="5026024"/>
              <a:ext cx="2446337" cy="2562225"/>
            </a:xfrm>
            <a:custGeom>
              <a:avLst/>
              <a:gdLst>
                <a:gd name="T0" fmla="*/ 652 w 652"/>
                <a:gd name="T1" fmla="*/ 683 h 683"/>
                <a:gd name="T2" fmla="*/ 613 w 652"/>
                <a:gd name="T3" fmla="*/ 683 h 683"/>
                <a:gd name="T4" fmla="*/ 612 w 652"/>
                <a:gd name="T5" fmla="*/ 682 h 683"/>
                <a:gd name="T6" fmla="*/ 335 w 652"/>
                <a:gd name="T7" fmla="*/ 405 h 683"/>
                <a:gd name="T8" fmla="*/ 335 w 652"/>
                <a:gd name="T9" fmla="*/ 404 h 683"/>
                <a:gd name="T10" fmla="*/ 335 w 652"/>
                <a:gd name="T11" fmla="*/ 337 h 683"/>
                <a:gd name="T12" fmla="*/ 0 w 652"/>
                <a:gd name="T13" fmla="*/ 2 h 683"/>
                <a:gd name="T14" fmla="*/ 2 w 652"/>
                <a:gd name="T15" fmla="*/ 0 h 683"/>
                <a:gd name="T16" fmla="*/ 338 w 652"/>
                <a:gd name="T17" fmla="*/ 335 h 683"/>
                <a:gd name="T18" fmla="*/ 338 w 652"/>
                <a:gd name="T19" fmla="*/ 336 h 683"/>
                <a:gd name="T20" fmla="*/ 338 w 652"/>
                <a:gd name="T21" fmla="*/ 403 h 683"/>
                <a:gd name="T22" fmla="*/ 614 w 652"/>
                <a:gd name="T23" fmla="*/ 679 h 683"/>
                <a:gd name="T24" fmla="*/ 652 w 652"/>
                <a:gd name="T25" fmla="*/ 679 h 683"/>
                <a:gd name="T26" fmla="*/ 652 w 652"/>
                <a:gd name="T27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2" h="683">
                  <a:moveTo>
                    <a:pt x="652" y="683"/>
                  </a:moveTo>
                  <a:cubicBezTo>
                    <a:pt x="613" y="683"/>
                    <a:pt x="613" y="683"/>
                    <a:pt x="613" y="683"/>
                  </a:cubicBezTo>
                  <a:cubicBezTo>
                    <a:pt x="613" y="683"/>
                    <a:pt x="612" y="682"/>
                    <a:pt x="612" y="682"/>
                  </a:cubicBezTo>
                  <a:cubicBezTo>
                    <a:pt x="335" y="405"/>
                    <a:pt x="335" y="405"/>
                    <a:pt x="335" y="405"/>
                  </a:cubicBezTo>
                  <a:cubicBezTo>
                    <a:pt x="335" y="405"/>
                    <a:pt x="335" y="404"/>
                    <a:pt x="335" y="404"/>
                  </a:cubicBezTo>
                  <a:cubicBezTo>
                    <a:pt x="335" y="337"/>
                    <a:pt x="335" y="337"/>
                    <a:pt x="335" y="3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38" y="335"/>
                    <a:pt x="338" y="335"/>
                    <a:pt x="338" y="335"/>
                  </a:cubicBezTo>
                  <a:cubicBezTo>
                    <a:pt x="338" y="335"/>
                    <a:pt x="338" y="335"/>
                    <a:pt x="338" y="336"/>
                  </a:cubicBezTo>
                  <a:cubicBezTo>
                    <a:pt x="338" y="403"/>
                    <a:pt x="338" y="403"/>
                    <a:pt x="338" y="403"/>
                  </a:cubicBezTo>
                  <a:cubicBezTo>
                    <a:pt x="614" y="679"/>
                    <a:pt x="614" y="679"/>
                    <a:pt x="614" y="679"/>
                  </a:cubicBezTo>
                  <a:cubicBezTo>
                    <a:pt x="652" y="679"/>
                    <a:pt x="652" y="679"/>
                    <a:pt x="652" y="679"/>
                  </a:cubicBezTo>
                  <a:lnTo>
                    <a:pt x="652" y="68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3" name="Freeform 427"/>
            <p:cNvSpPr>
              <a:spLocks/>
            </p:cNvSpPr>
            <p:nvPr/>
          </p:nvSpPr>
          <p:spPr bwMode="auto">
            <a:xfrm flipV="1">
              <a:off x="174627" y="5929311"/>
              <a:ext cx="1257300" cy="1598613"/>
            </a:xfrm>
            <a:custGeom>
              <a:avLst/>
              <a:gdLst>
                <a:gd name="T0" fmla="*/ 335 w 335"/>
                <a:gd name="T1" fmla="*/ 426 h 426"/>
                <a:gd name="T2" fmla="*/ 328 w 335"/>
                <a:gd name="T3" fmla="*/ 426 h 426"/>
                <a:gd name="T4" fmla="*/ 328 w 335"/>
                <a:gd name="T5" fmla="*/ 333 h 426"/>
                <a:gd name="T6" fmla="*/ 0 w 335"/>
                <a:gd name="T7" fmla="*/ 5 h 426"/>
                <a:gd name="T8" fmla="*/ 5 w 335"/>
                <a:gd name="T9" fmla="*/ 0 h 426"/>
                <a:gd name="T10" fmla="*/ 334 w 335"/>
                <a:gd name="T11" fmla="*/ 329 h 426"/>
                <a:gd name="T12" fmla="*/ 335 w 335"/>
                <a:gd name="T13" fmla="*/ 332 h 426"/>
                <a:gd name="T14" fmla="*/ 335 w 335"/>
                <a:gd name="T15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" h="426">
                  <a:moveTo>
                    <a:pt x="335" y="426"/>
                  </a:moveTo>
                  <a:cubicBezTo>
                    <a:pt x="328" y="426"/>
                    <a:pt x="328" y="426"/>
                    <a:pt x="328" y="426"/>
                  </a:cubicBezTo>
                  <a:cubicBezTo>
                    <a:pt x="328" y="333"/>
                    <a:pt x="328" y="333"/>
                    <a:pt x="328" y="33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34" y="329"/>
                    <a:pt x="334" y="329"/>
                    <a:pt x="334" y="329"/>
                  </a:cubicBezTo>
                  <a:cubicBezTo>
                    <a:pt x="334" y="330"/>
                    <a:pt x="335" y="331"/>
                    <a:pt x="335" y="332"/>
                  </a:cubicBezTo>
                  <a:lnTo>
                    <a:pt x="335" y="4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4" name="Freeform 428"/>
            <p:cNvSpPr>
              <a:spLocks/>
            </p:cNvSpPr>
            <p:nvPr/>
          </p:nvSpPr>
          <p:spPr bwMode="auto">
            <a:xfrm flipV="1">
              <a:off x="106364" y="6226173"/>
              <a:ext cx="984250" cy="1227138"/>
            </a:xfrm>
            <a:custGeom>
              <a:avLst/>
              <a:gdLst>
                <a:gd name="T0" fmla="*/ 259 w 262"/>
                <a:gd name="T1" fmla="*/ 327 h 327"/>
                <a:gd name="T2" fmla="*/ 259 w 262"/>
                <a:gd name="T3" fmla="*/ 261 h 327"/>
                <a:gd name="T4" fmla="*/ 0 w 262"/>
                <a:gd name="T5" fmla="*/ 3 h 327"/>
                <a:gd name="T6" fmla="*/ 3 w 262"/>
                <a:gd name="T7" fmla="*/ 0 h 327"/>
                <a:gd name="T8" fmla="*/ 262 w 262"/>
                <a:gd name="T9" fmla="*/ 259 h 327"/>
                <a:gd name="T10" fmla="*/ 262 w 262"/>
                <a:gd name="T11" fmla="*/ 260 h 327"/>
                <a:gd name="T12" fmla="*/ 262 w 262"/>
                <a:gd name="T13" fmla="*/ 327 h 327"/>
                <a:gd name="T14" fmla="*/ 259 w 262"/>
                <a:gd name="T15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2" h="327">
                  <a:moveTo>
                    <a:pt x="259" y="327"/>
                  </a:moveTo>
                  <a:cubicBezTo>
                    <a:pt x="259" y="261"/>
                    <a:pt x="259" y="261"/>
                    <a:pt x="259" y="26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62" y="259"/>
                    <a:pt x="262" y="259"/>
                    <a:pt x="262" y="259"/>
                  </a:cubicBezTo>
                  <a:cubicBezTo>
                    <a:pt x="262" y="259"/>
                    <a:pt x="262" y="260"/>
                    <a:pt x="262" y="260"/>
                  </a:cubicBezTo>
                  <a:cubicBezTo>
                    <a:pt x="262" y="327"/>
                    <a:pt x="262" y="327"/>
                    <a:pt x="262" y="327"/>
                  </a:cubicBezTo>
                  <a:lnTo>
                    <a:pt x="259" y="327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5" name="Freeform 429"/>
            <p:cNvSpPr>
              <a:spLocks/>
            </p:cNvSpPr>
            <p:nvPr/>
          </p:nvSpPr>
          <p:spPr bwMode="auto">
            <a:xfrm flipV="1">
              <a:off x="-406398" y="5899149"/>
              <a:ext cx="1593850" cy="1685925"/>
            </a:xfrm>
            <a:custGeom>
              <a:avLst/>
              <a:gdLst>
                <a:gd name="T0" fmla="*/ 423 w 425"/>
                <a:gd name="T1" fmla="*/ 449 h 449"/>
                <a:gd name="T2" fmla="*/ 272 w 425"/>
                <a:gd name="T3" fmla="*/ 299 h 449"/>
                <a:gd name="T4" fmla="*/ 272 w 425"/>
                <a:gd name="T5" fmla="*/ 297 h 449"/>
                <a:gd name="T6" fmla="*/ 272 w 425"/>
                <a:gd name="T7" fmla="*/ 285 h 449"/>
                <a:gd name="T8" fmla="*/ 272 w 425"/>
                <a:gd name="T9" fmla="*/ 284 h 449"/>
                <a:gd name="T10" fmla="*/ 304 w 425"/>
                <a:gd name="T11" fmla="*/ 252 h 449"/>
                <a:gd name="T12" fmla="*/ 304 w 425"/>
                <a:gd name="T13" fmla="*/ 237 h 449"/>
                <a:gd name="T14" fmla="*/ 217 w 425"/>
                <a:gd name="T15" fmla="*/ 151 h 449"/>
                <a:gd name="T16" fmla="*/ 207 w 425"/>
                <a:gd name="T17" fmla="*/ 151 h 449"/>
                <a:gd name="T18" fmla="*/ 200 w 425"/>
                <a:gd name="T19" fmla="*/ 158 h 449"/>
                <a:gd name="T20" fmla="*/ 200 w 425"/>
                <a:gd name="T21" fmla="*/ 168 h 449"/>
                <a:gd name="T22" fmla="*/ 232 w 425"/>
                <a:gd name="T23" fmla="*/ 199 h 449"/>
                <a:gd name="T24" fmla="*/ 232 w 425"/>
                <a:gd name="T25" fmla="*/ 201 h 449"/>
                <a:gd name="T26" fmla="*/ 232 w 425"/>
                <a:gd name="T27" fmla="*/ 209 h 449"/>
                <a:gd name="T28" fmla="*/ 232 w 425"/>
                <a:gd name="T29" fmla="*/ 211 h 449"/>
                <a:gd name="T30" fmla="*/ 226 w 425"/>
                <a:gd name="T31" fmla="*/ 216 h 449"/>
                <a:gd name="T32" fmla="*/ 225 w 425"/>
                <a:gd name="T33" fmla="*/ 216 h 449"/>
                <a:gd name="T34" fmla="*/ 225 w 425"/>
                <a:gd name="T35" fmla="*/ 216 h 449"/>
                <a:gd name="T36" fmla="*/ 215 w 425"/>
                <a:gd name="T37" fmla="*/ 216 h 449"/>
                <a:gd name="T38" fmla="*/ 214 w 425"/>
                <a:gd name="T39" fmla="*/ 216 h 449"/>
                <a:gd name="T40" fmla="*/ 0 w 425"/>
                <a:gd name="T41" fmla="*/ 2 h 449"/>
                <a:gd name="T42" fmla="*/ 2 w 425"/>
                <a:gd name="T43" fmla="*/ 0 h 449"/>
                <a:gd name="T44" fmla="*/ 216 w 425"/>
                <a:gd name="T45" fmla="*/ 213 h 449"/>
                <a:gd name="T46" fmla="*/ 225 w 425"/>
                <a:gd name="T47" fmla="*/ 213 h 449"/>
                <a:gd name="T48" fmla="*/ 229 w 425"/>
                <a:gd name="T49" fmla="*/ 209 h 449"/>
                <a:gd name="T50" fmla="*/ 229 w 425"/>
                <a:gd name="T51" fmla="*/ 201 h 449"/>
                <a:gd name="T52" fmla="*/ 197 w 425"/>
                <a:gd name="T53" fmla="*/ 170 h 449"/>
                <a:gd name="T54" fmla="*/ 197 w 425"/>
                <a:gd name="T55" fmla="*/ 169 h 449"/>
                <a:gd name="T56" fmla="*/ 197 w 425"/>
                <a:gd name="T57" fmla="*/ 157 h 449"/>
                <a:gd name="T58" fmla="*/ 197 w 425"/>
                <a:gd name="T59" fmla="*/ 156 h 449"/>
                <a:gd name="T60" fmla="*/ 205 w 425"/>
                <a:gd name="T61" fmla="*/ 148 h 449"/>
                <a:gd name="T62" fmla="*/ 206 w 425"/>
                <a:gd name="T63" fmla="*/ 148 h 449"/>
                <a:gd name="T64" fmla="*/ 206 w 425"/>
                <a:gd name="T65" fmla="*/ 148 h 449"/>
                <a:gd name="T66" fmla="*/ 218 w 425"/>
                <a:gd name="T67" fmla="*/ 148 h 449"/>
                <a:gd name="T68" fmla="*/ 219 w 425"/>
                <a:gd name="T69" fmla="*/ 148 h 449"/>
                <a:gd name="T70" fmla="*/ 307 w 425"/>
                <a:gd name="T71" fmla="*/ 235 h 449"/>
                <a:gd name="T72" fmla="*/ 307 w 425"/>
                <a:gd name="T73" fmla="*/ 237 h 449"/>
                <a:gd name="T74" fmla="*/ 307 w 425"/>
                <a:gd name="T75" fmla="*/ 253 h 449"/>
                <a:gd name="T76" fmla="*/ 307 w 425"/>
                <a:gd name="T77" fmla="*/ 254 h 449"/>
                <a:gd name="T78" fmla="*/ 275 w 425"/>
                <a:gd name="T79" fmla="*/ 286 h 449"/>
                <a:gd name="T80" fmla="*/ 275 w 425"/>
                <a:gd name="T81" fmla="*/ 297 h 449"/>
                <a:gd name="T82" fmla="*/ 425 w 425"/>
                <a:gd name="T83" fmla="*/ 447 h 449"/>
                <a:gd name="T84" fmla="*/ 423 w 425"/>
                <a:gd name="T8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5" h="449">
                  <a:moveTo>
                    <a:pt x="423" y="449"/>
                  </a:moveTo>
                  <a:cubicBezTo>
                    <a:pt x="272" y="299"/>
                    <a:pt x="272" y="299"/>
                    <a:pt x="272" y="299"/>
                  </a:cubicBezTo>
                  <a:cubicBezTo>
                    <a:pt x="272" y="298"/>
                    <a:pt x="272" y="298"/>
                    <a:pt x="272" y="297"/>
                  </a:cubicBezTo>
                  <a:cubicBezTo>
                    <a:pt x="272" y="285"/>
                    <a:pt x="272" y="285"/>
                    <a:pt x="272" y="285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304" y="252"/>
                    <a:pt x="304" y="252"/>
                    <a:pt x="304" y="252"/>
                  </a:cubicBezTo>
                  <a:cubicBezTo>
                    <a:pt x="304" y="237"/>
                    <a:pt x="304" y="237"/>
                    <a:pt x="304" y="237"/>
                  </a:cubicBezTo>
                  <a:cubicBezTo>
                    <a:pt x="217" y="151"/>
                    <a:pt x="217" y="151"/>
                    <a:pt x="217" y="151"/>
                  </a:cubicBezTo>
                  <a:cubicBezTo>
                    <a:pt x="207" y="151"/>
                    <a:pt x="207" y="151"/>
                    <a:pt x="207" y="151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32" y="199"/>
                    <a:pt x="232" y="199"/>
                    <a:pt x="232" y="199"/>
                  </a:cubicBezTo>
                  <a:cubicBezTo>
                    <a:pt x="232" y="200"/>
                    <a:pt x="232" y="200"/>
                    <a:pt x="232" y="201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10"/>
                    <a:pt x="232" y="210"/>
                    <a:pt x="232" y="211"/>
                  </a:cubicBezTo>
                  <a:cubicBezTo>
                    <a:pt x="226" y="216"/>
                    <a:pt x="226" y="216"/>
                    <a:pt x="226" y="216"/>
                  </a:cubicBezTo>
                  <a:cubicBezTo>
                    <a:pt x="226" y="216"/>
                    <a:pt x="226" y="216"/>
                    <a:pt x="225" y="216"/>
                  </a:cubicBezTo>
                  <a:cubicBezTo>
                    <a:pt x="225" y="216"/>
                    <a:pt x="225" y="216"/>
                    <a:pt x="225" y="216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6"/>
                    <a:pt x="214" y="216"/>
                    <a:pt x="214" y="2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6" y="213"/>
                    <a:pt x="216" y="213"/>
                    <a:pt x="216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9" y="209"/>
                    <a:pt x="229" y="209"/>
                    <a:pt x="229" y="209"/>
                  </a:cubicBezTo>
                  <a:cubicBezTo>
                    <a:pt x="229" y="201"/>
                    <a:pt x="229" y="201"/>
                    <a:pt x="229" y="201"/>
                  </a:cubicBezTo>
                  <a:cubicBezTo>
                    <a:pt x="197" y="170"/>
                    <a:pt x="197" y="170"/>
                    <a:pt x="197" y="170"/>
                  </a:cubicBezTo>
                  <a:cubicBezTo>
                    <a:pt x="197" y="170"/>
                    <a:pt x="197" y="169"/>
                    <a:pt x="197" y="169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7" y="157"/>
                    <a:pt x="197" y="156"/>
                    <a:pt x="197" y="156"/>
                  </a:cubicBezTo>
                  <a:cubicBezTo>
                    <a:pt x="205" y="148"/>
                    <a:pt x="205" y="148"/>
                    <a:pt x="205" y="148"/>
                  </a:cubicBezTo>
                  <a:cubicBezTo>
                    <a:pt x="205" y="148"/>
                    <a:pt x="206" y="148"/>
                    <a:pt x="206" y="148"/>
                  </a:cubicBezTo>
                  <a:cubicBezTo>
                    <a:pt x="206" y="148"/>
                    <a:pt x="206" y="148"/>
                    <a:pt x="206" y="148"/>
                  </a:cubicBezTo>
                  <a:cubicBezTo>
                    <a:pt x="218" y="148"/>
                    <a:pt x="218" y="148"/>
                    <a:pt x="218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307" y="235"/>
                    <a:pt x="307" y="235"/>
                    <a:pt x="307" y="235"/>
                  </a:cubicBezTo>
                  <a:cubicBezTo>
                    <a:pt x="307" y="236"/>
                    <a:pt x="307" y="236"/>
                    <a:pt x="307" y="237"/>
                  </a:cubicBezTo>
                  <a:cubicBezTo>
                    <a:pt x="307" y="253"/>
                    <a:pt x="307" y="253"/>
                    <a:pt x="307" y="253"/>
                  </a:cubicBezTo>
                  <a:cubicBezTo>
                    <a:pt x="307" y="253"/>
                    <a:pt x="307" y="254"/>
                    <a:pt x="307" y="254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97"/>
                    <a:pt x="275" y="297"/>
                    <a:pt x="275" y="297"/>
                  </a:cubicBezTo>
                  <a:cubicBezTo>
                    <a:pt x="425" y="447"/>
                    <a:pt x="425" y="447"/>
                    <a:pt x="425" y="447"/>
                  </a:cubicBezTo>
                  <a:lnTo>
                    <a:pt x="423" y="44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6" name="Freeform 430"/>
            <p:cNvSpPr>
              <a:spLocks/>
            </p:cNvSpPr>
            <p:nvPr/>
          </p:nvSpPr>
          <p:spPr bwMode="auto">
            <a:xfrm flipV="1">
              <a:off x="-485773" y="5243511"/>
              <a:ext cx="2663825" cy="2292350"/>
            </a:xfrm>
            <a:custGeom>
              <a:avLst/>
              <a:gdLst>
                <a:gd name="T0" fmla="*/ 710 w 710"/>
                <a:gd name="T1" fmla="*/ 611 h 611"/>
                <a:gd name="T2" fmla="*/ 700 w 710"/>
                <a:gd name="T3" fmla="*/ 611 h 611"/>
                <a:gd name="T4" fmla="*/ 700 w 710"/>
                <a:gd name="T5" fmla="*/ 596 h 611"/>
                <a:gd name="T6" fmla="*/ 586 w 710"/>
                <a:gd name="T7" fmla="*/ 482 h 611"/>
                <a:gd name="T8" fmla="*/ 447 w 710"/>
                <a:gd name="T9" fmla="*/ 482 h 611"/>
                <a:gd name="T10" fmla="*/ 443 w 710"/>
                <a:gd name="T11" fmla="*/ 480 h 611"/>
                <a:gd name="T12" fmla="*/ 221 w 710"/>
                <a:gd name="T13" fmla="*/ 258 h 611"/>
                <a:gd name="T14" fmla="*/ 219 w 710"/>
                <a:gd name="T15" fmla="*/ 254 h 611"/>
                <a:gd name="T16" fmla="*/ 219 w 710"/>
                <a:gd name="T17" fmla="*/ 227 h 611"/>
                <a:gd name="T18" fmla="*/ 0 w 710"/>
                <a:gd name="T19" fmla="*/ 7 h 611"/>
                <a:gd name="T20" fmla="*/ 7 w 710"/>
                <a:gd name="T21" fmla="*/ 0 h 611"/>
                <a:gd name="T22" fmla="*/ 228 w 710"/>
                <a:gd name="T23" fmla="*/ 221 h 611"/>
                <a:gd name="T24" fmla="*/ 229 w 710"/>
                <a:gd name="T25" fmla="*/ 225 h 611"/>
                <a:gd name="T26" fmla="*/ 229 w 710"/>
                <a:gd name="T27" fmla="*/ 252 h 611"/>
                <a:gd name="T28" fmla="*/ 449 w 710"/>
                <a:gd name="T29" fmla="*/ 472 h 611"/>
                <a:gd name="T30" fmla="*/ 588 w 710"/>
                <a:gd name="T31" fmla="*/ 472 h 611"/>
                <a:gd name="T32" fmla="*/ 591 w 710"/>
                <a:gd name="T33" fmla="*/ 473 h 611"/>
                <a:gd name="T34" fmla="*/ 709 w 710"/>
                <a:gd name="T35" fmla="*/ 591 h 611"/>
                <a:gd name="T36" fmla="*/ 710 w 710"/>
                <a:gd name="T37" fmla="*/ 594 h 611"/>
                <a:gd name="T38" fmla="*/ 710 w 71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0" h="611">
                  <a:moveTo>
                    <a:pt x="710" y="611"/>
                  </a:moveTo>
                  <a:cubicBezTo>
                    <a:pt x="700" y="611"/>
                    <a:pt x="700" y="611"/>
                    <a:pt x="700" y="611"/>
                  </a:cubicBezTo>
                  <a:cubicBezTo>
                    <a:pt x="700" y="596"/>
                    <a:pt x="700" y="596"/>
                    <a:pt x="700" y="596"/>
                  </a:cubicBezTo>
                  <a:cubicBezTo>
                    <a:pt x="586" y="482"/>
                    <a:pt x="586" y="482"/>
                    <a:pt x="586" y="482"/>
                  </a:cubicBezTo>
                  <a:cubicBezTo>
                    <a:pt x="447" y="482"/>
                    <a:pt x="447" y="482"/>
                    <a:pt x="447" y="482"/>
                  </a:cubicBezTo>
                  <a:cubicBezTo>
                    <a:pt x="445" y="482"/>
                    <a:pt x="444" y="481"/>
                    <a:pt x="443" y="480"/>
                  </a:cubicBezTo>
                  <a:cubicBezTo>
                    <a:pt x="221" y="258"/>
                    <a:pt x="221" y="258"/>
                    <a:pt x="221" y="258"/>
                  </a:cubicBezTo>
                  <a:cubicBezTo>
                    <a:pt x="220" y="257"/>
                    <a:pt x="219" y="256"/>
                    <a:pt x="219" y="254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28" y="221"/>
                    <a:pt x="228" y="221"/>
                    <a:pt x="228" y="221"/>
                  </a:cubicBezTo>
                  <a:cubicBezTo>
                    <a:pt x="229" y="222"/>
                    <a:pt x="229" y="223"/>
                    <a:pt x="229" y="225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449" y="472"/>
                    <a:pt x="449" y="472"/>
                    <a:pt x="449" y="472"/>
                  </a:cubicBezTo>
                  <a:cubicBezTo>
                    <a:pt x="588" y="472"/>
                    <a:pt x="588" y="472"/>
                    <a:pt x="588" y="472"/>
                  </a:cubicBezTo>
                  <a:cubicBezTo>
                    <a:pt x="589" y="472"/>
                    <a:pt x="590" y="472"/>
                    <a:pt x="591" y="473"/>
                  </a:cubicBezTo>
                  <a:cubicBezTo>
                    <a:pt x="709" y="591"/>
                    <a:pt x="709" y="591"/>
                    <a:pt x="709" y="591"/>
                  </a:cubicBezTo>
                  <a:cubicBezTo>
                    <a:pt x="710" y="591"/>
                    <a:pt x="710" y="593"/>
                    <a:pt x="710" y="594"/>
                  </a:cubicBezTo>
                  <a:lnTo>
                    <a:pt x="71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7" name="Freeform 431"/>
            <p:cNvSpPr>
              <a:spLocks/>
            </p:cNvSpPr>
            <p:nvPr/>
          </p:nvSpPr>
          <p:spPr bwMode="auto">
            <a:xfrm flipV="1">
              <a:off x="-565148" y="4995861"/>
              <a:ext cx="2871787" cy="2484438"/>
            </a:xfrm>
            <a:custGeom>
              <a:avLst/>
              <a:gdLst>
                <a:gd name="T0" fmla="*/ 738 w 765"/>
                <a:gd name="T1" fmla="*/ 662 h 662"/>
                <a:gd name="T2" fmla="*/ 737 w 765"/>
                <a:gd name="T3" fmla="*/ 662 h 662"/>
                <a:gd name="T4" fmla="*/ 566 w 765"/>
                <a:gd name="T5" fmla="*/ 490 h 662"/>
                <a:gd name="T6" fmla="*/ 459 w 765"/>
                <a:gd name="T7" fmla="*/ 490 h 662"/>
                <a:gd name="T8" fmla="*/ 457 w 765"/>
                <a:gd name="T9" fmla="*/ 490 h 662"/>
                <a:gd name="T10" fmla="*/ 218 w 765"/>
                <a:gd name="T11" fmla="*/ 251 h 662"/>
                <a:gd name="T12" fmla="*/ 217 w 765"/>
                <a:gd name="T13" fmla="*/ 249 h 662"/>
                <a:gd name="T14" fmla="*/ 217 w 765"/>
                <a:gd name="T15" fmla="*/ 221 h 662"/>
                <a:gd name="T16" fmla="*/ 0 w 765"/>
                <a:gd name="T17" fmla="*/ 3 h 662"/>
                <a:gd name="T18" fmla="*/ 3 w 765"/>
                <a:gd name="T19" fmla="*/ 0 h 662"/>
                <a:gd name="T20" fmla="*/ 220 w 765"/>
                <a:gd name="T21" fmla="*/ 219 h 662"/>
                <a:gd name="T22" fmla="*/ 221 w 765"/>
                <a:gd name="T23" fmla="*/ 220 h 662"/>
                <a:gd name="T24" fmla="*/ 221 w 765"/>
                <a:gd name="T25" fmla="*/ 249 h 662"/>
                <a:gd name="T26" fmla="*/ 459 w 765"/>
                <a:gd name="T27" fmla="*/ 487 h 662"/>
                <a:gd name="T28" fmla="*/ 567 w 765"/>
                <a:gd name="T29" fmla="*/ 487 h 662"/>
                <a:gd name="T30" fmla="*/ 568 w 765"/>
                <a:gd name="T31" fmla="*/ 488 h 662"/>
                <a:gd name="T32" fmla="*/ 739 w 765"/>
                <a:gd name="T33" fmla="*/ 659 h 662"/>
                <a:gd name="T34" fmla="*/ 765 w 765"/>
                <a:gd name="T35" fmla="*/ 659 h 662"/>
                <a:gd name="T36" fmla="*/ 765 w 765"/>
                <a:gd name="T37" fmla="*/ 662 h 662"/>
                <a:gd name="T38" fmla="*/ 738 w 765"/>
                <a:gd name="T39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5" h="662">
                  <a:moveTo>
                    <a:pt x="738" y="662"/>
                  </a:moveTo>
                  <a:cubicBezTo>
                    <a:pt x="738" y="662"/>
                    <a:pt x="737" y="662"/>
                    <a:pt x="737" y="662"/>
                  </a:cubicBezTo>
                  <a:cubicBezTo>
                    <a:pt x="566" y="490"/>
                    <a:pt x="566" y="490"/>
                    <a:pt x="566" y="490"/>
                  </a:cubicBezTo>
                  <a:cubicBezTo>
                    <a:pt x="459" y="490"/>
                    <a:pt x="459" y="490"/>
                    <a:pt x="459" y="490"/>
                  </a:cubicBezTo>
                  <a:cubicBezTo>
                    <a:pt x="458" y="490"/>
                    <a:pt x="458" y="490"/>
                    <a:pt x="457" y="490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8" y="250"/>
                    <a:pt x="217" y="250"/>
                    <a:pt x="217" y="249"/>
                  </a:cubicBezTo>
                  <a:cubicBezTo>
                    <a:pt x="217" y="221"/>
                    <a:pt x="217" y="221"/>
                    <a:pt x="217" y="2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1" y="219"/>
                    <a:pt x="221" y="219"/>
                    <a:pt x="221" y="220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459" y="487"/>
                    <a:pt x="459" y="487"/>
                    <a:pt x="459" y="487"/>
                  </a:cubicBezTo>
                  <a:cubicBezTo>
                    <a:pt x="567" y="487"/>
                    <a:pt x="567" y="487"/>
                    <a:pt x="567" y="487"/>
                  </a:cubicBezTo>
                  <a:cubicBezTo>
                    <a:pt x="567" y="487"/>
                    <a:pt x="568" y="487"/>
                    <a:pt x="568" y="488"/>
                  </a:cubicBezTo>
                  <a:cubicBezTo>
                    <a:pt x="739" y="659"/>
                    <a:pt x="739" y="659"/>
                    <a:pt x="739" y="659"/>
                  </a:cubicBezTo>
                  <a:cubicBezTo>
                    <a:pt x="765" y="659"/>
                    <a:pt x="765" y="659"/>
                    <a:pt x="765" y="659"/>
                  </a:cubicBezTo>
                  <a:cubicBezTo>
                    <a:pt x="765" y="662"/>
                    <a:pt x="765" y="662"/>
                    <a:pt x="765" y="662"/>
                  </a:cubicBezTo>
                  <a:lnTo>
                    <a:pt x="738" y="6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8" name="Freeform 432"/>
            <p:cNvSpPr>
              <a:spLocks/>
            </p:cNvSpPr>
            <p:nvPr/>
          </p:nvSpPr>
          <p:spPr bwMode="auto">
            <a:xfrm flipV="1">
              <a:off x="-642936" y="4679949"/>
              <a:ext cx="3379787" cy="2759075"/>
            </a:xfrm>
            <a:custGeom>
              <a:avLst/>
              <a:gdLst>
                <a:gd name="T0" fmla="*/ 901 w 901"/>
                <a:gd name="T1" fmla="*/ 735 h 735"/>
                <a:gd name="T2" fmla="*/ 897 w 901"/>
                <a:gd name="T3" fmla="*/ 735 h 735"/>
                <a:gd name="T4" fmla="*/ 897 w 901"/>
                <a:gd name="T5" fmla="*/ 700 h 735"/>
                <a:gd name="T6" fmla="*/ 868 w 901"/>
                <a:gd name="T7" fmla="*/ 671 h 735"/>
                <a:gd name="T8" fmla="*/ 835 w 901"/>
                <a:gd name="T9" fmla="*/ 671 h 735"/>
                <a:gd name="T10" fmla="*/ 825 w 901"/>
                <a:gd name="T11" fmla="*/ 681 h 735"/>
                <a:gd name="T12" fmla="*/ 824 w 901"/>
                <a:gd name="T13" fmla="*/ 681 h 735"/>
                <a:gd name="T14" fmla="*/ 761 w 901"/>
                <a:gd name="T15" fmla="*/ 681 h 735"/>
                <a:gd name="T16" fmla="*/ 760 w 901"/>
                <a:gd name="T17" fmla="*/ 681 h 735"/>
                <a:gd name="T18" fmla="*/ 588 w 901"/>
                <a:gd name="T19" fmla="*/ 509 h 735"/>
                <a:gd name="T20" fmla="*/ 474 w 901"/>
                <a:gd name="T21" fmla="*/ 509 h 735"/>
                <a:gd name="T22" fmla="*/ 473 w 901"/>
                <a:gd name="T23" fmla="*/ 508 h 735"/>
                <a:gd name="T24" fmla="*/ 212 w 901"/>
                <a:gd name="T25" fmla="*/ 247 h 735"/>
                <a:gd name="T26" fmla="*/ 212 w 901"/>
                <a:gd name="T27" fmla="*/ 246 h 735"/>
                <a:gd name="T28" fmla="*/ 212 w 901"/>
                <a:gd name="T29" fmla="*/ 215 h 735"/>
                <a:gd name="T30" fmla="*/ 0 w 901"/>
                <a:gd name="T31" fmla="*/ 2 h 735"/>
                <a:gd name="T32" fmla="*/ 2 w 901"/>
                <a:gd name="T33" fmla="*/ 0 h 735"/>
                <a:gd name="T34" fmla="*/ 215 w 901"/>
                <a:gd name="T35" fmla="*/ 213 h 735"/>
                <a:gd name="T36" fmla="*/ 215 w 901"/>
                <a:gd name="T37" fmla="*/ 214 h 735"/>
                <a:gd name="T38" fmla="*/ 215 w 901"/>
                <a:gd name="T39" fmla="*/ 245 h 735"/>
                <a:gd name="T40" fmla="*/ 475 w 901"/>
                <a:gd name="T41" fmla="*/ 505 h 735"/>
                <a:gd name="T42" fmla="*/ 589 w 901"/>
                <a:gd name="T43" fmla="*/ 505 h 735"/>
                <a:gd name="T44" fmla="*/ 590 w 901"/>
                <a:gd name="T45" fmla="*/ 506 h 735"/>
                <a:gd name="T46" fmla="*/ 762 w 901"/>
                <a:gd name="T47" fmla="*/ 678 h 735"/>
                <a:gd name="T48" fmla="*/ 823 w 901"/>
                <a:gd name="T49" fmla="*/ 678 h 735"/>
                <a:gd name="T50" fmla="*/ 833 w 901"/>
                <a:gd name="T51" fmla="*/ 668 h 735"/>
                <a:gd name="T52" fmla="*/ 834 w 901"/>
                <a:gd name="T53" fmla="*/ 667 h 735"/>
                <a:gd name="T54" fmla="*/ 869 w 901"/>
                <a:gd name="T55" fmla="*/ 667 h 735"/>
                <a:gd name="T56" fmla="*/ 870 w 901"/>
                <a:gd name="T57" fmla="*/ 668 h 735"/>
                <a:gd name="T58" fmla="*/ 900 w 901"/>
                <a:gd name="T59" fmla="*/ 698 h 735"/>
                <a:gd name="T60" fmla="*/ 901 w 901"/>
                <a:gd name="T61" fmla="*/ 699 h 735"/>
                <a:gd name="T62" fmla="*/ 901 w 901"/>
                <a:gd name="T63" fmla="*/ 735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1" h="735">
                  <a:moveTo>
                    <a:pt x="901" y="735"/>
                  </a:moveTo>
                  <a:cubicBezTo>
                    <a:pt x="897" y="735"/>
                    <a:pt x="897" y="735"/>
                    <a:pt x="897" y="735"/>
                  </a:cubicBezTo>
                  <a:cubicBezTo>
                    <a:pt x="897" y="700"/>
                    <a:pt x="897" y="700"/>
                    <a:pt x="897" y="700"/>
                  </a:cubicBezTo>
                  <a:cubicBezTo>
                    <a:pt x="868" y="671"/>
                    <a:pt x="868" y="671"/>
                    <a:pt x="868" y="671"/>
                  </a:cubicBezTo>
                  <a:cubicBezTo>
                    <a:pt x="835" y="671"/>
                    <a:pt x="835" y="671"/>
                    <a:pt x="835" y="671"/>
                  </a:cubicBezTo>
                  <a:cubicBezTo>
                    <a:pt x="825" y="681"/>
                    <a:pt x="825" y="681"/>
                    <a:pt x="825" y="681"/>
                  </a:cubicBezTo>
                  <a:cubicBezTo>
                    <a:pt x="825" y="681"/>
                    <a:pt x="824" y="681"/>
                    <a:pt x="824" y="681"/>
                  </a:cubicBezTo>
                  <a:cubicBezTo>
                    <a:pt x="761" y="681"/>
                    <a:pt x="761" y="681"/>
                    <a:pt x="761" y="681"/>
                  </a:cubicBezTo>
                  <a:cubicBezTo>
                    <a:pt x="761" y="681"/>
                    <a:pt x="760" y="681"/>
                    <a:pt x="760" y="681"/>
                  </a:cubicBezTo>
                  <a:cubicBezTo>
                    <a:pt x="588" y="509"/>
                    <a:pt x="588" y="509"/>
                    <a:pt x="588" y="509"/>
                  </a:cubicBezTo>
                  <a:cubicBezTo>
                    <a:pt x="474" y="509"/>
                    <a:pt x="474" y="509"/>
                    <a:pt x="474" y="509"/>
                  </a:cubicBezTo>
                  <a:cubicBezTo>
                    <a:pt x="474" y="509"/>
                    <a:pt x="474" y="509"/>
                    <a:pt x="473" y="508"/>
                  </a:cubicBezTo>
                  <a:cubicBezTo>
                    <a:pt x="212" y="247"/>
                    <a:pt x="212" y="247"/>
                    <a:pt x="212" y="247"/>
                  </a:cubicBezTo>
                  <a:cubicBezTo>
                    <a:pt x="212" y="247"/>
                    <a:pt x="212" y="247"/>
                    <a:pt x="212" y="246"/>
                  </a:cubicBezTo>
                  <a:cubicBezTo>
                    <a:pt x="212" y="215"/>
                    <a:pt x="212" y="215"/>
                    <a:pt x="212" y="21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3"/>
                    <a:pt x="215" y="214"/>
                    <a:pt x="215" y="214"/>
                  </a:cubicBezTo>
                  <a:cubicBezTo>
                    <a:pt x="215" y="245"/>
                    <a:pt x="215" y="245"/>
                    <a:pt x="215" y="245"/>
                  </a:cubicBezTo>
                  <a:cubicBezTo>
                    <a:pt x="475" y="505"/>
                    <a:pt x="475" y="505"/>
                    <a:pt x="475" y="505"/>
                  </a:cubicBezTo>
                  <a:cubicBezTo>
                    <a:pt x="589" y="505"/>
                    <a:pt x="589" y="505"/>
                    <a:pt x="589" y="505"/>
                  </a:cubicBezTo>
                  <a:cubicBezTo>
                    <a:pt x="589" y="505"/>
                    <a:pt x="590" y="506"/>
                    <a:pt x="590" y="506"/>
                  </a:cubicBezTo>
                  <a:cubicBezTo>
                    <a:pt x="762" y="678"/>
                    <a:pt x="762" y="678"/>
                    <a:pt x="762" y="678"/>
                  </a:cubicBezTo>
                  <a:cubicBezTo>
                    <a:pt x="823" y="678"/>
                    <a:pt x="823" y="678"/>
                    <a:pt x="823" y="678"/>
                  </a:cubicBezTo>
                  <a:cubicBezTo>
                    <a:pt x="833" y="668"/>
                    <a:pt x="833" y="668"/>
                    <a:pt x="833" y="668"/>
                  </a:cubicBezTo>
                  <a:cubicBezTo>
                    <a:pt x="833" y="668"/>
                    <a:pt x="834" y="667"/>
                    <a:pt x="834" y="667"/>
                  </a:cubicBezTo>
                  <a:cubicBezTo>
                    <a:pt x="869" y="667"/>
                    <a:pt x="869" y="667"/>
                    <a:pt x="869" y="667"/>
                  </a:cubicBezTo>
                  <a:cubicBezTo>
                    <a:pt x="869" y="667"/>
                    <a:pt x="870" y="668"/>
                    <a:pt x="870" y="668"/>
                  </a:cubicBezTo>
                  <a:cubicBezTo>
                    <a:pt x="900" y="698"/>
                    <a:pt x="900" y="698"/>
                    <a:pt x="900" y="698"/>
                  </a:cubicBezTo>
                  <a:cubicBezTo>
                    <a:pt x="900" y="698"/>
                    <a:pt x="901" y="699"/>
                    <a:pt x="901" y="699"/>
                  </a:cubicBezTo>
                  <a:lnTo>
                    <a:pt x="901" y="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9" name="Freeform 433"/>
            <p:cNvSpPr>
              <a:spLocks/>
            </p:cNvSpPr>
            <p:nvPr/>
          </p:nvSpPr>
          <p:spPr bwMode="auto">
            <a:xfrm flipV="1">
              <a:off x="-430211" y="4500561"/>
              <a:ext cx="3001962" cy="2413000"/>
            </a:xfrm>
            <a:custGeom>
              <a:avLst/>
              <a:gdLst>
                <a:gd name="T0" fmla="*/ 797 w 800"/>
                <a:gd name="T1" fmla="*/ 643 h 643"/>
                <a:gd name="T2" fmla="*/ 797 w 800"/>
                <a:gd name="T3" fmla="*/ 609 h 643"/>
                <a:gd name="T4" fmla="*/ 767 w 800"/>
                <a:gd name="T5" fmla="*/ 579 h 643"/>
                <a:gd name="T6" fmla="*/ 693 w 800"/>
                <a:gd name="T7" fmla="*/ 579 h 643"/>
                <a:gd name="T8" fmla="*/ 692 w 800"/>
                <a:gd name="T9" fmla="*/ 578 h 643"/>
                <a:gd name="T10" fmla="*/ 518 w 800"/>
                <a:gd name="T11" fmla="*/ 404 h 643"/>
                <a:gd name="T12" fmla="*/ 402 w 800"/>
                <a:gd name="T13" fmla="*/ 404 h 643"/>
                <a:gd name="T14" fmla="*/ 401 w 800"/>
                <a:gd name="T15" fmla="*/ 404 h 643"/>
                <a:gd name="T16" fmla="*/ 0 w 800"/>
                <a:gd name="T17" fmla="*/ 2 h 643"/>
                <a:gd name="T18" fmla="*/ 2 w 800"/>
                <a:gd name="T19" fmla="*/ 0 h 643"/>
                <a:gd name="T20" fmla="*/ 403 w 800"/>
                <a:gd name="T21" fmla="*/ 401 h 643"/>
                <a:gd name="T22" fmla="*/ 519 w 800"/>
                <a:gd name="T23" fmla="*/ 401 h 643"/>
                <a:gd name="T24" fmla="*/ 520 w 800"/>
                <a:gd name="T25" fmla="*/ 401 h 643"/>
                <a:gd name="T26" fmla="*/ 694 w 800"/>
                <a:gd name="T27" fmla="*/ 575 h 643"/>
                <a:gd name="T28" fmla="*/ 767 w 800"/>
                <a:gd name="T29" fmla="*/ 575 h 643"/>
                <a:gd name="T30" fmla="*/ 768 w 800"/>
                <a:gd name="T31" fmla="*/ 576 h 643"/>
                <a:gd name="T32" fmla="*/ 800 w 800"/>
                <a:gd name="T33" fmla="*/ 607 h 643"/>
                <a:gd name="T34" fmla="*/ 800 w 800"/>
                <a:gd name="T35" fmla="*/ 608 h 643"/>
                <a:gd name="T36" fmla="*/ 800 w 800"/>
                <a:gd name="T37" fmla="*/ 643 h 643"/>
                <a:gd name="T38" fmla="*/ 797 w 800"/>
                <a:gd name="T39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0" h="643">
                  <a:moveTo>
                    <a:pt x="797" y="643"/>
                  </a:moveTo>
                  <a:cubicBezTo>
                    <a:pt x="797" y="609"/>
                    <a:pt x="797" y="609"/>
                    <a:pt x="797" y="609"/>
                  </a:cubicBezTo>
                  <a:cubicBezTo>
                    <a:pt x="767" y="579"/>
                    <a:pt x="767" y="579"/>
                    <a:pt x="767" y="579"/>
                  </a:cubicBezTo>
                  <a:cubicBezTo>
                    <a:pt x="693" y="579"/>
                    <a:pt x="693" y="579"/>
                    <a:pt x="693" y="579"/>
                  </a:cubicBezTo>
                  <a:cubicBezTo>
                    <a:pt x="693" y="579"/>
                    <a:pt x="692" y="579"/>
                    <a:pt x="692" y="578"/>
                  </a:cubicBezTo>
                  <a:cubicBezTo>
                    <a:pt x="518" y="404"/>
                    <a:pt x="518" y="404"/>
                    <a:pt x="518" y="404"/>
                  </a:cubicBezTo>
                  <a:cubicBezTo>
                    <a:pt x="402" y="404"/>
                    <a:pt x="402" y="404"/>
                    <a:pt x="402" y="404"/>
                  </a:cubicBezTo>
                  <a:cubicBezTo>
                    <a:pt x="402" y="404"/>
                    <a:pt x="401" y="404"/>
                    <a:pt x="401" y="40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519" y="401"/>
                    <a:pt x="519" y="401"/>
                    <a:pt x="519" y="401"/>
                  </a:cubicBezTo>
                  <a:cubicBezTo>
                    <a:pt x="519" y="401"/>
                    <a:pt x="519" y="401"/>
                    <a:pt x="520" y="401"/>
                  </a:cubicBezTo>
                  <a:cubicBezTo>
                    <a:pt x="694" y="575"/>
                    <a:pt x="694" y="575"/>
                    <a:pt x="694" y="575"/>
                  </a:cubicBezTo>
                  <a:cubicBezTo>
                    <a:pt x="767" y="575"/>
                    <a:pt x="767" y="575"/>
                    <a:pt x="767" y="575"/>
                  </a:cubicBezTo>
                  <a:cubicBezTo>
                    <a:pt x="768" y="575"/>
                    <a:pt x="768" y="576"/>
                    <a:pt x="768" y="576"/>
                  </a:cubicBezTo>
                  <a:cubicBezTo>
                    <a:pt x="800" y="607"/>
                    <a:pt x="800" y="607"/>
                    <a:pt x="800" y="607"/>
                  </a:cubicBezTo>
                  <a:cubicBezTo>
                    <a:pt x="800" y="607"/>
                    <a:pt x="800" y="608"/>
                    <a:pt x="800" y="608"/>
                  </a:cubicBezTo>
                  <a:cubicBezTo>
                    <a:pt x="800" y="643"/>
                    <a:pt x="800" y="643"/>
                    <a:pt x="800" y="643"/>
                  </a:cubicBezTo>
                  <a:lnTo>
                    <a:pt x="797" y="64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0" name="Freeform 434"/>
            <p:cNvSpPr>
              <a:spLocks/>
            </p:cNvSpPr>
            <p:nvPr/>
          </p:nvSpPr>
          <p:spPr bwMode="auto">
            <a:xfrm flipV="1">
              <a:off x="-538161" y="4627561"/>
              <a:ext cx="2859087" cy="2176463"/>
            </a:xfrm>
            <a:custGeom>
              <a:avLst/>
              <a:gdLst>
                <a:gd name="T0" fmla="*/ 720 w 762"/>
                <a:gd name="T1" fmla="*/ 580 h 580"/>
                <a:gd name="T2" fmla="*/ 719 w 762"/>
                <a:gd name="T3" fmla="*/ 580 h 580"/>
                <a:gd name="T4" fmla="*/ 549 w 762"/>
                <a:gd name="T5" fmla="*/ 410 h 580"/>
                <a:gd name="T6" fmla="*/ 409 w 762"/>
                <a:gd name="T7" fmla="*/ 410 h 580"/>
                <a:gd name="T8" fmla="*/ 407 w 762"/>
                <a:gd name="T9" fmla="*/ 410 h 580"/>
                <a:gd name="T10" fmla="*/ 0 w 762"/>
                <a:gd name="T11" fmla="*/ 2 h 580"/>
                <a:gd name="T12" fmla="*/ 2 w 762"/>
                <a:gd name="T13" fmla="*/ 0 h 580"/>
                <a:gd name="T14" fmla="*/ 409 w 762"/>
                <a:gd name="T15" fmla="*/ 407 h 580"/>
                <a:gd name="T16" fmla="*/ 550 w 762"/>
                <a:gd name="T17" fmla="*/ 407 h 580"/>
                <a:gd name="T18" fmla="*/ 551 w 762"/>
                <a:gd name="T19" fmla="*/ 407 h 580"/>
                <a:gd name="T20" fmla="*/ 721 w 762"/>
                <a:gd name="T21" fmla="*/ 577 h 580"/>
                <a:gd name="T22" fmla="*/ 762 w 762"/>
                <a:gd name="T23" fmla="*/ 577 h 580"/>
                <a:gd name="T24" fmla="*/ 762 w 762"/>
                <a:gd name="T25" fmla="*/ 580 h 580"/>
                <a:gd name="T26" fmla="*/ 720 w 762"/>
                <a:gd name="T27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580">
                  <a:moveTo>
                    <a:pt x="720" y="580"/>
                  </a:moveTo>
                  <a:cubicBezTo>
                    <a:pt x="720" y="580"/>
                    <a:pt x="720" y="580"/>
                    <a:pt x="719" y="580"/>
                  </a:cubicBezTo>
                  <a:cubicBezTo>
                    <a:pt x="549" y="410"/>
                    <a:pt x="549" y="410"/>
                    <a:pt x="549" y="410"/>
                  </a:cubicBezTo>
                  <a:cubicBezTo>
                    <a:pt x="409" y="410"/>
                    <a:pt x="409" y="410"/>
                    <a:pt x="409" y="410"/>
                  </a:cubicBezTo>
                  <a:cubicBezTo>
                    <a:pt x="408" y="410"/>
                    <a:pt x="408" y="410"/>
                    <a:pt x="407" y="4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9" y="407"/>
                    <a:pt x="409" y="407"/>
                    <a:pt x="409" y="407"/>
                  </a:cubicBezTo>
                  <a:cubicBezTo>
                    <a:pt x="550" y="407"/>
                    <a:pt x="550" y="407"/>
                    <a:pt x="550" y="407"/>
                  </a:cubicBezTo>
                  <a:cubicBezTo>
                    <a:pt x="550" y="407"/>
                    <a:pt x="551" y="407"/>
                    <a:pt x="551" y="407"/>
                  </a:cubicBezTo>
                  <a:cubicBezTo>
                    <a:pt x="721" y="577"/>
                    <a:pt x="721" y="577"/>
                    <a:pt x="721" y="577"/>
                  </a:cubicBezTo>
                  <a:cubicBezTo>
                    <a:pt x="762" y="577"/>
                    <a:pt x="762" y="577"/>
                    <a:pt x="762" y="577"/>
                  </a:cubicBezTo>
                  <a:cubicBezTo>
                    <a:pt x="762" y="580"/>
                    <a:pt x="762" y="580"/>
                    <a:pt x="762" y="580"/>
                  </a:cubicBezTo>
                  <a:lnTo>
                    <a:pt x="720" y="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1" name="Freeform 435"/>
            <p:cNvSpPr>
              <a:spLocks/>
            </p:cNvSpPr>
            <p:nvPr/>
          </p:nvSpPr>
          <p:spPr bwMode="auto">
            <a:xfrm flipV="1">
              <a:off x="-639761" y="4435473"/>
              <a:ext cx="2806700" cy="2271713"/>
            </a:xfrm>
            <a:custGeom>
              <a:avLst/>
              <a:gdLst>
                <a:gd name="T0" fmla="*/ 745 w 748"/>
                <a:gd name="T1" fmla="*/ 605 h 605"/>
                <a:gd name="T2" fmla="*/ 683 w 748"/>
                <a:gd name="T3" fmla="*/ 543 h 605"/>
                <a:gd name="T4" fmla="*/ 637 w 748"/>
                <a:gd name="T5" fmla="*/ 543 h 605"/>
                <a:gd name="T6" fmla="*/ 635 w 748"/>
                <a:gd name="T7" fmla="*/ 543 h 605"/>
                <a:gd name="T8" fmla="*/ 512 w 748"/>
                <a:gd name="T9" fmla="*/ 419 h 605"/>
                <a:gd name="T10" fmla="*/ 375 w 748"/>
                <a:gd name="T11" fmla="*/ 419 h 605"/>
                <a:gd name="T12" fmla="*/ 374 w 748"/>
                <a:gd name="T13" fmla="*/ 419 h 605"/>
                <a:gd name="T14" fmla="*/ 341 w 748"/>
                <a:gd name="T15" fmla="*/ 386 h 605"/>
                <a:gd name="T16" fmla="*/ 340 w 748"/>
                <a:gd name="T17" fmla="*/ 385 h 605"/>
                <a:gd name="T18" fmla="*/ 340 w 748"/>
                <a:gd name="T19" fmla="*/ 343 h 605"/>
                <a:gd name="T20" fmla="*/ 0 w 748"/>
                <a:gd name="T21" fmla="*/ 3 h 605"/>
                <a:gd name="T22" fmla="*/ 3 w 748"/>
                <a:gd name="T23" fmla="*/ 0 h 605"/>
                <a:gd name="T24" fmla="*/ 343 w 748"/>
                <a:gd name="T25" fmla="*/ 341 h 605"/>
                <a:gd name="T26" fmla="*/ 344 w 748"/>
                <a:gd name="T27" fmla="*/ 342 h 605"/>
                <a:gd name="T28" fmla="*/ 344 w 748"/>
                <a:gd name="T29" fmla="*/ 384 h 605"/>
                <a:gd name="T30" fmla="*/ 376 w 748"/>
                <a:gd name="T31" fmla="*/ 416 h 605"/>
                <a:gd name="T32" fmla="*/ 513 w 748"/>
                <a:gd name="T33" fmla="*/ 416 h 605"/>
                <a:gd name="T34" fmla="*/ 514 w 748"/>
                <a:gd name="T35" fmla="*/ 417 h 605"/>
                <a:gd name="T36" fmla="*/ 637 w 748"/>
                <a:gd name="T37" fmla="*/ 540 h 605"/>
                <a:gd name="T38" fmla="*/ 683 w 748"/>
                <a:gd name="T39" fmla="*/ 540 h 605"/>
                <a:gd name="T40" fmla="*/ 685 w 748"/>
                <a:gd name="T41" fmla="*/ 540 h 605"/>
                <a:gd name="T42" fmla="*/ 748 w 748"/>
                <a:gd name="T43" fmla="*/ 603 h 605"/>
                <a:gd name="T44" fmla="*/ 745 w 748"/>
                <a:gd name="T45" fmla="*/ 60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8" h="605">
                  <a:moveTo>
                    <a:pt x="745" y="605"/>
                  </a:moveTo>
                  <a:cubicBezTo>
                    <a:pt x="683" y="543"/>
                    <a:pt x="683" y="543"/>
                    <a:pt x="683" y="543"/>
                  </a:cubicBezTo>
                  <a:cubicBezTo>
                    <a:pt x="637" y="543"/>
                    <a:pt x="637" y="543"/>
                    <a:pt x="637" y="543"/>
                  </a:cubicBezTo>
                  <a:cubicBezTo>
                    <a:pt x="636" y="543"/>
                    <a:pt x="636" y="543"/>
                    <a:pt x="635" y="543"/>
                  </a:cubicBezTo>
                  <a:cubicBezTo>
                    <a:pt x="512" y="419"/>
                    <a:pt x="512" y="419"/>
                    <a:pt x="512" y="419"/>
                  </a:cubicBezTo>
                  <a:cubicBezTo>
                    <a:pt x="375" y="419"/>
                    <a:pt x="375" y="419"/>
                    <a:pt x="375" y="419"/>
                  </a:cubicBezTo>
                  <a:cubicBezTo>
                    <a:pt x="375" y="419"/>
                    <a:pt x="374" y="419"/>
                    <a:pt x="374" y="419"/>
                  </a:cubicBezTo>
                  <a:cubicBezTo>
                    <a:pt x="341" y="386"/>
                    <a:pt x="341" y="386"/>
                    <a:pt x="341" y="386"/>
                  </a:cubicBezTo>
                  <a:cubicBezTo>
                    <a:pt x="341" y="386"/>
                    <a:pt x="340" y="385"/>
                    <a:pt x="340" y="385"/>
                  </a:cubicBezTo>
                  <a:cubicBezTo>
                    <a:pt x="340" y="343"/>
                    <a:pt x="340" y="343"/>
                    <a:pt x="340" y="34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3" y="341"/>
                    <a:pt x="343" y="341"/>
                    <a:pt x="343" y="341"/>
                  </a:cubicBezTo>
                  <a:cubicBezTo>
                    <a:pt x="344" y="341"/>
                    <a:pt x="344" y="342"/>
                    <a:pt x="344" y="342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76" y="416"/>
                    <a:pt x="376" y="416"/>
                    <a:pt x="376" y="416"/>
                  </a:cubicBezTo>
                  <a:cubicBezTo>
                    <a:pt x="513" y="416"/>
                    <a:pt x="513" y="416"/>
                    <a:pt x="513" y="416"/>
                  </a:cubicBezTo>
                  <a:cubicBezTo>
                    <a:pt x="513" y="416"/>
                    <a:pt x="514" y="416"/>
                    <a:pt x="514" y="417"/>
                  </a:cubicBezTo>
                  <a:cubicBezTo>
                    <a:pt x="637" y="540"/>
                    <a:pt x="637" y="540"/>
                    <a:pt x="637" y="540"/>
                  </a:cubicBezTo>
                  <a:cubicBezTo>
                    <a:pt x="683" y="540"/>
                    <a:pt x="683" y="540"/>
                    <a:pt x="683" y="540"/>
                  </a:cubicBezTo>
                  <a:cubicBezTo>
                    <a:pt x="684" y="540"/>
                    <a:pt x="684" y="540"/>
                    <a:pt x="685" y="540"/>
                  </a:cubicBezTo>
                  <a:cubicBezTo>
                    <a:pt x="748" y="603"/>
                    <a:pt x="748" y="603"/>
                    <a:pt x="748" y="603"/>
                  </a:cubicBezTo>
                  <a:lnTo>
                    <a:pt x="745" y="605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2" name="Freeform 436"/>
            <p:cNvSpPr>
              <a:spLocks/>
            </p:cNvSpPr>
            <p:nvPr/>
          </p:nvSpPr>
          <p:spPr bwMode="auto">
            <a:xfrm flipV="1">
              <a:off x="-835023" y="4233861"/>
              <a:ext cx="3152775" cy="2292350"/>
            </a:xfrm>
            <a:custGeom>
              <a:avLst/>
              <a:gdLst>
                <a:gd name="T0" fmla="*/ 840 w 840"/>
                <a:gd name="T1" fmla="*/ 611 h 611"/>
                <a:gd name="T2" fmla="*/ 800 w 840"/>
                <a:gd name="T3" fmla="*/ 611 h 611"/>
                <a:gd name="T4" fmla="*/ 796 w 840"/>
                <a:gd name="T5" fmla="*/ 609 h 611"/>
                <a:gd name="T6" fmla="*/ 718 w 840"/>
                <a:gd name="T7" fmla="*/ 531 h 611"/>
                <a:gd name="T8" fmla="*/ 665 w 840"/>
                <a:gd name="T9" fmla="*/ 531 h 611"/>
                <a:gd name="T10" fmla="*/ 661 w 840"/>
                <a:gd name="T11" fmla="*/ 530 h 611"/>
                <a:gd name="T12" fmla="*/ 542 w 840"/>
                <a:gd name="T13" fmla="*/ 410 h 611"/>
                <a:gd name="T14" fmla="*/ 405 w 840"/>
                <a:gd name="T15" fmla="*/ 410 h 611"/>
                <a:gd name="T16" fmla="*/ 402 w 840"/>
                <a:gd name="T17" fmla="*/ 409 h 611"/>
                <a:gd name="T18" fmla="*/ 0 w 840"/>
                <a:gd name="T19" fmla="*/ 7 h 611"/>
                <a:gd name="T20" fmla="*/ 7 w 840"/>
                <a:gd name="T21" fmla="*/ 0 h 611"/>
                <a:gd name="T22" fmla="*/ 407 w 840"/>
                <a:gd name="T23" fmla="*/ 400 h 611"/>
                <a:gd name="T24" fmla="*/ 544 w 840"/>
                <a:gd name="T25" fmla="*/ 400 h 611"/>
                <a:gd name="T26" fmla="*/ 548 w 840"/>
                <a:gd name="T27" fmla="*/ 401 h 611"/>
                <a:gd name="T28" fmla="*/ 667 w 840"/>
                <a:gd name="T29" fmla="*/ 521 h 611"/>
                <a:gd name="T30" fmla="*/ 721 w 840"/>
                <a:gd name="T31" fmla="*/ 521 h 611"/>
                <a:gd name="T32" fmla="*/ 724 w 840"/>
                <a:gd name="T33" fmla="*/ 522 h 611"/>
                <a:gd name="T34" fmla="*/ 802 w 840"/>
                <a:gd name="T35" fmla="*/ 600 h 611"/>
                <a:gd name="T36" fmla="*/ 840 w 840"/>
                <a:gd name="T37" fmla="*/ 600 h 611"/>
                <a:gd name="T38" fmla="*/ 840 w 84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40" h="611">
                  <a:moveTo>
                    <a:pt x="840" y="611"/>
                  </a:moveTo>
                  <a:cubicBezTo>
                    <a:pt x="800" y="611"/>
                    <a:pt x="800" y="611"/>
                    <a:pt x="800" y="611"/>
                  </a:cubicBezTo>
                  <a:cubicBezTo>
                    <a:pt x="799" y="611"/>
                    <a:pt x="797" y="610"/>
                    <a:pt x="796" y="609"/>
                  </a:cubicBezTo>
                  <a:cubicBezTo>
                    <a:pt x="718" y="531"/>
                    <a:pt x="718" y="531"/>
                    <a:pt x="718" y="531"/>
                  </a:cubicBezTo>
                  <a:cubicBezTo>
                    <a:pt x="665" y="531"/>
                    <a:pt x="665" y="531"/>
                    <a:pt x="665" y="531"/>
                  </a:cubicBezTo>
                  <a:cubicBezTo>
                    <a:pt x="664" y="531"/>
                    <a:pt x="662" y="531"/>
                    <a:pt x="661" y="530"/>
                  </a:cubicBezTo>
                  <a:cubicBezTo>
                    <a:pt x="542" y="410"/>
                    <a:pt x="542" y="410"/>
                    <a:pt x="542" y="410"/>
                  </a:cubicBezTo>
                  <a:cubicBezTo>
                    <a:pt x="405" y="410"/>
                    <a:pt x="405" y="410"/>
                    <a:pt x="405" y="410"/>
                  </a:cubicBezTo>
                  <a:cubicBezTo>
                    <a:pt x="404" y="410"/>
                    <a:pt x="403" y="410"/>
                    <a:pt x="402" y="40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07" y="400"/>
                    <a:pt x="407" y="400"/>
                    <a:pt x="407" y="400"/>
                  </a:cubicBezTo>
                  <a:cubicBezTo>
                    <a:pt x="544" y="400"/>
                    <a:pt x="544" y="400"/>
                    <a:pt x="544" y="400"/>
                  </a:cubicBezTo>
                  <a:cubicBezTo>
                    <a:pt x="545" y="400"/>
                    <a:pt x="547" y="400"/>
                    <a:pt x="548" y="401"/>
                  </a:cubicBezTo>
                  <a:cubicBezTo>
                    <a:pt x="667" y="521"/>
                    <a:pt x="667" y="521"/>
                    <a:pt x="667" y="521"/>
                  </a:cubicBezTo>
                  <a:cubicBezTo>
                    <a:pt x="721" y="521"/>
                    <a:pt x="721" y="521"/>
                    <a:pt x="721" y="521"/>
                  </a:cubicBezTo>
                  <a:cubicBezTo>
                    <a:pt x="722" y="521"/>
                    <a:pt x="723" y="521"/>
                    <a:pt x="724" y="522"/>
                  </a:cubicBezTo>
                  <a:cubicBezTo>
                    <a:pt x="802" y="600"/>
                    <a:pt x="802" y="600"/>
                    <a:pt x="802" y="600"/>
                  </a:cubicBezTo>
                  <a:cubicBezTo>
                    <a:pt x="840" y="600"/>
                    <a:pt x="840" y="600"/>
                    <a:pt x="840" y="600"/>
                  </a:cubicBezTo>
                  <a:lnTo>
                    <a:pt x="84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3" name="Freeform 437"/>
            <p:cNvSpPr>
              <a:spLocks/>
            </p:cNvSpPr>
            <p:nvPr/>
          </p:nvSpPr>
          <p:spPr bwMode="auto">
            <a:xfrm flipV="1">
              <a:off x="-1131886" y="4090986"/>
              <a:ext cx="2949575" cy="2120900"/>
            </a:xfrm>
            <a:custGeom>
              <a:avLst/>
              <a:gdLst>
                <a:gd name="T0" fmla="*/ 786 w 786"/>
                <a:gd name="T1" fmla="*/ 565 h 565"/>
                <a:gd name="T2" fmla="*/ 782 w 786"/>
                <a:gd name="T3" fmla="*/ 565 h 565"/>
                <a:gd name="T4" fmla="*/ 782 w 786"/>
                <a:gd name="T5" fmla="*/ 517 h 565"/>
                <a:gd name="T6" fmla="*/ 621 w 786"/>
                <a:gd name="T7" fmla="*/ 356 h 565"/>
                <a:gd name="T8" fmla="*/ 354 w 786"/>
                <a:gd name="T9" fmla="*/ 356 h 565"/>
                <a:gd name="T10" fmla="*/ 353 w 786"/>
                <a:gd name="T11" fmla="*/ 355 h 565"/>
                <a:gd name="T12" fmla="*/ 0 w 786"/>
                <a:gd name="T13" fmla="*/ 2 h 565"/>
                <a:gd name="T14" fmla="*/ 2 w 786"/>
                <a:gd name="T15" fmla="*/ 0 h 565"/>
                <a:gd name="T16" fmla="*/ 355 w 786"/>
                <a:gd name="T17" fmla="*/ 352 h 565"/>
                <a:gd name="T18" fmla="*/ 622 w 786"/>
                <a:gd name="T19" fmla="*/ 352 h 565"/>
                <a:gd name="T20" fmla="*/ 623 w 786"/>
                <a:gd name="T21" fmla="*/ 353 h 565"/>
                <a:gd name="T22" fmla="*/ 785 w 786"/>
                <a:gd name="T23" fmla="*/ 515 h 565"/>
                <a:gd name="T24" fmla="*/ 786 w 786"/>
                <a:gd name="T25" fmla="*/ 516 h 565"/>
                <a:gd name="T26" fmla="*/ 786 w 786"/>
                <a:gd name="T27" fmla="*/ 565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6" h="565">
                  <a:moveTo>
                    <a:pt x="786" y="565"/>
                  </a:moveTo>
                  <a:cubicBezTo>
                    <a:pt x="782" y="565"/>
                    <a:pt x="782" y="565"/>
                    <a:pt x="782" y="565"/>
                  </a:cubicBezTo>
                  <a:cubicBezTo>
                    <a:pt x="782" y="517"/>
                    <a:pt x="782" y="517"/>
                    <a:pt x="782" y="517"/>
                  </a:cubicBezTo>
                  <a:cubicBezTo>
                    <a:pt x="621" y="356"/>
                    <a:pt x="621" y="356"/>
                    <a:pt x="621" y="356"/>
                  </a:cubicBezTo>
                  <a:cubicBezTo>
                    <a:pt x="354" y="356"/>
                    <a:pt x="354" y="356"/>
                    <a:pt x="354" y="356"/>
                  </a:cubicBezTo>
                  <a:cubicBezTo>
                    <a:pt x="354" y="356"/>
                    <a:pt x="354" y="356"/>
                    <a:pt x="353" y="35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55" y="352"/>
                    <a:pt x="355" y="352"/>
                    <a:pt x="355" y="352"/>
                  </a:cubicBezTo>
                  <a:cubicBezTo>
                    <a:pt x="622" y="352"/>
                    <a:pt x="622" y="352"/>
                    <a:pt x="622" y="352"/>
                  </a:cubicBezTo>
                  <a:cubicBezTo>
                    <a:pt x="622" y="352"/>
                    <a:pt x="623" y="353"/>
                    <a:pt x="623" y="353"/>
                  </a:cubicBezTo>
                  <a:cubicBezTo>
                    <a:pt x="785" y="515"/>
                    <a:pt x="785" y="515"/>
                    <a:pt x="785" y="515"/>
                  </a:cubicBezTo>
                  <a:cubicBezTo>
                    <a:pt x="786" y="515"/>
                    <a:pt x="786" y="516"/>
                    <a:pt x="786" y="516"/>
                  </a:cubicBezTo>
                  <a:lnTo>
                    <a:pt x="786" y="5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4" name="Freeform 438"/>
            <p:cNvSpPr>
              <a:spLocks/>
            </p:cNvSpPr>
            <p:nvPr/>
          </p:nvSpPr>
          <p:spPr bwMode="auto">
            <a:xfrm flipV="1">
              <a:off x="-1330323" y="3827461"/>
              <a:ext cx="3370262" cy="2189163"/>
            </a:xfrm>
            <a:custGeom>
              <a:avLst/>
              <a:gdLst>
                <a:gd name="T0" fmla="*/ 843 w 898"/>
                <a:gd name="T1" fmla="*/ 583 h 583"/>
                <a:gd name="T2" fmla="*/ 842 w 898"/>
                <a:gd name="T3" fmla="*/ 582 h 583"/>
                <a:gd name="T4" fmla="*/ 753 w 898"/>
                <a:gd name="T5" fmla="*/ 493 h 583"/>
                <a:gd name="T6" fmla="*/ 752 w 898"/>
                <a:gd name="T7" fmla="*/ 492 h 583"/>
                <a:gd name="T8" fmla="*/ 752 w 898"/>
                <a:gd name="T9" fmla="*/ 428 h 583"/>
                <a:gd name="T10" fmla="*/ 666 w 898"/>
                <a:gd name="T11" fmla="*/ 342 h 583"/>
                <a:gd name="T12" fmla="*/ 341 w 898"/>
                <a:gd name="T13" fmla="*/ 342 h 583"/>
                <a:gd name="T14" fmla="*/ 339 w 898"/>
                <a:gd name="T15" fmla="*/ 342 h 583"/>
                <a:gd name="T16" fmla="*/ 0 w 898"/>
                <a:gd name="T17" fmla="*/ 3 h 583"/>
                <a:gd name="T18" fmla="*/ 3 w 898"/>
                <a:gd name="T19" fmla="*/ 0 h 583"/>
                <a:gd name="T20" fmla="*/ 341 w 898"/>
                <a:gd name="T21" fmla="*/ 339 h 583"/>
                <a:gd name="T22" fmla="*/ 666 w 898"/>
                <a:gd name="T23" fmla="*/ 339 h 583"/>
                <a:gd name="T24" fmla="*/ 668 w 898"/>
                <a:gd name="T25" fmla="*/ 339 h 583"/>
                <a:gd name="T26" fmla="*/ 755 w 898"/>
                <a:gd name="T27" fmla="*/ 426 h 583"/>
                <a:gd name="T28" fmla="*/ 755 w 898"/>
                <a:gd name="T29" fmla="*/ 428 h 583"/>
                <a:gd name="T30" fmla="*/ 755 w 898"/>
                <a:gd name="T31" fmla="*/ 491 h 583"/>
                <a:gd name="T32" fmla="*/ 844 w 898"/>
                <a:gd name="T33" fmla="*/ 579 h 583"/>
                <a:gd name="T34" fmla="*/ 886 w 898"/>
                <a:gd name="T35" fmla="*/ 579 h 583"/>
                <a:gd name="T36" fmla="*/ 895 w 898"/>
                <a:gd name="T37" fmla="*/ 570 h 583"/>
                <a:gd name="T38" fmla="*/ 898 w 898"/>
                <a:gd name="T39" fmla="*/ 572 h 583"/>
                <a:gd name="T40" fmla="*/ 888 w 898"/>
                <a:gd name="T41" fmla="*/ 582 h 583"/>
                <a:gd name="T42" fmla="*/ 887 w 898"/>
                <a:gd name="T43" fmla="*/ 583 h 583"/>
                <a:gd name="T44" fmla="*/ 843 w 898"/>
                <a:gd name="T45" fmla="*/ 58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583">
                  <a:moveTo>
                    <a:pt x="843" y="583"/>
                  </a:moveTo>
                  <a:cubicBezTo>
                    <a:pt x="842" y="583"/>
                    <a:pt x="842" y="583"/>
                    <a:pt x="842" y="582"/>
                  </a:cubicBezTo>
                  <a:cubicBezTo>
                    <a:pt x="753" y="493"/>
                    <a:pt x="753" y="493"/>
                    <a:pt x="753" y="493"/>
                  </a:cubicBezTo>
                  <a:cubicBezTo>
                    <a:pt x="752" y="493"/>
                    <a:pt x="752" y="492"/>
                    <a:pt x="752" y="492"/>
                  </a:cubicBezTo>
                  <a:cubicBezTo>
                    <a:pt x="752" y="428"/>
                    <a:pt x="752" y="428"/>
                    <a:pt x="752" y="428"/>
                  </a:cubicBezTo>
                  <a:cubicBezTo>
                    <a:pt x="666" y="342"/>
                    <a:pt x="666" y="342"/>
                    <a:pt x="666" y="342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0" y="342"/>
                    <a:pt x="340" y="342"/>
                    <a:pt x="339" y="34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1" y="339"/>
                    <a:pt x="341" y="339"/>
                    <a:pt x="341" y="339"/>
                  </a:cubicBezTo>
                  <a:cubicBezTo>
                    <a:pt x="666" y="339"/>
                    <a:pt x="666" y="339"/>
                    <a:pt x="666" y="339"/>
                  </a:cubicBezTo>
                  <a:cubicBezTo>
                    <a:pt x="667" y="339"/>
                    <a:pt x="667" y="339"/>
                    <a:pt x="668" y="339"/>
                  </a:cubicBezTo>
                  <a:cubicBezTo>
                    <a:pt x="755" y="426"/>
                    <a:pt x="755" y="426"/>
                    <a:pt x="755" y="426"/>
                  </a:cubicBezTo>
                  <a:cubicBezTo>
                    <a:pt x="755" y="427"/>
                    <a:pt x="755" y="427"/>
                    <a:pt x="755" y="428"/>
                  </a:cubicBezTo>
                  <a:cubicBezTo>
                    <a:pt x="755" y="491"/>
                    <a:pt x="755" y="491"/>
                    <a:pt x="755" y="491"/>
                  </a:cubicBezTo>
                  <a:cubicBezTo>
                    <a:pt x="844" y="579"/>
                    <a:pt x="844" y="579"/>
                    <a:pt x="844" y="579"/>
                  </a:cubicBezTo>
                  <a:cubicBezTo>
                    <a:pt x="886" y="579"/>
                    <a:pt x="886" y="579"/>
                    <a:pt x="886" y="579"/>
                  </a:cubicBezTo>
                  <a:cubicBezTo>
                    <a:pt x="895" y="570"/>
                    <a:pt x="895" y="570"/>
                    <a:pt x="895" y="570"/>
                  </a:cubicBezTo>
                  <a:cubicBezTo>
                    <a:pt x="898" y="572"/>
                    <a:pt x="898" y="572"/>
                    <a:pt x="898" y="572"/>
                  </a:cubicBezTo>
                  <a:cubicBezTo>
                    <a:pt x="888" y="582"/>
                    <a:pt x="888" y="582"/>
                    <a:pt x="888" y="582"/>
                  </a:cubicBezTo>
                  <a:cubicBezTo>
                    <a:pt x="887" y="583"/>
                    <a:pt x="887" y="583"/>
                    <a:pt x="887" y="583"/>
                  </a:cubicBezTo>
                  <a:lnTo>
                    <a:pt x="843" y="5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5" name="Freeform 439"/>
            <p:cNvSpPr>
              <a:spLocks/>
            </p:cNvSpPr>
            <p:nvPr/>
          </p:nvSpPr>
          <p:spPr bwMode="auto">
            <a:xfrm flipV="1">
              <a:off x="-1619248" y="3881436"/>
              <a:ext cx="3205162" cy="1846263"/>
            </a:xfrm>
            <a:custGeom>
              <a:avLst/>
              <a:gdLst>
                <a:gd name="T0" fmla="*/ 671 w 854"/>
                <a:gd name="T1" fmla="*/ 312 h 492"/>
                <a:gd name="T2" fmla="*/ 654 w 854"/>
                <a:gd name="T3" fmla="*/ 315 h 492"/>
                <a:gd name="T4" fmla="*/ 722 w 854"/>
                <a:gd name="T5" fmla="*/ 392 h 492"/>
                <a:gd name="T6" fmla="*/ 723 w 854"/>
                <a:gd name="T7" fmla="*/ 402 h 492"/>
                <a:gd name="T8" fmla="*/ 715 w 854"/>
                <a:gd name="T9" fmla="*/ 410 h 492"/>
                <a:gd name="T10" fmla="*/ 705 w 854"/>
                <a:gd name="T11" fmla="*/ 410 h 492"/>
                <a:gd name="T12" fmla="*/ 603 w 854"/>
                <a:gd name="T13" fmla="*/ 309 h 492"/>
                <a:gd name="T14" fmla="*/ 469 w 854"/>
                <a:gd name="T15" fmla="*/ 319 h 492"/>
                <a:gd name="T16" fmla="*/ 475 w 854"/>
                <a:gd name="T17" fmla="*/ 333 h 492"/>
                <a:gd name="T18" fmla="*/ 575 w 854"/>
                <a:gd name="T19" fmla="*/ 333 h 492"/>
                <a:gd name="T20" fmla="*/ 583 w 854"/>
                <a:gd name="T21" fmla="*/ 342 h 492"/>
                <a:gd name="T22" fmla="*/ 583 w 854"/>
                <a:gd name="T23" fmla="*/ 353 h 492"/>
                <a:gd name="T24" fmla="*/ 573 w 854"/>
                <a:gd name="T25" fmla="*/ 362 h 492"/>
                <a:gd name="T26" fmla="*/ 354 w 854"/>
                <a:gd name="T27" fmla="*/ 362 h 492"/>
                <a:gd name="T28" fmla="*/ 247 w 854"/>
                <a:gd name="T29" fmla="*/ 255 h 492"/>
                <a:gd name="T30" fmla="*/ 248 w 854"/>
                <a:gd name="T31" fmla="*/ 240 h 492"/>
                <a:gd name="T32" fmla="*/ 259 w 854"/>
                <a:gd name="T33" fmla="*/ 229 h 492"/>
                <a:gd name="T34" fmla="*/ 273 w 854"/>
                <a:gd name="T35" fmla="*/ 230 h 492"/>
                <a:gd name="T36" fmla="*/ 387 w 854"/>
                <a:gd name="T37" fmla="*/ 332 h 492"/>
                <a:gd name="T38" fmla="*/ 397 w 854"/>
                <a:gd name="T39" fmla="*/ 311 h 492"/>
                <a:gd name="T40" fmla="*/ 118 w 854"/>
                <a:gd name="T41" fmla="*/ 43 h 492"/>
                <a:gd name="T42" fmla="*/ 108 w 854"/>
                <a:gd name="T43" fmla="*/ 65 h 492"/>
                <a:gd name="T44" fmla="*/ 199 w 854"/>
                <a:gd name="T45" fmla="*/ 157 h 492"/>
                <a:gd name="T46" fmla="*/ 199 w 854"/>
                <a:gd name="T47" fmla="*/ 167 h 492"/>
                <a:gd name="T48" fmla="*/ 187 w 854"/>
                <a:gd name="T49" fmla="*/ 178 h 492"/>
                <a:gd name="T50" fmla="*/ 176 w 854"/>
                <a:gd name="T51" fmla="*/ 178 h 492"/>
                <a:gd name="T52" fmla="*/ 0 w 854"/>
                <a:gd name="T53" fmla="*/ 3 h 492"/>
                <a:gd name="T54" fmla="*/ 177 w 854"/>
                <a:gd name="T55" fmla="*/ 174 h 492"/>
                <a:gd name="T56" fmla="*/ 196 w 854"/>
                <a:gd name="T57" fmla="*/ 165 h 492"/>
                <a:gd name="T58" fmla="*/ 105 w 854"/>
                <a:gd name="T59" fmla="*/ 67 h 492"/>
                <a:gd name="T60" fmla="*/ 104 w 854"/>
                <a:gd name="T61" fmla="*/ 53 h 492"/>
                <a:gd name="T62" fmla="*/ 116 w 854"/>
                <a:gd name="T63" fmla="*/ 40 h 492"/>
                <a:gd name="T64" fmla="*/ 130 w 854"/>
                <a:gd name="T65" fmla="*/ 40 h 492"/>
                <a:gd name="T66" fmla="*/ 400 w 854"/>
                <a:gd name="T67" fmla="*/ 309 h 492"/>
                <a:gd name="T68" fmla="*/ 400 w 854"/>
                <a:gd name="T69" fmla="*/ 323 h 492"/>
                <a:gd name="T70" fmla="*/ 389 w 854"/>
                <a:gd name="T71" fmla="*/ 335 h 492"/>
                <a:gd name="T72" fmla="*/ 374 w 854"/>
                <a:gd name="T73" fmla="*/ 335 h 492"/>
                <a:gd name="T74" fmla="*/ 271 w 854"/>
                <a:gd name="T75" fmla="*/ 233 h 492"/>
                <a:gd name="T76" fmla="*/ 251 w 854"/>
                <a:gd name="T77" fmla="*/ 242 h 492"/>
                <a:gd name="T78" fmla="*/ 356 w 854"/>
                <a:gd name="T79" fmla="*/ 359 h 492"/>
                <a:gd name="T80" fmla="*/ 580 w 854"/>
                <a:gd name="T81" fmla="*/ 351 h 492"/>
                <a:gd name="T82" fmla="*/ 573 w 854"/>
                <a:gd name="T83" fmla="*/ 336 h 492"/>
                <a:gd name="T84" fmla="*/ 473 w 854"/>
                <a:gd name="T85" fmla="*/ 336 h 492"/>
                <a:gd name="T86" fmla="*/ 465 w 854"/>
                <a:gd name="T87" fmla="*/ 327 h 492"/>
                <a:gd name="T88" fmla="*/ 466 w 854"/>
                <a:gd name="T89" fmla="*/ 317 h 492"/>
                <a:gd name="T90" fmla="*/ 478 w 854"/>
                <a:gd name="T91" fmla="*/ 306 h 492"/>
                <a:gd name="T92" fmla="*/ 605 w 854"/>
                <a:gd name="T93" fmla="*/ 306 h 492"/>
                <a:gd name="T94" fmla="*/ 713 w 854"/>
                <a:gd name="T95" fmla="*/ 407 h 492"/>
                <a:gd name="T96" fmla="*/ 720 w 854"/>
                <a:gd name="T97" fmla="*/ 394 h 492"/>
                <a:gd name="T98" fmla="*/ 651 w 854"/>
                <a:gd name="T99" fmla="*/ 324 h 492"/>
                <a:gd name="T100" fmla="*/ 651 w 854"/>
                <a:gd name="T101" fmla="*/ 313 h 492"/>
                <a:gd name="T102" fmla="*/ 657 w 854"/>
                <a:gd name="T103" fmla="*/ 308 h 492"/>
                <a:gd name="T104" fmla="*/ 672 w 854"/>
                <a:gd name="T105" fmla="*/ 309 h 492"/>
                <a:gd name="T106" fmla="*/ 851 w 854"/>
                <a:gd name="T107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54" h="492">
                  <a:moveTo>
                    <a:pt x="851" y="492"/>
                  </a:moveTo>
                  <a:cubicBezTo>
                    <a:pt x="671" y="312"/>
                    <a:pt x="671" y="312"/>
                    <a:pt x="671" y="312"/>
                  </a:cubicBezTo>
                  <a:cubicBezTo>
                    <a:pt x="658" y="312"/>
                    <a:pt x="658" y="312"/>
                    <a:pt x="658" y="312"/>
                  </a:cubicBezTo>
                  <a:cubicBezTo>
                    <a:pt x="654" y="315"/>
                    <a:pt x="654" y="315"/>
                    <a:pt x="654" y="315"/>
                  </a:cubicBezTo>
                  <a:cubicBezTo>
                    <a:pt x="654" y="324"/>
                    <a:pt x="654" y="324"/>
                    <a:pt x="654" y="324"/>
                  </a:cubicBezTo>
                  <a:cubicBezTo>
                    <a:pt x="722" y="392"/>
                    <a:pt x="722" y="392"/>
                    <a:pt x="722" y="392"/>
                  </a:cubicBezTo>
                  <a:cubicBezTo>
                    <a:pt x="723" y="392"/>
                    <a:pt x="723" y="393"/>
                    <a:pt x="723" y="393"/>
                  </a:cubicBezTo>
                  <a:cubicBezTo>
                    <a:pt x="723" y="402"/>
                    <a:pt x="723" y="402"/>
                    <a:pt x="723" y="402"/>
                  </a:cubicBezTo>
                  <a:cubicBezTo>
                    <a:pt x="723" y="402"/>
                    <a:pt x="723" y="402"/>
                    <a:pt x="722" y="403"/>
                  </a:cubicBezTo>
                  <a:cubicBezTo>
                    <a:pt x="715" y="410"/>
                    <a:pt x="715" y="410"/>
                    <a:pt x="715" y="410"/>
                  </a:cubicBezTo>
                  <a:cubicBezTo>
                    <a:pt x="715" y="410"/>
                    <a:pt x="715" y="410"/>
                    <a:pt x="714" y="410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704" y="410"/>
                    <a:pt x="704" y="410"/>
                    <a:pt x="704" y="410"/>
                  </a:cubicBezTo>
                  <a:cubicBezTo>
                    <a:pt x="603" y="309"/>
                    <a:pt x="603" y="309"/>
                    <a:pt x="603" y="309"/>
                  </a:cubicBezTo>
                  <a:cubicBezTo>
                    <a:pt x="479" y="309"/>
                    <a:pt x="479" y="309"/>
                    <a:pt x="479" y="309"/>
                  </a:cubicBezTo>
                  <a:cubicBezTo>
                    <a:pt x="469" y="319"/>
                    <a:pt x="469" y="319"/>
                    <a:pt x="469" y="319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75" y="333"/>
                    <a:pt x="475" y="333"/>
                    <a:pt x="475" y="333"/>
                  </a:cubicBezTo>
                  <a:cubicBezTo>
                    <a:pt x="574" y="333"/>
                    <a:pt x="574" y="333"/>
                    <a:pt x="574" y="333"/>
                  </a:cubicBezTo>
                  <a:cubicBezTo>
                    <a:pt x="574" y="333"/>
                    <a:pt x="575" y="333"/>
                    <a:pt x="575" y="333"/>
                  </a:cubicBezTo>
                  <a:cubicBezTo>
                    <a:pt x="583" y="341"/>
                    <a:pt x="583" y="341"/>
                    <a:pt x="583" y="341"/>
                  </a:cubicBezTo>
                  <a:cubicBezTo>
                    <a:pt x="583" y="341"/>
                    <a:pt x="583" y="342"/>
                    <a:pt x="583" y="342"/>
                  </a:cubicBezTo>
                  <a:cubicBezTo>
                    <a:pt x="583" y="352"/>
                    <a:pt x="583" y="352"/>
                    <a:pt x="583" y="352"/>
                  </a:cubicBezTo>
                  <a:cubicBezTo>
                    <a:pt x="583" y="352"/>
                    <a:pt x="583" y="353"/>
                    <a:pt x="583" y="353"/>
                  </a:cubicBezTo>
                  <a:cubicBezTo>
                    <a:pt x="574" y="362"/>
                    <a:pt x="574" y="362"/>
                    <a:pt x="574" y="362"/>
                  </a:cubicBezTo>
                  <a:cubicBezTo>
                    <a:pt x="574" y="362"/>
                    <a:pt x="573" y="362"/>
                    <a:pt x="573" y="362"/>
                  </a:cubicBezTo>
                  <a:cubicBezTo>
                    <a:pt x="355" y="362"/>
                    <a:pt x="355" y="362"/>
                    <a:pt x="355" y="362"/>
                  </a:cubicBezTo>
                  <a:cubicBezTo>
                    <a:pt x="355" y="362"/>
                    <a:pt x="354" y="362"/>
                    <a:pt x="354" y="362"/>
                  </a:cubicBezTo>
                  <a:cubicBezTo>
                    <a:pt x="248" y="256"/>
                    <a:pt x="248" y="256"/>
                    <a:pt x="248" y="256"/>
                  </a:cubicBezTo>
                  <a:cubicBezTo>
                    <a:pt x="248" y="256"/>
                    <a:pt x="247" y="255"/>
                    <a:pt x="247" y="255"/>
                  </a:cubicBezTo>
                  <a:cubicBezTo>
                    <a:pt x="247" y="241"/>
                    <a:pt x="247" y="241"/>
                    <a:pt x="247" y="241"/>
                  </a:cubicBezTo>
                  <a:cubicBezTo>
                    <a:pt x="247" y="241"/>
                    <a:pt x="248" y="240"/>
                    <a:pt x="248" y="240"/>
                  </a:cubicBezTo>
                  <a:cubicBezTo>
                    <a:pt x="258" y="230"/>
                    <a:pt x="258" y="230"/>
                    <a:pt x="258" y="230"/>
                  </a:cubicBezTo>
                  <a:cubicBezTo>
                    <a:pt x="259" y="230"/>
                    <a:pt x="259" y="229"/>
                    <a:pt x="259" y="229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9"/>
                    <a:pt x="273" y="229"/>
                    <a:pt x="273" y="230"/>
                  </a:cubicBezTo>
                  <a:cubicBezTo>
                    <a:pt x="375" y="332"/>
                    <a:pt x="375" y="332"/>
                    <a:pt x="375" y="332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97" y="322"/>
                    <a:pt x="397" y="322"/>
                    <a:pt x="397" y="322"/>
                  </a:cubicBezTo>
                  <a:cubicBezTo>
                    <a:pt x="397" y="311"/>
                    <a:pt x="397" y="311"/>
                    <a:pt x="397" y="311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99" y="156"/>
                    <a:pt x="199" y="156"/>
                    <a:pt x="199" y="156"/>
                  </a:cubicBezTo>
                  <a:cubicBezTo>
                    <a:pt x="199" y="156"/>
                    <a:pt x="199" y="157"/>
                    <a:pt x="199" y="157"/>
                  </a:cubicBezTo>
                  <a:cubicBezTo>
                    <a:pt x="199" y="166"/>
                    <a:pt x="199" y="166"/>
                    <a:pt x="199" y="166"/>
                  </a:cubicBezTo>
                  <a:cubicBezTo>
                    <a:pt x="199" y="166"/>
                    <a:pt x="199" y="167"/>
                    <a:pt x="199" y="167"/>
                  </a:cubicBezTo>
                  <a:cubicBezTo>
                    <a:pt x="189" y="177"/>
                    <a:pt x="189" y="177"/>
                    <a:pt x="189" y="177"/>
                  </a:cubicBezTo>
                  <a:cubicBezTo>
                    <a:pt x="188" y="177"/>
                    <a:pt x="188" y="178"/>
                    <a:pt x="187" y="178"/>
                  </a:cubicBezTo>
                  <a:cubicBezTo>
                    <a:pt x="187" y="178"/>
                    <a:pt x="187" y="178"/>
                    <a:pt x="187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5" y="178"/>
                    <a:pt x="175" y="177"/>
                    <a:pt x="175" y="17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77" y="174"/>
                    <a:pt x="177" y="174"/>
                    <a:pt x="17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96" y="165"/>
                    <a:pt x="196" y="165"/>
                    <a:pt x="196" y="165"/>
                  </a:cubicBezTo>
                  <a:cubicBezTo>
                    <a:pt x="196" y="158"/>
                    <a:pt x="196" y="158"/>
                    <a:pt x="196" y="158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4" y="67"/>
                    <a:pt x="104" y="66"/>
                    <a:pt x="104" y="6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4" y="53"/>
                    <a:pt x="104" y="52"/>
                    <a:pt x="105" y="52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7" y="40"/>
                    <a:pt x="117" y="40"/>
                    <a:pt x="118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0"/>
                    <a:pt x="131" y="40"/>
                    <a:pt x="131" y="40"/>
                  </a:cubicBezTo>
                  <a:cubicBezTo>
                    <a:pt x="400" y="309"/>
                    <a:pt x="400" y="309"/>
                    <a:pt x="400" y="309"/>
                  </a:cubicBezTo>
                  <a:cubicBezTo>
                    <a:pt x="400" y="309"/>
                    <a:pt x="400" y="310"/>
                    <a:pt x="400" y="310"/>
                  </a:cubicBezTo>
                  <a:cubicBezTo>
                    <a:pt x="400" y="323"/>
                    <a:pt x="400" y="323"/>
                    <a:pt x="400" y="323"/>
                  </a:cubicBezTo>
                  <a:cubicBezTo>
                    <a:pt x="400" y="323"/>
                    <a:pt x="400" y="324"/>
                    <a:pt x="400" y="324"/>
                  </a:cubicBezTo>
                  <a:cubicBezTo>
                    <a:pt x="389" y="335"/>
                    <a:pt x="389" y="335"/>
                    <a:pt x="389" y="335"/>
                  </a:cubicBezTo>
                  <a:cubicBezTo>
                    <a:pt x="389" y="335"/>
                    <a:pt x="388" y="335"/>
                    <a:pt x="388" y="335"/>
                  </a:cubicBezTo>
                  <a:cubicBezTo>
                    <a:pt x="374" y="335"/>
                    <a:pt x="374" y="335"/>
                    <a:pt x="374" y="335"/>
                  </a:cubicBezTo>
                  <a:cubicBezTo>
                    <a:pt x="374" y="335"/>
                    <a:pt x="373" y="335"/>
                    <a:pt x="373" y="335"/>
                  </a:cubicBezTo>
                  <a:cubicBezTo>
                    <a:pt x="271" y="233"/>
                    <a:pt x="271" y="233"/>
                    <a:pt x="271" y="233"/>
                  </a:cubicBezTo>
                  <a:cubicBezTo>
                    <a:pt x="260" y="233"/>
                    <a:pt x="260" y="233"/>
                    <a:pt x="260" y="233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356" y="359"/>
                    <a:pt x="356" y="359"/>
                    <a:pt x="356" y="359"/>
                  </a:cubicBezTo>
                  <a:cubicBezTo>
                    <a:pt x="572" y="359"/>
                    <a:pt x="572" y="359"/>
                    <a:pt x="572" y="359"/>
                  </a:cubicBezTo>
                  <a:cubicBezTo>
                    <a:pt x="580" y="351"/>
                    <a:pt x="580" y="351"/>
                    <a:pt x="580" y="351"/>
                  </a:cubicBezTo>
                  <a:cubicBezTo>
                    <a:pt x="580" y="343"/>
                    <a:pt x="580" y="343"/>
                    <a:pt x="580" y="343"/>
                  </a:cubicBezTo>
                  <a:cubicBezTo>
                    <a:pt x="573" y="336"/>
                    <a:pt x="573" y="336"/>
                    <a:pt x="573" y="336"/>
                  </a:cubicBezTo>
                  <a:cubicBezTo>
                    <a:pt x="474" y="336"/>
                    <a:pt x="474" y="336"/>
                    <a:pt x="474" y="336"/>
                  </a:cubicBezTo>
                  <a:cubicBezTo>
                    <a:pt x="474" y="336"/>
                    <a:pt x="473" y="336"/>
                    <a:pt x="473" y="336"/>
                  </a:cubicBezTo>
                  <a:cubicBezTo>
                    <a:pt x="466" y="328"/>
                    <a:pt x="466" y="328"/>
                    <a:pt x="466" y="328"/>
                  </a:cubicBezTo>
                  <a:cubicBezTo>
                    <a:pt x="465" y="328"/>
                    <a:pt x="465" y="328"/>
                    <a:pt x="465" y="327"/>
                  </a:cubicBezTo>
                  <a:cubicBezTo>
                    <a:pt x="465" y="319"/>
                    <a:pt x="465" y="319"/>
                    <a:pt x="465" y="319"/>
                  </a:cubicBezTo>
                  <a:cubicBezTo>
                    <a:pt x="465" y="318"/>
                    <a:pt x="465" y="318"/>
                    <a:pt x="466" y="317"/>
                  </a:cubicBezTo>
                  <a:cubicBezTo>
                    <a:pt x="477" y="306"/>
                    <a:pt x="477" y="306"/>
                    <a:pt x="477" y="306"/>
                  </a:cubicBezTo>
                  <a:cubicBezTo>
                    <a:pt x="477" y="306"/>
                    <a:pt x="478" y="306"/>
                    <a:pt x="478" y="306"/>
                  </a:cubicBezTo>
                  <a:cubicBezTo>
                    <a:pt x="603" y="306"/>
                    <a:pt x="603" y="306"/>
                    <a:pt x="603" y="306"/>
                  </a:cubicBezTo>
                  <a:cubicBezTo>
                    <a:pt x="604" y="306"/>
                    <a:pt x="604" y="306"/>
                    <a:pt x="605" y="306"/>
                  </a:cubicBezTo>
                  <a:cubicBezTo>
                    <a:pt x="705" y="407"/>
                    <a:pt x="705" y="407"/>
                    <a:pt x="705" y="407"/>
                  </a:cubicBezTo>
                  <a:cubicBezTo>
                    <a:pt x="713" y="407"/>
                    <a:pt x="713" y="407"/>
                    <a:pt x="713" y="407"/>
                  </a:cubicBezTo>
                  <a:cubicBezTo>
                    <a:pt x="720" y="401"/>
                    <a:pt x="720" y="401"/>
                    <a:pt x="720" y="401"/>
                  </a:cubicBezTo>
                  <a:cubicBezTo>
                    <a:pt x="720" y="394"/>
                    <a:pt x="720" y="394"/>
                    <a:pt x="720" y="394"/>
                  </a:cubicBezTo>
                  <a:cubicBezTo>
                    <a:pt x="651" y="326"/>
                    <a:pt x="651" y="326"/>
                    <a:pt x="651" y="326"/>
                  </a:cubicBezTo>
                  <a:cubicBezTo>
                    <a:pt x="651" y="325"/>
                    <a:pt x="651" y="325"/>
                    <a:pt x="651" y="324"/>
                  </a:cubicBezTo>
                  <a:cubicBezTo>
                    <a:pt x="651" y="315"/>
                    <a:pt x="651" y="315"/>
                    <a:pt x="651" y="315"/>
                  </a:cubicBezTo>
                  <a:cubicBezTo>
                    <a:pt x="651" y="314"/>
                    <a:pt x="651" y="314"/>
                    <a:pt x="651" y="313"/>
                  </a:cubicBezTo>
                  <a:cubicBezTo>
                    <a:pt x="656" y="309"/>
                    <a:pt x="656" y="309"/>
                    <a:pt x="656" y="309"/>
                  </a:cubicBezTo>
                  <a:cubicBezTo>
                    <a:pt x="656" y="308"/>
                    <a:pt x="657" y="308"/>
                    <a:pt x="657" y="308"/>
                  </a:cubicBezTo>
                  <a:cubicBezTo>
                    <a:pt x="671" y="308"/>
                    <a:pt x="671" y="308"/>
                    <a:pt x="671" y="308"/>
                  </a:cubicBezTo>
                  <a:cubicBezTo>
                    <a:pt x="672" y="308"/>
                    <a:pt x="672" y="308"/>
                    <a:pt x="672" y="309"/>
                  </a:cubicBezTo>
                  <a:cubicBezTo>
                    <a:pt x="854" y="490"/>
                    <a:pt x="854" y="490"/>
                    <a:pt x="854" y="490"/>
                  </a:cubicBezTo>
                  <a:lnTo>
                    <a:pt x="851" y="4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6" name="Freeform 440"/>
            <p:cNvSpPr>
              <a:spLocks noEditPoints="1"/>
            </p:cNvSpPr>
            <p:nvPr/>
          </p:nvSpPr>
          <p:spPr bwMode="auto">
            <a:xfrm flipV="1">
              <a:off x="1792289" y="3648073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0 h 28"/>
                <a:gd name="T12" fmla="*/ 14 w 28"/>
                <a:gd name="T13" fmla="*/ 0 h 28"/>
                <a:gd name="T14" fmla="*/ 0 w 28"/>
                <a:gd name="T15" fmla="*/ 14 h 28"/>
                <a:gd name="T16" fmla="*/ 4 w 28"/>
                <a:gd name="T17" fmla="*/ 24 h 28"/>
                <a:gd name="T18" fmla="*/ 14 w 28"/>
                <a:gd name="T19" fmla="*/ 28 h 28"/>
                <a:gd name="T20" fmla="*/ 28 w 28"/>
                <a:gd name="T21" fmla="*/ 14 h 28"/>
                <a:gd name="T22" fmla="*/ 14 w 28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7" y="26"/>
                    <a:pt x="10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7" name="Freeform 441"/>
            <p:cNvSpPr>
              <a:spLocks noEditPoints="1"/>
            </p:cNvSpPr>
            <p:nvPr/>
          </p:nvSpPr>
          <p:spPr bwMode="auto">
            <a:xfrm flipV="1">
              <a:off x="2058989" y="3163886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14 w 28"/>
                <a:gd name="T3" fmla="*/ 6 h 28"/>
                <a:gd name="T4" fmla="*/ 14 w 28"/>
                <a:gd name="T5" fmla="*/ 6 h 28"/>
                <a:gd name="T6" fmla="*/ 21 w 28"/>
                <a:gd name="T7" fmla="*/ 14 h 28"/>
                <a:gd name="T8" fmla="*/ 14 w 28"/>
                <a:gd name="T9" fmla="*/ 21 h 28"/>
                <a:gd name="T10" fmla="*/ 6 w 28"/>
                <a:gd name="T11" fmla="*/ 14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4 w 28"/>
                <a:gd name="T21" fmla="*/ 24 h 28"/>
                <a:gd name="T22" fmla="*/ 14 w 28"/>
                <a:gd name="T23" fmla="*/ 28 h 28"/>
                <a:gd name="T24" fmla="*/ 24 w 28"/>
                <a:gd name="T25" fmla="*/ 24 h 28"/>
                <a:gd name="T26" fmla="*/ 28 w 28"/>
                <a:gd name="T27" fmla="*/ 14 h 28"/>
                <a:gd name="T28" fmla="*/ 14 w 28"/>
                <a:gd name="T2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6" y="18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6" y="26"/>
                    <a:pt x="10" y="28"/>
                    <a:pt x="14" y="28"/>
                  </a:cubicBezTo>
                  <a:cubicBezTo>
                    <a:pt x="17" y="28"/>
                    <a:pt x="21" y="26"/>
                    <a:pt x="24" y="24"/>
                  </a:cubicBezTo>
                  <a:cubicBezTo>
                    <a:pt x="26" y="21"/>
                    <a:pt x="28" y="17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8" name="Freeform 442"/>
            <p:cNvSpPr>
              <a:spLocks noEditPoints="1"/>
            </p:cNvSpPr>
            <p:nvPr/>
          </p:nvSpPr>
          <p:spPr bwMode="auto">
            <a:xfrm flipV="1">
              <a:off x="1401764" y="3295648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0 h 24"/>
                <a:gd name="T12" fmla="*/ 12 w 25"/>
                <a:gd name="T13" fmla="*/ 0 h 24"/>
                <a:gd name="T14" fmla="*/ 0 w 25"/>
                <a:gd name="T15" fmla="*/ 12 h 24"/>
                <a:gd name="T16" fmla="*/ 12 w 25"/>
                <a:gd name="T17" fmla="*/ 24 h 24"/>
                <a:gd name="T18" fmla="*/ 25 w 25"/>
                <a:gd name="T19" fmla="*/ 12 h 24"/>
                <a:gd name="T20" fmla="*/ 12 w 25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9" name="Freeform 443"/>
            <p:cNvSpPr>
              <a:spLocks noEditPoints="1"/>
            </p:cNvSpPr>
            <p:nvPr/>
          </p:nvSpPr>
          <p:spPr bwMode="auto">
            <a:xfrm flipV="1">
              <a:off x="1250952" y="3430585"/>
              <a:ext cx="93662" cy="93663"/>
            </a:xfrm>
            <a:custGeom>
              <a:avLst/>
              <a:gdLst>
                <a:gd name="T0" fmla="*/ 12 w 25"/>
                <a:gd name="T1" fmla="*/ 6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6 h 25"/>
                <a:gd name="T12" fmla="*/ 12 w 25"/>
                <a:gd name="T13" fmla="*/ 6 h 25"/>
                <a:gd name="T14" fmla="*/ 12 w 25"/>
                <a:gd name="T15" fmla="*/ 6 h 25"/>
                <a:gd name="T16" fmla="*/ 12 w 25"/>
                <a:gd name="T17" fmla="*/ 0 h 25"/>
                <a:gd name="T18" fmla="*/ 12 w 25"/>
                <a:gd name="T19" fmla="*/ 0 h 25"/>
                <a:gd name="T20" fmla="*/ 0 w 25"/>
                <a:gd name="T21" fmla="*/ 13 h 25"/>
                <a:gd name="T22" fmla="*/ 3 w 25"/>
                <a:gd name="T23" fmla="*/ 22 h 25"/>
                <a:gd name="T24" fmla="*/ 12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2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2" y="6"/>
                  </a:moveTo>
                  <a:cubicBezTo>
                    <a:pt x="16" y="6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2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9" y="24"/>
                    <a:pt x="21" y="22"/>
                  </a:cubicBezTo>
                  <a:cubicBezTo>
                    <a:pt x="23" y="19"/>
                    <a:pt x="25" y="16"/>
                    <a:pt x="25" y="13"/>
                  </a:cubicBezTo>
                  <a:cubicBezTo>
                    <a:pt x="25" y="10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0" name="Freeform 444"/>
            <p:cNvSpPr>
              <a:spLocks noEditPoints="1"/>
            </p:cNvSpPr>
            <p:nvPr/>
          </p:nvSpPr>
          <p:spPr bwMode="auto">
            <a:xfrm flipV="1">
              <a:off x="854077" y="3479798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1" name="Freeform 445"/>
            <p:cNvSpPr>
              <a:spLocks noEditPoints="1"/>
            </p:cNvSpPr>
            <p:nvPr/>
          </p:nvSpPr>
          <p:spPr bwMode="auto">
            <a:xfrm flipV="1">
              <a:off x="666752" y="3284536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12 w 25"/>
                <a:gd name="T7" fmla="*/ 19 h 24"/>
                <a:gd name="T8" fmla="*/ 5 w 25"/>
                <a:gd name="T9" fmla="*/ 12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0 w 25"/>
                <a:gd name="T17" fmla="*/ 12 h 24"/>
                <a:gd name="T18" fmla="*/ 12 w 25"/>
                <a:gd name="T19" fmla="*/ 24 h 24"/>
                <a:gd name="T20" fmla="*/ 25 w 25"/>
                <a:gd name="T21" fmla="*/ 12 h 24"/>
                <a:gd name="T22" fmla="*/ 12 w 2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2" name="Freeform 446"/>
            <p:cNvSpPr>
              <a:spLocks noEditPoints="1"/>
            </p:cNvSpPr>
            <p:nvPr/>
          </p:nvSpPr>
          <p:spPr bwMode="auto">
            <a:xfrm flipV="1">
              <a:off x="857252" y="3084510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9 w 24"/>
                <a:gd name="T3" fmla="*/ 13 h 25"/>
                <a:gd name="T4" fmla="*/ 12 w 24"/>
                <a:gd name="T5" fmla="*/ 20 h 25"/>
                <a:gd name="T6" fmla="*/ 12 w 24"/>
                <a:gd name="T7" fmla="*/ 20 h 25"/>
                <a:gd name="T8" fmla="*/ 5 w 24"/>
                <a:gd name="T9" fmla="*/ 13 h 25"/>
                <a:gd name="T10" fmla="*/ 12 w 24"/>
                <a:gd name="T11" fmla="*/ 5 h 25"/>
                <a:gd name="T12" fmla="*/ 12 w 24"/>
                <a:gd name="T13" fmla="*/ 0 h 25"/>
                <a:gd name="T14" fmla="*/ 0 w 24"/>
                <a:gd name="T15" fmla="*/ 13 h 25"/>
                <a:gd name="T16" fmla="*/ 3 w 24"/>
                <a:gd name="T17" fmla="*/ 21 h 25"/>
                <a:gd name="T18" fmla="*/ 12 w 24"/>
                <a:gd name="T19" fmla="*/ 25 h 25"/>
                <a:gd name="T20" fmla="*/ 24 w 24"/>
                <a:gd name="T21" fmla="*/ 13 h 25"/>
                <a:gd name="T22" fmla="*/ 21 w 24"/>
                <a:gd name="T23" fmla="*/ 4 h 25"/>
                <a:gd name="T24" fmla="*/ 12 w 24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4" y="19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3" name="Freeform 448"/>
            <p:cNvSpPr>
              <a:spLocks noEditPoints="1"/>
            </p:cNvSpPr>
            <p:nvPr/>
          </p:nvSpPr>
          <p:spPr bwMode="auto">
            <a:xfrm flipV="1">
              <a:off x="666752" y="29051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2 w 25"/>
                <a:gd name="T3" fmla="*/ 5 h 24"/>
                <a:gd name="T4" fmla="*/ 19 w 25"/>
                <a:gd name="T5" fmla="*/ 12 h 24"/>
                <a:gd name="T6" fmla="*/ 12 w 25"/>
                <a:gd name="T7" fmla="*/ 19 h 24"/>
                <a:gd name="T8" fmla="*/ 12 w 25"/>
                <a:gd name="T9" fmla="*/ 19 h 24"/>
                <a:gd name="T10" fmla="*/ 6 w 25"/>
                <a:gd name="T11" fmla="*/ 12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4" name="Freeform 449"/>
            <p:cNvSpPr>
              <a:spLocks noEditPoints="1"/>
            </p:cNvSpPr>
            <p:nvPr/>
          </p:nvSpPr>
          <p:spPr bwMode="auto">
            <a:xfrm flipV="1">
              <a:off x="846139" y="272414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4 w 24"/>
                <a:gd name="T27" fmla="*/ 21 h 24"/>
                <a:gd name="T28" fmla="*/ 12 w 24"/>
                <a:gd name="T29" fmla="*/ 24 h 24"/>
                <a:gd name="T30" fmla="*/ 21 w 24"/>
                <a:gd name="T31" fmla="*/ 20 h 24"/>
                <a:gd name="T32" fmla="*/ 24 w 24"/>
                <a:gd name="T33" fmla="*/ 12 h 24"/>
                <a:gd name="T34" fmla="*/ 21 w 24"/>
                <a:gd name="T35" fmla="*/ 4 h 24"/>
                <a:gd name="T36" fmla="*/ 12 w 24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5" name="Freeform 450"/>
            <p:cNvSpPr>
              <a:spLocks noEditPoints="1"/>
            </p:cNvSpPr>
            <p:nvPr/>
          </p:nvSpPr>
          <p:spPr bwMode="auto">
            <a:xfrm flipV="1">
              <a:off x="474664" y="2717798"/>
              <a:ext cx="101600" cy="100013"/>
            </a:xfrm>
            <a:custGeom>
              <a:avLst/>
              <a:gdLst>
                <a:gd name="T0" fmla="*/ 14 w 27"/>
                <a:gd name="T1" fmla="*/ 6 h 27"/>
                <a:gd name="T2" fmla="*/ 21 w 27"/>
                <a:gd name="T3" fmla="*/ 13 h 27"/>
                <a:gd name="T4" fmla="*/ 14 w 27"/>
                <a:gd name="T5" fmla="*/ 20 h 27"/>
                <a:gd name="T6" fmla="*/ 14 w 27"/>
                <a:gd name="T7" fmla="*/ 20 h 27"/>
                <a:gd name="T8" fmla="*/ 7 w 27"/>
                <a:gd name="T9" fmla="*/ 13 h 27"/>
                <a:gd name="T10" fmla="*/ 14 w 27"/>
                <a:gd name="T11" fmla="*/ 6 h 27"/>
                <a:gd name="T12" fmla="*/ 14 w 27"/>
                <a:gd name="T13" fmla="*/ 6 h 27"/>
                <a:gd name="T14" fmla="*/ 14 w 27"/>
                <a:gd name="T15" fmla="*/ 0 h 27"/>
                <a:gd name="T16" fmla="*/ 14 w 27"/>
                <a:gd name="T17" fmla="*/ 0 h 27"/>
                <a:gd name="T18" fmla="*/ 0 w 27"/>
                <a:gd name="T19" fmla="*/ 13 h 27"/>
                <a:gd name="T20" fmla="*/ 4 w 27"/>
                <a:gd name="T21" fmla="*/ 23 h 27"/>
                <a:gd name="T22" fmla="*/ 14 w 27"/>
                <a:gd name="T23" fmla="*/ 27 h 27"/>
                <a:gd name="T24" fmla="*/ 27 w 27"/>
                <a:gd name="T25" fmla="*/ 13 h 27"/>
                <a:gd name="T26" fmla="*/ 14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4" y="6"/>
                  </a:moveTo>
                  <a:cubicBezTo>
                    <a:pt x="18" y="6"/>
                    <a:pt x="21" y="10"/>
                    <a:pt x="21" y="13"/>
                  </a:cubicBezTo>
                  <a:cubicBezTo>
                    <a:pt x="21" y="17"/>
                    <a:pt x="18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0" y="20"/>
                    <a:pt x="7" y="17"/>
                    <a:pt x="7" y="13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7" y="26"/>
                    <a:pt x="10" y="27"/>
                    <a:pt x="14" y="27"/>
                  </a:cubicBezTo>
                  <a:cubicBezTo>
                    <a:pt x="21" y="27"/>
                    <a:pt x="27" y="21"/>
                    <a:pt x="27" y="13"/>
                  </a:cubicBezTo>
                  <a:cubicBezTo>
                    <a:pt x="27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6" name="Freeform 451"/>
            <p:cNvSpPr>
              <a:spLocks noEditPoints="1"/>
            </p:cNvSpPr>
            <p:nvPr/>
          </p:nvSpPr>
          <p:spPr bwMode="auto">
            <a:xfrm flipV="1">
              <a:off x="-17461" y="2600323"/>
              <a:ext cx="101600" cy="101600"/>
            </a:xfrm>
            <a:custGeom>
              <a:avLst/>
              <a:gdLst>
                <a:gd name="T0" fmla="*/ 13 w 27"/>
                <a:gd name="T1" fmla="*/ 7 h 27"/>
                <a:gd name="T2" fmla="*/ 20 w 27"/>
                <a:gd name="T3" fmla="*/ 14 h 27"/>
                <a:gd name="T4" fmla="*/ 13 w 27"/>
                <a:gd name="T5" fmla="*/ 21 h 27"/>
                <a:gd name="T6" fmla="*/ 13 w 27"/>
                <a:gd name="T7" fmla="*/ 21 h 27"/>
                <a:gd name="T8" fmla="*/ 7 w 27"/>
                <a:gd name="T9" fmla="*/ 14 h 27"/>
                <a:gd name="T10" fmla="*/ 13 w 27"/>
                <a:gd name="T11" fmla="*/ 7 h 27"/>
                <a:gd name="T12" fmla="*/ 13 w 27"/>
                <a:gd name="T13" fmla="*/ 7 h 27"/>
                <a:gd name="T14" fmla="*/ 13 w 27"/>
                <a:gd name="T15" fmla="*/ 0 h 27"/>
                <a:gd name="T16" fmla="*/ 13 w 27"/>
                <a:gd name="T17" fmla="*/ 0 h 27"/>
                <a:gd name="T18" fmla="*/ 0 w 27"/>
                <a:gd name="T19" fmla="*/ 14 h 27"/>
                <a:gd name="T20" fmla="*/ 13 w 27"/>
                <a:gd name="T21" fmla="*/ 27 h 27"/>
                <a:gd name="T22" fmla="*/ 27 w 27"/>
                <a:gd name="T23" fmla="*/ 14 h 27"/>
                <a:gd name="T24" fmla="*/ 23 w 27"/>
                <a:gd name="T25" fmla="*/ 4 h 27"/>
                <a:gd name="T26" fmla="*/ 13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3" y="7"/>
                  </a:moveTo>
                  <a:cubicBezTo>
                    <a:pt x="17" y="7"/>
                    <a:pt x="20" y="10"/>
                    <a:pt x="20" y="14"/>
                  </a:cubicBezTo>
                  <a:cubicBezTo>
                    <a:pt x="20" y="18"/>
                    <a:pt x="17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21" y="27"/>
                    <a:pt x="27" y="21"/>
                    <a:pt x="27" y="14"/>
                  </a:cubicBezTo>
                  <a:cubicBezTo>
                    <a:pt x="27" y="10"/>
                    <a:pt x="26" y="7"/>
                    <a:pt x="23" y="4"/>
                  </a:cubicBezTo>
                  <a:cubicBezTo>
                    <a:pt x="21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7" name="Freeform 452"/>
            <p:cNvSpPr>
              <a:spLocks noEditPoints="1"/>
            </p:cNvSpPr>
            <p:nvPr/>
          </p:nvSpPr>
          <p:spPr bwMode="auto">
            <a:xfrm flipV="1">
              <a:off x="295277" y="2905123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0 h 24"/>
                <a:gd name="T28" fmla="*/ 24 w 24"/>
                <a:gd name="T29" fmla="*/ 12 h 24"/>
                <a:gd name="T30" fmla="*/ 21 w 24"/>
                <a:gd name="T31" fmla="*/ 3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8" name="Freeform 453"/>
            <p:cNvSpPr>
              <a:spLocks noEditPoints="1"/>
            </p:cNvSpPr>
            <p:nvPr/>
          </p:nvSpPr>
          <p:spPr bwMode="auto">
            <a:xfrm flipV="1">
              <a:off x="-815973" y="3062285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9" name="Freeform 454"/>
            <p:cNvSpPr>
              <a:spLocks noEditPoints="1"/>
            </p:cNvSpPr>
            <p:nvPr/>
          </p:nvSpPr>
          <p:spPr bwMode="auto">
            <a:xfrm flipV="1">
              <a:off x="-614361" y="324961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0" name="Freeform 455"/>
            <p:cNvSpPr>
              <a:spLocks noEditPoints="1"/>
            </p:cNvSpPr>
            <p:nvPr/>
          </p:nvSpPr>
          <p:spPr bwMode="auto">
            <a:xfrm flipV="1">
              <a:off x="-366711" y="3213098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1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5"/>
                    <a:pt x="2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1" name="Freeform 456"/>
            <p:cNvSpPr>
              <a:spLocks noEditPoints="1"/>
            </p:cNvSpPr>
            <p:nvPr/>
          </p:nvSpPr>
          <p:spPr bwMode="auto">
            <a:xfrm flipV="1">
              <a:off x="-820736" y="32686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2" name="Freeform 457"/>
            <p:cNvSpPr>
              <a:spLocks noEditPoints="1"/>
            </p:cNvSpPr>
            <p:nvPr/>
          </p:nvSpPr>
          <p:spPr bwMode="auto">
            <a:xfrm flipV="1">
              <a:off x="-573086" y="3006723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3 h 24"/>
                <a:gd name="T18" fmla="*/ 0 w 24"/>
                <a:gd name="T19" fmla="*/ 12 h 24"/>
                <a:gd name="T20" fmla="*/ 4 w 24"/>
                <a:gd name="T21" fmla="*/ 20 h 24"/>
                <a:gd name="T22" fmla="*/ 12 w 24"/>
                <a:gd name="T23" fmla="*/ 24 h 24"/>
                <a:gd name="T24" fmla="*/ 21 w 24"/>
                <a:gd name="T25" fmla="*/ 20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3" name="Freeform 458"/>
            <p:cNvSpPr>
              <a:spLocks noEditPoints="1"/>
            </p:cNvSpPr>
            <p:nvPr/>
          </p:nvSpPr>
          <p:spPr bwMode="auto">
            <a:xfrm flipV="1">
              <a:off x="-23811" y="36893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4" name="Freeform 459"/>
            <p:cNvSpPr>
              <a:spLocks noEditPoints="1"/>
            </p:cNvSpPr>
            <p:nvPr/>
          </p:nvSpPr>
          <p:spPr bwMode="auto">
            <a:xfrm flipV="1">
              <a:off x="331789" y="367029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5" name="Freeform 460"/>
            <p:cNvSpPr>
              <a:spLocks noEditPoints="1"/>
            </p:cNvSpPr>
            <p:nvPr/>
          </p:nvSpPr>
          <p:spPr bwMode="auto">
            <a:xfrm flipV="1">
              <a:off x="-392111" y="39147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6" name="Freeform 461"/>
            <p:cNvSpPr>
              <a:spLocks noEditPoints="1"/>
            </p:cNvSpPr>
            <p:nvPr/>
          </p:nvSpPr>
          <p:spPr bwMode="auto">
            <a:xfrm flipV="1">
              <a:off x="-125411" y="40465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0 w 24"/>
                <a:gd name="T17" fmla="*/ 12 h 24"/>
                <a:gd name="T18" fmla="*/ 4 w 24"/>
                <a:gd name="T19" fmla="*/ 20 h 24"/>
                <a:gd name="T20" fmla="*/ 12 w 24"/>
                <a:gd name="T21" fmla="*/ 24 h 24"/>
                <a:gd name="T22" fmla="*/ 21 w 24"/>
                <a:gd name="T23" fmla="*/ 20 h 24"/>
                <a:gd name="T24" fmla="*/ 24 w 24"/>
                <a:gd name="T25" fmla="*/ 12 h 24"/>
                <a:gd name="T26" fmla="*/ 21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7" name="Freeform 462"/>
            <p:cNvSpPr>
              <a:spLocks noEditPoints="1"/>
            </p:cNvSpPr>
            <p:nvPr/>
          </p:nvSpPr>
          <p:spPr bwMode="auto">
            <a:xfrm flipV="1">
              <a:off x="295277" y="254158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8" name="Freeform 463"/>
            <p:cNvSpPr>
              <a:spLocks noEditPoints="1"/>
            </p:cNvSpPr>
            <p:nvPr/>
          </p:nvSpPr>
          <p:spPr bwMode="auto">
            <a:xfrm flipV="1">
              <a:off x="488952" y="23574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3 w 24"/>
                <a:gd name="T17" fmla="*/ 21 h 24"/>
                <a:gd name="T18" fmla="*/ 12 w 24"/>
                <a:gd name="T19" fmla="*/ 24 h 24"/>
                <a:gd name="T20" fmla="*/ 20 w 24"/>
                <a:gd name="T21" fmla="*/ 21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9" name="Freeform 464"/>
            <p:cNvSpPr>
              <a:spLocks noEditPoints="1"/>
            </p:cNvSpPr>
            <p:nvPr/>
          </p:nvSpPr>
          <p:spPr bwMode="auto">
            <a:xfrm flipV="1">
              <a:off x="1038227" y="3279773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0" name="Freeform 465"/>
            <p:cNvSpPr>
              <a:spLocks noEditPoints="1"/>
            </p:cNvSpPr>
            <p:nvPr/>
          </p:nvSpPr>
          <p:spPr bwMode="auto">
            <a:xfrm flipV="1">
              <a:off x="1049339" y="2897185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5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5 w 25"/>
                <a:gd name="T25" fmla="*/ 12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1" name="Freeform 466"/>
            <p:cNvSpPr>
              <a:spLocks/>
            </p:cNvSpPr>
            <p:nvPr/>
          </p:nvSpPr>
          <p:spPr bwMode="auto">
            <a:xfrm flipV="1">
              <a:off x="-1776411" y="3678236"/>
              <a:ext cx="3582987" cy="1906588"/>
            </a:xfrm>
            <a:custGeom>
              <a:avLst/>
              <a:gdLst>
                <a:gd name="T0" fmla="*/ 955 w 955"/>
                <a:gd name="T1" fmla="*/ 508 h 508"/>
                <a:gd name="T2" fmla="*/ 906 w 955"/>
                <a:gd name="T3" fmla="*/ 508 h 508"/>
                <a:gd name="T4" fmla="*/ 903 w 955"/>
                <a:gd name="T5" fmla="*/ 506 h 508"/>
                <a:gd name="T6" fmla="*/ 807 w 955"/>
                <a:gd name="T7" fmla="*/ 410 h 508"/>
                <a:gd name="T8" fmla="*/ 698 w 955"/>
                <a:gd name="T9" fmla="*/ 410 h 508"/>
                <a:gd name="T10" fmla="*/ 694 w 955"/>
                <a:gd name="T11" fmla="*/ 409 h 508"/>
                <a:gd name="T12" fmla="*/ 655 w 955"/>
                <a:gd name="T13" fmla="*/ 370 h 508"/>
                <a:gd name="T14" fmla="*/ 365 w 955"/>
                <a:gd name="T15" fmla="*/ 370 h 508"/>
                <a:gd name="T16" fmla="*/ 362 w 955"/>
                <a:gd name="T17" fmla="*/ 369 h 508"/>
                <a:gd name="T18" fmla="*/ 0 w 955"/>
                <a:gd name="T19" fmla="*/ 7 h 508"/>
                <a:gd name="T20" fmla="*/ 7 w 955"/>
                <a:gd name="T21" fmla="*/ 0 h 508"/>
                <a:gd name="T22" fmla="*/ 367 w 955"/>
                <a:gd name="T23" fmla="*/ 360 h 508"/>
                <a:gd name="T24" fmla="*/ 657 w 955"/>
                <a:gd name="T25" fmla="*/ 360 h 508"/>
                <a:gd name="T26" fmla="*/ 661 w 955"/>
                <a:gd name="T27" fmla="*/ 361 h 508"/>
                <a:gd name="T28" fmla="*/ 700 w 955"/>
                <a:gd name="T29" fmla="*/ 400 h 508"/>
                <a:gd name="T30" fmla="*/ 809 w 955"/>
                <a:gd name="T31" fmla="*/ 400 h 508"/>
                <a:gd name="T32" fmla="*/ 812 w 955"/>
                <a:gd name="T33" fmla="*/ 401 h 508"/>
                <a:gd name="T34" fmla="*/ 908 w 955"/>
                <a:gd name="T35" fmla="*/ 497 h 508"/>
                <a:gd name="T36" fmla="*/ 955 w 955"/>
                <a:gd name="T37" fmla="*/ 497 h 508"/>
                <a:gd name="T38" fmla="*/ 955 w 955"/>
                <a:gd name="T39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5" h="508">
                  <a:moveTo>
                    <a:pt x="955" y="508"/>
                  </a:moveTo>
                  <a:cubicBezTo>
                    <a:pt x="906" y="508"/>
                    <a:pt x="906" y="508"/>
                    <a:pt x="906" y="508"/>
                  </a:cubicBezTo>
                  <a:cubicBezTo>
                    <a:pt x="905" y="508"/>
                    <a:pt x="904" y="507"/>
                    <a:pt x="903" y="506"/>
                  </a:cubicBezTo>
                  <a:cubicBezTo>
                    <a:pt x="807" y="410"/>
                    <a:pt x="807" y="410"/>
                    <a:pt x="807" y="410"/>
                  </a:cubicBezTo>
                  <a:cubicBezTo>
                    <a:pt x="698" y="410"/>
                    <a:pt x="698" y="410"/>
                    <a:pt x="698" y="410"/>
                  </a:cubicBezTo>
                  <a:cubicBezTo>
                    <a:pt x="696" y="410"/>
                    <a:pt x="695" y="410"/>
                    <a:pt x="694" y="409"/>
                  </a:cubicBezTo>
                  <a:cubicBezTo>
                    <a:pt x="655" y="370"/>
                    <a:pt x="655" y="370"/>
                    <a:pt x="655" y="370"/>
                  </a:cubicBezTo>
                  <a:cubicBezTo>
                    <a:pt x="365" y="370"/>
                    <a:pt x="365" y="370"/>
                    <a:pt x="365" y="370"/>
                  </a:cubicBezTo>
                  <a:cubicBezTo>
                    <a:pt x="364" y="370"/>
                    <a:pt x="363" y="369"/>
                    <a:pt x="362" y="36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67" y="360"/>
                    <a:pt x="367" y="360"/>
                    <a:pt x="367" y="360"/>
                  </a:cubicBezTo>
                  <a:cubicBezTo>
                    <a:pt x="657" y="360"/>
                    <a:pt x="657" y="360"/>
                    <a:pt x="657" y="360"/>
                  </a:cubicBezTo>
                  <a:cubicBezTo>
                    <a:pt x="659" y="360"/>
                    <a:pt x="660" y="360"/>
                    <a:pt x="661" y="361"/>
                  </a:cubicBezTo>
                  <a:cubicBezTo>
                    <a:pt x="700" y="400"/>
                    <a:pt x="700" y="400"/>
                    <a:pt x="700" y="400"/>
                  </a:cubicBezTo>
                  <a:cubicBezTo>
                    <a:pt x="809" y="400"/>
                    <a:pt x="809" y="400"/>
                    <a:pt x="809" y="400"/>
                  </a:cubicBezTo>
                  <a:cubicBezTo>
                    <a:pt x="810" y="400"/>
                    <a:pt x="811" y="400"/>
                    <a:pt x="812" y="401"/>
                  </a:cubicBezTo>
                  <a:cubicBezTo>
                    <a:pt x="908" y="497"/>
                    <a:pt x="908" y="497"/>
                    <a:pt x="908" y="497"/>
                  </a:cubicBezTo>
                  <a:cubicBezTo>
                    <a:pt x="955" y="497"/>
                    <a:pt x="955" y="497"/>
                    <a:pt x="955" y="497"/>
                  </a:cubicBezTo>
                  <a:lnTo>
                    <a:pt x="955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2" name="Freeform 467"/>
            <p:cNvSpPr>
              <a:spLocks/>
            </p:cNvSpPr>
            <p:nvPr/>
          </p:nvSpPr>
          <p:spPr bwMode="auto">
            <a:xfrm flipV="1">
              <a:off x="-50798" y="3378198"/>
              <a:ext cx="1504950" cy="715963"/>
            </a:xfrm>
            <a:custGeom>
              <a:avLst/>
              <a:gdLst>
                <a:gd name="T0" fmla="*/ 401 w 401"/>
                <a:gd name="T1" fmla="*/ 191 h 191"/>
                <a:gd name="T2" fmla="*/ 398 w 401"/>
                <a:gd name="T3" fmla="*/ 191 h 191"/>
                <a:gd name="T4" fmla="*/ 398 w 401"/>
                <a:gd name="T5" fmla="*/ 158 h 191"/>
                <a:gd name="T6" fmla="*/ 366 w 401"/>
                <a:gd name="T7" fmla="*/ 127 h 191"/>
                <a:gd name="T8" fmla="*/ 313 w 401"/>
                <a:gd name="T9" fmla="*/ 127 h 191"/>
                <a:gd name="T10" fmla="*/ 312 w 401"/>
                <a:gd name="T11" fmla="*/ 127 h 191"/>
                <a:gd name="T12" fmla="*/ 189 w 401"/>
                <a:gd name="T13" fmla="*/ 4 h 191"/>
                <a:gd name="T14" fmla="*/ 0 w 401"/>
                <a:gd name="T15" fmla="*/ 4 h 191"/>
                <a:gd name="T16" fmla="*/ 0 w 401"/>
                <a:gd name="T17" fmla="*/ 0 h 191"/>
                <a:gd name="T18" fmla="*/ 190 w 401"/>
                <a:gd name="T19" fmla="*/ 0 h 191"/>
                <a:gd name="T20" fmla="*/ 191 w 401"/>
                <a:gd name="T21" fmla="*/ 1 h 191"/>
                <a:gd name="T22" fmla="*/ 314 w 401"/>
                <a:gd name="T23" fmla="*/ 124 h 191"/>
                <a:gd name="T24" fmla="*/ 367 w 401"/>
                <a:gd name="T25" fmla="*/ 124 h 191"/>
                <a:gd name="T26" fmla="*/ 368 w 401"/>
                <a:gd name="T27" fmla="*/ 124 h 191"/>
                <a:gd name="T28" fmla="*/ 401 w 401"/>
                <a:gd name="T29" fmla="*/ 156 h 191"/>
                <a:gd name="T30" fmla="*/ 401 w 401"/>
                <a:gd name="T31" fmla="*/ 158 h 191"/>
                <a:gd name="T32" fmla="*/ 401 w 401"/>
                <a:gd name="T33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1" h="191">
                  <a:moveTo>
                    <a:pt x="401" y="191"/>
                  </a:moveTo>
                  <a:cubicBezTo>
                    <a:pt x="398" y="191"/>
                    <a:pt x="398" y="191"/>
                    <a:pt x="398" y="191"/>
                  </a:cubicBezTo>
                  <a:cubicBezTo>
                    <a:pt x="398" y="158"/>
                    <a:pt x="398" y="158"/>
                    <a:pt x="398" y="158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13" y="127"/>
                    <a:pt x="313" y="127"/>
                    <a:pt x="313" y="127"/>
                  </a:cubicBezTo>
                  <a:cubicBezTo>
                    <a:pt x="313" y="127"/>
                    <a:pt x="312" y="127"/>
                    <a:pt x="312" y="127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91" y="0"/>
                    <a:pt x="191" y="1"/>
                  </a:cubicBezTo>
                  <a:cubicBezTo>
                    <a:pt x="314" y="124"/>
                    <a:pt x="314" y="124"/>
                    <a:pt x="314" y="124"/>
                  </a:cubicBezTo>
                  <a:cubicBezTo>
                    <a:pt x="367" y="124"/>
                    <a:pt x="367" y="124"/>
                    <a:pt x="367" y="124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7"/>
                    <a:pt x="401" y="157"/>
                    <a:pt x="401" y="158"/>
                  </a:cubicBezTo>
                  <a:lnTo>
                    <a:pt x="401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3" name="Freeform 468"/>
            <p:cNvSpPr>
              <a:spLocks/>
            </p:cNvSpPr>
            <p:nvPr/>
          </p:nvSpPr>
          <p:spPr bwMode="auto">
            <a:xfrm flipV="1">
              <a:off x="-320673" y="3467098"/>
              <a:ext cx="1576387" cy="496888"/>
            </a:xfrm>
            <a:custGeom>
              <a:avLst/>
              <a:gdLst>
                <a:gd name="T0" fmla="*/ 420 w 420"/>
                <a:gd name="T1" fmla="*/ 132 h 132"/>
                <a:gd name="T2" fmla="*/ 382 w 420"/>
                <a:gd name="T3" fmla="*/ 132 h 132"/>
                <a:gd name="T4" fmla="*/ 381 w 420"/>
                <a:gd name="T5" fmla="*/ 132 h 132"/>
                <a:gd name="T6" fmla="*/ 252 w 420"/>
                <a:gd name="T7" fmla="*/ 3 h 132"/>
                <a:gd name="T8" fmla="*/ 0 w 420"/>
                <a:gd name="T9" fmla="*/ 3 h 132"/>
                <a:gd name="T10" fmla="*/ 0 w 420"/>
                <a:gd name="T11" fmla="*/ 0 h 132"/>
                <a:gd name="T12" fmla="*/ 253 w 420"/>
                <a:gd name="T13" fmla="*/ 0 h 132"/>
                <a:gd name="T14" fmla="*/ 254 w 420"/>
                <a:gd name="T15" fmla="*/ 0 h 132"/>
                <a:gd name="T16" fmla="*/ 383 w 420"/>
                <a:gd name="T17" fmla="*/ 129 h 132"/>
                <a:gd name="T18" fmla="*/ 420 w 420"/>
                <a:gd name="T19" fmla="*/ 129 h 132"/>
                <a:gd name="T20" fmla="*/ 420 w 420"/>
                <a:gd name="T2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0" h="132">
                  <a:moveTo>
                    <a:pt x="420" y="132"/>
                  </a:move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252" y="3"/>
                    <a:pt x="252" y="3"/>
                    <a:pt x="25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53" y="0"/>
                    <a:pt x="254" y="0"/>
                    <a:pt x="254" y="0"/>
                  </a:cubicBezTo>
                  <a:cubicBezTo>
                    <a:pt x="383" y="129"/>
                    <a:pt x="383" y="129"/>
                    <a:pt x="383" y="129"/>
                  </a:cubicBezTo>
                  <a:cubicBezTo>
                    <a:pt x="420" y="129"/>
                    <a:pt x="420" y="129"/>
                    <a:pt x="420" y="129"/>
                  </a:cubicBezTo>
                  <a:lnTo>
                    <a:pt x="42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4" name="Freeform 469"/>
            <p:cNvSpPr>
              <a:spLocks/>
            </p:cNvSpPr>
            <p:nvPr/>
          </p:nvSpPr>
          <p:spPr bwMode="auto">
            <a:xfrm flipV="1">
              <a:off x="34927" y="3325811"/>
              <a:ext cx="1009650" cy="514350"/>
            </a:xfrm>
            <a:custGeom>
              <a:avLst/>
              <a:gdLst>
                <a:gd name="T0" fmla="*/ 237 w 269"/>
                <a:gd name="T1" fmla="*/ 137 h 137"/>
                <a:gd name="T2" fmla="*/ 236 w 269"/>
                <a:gd name="T3" fmla="*/ 136 h 137"/>
                <a:gd name="T4" fmla="*/ 103 w 269"/>
                <a:gd name="T5" fmla="*/ 3 h 137"/>
                <a:gd name="T6" fmla="*/ 22 w 269"/>
                <a:gd name="T7" fmla="*/ 3 h 137"/>
                <a:gd name="T8" fmla="*/ 2 w 269"/>
                <a:gd name="T9" fmla="*/ 24 h 137"/>
                <a:gd name="T10" fmla="*/ 0 w 269"/>
                <a:gd name="T11" fmla="*/ 21 h 137"/>
                <a:gd name="T12" fmla="*/ 20 w 269"/>
                <a:gd name="T13" fmla="*/ 0 h 137"/>
                <a:gd name="T14" fmla="*/ 22 w 269"/>
                <a:gd name="T15" fmla="*/ 0 h 137"/>
                <a:gd name="T16" fmla="*/ 22 w 269"/>
                <a:gd name="T17" fmla="*/ 0 h 137"/>
                <a:gd name="T18" fmla="*/ 104 w 269"/>
                <a:gd name="T19" fmla="*/ 0 h 137"/>
                <a:gd name="T20" fmla="*/ 105 w 269"/>
                <a:gd name="T21" fmla="*/ 0 h 137"/>
                <a:gd name="T22" fmla="*/ 238 w 269"/>
                <a:gd name="T23" fmla="*/ 133 h 137"/>
                <a:gd name="T24" fmla="*/ 269 w 269"/>
                <a:gd name="T25" fmla="*/ 133 h 137"/>
                <a:gd name="T26" fmla="*/ 269 w 269"/>
                <a:gd name="T27" fmla="*/ 137 h 137"/>
                <a:gd name="T28" fmla="*/ 237 w 269"/>
                <a:gd name="T29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9" h="137">
                  <a:moveTo>
                    <a:pt x="237" y="137"/>
                  </a:moveTo>
                  <a:cubicBezTo>
                    <a:pt x="237" y="137"/>
                    <a:pt x="237" y="136"/>
                    <a:pt x="236" y="136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238" y="133"/>
                    <a:pt x="238" y="133"/>
                    <a:pt x="238" y="133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7"/>
                    <a:pt x="269" y="137"/>
                    <a:pt x="269" y="137"/>
                  </a:cubicBezTo>
                  <a:lnTo>
                    <a:pt x="237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5" name="Freeform 470"/>
            <p:cNvSpPr>
              <a:spLocks/>
            </p:cNvSpPr>
            <p:nvPr/>
          </p:nvSpPr>
          <p:spPr bwMode="auto">
            <a:xfrm flipV="1">
              <a:off x="-2035173" y="3171823"/>
              <a:ext cx="2941637" cy="2135188"/>
            </a:xfrm>
            <a:custGeom>
              <a:avLst/>
              <a:gdLst>
                <a:gd name="T0" fmla="*/ 784 w 784"/>
                <a:gd name="T1" fmla="*/ 569 h 569"/>
                <a:gd name="T2" fmla="*/ 781 w 784"/>
                <a:gd name="T3" fmla="*/ 569 h 569"/>
                <a:gd name="T4" fmla="*/ 781 w 784"/>
                <a:gd name="T5" fmla="*/ 536 h 569"/>
                <a:gd name="T6" fmla="*/ 687 w 784"/>
                <a:gd name="T7" fmla="*/ 441 h 569"/>
                <a:gd name="T8" fmla="*/ 672 w 784"/>
                <a:gd name="T9" fmla="*/ 441 h 569"/>
                <a:gd name="T10" fmla="*/ 646 w 784"/>
                <a:gd name="T11" fmla="*/ 467 h 569"/>
                <a:gd name="T12" fmla="*/ 645 w 784"/>
                <a:gd name="T13" fmla="*/ 467 h 569"/>
                <a:gd name="T14" fmla="*/ 466 w 784"/>
                <a:gd name="T15" fmla="*/ 467 h 569"/>
                <a:gd name="T16" fmla="*/ 465 w 784"/>
                <a:gd name="T17" fmla="*/ 467 h 569"/>
                <a:gd name="T18" fmla="*/ 0 w 784"/>
                <a:gd name="T19" fmla="*/ 2 h 569"/>
                <a:gd name="T20" fmla="*/ 2 w 784"/>
                <a:gd name="T21" fmla="*/ 0 h 569"/>
                <a:gd name="T22" fmla="*/ 467 w 784"/>
                <a:gd name="T23" fmla="*/ 464 h 569"/>
                <a:gd name="T24" fmla="*/ 644 w 784"/>
                <a:gd name="T25" fmla="*/ 464 h 569"/>
                <a:gd name="T26" fmla="*/ 670 w 784"/>
                <a:gd name="T27" fmla="*/ 439 h 569"/>
                <a:gd name="T28" fmla="*/ 671 w 784"/>
                <a:gd name="T29" fmla="*/ 438 h 569"/>
                <a:gd name="T30" fmla="*/ 687 w 784"/>
                <a:gd name="T31" fmla="*/ 438 h 569"/>
                <a:gd name="T32" fmla="*/ 689 w 784"/>
                <a:gd name="T33" fmla="*/ 439 h 569"/>
                <a:gd name="T34" fmla="*/ 784 w 784"/>
                <a:gd name="T35" fmla="*/ 534 h 569"/>
                <a:gd name="T36" fmla="*/ 784 w 784"/>
                <a:gd name="T37" fmla="*/ 535 h 569"/>
                <a:gd name="T38" fmla="*/ 784 w 784"/>
                <a:gd name="T39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4" h="569">
                  <a:moveTo>
                    <a:pt x="784" y="569"/>
                  </a:moveTo>
                  <a:cubicBezTo>
                    <a:pt x="781" y="569"/>
                    <a:pt x="781" y="569"/>
                    <a:pt x="781" y="569"/>
                  </a:cubicBezTo>
                  <a:cubicBezTo>
                    <a:pt x="781" y="536"/>
                    <a:pt x="781" y="536"/>
                    <a:pt x="781" y="536"/>
                  </a:cubicBezTo>
                  <a:cubicBezTo>
                    <a:pt x="687" y="441"/>
                    <a:pt x="687" y="441"/>
                    <a:pt x="687" y="441"/>
                  </a:cubicBezTo>
                  <a:cubicBezTo>
                    <a:pt x="672" y="441"/>
                    <a:pt x="672" y="441"/>
                    <a:pt x="672" y="441"/>
                  </a:cubicBezTo>
                  <a:cubicBezTo>
                    <a:pt x="646" y="467"/>
                    <a:pt x="646" y="467"/>
                    <a:pt x="646" y="467"/>
                  </a:cubicBezTo>
                  <a:cubicBezTo>
                    <a:pt x="646" y="467"/>
                    <a:pt x="646" y="467"/>
                    <a:pt x="645" y="467"/>
                  </a:cubicBezTo>
                  <a:cubicBezTo>
                    <a:pt x="466" y="467"/>
                    <a:pt x="466" y="467"/>
                    <a:pt x="466" y="467"/>
                  </a:cubicBezTo>
                  <a:cubicBezTo>
                    <a:pt x="465" y="467"/>
                    <a:pt x="465" y="467"/>
                    <a:pt x="465" y="4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67" y="464"/>
                    <a:pt x="467" y="464"/>
                    <a:pt x="467" y="464"/>
                  </a:cubicBezTo>
                  <a:cubicBezTo>
                    <a:pt x="644" y="464"/>
                    <a:pt x="644" y="464"/>
                    <a:pt x="644" y="464"/>
                  </a:cubicBezTo>
                  <a:cubicBezTo>
                    <a:pt x="670" y="439"/>
                    <a:pt x="670" y="439"/>
                    <a:pt x="670" y="439"/>
                  </a:cubicBezTo>
                  <a:cubicBezTo>
                    <a:pt x="670" y="438"/>
                    <a:pt x="671" y="438"/>
                    <a:pt x="671" y="438"/>
                  </a:cubicBezTo>
                  <a:cubicBezTo>
                    <a:pt x="687" y="438"/>
                    <a:pt x="687" y="438"/>
                    <a:pt x="687" y="438"/>
                  </a:cubicBezTo>
                  <a:cubicBezTo>
                    <a:pt x="688" y="438"/>
                    <a:pt x="688" y="438"/>
                    <a:pt x="689" y="439"/>
                  </a:cubicBezTo>
                  <a:cubicBezTo>
                    <a:pt x="784" y="534"/>
                    <a:pt x="784" y="534"/>
                    <a:pt x="784" y="534"/>
                  </a:cubicBezTo>
                  <a:cubicBezTo>
                    <a:pt x="784" y="534"/>
                    <a:pt x="784" y="535"/>
                    <a:pt x="784" y="535"/>
                  </a:cubicBezTo>
                  <a:lnTo>
                    <a:pt x="784" y="5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6" name="Freeform 471"/>
            <p:cNvSpPr>
              <a:spLocks/>
            </p:cNvSpPr>
            <p:nvPr/>
          </p:nvSpPr>
          <p:spPr bwMode="auto">
            <a:xfrm flipV="1">
              <a:off x="-763586" y="3328986"/>
              <a:ext cx="1452562" cy="206375"/>
            </a:xfrm>
            <a:custGeom>
              <a:avLst/>
              <a:gdLst>
                <a:gd name="T0" fmla="*/ 3 w 387"/>
                <a:gd name="T1" fmla="*/ 55 h 55"/>
                <a:gd name="T2" fmla="*/ 0 w 387"/>
                <a:gd name="T3" fmla="*/ 52 h 55"/>
                <a:gd name="T4" fmla="*/ 52 w 387"/>
                <a:gd name="T5" fmla="*/ 1 h 55"/>
                <a:gd name="T6" fmla="*/ 53 w 387"/>
                <a:gd name="T7" fmla="*/ 0 h 55"/>
                <a:gd name="T8" fmla="*/ 53 w 387"/>
                <a:gd name="T9" fmla="*/ 0 h 55"/>
                <a:gd name="T10" fmla="*/ 80 w 387"/>
                <a:gd name="T11" fmla="*/ 0 h 55"/>
                <a:gd name="T12" fmla="*/ 81 w 387"/>
                <a:gd name="T13" fmla="*/ 1 h 55"/>
                <a:gd name="T14" fmla="*/ 93 w 387"/>
                <a:gd name="T15" fmla="*/ 13 h 55"/>
                <a:gd name="T16" fmla="*/ 305 w 387"/>
                <a:gd name="T17" fmla="*/ 13 h 55"/>
                <a:gd name="T18" fmla="*/ 306 w 387"/>
                <a:gd name="T19" fmla="*/ 13 h 55"/>
                <a:gd name="T20" fmla="*/ 326 w 387"/>
                <a:gd name="T21" fmla="*/ 33 h 55"/>
                <a:gd name="T22" fmla="*/ 373 w 387"/>
                <a:gd name="T23" fmla="*/ 33 h 55"/>
                <a:gd name="T24" fmla="*/ 374 w 387"/>
                <a:gd name="T25" fmla="*/ 34 h 55"/>
                <a:gd name="T26" fmla="*/ 387 w 387"/>
                <a:gd name="T27" fmla="*/ 46 h 55"/>
                <a:gd name="T28" fmla="*/ 384 w 387"/>
                <a:gd name="T29" fmla="*/ 48 h 55"/>
                <a:gd name="T30" fmla="*/ 372 w 387"/>
                <a:gd name="T31" fmla="*/ 37 h 55"/>
                <a:gd name="T32" fmla="*/ 325 w 387"/>
                <a:gd name="T33" fmla="*/ 37 h 55"/>
                <a:gd name="T34" fmla="*/ 324 w 387"/>
                <a:gd name="T35" fmla="*/ 36 h 55"/>
                <a:gd name="T36" fmla="*/ 304 w 387"/>
                <a:gd name="T37" fmla="*/ 16 h 55"/>
                <a:gd name="T38" fmla="*/ 93 w 387"/>
                <a:gd name="T39" fmla="*/ 16 h 55"/>
                <a:gd name="T40" fmla="*/ 91 w 387"/>
                <a:gd name="T41" fmla="*/ 16 h 55"/>
                <a:gd name="T42" fmla="*/ 79 w 387"/>
                <a:gd name="T43" fmla="*/ 4 h 55"/>
                <a:gd name="T44" fmla="*/ 54 w 387"/>
                <a:gd name="T45" fmla="*/ 4 h 55"/>
                <a:gd name="T46" fmla="*/ 3 w 387"/>
                <a:gd name="T4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7" h="55">
                  <a:moveTo>
                    <a:pt x="3" y="55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1" y="0"/>
                    <a:pt x="81" y="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305" y="13"/>
                    <a:pt x="305" y="13"/>
                    <a:pt x="305" y="13"/>
                  </a:cubicBezTo>
                  <a:cubicBezTo>
                    <a:pt x="305" y="13"/>
                    <a:pt x="306" y="13"/>
                    <a:pt x="306" y="1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73" y="33"/>
                    <a:pt x="373" y="33"/>
                    <a:pt x="373" y="33"/>
                  </a:cubicBezTo>
                  <a:cubicBezTo>
                    <a:pt x="374" y="33"/>
                    <a:pt x="374" y="33"/>
                    <a:pt x="374" y="34"/>
                  </a:cubicBezTo>
                  <a:cubicBezTo>
                    <a:pt x="387" y="46"/>
                    <a:pt x="387" y="46"/>
                    <a:pt x="387" y="46"/>
                  </a:cubicBezTo>
                  <a:cubicBezTo>
                    <a:pt x="384" y="48"/>
                    <a:pt x="384" y="48"/>
                    <a:pt x="384" y="48"/>
                  </a:cubicBezTo>
                  <a:cubicBezTo>
                    <a:pt x="372" y="37"/>
                    <a:pt x="372" y="37"/>
                    <a:pt x="372" y="37"/>
                  </a:cubicBezTo>
                  <a:cubicBezTo>
                    <a:pt x="325" y="37"/>
                    <a:pt x="325" y="37"/>
                    <a:pt x="325" y="37"/>
                  </a:cubicBezTo>
                  <a:cubicBezTo>
                    <a:pt x="325" y="37"/>
                    <a:pt x="324" y="37"/>
                    <a:pt x="324" y="36"/>
                  </a:cubicBezTo>
                  <a:cubicBezTo>
                    <a:pt x="304" y="16"/>
                    <a:pt x="304" y="16"/>
                    <a:pt x="304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2" y="16"/>
                    <a:pt x="92" y="16"/>
                    <a:pt x="91" y="16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54" y="4"/>
                    <a:pt x="54" y="4"/>
                    <a:pt x="54" y="4"/>
                  </a:cubicBezTo>
                  <a:lnTo>
                    <a:pt x="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7" name="Freeform 472"/>
            <p:cNvSpPr>
              <a:spLocks/>
            </p:cNvSpPr>
            <p:nvPr/>
          </p:nvSpPr>
          <p:spPr bwMode="auto">
            <a:xfrm flipV="1">
              <a:off x="-306386" y="2938460"/>
              <a:ext cx="1362075" cy="465138"/>
            </a:xfrm>
            <a:custGeom>
              <a:avLst/>
              <a:gdLst>
                <a:gd name="T0" fmla="*/ 363 w 363"/>
                <a:gd name="T1" fmla="*/ 124 h 124"/>
                <a:gd name="T2" fmla="*/ 320 w 363"/>
                <a:gd name="T3" fmla="*/ 124 h 124"/>
                <a:gd name="T4" fmla="*/ 319 w 363"/>
                <a:gd name="T5" fmla="*/ 124 h 124"/>
                <a:gd name="T6" fmla="*/ 229 w 363"/>
                <a:gd name="T7" fmla="*/ 33 h 124"/>
                <a:gd name="T8" fmla="*/ 201 w 363"/>
                <a:gd name="T9" fmla="*/ 33 h 124"/>
                <a:gd name="T10" fmla="*/ 200 w 363"/>
                <a:gd name="T11" fmla="*/ 33 h 124"/>
                <a:gd name="T12" fmla="*/ 171 w 363"/>
                <a:gd name="T13" fmla="*/ 4 h 124"/>
                <a:gd name="T14" fmla="*/ 34 w 363"/>
                <a:gd name="T15" fmla="*/ 4 h 124"/>
                <a:gd name="T16" fmla="*/ 2 w 363"/>
                <a:gd name="T17" fmla="*/ 35 h 124"/>
                <a:gd name="T18" fmla="*/ 0 w 363"/>
                <a:gd name="T19" fmla="*/ 33 h 124"/>
                <a:gd name="T20" fmla="*/ 32 w 363"/>
                <a:gd name="T21" fmla="*/ 1 h 124"/>
                <a:gd name="T22" fmla="*/ 33 w 363"/>
                <a:gd name="T23" fmla="*/ 0 h 124"/>
                <a:gd name="T24" fmla="*/ 172 w 363"/>
                <a:gd name="T25" fmla="*/ 0 h 124"/>
                <a:gd name="T26" fmla="*/ 173 w 363"/>
                <a:gd name="T27" fmla="*/ 1 h 124"/>
                <a:gd name="T28" fmla="*/ 202 w 363"/>
                <a:gd name="T29" fmla="*/ 30 h 124"/>
                <a:gd name="T30" fmla="*/ 230 w 363"/>
                <a:gd name="T31" fmla="*/ 30 h 124"/>
                <a:gd name="T32" fmla="*/ 231 w 363"/>
                <a:gd name="T33" fmla="*/ 31 h 124"/>
                <a:gd name="T34" fmla="*/ 321 w 363"/>
                <a:gd name="T35" fmla="*/ 121 h 124"/>
                <a:gd name="T36" fmla="*/ 363 w 363"/>
                <a:gd name="T37" fmla="*/ 121 h 124"/>
                <a:gd name="T38" fmla="*/ 363 w 363"/>
                <a:gd name="T3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3" h="124">
                  <a:moveTo>
                    <a:pt x="363" y="124"/>
                  </a:moveTo>
                  <a:cubicBezTo>
                    <a:pt x="320" y="124"/>
                    <a:pt x="320" y="124"/>
                    <a:pt x="320" y="124"/>
                  </a:cubicBezTo>
                  <a:cubicBezTo>
                    <a:pt x="320" y="124"/>
                    <a:pt x="320" y="124"/>
                    <a:pt x="319" y="124"/>
                  </a:cubicBezTo>
                  <a:cubicBezTo>
                    <a:pt x="229" y="33"/>
                    <a:pt x="229" y="33"/>
                    <a:pt x="229" y="33"/>
                  </a:cubicBezTo>
                  <a:cubicBezTo>
                    <a:pt x="201" y="33"/>
                    <a:pt x="201" y="33"/>
                    <a:pt x="201" y="33"/>
                  </a:cubicBezTo>
                  <a:cubicBezTo>
                    <a:pt x="201" y="33"/>
                    <a:pt x="201" y="33"/>
                    <a:pt x="200" y="33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0"/>
                    <a:pt x="173" y="1"/>
                    <a:pt x="173" y="1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30" y="30"/>
                    <a:pt x="230" y="30"/>
                    <a:pt x="230" y="30"/>
                  </a:cubicBezTo>
                  <a:cubicBezTo>
                    <a:pt x="230" y="30"/>
                    <a:pt x="231" y="30"/>
                    <a:pt x="231" y="31"/>
                  </a:cubicBezTo>
                  <a:cubicBezTo>
                    <a:pt x="321" y="121"/>
                    <a:pt x="321" y="121"/>
                    <a:pt x="321" y="121"/>
                  </a:cubicBezTo>
                  <a:cubicBezTo>
                    <a:pt x="363" y="121"/>
                    <a:pt x="363" y="121"/>
                    <a:pt x="363" y="121"/>
                  </a:cubicBezTo>
                  <a:lnTo>
                    <a:pt x="363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8" name="Freeform 473"/>
            <p:cNvSpPr>
              <a:spLocks/>
            </p:cNvSpPr>
            <p:nvPr/>
          </p:nvSpPr>
          <p:spPr bwMode="auto">
            <a:xfrm flipV="1">
              <a:off x="-755648" y="2795585"/>
              <a:ext cx="1079500" cy="354013"/>
            </a:xfrm>
            <a:custGeom>
              <a:avLst/>
              <a:gdLst>
                <a:gd name="T0" fmla="*/ 115 w 288"/>
                <a:gd name="T1" fmla="*/ 94 h 94"/>
                <a:gd name="T2" fmla="*/ 78 w 288"/>
                <a:gd name="T3" fmla="*/ 94 h 94"/>
                <a:gd name="T4" fmla="*/ 77 w 288"/>
                <a:gd name="T5" fmla="*/ 94 h 94"/>
                <a:gd name="T6" fmla="*/ 0 w 288"/>
                <a:gd name="T7" fmla="*/ 18 h 94"/>
                <a:gd name="T8" fmla="*/ 3 w 288"/>
                <a:gd name="T9" fmla="*/ 15 h 94"/>
                <a:gd name="T10" fmla="*/ 79 w 288"/>
                <a:gd name="T11" fmla="*/ 91 h 94"/>
                <a:gd name="T12" fmla="*/ 115 w 288"/>
                <a:gd name="T13" fmla="*/ 91 h 94"/>
                <a:gd name="T14" fmla="*/ 205 w 288"/>
                <a:gd name="T15" fmla="*/ 1 h 94"/>
                <a:gd name="T16" fmla="*/ 206 w 288"/>
                <a:gd name="T17" fmla="*/ 0 h 94"/>
                <a:gd name="T18" fmla="*/ 244 w 288"/>
                <a:gd name="T19" fmla="*/ 0 h 94"/>
                <a:gd name="T20" fmla="*/ 245 w 288"/>
                <a:gd name="T21" fmla="*/ 1 h 94"/>
                <a:gd name="T22" fmla="*/ 288 w 288"/>
                <a:gd name="T23" fmla="*/ 44 h 94"/>
                <a:gd name="T24" fmla="*/ 285 w 288"/>
                <a:gd name="T25" fmla="*/ 46 h 94"/>
                <a:gd name="T26" fmla="*/ 243 w 288"/>
                <a:gd name="T27" fmla="*/ 4 h 94"/>
                <a:gd name="T28" fmla="*/ 207 w 288"/>
                <a:gd name="T29" fmla="*/ 4 h 94"/>
                <a:gd name="T30" fmla="*/ 117 w 288"/>
                <a:gd name="T31" fmla="*/ 94 h 94"/>
                <a:gd name="T32" fmla="*/ 115 w 288"/>
                <a:gd name="T3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8" h="94">
                  <a:moveTo>
                    <a:pt x="115" y="94"/>
                  </a:moveTo>
                  <a:cubicBezTo>
                    <a:pt x="78" y="94"/>
                    <a:pt x="78" y="94"/>
                    <a:pt x="78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115" y="91"/>
                    <a:pt x="115" y="91"/>
                    <a:pt x="115" y="9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5" y="0"/>
                    <a:pt x="206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44" y="0"/>
                    <a:pt x="245" y="1"/>
                    <a:pt x="245" y="1"/>
                  </a:cubicBezTo>
                  <a:cubicBezTo>
                    <a:pt x="288" y="44"/>
                    <a:pt x="288" y="44"/>
                    <a:pt x="288" y="44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6" y="94"/>
                    <a:pt x="116" y="94"/>
                    <a:pt x="115" y="9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9" name="Freeform 474"/>
            <p:cNvSpPr>
              <a:spLocks/>
            </p:cNvSpPr>
            <p:nvPr/>
          </p:nvSpPr>
          <p:spPr bwMode="auto">
            <a:xfrm flipV="1">
              <a:off x="-441323" y="2363785"/>
              <a:ext cx="930275" cy="649288"/>
            </a:xfrm>
            <a:custGeom>
              <a:avLst/>
              <a:gdLst>
                <a:gd name="T0" fmla="*/ 56 w 248"/>
                <a:gd name="T1" fmla="*/ 173 h 173"/>
                <a:gd name="T2" fmla="*/ 28 w 248"/>
                <a:gd name="T3" fmla="*/ 173 h 173"/>
                <a:gd name="T4" fmla="*/ 24 w 248"/>
                <a:gd name="T5" fmla="*/ 171 h 173"/>
                <a:gd name="T6" fmla="*/ 1 w 248"/>
                <a:gd name="T7" fmla="*/ 148 h 173"/>
                <a:gd name="T8" fmla="*/ 0 w 248"/>
                <a:gd name="T9" fmla="*/ 144 h 173"/>
                <a:gd name="T10" fmla="*/ 0 w 248"/>
                <a:gd name="T11" fmla="*/ 115 h 173"/>
                <a:gd name="T12" fmla="*/ 1 w 248"/>
                <a:gd name="T13" fmla="*/ 112 h 173"/>
                <a:gd name="T14" fmla="*/ 111 w 248"/>
                <a:gd name="T15" fmla="*/ 2 h 173"/>
                <a:gd name="T16" fmla="*/ 115 w 248"/>
                <a:gd name="T17" fmla="*/ 0 h 173"/>
                <a:gd name="T18" fmla="*/ 115 w 248"/>
                <a:gd name="T19" fmla="*/ 0 h 173"/>
                <a:gd name="T20" fmla="*/ 145 w 248"/>
                <a:gd name="T21" fmla="*/ 0 h 173"/>
                <a:gd name="T22" fmla="*/ 149 w 248"/>
                <a:gd name="T23" fmla="*/ 2 h 173"/>
                <a:gd name="T24" fmla="*/ 207 w 248"/>
                <a:gd name="T25" fmla="*/ 60 h 173"/>
                <a:gd name="T26" fmla="*/ 248 w 248"/>
                <a:gd name="T27" fmla="*/ 60 h 173"/>
                <a:gd name="T28" fmla="*/ 248 w 248"/>
                <a:gd name="T29" fmla="*/ 70 h 173"/>
                <a:gd name="T30" fmla="*/ 205 w 248"/>
                <a:gd name="T31" fmla="*/ 70 h 173"/>
                <a:gd name="T32" fmla="*/ 201 w 248"/>
                <a:gd name="T33" fmla="*/ 69 h 173"/>
                <a:gd name="T34" fmla="*/ 143 w 248"/>
                <a:gd name="T35" fmla="*/ 11 h 173"/>
                <a:gd name="T36" fmla="*/ 117 w 248"/>
                <a:gd name="T37" fmla="*/ 11 h 173"/>
                <a:gd name="T38" fmla="*/ 10 w 248"/>
                <a:gd name="T39" fmla="*/ 117 h 173"/>
                <a:gd name="T40" fmla="*/ 10 w 248"/>
                <a:gd name="T41" fmla="*/ 142 h 173"/>
                <a:gd name="T42" fmla="*/ 30 w 248"/>
                <a:gd name="T43" fmla="*/ 162 h 173"/>
                <a:gd name="T44" fmla="*/ 54 w 248"/>
                <a:gd name="T45" fmla="*/ 162 h 173"/>
                <a:gd name="T46" fmla="*/ 116 w 248"/>
                <a:gd name="T47" fmla="*/ 100 h 173"/>
                <a:gd name="T48" fmla="*/ 123 w 248"/>
                <a:gd name="T49" fmla="*/ 107 h 173"/>
                <a:gd name="T50" fmla="*/ 60 w 248"/>
                <a:gd name="T51" fmla="*/ 171 h 173"/>
                <a:gd name="T52" fmla="*/ 56 w 248"/>
                <a:gd name="T53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173">
                  <a:moveTo>
                    <a:pt x="56" y="173"/>
                  </a:moveTo>
                  <a:cubicBezTo>
                    <a:pt x="28" y="173"/>
                    <a:pt x="28" y="173"/>
                    <a:pt x="28" y="173"/>
                  </a:cubicBezTo>
                  <a:cubicBezTo>
                    <a:pt x="27" y="173"/>
                    <a:pt x="25" y="172"/>
                    <a:pt x="24" y="171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0" y="147"/>
                    <a:pt x="0" y="146"/>
                    <a:pt x="0" y="144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0" y="113"/>
                    <a:pt x="1" y="11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3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7" y="0"/>
                    <a:pt x="148" y="1"/>
                    <a:pt x="149" y="2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48" y="60"/>
                    <a:pt x="248" y="60"/>
                    <a:pt x="248" y="60"/>
                  </a:cubicBezTo>
                  <a:cubicBezTo>
                    <a:pt x="248" y="70"/>
                    <a:pt x="248" y="70"/>
                    <a:pt x="248" y="70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4" y="70"/>
                    <a:pt x="202" y="70"/>
                    <a:pt x="201" y="69"/>
                  </a:cubicBezTo>
                  <a:cubicBezTo>
                    <a:pt x="143" y="11"/>
                    <a:pt x="143" y="11"/>
                    <a:pt x="143" y="11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116" y="100"/>
                    <a:pt x="116" y="100"/>
                    <a:pt x="116" y="100"/>
                  </a:cubicBezTo>
                  <a:cubicBezTo>
                    <a:pt x="123" y="107"/>
                    <a:pt x="123" y="107"/>
                    <a:pt x="123" y="107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59" y="172"/>
                    <a:pt x="57" y="173"/>
                    <a:pt x="56" y="1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0" name="Freeform 475"/>
            <p:cNvSpPr>
              <a:spLocks/>
            </p:cNvSpPr>
            <p:nvPr/>
          </p:nvSpPr>
          <p:spPr bwMode="auto">
            <a:xfrm flipV="1">
              <a:off x="-554036" y="2946398"/>
              <a:ext cx="1227137" cy="371475"/>
            </a:xfrm>
            <a:custGeom>
              <a:avLst/>
              <a:gdLst>
                <a:gd name="T0" fmla="*/ 327 w 327"/>
                <a:gd name="T1" fmla="*/ 99 h 99"/>
                <a:gd name="T2" fmla="*/ 296 w 327"/>
                <a:gd name="T3" fmla="*/ 99 h 99"/>
                <a:gd name="T4" fmla="*/ 295 w 327"/>
                <a:gd name="T5" fmla="*/ 98 h 99"/>
                <a:gd name="T6" fmla="*/ 200 w 327"/>
                <a:gd name="T7" fmla="*/ 3 h 99"/>
                <a:gd name="T8" fmla="*/ 120 w 327"/>
                <a:gd name="T9" fmla="*/ 3 h 99"/>
                <a:gd name="T10" fmla="*/ 67 w 327"/>
                <a:gd name="T11" fmla="*/ 57 h 99"/>
                <a:gd name="T12" fmla="*/ 66 w 327"/>
                <a:gd name="T13" fmla="*/ 57 h 99"/>
                <a:gd name="T14" fmla="*/ 45 w 327"/>
                <a:gd name="T15" fmla="*/ 57 h 99"/>
                <a:gd name="T16" fmla="*/ 44 w 327"/>
                <a:gd name="T17" fmla="*/ 57 h 99"/>
                <a:gd name="T18" fmla="*/ 0 w 327"/>
                <a:gd name="T19" fmla="*/ 13 h 99"/>
                <a:gd name="T20" fmla="*/ 2 w 327"/>
                <a:gd name="T21" fmla="*/ 10 h 99"/>
                <a:gd name="T22" fmla="*/ 46 w 327"/>
                <a:gd name="T23" fmla="*/ 54 h 99"/>
                <a:gd name="T24" fmla="*/ 65 w 327"/>
                <a:gd name="T25" fmla="*/ 54 h 99"/>
                <a:gd name="T26" fmla="*/ 118 w 327"/>
                <a:gd name="T27" fmla="*/ 0 h 99"/>
                <a:gd name="T28" fmla="*/ 119 w 327"/>
                <a:gd name="T29" fmla="*/ 0 h 99"/>
                <a:gd name="T30" fmla="*/ 201 w 327"/>
                <a:gd name="T31" fmla="*/ 0 h 99"/>
                <a:gd name="T32" fmla="*/ 202 w 327"/>
                <a:gd name="T33" fmla="*/ 0 h 99"/>
                <a:gd name="T34" fmla="*/ 297 w 327"/>
                <a:gd name="T35" fmla="*/ 95 h 99"/>
                <a:gd name="T36" fmla="*/ 327 w 327"/>
                <a:gd name="T37" fmla="*/ 95 h 99"/>
                <a:gd name="T38" fmla="*/ 327 w 327"/>
                <a:gd name="T3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7" h="99">
                  <a:moveTo>
                    <a:pt x="327" y="99"/>
                  </a:moveTo>
                  <a:cubicBezTo>
                    <a:pt x="296" y="99"/>
                    <a:pt x="296" y="99"/>
                    <a:pt x="296" y="99"/>
                  </a:cubicBezTo>
                  <a:cubicBezTo>
                    <a:pt x="296" y="99"/>
                    <a:pt x="295" y="98"/>
                    <a:pt x="295" y="98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67" y="57"/>
                    <a:pt x="67" y="57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2" y="0"/>
                    <a:pt x="202" y="0"/>
                  </a:cubicBezTo>
                  <a:cubicBezTo>
                    <a:pt x="297" y="95"/>
                    <a:pt x="297" y="95"/>
                    <a:pt x="297" y="95"/>
                  </a:cubicBezTo>
                  <a:cubicBezTo>
                    <a:pt x="327" y="95"/>
                    <a:pt x="327" y="95"/>
                    <a:pt x="327" y="95"/>
                  </a:cubicBezTo>
                  <a:lnTo>
                    <a:pt x="327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1" name="Freeform 476"/>
            <p:cNvSpPr>
              <a:spLocks/>
            </p:cNvSpPr>
            <p:nvPr/>
          </p:nvSpPr>
          <p:spPr bwMode="auto">
            <a:xfrm flipV="1">
              <a:off x="-512761" y="2762248"/>
              <a:ext cx="1366837" cy="495300"/>
            </a:xfrm>
            <a:custGeom>
              <a:avLst/>
              <a:gdLst>
                <a:gd name="T0" fmla="*/ 364 w 364"/>
                <a:gd name="T1" fmla="*/ 132 h 132"/>
                <a:gd name="T2" fmla="*/ 314 w 364"/>
                <a:gd name="T3" fmla="*/ 132 h 132"/>
                <a:gd name="T4" fmla="*/ 312 w 364"/>
                <a:gd name="T5" fmla="*/ 131 h 132"/>
                <a:gd name="T6" fmla="*/ 184 w 364"/>
                <a:gd name="T7" fmla="*/ 3 h 132"/>
                <a:gd name="T8" fmla="*/ 122 w 364"/>
                <a:gd name="T9" fmla="*/ 3 h 132"/>
                <a:gd name="T10" fmla="*/ 44 w 364"/>
                <a:gd name="T11" fmla="*/ 81 h 132"/>
                <a:gd name="T12" fmla="*/ 43 w 364"/>
                <a:gd name="T13" fmla="*/ 82 h 132"/>
                <a:gd name="T14" fmla="*/ 21 w 364"/>
                <a:gd name="T15" fmla="*/ 82 h 132"/>
                <a:gd name="T16" fmla="*/ 20 w 364"/>
                <a:gd name="T17" fmla="*/ 81 h 132"/>
                <a:gd name="T18" fmla="*/ 0 w 364"/>
                <a:gd name="T19" fmla="*/ 61 h 132"/>
                <a:gd name="T20" fmla="*/ 2 w 364"/>
                <a:gd name="T21" fmla="*/ 59 h 132"/>
                <a:gd name="T22" fmla="*/ 22 w 364"/>
                <a:gd name="T23" fmla="*/ 78 h 132"/>
                <a:gd name="T24" fmla="*/ 42 w 364"/>
                <a:gd name="T25" fmla="*/ 78 h 132"/>
                <a:gd name="T26" fmla="*/ 120 w 364"/>
                <a:gd name="T27" fmla="*/ 0 h 132"/>
                <a:gd name="T28" fmla="*/ 122 w 364"/>
                <a:gd name="T29" fmla="*/ 0 h 132"/>
                <a:gd name="T30" fmla="*/ 185 w 364"/>
                <a:gd name="T31" fmla="*/ 0 h 132"/>
                <a:gd name="T32" fmla="*/ 186 w 364"/>
                <a:gd name="T33" fmla="*/ 0 h 132"/>
                <a:gd name="T34" fmla="*/ 314 w 364"/>
                <a:gd name="T35" fmla="*/ 128 h 132"/>
                <a:gd name="T36" fmla="*/ 364 w 364"/>
                <a:gd name="T37" fmla="*/ 128 h 132"/>
                <a:gd name="T38" fmla="*/ 364 w 364"/>
                <a:gd name="T39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4" h="132">
                  <a:moveTo>
                    <a:pt x="364" y="132"/>
                  </a:moveTo>
                  <a:cubicBezTo>
                    <a:pt x="314" y="132"/>
                    <a:pt x="314" y="132"/>
                    <a:pt x="314" y="132"/>
                  </a:cubicBezTo>
                  <a:cubicBezTo>
                    <a:pt x="313" y="132"/>
                    <a:pt x="313" y="132"/>
                    <a:pt x="312" y="131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4" y="82"/>
                    <a:pt x="44" y="82"/>
                    <a:pt x="43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0" y="82"/>
                    <a:pt x="20" y="8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0"/>
                    <a:pt x="121" y="0"/>
                    <a:pt x="122" y="0"/>
                  </a:cubicBez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314" y="128"/>
                    <a:pt x="314" y="128"/>
                    <a:pt x="314" y="128"/>
                  </a:cubicBezTo>
                  <a:cubicBezTo>
                    <a:pt x="364" y="128"/>
                    <a:pt x="364" y="128"/>
                    <a:pt x="364" y="128"/>
                  </a:cubicBezTo>
                  <a:lnTo>
                    <a:pt x="364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2" name="Freeform 477"/>
            <p:cNvSpPr>
              <a:spLocks/>
            </p:cNvSpPr>
            <p:nvPr/>
          </p:nvSpPr>
          <p:spPr bwMode="auto">
            <a:xfrm flipV="1">
              <a:off x="-2117723" y="2217736"/>
              <a:ext cx="2424112" cy="387350"/>
            </a:xfrm>
            <a:custGeom>
              <a:avLst/>
              <a:gdLst>
                <a:gd name="T0" fmla="*/ 545 w 646"/>
                <a:gd name="T1" fmla="*/ 103 h 103"/>
                <a:gd name="T2" fmla="*/ 0 w 646"/>
                <a:gd name="T3" fmla="*/ 103 h 103"/>
                <a:gd name="T4" fmla="*/ 0 w 646"/>
                <a:gd name="T5" fmla="*/ 99 h 103"/>
                <a:gd name="T6" fmla="*/ 544 w 646"/>
                <a:gd name="T7" fmla="*/ 99 h 103"/>
                <a:gd name="T8" fmla="*/ 566 w 646"/>
                <a:gd name="T9" fmla="*/ 77 h 103"/>
                <a:gd name="T10" fmla="*/ 566 w 646"/>
                <a:gd name="T11" fmla="*/ 49 h 103"/>
                <a:gd name="T12" fmla="*/ 567 w 646"/>
                <a:gd name="T13" fmla="*/ 48 h 103"/>
                <a:gd name="T14" fmla="*/ 613 w 646"/>
                <a:gd name="T15" fmla="*/ 1 h 103"/>
                <a:gd name="T16" fmla="*/ 614 w 646"/>
                <a:gd name="T17" fmla="*/ 0 h 103"/>
                <a:gd name="T18" fmla="*/ 646 w 646"/>
                <a:gd name="T19" fmla="*/ 0 h 103"/>
                <a:gd name="T20" fmla="*/ 646 w 646"/>
                <a:gd name="T21" fmla="*/ 4 h 103"/>
                <a:gd name="T22" fmla="*/ 615 w 646"/>
                <a:gd name="T23" fmla="*/ 4 h 103"/>
                <a:gd name="T24" fmla="*/ 570 w 646"/>
                <a:gd name="T25" fmla="*/ 49 h 103"/>
                <a:gd name="T26" fmla="*/ 570 w 646"/>
                <a:gd name="T27" fmla="*/ 78 h 103"/>
                <a:gd name="T28" fmla="*/ 569 w 646"/>
                <a:gd name="T29" fmla="*/ 79 h 103"/>
                <a:gd name="T30" fmla="*/ 546 w 646"/>
                <a:gd name="T31" fmla="*/ 102 h 103"/>
                <a:gd name="T32" fmla="*/ 545 w 646"/>
                <a:gd name="T3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6" h="103">
                  <a:moveTo>
                    <a:pt x="545" y="103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544" y="99"/>
                    <a:pt x="544" y="99"/>
                    <a:pt x="544" y="99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6" y="49"/>
                    <a:pt x="566" y="49"/>
                    <a:pt x="566" y="49"/>
                  </a:cubicBezTo>
                  <a:cubicBezTo>
                    <a:pt x="566" y="48"/>
                    <a:pt x="566" y="48"/>
                    <a:pt x="567" y="48"/>
                  </a:cubicBezTo>
                  <a:cubicBezTo>
                    <a:pt x="613" y="1"/>
                    <a:pt x="613" y="1"/>
                    <a:pt x="613" y="1"/>
                  </a:cubicBezTo>
                  <a:cubicBezTo>
                    <a:pt x="614" y="1"/>
                    <a:pt x="614" y="0"/>
                    <a:pt x="614" y="0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615" y="4"/>
                    <a:pt x="615" y="4"/>
                    <a:pt x="615" y="4"/>
                  </a:cubicBezTo>
                  <a:cubicBezTo>
                    <a:pt x="570" y="49"/>
                    <a:pt x="570" y="49"/>
                    <a:pt x="570" y="49"/>
                  </a:cubicBezTo>
                  <a:cubicBezTo>
                    <a:pt x="570" y="78"/>
                    <a:pt x="570" y="78"/>
                    <a:pt x="570" y="78"/>
                  </a:cubicBezTo>
                  <a:cubicBezTo>
                    <a:pt x="570" y="79"/>
                    <a:pt x="569" y="79"/>
                    <a:pt x="569" y="79"/>
                  </a:cubicBezTo>
                  <a:cubicBezTo>
                    <a:pt x="546" y="102"/>
                    <a:pt x="546" y="102"/>
                    <a:pt x="546" y="102"/>
                  </a:cubicBezTo>
                  <a:cubicBezTo>
                    <a:pt x="546" y="103"/>
                    <a:pt x="546" y="103"/>
                    <a:pt x="545" y="1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3" name="Freeform 478"/>
            <p:cNvSpPr>
              <a:spLocks/>
            </p:cNvSpPr>
            <p:nvPr/>
          </p:nvSpPr>
          <p:spPr bwMode="auto">
            <a:xfrm flipV="1">
              <a:off x="-1949448" y="1989136"/>
              <a:ext cx="2443162" cy="428625"/>
            </a:xfrm>
            <a:custGeom>
              <a:avLst/>
              <a:gdLst>
                <a:gd name="T0" fmla="*/ 496 w 651"/>
                <a:gd name="T1" fmla="*/ 114 h 114"/>
                <a:gd name="T2" fmla="*/ 0 w 651"/>
                <a:gd name="T3" fmla="*/ 114 h 114"/>
                <a:gd name="T4" fmla="*/ 0 w 651"/>
                <a:gd name="T5" fmla="*/ 110 h 114"/>
                <a:gd name="T6" fmla="*/ 496 w 651"/>
                <a:gd name="T7" fmla="*/ 110 h 114"/>
                <a:gd name="T8" fmla="*/ 606 w 651"/>
                <a:gd name="T9" fmla="*/ 0 h 114"/>
                <a:gd name="T10" fmla="*/ 607 w 651"/>
                <a:gd name="T11" fmla="*/ 0 h 114"/>
                <a:gd name="T12" fmla="*/ 651 w 651"/>
                <a:gd name="T13" fmla="*/ 0 h 114"/>
                <a:gd name="T14" fmla="*/ 651 w 651"/>
                <a:gd name="T15" fmla="*/ 3 h 114"/>
                <a:gd name="T16" fmla="*/ 608 w 651"/>
                <a:gd name="T17" fmla="*/ 3 h 114"/>
                <a:gd name="T18" fmla="*/ 498 w 651"/>
                <a:gd name="T19" fmla="*/ 113 h 114"/>
                <a:gd name="T20" fmla="*/ 496 w 651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1" h="114">
                  <a:moveTo>
                    <a:pt x="496" y="114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496" y="110"/>
                    <a:pt x="496" y="110"/>
                    <a:pt x="496" y="11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6" y="0"/>
                    <a:pt x="606" y="0"/>
                    <a:pt x="607" y="0"/>
                  </a:cubicBezTo>
                  <a:cubicBezTo>
                    <a:pt x="651" y="0"/>
                    <a:pt x="651" y="0"/>
                    <a:pt x="651" y="0"/>
                  </a:cubicBezTo>
                  <a:cubicBezTo>
                    <a:pt x="651" y="3"/>
                    <a:pt x="651" y="3"/>
                    <a:pt x="651" y="3"/>
                  </a:cubicBezTo>
                  <a:cubicBezTo>
                    <a:pt x="608" y="3"/>
                    <a:pt x="608" y="3"/>
                    <a:pt x="608" y="3"/>
                  </a:cubicBezTo>
                  <a:cubicBezTo>
                    <a:pt x="498" y="113"/>
                    <a:pt x="498" y="113"/>
                    <a:pt x="498" y="113"/>
                  </a:cubicBezTo>
                  <a:cubicBezTo>
                    <a:pt x="497" y="114"/>
                    <a:pt x="497" y="114"/>
                    <a:pt x="496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4" name="Freeform 479"/>
            <p:cNvSpPr>
              <a:spLocks noEditPoints="1"/>
            </p:cNvSpPr>
            <p:nvPr/>
          </p:nvSpPr>
          <p:spPr bwMode="auto">
            <a:xfrm flipV="1">
              <a:off x="5311777" y="6561136"/>
              <a:ext cx="101600" cy="100013"/>
            </a:xfrm>
            <a:custGeom>
              <a:avLst/>
              <a:gdLst>
                <a:gd name="T0" fmla="*/ 13 w 27"/>
                <a:gd name="T1" fmla="*/ 6 h 27"/>
                <a:gd name="T2" fmla="*/ 13 w 27"/>
                <a:gd name="T3" fmla="*/ 6 h 27"/>
                <a:gd name="T4" fmla="*/ 13 w 27"/>
                <a:gd name="T5" fmla="*/ 6 h 27"/>
                <a:gd name="T6" fmla="*/ 20 w 27"/>
                <a:gd name="T7" fmla="*/ 13 h 27"/>
                <a:gd name="T8" fmla="*/ 13 w 27"/>
                <a:gd name="T9" fmla="*/ 20 h 27"/>
                <a:gd name="T10" fmla="*/ 13 w 27"/>
                <a:gd name="T11" fmla="*/ 20 h 27"/>
                <a:gd name="T12" fmla="*/ 13 w 27"/>
                <a:gd name="T13" fmla="*/ 20 h 27"/>
                <a:gd name="T14" fmla="*/ 6 w 27"/>
                <a:gd name="T15" fmla="*/ 13 h 27"/>
                <a:gd name="T16" fmla="*/ 13 w 27"/>
                <a:gd name="T17" fmla="*/ 6 h 27"/>
                <a:gd name="T18" fmla="*/ 13 w 27"/>
                <a:gd name="T19" fmla="*/ 0 h 27"/>
                <a:gd name="T20" fmla="*/ 13 w 27"/>
                <a:gd name="T21" fmla="*/ 0 h 27"/>
                <a:gd name="T22" fmla="*/ 13 w 27"/>
                <a:gd name="T23" fmla="*/ 0 h 27"/>
                <a:gd name="T24" fmla="*/ 4 w 27"/>
                <a:gd name="T25" fmla="*/ 4 h 27"/>
                <a:gd name="T26" fmla="*/ 0 w 27"/>
                <a:gd name="T27" fmla="*/ 13 h 27"/>
                <a:gd name="T28" fmla="*/ 13 w 27"/>
                <a:gd name="T29" fmla="*/ 27 h 27"/>
                <a:gd name="T30" fmla="*/ 23 w 27"/>
                <a:gd name="T31" fmla="*/ 23 h 27"/>
                <a:gd name="T32" fmla="*/ 27 w 27"/>
                <a:gd name="T33" fmla="*/ 13 h 27"/>
                <a:gd name="T34" fmla="*/ 13 w 27"/>
                <a:gd name="T3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7">
                  <a:moveTo>
                    <a:pt x="13" y="6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7" y="6"/>
                    <a:pt x="20" y="10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10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6"/>
                    <a:pt x="0" y="10"/>
                    <a:pt x="0" y="13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17" y="27"/>
                    <a:pt x="20" y="26"/>
                    <a:pt x="23" y="23"/>
                  </a:cubicBezTo>
                  <a:cubicBezTo>
                    <a:pt x="26" y="20"/>
                    <a:pt x="27" y="17"/>
                    <a:pt x="27" y="13"/>
                  </a:cubicBezTo>
                  <a:cubicBezTo>
                    <a:pt x="27" y="6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5" name="Freeform 480"/>
            <p:cNvSpPr>
              <a:spLocks noEditPoints="1"/>
            </p:cNvSpPr>
            <p:nvPr/>
          </p:nvSpPr>
          <p:spPr bwMode="auto">
            <a:xfrm flipV="1">
              <a:off x="5322889" y="6924673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6" name="Freeform 481"/>
            <p:cNvSpPr>
              <a:spLocks noEditPoints="1"/>
            </p:cNvSpPr>
            <p:nvPr/>
          </p:nvSpPr>
          <p:spPr bwMode="auto">
            <a:xfrm flipV="1">
              <a:off x="3360739" y="99790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7" name="Freeform 482"/>
            <p:cNvSpPr>
              <a:spLocks noEditPoints="1"/>
            </p:cNvSpPr>
            <p:nvPr/>
          </p:nvSpPr>
          <p:spPr bwMode="auto">
            <a:xfrm flipV="1">
              <a:off x="5138739" y="67405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8" name="Freeform 483"/>
            <p:cNvSpPr>
              <a:spLocks noEditPoints="1"/>
            </p:cNvSpPr>
            <p:nvPr/>
          </p:nvSpPr>
          <p:spPr bwMode="auto">
            <a:xfrm flipV="1">
              <a:off x="2733677" y="96345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9" name="Freeform 484"/>
            <p:cNvSpPr>
              <a:spLocks noEditPoints="1"/>
            </p:cNvSpPr>
            <p:nvPr/>
          </p:nvSpPr>
          <p:spPr bwMode="auto">
            <a:xfrm flipV="1">
              <a:off x="4973639" y="69167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0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0" name="Freeform 485"/>
            <p:cNvSpPr>
              <a:spLocks noEditPoints="1"/>
            </p:cNvSpPr>
            <p:nvPr/>
          </p:nvSpPr>
          <p:spPr bwMode="auto">
            <a:xfrm flipV="1">
              <a:off x="3698877" y="8823323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1" name="Freeform 486"/>
            <p:cNvSpPr>
              <a:spLocks noEditPoints="1"/>
            </p:cNvSpPr>
            <p:nvPr/>
          </p:nvSpPr>
          <p:spPr bwMode="auto">
            <a:xfrm flipV="1">
              <a:off x="497363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5"/>
                    <a:pt x="15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2" name="Freeform 487"/>
            <p:cNvSpPr>
              <a:spLocks noEditPoints="1"/>
            </p:cNvSpPr>
            <p:nvPr/>
          </p:nvSpPr>
          <p:spPr bwMode="auto">
            <a:xfrm flipV="1">
              <a:off x="3041652" y="99948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3" name="Freeform 488"/>
            <p:cNvSpPr>
              <a:spLocks noEditPoints="1"/>
            </p:cNvSpPr>
            <p:nvPr/>
          </p:nvSpPr>
          <p:spPr bwMode="auto">
            <a:xfrm flipV="1">
              <a:off x="532288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0 w 24"/>
                <a:gd name="T19" fmla="*/ 20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4" name="Freeform 489"/>
            <p:cNvSpPr>
              <a:spLocks noEditPoints="1"/>
            </p:cNvSpPr>
            <p:nvPr/>
          </p:nvSpPr>
          <p:spPr bwMode="auto">
            <a:xfrm flipV="1">
              <a:off x="3187702" y="99901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4 w 24"/>
                <a:gd name="T15" fmla="*/ 4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5" name="Freeform 490"/>
            <p:cNvSpPr>
              <a:spLocks noEditPoints="1"/>
            </p:cNvSpPr>
            <p:nvPr/>
          </p:nvSpPr>
          <p:spPr bwMode="auto">
            <a:xfrm flipV="1">
              <a:off x="5492752" y="7097711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6" name="Freeform 491"/>
            <p:cNvSpPr>
              <a:spLocks noEditPoints="1"/>
            </p:cNvSpPr>
            <p:nvPr/>
          </p:nvSpPr>
          <p:spPr bwMode="auto">
            <a:xfrm flipV="1">
              <a:off x="2973389" y="10133011"/>
              <a:ext cx="90487" cy="93663"/>
            </a:xfrm>
            <a:custGeom>
              <a:avLst/>
              <a:gdLst>
                <a:gd name="T0" fmla="*/ 12 w 24"/>
                <a:gd name="T1" fmla="*/ 6 h 25"/>
                <a:gd name="T2" fmla="*/ 12 w 24"/>
                <a:gd name="T3" fmla="*/ 6 h 25"/>
                <a:gd name="T4" fmla="*/ 19 w 24"/>
                <a:gd name="T5" fmla="*/ 13 h 25"/>
                <a:gd name="T6" fmla="*/ 12 w 24"/>
                <a:gd name="T7" fmla="*/ 19 h 25"/>
                <a:gd name="T8" fmla="*/ 5 w 24"/>
                <a:gd name="T9" fmla="*/ 13 h 25"/>
                <a:gd name="T10" fmla="*/ 12 w 24"/>
                <a:gd name="T11" fmla="*/ 6 h 25"/>
                <a:gd name="T12" fmla="*/ 12 w 24"/>
                <a:gd name="T13" fmla="*/ 0 h 25"/>
                <a:gd name="T14" fmla="*/ 12 w 24"/>
                <a:gd name="T15" fmla="*/ 0 h 25"/>
                <a:gd name="T16" fmla="*/ 3 w 24"/>
                <a:gd name="T17" fmla="*/ 4 h 25"/>
                <a:gd name="T18" fmla="*/ 0 w 24"/>
                <a:gd name="T19" fmla="*/ 13 h 25"/>
                <a:gd name="T20" fmla="*/ 12 w 24"/>
                <a:gd name="T21" fmla="*/ 25 h 25"/>
                <a:gd name="T22" fmla="*/ 20 w 24"/>
                <a:gd name="T23" fmla="*/ 21 h 25"/>
                <a:gd name="T24" fmla="*/ 24 w 24"/>
                <a:gd name="T25" fmla="*/ 12 h 25"/>
                <a:gd name="T26" fmla="*/ 12 w 24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5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3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5" y="25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7" name="Oval 492"/>
            <p:cNvSpPr>
              <a:spLocks noChangeArrowheads="1"/>
            </p:cNvSpPr>
            <p:nvPr/>
          </p:nvSpPr>
          <p:spPr bwMode="auto">
            <a:xfrm flipV="1">
              <a:off x="5514977" y="6913561"/>
              <a:ext cx="107950" cy="1079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8" name="Freeform 493"/>
            <p:cNvSpPr>
              <a:spLocks/>
            </p:cNvSpPr>
            <p:nvPr/>
          </p:nvSpPr>
          <p:spPr bwMode="auto">
            <a:xfrm flipV="1">
              <a:off x="3049589" y="7156449"/>
              <a:ext cx="2944812" cy="3028950"/>
            </a:xfrm>
            <a:custGeom>
              <a:avLst/>
              <a:gdLst>
                <a:gd name="T0" fmla="*/ 673 w 785"/>
                <a:gd name="T1" fmla="*/ 807 h 807"/>
                <a:gd name="T2" fmla="*/ 670 w 785"/>
                <a:gd name="T3" fmla="*/ 804 h 807"/>
                <a:gd name="T4" fmla="*/ 688 w 785"/>
                <a:gd name="T5" fmla="*/ 787 h 807"/>
                <a:gd name="T6" fmla="*/ 689 w 785"/>
                <a:gd name="T7" fmla="*/ 786 h 807"/>
                <a:gd name="T8" fmla="*/ 728 w 785"/>
                <a:gd name="T9" fmla="*/ 786 h 807"/>
                <a:gd name="T10" fmla="*/ 782 w 785"/>
                <a:gd name="T11" fmla="*/ 733 h 807"/>
                <a:gd name="T12" fmla="*/ 782 w 785"/>
                <a:gd name="T13" fmla="*/ 692 h 807"/>
                <a:gd name="T14" fmla="*/ 93 w 785"/>
                <a:gd name="T15" fmla="*/ 3 h 807"/>
                <a:gd name="T16" fmla="*/ 0 w 785"/>
                <a:gd name="T17" fmla="*/ 3 h 807"/>
                <a:gd name="T18" fmla="*/ 0 w 785"/>
                <a:gd name="T19" fmla="*/ 0 h 807"/>
                <a:gd name="T20" fmla="*/ 94 w 785"/>
                <a:gd name="T21" fmla="*/ 0 h 807"/>
                <a:gd name="T22" fmla="*/ 95 w 785"/>
                <a:gd name="T23" fmla="*/ 0 h 807"/>
                <a:gd name="T24" fmla="*/ 785 w 785"/>
                <a:gd name="T25" fmla="*/ 690 h 807"/>
                <a:gd name="T26" fmla="*/ 785 w 785"/>
                <a:gd name="T27" fmla="*/ 692 h 807"/>
                <a:gd name="T28" fmla="*/ 785 w 785"/>
                <a:gd name="T29" fmla="*/ 733 h 807"/>
                <a:gd name="T30" fmla="*/ 785 w 785"/>
                <a:gd name="T31" fmla="*/ 735 h 807"/>
                <a:gd name="T32" fmla="*/ 730 w 785"/>
                <a:gd name="T33" fmla="*/ 789 h 807"/>
                <a:gd name="T34" fmla="*/ 729 w 785"/>
                <a:gd name="T35" fmla="*/ 790 h 807"/>
                <a:gd name="T36" fmla="*/ 690 w 785"/>
                <a:gd name="T37" fmla="*/ 790 h 807"/>
                <a:gd name="T38" fmla="*/ 673 w 785"/>
                <a:gd name="T3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5" h="807">
                  <a:moveTo>
                    <a:pt x="673" y="807"/>
                  </a:moveTo>
                  <a:cubicBezTo>
                    <a:pt x="670" y="804"/>
                    <a:pt x="670" y="804"/>
                    <a:pt x="670" y="804"/>
                  </a:cubicBezTo>
                  <a:cubicBezTo>
                    <a:pt x="688" y="787"/>
                    <a:pt x="688" y="787"/>
                    <a:pt x="688" y="787"/>
                  </a:cubicBezTo>
                  <a:cubicBezTo>
                    <a:pt x="688" y="787"/>
                    <a:pt x="689" y="786"/>
                    <a:pt x="689" y="786"/>
                  </a:cubicBezTo>
                  <a:cubicBezTo>
                    <a:pt x="728" y="786"/>
                    <a:pt x="728" y="786"/>
                    <a:pt x="728" y="786"/>
                  </a:cubicBezTo>
                  <a:cubicBezTo>
                    <a:pt x="782" y="733"/>
                    <a:pt x="782" y="733"/>
                    <a:pt x="782" y="733"/>
                  </a:cubicBezTo>
                  <a:cubicBezTo>
                    <a:pt x="782" y="692"/>
                    <a:pt x="782" y="692"/>
                    <a:pt x="782" y="692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0"/>
                  </a:cubicBezTo>
                  <a:cubicBezTo>
                    <a:pt x="785" y="690"/>
                    <a:pt x="785" y="690"/>
                    <a:pt x="785" y="690"/>
                  </a:cubicBezTo>
                  <a:cubicBezTo>
                    <a:pt x="785" y="691"/>
                    <a:pt x="785" y="691"/>
                    <a:pt x="785" y="692"/>
                  </a:cubicBezTo>
                  <a:cubicBezTo>
                    <a:pt x="785" y="733"/>
                    <a:pt x="785" y="733"/>
                    <a:pt x="785" y="733"/>
                  </a:cubicBezTo>
                  <a:cubicBezTo>
                    <a:pt x="785" y="734"/>
                    <a:pt x="785" y="734"/>
                    <a:pt x="785" y="735"/>
                  </a:cubicBezTo>
                  <a:cubicBezTo>
                    <a:pt x="730" y="789"/>
                    <a:pt x="730" y="789"/>
                    <a:pt x="730" y="789"/>
                  </a:cubicBezTo>
                  <a:cubicBezTo>
                    <a:pt x="730" y="790"/>
                    <a:pt x="729" y="790"/>
                    <a:pt x="729" y="790"/>
                  </a:cubicBezTo>
                  <a:cubicBezTo>
                    <a:pt x="690" y="790"/>
                    <a:pt x="690" y="790"/>
                    <a:pt x="690" y="790"/>
                  </a:cubicBezTo>
                  <a:lnTo>
                    <a:pt x="673" y="8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9" name="Freeform 494"/>
            <p:cNvSpPr>
              <a:spLocks/>
            </p:cNvSpPr>
            <p:nvPr/>
          </p:nvSpPr>
          <p:spPr bwMode="auto">
            <a:xfrm flipV="1">
              <a:off x="3297239" y="7007223"/>
              <a:ext cx="2435225" cy="2998788"/>
            </a:xfrm>
            <a:custGeom>
              <a:avLst/>
              <a:gdLst>
                <a:gd name="T0" fmla="*/ 550 w 649"/>
                <a:gd name="T1" fmla="*/ 799 h 799"/>
                <a:gd name="T2" fmla="*/ 550 w 649"/>
                <a:gd name="T3" fmla="*/ 764 h 799"/>
                <a:gd name="T4" fmla="*/ 551 w 649"/>
                <a:gd name="T5" fmla="*/ 762 h 799"/>
                <a:gd name="T6" fmla="*/ 646 w 649"/>
                <a:gd name="T7" fmla="*/ 671 h 799"/>
                <a:gd name="T8" fmla="*/ 646 w 649"/>
                <a:gd name="T9" fmla="*/ 644 h 799"/>
                <a:gd name="T10" fmla="*/ 216 w 649"/>
                <a:gd name="T11" fmla="*/ 214 h 799"/>
                <a:gd name="T12" fmla="*/ 164 w 649"/>
                <a:gd name="T13" fmla="*/ 214 h 799"/>
                <a:gd name="T14" fmla="*/ 162 w 649"/>
                <a:gd name="T15" fmla="*/ 214 h 799"/>
                <a:gd name="T16" fmla="*/ 0 w 649"/>
                <a:gd name="T17" fmla="*/ 52 h 799"/>
                <a:gd name="T18" fmla="*/ 0 w 649"/>
                <a:gd name="T19" fmla="*/ 51 h 799"/>
                <a:gd name="T20" fmla="*/ 0 w 649"/>
                <a:gd name="T21" fmla="*/ 22 h 799"/>
                <a:gd name="T22" fmla="*/ 0 w 649"/>
                <a:gd name="T23" fmla="*/ 21 h 799"/>
                <a:gd name="T24" fmla="*/ 22 w 649"/>
                <a:gd name="T25" fmla="*/ 0 h 799"/>
                <a:gd name="T26" fmla="*/ 24 w 649"/>
                <a:gd name="T27" fmla="*/ 2 h 799"/>
                <a:gd name="T28" fmla="*/ 3 w 649"/>
                <a:gd name="T29" fmla="*/ 23 h 799"/>
                <a:gd name="T30" fmla="*/ 3 w 649"/>
                <a:gd name="T31" fmla="*/ 50 h 799"/>
                <a:gd name="T32" fmla="*/ 164 w 649"/>
                <a:gd name="T33" fmla="*/ 211 h 799"/>
                <a:gd name="T34" fmla="*/ 217 w 649"/>
                <a:gd name="T35" fmla="*/ 211 h 799"/>
                <a:gd name="T36" fmla="*/ 218 w 649"/>
                <a:gd name="T37" fmla="*/ 211 h 799"/>
                <a:gd name="T38" fmla="*/ 649 w 649"/>
                <a:gd name="T39" fmla="*/ 642 h 799"/>
                <a:gd name="T40" fmla="*/ 649 w 649"/>
                <a:gd name="T41" fmla="*/ 644 h 799"/>
                <a:gd name="T42" fmla="*/ 649 w 649"/>
                <a:gd name="T43" fmla="*/ 671 h 799"/>
                <a:gd name="T44" fmla="*/ 649 w 649"/>
                <a:gd name="T45" fmla="*/ 673 h 799"/>
                <a:gd name="T46" fmla="*/ 554 w 649"/>
                <a:gd name="T47" fmla="*/ 764 h 799"/>
                <a:gd name="T48" fmla="*/ 554 w 649"/>
                <a:gd name="T49" fmla="*/ 799 h 799"/>
                <a:gd name="T50" fmla="*/ 550 w 649"/>
                <a:gd name="T51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9" h="799">
                  <a:moveTo>
                    <a:pt x="550" y="799"/>
                  </a:moveTo>
                  <a:cubicBezTo>
                    <a:pt x="550" y="764"/>
                    <a:pt x="550" y="764"/>
                    <a:pt x="550" y="764"/>
                  </a:cubicBezTo>
                  <a:cubicBezTo>
                    <a:pt x="550" y="763"/>
                    <a:pt x="550" y="763"/>
                    <a:pt x="551" y="762"/>
                  </a:cubicBezTo>
                  <a:cubicBezTo>
                    <a:pt x="646" y="671"/>
                    <a:pt x="646" y="671"/>
                    <a:pt x="646" y="671"/>
                  </a:cubicBezTo>
                  <a:cubicBezTo>
                    <a:pt x="646" y="644"/>
                    <a:pt x="646" y="644"/>
                    <a:pt x="646" y="644"/>
                  </a:cubicBezTo>
                  <a:cubicBezTo>
                    <a:pt x="216" y="214"/>
                    <a:pt x="216" y="214"/>
                    <a:pt x="216" y="214"/>
                  </a:cubicBezTo>
                  <a:cubicBezTo>
                    <a:pt x="164" y="214"/>
                    <a:pt x="164" y="214"/>
                    <a:pt x="164" y="214"/>
                  </a:cubicBezTo>
                  <a:cubicBezTo>
                    <a:pt x="163" y="214"/>
                    <a:pt x="163" y="214"/>
                    <a:pt x="162" y="2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0" y="5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164" y="211"/>
                    <a:pt x="164" y="211"/>
                    <a:pt x="164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7" y="211"/>
                    <a:pt x="218" y="211"/>
                    <a:pt x="218" y="211"/>
                  </a:cubicBezTo>
                  <a:cubicBezTo>
                    <a:pt x="649" y="642"/>
                    <a:pt x="649" y="642"/>
                    <a:pt x="649" y="642"/>
                  </a:cubicBezTo>
                  <a:cubicBezTo>
                    <a:pt x="649" y="643"/>
                    <a:pt x="649" y="643"/>
                    <a:pt x="649" y="644"/>
                  </a:cubicBezTo>
                  <a:cubicBezTo>
                    <a:pt x="649" y="671"/>
                    <a:pt x="649" y="671"/>
                    <a:pt x="649" y="671"/>
                  </a:cubicBezTo>
                  <a:cubicBezTo>
                    <a:pt x="649" y="672"/>
                    <a:pt x="649" y="672"/>
                    <a:pt x="649" y="673"/>
                  </a:cubicBezTo>
                  <a:cubicBezTo>
                    <a:pt x="554" y="764"/>
                    <a:pt x="554" y="764"/>
                    <a:pt x="554" y="764"/>
                  </a:cubicBezTo>
                  <a:cubicBezTo>
                    <a:pt x="554" y="799"/>
                    <a:pt x="554" y="799"/>
                    <a:pt x="554" y="799"/>
                  </a:cubicBezTo>
                  <a:lnTo>
                    <a:pt x="550" y="7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0" name="Freeform 495"/>
            <p:cNvSpPr>
              <a:spLocks/>
            </p:cNvSpPr>
            <p:nvPr/>
          </p:nvSpPr>
          <p:spPr bwMode="auto">
            <a:xfrm flipV="1">
              <a:off x="3127377" y="7356474"/>
              <a:ext cx="2330450" cy="2663825"/>
            </a:xfrm>
            <a:custGeom>
              <a:avLst/>
              <a:gdLst>
                <a:gd name="T0" fmla="*/ 606 w 621"/>
                <a:gd name="T1" fmla="*/ 710 h 710"/>
                <a:gd name="T2" fmla="*/ 603 w 621"/>
                <a:gd name="T3" fmla="*/ 707 h 710"/>
                <a:gd name="T4" fmla="*/ 617 w 621"/>
                <a:gd name="T5" fmla="*/ 693 h 710"/>
                <a:gd name="T6" fmla="*/ 617 w 621"/>
                <a:gd name="T7" fmla="*/ 621 h 710"/>
                <a:gd name="T8" fmla="*/ 247 w 621"/>
                <a:gd name="T9" fmla="*/ 250 h 710"/>
                <a:gd name="T10" fmla="*/ 200 w 621"/>
                <a:gd name="T11" fmla="*/ 250 h 710"/>
                <a:gd name="T12" fmla="*/ 198 w 621"/>
                <a:gd name="T13" fmla="*/ 250 h 710"/>
                <a:gd name="T14" fmla="*/ 0 w 621"/>
                <a:gd name="T15" fmla="*/ 52 h 710"/>
                <a:gd name="T16" fmla="*/ 0 w 621"/>
                <a:gd name="T17" fmla="*/ 50 h 710"/>
                <a:gd name="T18" fmla="*/ 0 w 621"/>
                <a:gd name="T19" fmla="*/ 23 h 710"/>
                <a:gd name="T20" fmla="*/ 0 w 621"/>
                <a:gd name="T21" fmla="*/ 22 h 710"/>
                <a:gd name="T22" fmla="*/ 22 w 621"/>
                <a:gd name="T23" fmla="*/ 0 h 710"/>
                <a:gd name="T24" fmla="*/ 24 w 621"/>
                <a:gd name="T25" fmla="*/ 2 h 710"/>
                <a:gd name="T26" fmla="*/ 3 w 621"/>
                <a:gd name="T27" fmla="*/ 24 h 710"/>
                <a:gd name="T28" fmla="*/ 3 w 621"/>
                <a:gd name="T29" fmla="*/ 50 h 710"/>
                <a:gd name="T30" fmla="*/ 200 w 621"/>
                <a:gd name="T31" fmla="*/ 247 h 710"/>
                <a:gd name="T32" fmla="*/ 248 w 621"/>
                <a:gd name="T33" fmla="*/ 247 h 710"/>
                <a:gd name="T34" fmla="*/ 249 w 621"/>
                <a:gd name="T35" fmla="*/ 247 h 710"/>
                <a:gd name="T36" fmla="*/ 620 w 621"/>
                <a:gd name="T37" fmla="*/ 619 h 710"/>
                <a:gd name="T38" fmla="*/ 621 w 621"/>
                <a:gd name="T39" fmla="*/ 620 h 710"/>
                <a:gd name="T40" fmla="*/ 621 w 621"/>
                <a:gd name="T41" fmla="*/ 694 h 710"/>
                <a:gd name="T42" fmla="*/ 620 w 621"/>
                <a:gd name="T43" fmla="*/ 695 h 710"/>
                <a:gd name="T44" fmla="*/ 606 w 621"/>
                <a:gd name="T45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1" h="710">
                  <a:moveTo>
                    <a:pt x="606" y="710"/>
                  </a:moveTo>
                  <a:cubicBezTo>
                    <a:pt x="603" y="707"/>
                    <a:pt x="603" y="707"/>
                    <a:pt x="603" y="707"/>
                  </a:cubicBezTo>
                  <a:cubicBezTo>
                    <a:pt x="617" y="693"/>
                    <a:pt x="617" y="693"/>
                    <a:pt x="617" y="693"/>
                  </a:cubicBezTo>
                  <a:cubicBezTo>
                    <a:pt x="617" y="621"/>
                    <a:pt x="617" y="621"/>
                    <a:pt x="617" y="621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00" y="250"/>
                    <a:pt x="200" y="250"/>
                    <a:pt x="200" y="250"/>
                  </a:cubicBezTo>
                  <a:cubicBezTo>
                    <a:pt x="199" y="250"/>
                    <a:pt x="199" y="250"/>
                    <a:pt x="198" y="25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1"/>
                    <a:pt x="0" y="51"/>
                    <a:pt x="0" y="5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00" y="247"/>
                    <a:pt x="200" y="247"/>
                    <a:pt x="200" y="247"/>
                  </a:cubicBezTo>
                  <a:cubicBezTo>
                    <a:pt x="248" y="247"/>
                    <a:pt x="248" y="247"/>
                    <a:pt x="248" y="247"/>
                  </a:cubicBezTo>
                  <a:cubicBezTo>
                    <a:pt x="248" y="247"/>
                    <a:pt x="248" y="247"/>
                    <a:pt x="249" y="247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1" y="619"/>
                    <a:pt x="621" y="620"/>
                  </a:cubicBezTo>
                  <a:cubicBezTo>
                    <a:pt x="621" y="694"/>
                    <a:pt x="621" y="694"/>
                    <a:pt x="621" y="694"/>
                  </a:cubicBezTo>
                  <a:cubicBezTo>
                    <a:pt x="621" y="695"/>
                    <a:pt x="620" y="695"/>
                    <a:pt x="620" y="695"/>
                  </a:cubicBezTo>
                  <a:lnTo>
                    <a:pt x="606" y="7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1" name="Freeform 496"/>
            <p:cNvSpPr>
              <a:spLocks/>
            </p:cNvSpPr>
            <p:nvPr/>
          </p:nvSpPr>
          <p:spPr bwMode="auto">
            <a:xfrm flipV="1">
              <a:off x="2986089" y="7318373"/>
              <a:ext cx="2389187" cy="2706688"/>
            </a:xfrm>
            <a:custGeom>
              <a:avLst/>
              <a:gdLst>
                <a:gd name="T0" fmla="*/ 552 w 637"/>
                <a:gd name="T1" fmla="*/ 721 h 721"/>
                <a:gd name="T2" fmla="*/ 552 w 637"/>
                <a:gd name="T3" fmla="*/ 716 h 721"/>
                <a:gd name="T4" fmla="*/ 593 w 637"/>
                <a:gd name="T5" fmla="*/ 716 h 721"/>
                <a:gd name="T6" fmla="*/ 632 w 637"/>
                <a:gd name="T7" fmla="*/ 677 h 721"/>
                <a:gd name="T8" fmla="*/ 632 w 637"/>
                <a:gd name="T9" fmla="*/ 635 h 721"/>
                <a:gd name="T10" fmla="*/ 279 w 637"/>
                <a:gd name="T11" fmla="*/ 283 h 721"/>
                <a:gd name="T12" fmla="*/ 219 w 637"/>
                <a:gd name="T13" fmla="*/ 283 h 721"/>
                <a:gd name="T14" fmla="*/ 217 w 637"/>
                <a:gd name="T15" fmla="*/ 282 h 721"/>
                <a:gd name="T16" fmla="*/ 1 w 637"/>
                <a:gd name="T17" fmla="*/ 66 h 721"/>
                <a:gd name="T18" fmla="*/ 0 w 637"/>
                <a:gd name="T19" fmla="*/ 64 h 721"/>
                <a:gd name="T20" fmla="*/ 0 w 637"/>
                <a:gd name="T21" fmla="*/ 20 h 721"/>
                <a:gd name="T22" fmla="*/ 1 w 637"/>
                <a:gd name="T23" fmla="*/ 18 h 721"/>
                <a:gd name="T24" fmla="*/ 19 w 637"/>
                <a:gd name="T25" fmla="*/ 0 h 721"/>
                <a:gd name="T26" fmla="*/ 23 w 637"/>
                <a:gd name="T27" fmla="*/ 3 h 721"/>
                <a:gd name="T28" fmla="*/ 5 w 637"/>
                <a:gd name="T29" fmla="*/ 21 h 721"/>
                <a:gd name="T30" fmla="*/ 5 w 637"/>
                <a:gd name="T31" fmla="*/ 63 h 721"/>
                <a:gd name="T32" fmla="*/ 220 w 637"/>
                <a:gd name="T33" fmla="*/ 277 h 721"/>
                <a:gd name="T34" fmla="*/ 280 w 637"/>
                <a:gd name="T35" fmla="*/ 277 h 721"/>
                <a:gd name="T36" fmla="*/ 282 w 637"/>
                <a:gd name="T37" fmla="*/ 278 h 721"/>
                <a:gd name="T38" fmla="*/ 636 w 637"/>
                <a:gd name="T39" fmla="*/ 633 h 721"/>
                <a:gd name="T40" fmla="*/ 637 w 637"/>
                <a:gd name="T41" fmla="*/ 634 h 721"/>
                <a:gd name="T42" fmla="*/ 637 w 637"/>
                <a:gd name="T43" fmla="*/ 678 h 721"/>
                <a:gd name="T44" fmla="*/ 636 w 637"/>
                <a:gd name="T45" fmla="*/ 680 h 721"/>
                <a:gd name="T46" fmla="*/ 596 w 637"/>
                <a:gd name="T47" fmla="*/ 720 h 721"/>
                <a:gd name="T48" fmla="*/ 594 w 637"/>
                <a:gd name="T49" fmla="*/ 721 h 721"/>
                <a:gd name="T50" fmla="*/ 552 w 637"/>
                <a:gd name="T51" fmla="*/ 72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7" h="721">
                  <a:moveTo>
                    <a:pt x="552" y="721"/>
                  </a:moveTo>
                  <a:cubicBezTo>
                    <a:pt x="552" y="716"/>
                    <a:pt x="552" y="716"/>
                    <a:pt x="552" y="716"/>
                  </a:cubicBezTo>
                  <a:cubicBezTo>
                    <a:pt x="593" y="716"/>
                    <a:pt x="593" y="716"/>
                    <a:pt x="593" y="716"/>
                  </a:cubicBezTo>
                  <a:cubicBezTo>
                    <a:pt x="632" y="677"/>
                    <a:pt x="632" y="677"/>
                    <a:pt x="632" y="677"/>
                  </a:cubicBezTo>
                  <a:cubicBezTo>
                    <a:pt x="632" y="635"/>
                    <a:pt x="632" y="635"/>
                    <a:pt x="632" y="635"/>
                  </a:cubicBezTo>
                  <a:cubicBezTo>
                    <a:pt x="279" y="283"/>
                    <a:pt x="279" y="283"/>
                    <a:pt x="279" y="283"/>
                  </a:cubicBezTo>
                  <a:cubicBezTo>
                    <a:pt x="219" y="283"/>
                    <a:pt x="219" y="283"/>
                    <a:pt x="219" y="283"/>
                  </a:cubicBezTo>
                  <a:cubicBezTo>
                    <a:pt x="218" y="283"/>
                    <a:pt x="218" y="282"/>
                    <a:pt x="217" y="282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0" y="65"/>
                    <a:pt x="0" y="6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9"/>
                    <a:pt x="1" y="18"/>
                    <a:pt x="1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220" y="277"/>
                    <a:pt x="220" y="277"/>
                    <a:pt x="220" y="277"/>
                  </a:cubicBezTo>
                  <a:cubicBezTo>
                    <a:pt x="280" y="277"/>
                    <a:pt x="280" y="277"/>
                    <a:pt x="280" y="277"/>
                  </a:cubicBezTo>
                  <a:cubicBezTo>
                    <a:pt x="281" y="277"/>
                    <a:pt x="282" y="278"/>
                    <a:pt x="282" y="278"/>
                  </a:cubicBezTo>
                  <a:cubicBezTo>
                    <a:pt x="636" y="633"/>
                    <a:pt x="636" y="633"/>
                    <a:pt x="636" y="633"/>
                  </a:cubicBezTo>
                  <a:cubicBezTo>
                    <a:pt x="637" y="633"/>
                    <a:pt x="637" y="634"/>
                    <a:pt x="637" y="634"/>
                  </a:cubicBezTo>
                  <a:cubicBezTo>
                    <a:pt x="637" y="678"/>
                    <a:pt x="637" y="678"/>
                    <a:pt x="637" y="678"/>
                  </a:cubicBezTo>
                  <a:cubicBezTo>
                    <a:pt x="637" y="679"/>
                    <a:pt x="637" y="680"/>
                    <a:pt x="636" y="680"/>
                  </a:cubicBezTo>
                  <a:cubicBezTo>
                    <a:pt x="596" y="720"/>
                    <a:pt x="596" y="720"/>
                    <a:pt x="596" y="720"/>
                  </a:cubicBezTo>
                  <a:cubicBezTo>
                    <a:pt x="596" y="721"/>
                    <a:pt x="595" y="721"/>
                    <a:pt x="594" y="721"/>
                  </a:cubicBezTo>
                  <a:lnTo>
                    <a:pt x="552" y="72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2" name="Freeform 497"/>
            <p:cNvSpPr>
              <a:spLocks/>
            </p:cNvSpPr>
            <p:nvPr/>
          </p:nvSpPr>
          <p:spPr bwMode="auto">
            <a:xfrm flipV="1">
              <a:off x="3776664" y="7004048"/>
              <a:ext cx="1512887" cy="1871663"/>
            </a:xfrm>
            <a:custGeom>
              <a:avLst/>
              <a:gdLst>
                <a:gd name="T0" fmla="*/ 333 w 403"/>
                <a:gd name="T1" fmla="*/ 499 h 499"/>
                <a:gd name="T2" fmla="*/ 328 w 403"/>
                <a:gd name="T3" fmla="*/ 499 h 499"/>
                <a:gd name="T4" fmla="*/ 328 w 403"/>
                <a:gd name="T5" fmla="*/ 468 h 499"/>
                <a:gd name="T6" fmla="*/ 300 w 403"/>
                <a:gd name="T7" fmla="*/ 440 h 499"/>
                <a:gd name="T8" fmla="*/ 299 w 403"/>
                <a:gd name="T9" fmla="*/ 438 h 499"/>
                <a:gd name="T10" fmla="*/ 299 w 403"/>
                <a:gd name="T11" fmla="*/ 398 h 499"/>
                <a:gd name="T12" fmla="*/ 300 w 403"/>
                <a:gd name="T13" fmla="*/ 396 h 499"/>
                <a:gd name="T14" fmla="*/ 322 w 403"/>
                <a:gd name="T15" fmla="*/ 374 h 499"/>
                <a:gd name="T16" fmla="*/ 323 w 403"/>
                <a:gd name="T17" fmla="*/ 374 h 499"/>
                <a:gd name="T18" fmla="*/ 374 w 403"/>
                <a:gd name="T19" fmla="*/ 374 h 499"/>
                <a:gd name="T20" fmla="*/ 398 w 403"/>
                <a:gd name="T21" fmla="*/ 349 h 499"/>
                <a:gd name="T22" fmla="*/ 398 w 403"/>
                <a:gd name="T23" fmla="*/ 340 h 499"/>
                <a:gd name="T24" fmla="*/ 63 w 403"/>
                <a:gd name="T25" fmla="*/ 5 h 499"/>
                <a:gd name="T26" fmla="*/ 0 w 403"/>
                <a:gd name="T27" fmla="*/ 5 h 499"/>
                <a:gd name="T28" fmla="*/ 0 w 403"/>
                <a:gd name="T29" fmla="*/ 0 h 499"/>
                <a:gd name="T30" fmla="*/ 64 w 403"/>
                <a:gd name="T31" fmla="*/ 0 h 499"/>
                <a:gd name="T32" fmla="*/ 66 w 403"/>
                <a:gd name="T33" fmla="*/ 0 h 499"/>
                <a:gd name="T34" fmla="*/ 403 w 403"/>
                <a:gd name="T35" fmla="*/ 337 h 499"/>
                <a:gd name="T36" fmla="*/ 403 w 403"/>
                <a:gd name="T37" fmla="*/ 339 h 499"/>
                <a:gd name="T38" fmla="*/ 403 w 403"/>
                <a:gd name="T39" fmla="*/ 350 h 499"/>
                <a:gd name="T40" fmla="*/ 403 w 403"/>
                <a:gd name="T41" fmla="*/ 352 h 499"/>
                <a:gd name="T42" fmla="*/ 377 w 403"/>
                <a:gd name="T43" fmla="*/ 378 h 499"/>
                <a:gd name="T44" fmla="*/ 375 w 403"/>
                <a:gd name="T45" fmla="*/ 379 h 499"/>
                <a:gd name="T46" fmla="*/ 325 w 403"/>
                <a:gd name="T47" fmla="*/ 379 h 499"/>
                <a:gd name="T48" fmla="*/ 304 w 403"/>
                <a:gd name="T49" fmla="*/ 399 h 499"/>
                <a:gd name="T50" fmla="*/ 304 w 403"/>
                <a:gd name="T51" fmla="*/ 437 h 499"/>
                <a:gd name="T52" fmla="*/ 332 w 403"/>
                <a:gd name="T53" fmla="*/ 465 h 499"/>
                <a:gd name="T54" fmla="*/ 333 w 403"/>
                <a:gd name="T55" fmla="*/ 467 h 499"/>
                <a:gd name="T56" fmla="*/ 333 w 403"/>
                <a:gd name="T57" fmla="*/ 49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3" h="499">
                  <a:moveTo>
                    <a:pt x="333" y="499"/>
                  </a:moveTo>
                  <a:cubicBezTo>
                    <a:pt x="328" y="499"/>
                    <a:pt x="328" y="499"/>
                    <a:pt x="328" y="499"/>
                  </a:cubicBezTo>
                  <a:cubicBezTo>
                    <a:pt x="328" y="468"/>
                    <a:pt x="328" y="468"/>
                    <a:pt x="328" y="468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9" y="439"/>
                    <a:pt x="299" y="438"/>
                    <a:pt x="299" y="438"/>
                  </a:cubicBezTo>
                  <a:cubicBezTo>
                    <a:pt x="299" y="398"/>
                    <a:pt x="299" y="398"/>
                    <a:pt x="299" y="398"/>
                  </a:cubicBezTo>
                  <a:cubicBezTo>
                    <a:pt x="299" y="397"/>
                    <a:pt x="299" y="397"/>
                    <a:pt x="300" y="396"/>
                  </a:cubicBezTo>
                  <a:cubicBezTo>
                    <a:pt x="322" y="374"/>
                    <a:pt x="322" y="374"/>
                    <a:pt x="322" y="374"/>
                  </a:cubicBezTo>
                  <a:cubicBezTo>
                    <a:pt x="322" y="374"/>
                    <a:pt x="323" y="374"/>
                    <a:pt x="323" y="374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98" y="349"/>
                    <a:pt x="398" y="349"/>
                    <a:pt x="398" y="349"/>
                  </a:cubicBezTo>
                  <a:cubicBezTo>
                    <a:pt x="398" y="340"/>
                    <a:pt x="398" y="340"/>
                    <a:pt x="398" y="340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5" y="0"/>
                    <a:pt x="66" y="0"/>
                    <a:pt x="66" y="0"/>
                  </a:cubicBezTo>
                  <a:cubicBezTo>
                    <a:pt x="403" y="337"/>
                    <a:pt x="403" y="337"/>
                    <a:pt x="403" y="337"/>
                  </a:cubicBezTo>
                  <a:cubicBezTo>
                    <a:pt x="403" y="337"/>
                    <a:pt x="403" y="338"/>
                    <a:pt x="403" y="339"/>
                  </a:cubicBezTo>
                  <a:cubicBezTo>
                    <a:pt x="403" y="350"/>
                    <a:pt x="403" y="350"/>
                    <a:pt x="403" y="350"/>
                  </a:cubicBezTo>
                  <a:cubicBezTo>
                    <a:pt x="403" y="351"/>
                    <a:pt x="403" y="351"/>
                    <a:pt x="403" y="352"/>
                  </a:cubicBezTo>
                  <a:cubicBezTo>
                    <a:pt x="377" y="378"/>
                    <a:pt x="377" y="378"/>
                    <a:pt x="377" y="378"/>
                  </a:cubicBezTo>
                  <a:cubicBezTo>
                    <a:pt x="376" y="378"/>
                    <a:pt x="375" y="379"/>
                    <a:pt x="375" y="379"/>
                  </a:cubicBezTo>
                  <a:cubicBezTo>
                    <a:pt x="325" y="379"/>
                    <a:pt x="325" y="379"/>
                    <a:pt x="325" y="379"/>
                  </a:cubicBezTo>
                  <a:cubicBezTo>
                    <a:pt x="304" y="399"/>
                    <a:pt x="304" y="399"/>
                    <a:pt x="304" y="399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32" y="465"/>
                    <a:pt x="332" y="465"/>
                    <a:pt x="332" y="465"/>
                  </a:cubicBezTo>
                  <a:cubicBezTo>
                    <a:pt x="333" y="465"/>
                    <a:pt x="333" y="466"/>
                    <a:pt x="333" y="467"/>
                  </a:cubicBezTo>
                  <a:lnTo>
                    <a:pt x="333" y="49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3" name="Freeform 498"/>
            <p:cNvSpPr>
              <a:spLocks/>
            </p:cNvSpPr>
            <p:nvPr/>
          </p:nvSpPr>
          <p:spPr bwMode="auto">
            <a:xfrm flipV="1">
              <a:off x="3228977" y="6650036"/>
              <a:ext cx="3013075" cy="3941763"/>
            </a:xfrm>
            <a:custGeom>
              <a:avLst/>
              <a:gdLst>
                <a:gd name="T0" fmla="*/ 564 w 803"/>
                <a:gd name="T1" fmla="*/ 1050 h 1050"/>
                <a:gd name="T2" fmla="*/ 564 w 803"/>
                <a:gd name="T3" fmla="*/ 1017 h 1050"/>
                <a:gd name="T4" fmla="*/ 566 w 803"/>
                <a:gd name="T5" fmla="*/ 1013 h 1050"/>
                <a:gd name="T6" fmla="*/ 660 w 803"/>
                <a:gd name="T7" fmla="*/ 920 h 1050"/>
                <a:gd name="T8" fmla="*/ 663 w 803"/>
                <a:gd name="T9" fmla="*/ 918 h 1050"/>
                <a:gd name="T10" fmla="*/ 663 w 803"/>
                <a:gd name="T11" fmla="*/ 918 h 1050"/>
                <a:gd name="T12" fmla="*/ 706 w 803"/>
                <a:gd name="T13" fmla="*/ 918 h 1050"/>
                <a:gd name="T14" fmla="*/ 793 w 803"/>
                <a:gd name="T15" fmla="*/ 832 h 1050"/>
                <a:gd name="T16" fmla="*/ 793 w 803"/>
                <a:gd name="T17" fmla="*/ 800 h 1050"/>
                <a:gd name="T18" fmla="*/ 0 w 803"/>
                <a:gd name="T19" fmla="*/ 7 h 1050"/>
                <a:gd name="T20" fmla="*/ 7 w 803"/>
                <a:gd name="T21" fmla="*/ 0 h 1050"/>
                <a:gd name="T22" fmla="*/ 802 w 803"/>
                <a:gd name="T23" fmla="*/ 794 h 1050"/>
                <a:gd name="T24" fmla="*/ 803 w 803"/>
                <a:gd name="T25" fmla="*/ 797 h 1050"/>
                <a:gd name="T26" fmla="*/ 803 w 803"/>
                <a:gd name="T27" fmla="*/ 834 h 1050"/>
                <a:gd name="T28" fmla="*/ 802 w 803"/>
                <a:gd name="T29" fmla="*/ 837 h 1050"/>
                <a:gd name="T30" fmla="*/ 712 w 803"/>
                <a:gd name="T31" fmla="*/ 927 h 1050"/>
                <a:gd name="T32" fmla="*/ 708 w 803"/>
                <a:gd name="T33" fmla="*/ 929 h 1050"/>
                <a:gd name="T34" fmla="*/ 708 w 803"/>
                <a:gd name="T35" fmla="*/ 929 h 1050"/>
                <a:gd name="T36" fmla="*/ 665 w 803"/>
                <a:gd name="T37" fmla="*/ 928 h 1050"/>
                <a:gd name="T38" fmla="*/ 575 w 803"/>
                <a:gd name="T39" fmla="*/ 1019 h 1050"/>
                <a:gd name="T40" fmla="*/ 575 w 803"/>
                <a:gd name="T41" fmla="*/ 1050 h 1050"/>
                <a:gd name="T42" fmla="*/ 564 w 803"/>
                <a:gd name="T43" fmla="*/ 105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3" h="1050">
                  <a:moveTo>
                    <a:pt x="564" y="1050"/>
                  </a:moveTo>
                  <a:cubicBezTo>
                    <a:pt x="564" y="1017"/>
                    <a:pt x="564" y="1017"/>
                    <a:pt x="564" y="1017"/>
                  </a:cubicBezTo>
                  <a:cubicBezTo>
                    <a:pt x="564" y="1016"/>
                    <a:pt x="565" y="1014"/>
                    <a:pt x="566" y="1013"/>
                  </a:cubicBezTo>
                  <a:cubicBezTo>
                    <a:pt x="660" y="920"/>
                    <a:pt x="660" y="920"/>
                    <a:pt x="660" y="920"/>
                  </a:cubicBezTo>
                  <a:cubicBezTo>
                    <a:pt x="661" y="919"/>
                    <a:pt x="662" y="918"/>
                    <a:pt x="663" y="918"/>
                  </a:cubicBezTo>
                  <a:cubicBezTo>
                    <a:pt x="663" y="918"/>
                    <a:pt x="663" y="918"/>
                    <a:pt x="663" y="918"/>
                  </a:cubicBezTo>
                  <a:cubicBezTo>
                    <a:pt x="706" y="918"/>
                    <a:pt x="706" y="918"/>
                    <a:pt x="706" y="918"/>
                  </a:cubicBezTo>
                  <a:cubicBezTo>
                    <a:pt x="793" y="832"/>
                    <a:pt x="793" y="832"/>
                    <a:pt x="793" y="832"/>
                  </a:cubicBezTo>
                  <a:cubicBezTo>
                    <a:pt x="793" y="800"/>
                    <a:pt x="793" y="800"/>
                    <a:pt x="793" y="80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02" y="794"/>
                    <a:pt x="802" y="794"/>
                    <a:pt x="802" y="794"/>
                  </a:cubicBezTo>
                  <a:cubicBezTo>
                    <a:pt x="803" y="795"/>
                    <a:pt x="803" y="796"/>
                    <a:pt x="803" y="797"/>
                  </a:cubicBezTo>
                  <a:cubicBezTo>
                    <a:pt x="803" y="834"/>
                    <a:pt x="803" y="834"/>
                    <a:pt x="803" y="834"/>
                  </a:cubicBezTo>
                  <a:cubicBezTo>
                    <a:pt x="803" y="835"/>
                    <a:pt x="803" y="836"/>
                    <a:pt x="802" y="837"/>
                  </a:cubicBezTo>
                  <a:cubicBezTo>
                    <a:pt x="712" y="927"/>
                    <a:pt x="712" y="927"/>
                    <a:pt x="712" y="927"/>
                  </a:cubicBezTo>
                  <a:cubicBezTo>
                    <a:pt x="711" y="928"/>
                    <a:pt x="710" y="929"/>
                    <a:pt x="708" y="929"/>
                  </a:cubicBezTo>
                  <a:cubicBezTo>
                    <a:pt x="708" y="929"/>
                    <a:pt x="708" y="929"/>
                    <a:pt x="708" y="929"/>
                  </a:cubicBezTo>
                  <a:cubicBezTo>
                    <a:pt x="665" y="928"/>
                    <a:pt x="665" y="928"/>
                    <a:pt x="665" y="928"/>
                  </a:cubicBezTo>
                  <a:cubicBezTo>
                    <a:pt x="575" y="1019"/>
                    <a:pt x="575" y="1019"/>
                    <a:pt x="575" y="1019"/>
                  </a:cubicBezTo>
                  <a:cubicBezTo>
                    <a:pt x="575" y="1050"/>
                    <a:pt x="575" y="1050"/>
                    <a:pt x="575" y="1050"/>
                  </a:cubicBezTo>
                  <a:lnTo>
                    <a:pt x="564" y="1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4" name="Freeform 499"/>
            <p:cNvSpPr>
              <a:spLocks noEditPoints="1"/>
            </p:cNvSpPr>
            <p:nvPr/>
          </p:nvSpPr>
          <p:spPr bwMode="auto">
            <a:xfrm flipV="1">
              <a:off x="4595814" y="65611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0 w 24"/>
                <a:gd name="T23" fmla="*/ 21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5" name="Freeform 500"/>
            <p:cNvSpPr>
              <a:spLocks noEditPoints="1"/>
            </p:cNvSpPr>
            <p:nvPr/>
          </p:nvSpPr>
          <p:spPr bwMode="auto">
            <a:xfrm flipV="1">
              <a:off x="2309814" y="9299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6" name="Freeform 501"/>
            <p:cNvSpPr>
              <a:spLocks noEditPoints="1"/>
            </p:cNvSpPr>
            <p:nvPr/>
          </p:nvSpPr>
          <p:spPr bwMode="auto">
            <a:xfrm flipV="1">
              <a:off x="4854577" y="670718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4 w 24"/>
                <a:gd name="T17" fmla="*/ 20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7" name="Freeform 502"/>
            <p:cNvSpPr>
              <a:spLocks noEditPoints="1"/>
            </p:cNvSpPr>
            <p:nvPr/>
          </p:nvSpPr>
          <p:spPr bwMode="auto">
            <a:xfrm flipV="1">
              <a:off x="4572002" y="73151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8" name="Freeform 503"/>
            <p:cNvSpPr>
              <a:spLocks noEditPoints="1"/>
            </p:cNvSpPr>
            <p:nvPr/>
          </p:nvSpPr>
          <p:spPr bwMode="auto">
            <a:xfrm flipV="1">
              <a:off x="2816227" y="92281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1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9" name="Freeform 504"/>
            <p:cNvSpPr>
              <a:spLocks noEditPoints="1"/>
            </p:cNvSpPr>
            <p:nvPr/>
          </p:nvSpPr>
          <p:spPr bwMode="auto">
            <a:xfrm flipV="1">
              <a:off x="4775202" y="707866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0" name="Freeform 505"/>
            <p:cNvSpPr>
              <a:spLocks noEditPoints="1"/>
            </p:cNvSpPr>
            <p:nvPr/>
          </p:nvSpPr>
          <p:spPr bwMode="auto">
            <a:xfrm flipV="1">
              <a:off x="4411664" y="63833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1" name="Freeform 506"/>
            <p:cNvSpPr>
              <a:spLocks noEditPoints="1"/>
            </p:cNvSpPr>
            <p:nvPr/>
          </p:nvSpPr>
          <p:spPr bwMode="auto">
            <a:xfrm flipV="1">
              <a:off x="4227514" y="619601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2" name="Freeform 507"/>
            <p:cNvSpPr>
              <a:spLocks noEditPoints="1"/>
            </p:cNvSpPr>
            <p:nvPr/>
          </p:nvSpPr>
          <p:spPr bwMode="auto">
            <a:xfrm flipV="1">
              <a:off x="2336802" y="91043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3" name="Freeform 508"/>
            <p:cNvSpPr>
              <a:spLocks noEditPoints="1"/>
            </p:cNvSpPr>
            <p:nvPr/>
          </p:nvSpPr>
          <p:spPr bwMode="auto">
            <a:xfrm flipV="1">
              <a:off x="4213227" y="65262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4" name="Freeform 509"/>
            <p:cNvSpPr>
              <a:spLocks noEditPoints="1"/>
            </p:cNvSpPr>
            <p:nvPr/>
          </p:nvSpPr>
          <p:spPr bwMode="auto">
            <a:xfrm flipV="1">
              <a:off x="3889377" y="65611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4 w 24"/>
                <a:gd name="T21" fmla="*/ 4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5" name="Freeform 510"/>
            <p:cNvSpPr>
              <a:spLocks noEditPoints="1"/>
            </p:cNvSpPr>
            <p:nvPr/>
          </p:nvSpPr>
          <p:spPr bwMode="auto">
            <a:xfrm flipV="1">
              <a:off x="4065589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5" y="16"/>
                    <a:pt x="5" y="12"/>
                  </a:cubicBezTo>
                  <a:cubicBezTo>
                    <a:pt x="5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6" name="Freeform 511"/>
            <p:cNvSpPr>
              <a:spLocks noEditPoints="1"/>
            </p:cNvSpPr>
            <p:nvPr/>
          </p:nvSpPr>
          <p:spPr bwMode="auto">
            <a:xfrm flipV="1">
              <a:off x="3724277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1 w 24"/>
                <a:gd name="T19" fmla="*/ 21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7" name="Freeform 512"/>
            <p:cNvSpPr>
              <a:spLocks noEditPoints="1"/>
            </p:cNvSpPr>
            <p:nvPr/>
          </p:nvSpPr>
          <p:spPr bwMode="auto">
            <a:xfrm flipV="1">
              <a:off x="2767014" y="7593011"/>
              <a:ext cx="90487" cy="88900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6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8" name="Freeform 513"/>
            <p:cNvSpPr>
              <a:spLocks noEditPoints="1"/>
            </p:cNvSpPr>
            <p:nvPr/>
          </p:nvSpPr>
          <p:spPr bwMode="auto">
            <a:xfrm flipV="1">
              <a:off x="2928939" y="75326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9" y="18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9" name="Freeform 514"/>
            <p:cNvSpPr>
              <a:spLocks noEditPoints="1"/>
            </p:cNvSpPr>
            <p:nvPr/>
          </p:nvSpPr>
          <p:spPr bwMode="auto">
            <a:xfrm flipV="1">
              <a:off x="2876552" y="76977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3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0" name="Freeform 515"/>
            <p:cNvSpPr>
              <a:spLocks noEditPoints="1"/>
            </p:cNvSpPr>
            <p:nvPr/>
          </p:nvSpPr>
          <p:spPr bwMode="auto">
            <a:xfrm flipV="1">
              <a:off x="3698877" y="63690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1" name="Freeform 516"/>
            <p:cNvSpPr>
              <a:spLocks noEditPoints="1"/>
            </p:cNvSpPr>
            <p:nvPr/>
          </p:nvSpPr>
          <p:spPr bwMode="auto">
            <a:xfrm flipV="1">
              <a:off x="3836989" y="58133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12 w 24"/>
                <a:gd name="T13" fmla="*/ 19 h 24"/>
                <a:gd name="T14" fmla="*/ 5 w 24"/>
                <a:gd name="T15" fmla="*/ 12 h 24"/>
                <a:gd name="T16" fmla="*/ 12 w 24"/>
                <a:gd name="T17" fmla="*/ 5 h 24"/>
                <a:gd name="T18" fmla="*/ 12 w 24"/>
                <a:gd name="T19" fmla="*/ 0 h 24"/>
                <a:gd name="T20" fmla="*/ 12 w 24"/>
                <a:gd name="T21" fmla="*/ 0 h 24"/>
                <a:gd name="T22" fmla="*/ 12 w 24"/>
                <a:gd name="T23" fmla="*/ 0 h 24"/>
                <a:gd name="T24" fmla="*/ 4 w 24"/>
                <a:gd name="T25" fmla="*/ 4 h 24"/>
                <a:gd name="T26" fmla="*/ 0 w 24"/>
                <a:gd name="T27" fmla="*/ 12 h 24"/>
                <a:gd name="T28" fmla="*/ 12 w 24"/>
                <a:gd name="T29" fmla="*/ 24 h 24"/>
                <a:gd name="T30" fmla="*/ 24 w 24"/>
                <a:gd name="T31" fmla="*/ 12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2" name="Freeform 517"/>
            <p:cNvSpPr>
              <a:spLocks noEditPoints="1"/>
            </p:cNvSpPr>
            <p:nvPr/>
          </p:nvSpPr>
          <p:spPr bwMode="auto">
            <a:xfrm flipV="1">
              <a:off x="3671889" y="5629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4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3" name="Freeform 518"/>
            <p:cNvSpPr>
              <a:spLocks noEditPoints="1"/>
            </p:cNvSpPr>
            <p:nvPr/>
          </p:nvSpPr>
          <p:spPr bwMode="auto">
            <a:xfrm flipV="1">
              <a:off x="3492502" y="5445122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21 w 24"/>
                <a:gd name="T23" fmla="*/ 3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 w="317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4" name="Freeform 519"/>
            <p:cNvSpPr>
              <a:spLocks noEditPoints="1"/>
            </p:cNvSpPr>
            <p:nvPr/>
          </p:nvSpPr>
          <p:spPr bwMode="auto">
            <a:xfrm flipV="1">
              <a:off x="3308352" y="52625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5" name="Freeform 520"/>
            <p:cNvSpPr>
              <a:spLocks noEditPoints="1"/>
            </p:cNvSpPr>
            <p:nvPr/>
          </p:nvSpPr>
          <p:spPr bwMode="auto">
            <a:xfrm flipV="1">
              <a:off x="3138489" y="54451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6" name="Freeform 521"/>
            <p:cNvSpPr>
              <a:spLocks noEditPoints="1"/>
            </p:cNvSpPr>
            <p:nvPr/>
          </p:nvSpPr>
          <p:spPr bwMode="auto">
            <a:xfrm flipV="1">
              <a:off x="3090864" y="5788024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7" name="Freeform 522"/>
            <p:cNvSpPr>
              <a:spLocks noEditPoints="1"/>
            </p:cNvSpPr>
            <p:nvPr/>
          </p:nvSpPr>
          <p:spPr bwMode="auto">
            <a:xfrm flipV="1">
              <a:off x="3275014" y="5970586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9" y="19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8" name="Freeform 523"/>
            <p:cNvSpPr>
              <a:spLocks noEditPoints="1"/>
            </p:cNvSpPr>
            <p:nvPr/>
          </p:nvSpPr>
          <p:spPr bwMode="auto">
            <a:xfrm flipV="1">
              <a:off x="4024314" y="59896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9" name="Freeform 524"/>
            <p:cNvSpPr>
              <a:spLocks noEditPoints="1"/>
            </p:cNvSpPr>
            <p:nvPr/>
          </p:nvSpPr>
          <p:spPr bwMode="auto">
            <a:xfrm flipV="1">
              <a:off x="2928939" y="5637211"/>
              <a:ext cx="93662" cy="90488"/>
            </a:xfrm>
            <a:custGeom>
              <a:avLst/>
              <a:gdLst>
                <a:gd name="T0" fmla="*/ 12 w 25"/>
                <a:gd name="T1" fmla="*/ 6 h 24"/>
                <a:gd name="T2" fmla="*/ 19 w 25"/>
                <a:gd name="T3" fmla="*/ 12 h 24"/>
                <a:gd name="T4" fmla="*/ 12 w 25"/>
                <a:gd name="T5" fmla="*/ 19 h 24"/>
                <a:gd name="T6" fmla="*/ 6 w 25"/>
                <a:gd name="T7" fmla="*/ 12 h 24"/>
                <a:gd name="T8" fmla="*/ 12 w 25"/>
                <a:gd name="T9" fmla="*/ 6 h 24"/>
                <a:gd name="T10" fmla="*/ 12 w 25"/>
                <a:gd name="T11" fmla="*/ 0 h 24"/>
                <a:gd name="T12" fmla="*/ 12 w 25"/>
                <a:gd name="T13" fmla="*/ 0 h 24"/>
                <a:gd name="T14" fmla="*/ 4 w 25"/>
                <a:gd name="T15" fmla="*/ 4 h 24"/>
                <a:gd name="T16" fmla="*/ 0 w 25"/>
                <a:gd name="T17" fmla="*/ 12 h 24"/>
                <a:gd name="T18" fmla="*/ 12 w 25"/>
                <a:gd name="T19" fmla="*/ 24 h 24"/>
                <a:gd name="T20" fmla="*/ 21 w 25"/>
                <a:gd name="T21" fmla="*/ 21 h 24"/>
                <a:gd name="T22" fmla="*/ 24 w 25"/>
                <a:gd name="T23" fmla="*/ 12 h 24"/>
                <a:gd name="T24" fmla="*/ 12 w 25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9"/>
                    <a:pt x="25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0" name="Freeform 525"/>
            <p:cNvSpPr>
              <a:spLocks noEditPoints="1"/>
            </p:cNvSpPr>
            <p:nvPr/>
          </p:nvSpPr>
          <p:spPr bwMode="auto">
            <a:xfrm flipV="1">
              <a:off x="2538414" y="600551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0 w 24"/>
                <a:gd name="T29" fmla="*/ 21 h 24"/>
                <a:gd name="T30" fmla="*/ 24 w 24"/>
                <a:gd name="T31" fmla="*/ 12 h 24"/>
                <a:gd name="T32" fmla="*/ 20 w 24"/>
                <a:gd name="T33" fmla="*/ 4 h 24"/>
                <a:gd name="T34" fmla="*/ 12 w 24"/>
                <a:gd name="T3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9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1" name="Freeform 526"/>
            <p:cNvSpPr>
              <a:spLocks noEditPoints="1"/>
            </p:cNvSpPr>
            <p:nvPr/>
          </p:nvSpPr>
          <p:spPr bwMode="auto">
            <a:xfrm flipV="1">
              <a:off x="1773239" y="66389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2" name="Freeform 527"/>
            <p:cNvSpPr>
              <a:spLocks noEditPoints="1"/>
            </p:cNvSpPr>
            <p:nvPr/>
          </p:nvSpPr>
          <p:spPr bwMode="auto">
            <a:xfrm flipV="1">
              <a:off x="1825627" y="70072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3 w 24"/>
                <a:gd name="T15" fmla="*/ 3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0 w 24"/>
                <a:gd name="T23" fmla="*/ 20 h 24"/>
                <a:gd name="T24" fmla="*/ 24 w 24"/>
                <a:gd name="T25" fmla="*/ 12 h 24"/>
                <a:gd name="T26" fmla="*/ 20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3" name="Freeform 528"/>
            <p:cNvSpPr>
              <a:spLocks noEditPoints="1"/>
            </p:cNvSpPr>
            <p:nvPr/>
          </p:nvSpPr>
          <p:spPr bwMode="auto">
            <a:xfrm flipV="1">
              <a:off x="1663702" y="70516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3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4" name="Oval 529"/>
            <p:cNvSpPr>
              <a:spLocks noChangeArrowheads="1"/>
            </p:cNvSpPr>
            <p:nvPr/>
          </p:nvSpPr>
          <p:spPr bwMode="auto">
            <a:xfrm flipV="1">
              <a:off x="2501902" y="7304086"/>
              <a:ext cx="69850" cy="71438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5" name="Freeform 530"/>
            <p:cNvSpPr>
              <a:spLocks/>
            </p:cNvSpPr>
            <p:nvPr/>
          </p:nvSpPr>
          <p:spPr bwMode="auto">
            <a:xfrm flipV="1">
              <a:off x="681039" y="7100886"/>
              <a:ext cx="990600" cy="927100"/>
            </a:xfrm>
            <a:custGeom>
              <a:avLst/>
              <a:gdLst>
                <a:gd name="T0" fmla="*/ 264 w 264"/>
                <a:gd name="T1" fmla="*/ 247 h 247"/>
                <a:gd name="T2" fmla="*/ 245 w 264"/>
                <a:gd name="T3" fmla="*/ 247 h 247"/>
                <a:gd name="T4" fmla="*/ 244 w 264"/>
                <a:gd name="T5" fmla="*/ 246 h 247"/>
                <a:gd name="T6" fmla="*/ 0 w 264"/>
                <a:gd name="T7" fmla="*/ 3 h 247"/>
                <a:gd name="T8" fmla="*/ 3 w 264"/>
                <a:gd name="T9" fmla="*/ 0 h 247"/>
                <a:gd name="T10" fmla="*/ 246 w 264"/>
                <a:gd name="T11" fmla="*/ 243 h 247"/>
                <a:gd name="T12" fmla="*/ 264 w 264"/>
                <a:gd name="T13" fmla="*/ 243 h 247"/>
                <a:gd name="T14" fmla="*/ 264 w 264"/>
                <a:gd name="T1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47">
                  <a:moveTo>
                    <a:pt x="264" y="247"/>
                  </a:moveTo>
                  <a:cubicBezTo>
                    <a:pt x="245" y="247"/>
                    <a:pt x="245" y="247"/>
                    <a:pt x="245" y="247"/>
                  </a:cubicBezTo>
                  <a:cubicBezTo>
                    <a:pt x="245" y="247"/>
                    <a:pt x="244" y="247"/>
                    <a:pt x="244" y="24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6" y="243"/>
                    <a:pt x="246" y="243"/>
                    <a:pt x="246" y="243"/>
                  </a:cubicBezTo>
                  <a:cubicBezTo>
                    <a:pt x="264" y="243"/>
                    <a:pt x="264" y="243"/>
                    <a:pt x="264" y="243"/>
                  </a:cubicBezTo>
                  <a:lnTo>
                    <a:pt x="264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6" name="Freeform 531"/>
            <p:cNvSpPr>
              <a:spLocks/>
            </p:cNvSpPr>
            <p:nvPr/>
          </p:nvSpPr>
          <p:spPr bwMode="auto">
            <a:xfrm flipV="1">
              <a:off x="760414" y="7092949"/>
              <a:ext cx="1114425" cy="1009650"/>
            </a:xfrm>
            <a:custGeom>
              <a:avLst/>
              <a:gdLst>
                <a:gd name="T0" fmla="*/ 297 w 297"/>
                <a:gd name="T1" fmla="*/ 269 h 269"/>
                <a:gd name="T2" fmla="*/ 294 w 297"/>
                <a:gd name="T3" fmla="*/ 269 h 269"/>
                <a:gd name="T4" fmla="*/ 294 w 297"/>
                <a:gd name="T5" fmla="*/ 253 h 269"/>
                <a:gd name="T6" fmla="*/ 268 w 297"/>
                <a:gd name="T7" fmla="*/ 227 h 269"/>
                <a:gd name="T8" fmla="*/ 226 w 297"/>
                <a:gd name="T9" fmla="*/ 227 h 269"/>
                <a:gd name="T10" fmla="*/ 225 w 297"/>
                <a:gd name="T11" fmla="*/ 226 h 269"/>
                <a:gd name="T12" fmla="*/ 0 w 297"/>
                <a:gd name="T13" fmla="*/ 2 h 269"/>
                <a:gd name="T14" fmla="*/ 3 w 297"/>
                <a:gd name="T15" fmla="*/ 0 h 269"/>
                <a:gd name="T16" fmla="*/ 226 w 297"/>
                <a:gd name="T17" fmla="*/ 223 h 269"/>
                <a:gd name="T18" fmla="*/ 269 w 297"/>
                <a:gd name="T19" fmla="*/ 223 h 269"/>
                <a:gd name="T20" fmla="*/ 270 w 297"/>
                <a:gd name="T21" fmla="*/ 224 h 269"/>
                <a:gd name="T22" fmla="*/ 297 w 297"/>
                <a:gd name="T23" fmla="*/ 251 h 269"/>
                <a:gd name="T24" fmla="*/ 297 w 297"/>
                <a:gd name="T25" fmla="*/ 252 h 269"/>
                <a:gd name="T26" fmla="*/ 297 w 297"/>
                <a:gd name="T2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7" h="269">
                  <a:moveTo>
                    <a:pt x="297" y="269"/>
                  </a:moveTo>
                  <a:cubicBezTo>
                    <a:pt x="294" y="269"/>
                    <a:pt x="294" y="269"/>
                    <a:pt x="294" y="269"/>
                  </a:cubicBezTo>
                  <a:cubicBezTo>
                    <a:pt x="294" y="253"/>
                    <a:pt x="294" y="253"/>
                    <a:pt x="294" y="253"/>
                  </a:cubicBezTo>
                  <a:cubicBezTo>
                    <a:pt x="268" y="227"/>
                    <a:pt x="268" y="227"/>
                    <a:pt x="268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5" y="227"/>
                    <a:pt x="225" y="227"/>
                    <a:pt x="225" y="22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69" y="223"/>
                    <a:pt x="269" y="223"/>
                    <a:pt x="269" y="223"/>
                  </a:cubicBezTo>
                  <a:cubicBezTo>
                    <a:pt x="269" y="223"/>
                    <a:pt x="269" y="224"/>
                    <a:pt x="270" y="224"/>
                  </a:cubicBezTo>
                  <a:cubicBezTo>
                    <a:pt x="297" y="251"/>
                    <a:pt x="297" y="251"/>
                    <a:pt x="297" y="251"/>
                  </a:cubicBezTo>
                  <a:cubicBezTo>
                    <a:pt x="297" y="251"/>
                    <a:pt x="297" y="252"/>
                    <a:pt x="297" y="252"/>
                  </a:cubicBezTo>
                  <a:lnTo>
                    <a:pt x="297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7" name="Freeform 532"/>
            <p:cNvSpPr>
              <a:spLocks/>
            </p:cNvSpPr>
            <p:nvPr/>
          </p:nvSpPr>
          <p:spPr bwMode="auto">
            <a:xfrm flipV="1">
              <a:off x="530227" y="6677024"/>
              <a:ext cx="1250950" cy="1196975"/>
            </a:xfrm>
            <a:custGeom>
              <a:avLst/>
              <a:gdLst>
                <a:gd name="T0" fmla="*/ 317 w 333"/>
                <a:gd name="T1" fmla="*/ 319 h 319"/>
                <a:gd name="T2" fmla="*/ 316 w 333"/>
                <a:gd name="T3" fmla="*/ 318 h 319"/>
                <a:gd name="T4" fmla="*/ 0 w 333"/>
                <a:gd name="T5" fmla="*/ 2 h 319"/>
                <a:gd name="T6" fmla="*/ 2 w 333"/>
                <a:gd name="T7" fmla="*/ 0 h 319"/>
                <a:gd name="T8" fmla="*/ 318 w 333"/>
                <a:gd name="T9" fmla="*/ 315 h 319"/>
                <a:gd name="T10" fmla="*/ 333 w 333"/>
                <a:gd name="T11" fmla="*/ 315 h 319"/>
                <a:gd name="T12" fmla="*/ 333 w 333"/>
                <a:gd name="T13" fmla="*/ 319 h 319"/>
                <a:gd name="T14" fmla="*/ 317 w 333"/>
                <a:gd name="T1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19">
                  <a:moveTo>
                    <a:pt x="317" y="319"/>
                  </a:moveTo>
                  <a:cubicBezTo>
                    <a:pt x="317" y="319"/>
                    <a:pt x="316" y="319"/>
                    <a:pt x="316" y="3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18" y="315"/>
                    <a:pt x="318" y="315"/>
                    <a:pt x="318" y="315"/>
                  </a:cubicBezTo>
                  <a:cubicBezTo>
                    <a:pt x="333" y="315"/>
                    <a:pt x="333" y="315"/>
                    <a:pt x="333" y="315"/>
                  </a:cubicBezTo>
                  <a:cubicBezTo>
                    <a:pt x="333" y="319"/>
                    <a:pt x="333" y="319"/>
                    <a:pt x="333" y="319"/>
                  </a:cubicBezTo>
                  <a:cubicBezTo>
                    <a:pt x="317" y="319"/>
                    <a:pt x="317" y="319"/>
                    <a:pt x="317" y="3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8" name="Freeform 533"/>
            <p:cNvSpPr>
              <a:spLocks/>
            </p:cNvSpPr>
            <p:nvPr/>
          </p:nvSpPr>
          <p:spPr bwMode="auto">
            <a:xfrm flipV="1">
              <a:off x="433389" y="6064249"/>
              <a:ext cx="2135187" cy="1724025"/>
            </a:xfrm>
            <a:custGeom>
              <a:avLst/>
              <a:gdLst>
                <a:gd name="T0" fmla="*/ 564 w 569"/>
                <a:gd name="T1" fmla="*/ 459 h 459"/>
                <a:gd name="T2" fmla="*/ 435 w 569"/>
                <a:gd name="T3" fmla="*/ 330 h 459"/>
                <a:gd name="T4" fmla="*/ 345 w 569"/>
                <a:gd name="T5" fmla="*/ 330 h 459"/>
                <a:gd name="T6" fmla="*/ 343 w 569"/>
                <a:gd name="T7" fmla="*/ 329 h 459"/>
                <a:gd name="T8" fmla="*/ 205 w 569"/>
                <a:gd name="T9" fmla="*/ 191 h 459"/>
                <a:gd name="T10" fmla="*/ 187 w 569"/>
                <a:gd name="T11" fmla="*/ 191 h 459"/>
                <a:gd name="T12" fmla="*/ 185 w 569"/>
                <a:gd name="T13" fmla="*/ 190 h 459"/>
                <a:gd name="T14" fmla="*/ 0 w 569"/>
                <a:gd name="T15" fmla="*/ 5 h 459"/>
                <a:gd name="T16" fmla="*/ 5 w 569"/>
                <a:gd name="T17" fmla="*/ 0 h 459"/>
                <a:gd name="T18" fmla="*/ 189 w 569"/>
                <a:gd name="T19" fmla="*/ 184 h 459"/>
                <a:gd name="T20" fmla="*/ 206 w 569"/>
                <a:gd name="T21" fmla="*/ 184 h 459"/>
                <a:gd name="T22" fmla="*/ 209 w 569"/>
                <a:gd name="T23" fmla="*/ 185 h 459"/>
                <a:gd name="T24" fmla="*/ 347 w 569"/>
                <a:gd name="T25" fmla="*/ 323 h 459"/>
                <a:gd name="T26" fmla="*/ 436 w 569"/>
                <a:gd name="T27" fmla="*/ 323 h 459"/>
                <a:gd name="T28" fmla="*/ 439 w 569"/>
                <a:gd name="T29" fmla="*/ 324 h 459"/>
                <a:gd name="T30" fmla="*/ 569 w 569"/>
                <a:gd name="T31" fmla="*/ 454 h 459"/>
                <a:gd name="T32" fmla="*/ 564 w 569"/>
                <a:gd name="T33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9" h="459">
                  <a:moveTo>
                    <a:pt x="564" y="459"/>
                  </a:moveTo>
                  <a:cubicBezTo>
                    <a:pt x="435" y="330"/>
                    <a:pt x="435" y="330"/>
                    <a:pt x="435" y="330"/>
                  </a:cubicBezTo>
                  <a:cubicBezTo>
                    <a:pt x="345" y="330"/>
                    <a:pt x="345" y="330"/>
                    <a:pt x="345" y="330"/>
                  </a:cubicBezTo>
                  <a:cubicBezTo>
                    <a:pt x="344" y="330"/>
                    <a:pt x="343" y="330"/>
                    <a:pt x="343" y="329"/>
                  </a:cubicBezTo>
                  <a:cubicBezTo>
                    <a:pt x="205" y="191"/>
                    <a:pt x="205" y="191"/>
                    <a:pt x="205" y="191"/>
                  </a:cubicBezTo>
                  <a:cubicBezTo>
                    <a:pt x="187" y="191"/>
                    <a:pt x="187" y="191"/>
                    <a:pt x="187" y="191"/>
                  </a:cubicBezTo>
                  <a:cubicBezTo>
                    <a:pt x="186" y="191"/>
                    <a:pt x="185" y="191"/>
                    <a:pt x="185" y="19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89" y="184"/>
                    <a:pt x="189" y="184"/>
                    <a:pt x="189" y="184"/>
                  </a:cubicBezTo>
                  <a:cubicBezTo>
                    <a:pt x="206" y="184"/>
                    <a:pt x="206" y="184"/>
                    <a:pt x="206" y="184"/>
                  </a:cubicBezTo>
                  <a:cubicBezTo>
                    <a:pt x="207" y="184"/>
                    <a:pt x="208" y="184"/>
                    <a:pt x="209" y="185"/>
                  </a:cubicBezTo>
                  <a:cubicBezTo>
                    <a:pt x="347" y="323"/>
                    <a:pt x="347" y="323"/>
                    <a:pt x="347" y="323"/>
                  </a:cubicBezTo>
                  <a:cubicBezTo>
                    <a:pt x="436" y="323"/>
                    <a:pt x="436" y="323"/>
                    <a:pt x="436" y="323"/>
                  </a:cubicBezTo>
                  <a:cubicBezTo>
                    <a:pt x="437" y="323"/>
                    <a:pt x="438" y="323"/>
                    <a:pt x="439" y="324"/>
                  </a:cubicBezTo>
                  <a:cubicBezTo>
                    <a:pt x="569" y="454"/>
                    <a:pt x="569" y="454"/>
                    <a:pt x="569" y="454"/>
                  </a:cubicBezTo>
                  <a:lnTo>
                    <a:pt x="564" y="45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9" name="Freeform 534"/>
            <p:cNvSpPr>
              <a:spLocks/>
            </p:cNvSpPr>
            <p:nvPr/>
          </p:nvSpPr>
          <p:spPr bwMode="auto">
            <a:xfrm flipV="1">
              <a:off x="361952" y="5667373"/>
              <a:ext cx="2578100" cy="2049463"/>
            </a:xfrm>
            <a:custGeom>
              <a:avLst/>
              <a:gdLst>
                <a:gd name="T0" fmla="*/ 687 w 687"/>
                <a:gd name="T1" fmla="*/ 546 h 546"/>
                <a:gd name="T2" fmla="*/ 678 w 687"/>
                <a:gd name="T3" fmla="*/ 546 h 546"/>
                <a:gd name="T4" fmla="*/ 675 w 687"/>
                <a:gd name="T5" fmla="*/ 545 h 546"/>
                <a:gd name="T6" fmla="*/ 627 w 687"/>
                <a:gd name="T7" fmla="*/ 496 h 546"/>
                <a:gd name="T8" fmla="*/ 600 w 687"/>
                <a:gd name="T9" fmla="*/ 496 h 546"/>
                <a:gd name="T10" fmla="*/ 597 w 687"/>
                <a:gd name="T11" fmla="*/ 495 h 546"/>
                <a:gd name="T12" fmla="*/ 487 w 687"/>
                <a:gd name="T13" fmla="*/ 385 h 546"/>
                <a:gd name="T14" fmla="*/ 402 w 687"/>
                <a:gd name="T15" fmla="*/ 385 h 546"/>
                <a:gd name="T16" fmla="*/ 399 w 687"/>
                <a:gd name="T17" fmla="*/ 384 h 546"/>
                <a:gd name="T18" fmla="*/ 209 w 687"/>
                <a:gd name="T19" fmla="*/ 194 h 546"/>
                <a:gd name="T20" fmla="*/ 190 w 687"/>
                <a:gd name="T21" fmla="*/ 194 h 546"/>
                <a:gd name="T22" fmla="*/ 188 w 687"/>
                <a:gd name="T23" fmla="*/ 193 h 546"/>
                <a:gd name="T24" fmla="*/ 0 w 687"/>
                <a:gd name="T25" fmla="*/ 5 h 546"/>
                <a:gd name="T26" fmla="*/ 5 w 687"/>
                <a:gd name="T27" fmla="*/ 0 h 546"/>
                <a:gd name="T28" fmla="*/ 192 w 687"/>
                <a:gd name="T29" fmla="*/ 187 h 546"/>
                <a:gd name="T30" fmla="*/ 210 w 687"/>
                <a:gd name="T31" fmla="*/ 187 h 546"/>
                <a:gd name="T32" fmla="*/ 213 w 687"/>
                <a:gd name="T33" fmla="*/ 188 h 546"/>
                <a:gd name="T34" fmla="*/ 403 w 687"/>
                <a:gd name="T35" fmla="*/ 378 h 546"/>
                <a:gd name="T36" fmla="*/ 488 w 687"/>
                <a:gd name="T37" fmla="*/ 378 h 546"/>
                <a:gd name="T38" fmla="*/ 491 w 687"/>
                <a:gd name="T39" fmla="*/ 379 h 546"/>
                <a:gd name="T40" fmla="*/ 601 w 687"/>
                <a:gd name="T41" fmla="*/ 489 h 546"/>
                <a:gd name="T42" fmla="*/ 628 w 687"/>
                <a:gd name="T43" fmla="*/ 489 h 546"/>
                <a:gd name="T44" fmla="*/ 631 w 687"/>
                <a:gd name="T45" fmla="*/ 490 h 546"/>
                <a:gd name="T46" fmla="*/ 679 w 687"/>
                <a:gd name="T47" fmla="*/ 539 h 546"/>
                <a:gd name="T48" fmla="*/ 687 w 687"/>
                <a:gd name="T49" fmla="*/ 539 h 546"/>
                <a:gd name="T50" fmla="*/ 687 w 687"/>
                <a:gd name="T51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87" h="546">
                  <a:moveTo>
                    <a:pt x="687" y="546"/>
                  </a:moveTo>
                  <a:cubicBezTo>
                    <a:pt x="678" y="546"/>
                    <a:pt x="678" y="546"/>
                    <a:pt x="678" y="546"/>
                  </a:cubicBezTo>
                  <a:cubicBezTo>
                    <a:pt x="677" y="546"/>
                    <a:pt x="676" y="546"/>
                    <a:pt x="675" y="545"/>
                  </a:cubicBezTo>
                  <a:cubicBezTo>
                    <a:pt x="627" y="496"/>
                    <a:pt x="627" y="496"/>
                    <a:pt x="627" y="496"/>
                  </a:cubicBezTo>
                  <a:cubicBezTo>
                    <a:pt x="600" y="496"/>
                    <a:pt x="600" y="496"/>
                    <a:pt x="600" y="496"/>
                  </a:cubicBezTo>
                  <a:cubicBezTo>
                    <a:pt x="599" y="496"/>
                    <a:pt x="598" y="496"/>
                    <a:pt x="597" y="495"/>
                  </a:cubicBezTo>
                  <a:cubicBezTo>
                    <a:pt x="487" y="385"/>
                    <a:pt x="487" y="385"/>
                    <a:pt x="487" y="385"/>
                  </a:cubicBezTo>
                  <a:cubicBezTo>
                    <a:pt x="402" y="385"/>
                    <a:pt x="402" y="385"/>
                    <a:pt x="402" y="385"/>
                  </a:cubicBezTo>
                  <a:cubicBezTo>
                    <a:pt x="401" y="385"/>
                    <a:pt x="400" y="385"/>
                    <a:pt x="399" y="384"/>
                  </a:cubicBezTo>
                  <a:cubicBezTo>
                    <a:pt x="209" y="194"/>
                    <a:pt x="209" y="194"/>
                    <a:pt x="209" y="194"/>
                  </a:cubicBezTo>
                  <a:cubicBezTo>
                    <a:pt x="190" y="194"/>
                    <a:pt x="190" y="194"/>
                    <a:pt x="190" y="194"/>
                  </a:cubicBezTo>
                  <a:cubicBezTo>
                    <a:pt x="189" y="194"/>
                    <a:pt x="188" y="193"/>
                    <a:pt x="188" y="19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92" y="187"/>
                    <a:pt x="192" y="187"/>
                    <a:pt x="192" y="187"/>
                  </a:cubicBezTo>
                  <a:cubicBezTo>
                    <a:pt x="210" y="187"/>
                    <a:pt x="210" y="187"/>
                    <a:pt x="210" y="187"/>
                  </a:cubicBezTo>
                  <a:cubicBezTo>
                    <a:pt x="211" y="187"/>
                    <a:pt x="212" y="187"/>
                    <a:pt x="213" y="188"/>
                  </a:cubicBezTo>
                  <a:cubicBezTo>
                    <a:pt x="403" y="378"/>
                    <a:pt x="403" y="378"/>
                    <a:pt x="403" y="378"/>
                  </a:cubicBezTo>
                  <a:cubicBezTo>
                    <a:pt x="488" y="378"/>
                    <a:pt x="488" y="378"/>
                    <a:pt x="488" y="378"/>
                  </a:cubicBezTo>
                  <a:cubicBezTo>
                    <a:pt x="489" y="378"/>
                    <a:pt x="490" y="378"/>
                    <a:pt x="491" y="379"/>
                  </a:cubicBezTo>
                  <a:cubicBezTo>
                    <a:pt x="601" y="489"/>
                    <a:pt x="601" y="489"/>
                    <a:pt x="601" y="489"/>
                  </a:cubicBezTo>
                  <a:cubicBezTo>
                    <a:pt x="628" y="489"/>
                    <a:pt x="628" y="489"/>
                    <a:pt x="628" y="489"/>
                  </a:cubicBezTo>
                  <a:cubicBezTo>
                    <a:pt x="629" y="489"/>
                    <a:pt x="630" y="490"/>
                    <a:pt x="631" y="490"/>
                  </a:cubicBezTo>
                  <a:cubicBezTo>
                    <a:pt x="679" y="539"/>
                    <a:pt x="679" y="539"/>
                    <a:pt x="679" y="539"/>
                  </a:cubicBezTo>
                  <a:cubicBezTo>
                    <a:pt x="687" y="539"/>
                    <a:pt x="687" y="539"/>
                    <a:pt x="687" y="539"/>
                  </a:cubicBezTo>
                  <a:lnTo>
                    <a:pt x="687" y="54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0" name="Freeform 535"/>
            <p:cNvSpPr>
              <a:spLocks/>
            </p:cNvSpPr>
            <p:nvPr/>
          </p:nvSpPr>
          <p:spPr bwMode="auto">
            <a:xfrm flipV="1">
              <a:off x="617539" y="5299074"/>
              <a:ext cx="2701925" cy="2660650"/>
            </a:xfrm>
            <a:custGeom>
              <a:avLst/>
              <a:gdLst>
                <a:gd name="T0" fmla="*/ 720 w 720"/>
                <a:gd name="T1" fmla="*/ 709 h 709"/>
                <a:gd name="T2" fmla="*/ 690 w 720"/>
                <a:gd name="T3" fmla="*/ 709 h 709"/>
                <a:gd name="T4" fmla="*/ 689 w 720"/>
                <a:gd name="T5" fmla="*/ 708 h 709"/>
                <a:gd name="T6" fmla="*/ 648 w 720"/>
                <a:gd name="T7" fmla="*/ 667 h 709"/>
                <a:gd name="T8" fmla="*/ 647 w 720"/>
                <a:gd name="T9" fmla="*/ 665 h 709"/>
                <a:gd name="T10" fmla="*/ 647 w 720"/>
                <a:gd name="T11" fmla="*/ 635 h 709"/>
                <a:gd name="T12" fmla="*/ 648 w 720"/>
                <a:gd name="T13" fmla="*/ 634 h 709"/>
                <a:gd name="T14" fmla="*/ 665 w 720"/>
                <a:gd name="T15" fmla="*/ 617 h 709"/>
                <a:gd name="T16" fmla="*/ 665 w 720"/>
                <a:gd name="T17" fmla="*/ 601 h 709"/>
                <a:gd name="T18" fmla="*/ 619 w 720"/>
                <a:gd name="T19" fmla="*/ 556 h 709"/>
                <a:gd name="T20" fmla="*/ 607 w 720"/>
                <a:gd name="T21" fmla="*/ 556 h 709"/>
                <a:gd name="T22" fmla="*/ 606 w 720"/>
                <a:gd name="T23" fmla="*/ 556 h 709"/>
                <a:gd name="T24" fmla="*/ 567 w 720"/>
                <a:gd name="T25" fmla="*/ 517 h 709"/>
                <a:gd name="T26" fmla="*/ 566 w 720"/>
                <a:gd name="T27" fmla="*/ 515 h 709"/>
                <a:gd name="T28" fmla="*/ 566 w 720"/>
                <a:gd name="T29" fmla="*/ 470 h 709"/>
                <a:gd name="T30" fmla="*/ 494 w 720"/>
                <a:gd name="T31" fmla="*/ 398 h 709"/>
                <a:gd name="T32" fmla="*/ 447 w 720"/>
                <a:gd name="T33" fmla="*/ 398 h 709"/>
                <a:gd name="T34" fmla="*/ 446 w 720"/>
                <a:gd name="T35" fmla="*/ 397 h 709"/>
                <a:gd name="T36" fmla="*/ 355 w 720"/>
                <a:gd name="T37" fmla="*/ 306 h 709"/>
                <a:gd name="T38" fmla="*/ 304 w 720"/>
                <a:gd name="T39" fmla="*/ 306 h 709"/>
                <a:gd name="T40" fmla="*/ 303 w 720"/>
                <a:gd name="T41" fmla="*/ 305 h 709"/>
                <a:gd name="T42" fmla="*/ 0 w 720"/>
                <a:gd name="T43" fmla="*/ 2 h 709"/>
                <a:gd name="T44" fmla="*/ 2 w 720"/>
                <a:gd name="T45" fmla="*/ 0 h 709"/>
                <a:gd name="T46" fmla="*/ 305 w 720"/>
                <a:gd name="T47" fmla="*/ 302 h 709"/>
                <a:gd name="T48" fmla="*/ 355 w 720"/>
                <a:gd name="T49" fmla="*/ 302 h 709"/>
                <a:gd name="T50" fmla="*/ 356 w 720"/>
                <a:gd name="T51" fmla="*/ 303 h 709"/>
                <a:gd name="T52" fmla="*/ 448 w 720"/>
                <a:gd name="T53" fmla="*/ 394 h 709"/>
                <a:gd name="T54" fmla="*/ 495 w 720"/>
                <a:gd name="T55" fmla="*/ 394 h 709"/>
                <a:gd name="T56" fmla="*/ 496 w 720"/>
                <a:gd name="T57" fmla="*/ 395 h 709"/>
                <a:gd name="T58" fmla="*/ 569 w 720"/>
                <a:gd name="T59" fmla="*/ 468 h 709"/>
                <a:gd name="T60" fmla="*/ 570 w 720"/>
                <a:gd name="T61" fmla="*/ 469 h 709"/>
                <a:gd name="T62" fmla="*/ 570 w 720"/>
                <a:gd name="T63" fmla="*/ 515 h 709"/>
                <a:gd name="T64" fmla="*/ 608 w 720"/>
                <a:gd name="T65" fmla="*/ 553 h 709"/>
                <a:gd name="T66" fmla="*/ 620 w 720"/>
                <a:gd name="T67" fmla="*/ 553 h 709"/>
                <a:gd name="T68" fmla="*/ 621 w 720"/>
                <a:gd name="T69" fmla="*/ 553 h 709"/>
                <a:gd name="T70" fmla="*/ 668 w 720"/>
                <a:gd name="T71" fmla="*/ 600 h 709"/>
                <a:gd name="T72" fmla="*/ 668 w 720"/>
                <a:gd name="T73" fmla="*/ 601 h 709"/>
                <a:gd name="T74" fmla="*/ 668 w 720"/>
                <a:gd name="T75" fmla="*/ 617 h 709"/>
                <a:gd name="T76" fmla="*/ 668 w 720"/>
                <a:gd name="T77" fmla="*/ 618 h 709"/>
                <a:gd name="T78" fmla="*/ 650 w 720"/>
                <a:gd name="T79" fmla="*/ 636 h 709"/>
                <a:gd name="T80" fmla="*/ 650 w 720"/>
                <a:gd name="T81" fmla="*/ 665 h 709"/>
                <a:gd name="T82" fmla="*/ 691 w 720"/>
                <a:gd name="T83" fmla="*/ 705 h 709"/>
                <a:gd name="T84" fmla="*/ 720 w 720"/>
                <a:gd name="T85" fmla="*/ 705 h 709"/>
                <a:gd name="T86" fmla="*/ 720 w 720"/>
                <a:gd name="T87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20" h="709">
                  <a:moveTo>
                    <a:pt x="720" y="709"/>
                  </a:moveTo>
                  <a:cubicBezTo>
                    <a:pt x="690" y="709"/>
                    <a:pt x="690" y="709"/>
                    <a:pt x="690" y="709"/>
                  </a:cubicBezTo>
                  <a:cubicBezTo>
                    <a:pt x="690" y="709"/>
                    <a:pt x="690" y="709"/>
                    <a:pt x="689" y="708"/>
                  </a:cubicBezTo>
                  <a:cubicBezTo>
                    <a:pt x="648" y="667"/>
                    <a:pt x="648" y="667"/>
                    <a:pt x="648" y="667"/>
                  </a:cubicBezTo>
                  <a:cubicBezTo>
                    <a:pt x="647" y="666"/>
                    <a:pt x="647" y="666"/>
                    <a:pt x="647" y="665"/>
                  </a:cubicBezTo>
                  <a:cubicBezTo>
                    <a:pt x="647" y="635"/>
                    <a:pt x="647" y="635"/>
                    <a:pt x="647" y="635"/>
                  </a:cubicBezTo>
                  <a:cubicBezTo>
                    <a:pt x="647" y="635"/>
                    <a:pt x="647" y="634"/>
                    <a:pt x="648" y="634"/>
                  </a:cubicBezTo>
                  <a:cubicBezTo>
                    <a:pt x="665" y="617"/>
                    <a:pt x="665" y="617"/>
                    <a:pt x="665" y="617"/>
                  </a:cubicBezTo>
                  <a:cubicBezTo>
                    <a:pt x="665" y="601"/>
                    <a:pt x="665" y="601"/>
                    <a:pt x="665" y="601"/>
                  </a:cubicBezTo>
                  <a:cubicBezTo>
                    <a:pt x="619" y="556"/>
                    <a:pt x="619" y="556"/>
                    <a:pt x="619" y="556"/>
                  </a:cubicBezTo>
                  <a:cubicBezTo>
                    <a:pt x="607" y="556"/>
                    <a:pt x="607" y="556"/>
                    <a:pt x="607" y="556"/>
                  </a:cubicBezTo>
                  <a:cubicBezTo>
                    <a:pt x="607" y="556"/>
                    <a:pt x="606" y="556"/>
                    <a:pt x="606" y="556"/>
                  </a:cubicBezTo>
                  <a:cubicBezTo>
                    <a:pt x="567" y="517"/>
                    <a:pt x="567" y="517"/>
                    <a:pt x="567" y="517"/>
                  </a:cubicBezTo>
                  <a:cubicBezTo>
                    <a:pt x="566" y="516"/>
                    <a:pt x="566" y="516"/>
                    <a:pt x="566" y="515"/>
                  </a:cubicBezTo>
                  <a:cubicBezTo>
                    <a:pt x="566" y="470"/>
                    <a:pt x="566" y="470"/>
                    <a:pt x="566" y="470"/>
                  </a:cubicBezTo>
                  <a:cubicBezTo>
                    <a:pt x="494" y="398"/>
                    <a:pt x="494" y="398"/>
                    <a:pt x="494" y="398"/>
                  </a:cubicBezTo>
                  <a:cubicBezTo>
                    <a:pt x="447" y="398"/>
                    <a:pt x="447" y="398"/>
                    <a:pt x="447" y="398"/>
                  </a:cubicBezTo>
                  <a:cubicBezTo>
                    <a:pt x="447" y="398"/>
                    <a:pt x="446" y="398"/>
                    <a:pt x="446" y="397"/>
                  </a:cubicBezTo>
                  <a:cubicBezTo>
                    <a:pt x="355" y="306"/>
                    <a:pt x="355" y="306"/>
                    <a:pt x="355" y="306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06"/>
                    <a:pt x="303" y="305"/>
                    <a:pt x="303" y="30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55" y="302"/>
                    <a:pt x="355" y="302"/>
                    <a:pt x="355" y="302"/>
                  </a:cubicBezTo>
                  <a:cubicBezTo>
                    <a:pt x="356" y="302"/>
                    <a:pt x="356" y="302"/>
                    <a:pt x="356" y="303"/>
                  </a:cubicBezTo>
                  <a:cubicBezTo>
                    <a:pt x="448" y="394"/>
                    <a:pt x="448" y="394"/>
                    <a:pt x="448" y="394"/>
                  </a:cubicBezTo>
                  <a:cubicBezTo>
                    <a:pt x="495" y="394"/>
                    <a:pt x="495" y="394"/>
                    <a:pt x="495" y="394"/>
                  </a:cubicBezTo>
                  <a:cubicBezTo>
                    <a:pt x="495" y="394"/>
                    <a:pt x="496" y="394"/>
                    <a:pt x="496" y="395"/>
                  </a:cubicBezTo>
                  <a:cubicBezTo>
                    <a:pt x="569" y="468"/>
                    <a:pt x="569" y="468"/>
                    <a:pt x="569" y="468"/>
                  </a:cubicBezTo>
                  <a:cubicBezTo>
                    <a:pt x="569" y="468"/>
                    <a:pt x="570" y="469"/>
                    <a:pt x="570" y="469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608" y="553"/>
                    <a:pt x="608" y="553"/>
                    <a:pt x="608" y="553"/>
                  </a:cubicBezTo>
                  <a:cubicBezTo>
                    <a:pt x="620" y="553"/>
                    <a:pt x="620" y="553"/>
                    <a:pt x="620" y="553"/>
                  </a:cubicBezTo>
                  <a:cubicBezTo>
                    <a:pt x="621" y="553"/>
                    <a:pt x="621" y="553"/>
                    <a:pt x="621" y="553"/>
                  </a:cubicBezTo>
                  <a:cubicBezTo>
                    <a:pt x="668" y="600"/>
                    <a:pt x="668" y="600"/>
                    <a:pt x="668" y="600"/>
                  </a:cubicBezTo>
                  <a:cubicBezTo>
                    <a:pt x="668" y="600"/>
                    <a:pt x="668" y="600"/>
                    <a:pt x="668" y="601"/>
                  </a:cubicBezTo>
                  <a:cubicBezTo>
                    <a:pt x="668" y="617"/>
                    <a:pt x="668" y="617"/>
                    <a:pt x="668" y="617"/>
                  </a:cubicBezTo>
                  <a:cubicBezTo>
                    <a:pt x="668" y="618"/>
                    <a:pt x="668" y="618"/>
                    <a:pt x="668" y="618"/>
                  </a:cubicBezTo>
                  <a:cubicBezTo>
                    <a:pt x="650" y="636"/>
                    <a:pt x="650" y="636"/>
                    <a:pt x="650" y="636"/>
                  </a:cubicBezTo>
                  <a:cubicBezTo>
                    <a:pt x="650" y="665"/>
                    <a:pt x="650" y="665"/>
                    <a:pt x="650" y="665"/>
                  </a:cubicBezTo>
                  <a:cubicBezTo>
                    <a:pt x="691" y="705"/>
                    <a:pt x="691" y="705"/>
                    <a:pt x="691" y="705"/>
                  </a:cubicBezTo>
                  <a:cubicBezTo>
                    <a:pt x="720" y="705"/>
                    <a:pt x="720" y="705"/>
                    <a:pt x="720" y="705"/>
                  </a:cubicBezTo>
                  <a:lnTo>
                    <a:pt x="720" y="7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1" name="Freeform 536"/>
            <p:cNvSpPr>
              <a:spLocks/>
            </p:cNvSpPr>
            <p:nvPr/>
          </p:nvSpPr>
          <p:spPr bwMode="auto">
            <a:xfrm flipV="1">
              <a:off x="819152" y="5851524"/>
              <a:ext cx="2293937" cy="2311400"/>
            </a:xfrm>
            <a:custGeom>
              <a:avLst/>
              <a:gdLst>
                <a:gd name="T0" fmla="*/ 609 w 611"/>
                <a:gd name="T1" fmla="*/ 616 h 616"/>
                <a:gd name="T2" fmla="*/ 585 w 611"/>
                <a:gd name="T3" fmla="*/ 592 h 616"/>
                <a:gd name="T4" fmla="*/ 561 w 611"/>
                <a:gd name="T5" fmla="*/ 592 h 616"/>
                <a:gd name="T6" fmla="*/ 560 w 611"/>
                <a:gd name="T7" fmla="*/ 591 h 616"/>
                <a:gd name="T8" fmla="*/ 538 w 611"/>
                <a:gd name="T9" fmla="*/ 570 h 616"/>
                <a:gd name="T10" fmla="*/ 538 w 611"/>
                <a:gd name="T11" fmla="*/ 569 h 616"/>
                <a:gd name="T12" fmla="*/ 538 w 611"/>
                <a:gd name="T13" fmla="*/ 513 h 616"/>
                <a:gd name="T14" fmla="*/ 439 w 611"/>
                <a:gd name="T15" fmla="*/ 413 h 616"/>
                <a:gd name="T16" fmla="*/ 396 w 611"/>
                <a:gd name="T17" fmla="*/ 413 h 616"/>
                <a:gd name="T18" fmla="*/ 395 w 611"/>
                <a:gd name="T19" fmla="*/ 413 h 616"/>
                <a:gd name="T20" fmla="*/ 322 w 611"/>
                <a:gd name="T21" fmla="*/ 339 h 616"/>
                <a:gd name="T22" fmla="*/ 321 w 611"/>
                <a:gd name="T23" fmla="*/ 338 h 616"/>
                <a:gd name="T24" fmla="*/ 321 w 611"/>
                <a:gd name="T25" fmla="*/ 281 h 616"/>
                <a:gd name="T26" fmla="*/ 254 w 611"/>
                <a:gd name="T27" fmla="*/ 214 h 616"/>
                <a:gd name="T28" fmla="*/ 212 w 611"/>
                <a:gd name="T29" fmla="*/ 214 h 616"/>
                <a:gd name="T30" fmla="*/ 211 w 611"/>
                <a:gd name="T31" fmla="*/ 214 h 616"/>
                <a:gd name="T32" fmla="*/ 0 w 611"/>
                <a:gd name="T33" fmla="*/ 2 h 616"/>
                <a:gd name="T34" fmla="*/ 2 w 611"/>
                <a:gd name="T35" fmla="*/ 0 h 616"/>
                <a:gd name="T36" fmla="*/ 213 w 611"/>
                <a:gd name="T37" fmla="*/ 211 h 616"/>
                <a:gd name="T38" fmla="*/ 255 w 611"/>
                <a:gd name="T39" fmla="*/ 211 h 616"/>
                <a:gd name="T40" fmla="*/ 256 w 611"/>
                <a:gd name="T41" fmla="*/ 211 h 616"/>
                <a:gd name="T42" fmla="*/ 324 w 611"/>
                <a:gd name="T43" fmla="*/ 279 h 616"/>
                <a:gd name="T44" fmla="*/ 325 w 611"/>
                <a:gd name="T45" fmla="*/ 280 h 616"/>
                <a:gd name="T46" fmla="*/ 325 w 611"/>
                <a:gd name="T47" fmla="*/ 337 h 616"/>
                <a:gd name="T48" fmla="*/ 397 w 611"/>
                <a:gd name="T49" fmla="*/ 410 h 616"/>
                <a:gd name="T50" fmla="*/ 439 w 611"/>
                <a:gd name="T51" fmla="*/ 410 h 616"/>
                <a:gd name="T52" fmla="*/ 441 w 611"/>
                <a:gd name="T53" fmla="*/ 410 h 616"/>
                <a:gd name="T54" fmla="*/ 541 w 611"/>
                <a:gd name="T55" fmla="*/ 511 h 616"/>
                <a:gd name="T56" fmla="*/ 541 w 611"/>
                <a:gd name="T57" fmla="*/ 512 h 616"/>
                <a:gd name="T58" fmla="*/ 541 w 611"/>
                <a:gd name="T59" fmla="*/ 568 h 616"/>
                <a:gd name="T60" fmla="*/ 562 w 611"/>
                <a:gd name="T61" fmla="*/ 588 h 616"/>
                <a:gd name="T62" fmla="*/ 586 w 611"/>
                <a:gd name="T63" fmla="*/ 588 h 616"/>
                <a:gd name="T64" fmla="*/ 587 w 611"/>
                <a:gd name="T65" fmla="*/ 589 h 616"/>
                <a:gd name="T66" fmla="*/ 611 w 611"/>
                <a:gd name="T67" fmla="*/ 613 h 616"/>
                <a:gd name="T68" fmla="*/ 609 w 611"/>
                <a:gd name="T69" fmla="*/ 61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1" h="616">
                  <a:moveTo>
                    <a:pt x="609" y="616"/>
                  </a:moveTo>
                  <a:cubicBezTo>
                    <a:pt x="585" y="592"/>
                    <a:pt x="585" y="592"/>
                    <a:pt x="585" y="592"/>
                  </a:cubicBezTo>
                  <a:cubicBezTo>
                    <a:pt x="561" y="592"/>
                    <a:pt x="561" y="592"/>
                    <a:pt x="561" y="592"/>
                  </a:cubicBezTo>
                  <a:cubicBezTo>
                    <a:pt x="561" y="592"/>
                    <a:pt x="560" y="592"/>
                    <a:pt x="560" y="591"/>
                  </a:cubicBezTo>
                  <a:cubicBezTo>
                    <a:pt x="538" y="570"/>
                    <a:pt x="538" y="570"/>
                    <a:pt x="538" y="570"/>
                  </a:cubicBezTo>
                  <a:cubicBezTo>
                    <a:pt x="538" y="570"/>
                    <a:pt x="538" y="569"/>
                    <a:pt x="538" y="569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39" y="413"/>
                    <a:pt x="439" y="413"/>
                    <a:pt x="439" y="413"/>
                  </a:cubicBezTo>
                  <a:cubicBezTo>
                    <a:pt x="396" y="413"/>
                    <a:pt x="396" y="413"/>
                    <a:pt x="396" y="413"/>
                  </a:cubicBezTo>
                  <a:cubicBezTo>
                    <a:pt x="396" y="413"/>
                    <a:pt x="395" y="413"/>
                    <a:pt x="395" y="413"/>
                  </a:cubicBezTo>
                  <a:cubicBezTo>
                    <a:pt x="322" y="339"/>
                    <a:pt x="322" y="339"/>
                    <a:pt x="322" y="339"/>
                  </a:cubicBezTo>
                  <a:cubicBezTo>
                    <a:pt x="321" y="339"/>
                    <a:pt x="321" y="338"/>
                    <a:pt x="321" y="338"/>
                  </a:cubicBezTo>
                  <a:cubicBezTo>
                    <a:pt x="321" y="281"/>
                    <a:pt x="321" y="281"/>
                    <a:pt x="321" y="281"/>
                  </a:cubicBezTo>
                  <a:cubicBezTo>
                    <a:pt x="254" y="214"/>
                    <a:pt x="254" y="214"/>
                    <a:pt x="254" y="214"/>
                  </a:cubicBezTo>
                  <a:cubicBezTo>
                    <a:pt x="212" y="214"/>
                    <a:pt x="212" y="214"/>
                    <a:pt x="212" y="214"/>
                  </a:cubicBezTo>
                  <a:cubicBezTo>
                    <a:pt x="212" y="214"/>
                    <a:pt x="211" y="214"/>
                    <a:pt x="211" y="2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55" y="211"/>
                    <a:pt x="255" y="211"/>
                    <a:pt x="255" y="211"/>
                  </a:cubicBezTo>
                  <a:cubicBezTo>
                    <a:pt x="256" y="211"/>
                    <a:pt x="256" y="211"/>
                    <a:pt x="256" y="211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79"/>
                    <a:pt x="325" y="280"/>
                    <a:pt x="325" y="280"/>
                  </a:cubicBezTo>
                  <a:cubicBezTo>
                    <a:pt x="325" y="337"/>
                    <a:pt x="325" y="337"/>
                    <a:pt x="325" y="337"/>
                  </a:cubicBezTo>
                  <a:cubicBezTo>
                    <a:pt x="397" y="410"/>
                    <a:pt x="397" y="410"/>
                    <a:pt x="397" y="410"/>
                  </a:cubicBezTo>
                  <a:cubicBezTo>
                    <a:pt x="439" y="410"/>
                    <a:pt x="439" y="410"/>
                    <a:pt x="439" y="410"/>
                  </a:cubicBezTo>
                  <a:cubicBezTo>
                    <a:pt x="440" y="410"/>
                    <a:pt x="440" y="410"/>
                    <a:pt x="441" y="410"/>
                  </a:cubicBezTo>
                  <a:cubicBezTo>
                    <a:pt x="541" y="511"/>
                    <a:pt x="541" y="511"/>
                    <a:pt x="541" y="511"/>
                  </a:cubicBezTo>
                  <a:cubicBezTo>
                    <a:pt x="541" y="511"/>
                    <a:pt x="541" y="511"/>
                    <a:pt x="541" y="512"/>
                  </a:cubicBezTo>
                  <a:cubicBezTo>
                    <a:pt x="541" y="568"/>
                    <a:pt x="541" y="568"/>
                    <a:pt x="541" y="568"/>
                  </a:cubicBezTo>
                  <a:cubicBezTo>
                    <a:pt x="562" y="588"/>
                    <a:pt x="562" y="588"/>
                    <a:pt x="562" y="588"/>
                  </a:cubicBezTo>
                  <a:cubicBezTo>
                    <a:pt x="586" y="588"/>
                    <a:pt x="586" y="588"/>
                    <a:pt x="586" y="588"/>
                  </a:cubicBezTo>
                  <a:cubicBezTo>
                    <a:pt x="586" y="588"/>
                    <a:pt x="587" y="589"/>
                    <a:pt x="587" y="589"/>
                  </a:cubicBezTo>
                  <a:cubicBezTo>
                    <a:pt x="611" y="613"/>
                    <a:pt x="611" y="613"/>
                    <a:pt x="611" y="613"/>
                  </a:cubicBezTo>
                  <a:lnTo>
                    <a:pt x="609" y="61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2" name="Freeform 537"/>
            <p:cNvSpPr>
              <a:spLocks/>
            </p:cNvSpPr>
            <p:nvPr/>
          </p:nvSpPr>
          <p:spPr bwMode="auto">
            <a:xfrm flipV="1">
              <a:off x="895352" y="5483223"/>
              <a:ext cx="2573337" cy="2754313"/>
            </a:xfrm>
            <a:custGeom>
              <a:avLst/>
              <a:gdLst>
                <a:gd name="T0" fmla="*/ 621 w 686"/>
                <a:gd name="T1" fmla="*/ 734 h 734"/>
                <a:gd name="T2" fmla="*/ 621 w 686"/>
                <a:gd name="T3" fmla="*/ 731 h 734"/>
                <a:gd name="T4" fmla="*/ 663 w 686"/>
                <a:gd name="T5" fmla="*/ 731 h 734"/>
                <a:gd name="T6" fmla="*/ 682 w 686"/>
                <a:gd name="T7" fmla="*/ 712 h 734"/>
                <a:gd name="T8" fmla="*/ 682 w 686"/>
                <a:gd name="T9" fmla="*/ 685 h 734"/>
                <a:gd name="T10" fmla="*/ 593 w 686"/>
                <a:gd name="T11" fmla="*/ 596 h 734"/>
                <a:gd name="T12" fmla="*/ 592 w 686"/>
                <a:gd name="T13" fmla="*/ 595 h 734"/>
                <a:gd name="T14" fmla="*/ 592 w 686"/>
                <a:gd name="T15" fmla="*/ 567 h 734"/>
                <a:gd name="T16" fmla="*/ 430 w 686"/>
                <a:gd name="T17" fmla="*/ 404 h 734"/>
                <a:gd name="T18" fmla="*/ 375 w 686"/>
                <a:gd name="T19" fmla="*/ 404 h 734"/>
                <a:gd name="T20" fmla="*/ 374 w 686"/>
                <a:gd name="T21" fmla="*/ 404 h 734"/>
                <a:gd name="T22" fmla="*/ 334 w 686"/>
                <a:gd name="T23" fmla="*/ 364 h 734"/>
                <a:gd name="T24" fmla="*/ 334 w 686"/>
                <a:gd name="T25" fmla="*/ 363 h 734"/>
                <a:gd name="T26" fmla="*/ 334 w 686"/>
                <a:gd name="T27" fmla="*/ 308 h 734"/>
                <a:gd name="T28" fmla="*/ 219 w 686"/>
                <a:gd name="T29" fmla="*/ 194 h 734"/>
                <a:gd name="T30" fmla="*/ 193 w 686"/>
                <a:gd name="T31" fmla="*/ 194 h 734"/>
                <a:gd name="T32" fmla="*/ 191 w 686"/>
                <a:gd name="T33" fmla="*/ 193 h 734"/>
                <a:gd name="T34" fmla="*/ 0 w 686"/>
                <a:gd name="T35" fmla="*/ 2 h 734"/>
                <a:gd name="T36" fmla="*/ 2 w 686"/>
                <a:gd name="T37" fmla="*/ 0 h 734"/>
                <a:gd name="T38" fmla="*/ 193 w 686"/>
                <a:gd name="T39" fmla="*/ 190 h 734"/>
                <a:gd name="T40" fmla="*/ 220 w 686"/>
                <a:gd name="T41" fmla="*/ 190 h 734"/>
                <a:gd name="T42" fmla="*/ 221 w 686"/>
                <a:gd name="T43" fmla="*/ 191 h 734"/>
                <a:gd name="T44" fmla="*/ 337 w 686"/>
                <a:gd name="T45" fmla="*/ 306 h 734"/>
                <a:gd name="T46" fmla="*/ 337 w 686"/>
                <a:gd name="T47" fmla="*/ 307 h 734"/>
                <a:gd name="T48" fmla="*/ 337 w 686"/>
                <a:gd name="T49" fmla="*/ 362 h 734"/>
                <a:gd name="T50" fmla="*/ 376 w 686"/>
                <a:gd name="T51" fmla="*/ 401 h 734"/>
                <a:gd name="T52" fmla="*/ 430 w 686"/>
                <a:gd name="T53" fmla="*/ 401 h 734"/>
                <a:gd name="T54" fmla="*/ 432 w 686"/>
                <a:gd name="T55" fmla="*/ 401 h 734"/>
                <a:gd name="T56" fmla="*/ 595 w 686"/>
                <a:gd name="T57" fmla="*/ 565 h 734"/>
                <a:gd name="T58" fmla="*/ 596 w 686"/>
                <a:gd name="T59" fmla="*/ 566 h 734"/>
                <a:gd name="T60" fmla="*/ 596 w 686"/>
                <a:gd name="T61" fmla="*/ 594 h 734"/>
                <a:gd name="T62" fmla="*/ 685 w 686"/>
                <a:gd name="T63" fmla="*/ 684 h 734"/>
                <a:gd name="T64" fmla="*/ 686 w 686"/>
                <a:gd name="T65" fmla="*/ 685 h 734"/>
                <a:gd name="T66" fmla="*/ 686 w 686"/>
                <a:gd name="T67" fmla="*/ 712 h 734"/>
                <a:gd name="T68" fmla="*/ 685 w 686"/>
                <a:gd name="T69" fmla="*/ 714 h 734"/>
                <a:gd name="T70" fmla="*/ 665 w 686"/>
                <a:gd name="T71" fmla="*/ 734 h 734"/>
                <a:gd name="T72" fmla="*/ 664 w 686"/>
                <a:gd name="T73" fmla="*/ 734 h 734"/>
                <a:gd name="T74" fmla="*/ 621 w 686"/>
                <a:gd name="T75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6" h="734">
                  <a:moveTo>
                    <a:pt x="621" y="734"/>
                  </a:moveTo>
                  <a:cubicBezTo>
                    <a:pt x="621" y="731"/>
                    <a:pt x="621" y="731"/>
                    <a:pt x="621" y="731"/>
                  </a:cubicBezTo>
                  <a:cubicBezTo>
                    <a:pt x="663" y="731"/>
                    <a:pt x="663" y="731"/>
                    <a:pt x="663" y="731"/>
                  </a:cubicBezTo>
                  <a:cubicBezTo>
                    <a:pt x="682" y="712"/>
                    <a:pt x="682" y="712"/>
                    <a:pt x="682" y="712"/>
                  </a:cubicBezTo>
                  <a:cubicBezTo>
                    <a:pt x="682" y="685"/>
                    <a:pt x="682" y="685"/>
                    <a:pt x="682" y="685"/>
                  </a:cubicBezTo>
                  <a:cubicBezTo>
                    <a:pt x="593" y="596"/>
                    <a:pt x="593" y="596"/>
                    <a:pt x="593" y="596"/>
                  </a:cubicBezTo>
                  <a:cubicBezTo>
                    <a:pt x="592" y="596"/>
                    <a:pt x="592" y="595"/>
                    <a:pt x="592" y="595"/>
                  </a:cubicBezTo>
                  <a:cubicBezTo>
                    <a:pt x="592" y="567"/>
                    <a:pt x="592" y="567"/>
                    <a:pt x="592" y="567"/>
                  </a:cubicBezTo>
                  <a:cubicBezTo>
                    <a:pt x="430" y="404"/>
                    <a:pt x="430" y="404"/>
                    <a:pt x="430" y="404"/>
                  </a:cubicBezTo>
                  <a:cubicBezTo>
                    <a:pt x="375" y="404"/>
                    <a:pt x="375" y="404"/>
                    <a:pt x="375" y="404"/>
                  </a:cubicBezTo>
                  <a:cubicBezTo>
                    <a:pt x="374" y="404"/>
                    <a:pt x="374" y="404"/>
                    <a:pt x="374" y="404"/>
                  </a:cubicBezTo>
                  <a:cubicBezTo>
                    <a:pt x="334" y="364"/>
                    <a:pt x="334" y="364"/>
                    <a:pt x="334" y="364"/>
                  </a:cubicBezTo>
                  <a:cubicBezTo>
                    <a:pt x="334" y="364"/>
                    <a:pt x="334" y="363"/>
                    <a:pt x="334" y="363"/>
                  </a:cubicBezTo>
                  <a:cubicBezTo>
                    <a:pt x="334" y="308"/>
                    <a:pt x="334" y="308"/>
                    <a:pt x="334" y="308"/>
                  </a:cubicBezTo>
                  <a:cubicBezTo>
                    <a:pt x="219" y="194"/>
                    <a:pt x="219" y="194"/>
                    <a:pt x="219" y="194"/>
                  </a:cubicBezTo>
                  <a:cubicBezTo>
                    <a:pt x="193" y="194"/>
                    <a:pt x="193" y="194"/>
                    <a:pt x="193" y="194"/>
                  </a:cubicBezTo>
                  <a:cubicBezTo>
                    <a:pt x="192" y="194"/>
                    <a:pt x="192" y="194"/>
                    <a:pt x="191" y="19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3" y="190"/>
                    <a:pt x="193" y="190"/>
                    <a:pt x="193" y="190"/>
                  </a:cubicBezTo>
                  <a:cubicBezTo>
                    <a:pt x="220" y="190"/>
                    <a:pt x="220" y="190"/>
                    <a:pt x="220" y="190"/>
                  </a:cubicBezTo>
                  <a:cubicBezTo>
                    <a:pt x="221" y="190"/>
                    <a:pt x="221" y="191"/>
                    <a:pt x="221" y="191"/>
                  </a:cubicBezTo>
                  <a:cubicBezTo>
                    <a:pt x="337" y="306"/>
                    <a:pt x="337" y="306"/>
                    <a:pt x="337" y="306"/>
                  </a:cubicBezTo>
                  <a:cubicBezTo>
                    <a:pt x="337" y="306"/>
                    <a:pt x="337" y="307"/>
                    <a:pt x="337" y="307"/>
                  </a:cubicBezTo>
                  <a:cubicBezTo>
                    <a:pt x="337" y="362"/>
                    <a:pt x="337" y="362"/>
                    <a:pt x="337" y="362"/>
                  </a:cubicBezTo>
                  <a:cubicBezTo>
                    <a:pt x="376" y="401"/>
                    <a:pt x="376" y="401"/>
                    <a:pt x="376" y="401"/>
                  </a:cubicBezTo>
                  <a:cubicBezTo>
                    <a:pt x="430" y="401"/>
                    <a:pt x="430" y="401"/>
                    <a:pt x="430" y="401"/>
                  </a:cubicBezTo>
                  <a:cubicBezTo>
                    <a:pt x="431" y="401"/>
                    <a:pt x="431" y="401"/>
                    <a:pt x="432" y="401"/>
                  </a:cubicBezTo>
                  <a:cubicBezTo>
                    <a:pt x="595" y="565"/>
                    <a:pt x="595" y="565"/>
                    <a:pt x="595" y="565"/>
                  </a:cubicBezTo>
                  <a:cubicBezTo>
                    <a:pt x="595" y="565"/>
                    <a:pt x="596" y="566"/>
                    <a:pt x="596" y="566"/>
                  </a:cubicBezTo>
                  <a:cubicBezTo>
                    <a:pt x="596" y="594"/>
                    <a:pt x="596" y="594"/>
                    <a:pt x="596" y="594"/>
                  </a:cubicBezTo>
                  <a:cubicBezTo>
                    <a:pt x="685" y="684"/>
                    <a:pt x="685" y="684"/>
                    <a:pt x="685" y="684"/>
                  </a:cubicBezTo>
                  <a:cubicBezTo>
                    <a:pt x="685" y="684"/>
                    <a:pt x="686" y="684"/>
                    <a:pt x="686" y="685"/>
                  </a:cubicBezTo>
                  <a:cubicBezTo>
                    <a:pt x="686" y="712"/>
                    <a:pt x="686" y="712"/>
                    <a:pt x="686" y="712"/>
                  </a:cubicBezTo>
                  <a:cubicBezTo>
                    <a:pt x="686" y="713"/>
                    <a:pt x="685" y="713"/>
                    <a:pt x="685" y="714"/>
                  </a:cubicBezTo>
                  <a:cubicBezTo>
                    <a:pt x="665" y="734"/>
                    <a:pt x="665" y="734"/>
                    <a:pt x="665" y="734"/>
                  </a:cubicBezTo>
                  <a:cubicBezTo>
                    <a:pt x="664" y="734"/>
                    <a:pt x="664" y="734"/>
                    <a:pt x="664" y="734"/>
                  </a:cubicBezTo>
                  <a:lnTo>
                    <a:pt x="621" y="73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3" name="Freeform 538"/>
            <p:cNvSpPr>
              <a:spLocks/>
            </p:cNvSpPr>
            <p:nvPr/>
          </p:nvSpPr>
          <p:spPr bwMode="auto">
            <a:xfrm flipV="1">
              <a:off x="996952" y="6038848"/>
              <a:ext cx="2303462" cy="2303463"/>
            </a:xfrm>
            <a:custGeom>
              <a:avLst/>
              <a:gdLst>
                <a:gd name="T0" fmla="*/ 1446 w 1451"/>
                <a:gd name="T1" fmla="*/ 1451 h 1451"/>
                <a:gd name="T2" fmla="*/ 0 w 1451"/>
                <a:gd name="T3" fmla="*/ 7 h 1451"/>
                <a:gd name="T4" fmla="*/ 7 w 1451"/>
                <a:gd name="T5" fmla="*/ 0 h 1451"/>
                <a:gd name="T6" fmla="*/ 1451 w 1451"/>
                <a:gd name="T7" fmla="*/ 1446 h 1451"/>
                <a:gd name="T8" fmla="*/ 1446 w 1451"/>
                <a:gd name="T9" fmla="*/ 1451 h 1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1" h="1451">
                  <a:moveTo>
                    <a:pt x="1446" y="1451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451" y="1446"/>
                  </a:lnTo>
                  <a:lnTo>
                    <a:pt x="1446" y="14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4" name="Freeform 539"/>
            <p:cNvSpPr>
              <a:spLocks/>
            </p:cNvSpPr>
            <p:nvPr/>
          </p:nvSpPr>
          <p:spPr bwMode="auto">
            <a:xfrm flipV="1">
              <a:off x="1096964" y="5513386"/>
              <a:ext cx="2544762" cy="2927350"/>
            </a:xfrm>
            <a:custGeom>
              <a:avLst/>
              <a:gdLst>
                <a:gd name="T0" fmla="*/ 659 w 678"/>
                <a:gd name="T1" fmla="*/ 780 h 780"/>
                <a:gd name="T2" fmla="*/ 656 w 678"/>
                <a:gd name="T3" fmla="*/ 777 h 780"/>
                <a:gd name="T4" fmla="*/ 664 w 678"/>
                <a:gd name="T5" fmla="*/ 770 h 780"/>
                <a:gd name="T6" fmla="*/ 664 w 678"/>
                <a:gd name="T7" fmla="*/ 716 h 780"/>
                <a:gd name="T8" fmla="*/ 664 w 678"/>
                <a:gd name="T9" fmla="*/ 714 h 780"/>
                <a:gd name="T10" fmla="*/ 674 w 678"/>
                <a:gd name="T11" fmla="*/ 704 h 780"/>
                <a:gd name="T12" fmla="*/ 674 w 678"/>
                <a:gd name="T13" fmla="*/ 687 h 780"/>
                <a:gd name="T14" fmla="*/ 265 w 678"/>
                <a:gd name="T15" fmla="*/ 277 h 780"/>
                <a:gd name="T16" fmla="*/ 264 w 678"/>
                <a:gd name="T17" fmla="*/ 276 h 780"/>
                <a:gd name="T18" fmla="*/ 264 w 678"/>
                <a:gd name="T19" fmla="*/ 267 h 780"/>
                <a:gd name="T20" fmla="*/ 0 w 678"/>
                <a:gd name="T21" fmla="*/ 2 h 780"/>
                <a:gd name="T22" fmla="*/ 2 w 678"/>
                <a:gd name="T23" fmla="*/ 0 h 780"/>
                <a:gd name="T24" fmla="*/ 267 w 678"/>
                <a:gd name="T25" fmla="*/ 265 h 780"/>
                <a:gd name="T26" fmla="*/ 268 w 678"/>
                <a:gd name="T27" fmla="*/ 266 h 780"/>
                <a:gd name="T28" fmla="*/ 268 w 678"/>
                <a:gd name="T29" fmla="*/ 275 h 780"/>
                <a:gd name="T30" fmla="*/ 677 w 678"/>
                <a:gd name="T31" fmla="*/ 685 h 780"/>
                <a:gd name="T32" fmla="*/ 678 w 678"/>
                <a:gd name="T33" fmla="*/ 686 h 780"/>
                <a:gd name="T34" fmla="*/ 678 w 678"/>
                <a:gd name="T35" fmla="*/ 705 h 780"/>
                <a:gd name="T36" fmla="*/ 677 w 678"/>
                <a:gd name="T37" fmla="*/ 706 h 780"/>
                <a:gd name="T38" fmla="*/ 667 w 678"/>
                <a:gd name="T39" fmla="*/ 716 h 780"/>
                <a:gd name="T40" fmla="*/ 667 w 678"/>
                <a:gd name="T41" fmla="*/ 771 h 780"/>
                <a:gd name="T42" fmla="*/ 667 w 678"/>
                <a:gd name="T43" fmla="*/ 772 h 780"/>
                <a:gd name="T44" fmla="*/ 659 w 678"/>
                <a:gd name="T45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8" h="780">
                  <a:moveTo>
                    <a:pt x="659" y="780"/>
                  </a:moveTo>
                  <a:cubicBezTo>
                    <a:pt x="656" y="777"/>
                    <a:pt x="656" y="777"/>
                    <a:pt x="656" y="777"/>
                  </a:cubicBezTo>
                  <a:cubicBezTo>
                    <a:pt x="664" y="770"/>
                    <a:pt x="664" y="770"/>
                    <a:pt x="664" y="770"/>
                  </a:cubicBezTo>
                  <a:cubicBezTo>
                    <a:pt x="664" y="716"/>
                    <a:pt x="664" y="716"/>
                    <a:pt x="664" y="716"/>
                  </a:cubicBezTo>
                  <a:cubicBezTo>
                    <a:pt x="664" y="715"/>
                    <a:pt x="664" y="715"/>
                    <a:pt x="664" y="714"/>
                  </a:cubicBezTo>
                  <a:cubicBezTo>
                    <a:pt x="674" y="704"/>
                    <a:pt x="674" y="704"/>
                    <a:pt x="674" y="704"/>
                  </a:cubicBezTo>
                  <a:cubicBezTo>
                    <a:pt x="674" y="687"/>
                    <a:pt x="674" y="687"/>
                    <a:pt x="674" y="687"/>
                  </a:cubicBezTo>
                  <a:cubicBezTo>
                    <a:pt x="265" y="277"/>
                    <a:pt x="265" y="277"/>
                    <a:pt x="265" y="277"/>
                  </a:cubicBezTo>
                  <a:cubicBezTo>
                    <a:pt x="264" y="277"/>
                    <a:pt x="264" y="276"/>
                    <a:pt x="264" y="276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67" y="265"/>
                    <a:pt x="267" y="265"/>
                    <a:pt x="267" y="265"/>
                  </a:cubicBezTo>
                  <a:cubicBezTo>
                    <a:pt x="267" y="265"/>
                    <a:pt x="268" y="266"/>
                    <a:pt x="268" y="266"/>
                  </a:cubicBezTo>
                  <a:cubicBezTo>
                    <a:pt x="268" y="275"/>
                    <a:pt x="268" y="275"/>
                    <a:pt x="268" y="275"/>
                  </a:cubicBezTo>
                  <a:cubicBezTo>
                    <a:pt x="677" y="685"/>
                    <a:pt x="677" y="685"/>
                    <a:pt x="677" y="685"/>
                  </a:cubicBezTo>
                  <a:cubicBezTo>
                    <a:pt x="678" y="685"/>
                    <a:pt x="678" y="686"/>
                    <a:pt x="678" y="686"/>
                  </a:cubicBezTo>
                  <a:cubicBezTo>
                    <a:pt x="678" y="705"/>
                    <a:pt x="678" y="705"/>
                    <a:pt x="678" y="705"/>
                  </a:cubicBezTo>
                  <a:cubicBezTo>
                    <a:pt x="678" y="705"/>
                    <a:pt x="678" y="706"/>
                    <a:pt x="677" y="706"/>
                  </a:cubicBezTo>
                  <a:cubicBezTo>
                    <a:pt x="667" y="716"/>
                    <a:pt x="667" y="716"/>
                    <a:pt x="667" y="716"/>
                  </a:cubicBezTo>
                  <a:cubicBezTo>
                    <a:pt x="667" y="771"/>
                    <a:pt x="667" y="771"/>
                    <a:pt x="667" y="771"/>
                  </a:cubicBezTo>
                  <a:cubicBezTo>
                    <a:pt x="667" y="771"/>
                    <a:pt x="667" y="771"/>
                    <a:pt x="667" y="772"/>
                  </a:cubicBezTo>
                  <a:lnTo>
                    <a:pt x="659" y="78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5" name="Freeform 540"/>
            <p:cNvSpPr>
              <a:spLocks/>
            </p:cNvSpPr>
            <p:nvPr/>
          </p:nvSpPr>
          <p:spPr bwMode="auto">
            <a:xfrm flipV="1">
              <a:off x="1173164" y="5711824"/>
              <a:ext cx="2551112" cy="2803525"/>
            </a:xfrm>
            <a:custGeom>
              <a:avLst/>
              <a:gdLst>
                <a:gd name="T0" fmla="*/ 680 w 680"/>
                <a:gd name="T1" fmla="*/ 747 h 747"/>
                <a:gd name="T2" fmla="*/ 676 w 680"/>
                <a:gd name="T3" fmla="*/ 747 h 747"/>
                <a:gd name="T4" fmla="*/ 676 w 680"/>
                <a:gd name="T5" fmla="*/ 705 h 747"/>
                <a:gd name="T6" fmla="*/ 275 w 680"/>
                <a:gd name="T7" fmla="*/ 304 h 747"/>
                <a:gd name="T8" fmla="*/ 275 w 680"/>
                <a:gd name="T9" fmla="*/ 303 h 747"/>
                <a:gd name="T10" fmla="*/ 275 w 680"/>
                <a:gd name="T11" fmla="*/ 277 h 747"/>
                <a:gd name="T12" fmla="*/ 0 w 680"/>
                <a:gd name="T13" fmla="*/ 2 h 747"/>
                <a:gd name="T14" fmla="*/ 2 w 680"/>
                <a:gd name="T15" fmla="*/ 0 h 747"/>
                <a:gd name="T16" fmla="*/ 278 w 680"/>
                <a:gd name="T17" fmla="*/ 275 h 747"/>
                <a:gd name="T18" fmla="*/ 278 w 680"/>
                <a:gd name="T19" fmla="*/ 276 h 747"/>
                <a:gd name="T20" fmla="*/ 278 w 680"/>
                <a:gd name="T21" fmla="*/ 302 h 747"/>
                <a:gd name="T22" fmla="*/ 679 w 680"/>
                <a:gd name="T23" fmla="*/ 703 h 747"/>
                <a:gd name="T24" fmla="*/ 680 w 680"/>
                <a:gd name="T25" fmla="*/ 704 h 747"/>
                <a:gd name="T26" fmla="*/ 680 w 680"/>
                <a:gd name="T27" fmla="*/ 74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0" h="747">
                  <a:moveTo>
                    <a:pt x="680" y="747"/>
                  </a:moveTo>
                  <a:cubicBezTo>
                    <a:pt x="676" y="747"/>
                    <a:pt x="676" y="747"/>
                    <a:pt x="676" y="747"/>
                  </a:cubicBezTo>
                  <a:cubicBezTo>
                    <a:pt x="676" y="705"/>
                    <a:pt x="676" y="705"/>
                    <a:pt x="676" y="705"/>
                  </a:cubicBezTo>
                  <a:cubicBezTo>
                    <a:pt x="275" y="304"/>
                    <a:pt x="275" y="304"/>
                    <a:pt x="275" y="304"/>
                  </a:cubicBezTo>
                  <a:cubicBezTo>
                    <a:pt x="275" y="304"/>
                    <a:pt x="275" y="303"/>
                    <a:pt x="275" y="303"/>
                  </a:cubicBezTo>
                  <a:cubicBezTo>
                    <a:pt x="275" y="277"/>
                    <a:pt x="275" y="277"/>
                    <a:pt x="275" y="27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78" y="275"/>
                    <a:pt x="278" y="275"/>
                    <a:pt x="278" y="275"/>
                  </a:cubicBezTo>
                  <a:cubicBezTo>
                    <a:pt x="278" y="275"/>
                    <a:pt x="278" y="276"/>
                    <a:pt x="278" y="276"/>
                  </a:cubicBezTo>
                  <a:cubicBezTo>
                    <a:pt x="278" y="302"/>
                    <a:pt x="278" y="302"/>
                    <a:pt x="278" y="302"/>
                  </a:cubicBezTo>
                  <a:cubicBezTo>
                    <a:pt x="679" y="703"/>
                    <a:pt x="679" y="703"/>
                    <a:pt x="679" y="703"/>
                  </a:cubicBezTo>
                  <a:cubicBezTo>
                    <a:pt x="680" y="703"/>
                    <a:pt x="680" y="704"/>
                    <a:pt x="680" y="704"/>
                  </a:cubicBezTo>
                  <a:lnTo>
                    <a:pt x="680" y="7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6" name="Freeform 541"/>
            <p:cNvSpPr>
              <a:spLocks/>
            </p:cNvSpPr>
            <p:nvPr/>
          </p:nvSpPr>
          <p:spPr bwMode="auto">
            <a:xfrm flipV="1">
              <a:off x="1250952" y="5876923"/>
              <a:ext cx="2616200" cy="2728913"/>
            </a:xfrm>
            <a:custGeom>
              <a:avLst/>
              <a:gdLst>
                <a:gd name="T0" fmla="*/ 693 w 697"/>
                <a:gd name="T1" fmla="*/ 727 h 727"/>
                <a:gd name="T2" fmla="*/ 675 w 697"/>
                <a:gd name="T3" fmla="*/ 710 h 727"/>
                <a:gd name="T4" fmla="*/ 657 w 697"/>
                <a:gd name="T5" fmla="*/ 710 h 727"/>
                <a:gd name="T6" fmla="*/ 654 w 697"/>
                <a:gd name="T7" fmla="*/ 709 h 727"/>
                <a:gd name="T8" fmla="*/ 300 w 697"/>
                <a:gd name="T9" fmla="*/ 355 h 727"/>
                <a:gd name="T10" fmla="*/ 299 w 697"/>
                <a:gd name="T11" fmla="*/ 353 h 727"/>
                <a:gd name="T12" fmla="*/ 299 w 697"/>
                <a:gd name="T13" fmla="*/ 304 h 727"/>
                <a:gd name="T14" fmla="*/ 0 w 697"/>
                <a:gd name="T15" fmla="*/ 5 h 727"/>
                <a:gd name="T16" fmla="*/ 5 w 697"/>
                <a:gd name="T17" fmla="*/ 0 h 727"/>
                <a:gd name="T18" fmla="*/ 305 w 697"/>
                <a:gd name="T19" fmla="*/ 300 h 727"/>
                <a:gd name="T20" fmla="*/ 306 w 697"/>
                <a:gd name="T21" fmla="*/ 303 h 727"/>
                <a:gd name="T22" fmla="*/ 306 w 697"/>
                <a:gd name="T23" fmla="*/ 351 h 727"/>
                <a:gd name="T24" fmla="*/ 658 w 697"/>
                <a:gd name="T25" fmla="*/ 703 h 727"/>
                <a:gd name="T26" fmla="*/ 677 w 697"/>
                <a:gd name="T27" fmla="*/ 703 h 727"/>
                <a:gd name="T28" fmla="*/ 679 w 697"/>
                <a:gd name="T29" fmla="*/ 704 h 727"/>
                <a:gd name="T30" fmla="*/ 697 w 697"/>
                <a:gd name="T31" fmla="*/ 722 h 727"/>
                <a:gd name="T32" fmla="*/ 693 w 697"/>
                <a:gd name="T33" fmla="*/ 727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7" h="727">
                  <a:moveTo>
                    <a:pt x="693" y="727"/>
                  </a:moveTo>
                  <a:cubicBezTo>
                    <a:pt x="675" y="710"/>
                    <a:pt x="675" y="710"/>
                    <a:pt x="675" y="710"/>
                  </a:cubicBezTo>
                  <a:cubicBezTo>
                    <a:pt x="657" y="710"/>
                    <a:pt x="657" y="710"/>
                    <a:pt x="657" y="710"/>
                  </a:cubicBezTo>
                  <a:cubicBezTo>
                    <a:pt x="656" y="710"/>
                    <a:pt x="655" y="710"/>
                    <a:pt x="654" y="709"/>
                  </a:cubicBezTo>
                  <a:cubicBezTo>
                    <a:pt x="300" y="355"/>
                    <a:pt x="300" y="355"/>
                    <a:pt x="300" y="355"/>
                  </a:cubicBezTo>
                  <a:cubicBezTo>
                    <a:pt x="300" y="354"/>
                    <a:pt x="299" y="354"/>
                    <a:pt x="299" y="353"/>
                  </a:cubicBezTo>
                  <a:cubicBezTo>
                    <a:pt x="299" y="304"/>
                    <a:pt x="299" y="304"/>
                    <a:pt x="299" y="30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306" y="301"/>
                    <a:pt x="306" y="302"/>
                    <a:pt x="306" y="303"/>
                  </a:cubicBezTo>
                  <a:cubicBezTo>
                    <a:pt x="306" y="351"/>
                    <a:pt x="306" y="351"/>
                    <a:pt x="306" y="351"/>
                  </a:cubicBezTo>
                  <a:cubicBezTo>
                    <a:pt x="658" y="703"/>
                    <a:pt x="658" y="703"/>
                    <a:pt x="658" y="703"/>
                  </a:cubicBezTo>
                  <a:cubicBezTo>
                    <a:pt x="677" y="703"/>
                    <a:pt x="677" y="703"/>
                    <a:pt x="677" y="703"/>
                  </a:cubicBezTo>
                  <a:cubicBezTo>
                    <a:pt x="678" y="703"/>
                    <a:pt x="679" y="704"/>
                    <a:pt x="679" y="704"/>
                  </a:cubicBezTo>
                  <a:cubicBezTo>
                    <a:pt x="697" y="722"/>
                    <a:pt x="697" y="722"/>
                    <a:pt x="697" y="722"/>
                  </a:cubicBezTo>
                  <a:lnTo>
                    <a:pt x="693" y="72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7" name="Freeform 542"/>
            <p:cNvSpPr>
              <a:spLocks/>
            </p:cNvSpPr>
            <p:nvPr/>
          </p:nvSpPr>
          <p:spPr bwMode="auto">
            <a:xfrm flipV="1">
              <a:off x="1333502" y="6053136"/>
              <a:ext cx="2717800" cy="2627313"/>
            </a:xfrm>
            <a:custGeom>
              <a:avLst/>
              <a:gdLst>
                <a:gd name="T0" fmla="*/ 720 w 724"/>
                <a:gd name="T1" fmla="*/ 700 h 700"/>
                <a:gd name="T2" fmla="*/ 712 w 724"/>
                <a:gd name="T3" fmla="*/ 692 h 700"/>
                <a:gd name="T4" fmla="*/ 629 w 724"/>
                <a:gd name="T5" fmla="*/ 692 h 700"/>
                <a:gd name="T6" fmla="*/ 628 w 724"/>
                <a:gd name="T7" fmla="*/ 691 h 700"/>
                <a:gd name="T8" fmla="*/ 319 w 724"/>
                <a:gd name="T9" fmla="*/ 382 h 700"/>
                <a:gd name="T10" fmla="*/ 318 w 724"/>
                <a:gd name="T11" fmla="*/ 380 h 700"/>
                <a:gd name="T12" fmla="*/ 318 w 724"/>
                <a:gd name="T13" fmla="*/ 322 h 700"/>
                <a:gd name="T14" fmla="*/ 0 w 724"/>
                <a:gd name="T15" fmla="*/ 3 h 700"/>
                <a:gd name="T16" fmla="*/ 3 w 724"/>
                <a:gd name="T17" fmla="*/ 0 h 700"/>
                <a:gd name="T18" fmla="*/ 323 w 724"/>
                <a:gd name="T19" fmla="*/ 319 h 700"/>
                <a:gd name="T20" fmla="*/ 323 w 724"/>
                <a:gd name="T21" fmla="*/ 321 h 700"/>
                <a:gd name="T22" fmla="*/ 323 w 724"/>
                <a:gd name="T23" fmla="*/ 379 h 700"/>
                <a:gd name="T24" fmla="*/ 630 w 724"/>
                <a:gd name="T25" fmla="*/ 687 h 700"/>
                <a:gd name="T26" fmla="*/ 713 w 724"/>
                <a:gd name="T27" fmla="*/ 687 h 700"/>
                <a:gd name="T28" fmla="*/ 715 w 724"/>
                <a:gd name="T29" fmla="*/ 687 h 700"/>
                <a:gd name="T30" fmla="*/ 724 w 724"/>
                <a:gd name="T31" fmla="*/ 696 h 700"/>
                <a:gd name="T32" fmla="*/ 720 w 724"/>
                <a:gd name="T33" fmla="*/ 70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4" h="700">
                  <a:moveTo>
                    <a:pt x="720" y="700"/>
                  </a:moveTo>
                  <a:cubicBezTo>
                    <a:pt x="712" y="692"/>
                    <a:pt x="712" y="692"/>
                    <a:pt x="712" y="692"/>
                  </a:cubicBezTo>
                  <a:cubicBezTo>
                    <a:pt x="629" y="692"/>
                    <a:pt x="629" y="692"/>
                    <a:pt x="629" y="692"/>
                  </a:cubicBezTo>
                  <a:cubicBezTo>
                    <a:pt x="629" y="692"/>
                    <a:pt x="628" y="691"/>
                    <a:pt x="628" y="691"/>
                  </a:cubicBezTo>
                  <a:cubicBezTo>
                    <a:pt x="319" y="382"/>
                    <a:pt x="319" y="382"/>
                    <a:pt x="319" y="382"/>
                  </a:cubicBezTo>
                  <a:cubicBezTo>
                    <a:pt x="318" y="382"/>
                    <a:pt x="318" y="381"/>
                    <a:pt x="318" y="380"/>
                  </a:cubicBezTo>
                  <a:cubicBezTo>
                    <a:pt x="318" y="322"/>
                    <a:pt x="318" y="322"/>
                    <a:pt x="318" y="3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23" y="319"/>
                    <a:pt x="323" y="319"/>
                    <a:pt x="323" y="319"/>
                  </a:cubicBezTo>
                  <a:cubicBezTo>
                    <a:pt x="323" y="319"/>
                    <a:pt x="323" y="320"/>
                    <a:pt x="323" y="321"/>
                  </a:cubicBezTo>
                  <a:cubicBezTo>
                    <a:pt x="323" y="379"/>
                    <a:pt x="323" y="379"/>
                    <a:pt x="323" y="379"/>
                  </a:cubicBezTo>
                  <a:cubicBezTo>
                    <a:pt x="630" y="687"/>
                    <a:pt x="630" y="687"/>
                    <a:pt x="630" y="687"/>
                  </a:cubicBezTo>
                  <a:cubicBezTo>
                    <a:pt x="713" y="687"/>
                    <a:pt x="713" y="687"/>
                    <a:pt x="713" y="687"/>
                  </a:cubicBezTo>
                  <a:cubicBezTo>
                    <a:pt x="714" y="687"/>
                    <a:pt x="714" y="687"/>
                    <a:pt x="715" y="687"/>
                  </a:cubicBezTo>
                  <a:cubicBezTo>
                    <a:pt x="724" y="696"/>
                    <a:pt x="724" y="696"/>
                    <a:pt x="724" y="696"/>
                  </a:cubicBezTo>
                  <a:lnTo>
                    <a:pt x="720" y="7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8" name="Freeform 543"/>
            <p:cNvSpPr>
              <a:spLocks/>
            </p:cNvSpPr>
            <p:nvPr/>
          </p:nvSpPr>
          <p:spPr bwMode="auto">
            <a:xfrm flipV="1">
              <a:off x="1487489" y="6451598"/>
              <a:ext cx="2263775" cy="2379663"/>
            </a:xfrm>
            <a:custGeom>
              <a:avLst/>
              <a:gdLst>
                <a:gd name="T0" fmla="*/ 603 w 603"/>
                <a:gd name="T1" fmla="*/ 634 h 634"/>
                <a:gd name="T2" fmla="*/ 599 w 603"/>
                <a:gd name="T3" fmla="*/ 634 h 634"/>
                <a:gd name="T4" fmla="*/ 599 w 603"/>
                <a:gd name="T5" fmla="*/ 602 h 634"/>
                <a:gd name="T6" fmla="*/ 0 w 603"/>
                <a:gd name="T7" fmla="*/ 2 h 634"/>
                <a:gd name="T8" fmla="*/ 2 w 603"/>
                <a:gd name="T9" fmla="*/ 0 h 634"/>
                <a:gd name="T10" fmla="*/ 602 w 603"/>
                <a:gd name="T11" fmla="*/ 600 h 634"/>
                <a:gd name="T12" fmla="*/ 603 w 603"/>
                <a:gd name="T13" fmla="*/ 601 h 634"/>
                <a:gd name="T14" fmla="*/ 603 w 603"/>
                <a:gd name="T15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634">
                  <a:moveTo>
                    <a:pt x="603" y="634"/>
                  </a:moveTo>
                  <a:cubicBezTo>
                    <a:pt x="599" y="634"/>
                    <a:pt x="599" y="634"/>
                    <a:pt x="599" y="634"/>
                  </a:cubicBezTo>
                  <a:cubicBezTo>
                    <a:pt x="599" y="602"/>
                    <a:pt x="599" y="602"/>
                    <a:pt x="599" y="60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2" y="600"/>
                    <a:pt x="602" y="600"/>
                    <a:pt x="602" y="600"/>
                  </a:cubicBezTo>
                  <a:cubicBezTo>
                    <a:pt x="603" y="600"/>
                    <a:pt x="603" y="601"/>
                    <a:pt x="603" y="601"/>
                  </a:cubicBezTo>
                  <a:lnTo>
                    <a:pt x="603" y="6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9" name="Freeform 544"/>
            <p:cNvSpPr>
              <a:spLocks/>
            </p:cNvSpPr>
            <p:nvPr/>
          </p:nvSpPr>
          <p:spPr bwMode="auto">
            <a:xfrm flipV="1">
              <a:off x="2095502" y="6819898"/>
              <a:ext cx="1658937" cy="1808163"/>
            </a:xfrm>
            <a:custGeom>
              <a:avLst/>
              <a:gdLst>
                <a:gd name="T0" fmla="*/ 439 w 442"/>
                <a:gd name="T1" fmla="*/ 482 h 482"/>
                <a:gd name="T2" fmla="*/ 314 w 442"/>
                <a:gd name="T3" fmla="*/ 356 h 482"/>
                <a:gd name="T4" fmla="*/ 313 w 442"/>
                <a:gd name="T5" fmla="*/ 355 h 482"/>
                <a:gd name="T6" fmla="*/ 313 w 442"/>
                <a:gd name="T7" fmla="*/ 274 h 482"/>
                <a:gd name="T8" fmla="*/ 42 w 442"/>
                <a:gd name="T9" fmla="*/ 3 h 482"/>
                <a:gd name="T10" fmla="*/ 17 w 442"/>
                <a:gd name="T11" fmla="*/ 3 h 482"/>
                <a:gd name="T12" fmla="*/ 4 w 442"/>
                <a:gd name="T13" fmla="*/ 16 h 482"/>
                <a:gd name="T14" fmla="*/ 4 w 442"/>
                <a:gd name="T15" fmla="*/ 46 h 482"/>
                <a:gd name="T16" fmla="*/ 231 w 442"/>
                <a:gd name="T17" fmla="*/ 273 h 482"/>
                <a:gd name="T18" fmla="*/ 228 w 442"/>
                <a:gd name="T19" fmla="*/ 276 h 482"/>
                <a:gd name="T20" fmla="*/ 1 w 442"/>
                <a:gd name="T21" fmla="*/ 48 h 482"/>
                <a:gd name="T22" fmla="*/ 0 w 442"/>
                <a:gd name="T23" fmla="*/ 47 h 482"/>
                <a:gd name="T24" fmla="*/ 0 w 442"/>
                <a:gd name="T25" fmla="*/ 16 h 482"/>
                <a:gd name="T26" fmla="*/ 1 w 442"/>
                <a:gd name="T27" fmla="*/ 15 h 482"/>
                <a:gd name="T28" fmla="*/ 15 w 442"/>
                <a:gd name="T29" fmla="*/ 0 h 482"/>
                <a:gd name="T30" fmla="*/ 16 w 442"/>
                <a:gd name="T31" fmla="*/ 0 h 482"/>
                <a:gd name="T32" fmla="*/ 43 w 442"/>
                <a:gd name="T33" fmla="*/ 0 h 482"/>
                <a:gd name="T34" fmla="*/ 44 w 442"/>
                <a:gd name="T35" fmla="*/ 0 h 482"/>
                <a:gd name="T36" fmla="*/ 316 w 442"/>
                <a:gd name="T37" fmla="*/ 272 h 482"/>
                <a:gd name="T38" fmla="*/ 317 w 442"/>
                <a:gd name="T39" fmla="*/ 274 h 482"/>
                <a:gd name="T40" fmla="*/ 317 w 442"/>
                <a:gd name="T41" fmla="*/ 354 h 482"/>
                <a:gd name="T42" fmla="*/ 442 w 442"/>
                <a:gd name="T43" fmla="*/ 479 h 482"/>
                <a:gd name="T44" fmla="*/ 439 w 442"/>
                <a:gd name="T45" fmla="*/ 48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2" h="482">
                  <a:moveTo>
                    <a:pt x="439" y="482"/>
                  </a:moveTo>
                  <a:cubicBezTo>
                    <a:pt x="314" y="356"/>
                    <a:pt x="314" y="356"/>
                    <a:pt x="314" y="356"/>
                  </a:cubicBezTo>
                  <a:cubicBezTo>
                    <a:pt x="313" y="356"/>
                    <a:pt x="313" y="355"/>
                    <a:pt x="313" y="355"/>
                  </a:cubicBezTo>
                  <a:cubicBezTo>
                    <a:pt x="313" y="274"/>
                    <a:pt x="313" y="274"/>
                    <a:pt x="313" y="27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31" y="273"/>
                    <a:pt x="231" y="273"/>
                    <a:pt x="231" y="273"/>
                  </a:cubicBezTo>
                  <a:cubicBezTo>
                    <a:pt x="228" y="276"/>
                    <a:pt x="228" y="276"/>
                    <a:pt x="228" y="276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7"/>
                    <a:pt x="0" y="4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0"/>
                    <a:pt x="44" y="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3"/>
                    <a:pt x="317" y="273"/>
                    <a:pt x="317" y="274"/>
                  </a:cubicBezTo>
                  <a:cubicBezTo>
                    <a:pt x="317" y="354"/>
                    <a:pt x="317" y="354"/>
                    <a:pt x="317" y="354"/>
                  </a:cubicBezTo>
                  <a:cubicBezTo>
                    <a:pt x="442" y="479"/>
                    <a:pt x="442" y="479"/>
                    <a:pt x="442" y="479"/>
                  </a:cubicBezTo>
                  <a:lnTo>
                    <a:pt x="439" y="4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0" name="Freeform 545"/>
            <p:cNvSpPr>
              <a:spLocks/>
            </p:cNvSpPr>
            <p:nvPr/>
          </p:nvSpPr>
          <p:spPr bwMode="auto">
            <a:xfrm flipV="1">
              <a:off x="2009777" y="6635749"/>
              <a:ext cx="1914525" cy="2079625"/>
            </a:xfrm>
            <a:custGeom>
              <a:avLst/>
              <a:gdLst>
                <a:gd name="T0" fmla="*/ 508 w 510"/>
                <a:gd name="T1" fmla="*/ 554 h 554"/>
                <a:gd name="T2" fmla="*/ 499 w 510"/>
                <a:gd name="T3" fmla="*/ 546 h 554"/>
                <a:gd name="T4" fmla="*/ 499 w 510"/>
                <a:gd name="T5" fmla="*/ 545 h 554"/>
                <a:gd name="T6" fmla="*/ 499 w 510"/>
                <a:gd name="T7" fmla="*/ 500 h 554"/>
                <a:gd name="T8" fmla="*/ 364 w 510"/>
                <a:gd name="T9" fmla="*/ 365 h 554"/>
                <a:gd name="T10" fmla="*/ 364 w 510"/>
                <a:gd name="T11" fmla="*/ 364 h 554"/>
                <a:gd name="T12" fmla="*/ 364 w 510"/>
                <a:gd name="T13" fmla="*/ 299 h 554"/>
                <a:gd name="T14" fmla="*/ 68 w 510"/>
                <a:gd name="T15" fmla="*/ 3 h 554"/>
                <a:gd name="T16" fmla="*/ 34 w 510"/>
                <a:gd name="T17" fmla="*/ 3 h 554"/>
                <a:gd name="T18" fmla="*/ 4 w 510"/>
                <a:gd name="T19" fmla="*/ 34 h 554"/>
                <a:gd name="T20" fmla="*/ 4 w 510"/>
                <a:gd name="T21" fmla="*/ 73 h 554"/>
                <a:gd name="T22" fmla="*/ 210 w 510"/>
                <a:gd name="T23" fmla="*/ 279 h 554"/>
                <a:gd name="T24" fmla="*/ 207 w 510"/>
                <a:gd name="T25" fmla="*/ 282 h 554"/>
                <a:gd name="T26" fmla="*/ 1 w 510"/>
                <a:gd name="T27" fmla="*/ 75 h 554"/>
                <a:gd name="T28" fmla="*/ 0 w 510"/>
                <a:gd name="T29" fmla="*/ 74 h 554"/>
                <a:gd name="T30" fmla="*/ 0 w 510"/>
                <a:gd name="T31" fmla="*/ 33 h 554"/>
                <a:gd name="T32" fmla="*/ 1 w 510"/>
                <a:gd name="T33" fmla="*/ 32 h 554"/>
                <a:gd name="T34" fmla="*/ 32 w 510"/>
                <a:gd name="T35" fmla="*/ 0 h 554"/>
                <a:gd name="T36" fmla="*/ 34 w 510"/>
                <a:gd name="T37" fmla="*/ 0 h 554"/>
                <a:gd name="T38" fmla="*/ 34 w 510"/>
                <a:gd name="T39" fmla="*/ 0 h 554"/>
                <a:gd name="T40" fmla="*/ 68 w 510"/>
                <a:gd name="T41" fmla="*/ 0 h 554"/>
                <a:gd name="T42" fmla="*/ 70 w 510"/>
                <a:gd name="T43" fmla="*/ 0 h 554"/>
                <a:gd name="T44" fmla="*/ 366 w 510"/>
                <a:gd name="T45" fmla="*/ 297 h 554"/>
                <a:gd name="T46" fmla="*/ 367 w 510"/>
                <a:gd name="T47" fmla="*/ 298 h 554"/>
                <a:gd name="T48" fmla="*/ 367 w 510"/>
                <a:gd name="T49" fmla="*/ 363 h 554"/>
                <a:gd name="T50" fmla="*/ 502 w 510"/>
                <a:gd name="T51" fmla="*/ 498 h 554"/>
                <a:gd name="T52" fmla="*/ 502 w 510"/>
                <a:gd name="T53" fmla="*/ 499 h 554"/>
                <a:gd name="T54" fmla="*/ 502 w 510"/>
                <a:gd name="T55" fmla="*/ 544 h 554"/>
                <a:gd name="T56" fmla="*/ 510 w 510"/>
                <a:gd name="T57" fmla="*/ 552 h 554"/>
                <a:gd name="T58" fmla="*/ 508 w 510"/>
                <a:gd name="T59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0" h="554">
                  <a:moveTo>
                    <a:pt x="508" y="554"/>
                  </a:moveTo>
                  <a:cubicBezTo>
                    <a:pt x="499" y="546"/>
                    <a:pt x="499" y="546"/>
                    <a:pt x="499" y="546"/>
                  </a:cubicBezTo>
                  <a:cubicBezTo>
                    <a:pt x="499" y="546"/>
                    <a:pt x="499" y="545"/>
                    <a:pt x="499" y="545"/>
                  </a:cubicBezTo>
                  <a:cubicBezTo>
                    <a:pt x="499" y="500"/>
                    <a:pt x="499" y="500"/>
                    <a:pt x="499" y="500"/>
                  </a:cubicBezTo>
                  <a:cubicBezTo>
                    <a:pt x="364" y="365"/>
                    <a:pt x="364" y="365"/>
                    <a:pt x="364" y="365"/>
                  </a:cubicBezTo>
                  <a:cubicBezTo>
                    <a:pt x="364" y="365"/>
                    <a:pt x="364" y="364"/>
                    <a:pt x="364" y="364"/>
                  </a:cubicBezTo>
                  <a:cubicBezTo>
                    <a:pt x="364" y="299"/>
                    <a:pt x="364" y="299"/>
                    <a:pt x="364" y="299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210" y="279"/>
                    <a:pt x="210" y="279"/>
                    <a:pt x="210" y="27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0" y="75"/>
                    <a:pt x="0" y="7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2"/>
                    <a:pt x="1" y="32"/>
                    <a:pt x="1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366" y="297"/>
                    <a:pt x="366" y="297"/>
                    <a:pt x="366" y="297"/>
                  </a:cubicBezTo>
                  <a:cubicBezTo>
                    <a:pt x="367" y="297"/>
                    <a:pt x="367" y="298"/>
                    <a:pt x="367" y="298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502" y="498"/>
                    <a:pt x="502" y="498"/>
                    <a:pt x="502" y="498"/>
                  </a:cubicBezTo>
                  <a:cubicBezTo>
                    <a:pt x="502" y="498"/>
                    <a:pt x="502" y="499"/>
                    <a:pt x="502" y="499"/>
                  </a:cubicBezTo>
                  <a:cubicBezTo>
                    <a:pt x="502" y="544"/>
                    <a:pt x="502" y="544"/>
                    <a:pt x="502" y="544"/>
                  </a:cubicBezTo>
                  <a:cubicBezTo>
                    <a:pt x="510" y="552"/>
                    <a:pt x="510" y="552"/>
                    <a:pt x="510" y="552"/>
                  </a:cubicBezTo>
                  <a:lnTo>
                    <a:pt x="508" y="5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1" name="Freeform 546"/>
            <p:cNvSpPr>
              <a:spLocks/>
            </p:cNvSpPr>
            <p:nvPr/>
          </p:nvSpPr>
          <p:spPr bwMode="auto">
            <a:xfrm flipV="1">
              <a:off x="2171702" y="6492874"/>
              <a:ext cx="2044700" cy="2060575"/>
            </a:xfrm>
            <a:custGeom>
              <a:avLst/>
              <a:gdLst>
                <a:gd name="T0" fmla="*/ 480 w 545"/>
                <a:gd name="T1" fmla="*/ 549 h 549"/>
                <a:gd name="T2" fmla="*/ 453 w 545"/>
                <a:gd name="T3" fmla="*/ 549 h 549"/>
                <a:gd name="T4" fmla="*/ 451 w 545"/>
                <a:gd name="T5" fmla="*/ 548 h 549"/>
                <a:gd name="T6" fmla="*/ 438 w 545"/>
                <a:gd name="T7" fmla="*/ 535 h 549"/>
                <a:gd name="T8" fmla="*/ 437 w 545"/>
                <a:gd name="T9" fmla="*/ 534 h 549"/>
                <a:gd name="T10" fmla="*/ 437 w 545"/>
                <a:gd name="T11" fmla="*/ 520 h 549"/>
                <a:gd name="T12" fmla="*/ 275 w 545"/>
                <a:gd name="T13" fmla="*/ 357 h 549"/>
                <a:gd name="T14" fmla="*/ 274 w 545"/>
                <a:gd name="T15" fmla="*/ 356 h 549"/>
                <a:gd name="T16" fmla="*/ 274 w 545"/>
                <a:gd name="T17" fmla="*/ 256 h 549"/>
                <a:gd name="T18" fmla="*/ 22 w 545"/>
                <a:gd name="T19" fmla="*/ 3 h 549"/>
                <a:gd name="T20" fmla="*/ 9 w 545"/>
                <a:gd name="T21" fmla="*/ 3 h 549"/>
                <a:gd name="T22" fmla="*/ 3 w 545"/>
                <a:gd name="T23" fmla="*/ 9 h 549"/>
                <a:gd name="T24" fmla="*/ 3 w 545"/>
                <a:gd name="T25" fmla="*/ 17 h 549"/>
                <a:gd name="T26" fmla="*/ 194 w 545"/>
                <a:gd name="T27" fmla="*/ 208 h 549"/>
                <a:gd name="T28" fmla="*/ 192 w 545"/>
                <a:gd name="T29" fmla="*/ 211 h 549"/>
                <a:gd name="T30" fmla="*/ 0 w 545"/>
                <a:gd name="T31" fmla="*/ 19 h 549"/>
                <a:gd name="T32" fmla="*/ 0 w 545"/>
                <a:gd name="T33" fmla="*/ 18 h 549"/>
                <a:gd name="T34" fmla="*/ 0 w 545"/>
                <a:gd name="T35" fmla="*/ 8 h 549"/>
                <a:gd name="T36" fmla="*/ 0 w 545"/>
                <a:gd name="T37" fmla="*/ 7 h 549"/>
                <a:gd name="T38" fmla="*/ 7 w 545"/>
                <a:gd name="T39" fmla="*/ 0 h 549"/>
                <a:gd name="T40" fmla="*/ 8 w 545"/>
                <a:gd name="T41" fmla="*/ 0 h 549"/>
                <a:gd name="T42" fmla="*/ 8 w 545"/>
                <a:gd name="T43" fmla="*/ 0 h 549"/>
                <a:gd name="T44" fmla="*/ 22 w 545"/>
                <a:gd name="T45" fmla="*/ 0 h 549"/>
                <a:gd name="T46" fmla="*/ 24 w 545"/>
                <a:gd name="T47" fmla="*/ 0 h 549"/>
                <a:gd name="T48" fmla="*/ 277 w 545"/>
                <a:gd name="T49" fmla="*/ 254 h 549"/>
                <a:gd name="T50" fmla="*/ 278 w 545"/>
                <a:gd name="T51" fmla="*/ 255 h 549"/>
                <a:gd name="T52" fmla="*/ 278 w 545"/>
                <a:gd name="T53" fmla="*/ 355 h 549"/>
                <a:gd name="T54" fmla="*/ 440 w 545"/>
                <a:gd name="T55" fmla="*/ 518 h 549"/>
                <a:gd name="T56" fmla="*/ 441 w 545"/>
                <a:gd name="T57" fmla="*/ 519 h 549"/>
                <a:gd name="T58" fmla="*/ 441 w 545"/>
                <a:gd name="T59" fmla="*/ 533 h 549"/>
                <a:gd name="T60" fmla="*/ 453 w 545"/>
                <a:gd name="T61" fmla="*/ 545 h 549"/>
                <a:gd name="T62" fmla="*/ 480 w 545"/>
                <a:gd name="T63" fmla="*/ 545 h 549"/>
                <a:gd name="T64" fmla="*/ 500 w 545"/>
                <a:gd name="T65" fmla="*/ 525 h 549"/>
                <a:gd name="T66" fmla="*/ 501 w 545"/>
                <a:gd name="T67" fmla="*/ 524 h 549"/>
                <a:gd name="T68" fmla="*/ 545 w 545"/>
                <a:gd name="T69" fmla="*/ 524 h 549"/>
                <a:gd name="T70" fmla="*/ 545 w 545"/>
                <a:gd name="T71" fmla="*/ 528 h 549"/>
                <a:gd name="T72" fmla="*/ 502 w 545"/>
                <a:gd name="T73" fmla="*/ 528 h 549"/>
                <a:gd name="T74" fmla="*/ 481 w 545"/>
                <a:gd name="T75" fmla="*/ 548 h 549"/>
                <a:gd name="T76" fmla="*/ 480 w 545"/>
                <a:gd name="T77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5" h="549">
                  <a:moveTo>
                    <a:pt x="480" y="549"/>
                  </a:moveTo>
                  <a:cubicBezTo>
                    <a:pt x="453" y="549"/>
                    <a:pt x="453" y="549"/>
                    <a:pt x="453" y="549"/>
                  </a:cubicBezTo>
                  <a:cubicBezTo>
                    <a:pt x="452" y="549"/>
                    <a:pt x="452" y="548"/>
                    <a:pt x="451" y="548"/>
                  </a:cubicBezTo>
                  <a:cubicBezTo>
                    <a:pt x="438" y="535"/>
                    <a:pt x="438" y="535"/>
                    <a:pt x="438" y="535"/>
                  </a:cubicBezTo>
                  <a:cubicBezTo>
                    <a:pt x="438" y="534"/>
                    <a:pt x="437" y="534"/>
                    <a:pt x="437" y="534"/>
                  </a:cubicBezTo>
                  <a:cubicBezTo>
                    <a:pt x="437" y="520"/>
                    <a:pt x="437" y="520"/>
                    <a:pt x="437" y="520"/>
                  </a:cubicBezTo>
                  <a:cubicBezTo>
                    <a:pt x="275" y="357"/>
                    <a:pt x="275" y="357"/>
                    <a:pt x="275" y="357"/>
                  </a:cubicBezTo>
                  <a:cubicBezTo>
                    <a:pt x="274" y="357"/>
                    <a:pt x="274" y="356"/>
                    <a:pt x="274" y="356"/>
                  </a:cubicBezTo>
                  <a:cubicBezTo>
                    <a:pt x="274" y="256"/>
                    <a:pt x="274" y="256"/>
                    <a:pt x="274" y="256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94" y="208"/>
                    <a:pt x="194" y="208"/>
                    <a:pt x="194" y="208"/>
                  </a:cubicBezTo>
                  <a:cubicBezTo>
                    <a:pt x="192" y="211"/>
                    <a:pt x="192" y="211"/>
                    <a:pt x="192" y="2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8"/>
                    <a:pt x="0" y="1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77" y="254"/>
                    <a:pt x="277" y="254"/>
                    <a:pt x="277" y="254"/>
                  </a:cubicBezTo>
                  <a:cubicBezTo>
                    <a:pt x="277" y="254"/>
                    <a:pt x="278" y="255"/>
                    <a:pt x="278" y="255"/>
                  </a:cubicBezTo>
                  <a:cubicBezTo>
                    <a:pt x="278" y="355"/>
                    <a:pt x="278" y="355"/>
                    <a:pt x="278" y="355"/>
                  </a:cubicBezTo>
                  <a:cubicBezTo>
                    <a:pt x="440" y="518"/>
                    <a:pt x="440" y="518"/>
                    <a:pt x="440" y="518"/>
                  </a:cubicBezTo>
                  <a:cubicBezTo>
                    <a:pt x="441" y="518"/>
                    <a:pt x="441" y="519"/>
                    <a:pt x="441" y="519"/>
                  </a:cubicBezTo>
                  <a:cubicBezTo>
                    <a:pt x="441" y="533"/>
                    <a:pt x="441" y="533"/>
                    <a:pt x="441" y="533"/>
                  </a:cubicBezTo>
                  <a:cubicBezTo>
                    <a:pt x="453" y="545"/>
                    <a:pt x="453" y="545"/>
                    <a:pt x="453" y="545"/>
                  </a:cubicBezTo>
                  <a:cubicBezTo>
                    <a:pt x="480" y="545"/>
                    <a:pt x="480" y="545"/>
                    <a:pt x="480" y="545"/>
                  </a:cubicBezTo>
                  <a:cubicBezTo>
                    <a:pt x="500" y="525"/>
                    <a:pt x="500" y="525"/>
                    <a:pt x="500" y="525"/>
                  </a:cubicBezTo>
                  <a:cubicBezTo>
                    <a:pt x="500" y="525"/>
                    <a:pt x="501" y="524"/>
                    <a:pt x="501" y="524"/>
                  </a:cubicBezTo>
                  <a:cubicBezTo>
                    <a:pt x="545" y="524"/>
                    <a:pt x="545" y="524"/>
                    <a:pt x="545" y="524"/>
                  </a:cubicBezTo>
                  <a:cubicBezTo>
                    <a:pt x="545" y="528"/>
                    <a:pt x="545" y="528"/>
                    <a:pt x="545" y="528"/>
                  </a:cubicBezTo>
                  <a:cubicBezTo>
                    <a:pt x="502" y="528"/>
                    <a:pt x="502" y="528"/>
                    <a:pt x="502" y="528"/>
                  </a:cubicBezTo>
                  <a:cubicBezTo>
                    <a:pt x="481" y="548"/>
                    <a:pt x="481" y="548"/>
                    <a:pt x="481" y="548"/>
                  </a:cubicBezTo>
                  <a:cubicBezTo>
                    <a:pt x="481" y="548"/>
                    <a:pt x="481" y="549"/>
                    <a:pt x="480" y="5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2" name="Freeform 547"/>
            <p:cNvSpPr>
              <a:spLocks/>
            </p:cNvSpPr>
            <p:nvPr/>
          </p:nvSpPr>
          <p:spPr bwMode="auto">
            <a:xfrm flipV="1">
              <a:off x="1874839" y="6440486"/>
              <a:ext cx="2644775" cy="2781300"/>
            </a:xfrm>
            <a:custGeom>
              <a:avLst/>
              <a:gdLst>
                <a:gd name="T0" fmla="*/ 699 w 705"/>
                <a:gd name="T1" fmla="*/ 741 h 741"/>
                <a:gd name="T2" fmla="*/ 697 w 705"/>
                <a:gd name="T3" fmla="*/ 739 h 741"/>
                <a:gd name="T4" fmla="*/ 701 w 705"/>
                <a:gd name="T5" fmla="*/ 734 h 741"/>
                <a:gd name="T6" fmla="*/ 701 w 705"/>
                <a:gd name="T7" fmla="*/ 703 h 741"/>
                <a:gd name="T8" fmla="*/ 656 w 705"/>
                <a:gd name="T9" fmla="*/ 657 h 741"/>
                <a:gd name="T10" fmla="*/ 627 w 705"/>
                <a:gd name="T11" fmla="*/ 657 h 741"/>
                <a:gd name="T12" fmla="*/ 607 w 705"/>
                <a:gd name="T13" fmla="*/ 678 h 741"/>
                <a:gd name="T14" fmla="*/ 606 w 705"/>
                <a:gd name="T15" fmla="*/ 678 h 741"/>
                <a:gd name="T16" fmla="*/ 606 w 705"/>
                <a:gd name="T17" fmla="*/ 678 h 741"/>
                <a:gd name="T18" fmla="*/ 579 w 705"/>
                <a:gd name="T19" fmla="*/ 678 h 741"/>
                <a:gd name="T20" fmla="*/ 578 w 705"/>
                <a:gd name="T21" fmla="*/ 678 h 741"/>
                <a:gd name="T22" fmla="*/ 564 w 705"/>
                <a:gd name="T23" fmla="*/ 664 h 741"/>
                <a:gd name="T24" fmla="*/ 564 w 705"/>
                <a:gd name="T25" fmla="*/ 663 h 741"/>
                <a:gd name="T26" fmla="*/ 564 w 705"/>
                <a:gd name="T27" fmla="*/ 634 h 741"/>
                <a:gd name="T28" fmla="*/ 564 w 705"/>
                <a:gd name="T29" fmla="*/ 633 h 741"/>
                <a:gd name="T30" fmla="*/ 584 w 705"/>
                <a:gd name="T31" fmla="*/ 614 h 741"/>
                <a:gd name="T32" fmla="*/ 584 w 705"/>
                <a:gd name="T33" fmla="*/ 586 h 741"/>
                <a:gd name="T34" fmla="*/ 0 w 705"/>
                <a:gd name="T35" fmla="*/ 3 h 741"/>
                <a:gd name="T36" fmla="*/ 3 w 705"/>
                <a:gd name="T37" fmla="*/ 0 h 741"/>
                <a:gd name="T38" fmla="*/ 587 w 705"/>
                <a:gd name="T39" fmla="*/ 584 h 741"/>
                <a:gd name="T40" fmla="*/ 587 w 705"/>
                <a:gd name="T41" fmla="*/ 585 h 741"/>
                <a:gd name="T42" fmla="*/ 587 w 705"/>
                <a:gd name="T43" fmla="*/ 614 h 741"/>
                <a:gd name="T44" fmla="*/ 587 w 705"/>
                <a:gd name="T45" fmla="*/ 615 h 741"/>
                <a:gd name="T46" fmla="*/ 567 w 705"/>
                <a:gd name="T47" fmla="*/ 635 h 741"/>
                <a:gd name="T48" fmla="*/ 567 w 705"/>
                <a:gd name="T49" fmla="*/ 662 h 741"/>
                <a:gd name="T50" fmla="*/ 580 w 705"/>
                <a:gd name="T51" fmla="*/ 675 h 741"/>
                <a:gd name="T52" fmla="*/ 605 w 705"/>
                <a:gd name="T53" fmla="*/ 675 h 741"/>
                <a:gd name="T54" fmla="*/ 625 w 705"/>
                <a:gd name="T55" fmla="*/ 654 h 741"/>
                <a:gd name="T56" fmla="*/ 627 w 705"/>
                <a:gd name="T57" fmla="*/ 654 h 741"/>
                <a:gd name="T58" fmla="*/ 656 w 705"/>
                <a:gd name="T59" fmla="*/ 654 h 741"/>
                <a:gd name="T60" fmla="*/ 658 w 705"/>
                <a:gd name="T61" fmla="*/ 654 h 741"/>
                <a:gd name="T62" fmla="*/ 704 w 705"/>
                <a:gd name="T63" fmla="*/ 701 h 741"/>
                <a:gd name="T64" fmla="*/ 705 w 705"/>
                <a:gd name="T65" fmla="*/ 702 h 741"/>
                <a:gd name="T66" fmla="*/ 705 w 705"/>
                <a:gd name="T67" fmla="*/ 735 h 741"/>
                <a:gd name="T68" fmla="*/ 704 w 705"/>
                <a:gd name="T69" fmla="*/ 736 h 741"/>
                <a:gd name="T70" fmla="*/ 699 w 705"/>
                <a:gd name="T71" fmla="*/ 74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5" h="741">
                  <a:moveTo>
                    <a:pt x="699" y="741"/>
                  </a:moveTo>
                  <a:cubicBezTo>
                    <a:pt x="697" y="739"/>
                    <a:pt x="697" y="739"/>
                    <a:pt x="697" y="739"/>
                  </a:cubicBezTo>
                  <a:cubicBezTo>
                    <a:pt x="701" y="734"/>
                    <a:pt x="701" y="734"/>
                    <a:pt x="701" y="734"/>
                  </a:cubicBezTo>
                  <a:cubicBezTo>
                    <a:pt x="701" y="703"/>
                    <a:pt x="701" y="703"/>
                    <a:pt x="701" y="703"/>
                  </a:cubicBezTo>
                  <a:cubicBezTo>
                    <a:pt x="656" y="657"/>
                    <a:pt x="656" y="657"/>
                    <a:pt x="656" y="657"/>
                  </a:cubicBezTo>
                  <a:cubicBezTo>
                    <a:pt x="627" y="657"/>
                    <a:pt x="627" y="657"/>
                    <a:pt x="627" y="657"/>
                  </a:cubicBezTo>
                  <a:cubicBezTo>
                    <a:pt x="607" y="678"/>
                    <a:pt x="607" y="678"/>
                    <a:pt x="607" y="678"/>
                  </a:cubicBezTo>
                  <a:cubicBezTo>
                    <a:pt x="607" y="678"/>
                    <a:pt x="606" y="678"/>
                    <a:pt x="606" y="678"/>
                  </a:cubicBezTo>
                  <a:cubicBezTo>
                    <a:pt x="606" y="678"/>
                    <a:pt x="606" y="678"/>
                    <a:pt x="606" y="678"/>
                  </a:cubicBezTo>
                  <a:cubicBezTo>
                    <a:pt x="579" y="678"/>
                    <a:pt x="579" y="678"/>
                    <a:pt x="579" y="678"/>
                  </a:cubicBezTo>
                  <a:cubicBezTo>
                    <a:pt x="579" y="678"/>
                    <a:pt x="578" y="678"/>
                    <a:pt x="578" y="678"/>
                  </a:cubicBezTo>
                  <a:cubicBezTo>
                    <a:pt x="564" y="664"/>
                    <a:pt x="564" y="664"/>
                    <a:pt x="564" y="664"/>
                  </a:cubicBezTo>
                  <a:cubicBezTo>
                    <a:pt x="564" y="664"/>
                    <a:pt x="564" y="663"/>
                    <a:pt x="564" y="663"/>
                  </a:cubicBezTo>
                  <a:cubicBezTo>
                    <a:pt x="564" y="634"/>
                    <a:pt x="564" y="634"/>
                    <a:pt x="564" y="634"/>
                  </a:cubicBezTo>
                  <a:cubicBezTo>
                    <a:pt x="564" y="634"/>
                    <a:pt x="564" y="633"/>
                    <a:pt x="564" y="633"/>
                  </a:cubicBezTo>
                  <a:cubicBezTo>
                    <a:pt x="584" y="614"/>
                    <a:pt x="584" y="614"/>
                    <a:pt x="584" y="614"/>
                  </a:cubicBezTo>
                  <a:cubicBezTo>
                    <a:pt x="584" y="586"/>
                    <a:pt x="584" y="586"/>
                    <a:pt x="584" y="58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87" y="584"/>
                    <a:pt x="587" y="584"/>
                    <a:pt x="587" y="584"/>
                  </a:cubicBezTo>
                  <a:cubicBezTo>
                    <a:pt x="587" y="584"/>
                    <a:pt x="587" y="585"/>
                    <a:pt x="587" y="585"/>
                  </a:cubicBezTo>
                  <a:cubicBezTo>
                    <a:pt x="587" y="614"/>
                    <a:pt x="587" y="614"/>
                    <a:pt x="587" y="614"/>
                  </a:cubicBezTo>
                  <a:cubicBezTo>
                    <a:pt x="587" y="615"/>
                    <a:pt x="587" y="615"/>
                    <a:pt x="587" y="615"/>
                  </a:cubicBezTo>
                  <a:cubicBezTo>
                    <a:pt x="567" y="635"/>
                    <a:pt x="567" y="635"/>
                    <a:pt x="567" y="635"/>
                  </a:cubicBezTo>
                  <a:cubicBezTo>
                    <a:pt x="567" y="662"/>
                    <a:pt x="567" y="662"/>
                    <a:pt x="567" y="662"/>
                  </a:cubicBezTo>
                  <a:cubicBezTo>
                    <a:pt x="580" y="675"/>
                    <a:pt x="580" y="675"/>
                    <a:pt x="580" y="675"/>
                  </a:cubicBezTo>
                  <a:cubicBezTo>
                    <a:pt x="605" y="675"/>
                    <a:pt x="605" y="675"/>
                    <a:pt x="605" y="675"/>
                  </a:cubicBezTo>
                  <a:cubicBezTo>
                    <a:pt x="625" y="654"/>
                    <a:pt x="625" y="654"/>
                    <a:pt x="625" y="654"/>
                  </a:cubicBezTo>
                  <a:cubicBezTo>
                    <a:pt x="626" y="654"/>
                    <a:pt x="626" y="654"/>
                    <a:pt x="627" y="654"/>
                  </a:cubicBezTo>
                  <a:cubicBezTo>
                    <a:pt x="656" y="654"/>
                    <a:pt x="656" y="654"/>
                    <a:pt x="656" y="654"/>
                  </a:cubicBezTo>
                  <a:cubicBezTo>
                    <a:pt x="657" y="654"/>
                    <a:pt x="657" y="654"/>
                    <a:pt x="658" y="654"/>
                  </a:cubicBezTo>
                  <a:cubicBezTo>
                    <a:pt x="704" y="701"/>
                    <a:pt x="704" y="701"/>
                    <a:pt x="704" y="701"/>
                  </a:cubicBezTo>
                  <a:cubicBezTo>
                    <a:pt x="705" y="701"/>
                    <a:pt x="705" y="702"/>
                    <a:pt x="705" y="702"/>
                  </a:cubicBezTo>
                  <a:cubicBezTo>
                    <a:pt x="705" y="735"/>
                    <a:pt x="705" y="735"/>
                    <a:pt x="705" y="735"/>
                  </a:cubicBezTo>
                  <a:cubicBezTo>
                    <a:pt x="705" y="735"/>
                    <a:pt x="705" y="736"/>
                    <a:pt x="704" y="736"/>
                  </a:cubicBezTo>
                  <a:lnTo>
                    <a:pt x="699" y="74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3" name="Freeform 548"/>
            <p:cNvSpPr>
              <a:spLocks/>
            </p:cNvSpPr>
            <p:nvPr/>
          </p:nvSpPr>
          <p:spPr bwMode="auto">
            <a:xfrm flipV="1">
              <a:off x="1922464" y="6811961"/>
              <a:ext cx="2260600" cy="2454275"/>
            </a:xfrm>
            <a:custGeom>
              <a:avLst/>
              <a:gdLst>
                <a:gd name="T0" fmla="*/ 594 w 602"/>
                <a:gd name="T1" fmla="*/ 654 h 654"/>
                <a:gd name="T2" fmla="*/ 591 w 602"/>
                <a:gd name="T3" fmla="*/ 651 h 654"/>
                <a:gd name="T4" fmla="*/ 598 w 602"/>
                <a:gd name="T5" fmla="*/ 644 h 654"/>
                <a:gd name="T6" fmla="*/ 598 w 602"/>
                <a:gd name="T7" fmla="*/ 601 h 654"/>
                <a:gd name="T8" fmla="*/ 0 w 602"/>
                <a:gd name="T9" fmla="*/ 2 h 654"/>
                <a:gd name="T10" fmla="*/ 2 w 602"/>
                <a:gd name="T11" fmla="*/ 0 h 654"/>
                <a:gd name="T12" fmla="*/ 601 w 602"/>
                <a:gd name="T13" fmla="*/ 599 h 654"/>
                <a:gd name="T14" fmla="*/ 602 w 602"/>
                <a:gd name="T15" fmla="*/ 600 h 654"/>
                <a:gd name="T16" fmla="*/ 602 w 602"/>
                <a:gd name="T17" fmla="*/ 645 h 654"/>
                <a:gd name="T18" fmla="*/ 601 w 602"/>
                <a:gd name="T19" fmla="*/ 646 h 654"/>
                <a:gd name="T20" fmla="*/ 594 w 602"/>
                <a:gd name="T21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2" h="654">
                  <a:moveTo>
                    <a:pt x="594" y="654"/>
                  </a:moveTo>
                  <a:cubicBezTo>
                    <a:pt x="591" y="651"/>
                    <a:pt x="591" y="651"/>
                    <a:pt x="591" y="651"/>
                  </a:cubicBezTo>
                  <a:cubicBezTo>
                    <a:pt x="598" y="644"/>
                    <a:pt x="598" y="644"/>
                    <a:pt x="598" y="644"/>
                  </a:cubicBezTo>
                  <a:cubicBezTo>
                    <a:pt x="598" y="601"/>
                    <a:pt x="598" y="601"/>
                    <a:pt x="598" y="60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1" y="599"/>
                    <a:pt x="601" y="599"/>
                    <a:pt x="601" y="599"/>
                  </a:cubicBezTo>
                  <a:cubicBezTo>
                    <a:pt x="602" y="599"/>
                    <a:pt x="602" y="600"/>
                    <a:pt x="602" y="600"/>
                  </a:cubicBezTo>
                  <a:cubicBezTo>
                    <a:pt x="602" y="645"/>
                    <a:pt x="602" y="645"/>
                    <a:pt x="602" y="645"/>
                  </a:cubicBezTo>
                  <a:cubicBezTo>
                    <a:pt x="602" y="645"/>
                    <a:pt x="602" y="646"/>
                    <a:pt x="601" y="646"/>
                  </a:cubicBezTo>
                  <a:lnTo>
                    <a:pt x="594" y="65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4" name="Freeform 549"/>
            <p:cNvSpPr>
              <a:spLocks/>
            </p:cNvSpPr>
            <p:nvPr/>
          </p:nvSpPr>
          <p:spPr bwMode="auto">
            <a:xfrm flipV="1">
              <a:off x="2249489" y="6627811"/>
              <a:ext cx="2371725" cy="2701925"/>
            </a:xfrm>
            <a:custGeom>
              <a:avLst/>
              <a:gdLst>
                <a:gd name="T0" fmla="*/ 630 w 632"/>
                <a:gd name="T1" fmla="*/ 720 h 720"/>
                <a:gd name="T2" fmla="*/ 624 w 632"/>
                <a:gd name="T3" fmla="*/ 714 h 720"/>
                <a:gd name="T4" fmla="*/ 623 w 632"/>
                <a:gd name="T5" fmla="*/ 713 h 720"/>
                <a:gd name="T6" fmla="*/ 623 w 632"/>
                <a:gd name="T7" fmla="*/ 670 h 720"/>
                <a:gd name="T8" fmla="*/ 591 w 632"/>
                <a:gd name="T9" fmla="*/ 639 h 720"/>
                <a:gd name="T10" fmla="*/ 562 w 632"/>
                <a:gd name="T11" fmla="*/ 639 h 720"/>
                <a:gd name="T12" fmla="*/ 560 w 632"/>
                <a:gd name="T13" fmla="*/ 638 h 720"/>
                <a:gd name="T14" fmla="*/ 404 w 632"/>
                <a:gd name="T15" fmla="*/ 482 h 720"/>
                <a:gd name="T16" fmla="*/ 404 w 632"/>
                <a:gd name="T17" fmla="*/ 481 h 720"/>
                <a:gd name="T18" fmla="*/ 404 w 632"/>
                <a:gd name="T19" fmla="*/ 436 h 720"/>
                <a:gd name="T20" fmla="*/ 57 w 632"/>
                <a:gd name="T21" fmla="*/ 89 h 720"/>
                <a:gd name="T22" fmla="*/ 31 w 632"/>
                <a:gd name="T23" fmla="*/ 89 h 720"/>
                <a:gd name="T24" fmla="*/ 30 w 632"/>
                <a:gd name="T25" fmla="*/ 88 h 720"/>
                <a:gd name="T26" fmla="*/ 0 w 632"/>
                <a:gd name="T27" fmla="*/ 59 h 720"/>
                <a:gd name="T28" fmla="*/ 0 w 632"/>
                <a:gd name="T29" fmla="*/ 58 h 720"/>
                <a:gd name="T30" fmla="*/ 0 w 632"/>
                <a:gd name="T31" fmla="*/ 21 h 720"/>
                <a:gd name="T32" fmla="*/ 0 w 632"/>
                <a:gd name="T33" fmla="*/ 20 h 720"/>
                <a:gd name="T34" fmla="*/ 21 w 632"/>
                <a:gd name="T35" fmla="*/ 0 h 720"/>
                <a:gd name="T36" fmla="*/ 24 w 632"/>
                <a:gd name="T37" fmla="*/ 2 h 720"/>
                <a:gd name="T38" fmla="*/ 3 w 632"/>
                <a:gd name="T39" fmla="*/ 22 h 720"/>
                <a:gd name="T40" fmla="*/ 3 w 632"/>
                <a:gd name="T41" fmla="*/ 57 h 720"/>
                <a:gd name="T42" fmla="*/ 32 w 632"/>
                <a:gd name="T43" fmla="*/ 85 h 720"/>
                <a:gd name="T44" fmla="*/ 57 w 632"/>
                <a:gd name="T45" fmla="*/ 85 h 720"/>
                <a:gd name="T46" fmla="*/ 59 w 632"/>
                <a:gd name="T47" fmla="*/ 86 h 720"/>
                <a:gd name="T48" fmla="*/ 407 w 632"/>
                <a:gd name="T49" fmla="*/ 434 h 720"/>
                <a:gd name="T50" fmla="*/ 407 w 632"/>
                <a:gd name="T51" fmla="*/ 435 h 720"/>
                <a:gd name="T52" fmla="*/ 407 w 632"/>
                <a:gd name="T53" fmla="*/ 480 h 720"/>
                <a:gd name="T54" fmla="*/ 562 w 632"/>
                <a:gd name="T55" fmla="*/ 635 h 720"/>
                <a:gd name="T56" fmla="*/ 592 w 632"/>
                <a:gd name="T57" fmla="*/ 635 h 720"/>
                <a:gd name="T58" fmla="*/ 593 w 632"/>
                <a:gd name="T59" fmla="*/ 636 h 720"/>
                <a:gd name="T60" fmla="*/ 626 w 632"/>
                <a:gd name="T61" fmla="*/ 669 h 720"/>
                <a:gd name="T62" fmla="*/ 627 w 632"/>
                <a:gd name="T63" fmla="*/ 670 h 720"/>
                <a:gd name="T64" fmla="*/ 627 w 632"/>
                <a:gd name="T65" fmla="*/ 712 h 720"/>
                <a:gd name="T66" fmla="*/ 632 w 632"/>
                <a:gd name="T67" fmla="*/ 717 h 720"/>
                <a:gd name="T68" fmla="*/ 630 w 632"/>
                <a:gd name="T69" fmla="*/ 72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20">
                  <a:moveTo>
                    <a:pt x="630" y="720"/>
                  </a:moveTo>
                  <a:cubicBezTo>
                    <a:pt x="624" y="714"/>
                    <a:pt x="624" y="714"/>
                    <a:pt x="624" y="714"/>
                  </a:cubicBezTo>
                  <a:cubicBezTo>
                    <a:pt x="623" y="714"/>
                    <a:pt x="623" y="713"/>
                    <a:pt x="623" y="713"/>
                  </a:cubicBezTo>
                  <a:cubicBezTo>
                    <a:pt x="623" y="670"/>
                    <a:pt x="623" y="670"/>
                    <a:pt x="623" y="670"/>
                  </a:cubicBezTo>
                  <a:cubicBezTo>
                    <a:pt x="591" y="639"/>
                    <a:pt x="591" y="639"/>
                    <a:pt x="591" y="639"/>
                  </a:cubicBezTo>
                  <a:cubicBezTo>
                    <a:pt x="562" y="639"/>
                    <a:pt x="562" y="639"/>
                    <a:pt x="562" y="639"/>
                  </a:cubicBezTo>
                  <a:cubicBezTo>
                    <a:pt x="561" y="639"/>
                    <a:pt x="561" y="638"/>
                    <a:pt x="560" y="638"/>
                  </a:cubicBezTo>
                  <a:cubicBezTo>
                    <a:pt x="404" y="482"/>
                    <a:pt x="404" y="482"/>
                    <a:pt x="404" y="482"/>
                  </a:cubicBezTo>
                  <a:cubicBezTo>
                    <a:pt x="404" y="482"/>
                    <a:pt x="404" y="481"/>
                    <a:pt x="404" y="481"/>
                  </a:cubicBezTo>
                  <a:cubicBezTo>
                    <a:pt x="404" y="436"/>
                    <a:pt x="404" y="436"/>
                    <a:pt x="404" y="436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8" y="86"/>
                    <a:pt x="59" y="86"/>
                  </a:cubicBezTo>
                  <a:cubicBezTo>
                    <a:pt x="407" y="434"/>
                    <a:pt x="407" y="434"/>
                    <a:pt x="407" y="434"/>
                  </a:cubicBezTo>
                  <a:cubicBezTo>
                    <a:pt x="407" y="434"/>
                    <a:pt x="407" y="435"/>
                    <a:pt x="407" y="435"/>
                  </a:cubicBezTo>
                  <a:cubicBezTo>
                    <a:pt x="407" y="480"/>
                    <a:pt x="407" y="480"/>
                    <a:pt x="407" y="480"/>
                  </a:cubicBezTo>
                  <a:cubicBezTo>
                    <a:pt x="562" y="635"/>
                    <a:pt x="562" y="635"/>
                    <a:pt x="562" y="635"/>
                  </a:cubicBezTo>
                  <a:cubicBezTo>
                    <a:pt x="592" y="635"/>
                    <a:pt x="592" y="635"/>
                    <a:pt x="592" y="635"/>
                  </a:cubicBezTo>
                  <a:cubicBezTo>
                    <a:pt x="593" y="635"/>
                    <a:pt x="593" y="635"/>
                    <a:pt x="593" y="636"/>
                  </a:cubicBezTo>
                  <a:cubicBezTo>
                    <a:pt x="626" y="669"/>
                    <a:pt x="626" y="669"/>
                    <a:pt x="626" y="669"/>
                  </a:cubicBezTo>
                  <a:cubicBezTo>
                    <a:pt x="627" y="669"/>
                    <a:pt x="627" y="669"/>
                    <a:pt x="627" y="670"/>
                  </a:cubicBezTo>
                  <a:cubicBezTo>
                    <a:pt x="627" y="712"/>
                    <a:pt x="627" y="712"/>
                    <a:pt x="627" y="712"/>
                  </a:cubicBezTo>
                  <a:cubicBezTo>
                    <a:pt x="632" y="717"/>
                    <a:pt x="632" y="717"/>
                    <a:pt x="632" y="717"/>
                  </a:cubicBezTo>
                  <a:lnTo>
                    <a:pt x="630" y="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5" name="Freeform 550"/>
            <p:cNvSpPr>
              <a:spLocks/>
            </p:cNvSpPr>
            <p:nvPr/>
          </p:nvSpPr>
          <p:spPr bwMode="auto">
            <a:xfrm flipV="1">
              <a:off x="2406652" y="6234111"/>
              <a:ext cx="2371725" cy="2919413"/>
            </a:xfrm>
            <a:custGeom>
              <a:avLst/>
              <a:gdLst>
                <a:gd name="T0" fmla="*/ 507 w 632"/>
                <a:gd name="T1" fmla="*/ 778 h 778"/>
                <a:gd name="T2" fmla="*/ 507 w 632"/>
                <a:gd name="T3" fmla="*/ 774 h 778"/>
                <a:gd name="T4" fmla="*/ 554 w 632"/>
                <a:gd name="T5" fmla="*/ 774 h 778"/>
                <a:gd name="T6" fmla="*/ 629 w 632"/>
                <a:gd name="T7" fmla="*/ 699 h 778"/>
                <a:gd name="T8" fmla="*/ 629 w 632"/>
                <a:gd name="T9" fmla="*/ 661 h 778"/>
                <a:gd name="T10" fmla="*/ 609 w 632"/>
                <a:gd name="T11" fmla="*/ 641 h 778"/>
                <a:gd name="T12" fmla="*/ 609 w 632"/>
                <a:gd name="T13" fmla="*/ 640 h 778"/>
                <a:gd name="T14" fmla="*/ 609 w 632"/>
                <a:gd name="T15" fmla="*/ 614 h 778"/>
                <a:gd name="T16" fmla="*/ 563 w 632"/>
                <a:gd name="T17" fmla="*/ 568 h 778"/>
                <a:gd name="T18" fmla="*/ 522 w 632"/>
                <a:gd name="T19" fmla="*/ 568 h 778"/>
                <a:gd name="T20" fmla="*/ 520 w 632"/>
                <a:gd name="T21" fmla="*/ 568 h 778"/>
                <a:gd name="T22" fmla="*/ 394 w 632"/>
                <a:gd name="T23" fmla="*/ 441 h 778"/>
                <a:gd name="T24" fmla="*/ 393 w 632"/>
                <a:gd name="T25" fmla="*/ 440 h 778"/>
                <a:gd name="T26" fmla="*/ 393 w 632"/>
                <a:gd name="T27" fmla="*/ 371 h 778"/>
                <a:gd name="T28" fmla="*/ 25 w 632"/>
                <a:gd name="T29" fmla="*/ 3 h 778"/>
                <a:gd name="T30" fmla="*/ 0 w 632"/>
                <a:gd name="T31" fmla="*/ 3 h 778"/>
                <a:gd name="T32" fmla="*/ 0 w 632"/>
                <a:gd name="T33" fmla="*/ 0 h 778"/>
                <a:gd name="T34" fmla="*/ 26 w 632"/>
                <a:gd name="T35" fmla="*/ 0 h 778"/>
                <a:gd name="T36" fmla="*/ 27 w 632"/>
                <a:gd name="T37" fmla="*/ 0 h 778"/>
                <a:gd name="T38" fmla="*/ 396 w 632"/>
                <a:gd name="T39" fmla="*/ 369 h 778"/>
                <a:gd name="T40" fmla="*/ 397 w 632"/>
                <a:gd name="T41" fmla="*/ 371 h 778"/>
                <a:gd name="T42" fmla="*/ 397 w 632"/>
                <a:gd name="T43" fmla="*/ 439 h 778"/>
                <a:gd name="T44" fmla="*/ 522 w 632"/>
                <a:gd name="T45" fmla="*/ 565 h 778"/>
                <a:gd name="T46" fmla="*/ 564 w 632"/>
                <a:gd name="T47" fmla="*/ 565 h 778"/>
                <a:gd name="T48" fmla="*/ 565 w 632"/>
                <a:gd name="T49" fmla="*/ 565 h 778"/>
                <a:gd name="T50" fmla="*/ 612 w 632"/>
                <a:gd name="T51" fmla="*/ 612 h 778"/>
                <a:gd name="T52" fmla="*/ 612 w 632"/>
                <a:gd name="T53" fmla="*/ 613 h 778"/>
                <a:gd name="T54" fmla="*/ 612 w 632"/>
                <a:gd name="T55" fmla="*/ 640 h 778"/>
                <a:gd name="T56" fmla="*/ 632 w 632"/>
                <a:gd name="T57" fmla="*/ 659 h 778"/>
                <a:gd name="T58" fmla="*/ 632 w 632"/>
                <a:gd name="T59" fmla="*/ 660 h 778"/>
                <a:gd name="T60" fmla="*/ 632 w 632"/>
                <a:gd name="T61" fmla="*/ 700 h 778"/>
                <a:gd name="T62" fmla="*/ 632 w 632"/>
                <a:gd name="T63" fmla="*/ 701 h 778"/>
                <a:gd name="T64" fmla="*/ 556 w 632"/>
                <a:gd name="T65" fmla="*/ 777 h 778"/>
                <a:gd name="T66" fmla="*/ 554 w 632"/>
                <a:gd name="T67" fmla="*/ 778 h 778"/>
                <a:gd name="T68" fmla="*/ 507 w 632"/>
                <a:gd name="T69" fmla="*/ 778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78">
                  <a:moveTo>
                    <a:pt x="507" y="778"/>
                  </a:moveTo>
                  <a:cubicBezTo>
                    <a:pt x="507" y="774"/>
                    <a:pt x="507" y="774"/>
                    <a:pt x="507" y="774"/>
                  </a:cubicBezTo>
                  <a:cubicBezTo>
                    <a:pt x="554" y="774"/>
                    <a:pt x="554" y="774"/>
                    <a:pt x="554" y="774"/>
                  </a:cubicBezTo>
                  <a:cubicBezTo>
                    <a:pt x="629" y="699"/>
                    <a:pt x="629" y="699"/>
                    <a:pt x="629" y="699"/>
                  </a:cubicBezTo>
                  <a:cubicBezTo>
                    <a:pt x="629" y="661"/>
                    <a:pt x="629" y="661"/>
                    <a:pt x="629" y="661"/>
                  </a:cubicBezTo>
                  <a:cubicBezTo>
                    <a:pt x="609" y="641"/>
                    <a:pt x="609" y="641"/>
                    <a:pt x="609" y="641"/>
                  </a:cubicBezTo>
                  <a:cubicBezTo>
                    <a:pt x="609" y="641"/>
                    <a:pt x="609" y="641"/>
                    <a:pt x="609" y="640"/>
                  </a:cubicBezTo>
                  <a:cubicBezTo>
                    <a:pt x="609" y="614"/>
                    <a:pt x="609" y="614"/>
                    <a:pt x="609" y="614"/>
                  </a:cubicBezTo>
                  <a:cubicBezTo>
                    <a:pt x="563" y="568"/>
                    <a:pt x="563" y="568"/>
                    <a:pt x="563" y="568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1" y="568"/>
                    <a:pt x="521" y="568"/>
                    <a:pt x="520" y="568"/>
                  </a:cubicBezTo>
                  <a:cubicBezTo>
                    <a:pt x="394" y="441"/>
                    <a:pt x="394" y="441"/>
                    <a:pt x="394" y="441"/>
                  </a:cubicBezTo>
                  <a:cubicBezTo>
                    <a:pt x="393" y="441"/>
                    <a:pt x="393" y="441"/>
                    <a:pt x="393" y="440"/>
                  </a:cubicBezTo>
                  <a:cubicBezTo>
                    <a:pt x="393" y="371"/>
                    <a:pt x="393" y="371"/>
                    <a:pt x="393" y="371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396" y="369"/>
                    <a:pt x="396" y="369"/>
                    <a:pt x="396" y="369"/>
                  </a:cubicBezTo>
                  <a:cubicBezTo>
                    <a:pt x="396" y="370"/>
                    <a:pt x="397" y="370"/>
                    <a:pt x="397" y="371"/>
                  </a:cubicBezTo>
                  <a:cubicBezTo>
                    <a:pt x="397" y="439"/>
                    <a:pt x="397" y="439"/>
                    <a:pt x="397" y="439"/>
                  </a:cubicBezTo>
                  <a:cubicBezTo>
                    <a:pt x="522" y="565"/>
                    <a:pt x="522" y="565"/>
                    <a:pt x="522" y="565"/>
                  </a:cubicBezTo>
                  <a:cubicBezTo>
                    <a:pt x="564" y="565"/>
                    <a:pt x="564" y="565"/>
                    <a:pt x="564" y="565"/>
                  </a:cubicBezTo>
                  <a:cubicBezTo>
                    <a:pt x="565" y="565"/>
                    <a:pt x="565" y="565"/>
                    <a:pt x="565" y="565"/>
                  </a:cubicBezTo>
                  <a:cubicBezTo>
                    <a:pt x="612" y="612"/>
                    <a:pt x="612" y="612"/>
                    <a:pt x="612" y="612"/>
                  </a:cubicBezTo>
                  <a:cubicBezTo>
                    <a:pt x="612" y="612"/>
                    <a:pt x="612" y="612"/>
                    <a:pt x="612" y="613"/>
                  </a:cubicBezTo>
                  <a:cubicBezTo>
                    <a:pt x="612" y="640"/>
                    <a:pt x="612" y="640"/>
                    <a:pt x="612" y="640"/>
                  </a:cubicBezTo>
                  <a:cubicBezTo>
                    <a:pt x="632" y="659"/>
                    <a:pt x="632" y="659"/>
                    <a:pt x="632" y="659"/>
                  </a:cubicBezTo>
                  <a:cubicBezTo>
                    <a:pt x="632" y="660"/>
                    <a:pt x="632" y="660"/>
                    <a:pt x="632" y="660"/>
                  </a:cubicBezTo>
                  <a:cubicBezTo>
                    <a:pt x="632" y="700"/>
                    <a:pt x="632" y="700"/>
                    <a:pt x="632" y="700"/>
                  </a:cubicBezTo>
                  <a:cubicBezTo>
                    <a:pt x="632" y="700"/>
                    <a:pt x="632" y="700"/>
                    <a:pt x="632" y="701"/>
                  </a:cubicBezTo>
                  <a:cubicBezTo>
                    <a:pt x="556" y="777"/>
                    <a:pt x="556" y="777"/>
                    <a:pt x="556" y="777"/>
                  </a:cubicBezTo>
                  <a:cubicBezTo>
                    <a:pt x="555" y="777"/>
                    <a:pt x="555" y="778"/>
                    <a:pt x="554" y="778"/>
                  </a:cubicBezTo>
                  <a:lnTo>
                    <a:pt x="507" y="77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6" name="Freeform 551"/>
            <p:cNvSpPr>
              <a:spLocks/>
            </p:cNvSpPr>
            <p:nvPr/>
          </p:nvSpPr>
          <p:spPr bwMode="auto">
            <a:xfrm flipV="1">
              <a:off x="2235202" y="6778623"/>
              <a:ext cx="2641600" cy="2798763"/>
            </a:xfrm>
            <a:custGeom>
              <a:avLst/>
              <a:gdLst>
                <a:gd name="T0" fmla="*/ 702 w 704"/>
                <a:gd name="T1" fmla="*/ 746 h 746"/>
                <a:gd name="T2" fmla="*/ 632 w 704"/>
                <a:gd name="T3" fmla="*/ 676 h 746"/>
                <a:gd name="T4" fmla="*/ 631 w 704"/>
                <a:gd name="T5" fmla="*/ 675 h 746"/>
                <a:gd name="T6" fmla="*/ 631 w 704"/>
                <a:gd name="T7" fmla="*/ 633 h 746"/>
                <a:gd name="T8" fmla="*/ 0 w 704"/>
                <a:gd name="T9" fmla="*/ 2 h 746"/>
                <a:gd name="T10" fmla="*/ 2 w 704"/>
                <a:gd name="T11" fmla="*/ 0 h 746"/>
                <a:gd name="T12" fmla="*/ 634 w 704"/>
                <a:gd name="T13" fmla="*/ 632 h 746"/>
                <a:gd name="T14" fmla="*/ 635 w 704"/>
                <a:gd name="T15" fmla="*/ 633 h 746"/>
                <a:gd name="T16" fmla="*/ 635 w 704"/>
                <a:gd name="T17" fmla="*/ 674 h 746"/>
                <a:gd name="T18" fmla="*/ 704 w 704"/>
                <a:gd name="T19" fmla="*/ 744 h 746"/>
                <a:gd name="T20" fmla="*/ 702 w 704"/>
                <a:gd name="T21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4" h="746">
                  <a:moveTo>
                    <a:pt x="702" y="746"/>
                  </a:moveTo>
                  <a:cubicBezTo>
                    <a:pt x="632" y="676"/>
                    <a:pt x="632" y="676"/>
                    <a:pt x="632" y="676"/>
                  </a:cubicBezTo>
                  <a:cubicBezTo>
                    <a:pt x="632" y="676"/>
                    <a:pt x="631" y="675"/>
                    <a:pt x="631" y="675"/>
                  </a:cubicBezTo>
                  <a:cubicBezTo>
                    <a:pt x="631" y="633"/>
                    <a:pt x="631" y="633"/>
                    <a:pt x="631" y="6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34" y="632"/>
                    <a:pt x="634" y="632"/>
                    <a:pt x="634" y="632"/>
                  </a:cubicBezTo>
                  <a:cubicBezTo>
                    <a:pt x="635" y="632"/>
                    <a:pt x="635" y="632"/>
                    <a:pt x="635" y="633"/>
                  </a:cubicBezTo>
                  <a:cubicBezTo>
                    <a:pt x="635" y="674"/>
                    <a:pt x="635" y="674"/>
                    <a:pt x="635" y="674"/>
                  </a:cubicBezTo>
                  <a:cubicBezTo>
                    <a:pt x="704" y="744"/>
                    <a:pt x="704" y="744"/>
                    <a:pt x="704" y="744"/>
                  </a:cubicBezTo>
                  <a:lnTo>
                    <a:pt x="702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7" name="Freeform 552"/>
            <p:cNvSpPr>
              <a:spLocks/>
            </p:cNvSpPr>
            <p:nvPr/>
          </p:nvSpPr>
          <p:spPr bwMode="auto">
            <a:xfrm flipV="1">
              <a:off x="2879727" y="7400924"/>
              <a:ext cx="1812925" cy="1854200"/>
            </a:xfrm>
            <a:custGeom>
              <a:avLst/>
              <a:gdLst>
                <a:gd name="T0" fmla="*/ 464 w 483"/>
                <a:gd name="T1" fmla="*/ 494 h 494"/>
                <a:gd name="T2" fmla="*/ 461 w 483"/>
                <a:gd name="T3" fmla="*/ 494 h 494"/>
                <a:gd name="T4" fmla="*/ 461 w 483"/>
                <a:gd name="T5" fmla="*/ 465 h 494"/>
                <a:gd name="T6" fmla="*/ 462 w 483"/>
                <a:gd name="T7" fmla="*/ 463 h 494"/>
                <a:gd name="T8" fmla="*/ 480 w 483"/>
                <a:gd name="T9" fmla="*/ 445 h 494"/>
                <a:gd name="T10" fmla="*/ 480 w 483"/>
                <a:gd name="T11" fmla="*/ 429 h 494"/>
                <a:gd name="T12" fmla="*/ 269 w 483"/>
                <a:gd name="T13" fmla="*/ 218 h 494"/>
                <a:gd name="T14" fmla="*/ 217 w 483"/>
                <a:gd name="T15" fmla="*/ 218 h 494"/>
                <a:gd name="T16" fmla="*/ 215 w 483"/>
                <a:gd name="T17" fmla="*/ 218 h 494"/>
                <a:gd name="T18" fmla="*/ 0 w 483"/>
                <a:gd name="T19" fmla="*/ 2 h 494"/>
                <a:gd name="T20" fmla="*/ 2 w 483"/>
                <a:gd name="T21" fmla="*/ 0 h 494"/>
                <a:gd name="T22" fmla="*/ 217 w 483"/>
                <a:gd name="T23" fmla="*/ 215 h 494"/>
                <a:gd name="T24" fmla="*/ 270 w 483"/>
                <a:gd name="T25" fmla="*/ 215 h 494"/>
                <a:gd name="T26" fmla="*/ 271 w 483"/>
                <a:gd name="T27" fmla="*/ 215 h 494"/>
                <a:gd name="T28" fmla="*/ 483 w 483"/>
                <a:gd name="T29" fmla="*/ 427 h 494"/>
                <a:gd name="T30" fmla="*/ 483 w 483"/>
                <a:gd name="T31" fmla="*/ 428 h 494"/>
                <a:gd name="T32" fmla="*/ 483 w 483"/>
                <a:gd name="T33" fmla="*/ 446 h 494"/>
                <a:gd name="T34" fmla="*/ 483 w 483"/>
                <a:gd name="T35" fmla="*/ 447 h 494"/>
                <a:gd name="T36" fmla="*/ 464 w 483"/>
                <a:gd name="T37" fmla="*/ 465 h 494"/>
                <a:gd name="T38" fmla="*/ 464 w 483"/>
                <a:gd name="T39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4">
                  <a:moveTo>
                    <a:pt x="464" y="494"/>
                  </a:moveTo>
                  <a:cubicBezTo>
                    <a:pt x="461" y="494"/>
                    <a:pt x="461" y="494"/>
                    <a:pt x="461" y="494"/>
                  </a:cubicBezTo>
                  <a:cubicBezTo>
                    <a:pt x="461" y="465"/>
                    <a:pt x="461" y="465"/>
                    <a:pt x="461" y="465"/>
                  </a:cubicBezTo>
                  <a:cubicBezTo>
                    <a:pt x="461" y="464"/>
                    <a:pt x="461" y="464"/>
                    <a:pt x="462" y="463"/>
                  </a:cubicBezTo>
                  <a:cubicBezTo>
                    <a:pt x="480" y="445"/>
                    <a:pt x="480" y="445"/>
                    <a:pt x="480" y="445"/>
                  </a:cubicBezTo>
                  <a:cubicBezTo>
                    <a:pt x="480" y="429"/>
                    <a:pt x="480" y="429"/>
                    <a:pt x="480" y="429"/>
                  </a:cubicBezTo>
                  <a:cubicBezTo>
                    <a:pt x="269" y="218"/>
                    <a:pt x="269" y="218"/>
                    <a:pt x="269" y="218"/>
                  </a:cubicBezTo>
                  <a:cubicBezTo>
                    <a:pt x="217" y="218"/>
                    <a:pt x="217" y="218"/>
                    <a:pt x="217" y="218"/>
                  </a:cubicBezTo>
                  <a:cubicBezTo>
                    <a:pt x="216" y="218"/>
                    <a:pt x="216" y="218"/>
                    <a:pt x="215" y="2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70" y="215"/>
                    <a:pt x="270" y="215"/>
                    <a:pt x="270" y="215"/>
                  </a:cubicBezTo>
                  <a:cubicBezTo>
                    <a:pt x="270" y="215"/>
                    <a:pt x="271" y="215"/>
                    <a:pt x="271" y="215"/>
                  </a:cubicBezTo>
                  <a:cubicBezTo>
                    <a:pt x="483" y="427"/>
                    <a:pt x="483" y="427"/>
                    <a:pt x="483" y="427"/>
                  </a:cubicBezTo>
                  <a:cubicBezTo>
                    <a:pt x="483" y="427"/>
                    <a:pt x="483" y="428"/>
                    <a:pt x="483" y="428"/>
                  </a:cubicBezTo>
                  <a:cubicBezTo>
                    <a:pt x="483" y="446"/>
                    <a:pt x="483" y="446"/>
                    <a:pt x="483" y="446"/>
                  </a:cubicBezTo>
                  <a:cubicBezTo>
                    <a:pt x="483" y="446"/>
                    <a:pt x="483" y="447"/>
                    <a:pt x="483" y="447"/>
                  </a:cubicBezTo>
                  <a:cubicBezTo>
                    <a:pt x="464" y="465"/>
                    <a:pt x="464" y="465"/>
                    <a:pt x="464" y="465"/>
                  </a:cubicBezTo>
                  <a:lnTo>
                    <a:pt x="464" y="4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8" name="Freeform 553"/>
            <p:cNvSpPr>
              <a:spLocks/>
            </p:cNvSpPr>
            <p:nvPr/>
          </p:nvSpPr>
          <p:spPr bwMode="auto">
            <a:xfrm flipV="1">
              <a:off x="2786064" y="6770686"/>
              <a:ext cx="2360612" cy="2897188"/>
            </a:xfrm>
            <a:custGeom>
              <a:avLst/>
              <a:gdLst>
                <a:gd name="T0" fmla="*/ 629 w 629"/>
                <a:gd name="T1" fmla="*/ 772 h 772"/>
                <a:gd name="T2" fmla="*/ 590 w 629"/>
                <a:gd name="T3" fmla="*/ 772 h 772"/>
                <a:gd name="T4" fmla="*/ 587 w 629"/>
                <a:gd name="T5" fmla="*/ 771 h 772"/>
                <a:gd name="T6" fmla="*/ 505 w 629"/>
                <a:gd name="T7" fmla="*/ 688 h 772"/>
                <a:gd name="T8" fmla="*/ 504 w 629"/>
                <a:gd name="T9" fmla="*/ 686 h 772"/>
                <a:gd name="T10" fmla="*/ 504 w 629"/>
                <a:gd name="T11" fmla="*/ 645 h 772"/>
                <a:gd name="T12" fmla="*/ 505 w 629"/>
                <a:gd name="T13" fmla="*/ 643 h 772"/>
                <a:gd name="T14" fmla="*/ 519 w 629"/>
                <a:gd name="T15" fmla="*/ 628 h 772"/>
                <a:gd name="T16" fmla="*/ 519 w 629"/>
                <a:gd name="T17" fmla="*/ 582 h 772"/>
                <a:gd name="T18" fmla="*/ 520 w 629"/>
                <a:gd name="T19" fmla="*/ 580 h 772"/>
                <a:gd name="T20" fmla="*/ 549 w 629"/>
                <a:gd name="T21" fmla="*/ 551 h 772"/>
                <a:gd name="T22" fmla="*/ 549 w 629"/>
                <a:gd name="T23" fmla="*/ 539 h 772"/>
                <a:gd name="T24" fmla="*/ 294 w 629"/>
                <a:gd name="T25" fmla="*/ 284 h 772"/>
                <a:gd name="T26" fmla="*/ 256 w 629"/>
                <a:gd name="T27" fmla="*/ 284 h 772"/>
                <a:gd name="T28" fmla="*/ 253 w 629"/>
                <a:gd name="T29" fmla="*/ 283 h 772"/>
                <a:gd name="T30" fmla="*/ 175 w 629"/>
                <a:gd name="T31" fmla="*/ 204 h 772"/>
                <a:gd name="T32" fmla="*/ 173 w 629"/>
                <a:gd name="T33" fmla="*/ 201 h 772"/>
                <a:gd name="T34" fmla="*/ 174 w 629"/>
                <a:gd name="T35" fmla="*/ 178 h 772"/>
                <a:gd name="T36" fmla="*/ 0 w 629"/>
                <a:gd name="T37" fmla="*/ 5 h 772"/>
                <a:gd name="T38" fmla="*/ 5 w 629"/>
                <a:gd name="T39" fmla="*/ 0 h 772"/>
                <a:gd name="T40" fmla="*/ 179 w 629"/>
                <a:gd name="T41" fmla="*/ 174 h 772"/>
                <a:gd name="T42" fmla="*/ 180 w 629"/>
                <a:gd name="T43" fmla="*/ 177 h 772"/>
                <a:gd name="T44" fmla="*/ 180 w 629"/>
                <a:gd name="T45" fmla="*/ 200 h 772"/>
                <a:gd name="T46" fmla="*/ 257 w 629"/>
                <a:gd name="T47" fmla="*/ 277 h 772"/>
                <a:gd name="T48" fmla="*/ 295 w 629"/>
                <a:gd name="T49" fmla="*/ 277 h 772"/>
                <a:gd name="T50" fmla="*/ 298 w 629"/>
                <a:gd name="T51" fmla="*/ 278 h 772"/>
                <a:gd name="T52" fmla="*/ 555 w 629"/>
                <a:gd name="T53" fmla="*/ 535 h 772"/>
                <a:gd name="T54" fmla="*/ 556 w 629"/>
                <a:gd name="T55" fmla="*/ 537 h 772"/>
                <a:gd name="T56" fmla="*/ 556 w 629"/>
                <a:gd name="T57" fmla="*/ 552 h 772"/>
                <a:gd name="T58" fmla="*/ 555 w 629"/>
                <a:gd name="T59" fmla="*/ 555 h 772"/>
                <a:gd name="T60" fmla="*/ 526 w 629"/>
                <a:gd name="T61" fmla="*/ 584 h 772"/>
                <a:gd name="T62" fmla="*/ 526 w 629"/>
                <a:gd name="T63" fmla="*/ 630 h 772"/>
                <a:gd name="T64" fmla="*/ 525 w 629"/>
                <a:gd name="T65" fmla="*/ 632 h 772"/>
                <a:gd name="T66" fmla="*/ 511 w 629"/>
                <a:gd name="T67" fmla="*/ 647 h 772"/>
                <a:gd name="T68" fmla="*/ 511 w 629"/>
                <a:gd name="T69" fmla="*/ 684 h 772"/>
                <a:gd name="T70" fmla="*/ 591 w 629"/>
                <a:gd name="T71" fmla="*/ 765 h 772"/>
                <a:gd name="T72" fmla="*/ 629 w 629"/>
                <a:gd name="T73" fmla="*/ 765 h 772"/>
                <a:gd name="T74" fmla="*/ 629 w 629"/>
                <a:gd name="T75" fmla="*/ 772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9" h="772">
                  <a:moveTo>
                    <a:pt x="629" y="772"/>
                  </a:moveTo>
                  <a:cubicBezTo>
                    <a:pt x="590" y="772"/>
                    <a:pt x="590" y="772"/>
                    <a:pt x="590" y="772"/>
                  </a:cubicBezTo>
                  <a:cubicBezTo>
                    <a:pt x="589" y="772"/>
                    <a:pt x="588" y="771"/>
                    <a:pt x="587" y="771"/>
                  </a:cubicBezTo>
                  <a:cubicBezTo>
                    <a:pt x="505" y="688"/>
                    <a:pt x="505" y="688"/>
                    <a:pt x="505" y="688"/>
                  </a:cubicBezTo>
                  <a:cubicBezTo>
                    <a:pt x="504" y="687"/>
                    <a:pt x="504" y="687"/>
                    <a:pt x="504" y="686"/>
                  </a:cubicBezTo>
                  <a:cubicBezTo>
                    <a:pt x="504" y="645"/>
                    <a:pt x="504" y="645"/>
                    <a:pt x="504" y="645"/>
                  </a:cubicBezTo>
                  <a:cubicBezTo>
                    <a:pt x="504" y="644"/>
                    <a:pt x="504" y="644"/>
                    <a:pt x="505" y="643"/>
                  </a:cubicBezTo>
                  <a:cubicBezTo>
                    <a:pt x="519" y="628"/>
                    <a:pt x="519" y="628"/>
                    <a:pt x="519" y="628"/>
                  </a:cubicBezTo>
                  <a:cubicBezTo>
                    <a:pt x="519" y="582"/>
                    <a:pt x="519" y="582"/>
                    <a:pt x="519" y="582"/>
                  </a:cubicBezTo>
                  <a:cubicBezTo>
                    <a:pt x="519" y="581"/>
                    <a:pt x="520" y="580"/>
                    <a:pt x="520" y="580"/>
                  </a:cubicBezTo>
                  <a:cubicBezTo>
                    <a:pt x="549" y="551"/>
                    <a:pt x="549" y="551"/>
                    <a:pt x="549" y="551"/>
                  </a:cubicBezTo>
                  <a:cubicBezTo>
                    <a:pt x="549" y="539"/>
                    <a:pt x="549" y="539"/>
                    <a:pt x="549" y="539"/>
                  </a:cubicBezTo>
                  <a:cubicBezTo>
                    <a:pt x="294" y="284"/>
                    <a:pt x="294" y="284"/>
                    <a:pt x="294" y="284"/>
                  </a:cubicBezTo>
                  <a:cubicBezTo>
                    <a:pt x="256" y="284"/>
                    <a:pt x="256" y="284"/>
                    <a:pt x="256" y="284"/>
                  </a:cubicBezTo>
                  <a:cubicBezTo>
                    <a:pt x="255" y="284"/>
                    <a:pt x="254" y="283"/>
                    <a:pt x="253" y="283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03"/>
                    <a:pt x="173" y="202"/>
                    <a:pt x="173" y="201"/>
                  </a:cubicBezTo>
                  <a:cubicBezTo>
                    <a:pt x="174" y="178"/>
                    <a:pt x="174" y="178"/>
                    <a:pt x="174" y="17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79" y="174"/>
                    <a:pt x="179" y="174"/>
                    <a:pt x="179" y="174"/>
                  </a:cubicBezTo>
                  <a:cubicBezTo>
                    <a:pt x="180" y="175"/>
                    <a:pt x="180" y="176"/>
                    <a:pt x="180" y="177"/>
                  </a:cubicBezTo>
                  <a:cubicBezTo>
                    <a:pt x="180" y="200"/>
                    <a:pt x="180" y="200"/>
                    <a:pt x="180" y="200"/>
                  </a:cubicBezTo>
                  <a:cubicBezTo>
                    <a:pt x="257" y="277"/>
                    <a:pt x="257" y="277"/>
                    <a:pt x="257" y="277"/>
                  </a:cubicBezTo>
                  <a:cubicBezTo>
                    <a:pt x="295" y="277"/>
                    <a:pt x="295" y="277"/>
                    <a:pt x="295" y="277"/>
                  </a:cubicBezTo>
                  <a:cubicBezTo>
                    <a:pt x="296" y="277"/>
                    <a:pt x="297" y="277"/>
                    <a:pt x="298" y="278"/>
                  </a:cubicBezTo>
                  <a:cubicBezTo>
                    <a:pt x="555" y="535"/>
                    <a:pt x="555" y="535"/>
                    <a:pt x="555" y="535"/>
                  </a:cubicBezTo>
                  <a:cubicBezTo>
                    <a:pt x="556" y="536"/>
                    <a:pt x="556" y="536"/>
                    <a:pt x="556" y="537"/>
                  </a:cubicBezTo>
                  <a:cubicBezTo>
                    <a:pt x="556" y="552"/>
                    <a:pt x="556" y="552"/>
                    <a:pt x="556" y="552"/>
                  </a:cubicBezTo>
                  <a:cubicBezTo>
                    <a:pt x="556" y="553"/>
                    <a:pt x="556" y="554"/>
                    <a:pt x="555" y="555"/>
                  </a:cubicBezTo>
                  <a:cubicBezTo>
                    <a:pt x="526" y="584"/>
                    <a:pt x="526" y="584"/>
                    <a:pt x="526" y="584"/>
                  </a:cubicBezTo>
                  <a:cubicBezTo>
                    <a:pt x="526" y="630"/>
                    <a:pt x="526" y="630"/>
                    <a:pt x="526" y="630"/>
                  </a:cubicBezTo>
                  <a:cubicBezTo>
                    <a:pt x="526" y="631"/>
                    <a:pt x="526" y="632"/>
                    <a:pt x="525" y="632"/>
                  </a:cubicBezTo>
                  <a:cubicBezTo>
                    <a:pt x="511" y="647"/>
                    <a:pt x="511" y="647"/>
                    <a:pt x="511" y="647"/>
                  </a:cubicBezTo>
                  <a:cubicBezTo>
                    <a:pt x="511" y="684"/>
                    <a:pt x="511" y="684"/>
                    <a:pt x="511" y="684"/>
                  </a:cubicBezTo>
                  <a:cubicBezTo>
                    <a:pt x="591" y="765"/>
                    <a:pt x="591" y="765"/>
                    <a:pt x="591" y="765"/>
                  </a:cubicBezTo>
                  <a:cubicBezTo>
                    <a:pt x="629" y="765"/>
                    <a:pt x="629" y="765"/>
                    <a:pt x="629" y="765"/>
                  </a:cubicBezTo>
                  <a:lnTo>
                    <a:pt x="629" y="77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9" name="Freeform 554"/>
            <p:cNvSpPr>
              <a:spLocks/>
            </p:cNvSpPr>
            <p:nvPr/>
          </p:nvSpPr>
          <p:spPr bwMode="auto">
            <a:xfrm flipV="1">
              <a:off x="2620964" y="7164386"/>
              <a:ext cx="2536825" cy="2800350"/>
            </a:xfrm>
            <a:custGeom>
              <a:avLst/>
              <a:gdLst>
                <a:gd name="T0" fmla="*/ 589 w 676"/>
                <a:gd name="T1" fmla="*/ 746 h 746"/>
                <a:gd name="T2" fmla="*/ 586 w 676"/>
                <a:gd name="T3" fmla="*/ 746 h 746"/>
                <a:gd name="T4" fmla="*/ 586 w 676"/>
                <a:gd name="T5" fmla="*/ 682 h 746"/>
                <a:gd name="T6" fmla="*/ 586 w 676"/>
                <a:gd name="T7" fmla="*/ 681 h 746"/>
                <a:gd name="T8" fmla="*/ 619 w 676"/>
                <a:gd name="T9" fmla="*/ 648 h 746"/>
                <a:gd name="T10" fmla="*/ 620 w 676"/>
                <a:gd name="T11" fmla="*/ 647 h 746"/>
                <a:gd name="T12" fmla="*/ 663 w 676"/>
                <a:gd name="T13" fmla="*/ 647 h 746"/>
                <a:gd name="T14" fmla="*/ 673 w 676"/>
                <a:gd name="T15" fmla="*/ 638 h 746"/>
                <a:gd name="T16" fmla="*/ 673 w 676"/>
                <a:gd name="T17" fmla="*/ 627 h 746"/>
                <a:gd name="T18" fmla="*/ 381 w 676"/>
                <a:gd name="T19" fmla="*/ 336 h 746"/>
                <a:gd name="T20" fmla="*/ 300 w 676"/>
                <a:gd name="T21" fmla="*/ 336 h 746"/>
                <a:gd name="T22" fmla="*/ 299 w 676"/>
                <a:gd name="T23" fmla="*/ 335 h 746"/>
                <a:gd name="T24" fmla="*/ 255 w 676"/>
                <a:gd name="T25" fmla="*/ 291 h 746"/>
                <a:gd name="T26" fmla="*/ 254 w 676"/>
                <a:gd name="T27" fmla="*/ 290 h 746"/>
                <a:gd name="T28" fmla="*/ 254 w 676"/>
                <a:gd name="T29" fmla="*/ 257 h 746"/>
                <a:gd name="T30" fmla="*/ 0 w 676"/>
                <a:gd name="T31" fmla="*/ 2 h 746"/>
                <a:gd name="T32" fmla="*/ 2 w 676"/>
                <a:gd name="T33" fmla="*/ 0 h 746"/>
                <a:gd name="T34" fmla="*/ 257 w 676"/>
                <a:gd name="T35" fmla="*/ 255 h 746"/>
                <a:gd name="T36" fmla="*/ 258 w 676"/>
                <a:gd name="T37" fmla="*/ 257 h 746"/>
                <a:gd name="T38" fmla="*/ 258 w 676"/>
                <a:gd name="T39" fmla="*/ 290 h 746"/>
                <a:gd name="T40" fmla="*/ 300 w 676"/>
                <a:gd name="T41" fmla="*/ 332 h 746"/>
                <a:gd name="T42" fmla="*/ 382 w 676"/>
                <a:gd name="T43" fmla="*/ 332 h 746"/>
                <a:gd name="T44" fmla="*/ 383 w 676"/>
                <a:gd name="T45" fmla="*/ 333 h 746"/>
                <a:gd name="T46" fmla="*/ 676 w 676"/>
                <a:gd name="T47" fmla="*/ 625 h 746"/>
                <a:gd name="T48" fmla="*/ 676 w 676"/>
                <a:gd name="T49" fmla="*/ 627 h 746"/>
                <a:gd name="T50" fmla="*/ 676 w 676"/>
                <a:gd name="T51" fmla="*/ 638 h 746"/>
                <a:gd name="T52" fmla="*/ 676 w 676"/>
                <a:gd name="T53" fmla="*/ 639 h 746"/>
                <a:gd name="T54" fmla="*/ 665 w 676"/>
                <a:gd name="T55" fmla="*/ 650 h 746"/>
                <a:gd name="T56" fmla="*/ 664 w 676"/>
                <a:gd name="T57" fmla="*/ 651 h 746"/>
                <a:gd name="T58" fmla="*/ 621 w 676"/>
                <a:gd name="T59" fmla="*/ 651 h 746"/>
                <a:gd name="T60" fmla="*/ 589 w 676"/>
                <a:gd name="T61" fmla="*/ 683 h 746"/>
                <a:gd name="T62" fmla="*/ 589 w 676"/>
                <a:gd name="T63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6" h="746">
                  <a:moveTo>
                    <a:pt x="589" y="746"/>
                  </a:moveTo>
                  <a:cubicBezTo>
                    <a:pt x="586" y="746"/>
                    <a:pt x="586" y="746"/>
                    <a:pt x="586" y="746"/>
                  </a:cubicBezTo>
                  <a:cubicBezTo>
                    <a:pt x="586" y="682"/>
                    <a:pt x="586" y="682"/>
                    <a:pt x="586" y="682"/>
                  </a:cubicBezTo>
                  <a:cubicBezTo>
                    <a:pt x="586" y="682"/>
                    <a:pt x="586" y="681"/>
                    <a:pt x="586" y="681"/>
                  </a:cubicBezTo>
                  <a:cubicBezTo>
                    <a:pt x="619" y="648"/>
                    <a:pt x="619" y="648"/>
                    <a:pt x="619" y="648"/>
                  </a:cubicBezTo>
                  <a:cubicBezTo>
                    <a:pt x="619" y="648"/>
                    <a:pt x="620" y="647"/>
                    <a:pt x="620" y="647"/>
                  </a:cubicBezTo>
                  <a:cubicBezTo>
                    <a:pt x="663" y="647"/>
                    <a:pt x="663" y="647"/>
                    <a:pt x="663" y="647"/>
                  </a:cubicBezTo>
                  <a:cubicBezTo>
                    <a:pt x="673" y="638"/>
                    <a:pt x="673" y="638"/>
                    <a:pt x="673" y="638"/>
                  </a:cubicBezTo>
                  <a:cubicBezTo>
                    <a:pt x="673" y="627"/>
                    <a:pt x="673" y="627"/>
                    <a:pt x="673" y="627"/>
                  </a:cubicBezTo>
                  <a:cubicBezTo>
                    <a:pt x="381" y="336"/>
                    <a:pt x="381" y="336"/>
                    <a:pt x="381" y="336"/>
                  </a:cubicBezTo>
                  <a:cubicBezTo>
                    <a:pt x="300" y="336"/>
                    <a:pt x="300" y="336"/>
                    <a:pt x="300" y="336"/>
                  </a:cubicBezTo>
                  <a:cubicBezTo>
                    <a:pt x="299" y="336"/>
                    <a:pt x="299" y="335"/>
                    <a:pt x="299" y="335"/>
                  </a:cubicBezTo>
                  <a:cubicBezTo>
                    <a:pt x="255" y="291"/>
                    <a:pt x="255" y="291"/>
                    <a:pt x="255" y="291"/>
                  </a:cubicBezTo>
                  <a:cubicBezTo>
                    <a:pt x="255" y="291"/>
                    <a:pt x="254" y="291"/>
                    <a:pt x="254" y="290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58" y="256"/>
                    <a:pt x="258" y="256"/>
                    <a:pt x="258" y="257"/>
                  </a:cubicBezTo>
                  <a:cubicBezTo>
                    <a:pt x="258" y="290"/>
                    <a:pt x="258" y="290"/>
                    <a:pt x="258" y="290"/>
                  </a:cubicBezTo>
                  <a:cubicBezTo>
                    <a:pt x="300" y="332"/>
                    <a:pt x="300" y="332"/>
                    <a:pt x="300" y="332"/>
                  </a:cubicBezTo>
                  <a:cubicBezTo>
                    <a:pt x="382" y="332"/>
                    <a:pt x="382" y="332"/>
                    <a:pt x="382" y="332"/>
                  </a:cubicBezTo>
                  <a:cubicBezTo>
                    <a:pt x="382" y="332"/>
                    <a:pt x="383" y="332"/>
                    <a:pt x="383" y="333"/>
                  </a:cubicBezTo>
                  <a:cubicBezTo>
                    <a:pt x="676" y="625"/>
                    <a:pt x="676" y="625"/>
                    <a:pt x="676" y="625"/>
                  </a:cubicBezTo>
                  <a:cubicBezTo>
                    <a:pt x="676" y="626"/>
                    <a:pt x="676" y="626"/>
                    <a:pt x="676" y="627"/>
                  </a:cubicBezTo>
                  <a:cubicBezTo>
                    <a:pt x="676" y="638"/>
                    <a:pt x="676" y="638"/>
                    <a:pt x="676" y="638"/>
                  </a:cubicBezTo>
                  <a:cubicBezTo>
                    <a:pt x="676" y="639"/>
                    <a:pt x="676" y="639"/>
                    <a:pt x="676" y="639"/>
                  </a:cubicBezTo>
                  <a:cubicBezTo>
                    <a:pt x="665" y="650"/>
                    <a:pt x="665" y="650"/>
                    <a:pt x="665" y="650"/>
                  </a:cubicBezTo>
                  <a:cubicBezTo>
                    <a:pt x="664" y="651"/>
                    <a:pt x="664" y="651"/>
                    <a:pt x="664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589" y="683"/>
                    <a:pt x="589" y="683"/>
                    <a:pt x="589" y="683"/>
                  </a:cubicBezTo>
                  <a:lnTo>
                    <a:pt x="589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0" name="Freeform 555"/>
            <p:cNvSpPr>
              <a:spLocks/>
            </p:cNvSpPr>
            <p:nvPr/>
          </p:nvSpPr>
          <p:spPr bwMode="auto">
            <a:xfrm flipV="1">
              <a:off x="1401764" y="6016623"/>
              <a:ext cx="3921125" cy="2751138"/>
            </a:xfrm>
            <a:custGeom>
              <a:avLst/>
              <a:gdLst>
                <a:gd name="T0" fmla="*/ 770 w 1045"/>
                <a:gd name="T1" fmla="*/ 733 h 733"/>
                <a:gd name="T2" fmla="*/ 766 w 1045"/>
                <a:gd name="T3" fmla="*/ 731 h 733"/>
                <a:gd name="T4" fmla="*/ 719 w 1045"/>
                <a:gd name="T5" fmla="*/ 684 h 733"/>
                <a:gd name="T6" fmla="*/ 617 w 1045"/>
                <a:gd name="T7" fmla="*/ 684 h 733"/>
                <a:gd name="T8" fmla="*/ 613 w 1045"/>
                <a:gd name="T9" fmla="*/ 682 h 733"/>
                <a:gd name="T10" fmla="*/ 406 w 1045"/>
                <a:gd name="T11" fmla="*/ 474 h 733"/>
                <a:gd name="T12" fmla="*/ 404 w 1045"/>
                <a:gd name="T13" fmla="*/ 470 h 733"/>
                <a:gd name="T14" fmla="*/ 404 w 1045"/>
                <a:gd name="T15" fmla="*/ 411 h 733"/>
                <a:gd name="T16" fmla="*/ 0 w 1045"/>
                <a:gd name="T17" fmla="*/ 8 h 733"/>
                <a:gd name="T18" fmla="*/ 8 w 1045"/>
                <a:gd name="T19" fmla="*/ 0 h 733"/>
                <a:gd name="T20" fmla="*/ 413 w 1045"/>
                <a:gd name="T21" fmla="*/ 405 h 733"/>
                <a:gd name="T22" fmla="*/ 414 w 1045"/>
                <a:gd name="T23" fmla="*/ 409 h 733"/>
                <a:gd name="T24" fmla="*/ 414 w 1045"/>
                <a:gd name="T25" fmla="*/ 468 h 733"/>
                <a:gd name="T26" fmla="*/ 619 w 1045"/>
                <a:gd name="T27" fmla="*/ 673 h 733"/>
                <a:gd name="T28" fmla="*/ 721 w 1045"/>
                <a:gd name="T29" fmla="*/ 673 h 733"/>
                <a:gd name="T30" fmla="*/ 724 w 1045"/>
                <a:gd name="T31" fmla="*/ 675 h 733"/>
                <a:gd name="T32" fmla="*/ 772 w 1045"/>
                <a:gd name="T33" fmla="*/ 722 h 733"/>
                <a:gd name="T34" fmla="*/ 861 w 1045"/>
                <a:gd name="T35" fmla="*/ 722 h 733"/>
                <a:gd name="T36" fmla="*/ 1013 w 1045"/>
                <a:gd name="T37" fmla="*/ 571 h 733"/>
                <a:gd name="T38" fmla="*/ 1016 w 1045"/>
                <a:gd name="T39" fmla="*/ 569 h 733"/>
                <a:gd name="T40" fmla="*/ 1045 w 1045"/>
                <a:gd name="T41" fmla="*/ 569 h 733"/>
                <a:gd name="T42" fmla="*/ 1045 w 1045"/>
                <a:gd name="T43" fmla="*/ 579 h 733"/>
                <a:gd name="T44" fmla="*/ 1018 w 1045"/>
                <a:gd name="T45" fmla="*/ 579 h 733"/>
                <a:gd name="T46" fmla="*/ 867 w 1045"/>
                <a:gd name="T47" fmla="*/ 731 h 733"/>
                <a:gd name="T48" fmla="*/ 863 w 1045"/>
                <a:gd name="T49" fmla="*/ 733 h 733"/>
                <a:gd name="T50" fmla="*/ 770 w 1045"/>
                <a:gd name="T51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45" h="733">
                  <a:moveTo>
                    <a:pt x="770" y="733"/>
                  </a:moveTo>
                  <a:cubicBezTo>
                    <a:pt x="768" y="733"/>
                    <a:pt x="767" y="732"/>
                    <a:pt x="766" y="731"/>
                  </a:cubicBezTo>
                  <a:cubicBezTo>
                    <a:pt x="719" y="684"/>
                    <a:pt x="719" y="684"/>
                    <a:pt x="719" y="684"/>
                  </a:cubicBezTo>
                  <a:cubicBezTo>
                    <a:pt x="617" y="684"/>
                    <a:pt x="617" y="684"/>
                    <a:pt x="617" y="684"/>
                  </a:cubicBezTo>
                  <a:cubicBezTo>
                    <a:pt x="616" y="684"/>
                    <a:pt x="614" y="683"/>
                    <a:pt x="613" y="682"/>
                  </a:cubicBezTo>
                  <a:cubicBezTo>
                    <a:pt x="406" y="474"/>
                    <a:pt x="406" y="474"/>
                    <a:pt x="406" y="474"/>
                  </a:cubicBezTo>
                  <a:cubicBezTo>
                    <a:pt x="405" y="473"/>
                    <a:pt x="404" y="472"/>
                    <a:pt x="404" y="470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13" y="405"/>
                    <a:pt x="413" y="405"/>
                    <a:pt x="413" y="405"/>
                  </a:cubicBezTo>
                  <a:cubicBezTo>
                    <a:pt x="414" y="406"/>
                    <a:pt x="414" y="408"/>
                    <a:pt x="414" y="409"/>
                  </a:cubicBezTo>
                  <a:cubicBezTo>
                    <a:pt x="414" y="468"/>
                    <a:pt x="414" y="468"/>
                    <a:pt x="414" y="468"/>
                  </a:cubicBezTo>
                  <a:cubicBezTo>
                    <a:pt x="619" y="673"/>
                    <a:pt x="619" y="673"/>
                    <a:pt x="619" y="673"/>
                  </a:cubicBezTo>
                  <a:cubicBezTo>
                    <a:pt x="721" y="673"/>
                    <a:pt x="721" y="673"/>
                    <a:pt x="721" y="673"/>
                  </a:cubicBezTo>
                  <a:cubicBezTo>
                    <a:pt x="722" y="673"/>
                    <a:pt x="723" y="674"/>
                    <a:pt x="724" y="675"/>
                  </a:cubicBezTo>
                  <a:cubicBezTo>
                    <a:pt x="772" y="722"/>
                    <a:pt x="772" y="722"/>
                    <a:pt x="772" y="722"/>
                  </a:cubicBezTo>
                  <a:cubicBezTo>
                    <a:pt x="861" y="722"/>
                    <a:pt x="861" y="722"/>
                    <a:pt x="861" y="722"/>
                  </a:cubicBezTo>
                  <a:cubicBezTo>
                    <a:pt x="1013" y="571"/>
                    <a:pt x="1013" y="571"/>
                    <a:pt x="1013" y="571"/>
                  </a:cubicBezTo>
                  <a:cubicBezTo>
                    <a:pt x="1014" y="570"/>
                    <a:pt x="1015" y="569"/>
                    <a:pt x="1016" y="569"/>
                  </a:cubicBezTo>
                  <a:cubicBezTo>
                    <a:pt x="1045" y="569"/>
                    <a:pt x="1045" y="569"/>
                    <a:pt x="1045" y="569"/>
                  </a:cubicBezTo>
                  <a:cubicBezTo>
                    <a:pt x="1045" y="579"/>
                    <a:pt x="1045" y="579"/>
                    <a:pt x="1045" y="579"/>
                  </a:cubicBezTo>
                  <a:cubicBezTo>
                    <a:pt x="1018" y="579"/>
                    <a:pt x="1018" y="579"/>
                    <a:pt x="1018" y="579"/>
                  </a:cubicBezTo>
                  <a:cubicBezTo>
                    <a:pt x="867" y="731"/>
                    <a:pt x="867" y="731"/>
                    <a:pt x="867" y="731"/>
                  </a:cubicBezTo>
                  <a:cubicBezTo>
                    <a:pt x="866" y="732"/>
                    <a:pt x="865" y="733"/>
                    <a:pt x="863" y="733"/>
                  </a:cubicBezTo>
                  <a:lnTo>
                    <a:pt x="770" y="7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1" name="Oval 556"/>
            <p:cNvSpPr>
              <a:spLocks noChangeArrowheads="1"/>
            </p:cNvSpPr>
            <p:nvPr/>
          </p:nvSpPr>
          <p:spPr bwMode="auto">
            <a:xfrm flipV="1">
              <a:off x="3803652" y="6165849"/>
              <a:ext cx="101600" cy="1016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2" name="Freeform 557"/>
            <p:cNvSpPr>
              <a:spLocks noEditPoints="1"/>
            </p:cNvSpPr>
            <p:nvPr/>
          </p:nvSpPr>
          <p:spPr bwMode="auto">
            <a:xfrm flipV="1">
              <a:off x="2295527" y="53403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3 h 25"/>
                <a:gd name="T12" fmla="*/ 12 w 25"/>
                <a:gd name="T13" fmla="*/ 5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3" name="Freeform 558"/>
            <p:cNvSpPr>
              <a:spLocks noEditPoints="1"/>
            </p:cNvSpPr>
            <p:nvPr/>
          </p:nvSpPr>
          <p:spPr bwMode="auto">
            <a:xfrm flipV="1">
              <a:off x="2681289" y="4984748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5 w 25"/>
                <a:gd name="T23" fmla="*/ 13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4" name="Freeform 559"/>
            <p:cNvSpPr>
              <a:spLocks/>
            </p:cNvSpPr>
            <p:nvPr/>
          </p:nvSpPr>
          <p:spPr bwMode="auto">
            <a:xfrm flipV="1">
              <a:off x="-1900236" y="1797048"/>
              <a:ext cx="3981450" cy="1446213"/>
            </a:xfrm>
            <a:custGeom>
              <a:avLst/>
              <a:gdLst>
                <a:gd name="T0" fmla="*/ 603 w 1061"/>
                <a:gd name="T1" fmla="*/ 385 h 385"/>
                <a:gd name="T2" fmla="*/ 0 w 1061"/>
                <a:gd name="T3" fmla="*/ 385 h 385"/>
                <a:gd name="T4" fmla="*/ 0 w 1061"/>
                <a:gd name="T5" fmla="*/ 371 h 385"/>
                <a:gd name="T6" fmla="*/ 600 w 1061"/>
                <a:gd name="T7" fmla="*/ 371 h 385"/>
                <a:gd name="T8" fmla="*/ 969 w 1061"/>
                <a:gd name="T9" fmla="*/ 2 h 385"/>
                <a:gd name="T10" fmla="*/ 974 w 1061"/>
                <a:gd name="T11" fmla="*/ 0 h 385"/>
                <a:gd name="T12" fmla="*/ 1061 w 1061"/>
                <a:gd name="T13" fmla="*/ 0 h 385"/>
                <a:gd name="T14" fmla="*/ 1061 w 1061"/>
                <a:gd name="T15" fmla="*/ 13 h 385"/>
                <a:gd name="T16" fmla="*/ 977 w 1061"/>
                <a:gd name="T17" fmla="*/ 13 h 385"/>
                <a:gd name="T18" fmla="*/ 607 w 1061"/>
                <a:gd name="T19" fmla="*/ 383 h 385"/>
                <a:gd name="T20" fmla="*/ 603 w 1061"/>
                <a:gd name="T21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1" h="385">
                  <a:moveTo>
                    <a:pt x="603" y="385"/>
                  </a:moveTo>
                  <a:cubicBezTo>
                    <a:pt x="0" y="385"/>
                    <a:pt x="0" y="385"/>
                    <a:pt x="0" y="385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600" y="371"/>
                    <a:pt x="600" y="371"/>
                    <a:pt x="600" y="371"/>
                  </a:cubicBezTo>
                  <a:cubicBezTo>
                    <a:pt x="969" y="2"/>
                    <a:pt x="969" y="2"/>
                    <a:pt x="969" y="2"/>
                  </a:cubicBezTo>
                  <a:cubicBezTo>
                    <a:pt x="971" y="0"/>
                    <a:pt x="972" y="0"/>
                    <a:pt x="974" y="0"/>
                  </a:cubicBezTo>
                  <a:cubicBezTo>
                    <a:pt x="1061" y="0"/>
                    <a:pt x="1061" y="0"/>
                    <a:pt x="1061" y="0"/>
                  </a:cubicBezTo>
                  <a:cubicBezTo>
                    <a:pt x="1061" y="13"/>
                    <a:pt x="1061" y="13"/>
                    <a:pt x="1061" y="13"/>
                  </a:cubicBezTo>
                  <a:cubicBezTo>
                    <a:pt x="977" y="13"/>
                    <a:pt x="977" y="13"/>
                    <a:pt x="977" y="13"/>
                  </a:cubicBezTo>
                  <a:cubicBezTo>
                    <a:pt x="607" y="383"/>
                    <a:pt x="607" y="383"/>
                    <a:pt x="607" y="383"/>
                  </a:cubicBezTo>
                  <a:cubicBezTo>
                    <a:pt x="606" y="384"/>
                    <a:pt x="604" y="385"/>
                    <a:pt x="603" y="3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5" name="Freeform 560"/>
            <p:cNvSpPr>
              <a:spLocks/>
            </p:cNvSpPr>
            <p:nvPr/>
          </p:nvSpPr>
          <p:spPr bwMode="auto">
            <a:xfrm flipV="1">
              <a:off x="-77786" y="3543299"/>
              <a:ext cx="962025" cy="355600"/>
            </a:xfrm>
            <a:custGeom>
              <a:avLst/>
              <a:gdLst>
                <a:gd name="T0" fmla="*/ 253 w 256"/>
                <a:gd name="T1" fmla="*/ 95 h 95"/>
                <a:gd name="T2" fmla="*/ 162 w 256"/>
                <a:gd name="T3" fmla="*/ 3 h 95"/>
                <a:gd name="T4" fmla="*/ 22 w 256"/>
                <a:gd name="T5" fmla="*/ 3 h 95"/>
                <a:gd name="T6" fmla="*/ 3 w 256"/>
                <a:gd name="T7" fmla="*/ 22 h 95"/>
                <a:gd name="T8" fmla="*/ 3 w 256"/>
                <a:gd name="T9" fmla="*/ 47 h 95"/>
                <a:gd name="T10" fmla="*/ 24 w 256"/>
                <a:gd name="T11" fmla="*/ 68 h 95"/>
                <a:gd name="T12" fmla="*/ 99 w 256"/>
                <a:gd name="T13" fmla="*/ 68 h 95"/>
                <a:gd name="T14" fmla="*/ 113 w 256"/>
                <a:gd name="T15" fmla="*/ 53 h 95"/>
                <a:gd name="T16" fmla="*/ 115 w 256"/>
                <a:gd name="T17" fmla="*/ 56 h 95"/>
                <a:gd name="T18" fmla="*/ 100 w 256"/>
                <a:gd name="T19" fmla="*/ 71 h 95"/>
                <a:gd name="T20" fmla="*/ 99 w 256"/>
                <a:gd name="T21" fmla="*/ 71 h 95"/>
                <a:gd name="T22" fmla="*/ 24 w 256"/>
                <a:gd name="T23" fmla="*/ 71 h 95"/>
                <a:gd name="T24" fmla="*/ 22 w 256"/>
                <a:gd name="T25" fmla="*/ 71 h 95"/>
                <a:gd name="T26" fmla="*/ 0 w 256"/>
                <a:gd name="T27" fmla="*/ 49 h 95"/>
                <a:gd name="T28" fmla="*/ 0 w 256"/>
                <a:gd name="T29" fmla="*/ 48 h 95"/>
                <a:gd name="T30" fmla="*/ 0 w 256"/>
                <a:gd name="T31" fmla="*/ 21 h 95"/>
                <a:gd name="T32" fmla="*/ 0 w 256"/>
                <a:gd name="T33" fmla="*/ 20 h 95"/>
                <a:gd name="T34" fmla="*/ 20 w 256"/>
                <a:gd name="T35" fmla="*/ 0 h 95"/>
                <a:gd name="T36" fmla="*/ 22 w 256"/>
                <a:gd name="T37" fmla="*/ 0 h 95"/>
                <a:gd name="T38" fmla="*/ 162 w 256"/>
                <a:gd name="T39" fmla="*/ 0 h 95"/>
                <a:gd name="T40" fmla="*/ 164 w 256"/>
                <a:gd name="T41" fmla="*/ 0 h 95"/>
                <a:gd name="T42" fmla="*/ 256 w 256"/>
                <a:gd name="T43" fmla="*/ 92 h 95"/>
                <a:gd name="T44" fmla="*/ 253 w 256"/>
                <a:gd name="T4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95">
                  <a:moveTo>
                    <a:pt x="253" y="95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00" y="71"/>
                    <a:pt x="100" y="71"/>
                    <a:pt x="100" y="71"/>
                  </a:cubicBezTo>
                  <a:cubicBezTo>
                    <a:pt x="100" y="71"/>
                    <a:pt x="100" y="71"/>
                    <a:pt x="99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3" y="71"/>
                    <a:pt x="23" y="71"/>
                    <a:pt x="22" y="7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3" y="0"/>
                    <a:pt x="163" y="0"/>
                    <a:pt x="164" y="0"/>
                  </a:cubicBezTo>
                  <a:cubicBezTo>
                    <a:pt x="256" y="92"/>
                    <a:pt x="256" y="92"/>
                    <a:pt x="256" y="92"/>
                  </a:cubicBezTo>
                  <a:lnTo>
                    <a:pt x="253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6" name="Freeform 561"/>
            <p:cNvSpPr>
              <a:spLocks noEditPoints="1"/>
            </p:cNvSpPr>
            <p:nvPr/>
          </p:nvSpPr>
          <p:spPr bwMode="auto">
            <a:xfrm flipV="1">
              <a:off x="-2411411" y="43910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4 w 25"/>
                <a:gd name="T19" fmla="*/ 3 h 24"/>
                <a:gd name="T20" fmla="*/ 0 w 25"/>
                <a:gd name="T21" fmla="*/ 12 h 24"/>
                <a:gd name="T22" fmla="*/ 4 w 25"/>
                <a:gd name="T23" fmla="*/ 21 h 24"/>
                <a:gd name="T24" fmla="*/ 12 w 25"/>
                <a:gd name="T25" fmla="*/ 24 h 24"/>
                <a:gd name="T26" fmla="*/ 21 w 25"/>
                <a:gd name="T27" fmla="*/ 21 h 24"/>
                <a:gd name="T28" fmla="*/ 25 w 25"/>
                <a:gd name="T29" fmla="*/ 12 h 24"/>
                <a:gd name="T30" fmla="*/ 21 w 25"/>
                <a:gd name="T31" fmla="*/ 3 h 24"/>
                <a:gd name="T32" fmla="*/ 12 w 25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6" y="6"/>
                    <a:pt x="17" y="7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9"/>
                    <a:pt x="14" y="19"/>
                    <a:pt x="12" y="19"/>
                  </a:cubicBezTo>
                  <a:cubicBezTo>
                    <a:pt x="10" y="19"/>
                    <a:pt x="9" y="19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9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8"/>
                    <a:pt x="25" y="15"/>
                    <a:pt x="25" y="12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7" name="Freeform 562"/>
            <p:cNvSpPr>
              <a:spLocks noEditPoints="1"/>
            </p:cNvSpPr>
            <p:nvPr/>
          </p:nvSpPr>
          <p:spPr bwMode="auto">
            <a:xfrm flipV="1">
              <a:off x="-2212973" y="4379911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9 w 26"/>
                <a:gd name="T3" fmla="*/ 8 h 25"/>
                <a:gd name="T4" fmla="*/ 19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2 h 25"/>
                <a:gd name="T22" fmla="*/ 13 w 26"/>
                <a:gd name="T23" fmla="*/ 25 h 25"/>
                <a:gd name="T24" fmla="*/ 22 w 26"/>
                <a:gd name="T25" fmla="*/ 22 h 25"/>
                <a:gd name="T26" fmla="*/ 26 w 26"/>
                <a:gd name="T27" fmla="*/ 13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7" y="6"/>
                    <a:pt x="19" y="8"/>
                  </a:cubicBezTo>
                  <a:cubicBezTo>
                    <a:pt x="21" y="11"/>
                    <a:pt x="21" y="15"/>
                    <a:pt x="19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2" y="20"/>
                    <a:pt x="10" y="19"/>
                    <a:pt x="8" y="18"/>
                  </a:cubicBezTo>
                  <a:cubicBezTo>
                    <a:pt x="6" y="15"/>
                    <a:pt x="6" y="11"/>
                    <a:pt x="8" y="8"/>
                  </a:cubicBezTo>
                  <a:cubicBezTo>
                    <a:pt x="10" y="6"/>
                    <a:pt x="12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2"/>
                    <a:pt x="5" y="4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7" y="24"/>
                    <a:pt x="10" y="25"/>
                    <a:pt x="13" y="25"/>
                  </a:cubicBezTo>
                  <a:cubicBezTo>
                    <a:pt x="17" y="25"/>
                    <a:pt x="20" y="24"/>
                    <a:pt x="22" y="22"/>
                  </a:cubicBezTo>
                  <a:cubicBezTo>
                    <a:pt x="25" y="19"/>
                    <a:pt x="26" y="16"/>
                    <a:pt x="26" y="13"/>
                  </a:cubicBezTo>
                  <a:cubicBezTo>
                    <a:pt x="26" y="10"/>
                    <a:pt x="25" y="6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8" name="Freeform 563"/>
            <p:cNvSpPr>
              <a:spLocks noEditPoints="1"/>
            </p:cNvSpPr>
            <p:nvPr/>
          </p:nvSpPr>
          <p:spPr bwMode="auto">
            <a:xfrm flipV="1">
              <a:off x="-1893886" y="4132261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18 w 25"/>
                <a:gd name="T3" fmla="*/ 8 h 25"/>
                <a:gd name="T4" fmla="*/ 18 w 25"/>
                <a:gd name="T5" fmla="*/ 18 h 25"/>
                <a:gd name="T6" fmla="*/ 13 w 25"/>
                <a:gd name="T7" fmla="*/ 20 h 25"/>
                <a:gd name="T8" fmla="*/ 8 w 25"/>
                <a:gd name="T9" fmla="*/ 18 h 25"/>
                <a:gd name="T10" fmla="*/ 8 w 25"/>
                <a:gd name="T11" fmla="*/ 8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4 w 25"/>
                <a:gd name="T19" fmla="*/ 4 h 25"/>
                <a:gd name="T20" fmla="*/ 0 w 25"/>
                <a:gd name="T21" fmla="*/ 13 h 25"/>
                <a:gd name="T22" fmla="*/ 4 w 25"/>
                <a:gd name="T23" fmla="*/ 22 h 25"/>
                <a:gd name="T24" fmla="*/ 13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3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5" y="6"/>
                    <a:pt x="16" y="6"/>
                    <a:pt x="18" y="8"/>
                  </a:cubicBezTo>
                  <a:cubicBezTo>
                    <a:pt x="21" y="11"/>
                    <a:pt x="21" y="15"/>
                    <a:pt x="18" y="18"/>
                  </a:cubicBezTo>
                  <a:cubicBezTo>
                    <a:pt x="16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1"/>
                    <a:pt x="8" y="8"/>
                  </a:cubicBezTo>
                  <a:cubicBezTo>
                    <a:pt x="9" y="6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2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1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9"/>
                    <a:pt x="24" y="6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9" name="Freeform 564"/>
            <p:cNvSpPr>
              <a:spLocks noEditPoints="1"/>
            </p:cNvSpPr>
            <p:nvPr/>
          </p:nvSpPr>
          <p:spPr bwMode="auto">
            <a:xfrm flipV="1">
              <a:off x="-1127123" y="3659185"/>
              <a:ext cx="100012" cy="90488"/>
            </a:xfrm>
            <a:custGeom>
              <a:avLst/>
              <a:gdLst>
                <a:gd name="T0" fmla="*/ 14 w 27"/>
                <a:gd name="T1" fmla="*/ 5 h 24"/>
                <a:gd name="T2" fmla="*/ 18 w 27"/>
                <a:gd name="T3" fmla="*/ 7 h 24"/>
                <a:gd name="T4" fmla="*/ 18 w 27"/>
                <a:gd name="T5" fmla="*/ 17 h 24"/>
                <a:gd name="T6" fmla="*/ 14 w 27"/>
                <a:gd name="T7" fmla="*/ 19 h 24"/>
                <a:gd name="T8" fmla="*/ 9 w 27"/>
                <a:gd name="T9" fmla="*/ 17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4"/>
                    <a:pt x="18" y="17"/>
                  </a:cubicBezTo>
                  <a:cubicBezTo>
                    <a:pt x="17" y="18"/>
                    <a:pt x="15" y="19"/>
                    <a:pt x="14" y="19"/>
                  </a:cubicBezTo>
                  <a:cubicBezTo>
                    <a:pt x="12" y="19"/>
                    <a:pt x="10" y="18"/>
                    <a:pt x="9" y="17"/>
                  </a:cubicBezTo>
                  <a:cubicBezTo>
                    <a:pt x="6" y="14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0" name="Freeform 565"/>
            <p:cNvSpPr>
              <a:spLocks noEditPoints="1"/>
            </p:cNvSpPr>
            <p:nvPr/>
          </p:nvSpPr>
          <p:spPr bwMode="auto">
            <a:xfrm flipV="1">
              <a:off x="-1390648" y="3898898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9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13 w 26"/>
                <a:gd name="T17" fmla="*/ 0 h 24"/>
                <a:gd name="T18" fmla="*/ 5 w 26"/>
                <a:gd name="T19" fmla="*/ 3 h 24"/>
                <a:gd name="T20" fmla="*/ 5 w 26"/>
                <a:gd name="T21" fmla="*/ 20 h 24"/>
                <a:gd name="T22" fmla="*/ 13 w 26"/>
                <a:gd name="T23" fmla="*/ 24 h 24"/>
                <a:gd name="T24" fmla="*/ 22 w 26"/>
                <a:gd name="T25" fmla="*/ 20 h 24"/>
                <a:gd name="T26" fmla="*/ 22 w 26"/>
                <a:gd name="T27" fmla="*/ 3 h 24"/>
                <a:gd name="T28" fmla="*/ 13 w 26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7" y="5"/>
                    <a:pt x="18" y="7"/>
                  </a:cubicBezTo>
                  <a:cubicBezTo>
                    <a:pt x="21" y="9"/>
                    <a:pt x="21" y="14"/>
                    <a:pt x="18" y="16"/>
                  </a:cubicBezTo>
                  <a:cubicBezTo>
                    <a:pt x="17" y="18"/>
                    <a:pt x="15" y="19"/>
                    <a:pt x="13" y="19"/>
                  </a:cubicBezTo>
                  <a:cubicBezTo>
                    <a:pt x="11" y="19"/>
                    <a:pt x="10" y="18"/>
                    <a:pt x="8" y="16"/>
                  </a:cubicBezTo>
                  <a:cubicBezTo>
                    <a:pt x="6" y="14"/>
                    <a:pt x="6" y="9"/>
                    <a:pt x="8" y="7"/>
                  </a:cubicBezTo>
                  <a:cubicBezTo>
                    <a:pt x="10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3" y="24"/>
                  </a:cubicBezTo>
                  <a:cubicBezTo>
                    <a:pt x="16" y="24"/>
                    <a:pt x="19" y="22"/>
                    <a:pt x="22" y="20"/>
                  </a:cubicBezTo>
                  <a:cubicBezTo>
                    <a:pt x="26" y="15"/>
                    <a:pt x="26" y="8"/>
                    <a:pt x="22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1" name="Freeform 566"/>
            <p:cNvSpPr>
              <a:spLocks noEditPoints="1"/>
            </p:cNvSpPr>
            <p:nvPr/>
          </p:nvSpPr>
          <p:spPr bwMode="auto">
            <a:xfrm flipV="1">
              <a:off x="-708023" y="3557585"/>
              <a:ext cx="101600" cy="90488"/>
            </a:xfrm>
            <a:custGeom>
              <a:avLst/>
              <a:gdLst>
                <a:gd name="T0" fmla="*/ 14 w 27"/>
                <a:gd name="T1" fmla="*/ 5 h 24"/>
                <a:gd name="T2" fmla="*/ 19 w 27"/>
                <a:gd name="T3" fmla="*/ 7 h 24"/>
                <a:gd name="T4" fmla="*/ 19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5"/>
                    <a:pt x="19" y="7"/>
                  </a:cubicBezTo>
                  <a:cubicBezTo>
                    <a:pt x="21" y="9"/>
                    <a:pt x="21" y="14"/>
                    <a:pt x="19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6" y="14"/>
                    <a:pt x="6" y="9"/>
                    <a:pt x="9" y="7"/>
                  </a:cubicBezTo>
                  <a:cubicBezTo>
                    <a:pt x="10" y="5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5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2" name="Freeform 567"/>
            <p:cNvSpPr>
              <a:spLocks noEditPoints="1"/>
            </p:cNvSpPr>
            <p:nvPr/>
          </p:nvSpPr>
          <p:spPr bwMode="auto">
            <a:xfrm flipV="1">
              <a:off x="-796923" y="3843336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7 w 24"/>
                <a:gd name="T3" fmla="*/ 8 h 24"/>
                <a:gd name="T4" fmla="*/ 17 w 24"/>
                <a:gd name="T5" fmla="*/ 17 h 24"/>
                <a:gd name="T6" fmla="*/ 12 w 24"/>
                <a:gd name="T7" fmla="*/ 19 h 24"/>
                <a:gd name="T8" fmla="*/ 7 w 24"/>
                <a:gd name="T9" fmla="*/ 17 h 24"/>
                <a:gd name="T10" fmla="*/ 7 w 24"/>
                <a:gd name="T11" fmla="*/ 8 h 24"/>
                <a:gd name="T12" fmla="*/ 12 w 24"/>
                <a:gd name="T13" fmla="*/ 6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0 w 24"/>
                <a:gd name="T27" fmla="*/ 21 h 24"/>
                <a:gd name="T28" fmla="*/ 24 w 24"/>
                <a:gd name="T29" fmla="*/ 12 h 24"/>
                <a:gd name="T30" fmla="*/ 20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4" y="6"/>
                    <a:pt x="15" y="6"/>
                    <a:pt x="17" y="8"/>
                  </a:cubicBezTo>
                  <a:cubicBezTo>
                    <a:pt x="19" y="10"/>
                    <a:pt x="19" y="15"/>
                    <a:pt x="17" y="17"/>
                  </a:cubicBezTo>
                  <a:cubicBezTo>
                    <a:pt x="15" y="19"/>
                    <a:pt x="14" y="19"/>
                    <a:pt x="12" y="19"/>
                  </a:cubicBezTo>
                  <a:cubicBezTo>
                    <a:pt x="10" y="19"/>
                    <a:pt x="8" y="19"/>
                    <a:pt x="7" y="17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3" name="Freeform 568"/>
            <p:cNvSpPr>
              <a:spLocks noEditPoints="1"/>
            </p:cNvSpPr>
            <p:nvPr/>
          </p:nvSpPr>
          <p:spPr bwMode="auto">
            <a:xfrm flipV="1">
              <a:off x="-2163761" y="41211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19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3 h 25"/>
                <a:gd name="T20" fmla="*/ 0 w 26"/>
                <a:gd name="T21" fmla="*/ 12 h 25"/>
                <a:gd name="T22" fmla="*/ 4 w 26"/>
                <a:gd name="T23" fmla="*/ 21 h 25"/>
                <a:gd name="T24" fmla="*/ 13 w 26"/>
                <a:gd name="T25" fmla="*/ 25 h 25"/>
                <a:gd name="T26" fmla="*/ 21 w 26"/>
                <a:gd name="T27" fmla="*/ 21 h 25"/>
                <a:gd name="T28" fmla="*/ 21 w 26"/>
                <a:gd name="T29" fmla="*/ 3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6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6" y="16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4" name="Freeform 569"/>
            <p:cNvSpPr>
              <a:spLocks/>
            </p:cNvSpPr>
            <p:nvPr/>
          </p:nvSpPr>
          <p:spPr bwMode="auto">
            <a:xfrm flipV="1">
              <a:off x="-2339973" y="3898899"/>
              <a:ext cx="1568450" cy="657225"/>
            </a:xfrm>
            <a:custGeom>
              <a:avLst/>
              <a:gdLst>
                <a:gd name="T0" fmla="*/ 416 w 418"/>
                <a:gd name="T1" fmla="*/ 175 h 175"/>
                <a:gd name="T2" fmla="*/ 282 w 418"/>
                <a:gd name="T3" fmla="*/ 41 h 175"/>
                <a:gd name="T4" fmla="*/ 108 w 418"/>
                <a:gd name="T5" fmla="*/ 41 h 175"/>
                <a:gd name="T6" fmla="*/ 107 w 418"/>
                <a:gd name="T7" fmla="*/ 41 h 175"/>
                <a:gd name="T8" fmla="*/ 69 w 418"/>
                <a:gd name="T9" fmla="*/ 3 h 175"/>
                <a:gd name="T10" fmla="*/ 25 w 418"/>
                <a:gd name="T11" fmla="*/ 3 h 175"/>
                <a:gd name="T12" fmla="*/ 2 w 418"/>
                <a:gd name="T13" fmla="*/ 26 h 175"/>
                <a:gd name="T14" fmla="*/ 0 w 418"/>
                <a:gd name="T15" fmla="*/ 23 h 175"/>
                <a:gd name="T16" fmla="*/ 23 w 418"/>
                <a:gd name="T17" fmla="*/ 0 h 175"/>
                <a:gd name="T18" fmla="*/ 24 w 418"/>
                <a:gd name="T19" fmla="*/ 0 h 175"/>
                <a:gd name="T20" fmla="*/ 24 w 418"/>
                <a:gd name="T21" fmla="*/ 0 h 175"/>
                <a:gd name="T22" fmla="*/ 70 w 418"/>
                <a:gd name="T23" fmla="*/ 0 h 175"/>
                <a:gd name="T24" fmla="*/ 71 w 418"/>
                <a:gd name="T25" fmla="*/ 0 h 175"/>
                <a:gd name="T26" fmla="*/ 109 w 418"/>
                <a:gd name="T27" fmla="*/ 38 h 175"/>
                <a:gd name="T28" fmla="*/ 283 w 418"/>
                <a:gd name="T29" fmla="*/ 38 h 175"/>
                <a:gd name="T30" fmla="*/ 284 w 418"/>
                <a:gd name="T31" fmla="*/ 38 h 175"/>
                <a:gd name="T32" fmla="*/ 418 w 418"/>
                <a:gd name="T33" fmla="*/ 173 h 175"/>
                <a:gd name="T34" fmla="*/ 416 w 418"/>
                <a:gd name="T3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8" h="175">
                  <a:moveTo>
                    <a:pt x="416" y="175"/>
                  </a:moveTo>
                  <a:cubicBezTo>
                    <a:pt x="282" y="41"/>
                    <a:pt x="282" y="41"/>
                    <a:pt x="282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8" y="41"/>
                    <a:pt x="107" y="41"/>
                    <a:pt x="107" y="41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1" y="0"/>
                    <a:pt x="71" y="0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283" y="38"/>
                    <a:pt x="283" y="38"/>
                    <a:pt x="283" y="38"/>
                  </a:cubicBezTo>
                  <a:cubicBezTo>
                    <a:pt x="283" y="38"/>
                    <a:pt x="283" y="38"/>
                    <a:pt x="284" y="38"/>
                  </a:cubicBezTo>
                  <a:cubicBezTo>
                    <a:pt x="418" y="173"/>
                    <a:pt x="418" y="173"/>
                    <a:pt x="418" y="173"/>
                  </a:cubicBezTo>
                  <a:lnTo>
                    <a:pt x="416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5" name="Freeform 570"/>
            <p:cNvSpPr>
              <a:spLocks/>
            </p:cNvSpPr>
            <p:nvPr/>
          </p:nvSpPr>
          <p:spPr bwMode="auto">
            <a:xfrm flipV="1">
              <a:off x="-2141536" y="3617911"/>
              <a:ext cx="1471612" cy="781050"/>
            </a:xfrm>
            <a:custGeom>
              <a:avLst/>
              <a:gdLst>
                <a:gd name="T0" fmla="*/ 389 w 392"/>
                <a:gd name="T1" fmla="*/ 208 h 208"/>
                <a:gd name="T2" fmla="*/ 211 w 392"/>
                <a:gd name="T3" fmla="*/ 30 h 208"/>
                <a:gd name="T4" fmla="*/ 28 w 392"/>
                <a:gd name="T5" fmla="*/ 30 h 208"/>
                <a:gd name="T6" fmla="*/ 27 w 392"/>
                <a:gd name="T7" fmla="*/ 29 h 208"/>
                <a:gd name="T8" fmla="*/ 0 w 392"/>
                <a:gd name="T9" fmla="*/ 3 h 208"/>
                <a:gd name="T10" fmla="*/ 3 w 392"/>
                <a:gd name="T11" fmla="*/ 0 h 208"/>
                <a:gd name="T12" fmla="*/ 29 w 392"/>
                <a:gd name="T13" fmla="*/ 26 h 208"/>
                <a:gd name="T14" fmla="*/ 211 w 392"/>
                <a:gd name="T15" fmla="*/ 26 h 208"/>
                <a:gd name="T16" fmla="*/ 213 w 392"/>
                <a:gd name="T17" fmla="*/ 27 h 208"/>
                <a:gd name="T18" fmla="*/ 392 w 392"/>
                <a:gd name="T19" fmla="*/ 206 h 208"/>
                <a:gd name="T20" fmla="*/ 389 w 392"/>
                <a:gd name="T21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2" h="208">
                  <a:moveTo>
                    <a:pt x="389" y="208"/>
                  </a:moveTo>
                  <a:cubicBezTo>
                    <a:pt x="211" y="30"/>
                    <a:pt x="211" y="30"/>
                    <a:pt x="211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7" y="2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11" y="26"/>
                    <a:pt x="211" y="26"/>
                    <a:pt x="211" y="26"/>
                  </a:cubicBezTo>
                  <a:cubicBezTo>
                    <a:pt x="212" y="26"/>
                    <a:pt x="212" y="27"/>
                    <a:pt x="213" y="27"/>
                  </a:cubicBezTo>
                  <a:cubicBezTo>
                    <a:pt x="392" y="206"/>
                    <a:pt x="392" y="206"/>
                    <a:pt x="392" y="206"/>
                  </a:cubicBezTo>
                  <a:lnTo>
                    <a:pt x="389" y="2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6" name="Freeform 571"/>
            <p:cNvSpPr>
              <a:spLocks/>
            </p:cNvSpPr>
            <p:nvPr/>
          </p:nvSpPr>
          <p:spPr bwMode="auto">
            <a:xfrm flipV="1">
              <a:off x="-2089148" y="3733798"/>
              <a:ext cx="1020762" cy="417513"/>
            </a:xfrm>
            <a:custGeom>
              <a:avLst/>
              <a:gdLst>
                <a:gd name="T0" fmla="*/ 272 w 272"/>
                <a:gd name="T1" fmla="*/ 111 h 111"/>
                <a:gd name="T2" fmla="*/ 269 w 272"/>
                <a:gd name="T3" fmla="*/ 111 h 111"/>
                <a:gd name="T4" fmla="*/ 269 w 272"/>
                <a:gd name="T5" fmla="*/ 83 h 111"/>
                <a:gd name="T6" fmla="*/ 211 w 272"/>
                <a:gd name="T7" fmla="*/ 25 h 111"/>
                <a:gd name="T8" fmla="*/ 23 w 272"/>
                <a:gd name="T9" fmla="*/ 25 h 111"/>
                <a:gd name="T10" fmla="*/ 22 w 272"/>
                <a:gd name="T11" fmla="*/ 25 h 111"/>
                <a:gd name="T12" fmla="*/ 0 w 272"/>
                <a:gd name="T13" fmla="*/ 3 h 111"/>
                <a:gd name="T14" fmla="*/ 3 w 272"/>
                <a:gd name="T15" fmla="*/ 0 h 111"/>
                <a:gd name="T16" fmla="*/ 24 w 272"/>
                <a:gd name="T17" fmla="*/ 22 h 111"/>
                <a:gd name="T18" fmla="*/ 212 w 272"/>
                <a:gd name="T19" fmla="*/ 22 h 111"/>
                <a:gd name="T20" fmla="*/ 213 w 272"/>
                <a:gd name="T21" fmla="*/ 22 h 111"/>
                <a:gd name="T22" fmla="*/ 271 w 272"/>
                <a:gd name="T23" fmla="*/ 81 h 111"/>
                <a:gd name="T24" fmla="*/ 272 w 272"/>
                <a:gd name="T25" fmla="*/ 82 h 111"/>
                <a:gd name="T26" fmla="*/ 272 w 272"/>
                <a:gd name="T2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2" h="111">
                  <a:moveTo>
                    <a:pt x="272" y="111"/>
                  </a:moveTo>
                  <a:cubicBezTo>
                    <a:pt x="269" y="111"/>
                    <a:pt x="269" y="111"/>
                    <a:pt x="269" y="111"/>
                  </a:cubicBezTo>
                  <a:cubicBezTo>
                    <a:pt x="269" y="83"/>
                    <a:pt x="269" y="83"/>
                    <a:pt x="269" y="83"/>
                  </a:cubicBezTo>
                  <a:cubicBezTo>
                    <a:pt x="211" y="25"/>
                    <a:pt x="211" y="25"/>
                    <a:pt x="211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12" y="22"/>
                    <a:pt x="212" y="22"/>
                    <a:pt x="212" y="22"/>
                  </a:cubicBezTo>
                  <a:cubicBezTo>
                    <a:pt x="212" y="22"/>
                    <a:pt x="213" y="22"/>
                    <a:pt x="213" y="22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2" y="81"/>
                    <a:pt x="272" y="82"/>
                  </a:cubicBezTo>
                  <a:lnTo>
                    <a:pt x="272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7" name="Freeform 572"/>
            <p:cNvSpPr>
              <a:spLocks/>
            </p:cNvSpPr>
            <p:nvPr/>
          </p:nvSpPr>
          <p:spPr bwMode="auto">
            <a:xfrm flipV="1">
              <a:off x="-1814511" y="3625849"/>
              <a:ext cx="869950" cy="561975"/>
            </a:xfrm>
            <a:custGeom>
              <a:avLst/>
              <a:gdLst>
                <a:gd name="T0" fmla="*/ 211 w 232"/>
                <a:gd name="T1" fmla="*/ 150 h 150"/>
                <a:gd name="T2" fmla="*/ 180 w 232"/>
                <a:gd name="T3" fmla="*/ 150 h 150"/>
                <a:gd name="T4" fmla="*/ 179 w 232"/>
                <a:gd name="T5" fmla="*/ 150 h 150"/>
                <a:gd name="T6" fmla="*/ 126 w 232"/>
                <a:gd name="T7" fmla="*/ 96 h 150"/>
                <a:gd name="T8" fmla="*/ 125 w 232"/>
                <a:gd name="T9" fmla="*/ 95 h 150"/>
                <a:gd name="T10" fmla="*/ 125 w 232"/>
                <a:gd name="T11" fmla="*/ 74 h 150"/>
                <a:gd name="T12" fmla="*/ 128 w 232"/>
                <a:gd name="T13" fmla="*/ 74 h 150"/>
                <a:gd name="T14" fmla="*/ 128 w 232"/>
                <a:gd name="T15" fmla="*/ 94 h 150"/>
                <a:gd name="T16" fmla="*/ 181 w 232"/>
                <a:gd name="T17" fmla="*/ 147 h 150"/>
                <a:gd name="T18" fmla="*/ 211 w 232"/>
                <a:gd name="T19" fmla="*/ 147 h 150"/>
                <a:gd name="T20" fmla="*/ 228 w 232"/>
                <a:gd name="T21" fmla="*/ 129 h 150"/>
                <a:gd name="T22" fmla="*/ 228 w 232"/>
                <a:gd name="T23" fmla="*/ 103 h 150"/>
                <a:gd name="T24" fmla="*/ 130 w 232"/>
                <a:gd name="T25" fmla="*/ 4 h 150"/>
                <a:gd name="T26" fmla="*/ 0 w 232"/>
                <a:gd name="T27" fmla="*/ 4 h 150"/>
                <a:gd name="T28" fmla="*/ 0 w 232"/>
                <a:gd name="T29" fmla="*/ 0 h 150"/>
                <a:gd name="T30" fmla="*/ 130 w 232"/>
                <a:gd name="T31" fmla="*/ 0 h 150"/>
                <a:gd name="T32" fmla="*/ 131 w 232"/>
                <a:gd name="T33" fmla="*/ 1 h 150"/>
                <a:gd name="T34" fmla="*/ 231 w 232"/>
                <a:gd name="T35" fmla="*/ 101 h 150"/>
                <a:gd name="T36" fmla="*/ 232 w 232"/>
                <a:gd name="T37" fmla="*/ 102 h 150"/>
                <a:gd name="T38" fmla="*/ 232 w 232"/>
                <a:gd name="T39" fmla="*/ 130 h 150"/>
                <a:gd name="T40" fmla="*/ 231 w 232"/>
                <a:gd name="T41" fmla="*/ 131 h 150"/>
                <a:gd name="T42" fmla="*/ 213 w 232"/>
                <a:gd name="T43" fmla="*/ 150 h 150"/>
                <a:gd name="T44" fmla="*/ 211 w 232"/>
                <a:gd name="T4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50">
                  <a:moveTo>
                    <a:pt x="211" y="150"/>
                  </a:moveTo>
                  <a:cubicBezTo>
                    <a:pt x="180" y="150"/>
                    <a:pt x="180" y="150"/>
                    <a:pt x="180" y="150"/>
                  </a:cubicBezTo>
                  <a:cubicBezTo>
                    <a:pt x="180" y="150"/>
                    <a:pt x="179" y="150"/>
                    <a:pt x="179" y="150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5" y="96"/>
                    <a:pt x="125" y="95"/>
                    <a:pt x="125" y="95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8" y="74"/>
                    <a:pt x="128" y="74"/>
                    <a:pt x="128" y="7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81" y="147"/>
                    <a:pt x="181" y="147"/>
                    <a:pt x="181" y="147"/>
                  </a:cubicBezTo>
                  <a:cubicBezTo>
                    <a:pt x="211" y="147"/>
                    <a:pt x="211" y="147"/>
                    <a:pt x="211" y="147"/>
                  </a:cubicBezTo>
                  <a:cubicBezTo>
                    <a:pt x="228" y="129"/>
                    <a:pt x="228" y="129"/>
                    <a:pt x="228" y="129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1" y="0"/>
                    <a:pt x="131" y="1"/>
                    <a:pt x="131" y="1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1" y="101"/>
                    <a:pt x="232" y="101"/>
                    <a:pt x="232" y="102"/>
                  </a:cubicBezTo>
                  <a:cubicBezTo>
                    <a:pt x="232" y="130"/>
                    <a:pt x="232" y="130"/>
                    <a:pt x="232" y="130"/>
                  </a:cubicBezTo>
                  <a:cubicBezTo>
                    <a:pt x="232" y="130"/>
                    <a:pt x="231" y="131"/>
                    <a:pt x="231" y="131"/>
                  </a:cubicBezTo>
                  <a:cubicBezTo>
                    <a:pt x="213" y="150"/>
                    <a:pt x="213" y="150"/>
                    <a:pt x="213" y="150"/>
                  </a:cubicBezTo>
                  <a:cubicBezTo>
                    <a:pt x="212" y="150"/>
                    <a:pt x="212" y="150"/>
                    <a:pt x="211" y="1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8" name="Freeform 573"/>
            <p:cNvSpPr>
              <a:spLocks noEditPoints="1"/>
            </p:cNvSpPr>
            <p:nvPr/>
          </p:nvSpPr>
          <p:spPr bwMode="auto">
            <a:xfrm flipV="1">
              <a:off x="-3063873" y="3543298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7 w 24"/>
                <a:gd name="T3" fmla="*/ 8 h 25"/>
                <a:gd name="T4" fmla="*/ 17 w 24"/>
                <a:gd name="T5" fmla="*/ 18 h 25"/>
                <a:gd name="T6" fmla="*/ 12 w 24"/>
                <a:gd name="T7" fmla="*/ 20 h 25"/>
                <a:gd name="T8" fmla="*/ 7 w 24"/>
                <a:gd name="T9" fmla="*/ 18 h 25"/>
                <a:gd name="T10" fmla="*/ 7 w 24"/>
                <a:gd name="T11" fmla="*/ 8 h 25"/>
                <a:gd name="T12" fmla="*/ 12 w 24"/>
                <a:gd name="T13" fmla="*/ 5 h 25"/>
                <a:gd name="T14" fmla="*/ 12 w 24"/>
                <a:gd name="T15" fmla="*/ 0 h 25"/>
                <a:gd name="T16" fmla="*/ 12 w 24"/>
                <a:gd name="T17" fmla="*/ 0 h 25"/>
                <a:gd name="T18" fmla="*/ 3 w 24"/>
                <a:gd name="T19" fmla="*/ 4 h 25"/>
                <a:gd name="T20" fmla="*/ 0 w 24"/>
                <a:gd name="T21" fmla="*/ 13 h 25"/>
                <a:gd name="T22" fmla="*/ 3 w 24"/>
                <a:gd name="T23" fmla="*/ 21 h 25"/>
                <a:gd name="T24" fmla="*/ 12 w 24"/>
                <a:gd name="T25" fmla="*/ 25 h 25"/>
                <a:gd name="T26" fmla="*/ 21 w 24"/>
                <a:gd name="T27" fmla="*/ 21 h 25"/>
                <a:gd name="T28" fmla="*/ 24 w 24"/>
                <a:gd name="T29" fmla="*/ 13 h 25"/>
                <a:gd name="T30" fmla="*/ 21 w 24"/>
                <a:gd name="T31" fmla="*/ 4 h 25"/>
                <a:gd name="T32" fmla="*/ 12 w 2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4" y="5"/>
                    <a:pt x="16" y="6"/>
                    <a:pt x="17" y="8"/>
                  </a:cubicBezTo>
                  <a:cubicBezTo>
                    <a:pt x="20" y="10"/>
                    <a:pt x="20" y="15"/>
                    <a:pt x="17" y="18"/>
                  </a:cubicBezTo>
                  <a:cubicBezTo>
                    <a:pt x="16" y="19"/>
                    <a:pt x="14" y="20"/>
                    <a:pt x="12" y="20"/>
                  </a:cubicBezTo>
                  <a:cubicBezTo>
                    <a:pt x="10" y="20"/>
                    <a:pt x="8" y="19"/>
                    <a:pt x="7" y="18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8" y="24"/>
                    <a:pt x="21" y="21"/>
                  </a:cubicBezTo>
                  <a:cubicBezTo>
                    <a:pt x="23" y="19"/>
                    <a:pt x="24" y="16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9" name="Freeform 574"/>
            <p:cNvSpPr>
              <a:spLocks noEditPoints="1"/>
            </p:cNvSpPr>
            <p:nvPr/>
          </p:nvSpPr>
          <p:spPr bwMode="auto">
            <a:xfrm flipV="1">
              <a:off x="-3055936" y="3744911"/>
              <a:ext cx="96837" cy="95250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4 h 25"/>
                <a:gd name="T20" fmla="*/ 0 w 26"/>
                <a:gd name="T21" fmla="*/ 13 h 25"/>
                <a:gd name="T22" fmla="*/ 4 w 26"/>
                <a:gd name="T23" fmla="*/ 21 h 25"/>
                <a:gd name="T24" fmla="*/ 13 w 26"/>
                <a:gd name="T25" fmla="*/ 25 h 25"/>
                <a:gd name="T26" fmla="*/ 22 w 26"/>
                <a:gd name="T27" fmla="*/ 21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10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0" name="Freeform 575"/>
            <p:cNvSpPr>
              <a:spLocks noEditPoints="1"/>
            </p:cNvSpPr>
            <p:nvPr/>
          </p:nvSpPr>
          <p:spPr bwMode="auto">
            <a:xfrm flipV="1">
              <a:off x="-2813048" y="4060823"/>
              <a:ext cx="101600" cy="93663"/>
            </a:xfrm>
            <a:custGeom>
              <a:avLst/>
              <a:gdLst>
                <a:gd name="T0" fmla="*/ 14 w 27"/>
                <a:gd name="T1" fmla="*/ 5 h 25"/>
                <a:gd name="T2" fmla="*/ 19 w 27"/>
                <a:gd name="T3" fmla="*/ 7 h 25"/>
                <a:gd name="T4" fmla="*/ 19 w 27"/>
                <a:gd name="T5" fmla="*/ 17 h 25"/>
                <a:gd name="T6" fmla="*/ 14 w 27"/>
                <a:gd name="T7" fmla="*/ 20 h 25"/>
                <a:gd name="T8" fmla="*/ 9 w 27"/>
                <a:gd name="T9" fmla="*/ 17 h 25"/>
                <a:gd name="T10" fmla="*/ 9 w 27"/>
                <a:gd name="T11" fmla="*/ 7 h 25"/>
                <a:gd name="T12" fmla="*/ 14 w 27"/>
                <a:gd name="T13" fmla="*/ 5 h 25"/>
                <a:gd name="T14" fmla="*/ 14 w 27"/>
                <a:gd name="T15" fmla="*/ 0 h 25"/>
                <a:gd name="T16" fmla="*/ 14 w 27"/>
                <a:gd name="T17" fmla="*/ 0 h 25"/>
                <a:gd name="T18" fmla="*/ 5 w 27"/>
                <a:gd name="T19" fmla="*/ 4 h 25"/>
                <a:gd name="T20" fmla="*/ 5 w 27"/>
                <a:gd name="T21" fmla="*/ 21 h 25"/>
                <a:gd name="T22" fmla="*/ 14 w 27"/>
                <a:gd name="T23" fmla="*/ 25 h 25"/>
                <a:gd name="T24" fmla="*/ 23 w 27"/>
                <a:gd name="T25" fmla="*/ 21 h 25"/>
                <a:gd name="T26" fmla="*/ 23 w 27"/>
                <a:gd name="T27" fmla="*/ 4 h 25"/>
                <a:gd name="T28" fmla="*/ 14 w 27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14" y="5"/>
                  </a:moveTo>
                  <a:cubicBezTo>
                    <a:pt x="16" y="5"/>
                    <a:pt x="17" y="6"/>
                    <a:pt x="19" y="7"/>
                  </a:cubicBezTo>
                  <a:cubicBezTo>
                    <a:pt x="22" y="10"/>
                    <a:pt x="22" y="15"/>
                    <a:pt x="19" y="17"/>
                  </a:cubicBezTo>
                  <a:cubicBezTo>
                    <a:pt x="18" y="19"/>
                    <a:pt x="16" y="20"/>
                    <a:pt x="14" y="20"/>
                  </a:cubicBezTo>
                  <a:cubicBezTo>
                    <a:pt x="12" y="20"/>
                    <a:pt x="10" y="19"/>
                    <a:pt x="9" y="17"/>
                  </a:cubicBezTo>
                  <a:cubicBezTo>
                    <a:pt x="6" y="15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1" y="25"/>
                    <a:pt x="14" y="25"/>
                  </a:cubicBezTo>
                  <a:cubicBezTo>
                    <a:pt x="17" y="25"/>
                    <a:pt x="20" y="23"/>
                    <a:pt x="23" y="21"/>
                  </a:cubicBezTo>
                  <a:cubicBezTo>
                    <a:pt x="27" y="16"/>
                    <a:pt x="27" y="8"/>
                    <a:pt x="23" y="4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1" name="Freeform 576"/>
            <p:cNvSpPr>
              <a:spLocks noEditPoints="1"/>
            </p:cNvSpPr>
            <p:nvPr/>
          </p:nvSpPr>
          <p:spPr bwMode="auto">
            <a:xfrm flipV="1">
              <a:off x="-1052511" y="24923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6 w 24"/>
                <a:gd name="T3" fmla="*/ 7 h 24"/>
                <a:gd name="T4" fmla="*/ 16 w 24"/>
                <a:gd name="T5" fmla="*/ 16 h 24"/>
                <a:gd name="T6" fmla="*/ 12 w 24"/>
                <a:gd name="T7" fmla="*/ 19 h 24"/>
                <a:gd name="T8" fmla="*/ 7 w 24"/>
                <a:gd name="T9" fmla="*/ 16 h 24"/>
                <a:gd name="T10" fmla="*/ 7 w 24"/>
                <a:gd name="T11" fmla="*/ 7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3 w 24"/>
                <a:gd name="T21" fmla="*/ 20 h 24"/>
                <a:gd name="T22" fmla="*/ 12 w 24"/>
                <a:gd name="T23" fmla="*/ 24 h 24"/>
                <a:gd name="T24" fmla="*/ 20 w 24"/>
                <a:gd name="T25" fmla="*/ 20 h 24"/>
                <a:gd name="T26" fmla="*/ 24 w 24"/>
                <a:gd name="T27" fmla="*/ 12 h 24"/>
                <a:gd name="T28" fmla="*/ 20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3" y="5"/>
                    <a:pt x="15" y="5"/>
                    <a:pt x="16" y="7"/>
                  </a:cubicBezTo>
                  <a:cubicBezTo>
                    <a:pt x="19" y="9"/>
                    <a:pt x="19" y="14"/>
                    <a:pt x="16" y="16"/>
                  </a:cubicBezTo>
                  <a:cubicBezTo>
                    <a:pt x="15" y="18"/>
                    <a:pt x="13" y="19"/>
                    <a:pt x="12" y="19"/>
                  </a:cubicBezTo>
                  <a:cubicBezTo>
                    <a:pt x="10" y="19"/>
                    <a:pt x="8" y="18"/>
                    <a:pt x="7" y="16"/>
                  </a:cubicBezTo>
                  <a:cubicBezTo>
                    <a:pt x="4" y="14"/>
                    <a:pt x="4" y="9"/>
                    <a:pt x="7" y="7"/>
                  </a:cubicBezTo>
                  <a:cubicBezTo>
                    <a:pt x="8" y="5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2"/>
                    <a:pt x="8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8"/>
                    <a:pt x="22" y="5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2" name="Freeform 577"/>
            <p:cNvSpPr>
              <a:spLocks noEditPoints="1"/>
            </p:cNvSpPr>
            <p:nvPr/>
          </p:nvSpPr>
          <p:spPr bwMode="auto">
            <a:xfrm flipV="1">
              <a:off x="-1319211" y="2735260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3 w 25"/>
                <a:gd name="T17" fmla="*/ 4 h 24"/>
                <a:gd name="T18" fmla="*/ 0 w 25"/>
                <a:gd name="T19" fmla="*/ 12 h 24"/>
                <a:gd name="T20" fmla="*/ 3 w 25"/>
                <a:gd name="T21" fmla="*/ 21 h 24"/>
                <a:gd name="T22" fmla="*/ 12 w 25"/>
                <a:gd name="T23" fmla="*/ 24 h 24"/>
                <a:gd name="T24" fmla="*/ 20 w 25"/>
                <a:gd name="T25" fmla="*/ 21 h 24"/>
                <a:gd name="T26" fmla="*/ 20 w 25"/>
                <a:gd name="T27" fmla="*/ 4 h 24"/>
                <a:gd name="T28" fmla="*/ 12 w 25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5" y="6"/>
                    <a:pt x="17" y="7"/>
                  </a:cubicBezTo>
                  <a:cubicBezTo>
                    <a:pt x="19" y="10"/>
                    <a:pt x="19" y="14"/>
                    <a:pt x="17" y="17"/>
                  </a:cubicBezTo>
                  <a:cubicBezTo>
                    <a:pt x="15" y="18"/>
                    <a:pt x="14" y="19"/>
                    <a:pt x="12" y="19"/>
                  </a:cubicBezTo>
                  <a:cubicBezTo>
                    <a:pt x="10" y="19"/>
                    <a:pt x="8" y="18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5" y="16"/>
                    <a:pt x="25" y="8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3" name="Freeform 578"/>
            <p:cNvSpPr>
              <a:spLocks noEditPoints="1"/>
            </p:cNvSpPr>
            <p:nvPr/>
          </p:nvSpPr>
          <p:spPr bwMode="auto">
            <a:xfrm flipV="1">
              <a:off x="-636586" y="2390773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8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3 h 24"/>
                <a:gd name="T18" fmla="*/ 4 w 26"/>
                <a:gd name="T19" fmla="*/ 20 h 24"/>
                <a:gd name="T20" fmla="*/ 13 w 26"/>
                <a:gd name="T21" fmla="*/ 24 h 24"/>
                <a:gd name="T22" fmla="*/ 21 w 26"/>
                <a:gd name="T23" fmla="*/ 20 h 24"/>
                <a:gd name="T24" fmla="*/ 21 w 26"/>
                <a:gd name="T25" fmla="*/ 3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4" y="5"/>
                    <a:pt x="16" y="5"/>
                    <a:pt x="18" y="7"/>
                  </a:cubicBezTo>
                  <a:cubicBezTo>
                    <a:pt x="20" y="9"/>
                    <a:pt x="20" y="14"/>
                    <a:pt x="18" y="16"/>
                  </a:cubicBezTo>
                  <a:cubicBezTo>
                    <a:pt x="16" y="18"/>
                    <a:pt x="14" y="18"/>
                    <a:pt x="13" y="18"/>
                  </a:cubicBezTo>
                  <a:cubicBezTo>
                    <a:pt x="11" y="18"/>
                    <a:pt x="9" y="18"/>
                    <a:pt x="8" y="16"/>
                  </a:cubicBezTo>
                  <a:cubicBezTo>
                    <a:pt x="5" y="14"/>
                    <a:pt x="5" y="9"/>
                    <a:pt x="8" y="7"/>
                  </a:cubicBezTo>
                  <a:cubicBezTo>
                    <a:pt x="9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6" y="22"/>
                    <a:pt x="9" y="24"/>
                    <a:pt x="13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6" y="15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4" name="Freeform 579"/>
            <p:cNvSpPr>
              <a:spLocks noEditPoints="1"/>
            </p:cNvSpPr>
            <p:nvPr/>
          </p:nvSpPr>
          <p:spPr bwMode="auto">
            <a:xfrm flipV="1">
              <a:off x="-733423" y="2676523"/>
              <a:ext cx="96837" cy="88900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8 h 24"/>
                <a:gd name="T4" fmla="*/ 18 w 26"/>
                <a:gd name="T5" fmla="*/ 17 h 24"/>
                <a:gd name="T6" fmla="*/ 13 w 26"/>
                <a:gd name="T7" fmla="*/ 19 h 24"/>
                <a:gd name="T8" fmla="*/ 8 w 26"/>
                <a:gd name="T9" fmla="*/ 17 h 24"/>
                <a:gd name="T10" fmla="*/ 8 w 26"/>
                <a:gd name="T11" fmla="*/ 8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1 w 26"/>
                <a:gd name="T23" fmla="*/ 21 h 24"/>
                <a:gd name="T24" fmla="*/ 21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6" y="6"/>
                    <a:pt x="18" y="8"/>
                  </a:cubicBezTo>
                  <a:cubicBezTo>
                    <a:pt x="20" y="10"/>
                    <a:pt x="20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8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6" y="16"/>
                    <a:pt x="26" y="9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5" name="Freeform 580"/>
            <p:cNvSpPr>
              <a:spLocks noEditPoints="1"/>
            </p:cNvSpPr>
            <p:nvPr/>
          </p:nvSpPr>
          <p:spPr bwMode="auto">
            <a:xfrm flipV="1">
              <a:off x="-2801936" y="37909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20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1 h 25"/>
                <a:gd name="T22" fmla="*/ 13 w 26"/>
                <a:gd name="T23" fmla="*/ 25 h 25"/>
                <a:gd name="T24" fmla="*/ 22 w 26"/>
                <a:gd name="T25" fmla="*/ 21 h 25"/>
                <a:gd name="T26" fmla="*/ 26 w 26"/>
                <a:gd name="T27" fmla="*/ 12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10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10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7" y="25"/>
                    <a:pt x="20" y="23"/>
                    <a:pt x="22" y="21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9"/>
                    <a:pt x="24" y="6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6" name="Freeform 581"/>
            <p:cNvSpPr>
              <a:spLocks/>
            </p:cNvSpPr>
            <p:nvPr/>
          </p:nvSpPr>
          <p:spPr bwMode="auto">
            <a:xfrm flipV="1">
              <a:off x="-3003548" y="2555873"/>
              <a:ext cx="1984375" cy="1017588"/>
            </a:xfrm>
            <a:custGeom>
              <a:avLst/>
              <a:gdLst>
                <a:gd name="T0" fmla="*/ 526 w 529"/>
                <a:gd name="T1" fmla="*/ 271 h 271"/>
                <a:gd name="T2" fmla="*/ 512 w 529"/>
                <a:gd name="T3" fmla="*/ 257 h 271"/>
                <a:gd name="T4" fmla="*/ 512 w 529"/>
                <a:gd name="T5" fmla="*/ 256 h 271"/>
                <a:gd name="T6" fmla="*/ 512 w 529"/>
                <a:gd name="T7" fmla="*/ 226 h 271"/>
                <a:gd name="T8" fmla="*/ 418 w 529"/>
                <a:gd name="T9" fmla="*/ 132 h 271"/>
                <a:gd name="T10" fmla="*/ 307 w 529"/>
                <a:gd name="T11" fmla="*/ 132 h 271"/>
                <a:gd name="T12" fmla="*/ 243 w 529"/>
                <a:gd name="T13" fmla="*/ 197 h 271"/>
                <a:gd name="T14" fmla="*/ 242 w 529"/>
                <a:gd name="T15" fmla="*/ 197 h 271"/>
                <a:gd name="T16" fmla="*/ 196 w 529"/>
                <a:gd name="T17" fmla="*/ 197 h 271"/>
                <a:gd name="T18" fmla="*/ 194 w 529"/>
                <a:gd name="T19" fmla="*/ 197 h 271"/>
                <a:gd name="T20" fmla="*/ 0 w 529"/>
                <a:gd name="T21" fmla="*/ 2 h 271"/>
                <a:gd name="T22" fmla="*/ 2 w 529"/>
                <a:gd name="T23" fmla="*/ 0 h 271"/>
                <a:gd name="T24" fmla="*/ 196 w 529"/>
                <a:gd name="T25" fmla="*/ 194 h 271"/>
                <a:gd name="T26" fmla="*/ 241 w 529"/>
                <a:gd name="T27" fmla="*/ 194 h 271"/>
                <a:gd name="T28" fmla="*/ 305 w 529"/>
                <a:gd name="T29" fmla="*/ 129 h 271"/>
                <a:gd name="T30" fmla="*/ 306 w 529"/>
                <a:gd name="T31" fmla="*/ 129 h 271"/>
                <a:gd name="T32" fmla="*/ 419 w 529"/>
                <a:gd name="T33" fmla="*/ 129 h 271"/>
                <a:gd name="T34" fmla="*/ 420 w 529"/>
                <a:gd name="T35" fmla="*/ 129 h 271"/>
                <a:gd name="T36" fmla="*/ 515 w 529"/>
                <a:gd name="T37" fmla="*/ 224 h 271"/>
                <a:gd name="T38" fmla="*/ 515 w 529"/>
                <a:gd name="T39" fmla="*/ 225 h 271"/>
                <a:gd name="T40" fmla="*/ 515 w 529"/>
                <a:gd name="T41" fmla="*/ 255 h 271"/>
                <a:gd name="T42" fmla="*/ 529 w 529"/>
                <a:gd name="T43" fmla="*/ 269 h 271"/>
                <a:gd name="T44" fmla="*/ 526 w 529"/>
                <a:gd name="T45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9" h="271">
                  <a:moveTo>
                    <a:pt x="526" y="271"/>
                  </a:moveTo>
                  <a:cubicBezTo>
                    <a:pt x="512" y="257"/>
                    <a:pt x="512" y="257"/>
                    <a:pt x="512" y="257"/>
                  </a:cubicBezTo>
                  <a:cubicBezTo>
                    <a:pt x="512" y="257"/>
                    <a:pt x="512" y="257"/>
                    <a:pt x="512" y="256"/>
                  </a:cubicBezTo>
                  <a:cubicBezTo>
                    <a:pt x="512" y="226"/>
                    <a:pt x="512" y="226"/>
                    <a:pt x="512" y="226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307" y="132"/>
                    <a:pt x="307" y="132"/>
                    <a:pt x="307" y="132"/>
                  </a:cubicBezTo>
                  <a:cubicBezTo>
                    <a:pt x="243" y="197"/>
                    <a:pt x="243" y="197"/>
                    <a:pt x="243" y="197"/>
                  </a:cubicBezTo>
                  <a:cubicBezTo>
                    <a:pt x="243" y="197"/>
                    <a:pt x="242" y="197"/>
                    <a:pt x="242" y="197"/>
                  </a:cubicBezTo>
                  <a:cubicBezTo>
                    <a:pt x="196" y="197"/>
                    <a:pt x="196" y="197"/>
                    <a:pt x="196" y="197"/>
                  </a:cubicBezTo>
                  <a:cubicBezTo>
                    <a:pt x="195" y="197"/>
                    <a:pt x="195" y="197"/>
                    <a:pt x="194" y="1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241" y="194"/>
                    <a:pt x="241" y="194"/>
                    <a:pt x="241" y="194"/>
                  </a:cubicBezTo>
                  <a:cubicBezTo>
                    <a:pt x="305" y="129"/>
                    <a:pt x="305" y="129"/>
                    <a:pt x="305" y="129"/>
                  </a:cubicBezTo>
                  <a:cubicBezTo>
                    <a:pt x="306" y="129"/>
                    <a:pt x="306" y="129"/>
                    <a:pt x="306" y="129"/>
                  </a:cubicBezTo>
                  <a:cubicBezTo>
                    <a:pt x="419" y="129"/>
                    <a:pt x="419" y="129"/>
                    <a:pt x="419" y="129"/>
                  </a:cubicBezTo>
                  <a:cubicBezTo>
                    <a:pt x="419" y="129"/>
                    <a:pt x="419" y="129"/>
                    <a:pt x="420" y="129"/>
                  </a:cubicBezTo>
                  <a:cubicBezTo>
                    <a:pt x="515" y="224"/>
                    <a:pt x="515" y="224"/>
                    <a:pt x="515" y="224"/>
                  </a:cubicBezTo>
                  <a:cubicBezTo>
                    <a:pt x="515" y="225"/>
                    <a:pt x="515" y="225"/>
                    <a:pt x="515" y="225"/>
                  </a:cubicBezTo>
                  <a:cubicBezTo>
                    <a:pt x="515" y="255"/>
                    <a:pt x="515" y="255"/>
                    <a:pt x="515" y="255"/>
                  </a:cubicBezTo>
                  <a:cubicBezTo>
                    <a:pt x="529" y="269"/>
                    <a:pt x="529" y="269"/>
                    <a:pt x="529" y="269"/>
                  </a:cubicBezTo>
                  <a:lnTo>
                    <a:pt x="526" y="2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7" name="Freeform 582"/>
            <p:cNvSpPr>
              <a:spLocks/>
            </p:cNvSpPr>
            <p:nvPr/>
          </p:nvSpPr>
          <p:spPr bwMode="auto">
            <a:xfrm flipV="1">
              <a:off x="-2992436" y="2412998"/>
              <a:ext cx="2127250" cy="1366838"/>
            </a:xfrm>
            <a:custGeom>
              <a:avLst/>
              <a:gdLst>
                <a:gd name="T0" fmla="*/ 532 w 567"/>
                <a:gd name="T1" fmla="*/ 364 h 364"/>
                <a:gd name="T2" fmla="*/ 494 w 567"/>
                <a:gd name="T3" fmla="*/ 364 h 364"/>
                <a:gd name="T4" fmla="*/ 493 w 567"/>
                <a:gd name="T5" fmla="*/ 364 h 364"/>
                <a:gd name="T6" fmla="*/ 442 w 567"/>
                <a:gd name="T7" fmla="*/ 313 h 364"/>
                <a:gd name="T8" fmla="*/ 442 w 567"/>
                <a:gd name="T9" fmla="*/ 312 h 364"/>
                <a:gd name="T10" fmla="*/ 442 w 567"/>
                <a:gd name="T11" fmla="*/ 280 h 364"/>
                <a:gd name="T12" fmla="*/ 442 w 567"/>
                <a:gd name="T13" fmla="*/ 279 h 364"/>
                <a:gd name="T14" fmla="*/ 452 w 567"/>
                <a:gd name="T15" fmla="*/ 270 h 364"/>
                <a:gd name="T16" fmla="*/ 454 w 567"/>
                <a:gd name="T17" fmla="*/ 272 h 364"/>
                <a:gd name="T18" fmla="*/ 445 w 567"/>
                <a:gd name="T19" fmla="*/ 281 h 364"/>
                <a:gd name="T20" fmla="*/ 445 w 567"/>
                <a:gd name="T21" fmla="*/ 311 h 364"/>
                <a:gd name="T22" fmla="*/ 495 w 567"/>
                <a:gd name="T23" fmla="*/ 361 h 364"/>
                <a:gd name="T24" fmla="*/ 531 w 567"/>
                <a:gd name="T25" fmla="*/ 361 h 364"/>
                <a:gd name="T26" fmla="*/ 564 w 567"/>
                <a:gd name="T27" fmla="*/ 329 h 364"/>
                <a:gd name="T28" fmla="*/ 564 w 567"/>
                <a:gd name="T29" fmla="*/ 288 h 364"/>
                <a:gd name="T30" fmla="*/ 418 w 567"/>
                <a:gd name="T31" fmla="*/ 142 h 364"/>
                <a:gd name="T32" fmla="*/ 291 w 567"/>
                <a:gd name="T33" fmla="*/ 142 h 364"/>
                <a:gd name="T34" fmla="*/ 229 w 567"/>
                <a:gd name="T35" fmla="*/ 204 h 364"/>
                <a:gd name="T36" fmla="*/ 228 w 567"/>
                <a:gd name="T37" fmla="*/ 205 h 364"/>
                <a:gd name="T38" fmla="*/ 202 w 567"/>
                <a:gd name="T39" fmla="*/ 205 h 364"/>
                <a:gd name="T40" fmla="*/ 201 w 567"/>
                <a:gd name="T41" fmla="*/ 204 h 364"/>
                <a:gd name="T42" fmla="*/ 0 w 567"/>
                <a:gd name="T43" fmla="*/ 3 h 364"/>
                <a:gd name="T44" fmla="*/ 2 w 567"/>
                <a:gd name="T45" fmla="*/ 0 h 364"/>
                <a:gd name="T46" fmla="*/ 203 w 567"/>
                <a:gd name="T47" fmla="*/ 201 h 364"/>
                <a:gd name="T48" fmla="*/ 227 w 567"/>
                <a:gd name="T49" fmla="*/ 201 h 364"/>
                <a:gd name="T50" fmla="*/ 289 w 567"/>
                <a:gd name="T51" fmla="*/ 140 h 364"/>
                <a:gd name="T52" fmla="*/ 290 w 567"/>
                <a:gd name="T53" fmla="*/ 139 h 364"/>
                <a:gd name="T54" fmla="*/ 419 w 567"/>
                <a:gd name="T55" fmla="*/ 139 h 364"/>
                <a:gd name="T56" fmla="*/ 420 w 567"/>
                <a:gd name="T57" fmla="*/ 140 h 364"/>
                <a:gd name="T58" fmla="*/ 567 w 567"/>
                <a:gd name="T59" fmla="*/ 286 h 364"/>
                <a:gd name="T60" fmla="*/ 567 w 567"/>
                <a:gd name="T61" fmla="*/ 287 h 364"/>
                <a:gd name="T62" fmla="*/ 567 w 567"/>
                <a:gd name="T63" fmla="*/ 329 h 364"/>
                <a:gd name="T64" fmla="*/ 567 w 567"/>
                <a:gd name="T65" fmla="*/ 330 h 364"/>
                <a:gd name="T66" fmla="*/ 533 w 567"/>
                <a:gd name="T67" fmla="*/ 364 h 364"/>
                <a:gd name="T68" fmla="*/ 532 w 567"/>
                <a:gd name="T6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7" h="364">
                  <a:moveTo>
                    <a:pt x="532" y="364"/>
                  </a:moveTo>
                  <a:cubicBezTo>
                    <a:pt x="494" y="364"/>
                    <a:pt x="494" y="364"/>
                    <a:pt x="494" y="364"/>
                  </a:cubicBezTo>
                  <a:cubicBezTo>
                    <a:pt x="494" y="364"/>
                    <a:pt x="493" y="364"/>
                    <a:pt x="493" y="364"/>
                  </a:cubicBezTo>
                  <a:cubicBezTo>
                    <a:pt x="442" y="313"/>
                    <a:pt x="442" y="313"/>
                    <a:pt x="442" y="313"/>
                  </a:cubicBezTo>
                  <a:cubicBezTo>
                    <a:pt x="442" y="313"/>
                    <a:pt x="442" y="312"/>
                    <a:pt x="442" y="312"/>
                  </a:cubicBezTo>
                  <a:cubicBezTo>
                    <a:pt x="442" y="280"/>
                    <a:pt x="442" y="280"/>
                    <a:pt x="442" y="280"/>
                  </a:cubicBezTo>
                  <a:cubicBezTo>
                    <a:pt x="442" y="280"/>
                    <a:pt x="442" y="279"/>
                    <a:pt x="442" y="279"/>
                  </a:cubicBezTo>
                  <a:cubicBezTo>
                    <a:pt x="452" y="270"/>
                    <a:pt x="452" y="270"/>
                    <a:pt x="452" y="270"/>
                  </a:cubicBezTo>
                  <a:cubicBezTo>
                    <a:pt x="454" y="272"/>
                    <a:pt x="454" y="272"/>
                    <a:pt x="454" y="272"/>
                  </a:cubicBezTo>
                  <a:cubicBezTo>
                    <a:pt x="445" y="281"/>
                    <a:pt x="445" y="281"/>
                    <a:pt x="445" y="281"/>
                  </a:cubicBezTo>
                  <a:cubicBezTo>
                    <a:pt x="445" y="311"/>
                    <a:pt x="445" y="311"/>
                    <a:pt x="445" y="311"/>
                  </a:cubicBezTo>
                  <a:cubicBezTo>
                    <a:pt x="495" y="361"/>
                    <a:pt x="495" y="361"/>
                    <a:pt x="495" y="361"/>
                  </a:cubicBezTo>
                  <a:cubicBezTo>
                    <a:pt x="531" y="361"/>
                    <a:pt x="531" y="361"/>
                    <a:pt x="531" y="361"/>
                  </a:cubicBezTo>
                  <a:cubicBezTo>
                    <a:pt x="564" y="329"/>
                    <a:pt x="564" y="329"/>
                    <a:pt x="564" y="329"/>
                  </a:cubicBezTo>
                  <a:cubicBezTo>
                    <a:pt x="564" y="288"/>
                    <a:pt x="564" y="288"/>
                    <a:pt x="564" y="288"/>
                  </a:cubicBezTo>
                  <a:cubicBezTo>
                    <a:pt x="418" y="142"/>
                    <a:pt x="418" y="142"/>
                    <a:pt x="418" y="142"/>
                  </a:cubicBezTo>
                  <a:cubicBezTo>
                    <a:pt x="291" y="142"/>
                    <a:pt x="291" y="142"/>
                    <a:pt x="291" y="142"/>
                  </a:cubicBezTo>
                  <a:cubicBezTo>
                    <a:pt x="229" y="204"/>
                    <a:pt x="229" y="204"/>
                    <a:pt x="229" y="204"/>
                  </a:cubicBezTo>
                  <a:cubicBezTo>
                    <a:pt x="229" y="205"/>
                    <a:pt x="228" y="205"/>
                    <a:pt x="228" y="205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1" y="20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03" y="201"/>
                    <a:pt x="203" y="201"/>
                    <a:pt x="203" y="201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39"/>
                    <a:pt x="290" y="139"/>
                    <a:pt x="290" y="139"/>
                  </a:cubicBezTo>
                  <a:cubicBezTo>
                    <a:pt x="419" y="139"/>
                    <a:pt x="419" y="139"/>
                    <a:pt x="419" y="139"/>
                  </a:cubicBezTo>
                  <a:cubicBezTo>
                    <a:pt x="420" y="139"/>
                    <a:pt x="420" y="139"/>
                    <a:pt x="420" y="140"/>
                  </a:cubicBezTo>
                  <a:cubicBezTo>
                    <a:pt x="567" y="286"/>
                    <a:pt x="567" y="286"/>
                    <a:pt x="567" y="286"/>
                  </a:cubicBezTo>
                  <a:cubicBezTo>
                    <a:pt x="567" y="286"/>
                    <a:pt x="567" y="287"/>
                    <a:pt x="567" y="287"/>
                  </a:cubicBezTo>
                  <a:cubicBezTo>
                    <a:pt x="567" y="329"/>
                    <a:pt x="567" y="329"/>
                    <a:pt x="567" y="329"/>
                  </a:cubicBezTo>
                  <a:cubicBezTo>
                    <a:pt x="567" y="330"/>
                    <a:pt x="567" y="330"/>
                    <a:pt x="567" y="330"/>
                  </a:cubicBezTo>
                  <a:cubicBezTo>
                    <a:pt x="533" y="364"/>
                    <a:pt x="533" y="364"/>
                    <a:pt x="533" y="364"/>
                  </a:cubicBezTo>
                  <a:cubicBezTo>
                    <a:pt x="533" y="364"/>
                    <a:pt x="532" y="364"/>
                    <a:pt x="532" y="3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8" name="Freeform 583"/>
            <p:cNvSpPr>
              <a:spLocks/>
            </p:cNvSpPr>
            <p:nvPr/>
          </p:nvSpPr>
          <p:spPr bwMode="auto">
            <a:xfrm flipV="1">
              <a:off x="-2725736" y="2451099"/>
              <a:ext cx="2124075" cy="1358900"/>
            </a:xfrm>
            <a:custGeom>
              <a:avLst/>
              <a:gdLst>
                <a:gd name="T0" fmla="*/ 564 w 566"/>
                <a:gd name="T1" fmla="*/ 362 h 362"/>
                <a:gd name="T2" fmla="*/ 509 w 566"/>
                <a:gd name="T3" fmla="*/ 307 h 362"/>
                <a:gd name="T4" fmla="*/ 508 w 566"/>
                <a:gd name="T5" fmla="*/ 306 h 362"/>
                <a:gd name="T6" fmla="*/ 508 w 566"/>
                <a:gd name="T7" fmla="*/ 277 h 362"/>
                <a:gd name="T8" fmla="*/ 355 w 566"/>
                <a:gd name="T9" fmla="*/ 123 h 362"/>
                <a:gd name="T10" fmla="*/ 213 w 566"/>
                <a:gd name="T11" fmla="*/ 123 h 362"/>
                <a:gd name="T12" fmla="*/ 183 w 566"/>
                <a:gd name="T13" fmla="*/ 154 h 362"/>
                <a:gd name="T14" fmla="*/ 181 w 566"/>
                <a:gd name="T15" fmla="*/ 154 h 362"/>
                <a:gd name="T16" fmla="*/ 153 w 566"/>
                <a:gd name="T17" fmla="*/ 154 h 362"/>
                <a:gd name="T18" fmla="*/ 152 w 566"/>
                <a:gd name="T19" fmla="*/ 154 h 362"/>
                <a:gd name="T20" fmla="*/ 0 w 566"/>
                <a:gd name="T21" fmla="*/ 2 h 362"/>
                <a:gd name="T22" fmla="*/ 2 w 566"/>
                <a:gd name="T23" fmla="*/ 0 h 362"/>
                <a:gd name="T24" fmla="*/ 154 w 566"/>
                <a:gd name="T25" fmla="*/ 151 h 362"/>
                <a:gd name="T26" fmla="*/ 181 w 566"/>
                <a:gd name="T27" fmla="*/ 151 h 362"/>
                <a:gd name="T28" fmla="*/ 211 w 566"/>
                <a:gd name="T29" fmla="*/ 120 h 362"/>
                <a:gd name="T30" fmla="*/ 213 w 566"/>
                <a:gd name="T31" fmla="*/ 120 h 362"/>
                <a:gd name="T32" fmla="*/ 355 w 566"/>
                <a:gd name="T33" fmla="*/ 120 h 362"/>
                <a:gd name="T34" fmla="*/ 357 w 566"/>
                <a:gd name="T35" fmla="*/ 120 h 362"/>
                <a:gd name="T36" fmla="*/ 511 w 566"/>
                <a:gd name="T37" fmla="*/ 275 h 362"/>
                <a:gd name="T38" fmla="*/ 512 w 566"/>
                <a:gd name="T39" fmla="*/ 276 h 362"/>
                <a:gd name="T40" fmla="*/ 512 w 566"/>
                <a:gd name="T41" fmla="*/ 305 h 362"/>
                <a:gd name="T42" fmla="*/ 566 w 566"/>
                <a:gd name="T43" fmla="*/ 359 h 362"/>
                <a:gd name="T44" fmla="*/ 564 w 566"/>
                <a:gd name="T45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6" h="362">
                  <a:moveTo>
                    <a:pt x="564" y="362"/>
                  </a:moveTo>
                  <a:cubicBezTo>
                    <a:pt x="509" y="307"/>
                    <a:pt x="509" y="307"/>
                    <a:pt x="509" y="307"/>
                  </a:cubicBezTo>
                  <a:cubicBezTo>
                    <a:pt x="509" y="307"/>
                    <a:pt x="508" y="306"/>
                    <a:pt x="508" y="306"/>
                  </a:cubicBezTo>
                  <a:cubicBezTo>
                    <a:pt x="508" y="277"/>
                    <a:pt x="508" y="277"/>
                    <a:pt x="508" y="277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213" y="123"/>
                    <a:pt x="213" y="123"/>
                    <a:pt x="213" y="123"/>
                  </a:cubicBezTo>
                  <a:cubicBezTo>
                    <a:pt x="183" y="154"/>
                    <a:pt x="183" y="154"/>
                    <a:pt x="183" y="154"/>
                  </a:cubicBezTo>
                  <a:cubicBezTo>
                    <a:pt x="182" y="154"/>
                    <a:pt x="182" y="154"/>
                    <a:pt x="181" y="154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3" y="154"/>
                    <a:pt x="152" y="154"/>
                    <a:pt x="152" y="1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81" y="151"/>
                    <a:pt x="181" y="151"/>
                    <a:pt x="181" y="151"/>
                  </a:cubicBezTo>
                  <a:cubicBezTo>
                    <a:pt x="211" y="120"/>
                    <a:pt x="211" y="120"/>
                    <a:pt x="211" y="120"/>
                  </a:cubicBezTo>
                  <a:cubicBezTo>
                    <a:pt x="212" y="120"/>
                    <a:pt x="212" y="120"/>
                    <a:pt x="213" y="120"/>
                  </a:cubicBezTo>
                  <a:cubicBezTo>
                    <a:pt x="355" y="120"/>
                    <a:pt x="355" y="120"/>
                    <a:pt x="355" y="120"/>
                  </a:cubicBezTo>
                  <a:cubicBezTo>
                    <a:pt x="356" y="120"/>
                    <a:pt x="356" y="120"/>
                    <a:pt x="357" y="120"/>
                  </a:cubicBezTo>
                  <a:cubicBezTo>
                    <a:pt x="511" y="275"/>
                    <a:pt x="511" y="275"/>
                    <a:pt x="511" y="275"/>
                  </a:cubicBezTo>
                  <a:cubicBezTo>
                    <a:pt x="512" y="275"/>
                    <a:pt x="512" y="276"/>
                    <a:pt x="512" y="276"/>
                  </a:cubicBezTo>
                  <a:cubicBezTo>
                    <a:pt x="512" y="305"/>
                    <a:pt x="512" y="305"/>
                    <a:pt x="512" y="305"/>
                  </a:cubicBezTo>
                  <a:cubicBezTo>
                    <a:pt x="566" y="359"/>
                    <a:pt x="566" y="359"/>
                    <a:pt x="566" y="359"/>
                  </a:cubicBezTo>
                  <a:lnTo>
                    <a:pt x="564" y="3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9" name="Freeform 584"/>
            <p:cNvSpPr>
              <a:spLocks/>
            </p:cNvSpPr>
            <p:nvPr/>
          </p:nvSpPr>
          <p:spPr bwMode="auto">
            <a:xfrm flipV="1">
              <a:off x="-2741611" y="2754311"/>
              <a:ext cx="2071687" cy="1333500"/>
            </a:xfrm>
            <a:custGeom>
              <a:avLst/>
              <a:gdLst>
                <a:gd name="T0" fmla="*/ 552 w 552"/>
                <a:gd name="T1" fmla="*/ 355 h 355"/>
                <a:gd name="T2" fmla="*/ 549 w 552"/>
                <a:gd name="T3" fmla="*/ 355 h 355"/>
                <a:gd name="T4" fmla="*/ 549 w 552"/>
                <a:gd name="T5" fmla="*/ 337 h 355"/>
                <a:gd name="T6" fmla="*/ 360 w 552"/>
                <a:gd name="T7" fmla="*/ 148 h 355"/>
                <a:gd name="T8" fmla="*/ 211 w 552"/>
                <a:gd name="T9" fmla="*/ 148 h 355"/>
                <a:gd name="T10" fmla="*/ 195 w 552"/>
                <a:gd name="T11" fmla="*/ 164 h 355"/>
                <a:gd name="T12" fmla="*/ 193 w 552"/>
                <a:gd name="T13" fmla="*/ 165 h 355"/>
                <a:gd name="T14" fmla="*/ 163 w 552"/>
                <a:gd name="T15" fmla="*/ 165 h 355"/>
                <a:gd name="T16" fmla="*/ 162 w 552"/>
                <a:gd name="T17" fmla="*/ 164 h 355"/>
                <a:gd name="T18" fmla="*/ 0 w 552"/>
                <a:gd name="T19" fmla="*/ 2 h 355"/>
                <a:gd name="T20" fmla="*/ 3 w 552"/>
                <a:gd name="T21" fmla="*/ 0 h 355"/>
                <a:gd name="T22" fmla="*/ 164 w 552"/>
                <a:gd name="T23" fmla="*/ 161 h 355"/>
                <a:gd name="T24" fmla="*/ 193 w 552"/>
                <a:gd name="T25" fmla="*/ 161 h 355"/>
                <a:gd name="T26" fmla="*/ 209 w 552"/>
                <a:gd name="T27" fmla="*/ 145 h 355"/>
                <a:gd name="T28" fmla="*/ 210 w 552"/>
                <a:gd name="T29" fmla="*/ 145 h 355"/>
                <a:gd name="T30" fmla="*/ 361 w 552"/>
                <a:gd name="T31" fmla="*/ 145 h 355"/>
                <a:gd name="T32" fmla="*/ 362 w 552"/>
                <a:gd name="T33" fmla="*/ 145 h 355"/>
                <a:gd name="T34" fmla="*/ 552 w 552"/>
                <a:gd name="T35" fmla="*/ 335 h 355"/>
                <a:gd name="T36" fmla="*/ 552 w 552"/>
                <a:gd name="T37" fmla="*/ 336 h 355"/>
                <a:gd name="T38" fmla="*/ 552 w 552"/>
                <a:gd name="T39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2" h="355">
                  <a:moveTo>
                    <a:pt x="552" y="355"/>
                  </a:moveTo>
                  <a:cubicBezTo>
                    <a:pt x="549" y="355"/>
                    <a:pt x="549" y="355"/>
                    <a:pt x="549" y="355"/>
                  </a:cubicBezTo>
                  <a:cubicBezTo>
                    <a:pt x="549" y="337"/>
                    <a:pt x="549" y="337"/>
                    <a:pt x="549" y="337"/>
                  </a:cubicBezTo>
                  <a:cubicBezTo>
                    <a:pt x="360" y="148"/>
                    <a:pt x="360" y="148"/>
                    <a:pt x="360" y="148"/>
                  </a:cubicBezTo>
                  <a:cubicBezTo>
                    <a:pt x="211" y="148"/>
                    <a:pt x="211" y="148"/>
                    <a:pt x="211" y="148"/>
                  </a:cubicBezTo>
                  <a:cubicBezTo>
                    <a:pt x="195" y="164"/>
                    <a:pt x="195" y="164"/>
                    <a:pt x="195" y="164"/>
                  </a:cubicBezTo>
                  <a:cubicBezTo>
                    <a:pt x="194" y="164"/>
                    <a:pt x="194" y="165"/>
                    <a:pt x="193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3" y="165"/>
                    <a:pt x="162" y="164"/>
                    <a:pt x="162" y="16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64" y="161"/>
                    <a:pt x="164" y="161"/>
                    <a:pt x="164" y="161"/>
                  </a:cubicBezTo>
                  <a:cubicBezTo>
                    <a:pt x="193" y="161"/>
                    <a:pt x="193" y="161"/>
                    <a:pt x="193" y="161"/>
                  </a:cubicBezTo>
                  <a:cubicBezTo>
                    <a:pt x="209" y="145"/>
                    <a:pt x="209" y="145"/>
                    <a:pt x="209" y="145"/>
                  </a:cubicBezTo>
                  <a:cubicBezTo>
                    <a:pt x="209" y="145"/>
                    <a:pt x="210" y="145"/>
                    <a:pt x="210" y="145"/>
                  </a:cubicBezTo>
                  <a:cubicBezTo>
                    <a:pt x="361" y="145"/>
                    <a:pt x="361" y="145"/>
                    <a:pt x="361" y="145"/>
                  </a:cubicBezTo>
                  <a:cubicBezTo>
                    <a:pt x="361" y="145"/>
                    <a:pt x="362" y="145"/>
                    <a:pt x="362" y="145"/>
                  </a:cubicBezTo>
                  <a:cubicBezTo>
                    <a:pt x="552" y="335"/>
                    <a:pt x="552" y="335"/>
                    <a:pt x="552" y="335"/>
                  </a:cubicBezTo>
                  <a:cubicBezTo>
                    <a:pt x="552" y="335"/>
                    <a:pt x="552" y="336"/>
                    <a:pt x="552" y="336"/>
                  </a:cubicBezTo>
                  <a:lnTo>
                    <a:pt x="552" y="3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0" name="Freeform 801"/>
            <p:cNvSpPr>
              <a:spLocks noEditPoints="1"/>
            </p:cNvSpPr>
            <p:nvPr/>
          </p:nvSpPr>
          <p:spPr bwMode="auto">
            <a:xfrm flipV="1">
              <a:off x="1960564" y="6110285"/>
              <a:ext cx="98425" cy="90488"/>
            </a:xfrm>
            <a:custGeom>
              <a:avLst/>
              <a:gdLst>
                <a:gd name="T0" fmla="*/ 13 w 26"/>
                <a:gd name="T1" fmla="*/ 6 h 24"/>
                <a:gd name="T2" fmla="*/ 17 w 26"/>
                <a:gd name="T3" fmla="*/ 8 h 24"/>
                <a:gd name="T4" fmla="*/ 17 w 26"/>
                <a:gd name="T5" fmla="*/ 17 h 24"/>
                <a:gd name="T6" fmla="*/ 13 w 26"/>
                <a:gd name="T7" fmla="*/ 18 h 24"/>
                <a:gd name="T8" fmla="*/ 9 w 26"/>
                <a:gd name="T9" fmla="*/ 17 h 24"/>
                <a:gd name="T10" fmla="*/ 9 w 26"/>
                <a:gd name="T11" fmla="*/ 8 h 24"/>
                <a:gd name="T12" fmla="*/ 13 w 26"/>
                <a:gd name="T13" fmla="*/ 6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2 w 26"/>
                <a:gd name="T23" fmla="*/ 21 h 24"/>
                <a:gd name="T24" fmla="*/ 22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8"/>
                    <a:pt x="13" y="18"/>
                  </a:cubicBezTo>
                  <a:cubicBezTo>
                    <a:pt x="11" y="18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1"/>
                    <a:pt x="4" y="4"/>
                  </a:cubicBezTo>
                  <a:cubicBezTo>
                    <a:pt x="0" y="8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2" y="21"/>
                  </a:cubicBezTo>
                  <a:cubicBezTo>
                    <a:pt x="26" y="16"/>
                    <a:pt x="26" y="8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1" name="Freeform 802"/>
            <p:cNvSpPr>
              <a:spLocks noEditPoints="1"/>
            </p:cNvSpPr>
            <p:nvPr/>
          </p:nvSpPr>
          <p:spPr bwMode="auto">
            <a:xfrm flipV="1">
              <a:off x="2609852" y="5637210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7 w 26"/>
                <a:gd name="T3" fmla="*/ 8 h 25"/>
                <a:gd name="T4" fmla="*/ 17 w 26"/>
                <a:gd name="T5" fmla="*/ 17 h 25"/>
                <a:gd name="T6" fmla="*/ 13 w 26"/>
                <a:gd name="T7" fmla="*/ 19 h 25"/>
                <a:gd name="T8" fmla="*/ 9 w 26"/>
                <a:gd name="T9" fmla="*/ 17 h 25"/>
                <a:gd name="T10" fmla="*/ 9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4 w 26"/>
                <a:gd name="T17" fmla="*/ 4 h 25"/>
                <a:gd name="T18" fmla="*/ 4 w 26"/>
                <a:gd name="T19" fmla="*/ 21 h 25"/>
                <a:gd name="T20" fmla="*/ 13 w 26"/>
                <a:gd name="T21" fmla="*/ 25 h 25"/>
                <a:gd name="T22" fmla="*/ 22 w 26"/>
                <a:gd name="T23" fmla="*/ 21 h 25"/>
                <a:gd name="T24" fmla="*/ 22 w 26"/>
                <a:gd name="T25" fmla="*/ 4 h 25"/>
                <a:gd name="T26" fmla="*/ 13 w 26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9"/>
                    <a:pt x="13" y="19"/>
                  </a:cubicBezTo>
                  <a:cubicBezTo>
                    <a:pt x="11" y="19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6" y="25"/>
                    <a:pt x="19" y="23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2" name="Freeform 804"/>
            <p:cNvSpPr>
              <a:spLocks noEditPoints="1"/>
            </p:cNvSpPr>
            <p:nvPr/>
          </p:nvSpPr>
          <p:spPr bwMode="auto">
            <a:xfrm flipV="1">
              <a:off x="2191985" y="3470273"/>
              <a:ext cx="101600" cy="90488"/>
            </a:xfrm>
            <a:custGeom>
              <a:avLst/>
              <a:gdLst>
                <a:gd name="T0" fmla="*/ 14 w 27"/>
                <a:gd name="T1" fmla="*/ 6 h 24"/>
                <a:gd name="T2" fmla="*/ 18 w 27"/>
                <a:gd name="T3" fmla="*/ 8 h 24"/>
                <a:gd name="T4" fmla="*/ 18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8 h 24"/>
                <a:gd name="T12" fmla="*/ 14 w 27"/>
                <a:gd name="T13" fmla="*/ 6 h 24"/>
                <a:gd name="T14" fmla="*/ 14 w 27"/>
                <a:gd name="T15" fmla="*/ 0 h 24"/>
                <a:gd name="T16" fmla="*/ 5 w 27"/>
                <a:gd name="T17" fmla="*/ 3 h 24"/>
                <a:gd name="T18" fmla="*/ 5 w 27"/>
                <a:gd name="T19" fmla="*/ 21 h 24"/>
                <a:gd name="T20" fmla="*/ 14 w 27"/>
                <a:gd name="T21" fmla="*/ 24 h 24"/>
                <a:gd name="T22" fmla="*/ 22 w 27"/>
                <a:gd name="T23" fmla="*/ 21 h 24"/>
                <a:gd name="T24" fmla="*/ 22 w 27"/>
                <a:gd name="T25" fmla="*/ 3 h 24"/>
                <a:gd name="T26" fmla="*/ 14 w 27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4">
                  <a:moveTo>
                    <a:pt x="14" y="6"/>
                  </a:moveTo>
                  <a:cubicBezTo>
                    <a:pt x="15" y="6"/>
                    <a:pt x="17" y="6"/>
                    <a:pt x="18" y="8"/>
                  </a:cubicBezTo>
                  <a:cubicBezTo>
                    <a:pt x="20" y="10"/>
                    <a:pt x="20" y="14"/>
                    <a:pt x="18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7" y="14"/>
                    <a:pt x="7" y="10"/>
                    <a:pt x="9" y="8"/>
                  </a:cubicBezTo>
                  <a:cubicBezTo>
                    <a:pt x="10" y="6"/>
                    <a:pt x="12" y="6"/>
                    <a:pt x="14" y="6"/>
                  </a:cubicBezTo>
                  <a:close/>
                  <a:moveTo>
                    <a:pt x="14" y="0"/>
                  </a:move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4"/>
                    <a:pt x="14" y="24"/>
                  </a:cubicBezTo>
                  <a:cubicBezTo>
                    <a:pt x="17" y="24"/>
                    <a:pt x="20" y="23"/>
                    <a:pt x="22" y="21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3" name="任意多边形 1579"/>
            <p:cNvSpPr>
              <a:spLocks/>
            </p:cNvSpPr>
            <p:nvPr/>
          </p:nvSpPr>
          <p:spPr bwMode="auto">
            <a:xfrm flipV="1">
              <a:off x="3314562" y="4770340"/>
              <a:ext cx="3033852" cy="2698846"/>
            </a:xfrm>
            <a:custGeom>
              <a:avLst/>
              <a:gdLst>
                <a:gd name="connsiteX0" fmla="*/ 17697 w 3033852"/>
                <a:gd name="connsiteY0" fmla="*/ 2698846 h 2698846"/>
                <a:gd name="connsiteX1" fmla="*/ 114308 w 3033852"/>
                <a:gd name="connsiteY1" fmla="*/ 2602405 h 2698846"/>
                <a:gd name="connsiteX2" fmla="*/ 1206037 w 3033852"/>
                <a:gd name="connsiteY2" fmla="*/ 1512600 h 2698846"/>
                <a:gd name="connsiteX3" fmla="*/ 1382438 w 3033852"/>
                <a:gd name="connsiteY3" fmla="*/ 1512600 h 2698846"/>
                <a:gd name="connsiteX4" fmla="*/ 1393698 w 3033852"/>
                <a:gd name="connsiteY4" fmla="*/ 1508846 h 2698846"/>
                <a:gd name="connsiteX5" fmla="*/ 1926654 w 3033852"/>
                <a:gd name="connsiteY5" fmla="*/ 972118 h 2698846"/>
                <a:gd name="connsiteX6" fmla="*/ 2076783 w 3033852"/>
                <a:gd name="connsiteY6" fmla="*/ 972118 h 2698846"/>
                <a:gd name="connsiteX7" fmla="*/ 2084289 w 3033852"/>
                <a:gd name="connsiteY7" fmla="*/ 968364 h 2698846"/>
                <a:gd name="connsiteX8" fmla="*/ 3033852 w 3033852"/>
                <a:gd name="connsiteY8" fmla="*/ 18767 h 2698846"/>
                <a:gd name="connsiteX9" fmla="*/ 3015086 w 3033852"/>
                <a:gd name="connsiteY9" fmla="*/ 0 h 2698846"/>
                <a:gd name="connsiteX10" fmla="*/ 2069277 w 3033852"/>
                <a:gd name="connsiteY10" fmla="*/ 945844 h 2698846"/>
                <a:gd name="connsiteX11" fmla="*/ 1922901 w 3033852"/>
                <a:gd name="connsiteY11" fmla="*/ 945844 h 2698846"/>
                <a:gd name="connsiteX12" fmla="*/ 1911641 w 3033852"/>
                <a:gd name="connsiteY12" fmla="*/ 949597 h 2698846"/>
                <a:gd name="connsiteX13" fmla="*/ 1378685 w 3033852"/>
                <a:gd name="connsiteY13" fmla="*/ 1486326 h 2698846"/>
                <a:gd name="connsiteX14" fmla="*/ 1198531 w 3033852"/>
                <a:gd name="connsiteY14" fmla="*/ 1486326 h 2698846"/>
                <a:gd name="connsiteX15" fmla="*/ 1191025 w 3033852"/>
                <a:gd name="connsiteY15" fmla="*/ 1490080 h 2698846"/>
                <a:gd name="connsiteX16" fmla="*/ 67694 w 3033852"/>
                <a:gd name="connsiteY16" fmla="*/ 2613451 h 2698846"/>
                <a:gd name="connsiteX17" fmla="*/ 0 w 3033852"/>
                <a:gd name="connsiteY17" fmla="*/ 2681148 h 269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33852" h="2698846">
                  <a:moveTo>
                    <a:pt x="17697" y="2698846"/>
                  </a:moveTo>
                  <a:lnTo>
                    <a:pt x="114308" y="2602405"/>
                  </a:lnTo>
                  <a:cubicBezTo>
                    <a:pt x="392924" y="2324280"/>
                    <a:pt x="749553" y="1968280"/>
                    <a:pt x="1206037" y="1512600"/>
                  </a:cubicBezTo>
                  <a:cubicBezTo>
                    <a:pt x="1206037" y="1512600"/>
                    <a:pt x="1206037" y="1512600"/>
                    <a:pt x="1382438" y="1512600"/>
                  </a:cubicBezTo>
                  <a:cubicBezTo>
                    <a:pt x="1386192" y="1512600"/>
                    <a:pt x="1389945" y="1508846"/>
                    <a:pt x="1393698" y="1508846"/>
                  </a:cubicBezTo>
                  <a:cubicBezTo>
                    <a:pt x="1393698" y="1508846"/>
                    <a:pt x="1393698" y="1508846"/>
                    <a:pt x="1926654" y="972118"/>
                  </a:cubicBezTo>
                  <a:cubicBezTo>
                    <a:pt x="1926654" y="972118"/>
                    <a:pt x="1926654" y="972118"/>
                    <a:pt x="2076783" y="972118"/>
                  </a:cubicBezTo>
                  <a:cubicBezTo>
                    <a:pt x="2076783" y="972118"/>
                    <a:pt x="2080536" y="972118"/>
                    <a:pt x="2084289" y="968364"/>
                  </a:cubicBezTo>
                  <a:cubicBezTo>
                    <a:pt x="2084289" y="968364"/>
                    <a:pt x="2084289" y="968364"/>
                    <a:pt x="3033852" y="18767"/>
                  </a:cubicBezTo>
                  <a:cubicBezTo>
                    <a:pt x="3033852" y="18767"/>
                    <a:pt x="3033852" y="18767"/>
                    <a:pt x="3015086" y="0"/>
                  </a:cubicBezTo>
                  <a:cubicBezTo>
                    <a:pt x="3015086" y="0"/>
                    <a:pt x="3015086" y="0"/>
                    <a:pt x="2069277" y="945844"/>
                  </a:cubicBezTo>
                  <a:cubicBezTo>
                    <a:pt x="2069277" y="945844"/>
                    <a:pt x="2069277" y="945844"/>
                    <a:pt x="1922901" y="945844"/>
                  </a:cubicBezTo>
                  <a:cubicBezTo>
                    <a:pt x="1919148" y="945844"/>
                    <a:pt x="1915395" y="949597"/>
                    <a:pt x="1911641" y="949597"/>
                  </a:cubicBezTo>
                  <a:cubicBezTo>
                    <a:pt x="1911641" y="949597"/>
                    <a:pt x="1911641" y="949597"/>
                    <a:pt x="1378685" y="1486326"/>
                  </a:cubicBezTo>
                  <a:cubicBezTo>
                    <a:pt x="1378685" y="1486326"/>
                    <a:pt x="1378685" y="1486326"/>
                    <a:pt x="1198531" y="1486326"/>
                  </a:cubicBezTo>
                  <a:cubicBezTo>
                    <a:pt x="1194778" y="1486326"/>
                    <a:pt x="1191025" y="1486326"/>
                    <a:pt x="1191025" y="1490080"/>
                  </a:cubicBezTo>
                  <a:cubicBezTo>
                    <a:pt x="1191025" y="1490080"/>
                    <a:pt x="1191025" y="1490080"/>
                    <a:pt x="67694" y="2613451"/>
                  </a:cubicBezTo>
                  <a:lnTo>
                    <a:pt x="0" y="268114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4" name="任意多边形 1536"/>
            <p:cNvSpPr>
              <a:spLocks/>
            </p:cNvSpPr>
            <p:nvPr/>
          </p:nvSpPr>
          <p:spPr bwMode="auto">
            <a:xfrm flipV="1">
              <a:off x="2328508" y="3317874"/>
              <a:ext cx="663931" cy="2341563"/>
            </a:xfrm>
            <a:custGeom>
              <a:avLst/>
              <a:gdLst>
                <a:gd name="connsiteX0" fmla="*/ 0 w 663931"/>
                <a:gd name="connsiteY0" fmla="*/ 2341563 h 2341563"/>
                <a:gd name="connsiteX1" fmla="*/ 18755 w 663931"/>
                <a:gd name="connsiteY1" fmla="*/ 2341563 h 2341563"/>
                <a:gd name="connsiteX2" fmla="*/ 18755 w 663931"/>
                <a:gd name="connsiteY2" fmla="*/ 2312254 h 2341563"/>
                <a:gd name="connsiteX3" fmla="*/ 18755 w 663931"/>
                <a:gd name="connsiteY3" fmla="*/ 1756289 h 2341563"/>
                <a:gd name="connsiteX4" fmla="*/ 660180 w 663931"/>
                <a:gd name="connsiteY4" fmla="*/ 1114568 h 2341563"/>
                <a:gd name="connsiteX5" fmla="*/ 663931 w 663931"/>
                <a:gd name="connsiteY5" fmla="*/ 1107063 h 2341563"/>
                <a:gd name="connsiteX6" fmla="*/ 663931 w 663931"/>
                <a:gd name="connsiteY6" fmla="*/ 476600 h 2341563"/>
                <a:gd name="connsiteX7" fmla="*/ 660180 w 663931"/>
                <a:gd name="connsiteY7" fmla="*/ 469095 h 2341563"/>
                <a:gd name="connsiteX8" fmla="*/ 337592 w 663931"/>
                <a:gd name="connsiteY8" fmla="*/ 146358 h 2341563"/>
                <a:gd name="connsiteX9" fmla="*/ 337592 w 663931"/>
                <a:gd name="connsiteY9" fmla="*/ 0 h 2341563"/>
                <a:gd name="connsiteX10" fmla="*/ 315086 w 663931"/>
                <a:gd name="connsiteY10" fmla="*/ 0 h 2341563"/>
                <a:gd name="connsiteX11" fmla="*/ 315086 w 663931"/>
                <a:gd name="connsiteY11" fmla="*/ 150110 h 2341563"/>
                <a:gd name="connsiteX12" fmla="*/ 318837 w 663931"/>
                <a:gd name="connsiteY12" fmla="*/ 157616 h 2341563"/>
                <a:gd name="connsiteX13" fmla="*/ 641425 w 663931"/>
                <a:gd name="connsiteY13" fmla="*/ 480353 h 2341563"/>
                <a:gd name="connsiteX14" fmla="*/ 641425 w 663931"/>
                <a:gd name="connsiteY14" fmla="*/ 1103310 h 2341563"/>
                <a:gd name="connsiteX15" fmla="*/ 0 w 663931"/>
                <a:gd name="connsiteY15" fmla="*/ 1741278 h 2341563"/>
                <a:gd name="connsiteX16" fmla="*/ 0 w 663931"/>
                <a:gd name="connsiteY16" fmla="*/ 1748784 h 2341563"/>
                <a:gd name="connsiteX17" fmla="*/ 0 w 663931"/>
                <a:gd name="connsiteY17" fmla="*/ 2244052 h 234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3931" h="2341563">
                  <a:moveTo>
                    <a:pt x="0" y="2341563"/>
                  </a:moveTo>
                  <a:lnTo>
                    <a:pt x="18755" y="2341563"/>
                  </a:lnTo>
                  <a:lnTo>
                    <a:pt x="18755" y="2312254"/>
                  </a:lnTo>
                  <a:cubicBezTo>
                    <a:pt x="18755" y="2204509"/>
                    <a:pt x="18755" y="2032117"/>
                    <a:pt x="18755" y="1756289"/>
                  </a:cubicBezTo>
                  <a:cubicBezTo>
                    <a:pt x="18755" y="1756289"/>
                    <a:pt x="18755" y="1756289"/>
                    <a:pt x="660180" y="1114568"/>
                  </a:cubicBezTo>
                  <a:cubicBezTo>
                    <a:pt x="663931" y="1110816"/>
                    <a:pt x="663931" y="1110816"/>
                    <a:pt x="663931" y="1107063"/>
                  </a:cubicBezTo>
                  <a:cubicBezTo>
                    <a:pt x="663931" y="1107063"/>
                    <a:pt x="663931" y="1107063"/>
                    <a:pt x="663931" y="476600"/>
                  </a:cubicBezTo>
                  <a:cubicBezTo>
                    <a:pt x="663931" y="472847"/>
                    <a:pt x="663931" y="469095"/>
                    <a:pt x="660180" y="469095"/>
                  </a:cubicBezTo>
                  <a:cubicBezTo>
                    <a:pt x="660180" y="469095"/>
                    <a:pt x="660180" y="469095"/>
                    <a:pt x="337592" y="146358"/>
                  </a:cubicBezTo>
                  <a:cubicBezTo>
                    <a:pt x="337592" y="146358"/>
                    <a:pt x="337592" y="146358"/>
                    <a:pt x="337592" y="0"/>
                  </a:cubicBezTo>
                  <a:cubicBezTo>
                    <a:pt x="337592" y="0"/>
                    <a:pt x="337592" y="0"/>
                    <a:pt x="315086" y="0"/>
                  </a:cubicBezTo>
                  <a:cubicBezTo>
                    <a:pt x="315086" y="0"/>
                    <a:pt x="315086" y="0"/>
                    <a:pt x="315086" y="150110"/>
                  </a:cubicBezTo>
                  <a:cubicBezTo>
                    <a:pt x="315086" y="153863"/>
                    <a:pt x="318837" y="157616"/>
                    <a:pt x="318837" y="157616"/>
                  </a:cubicBezTo>
                  <a:cubicBezTo>
                    <a:pt x="318837" y="157616"/>
                    <a:pt x="318837" y="157616"/>
                    <a:pt x="641425" y="480353"/>
                  </a:cubicBezTo>
                  <a:cubicBezTo>
                    <a:pt x="641425" y="480353"/>
                    <a:pt x="641425" y="480353"/>
                    <a:pt x="641425" y="1103310"/>
                  </a:cubicBezTo>
                  <a:cubicBezTo>
                    <a:pt x="641425" y="1103310"/>
                    <a:pt x="641425" y="1103310"/>
                    <a:pt x="0" y="1741278"/>
                  </a:cubicBezTo>
                  <a:cubicBezTo>
                    <a:pt x="0" y="1745031"/>
                    <a:pt x="0" y="1748784"/>
                    <a:pt x="0" y="1748784"/>
                  </a:cubicBezTo>
                  <a:cubicBezTo>
                    <a:pt x="0" y="1748784"/>
                    <a:pt x="0" y="1748784"/>
                    <a:pt x="0" y="224405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5" name="任意多边形 1539"/>
            <p:cNvSpPr>
              <a:spLocks/>
            </p:cNvSpPr>
            <p:nvPr/>
          </p:nvSpPr>
          <p:spPr bwMode="auto">
            <a:xfrm flipV="1">
              <a:off x="1998243" y="3553617"/>
              <a:ext cx="886246" cy="2578894"/>
            </a:xfrm>
            <a:custGeom>
              <a:avLst/>
              <a:gdLst>
                <a:gd name="connsiteX0" fmla="*/ 232828 w 886246"/>
                <a:gd name="connsiteY0" fmla="*/ 2578894 h 2578894"/>
                <a:gd name="connsiteX1" fmla="*/ 255359 w 886246"/>
                <a:gd name="connsiteY1" fmla="*/ 2578894 h 2578894"/>
                <a:gd name="connsiteX2" fmla="*/ 255359 w 886246"/>
                <a:gd name="connsiteY2" fmla="*/ 2434465 h 2578894"/>
                <a:gd name="connsiteX3" fmla="*/ 255359 w 886246"/>
                <a:gd name="connsiteY3" fmla="*/ 2187952 h 2578894"/>
                <a:gd name="connsiteX4" fmla="*/ 882491 w 886246"/>
                <a:gd name="connsiteY4" fmla="*/ 1557462 h 2578894"/>
                <a:gd name="connsiteX5" fmla="*/ 886246 w 886246"/>
                <a:gd name="connsiteY5" fmla="*/ 1549956 h 2578894"/>
                <a:gd name="connsiteX6" fmla="*/ 886246 w 886246"/>
                <a:gd name="connsiteY6" fmla="*/ 1013288 h 2578894"/>
                <a:gd name="connsiteX7" fmla="*/ 882491 w 886246"/>
                <a:gd name="connsiteY7" fmla="*/ 1005783 h 2578894"/>
                <a:gd name="connsiteX8" fmla="*/ 22532 w 886246"/>
                <a:gd name="connsiteY8" fmla="*/ 142611 h 2578894"/>
                <a:gd name="connsiteX9" fmla="*/ 22532 w 886246"/>
                <a:gd name="connsiteY9" fmla="*/ 0 h 2578894"/>
                <a:gd name="connsiteX10" fmla="*/ 0 w 886246"/>
                <a:gd name="connsiteY10" fmla="*/ 0 h 2578894"/>
                <a:gd name="connsiteX11" fmla="*/ 0 w 886246"/>
                <a:gd name="connsiteY11" fmla="*/ 146364 h 2578894"/>
                <a:gd name="connsiteX12" fmla="*/ 3756 w 886246"/>
                <a:gd name="connsiteY12" fmla="*/ 153870 h 2578894"/>
                <a:gd name="connsiteX13" fmla="*/ 863715 w 886246"/>
                <a:gd name="connsiteY13" fmla="*/ 1017041 h 2578894"/>
                <a:gd name="connsiteX14" fmla="*/ 863715 w 886246"/>
                <a:gd name="connsiteY14" fmla="*/ 1546203 h 2578894"/>
                <a:gd name="connsiteX15" fmla="*/ 236583 w 886246"/>
                <a:gd name="connsiteY15" fmla="*/ 2176693 h 2578894"/>
                <a:gd name="connsiteX16" fmla="*/ 232828 w 886246"/>
                <a:gd name="connsiteY16" fmla="*/ 2184199 h 2578894"/>
                <a:gd name="connsiteX17" fmla="*/ 232828 w 886246"/>
                <a:gd name="connsiteY17" fmla="*/ 2517689 h 257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86246" h="2578894">
                  <a:moveTo>
                    <a:pt x="232828" y="2578894"/>
                  </a:moveTo>
                  <a:lnTo>
                    <a:pt x="255359" y="2578894"/>
                  </a:lnTo>
                  <a:lnTo>
                    <a:pt x="255359" y="2434465"/>
                  </a:lnTo>
                  <a:cubicBezTo>
                    <a:pt x="255359" y="2362991"/>
                    <a:pt x="255359" y="2281306"/>
                    <a:pt x="255359" y="2187952"/>
                  </a:cubicBezTo>
                  <a:cubicBezTo>
                    <a:pt x="255359" y="2187952"/>
                    <a:pt x="255359" y="2187952"/>
                    <a:pt x="882491" y="1557462"/>
                  </a:cubicBezTo>
                  <a:cubicBezTo>
                    <a:pt x="886246" y="1557462"/>
                    <a:pt x="886246" y="1553709"/>
                    <a:pt x="886246" y="1549956"/>
                  </a:cubicBezTo>
                  <a:cubicBezTo>
                    <a:pt x="886246" y="1549956"/>
                    <a:pt x="886246" y="1549956"/>
                    <a:pt x="886246" y="1013288"/>
                  </a:cubicBezTo>
                  <a:cubicBezTo>
                    <a:pt x="886246" y="1009536"/>
                    <a:pt x="886246" y="1005783"/>
                    <a:pt x="882491" y="1005783"/>
                  </a:cubicBezTo>
                  <a:cubicBezTo>
                    <a:pt x="882491" y="1005783"/>
                    <a:pt x="882491" y="1005783"/>
                    <a:pt x="22532" y="142611"/>
                  </a:cubicBezTo>
                  <a:cubicBezTo>
                    <a:pt x="22532" y="142611"/>
                    <a:pt x="22532" y="142611"/>
                    <a:pt x="22532" y="0"/>
                  </a:cubicBezTo>
                  <a:cubicBezTo>
                    <a:pt x="22532" y="0"/>
                    <a:pt x="22532" y="0"/>
                    <a:pt x="0" y="0"/>
                  </a:cubicBezTo>
                  <a:cubicBezTo>
                    <a:pt x="0" y="0"/>
                    <a:pt x="0" y="0"/>
                    <a:pt x="0" y="146364"/>
                  </a:cubicBezTo>
                  <a:cubicBezTo>
                    <a:pt x="0" y="150117"/>
                    <a:pt x="0" y="153870"/>
                    <a:pt x="3756" y="153870"/>
                  </a:cubicBezTo>
                  <a:cubicBezTo>
                    <a:pt x="3756" y="153870"/>
                    <a:pt x="3756" y="153870"/>
                    <a:pt x="863715" y="1017041"/>
                  </a:cubicBezTo>
                  <a:cubicBezTo>
                    <a:pt x="863715" y="1017041"/>
                    <a:pt x="863715" y="1017041"/>
                    <a:pt x="863715" y="1546203"/>
                  </a:cubicBezTo>
                  <a:cubicBezTo>
                    <a:pt x="863715" y="1546203"/>
                    <a:pt x="863715" y="1546203"/>
                    <a:pt x="236583" y="2176693"/>
                  </a:cubicBezTo>
                  <a:cubicBezTo>
                    <a:pt x="232828" y="2176693"/>
                    <a:pt x="232828" y="2180446"/>
                    <a:pt x="232828" y="2184199"/>
                  </a:cubicBezTo>
                  <a:cubicBezTo>
                    <a:pt x="232828" y="2184199"/>
                    <a:pt x="232828" y="2184199"/>
                    <a:pt x="232828" y="251768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6" name="椭圆 1537"/>
            <p:cNvSpPr>
              <a:spLocks noChangeAspect="1"/>
            </p:cNvSpPr>
            <p:nvPr/>
          </p:nvSpPr>
          <p:spPr>
            <a:xfrm>
              <a:off x="2295590" y="3240505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solidFill>
                <a:srgbClr val="4D4D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7" name="椭圆 1540"/>
            <p:cNvSpPr>
              <a:spLocks noChangeAspect="1"/>
            </p:cNvSpPr>
            <p:nvPr/>
          </p:nvSpPr>
          <p:spPr>
            <a:xfrm>
              <a:off x="3254922" y="471169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8" name="椭圆 1541"/>
            <p:cNvSpPr>
              <a:spLocks noChangeAspect="1"/>
            </p:cNvSpPr>
            <p:nvPr/>
          </p:nvSpPr>
          <p:spPr>
            <a:xfrm>
              <a:off x="3495552" y="544896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9" name="椭圆 1542"/>
            <p:cNvSpPr/>
            <p:nvPr/>
          </p:nvSpPr>
          <p:spPr>
            <a:xfrm>
              <a:off x="2318942" y="4220764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0" name="椭圆 1543"/>
            <p:cNvSpPr/>
            <p:nvPr/>
          </p:nvSpPr>
          <p:spPr>
            <a:xfrm>
              <a:off x="1061246" y="29114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1" name="椭圆 1544"/>
            <p:cNvSpPr/>
            <p:nvPr/>
          </p:nvSpPr>
          <p:spPr>
            <a:xfrm>
              <a:off x="1049339" y="328929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2" name="椭圆 1545"/>
            <p:cNvSpPr/>
            <p:nvPr/>
          </p:nvSpPr>
          <p:spPr>
            <a:xfrm>
              <a:off x="680641" y="291345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3" name="椭圆 1546"/>
            <p:cNvSpPr/>
            <p:nvPr/>
          </p:nvSpPr>
          <p:spPr>
            <a:xfrm>
              <a:off x="305992" y="254833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4" name="椭圆 1547"/>
            <p:cNvSpPr/>
            <p:nvPr/>
          </p:nvSpPr>
          <p:spPr>
            <a:xfrm>
              <a:off x="1575198" y="382468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5" name="椭圆 1548"/>
            <p:cNvSpPr/>
            <p:nvPr/>
          </p:nvSpPr>
          <p:spPr>
            <a:xfrm>
              <a:off x="2307036" y="4965299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6" name="椭圆 1549"/>
            <p:cNvSpPr/>
            <p:nvPr/>
          </p:nvSpPr>
          <p:spPr>
            <a:xfrm>
              <a:off x="2694385" y="4996257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7" name="椭圆 1550"/>
            <p:cNvSpPr/>
            <p:nvPr/>
          </p:nvSpPr>
          <p:spPr>
            <a:xfrm>
              <a:off x="2940448" y="564713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8" name="椭圆 1551"/>
            <p:cNvSpPr>
              <a:spLocks noChangeAspect="1"/>
            </p:cNvSpPr>
            <p:nvPr/>
          </p:nvSpPr>
          <p:spPr>
            <a:xfrm>
              <a:off x="3840832" y="5817204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9" name="椭圆 1552"/>
            <p:cNvSpPr/>
            <p:nvPr/>
          </p:nvSpPr>
          <p:spPr>
            <a:xfrm>
              <a:off x="4421585" y="6393258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0" name="椭圆 1553"/>
            <p:cNvSpPr/>
            <p:nvPr/>
          </p:nvSpPr>
          <p:spPr>
            <a:xfrm>
              <a:off x="3898504" y="65690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1" name="椭圆 1554"/>
            <p:cNvSpPr/>
            <p:nvPr/>
          </p:nvSpPr>
          <p:spPr>
            <a:xfrm>
              <a:off x="5148660" y="6750445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772454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125714"/>
            <a:ext cx="9025247" cy="5732286"/>
          </a:xfrm>
          <a:prstGeom prst="rect">
            <a:avLst/>
          </a:prstGeom>
        </p:spPr>
      </p:pic>
      <p:grpSp>
        <p:nvGrpSpPr>
          <p:cNvPr id="3" name="组合 4"/>
          <p:cNvGrpSpPr/>
          <p:nvPr/>
        </p:nvGrpSpPr>
        <p:grpSpPr>
          <a:xfrm>
            <a:off x="0" y="597482"/>
            <a:ext cx="3395006" cy="431295"/>
            <a:chOff x="-22274" y="526055"/>
            <a:chExt cx="3395006" cy="431295"/>
          </a:xfrm>
        </p:grpSpPr>
        <p:grpSp>
          <p:nvGrpSpPr>
            <p:cNvPr id="4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9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4" name="文本框 6"/>
          <p:cNvSpPr txBox="1"/>
          <p:nvPr/>
        </p:nvSpPr>
        <p:spPr>
          <a:xfrm>
            <a:off x="372364" y="115593"/>
            <a:ext cx="7324535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ID/W </a:t>
            </a:r>
            <a:r>
              <a:rPr lang="en-US" altLang="zh-CN" sz="2600" b="1" dirty="0" err="1">
                <a:solidFill>
                  <a:prstClr val="black"/>
                </a:solidFill>
                <a:ea typeface="方正清刻本悦宋简体" panose="02000000000000000000" pitchFamily="2" charset="-122"/>
              </a:rPr>
              <a:t>vs</a:t>
            </a:r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 GM/ID for NMOS Tail Current Source 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87118" y="1906844"/>
            <a:ext cx="3158002" cy="4170025"/>
          </a:xfrm>
          <a:prstGeom prst="rect">
            <a:avLst/>
          </a:prstGeom>
        </p:spPr>
      </p:pic>
      <p:sp>
        <p:nvSpPr>
          <p:cNvPr id="16" name="Rounded Rectangle 15"/>
          <p:cNvSpPr/>
          <p:nvPr/>
        </p:nvSpPr>
        <p:spPr>
          <a:xfrm>
            <a:off x="9939647" y="4892633"/>
            <a:ext cx="1068779" cy="878775"/>
          </a:xfrm>
          <a:prstGeom prst="round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17" name="组合 1"/>
          <p:cNvGrpSpPr/>
          <p:nvPr/>
        </p:nvGrpSpPr>
        <p:grpSpPr>
          <a:xfrm rot="10359241">
            <a:off x="6347865" y="-5609521"/>
            <a:ext cx="9412287" cy="8794751"/>
            <a:chOff x="-3063873" y="1797048"/>
            <a:chExt cx="9412287" cy="8794751"/>
          </a:xfrm>
        </p:grpSpPr>
        <p:sp>
          <p:nvSpPr>
            <p:cNvPr id="18" name="Freeform 412"/>
            <p:cNvSpPr>
              <a:spLocks noEditPoints="1"/>
            </p:cNvSpPr>
            <p:nvPr/>
          </p:nvSpPr>
          <p:spPr bwMode="auto">
            <a:xfrm flipV="1">
              <a:off x="1371602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2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4 w 25"/>
                <a:gd name="T17" fmla="*/ 3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1 w 25"/>
                <a:gd name="T25" fmla="*/ 21 h 25"/>
                <a:gd name="T26" fmla="*/ 25 w 25"/>
                <a:gd name="T27" fmla="*/ 12 h 25"/>
                <a:gd name="T28" fmla="*/ 21 w 25"/>
                <a:gd name="T29" fmla="*/ 3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" name="Freeform 413"/>
            <p:cNvSpPr>
              <a:spLocks noEditPoints="1"/>
            </p:cNvSpPr>
            <p:nvPr/>
          </p:nvSpPr>
          <p:spPr bwMode="auto">
            <a:xfrm flipV="1">
              <a:off x="1038227" y="61436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4 w 25"/>
                <a:gd name="T17" fmla="*/ 3 h 24"/>
                <a:gd name="T18" fmla="*/ 0 w 25"/>
                <a:gd name="T19" fmla="*/ 12 h 24"/>
                <a:gd name="T20" fmla="*/ 12 w 25"/>
                <a:gd name="T21" fmla="*/ 24 h 24"/>
                <a:gd name="T22" fmla="*/ 25 w 25"/>
                <a:gd name="T23" fmla="*/ 12 h 24"/>
                <a:gd name="T24" fmla="*/ 21 w 25"/>
                <a:gd name="T25" fmla="*/ 3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" name="Freeform 414"/>
            <p:cNvSpPr>
              <a:spLocks noEditPoints="1"/>
            </p:cNvSpPr>
            <p:nvPr/>
          </p:nvSpPr>
          <p:spPr bwMode="auto">
            <a:xfrm flipV="1">
              <a:off x="1165227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3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1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7"/>
                    <a:pt x="5" y="13"/>
                  </a:cubicBezTo>
                  <a:cubicBezTo>
                    <a:pt x="5" y="9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" name="Freeform 415"/>
            <p:cNvSpPr>
              <a:spLocks noEditPoints="1"/>
            </p:cNvSpPr>
            <p:nvPr/>
          </p:nvSpPr>
          <p:spPr bwMode="auto">
            <a:xfrm flipV="1">
              <a:off x="2106614" y="5149849"/>
              <a:ext cx="106362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6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14 w 28"/>
                <a:gd name="T19" fmla="*/ 0 h 28"/>
                <a:gd name="T20" fmla="*/ 0 w 28"/>
                <a:gd name="T21" fmla="*/ 14 h 28"/>
                <a:gd name="T22" fmla="*/ 14 w 28"/>
                <a:gd name="T23" fmla="*/ 28 h 28"/>
                <a:gd name="T24" fmla="*/ 28 w 28"/>
                <a:gd name="T25" fmla="*/ 1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" name="Freeform 416"/>
            <p:cNvSpPr>
              <a:spLocks noEditPoints="1"/>
            </p:cNvSpPr>
            <p:nvPr/>
          </p:nvSpPr>
          <p:spPr bwMode="auto">
            <a:xfrm flipV="1">
              <a:off x="2295527" y="4954586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2 w 25"/>
                <a:gd name="T3" fmla="*/ 5 h 25"/>
                <a:gd name="T4" fmla="*/ 20 w 25"/>
                <a:gd name="T5" fmla="*/ 12 h 25"/>
                <a:gd name="T6" fmla="*/ 12 w 25"/>
                <a:gd name="T7" fmla="*/ 20 h 25"/>
                <a:gd name="T8" fmla="*/ 5 w 25"/>
                <a:gd name="T9" fmla="*/ 12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12 w 25"/>
                <a:gd name="T17" fmla="*/ 0 h 25"/>
                <a:gd name="T18" fmla="*/ 0 w 25"/>
                <a:gd name="T19" fmla="*/ 12 h 25"/>
                <a:gd name="T20" fmla="*/ 12 w 25"/>
                <a:gd name="T21" fmla="*/ 25 h 25"/>
                <a:gd name="T22" fmla="*/ 25 w 25"/>
                <a:gd name="T23" fmla="*/ 12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" name="Freeform 417"/>
            <p:cNvSpPr>
              <a:spLocks noEditPoints="1"/>
            </p:cNvSpPr>
            <p:nvPr/>
          </p:nvSpPr>
          <p:spPr bwMode="auto">
            <a:xfrm flipV="1">
              <a:off x="2684464" y="4600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12 w 24"/>
                <a:gd name="T19" fmla="*/ 0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 418"/>
            <p:cNvSpPr>
              <a:spLocks noEditPoints="1"/>
            </p:cNvSpPr>
            <p:nvPr/>
          </p:nvSpPr>
          <p:spPr bwMode="auto">
            <a:xfrm flipV="1">
              <a:off x="2519364" y="44132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2 h 25"/>
                <a:gd name="T4" fmla="*/ 12 w 25"/>
                <a:gd name="T5" fmla="*/ 19 h 25"/>
                <a:gd name="T6" fmla="*/ 12 w 25"/>
                <a:gd name="T7" fmla="*/ 19 h 25"/>
                <a:gd name="T8" fmla="*/ 12 w 25"/>
                <a:gd name="T9" fmla="*/ 19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0 h 25"/>
                <a:gd name="T16" fmla="*/ 12 w 25"/>
                <a:gd name="T17" fmla="*/ 0 h 25"/>
                <a:gd name="T18" fmla="*/ 4 w 25"/>
                <a:gd name="T19" fmla="*/ 3 h 25"/>
                <a:gd name="T20" fmla="*/ 0 w 25"/>
                <a:gd name="T21" fmla="*/ 12 h 25"/>
                <a:gd name="T22" fmla="*/ 12 w 25"/>
                <a:gd name="T23" fmla="*/ 25 h 25"/>
                <a:gd name="T24" fmla="*/ 25 w 25"/>
                <a:gd name="T25" fmla="*/ 12 h 25"/>
                <a:gd name="T26" fmla="*/ 21 w 25"/>
                <a:gd name="T27" fmla="*/ 3 h 25"/>
                <a:gd name="T28" fmla="*/ 12 w 25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" name="Freeform 419"/>
            <p:cNvSpPr>
              <a:spLocks noEditPoints="1"/>
            </p:cNvSpPr>
            <p:nvPr/>
          </p:nvSpPr>
          <p:spPr bwMode="auto">
            <a:xfrm flipV="1">
              <a:off x="2309814" y="4586286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6" name="Freeform 420"/>
            <p:cNvSpPr>
              <a:spLocks noEditPoints="1"/>
            </p:cNvSpPr>
            <p:nvPr/>
          </p:nvSpPr>
          <p:spPr bwMode="auto">
            <a:xfrm flipV="1">
              <a:off x="2136777" y="4368798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2 w 25"/>
                <a:gd name="T25" fmla="*/ 21 h 25"/>
                <a:gd name="T26" fmla="*/ 25 w 25"/>
                <a:gd name="T27" fmla="*/ 12 h 25"/>
                <a:gd name="T28" fmla="*/ 22 w 25"/>
                <a:gd name="T29" fmla="*/ 4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6"/>
                    <a:pt x="6" y="12"/>
                  </a:cubicBezTo>
                  <a:cubicBezTo>
                    <a:pt x="6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7" name="Freeform 421"/>
            <p:cNvSpPr>
              <a:spLocks noEditPoints="1"/>
            </p:cNvSpPr>
            <p:nvPr/>
          </p:nvSpPr>
          <p:spPr bwMode="auto">
            <a:xfrm flipV="1">
              <a:off x="2301877" y="4203699"/>
              <a:ext cx="104775" cy="104775"/>
            </a:xfrm>
            <a:custGeom>
              <a:avLst/>
              <a:gdLst>
                <a:gd name="T0" fmla="*/ 14 w 28"/>
                <a:gd name="T1" fmla="*/ 7 h 28"/>
                <a:gd name="T2" fmla="*/ 14 w 28"/>
                <a:gd name="T3" fmla="*/ 7 h 28"/>
                <a:gd name="T4" fmla="*/ 21 w 28"/>
                <a:gd name="T5" fmla="*/ 14 h 28"/>
                <a:gd name="T6" fmla="*/ 14 w 28"/>
                <a:gd name="T7" fmla="*/ 21 h 28"/>
                <a:gd name="T8" fmla="*/ 14 w 28"/>
                <a:gd name="T9" fmla="*/ 21 h 28"/>
                <a:gd name="T10" fmla="*/ 7 w 28"/>
                <a:gd name="T11" fmla="*/ 14 h 28"/>
                <a:gd name="T12" fmla="*/ 14 w 28"/>
                <a:gd name="T13" fmla="*/ 7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14 w 28"/>
                <a:gd name="T21" fmla="*/ 28 h 28"/>
                <a:gd name="T22" fmla="*/ 28 w 28"/>
                <a:gd name="T23" fmla="*/ 14 h 28"/>
                <a:gd name="T24" fmla="*/ 24 w 28"/>
                <a:gd name="T25" fmla="*/ 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8" y="7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4" y="7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10"/>
                    <a:pt x="27" y="7"/>
                    <a:pt x="24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8" name="Freeform 422"/>
            <p:cNvSpPr>
              <a:spLocks noEditPoints="1"/>
            </p:cNvSpPr>
            <p:nvPr/>
          </p:nvSpPr>
          <p:spPr bwMode="auto">
            <a:xfrm flipV="1">
              <a:off x="1765302" y="400049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2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5 h 25"/>
                <a:gd name="T16" fmla="*/ 12 w 25"/>
                <a:gd name="T17" fmla="*/ 0 h 25"/>
                <a:gd name="T18" fmla="*/ 12 w 25"/>
                <a:gd name="T19" fmla="*/ 0 h 25"/>
                <a:gd name="T20" fmla="*/ 3 w 25"/>
                <a:gd name="T21" fmla="*/ 4 h 25"/>
                <a:gd name="T22" fmla="*/ 0 w 25"/>
                <a:gd name="T23" fmla="*/ 12 h 25"/>
                <a:gd name="T24" fmla="*/ 3 w 25"/>
                <a:gd name="T25" fmla="*/ 21 h 25"/>
                <a:gd name="T26" fmla="*/ 12 w 25"/>
                <a:gd name="T27" fmla="*/ 25 h 25"/>
                <a:gd name="T28" fmla="*/ 25 w 25"/>
                <a:gd name="T29" fmla="*/ 12 h 25"/>
                <a:gd name="T30" fmla="*/ 12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9" name="Freeform 423"/>
            <p:cNvSpPr>
              <a:spLocks noEditPoints="1"/>
            </p:cNvSpPr>
            <p:nvPr/>
          </p:nvSpPr>
          <p:spPr bwMode="auto">
            <a:xfrm flipV="1">
              <a:off x="2009777" y="38544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0 w 25"/>
                <a:gd name="T15" fmla="*/ 13 h 25"/>
                <a:gd name="T16" fmla="*/ 4 w 25"/>
                <a:gd name="T17" fmla="*/ 21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20" y="9"/>
                    <a:pt x="20" y="13"/>
                  </a:cubicBezTo>
                  <a:cubicBezTo>
                    <a:pt x="20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4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0" name="Freeform 424"/>
            <p:cNvSpPr>
              <a:spLocks noEditPoints="1"/>
            </p:cNvSpPr>
            <p:nvPr/>
          </p:nvSpPr>
          <p:spPr bwMode="auto">
            <a:xfrm flipV="1">
              <a:off x="1563689" y="3813173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2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 425"/>
            <p:cNvSpPr>
              <a:spLocks/>
            </p:cNvSpPr>
            <p:nvPr/>
          </p:nvSpPr>
          <p:spPr bwMode="auto">
            <a:xfrm flipV="1">
              <a:off x="309564" y="5400674"/>
              <a:ext cx="2014537" cy="2251075"/>
            </a:xfrm>
            <a:custGeom>
              <a:avLst/>
              <a:gdLst>
                <a:gd name="T0" fmla="*/ 534 w 537"/>
                <a:gd name="T1" fmla="*/ 600 h 600"/>
                <a:gd name="T2" fmla="*/ 345 w 537"/>
                <a:gd name="T3" fmla="*/ 411 h 600"/>
                <a:gd name="T4" fmla="*/ 345 w 537"/>
                <a:gd name="T5" fmla="*/ 410 h 600"/>
                <a:gd name="T6" fmla="*/ 345 w 537"/>
                <a:gd name="T7" fmla="*/ 347 h 600"/>
                <a:gd name="T8" fmla="*/ 0 w 537"/>
                <a:gd name="T9" fmla="*/ 3 h 600"/>
                <a:gd name="T10" fmla="*/ 2 w 537"/>
                <a:gd name="T11" fmla="*/ 0 h 600"/>
                <a:gd name="T12" fmla="*/ 347 w 537"/>
                <a:gd name="T13" fmla="*/ 346 h 600"/>
                <a:gd name="T14" fmla="*/ 348 w 537"/>
                <a:gd name="T15" fmla="*/ 347 h 600"/>
                <a:gd name="T16" fmla="*/ 348 w 537"/>
                <a:gd name="T17" fmla="*/ 409 h 600"/>
                <a:gd name="T18" fmla="*/ 537 w 537"/>
                <a:gd name="T19" fmla="*/ 598 h 600"/>
                <a:gd name="T20" fmla="*/ 534 w 537"/>
                <a:gd name="T21" fmla="*/ 6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7" h="600">
                  <a:moveTo>
                    <a:pt x="534" y="600"/>
                  </a:moveTo>
                  <a:cubicBezTo>
                    <a:pt x="345" y="411"/>
                    <a:pt x="345" y="411"/>
                    <a:pt x="345" y="411"/>
                  </a:cubicBezTo>
                  <a:cubicBezTo>
                    <a:pt x="345" y="411"/>
                    <a:pt x="345" y="410"/>
                    <a:pt x="345" y="410"/>
                  </a:cubicBezTo>
                  <a:cubicBezTo>
                    <a:pt x="345" y="347"/>
                    <a:pt x="345" y="347"/>
                    <a:pt x="345" y="34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47" y="346"/>
                    <a:pt x="347" y="346"/>
                    <a:pt x="347" y="346"/>
                  </a:cubicBezTo>
                  <a:cubicBezTo>
                    <a:pt x="348" y="346"/>
                    <a:pt x="348" y="346"/>
                    <a:pt x="348" y="347"/>
                  </a:cubicBezTo>
                  <a:cubicBezTo>
                    <a:pt x="348" y="409"/>
                    <a:pt x="348" y="409"/>
                    <a:pt x="348" y="409"/>
                  </a:cubicBezTo>
                  <a:cubicBezTo>
                    <a:pt x="537" y="598"/>
                    <a:pt x="537" y="598"/>
                    <a:pt x="537" y="598"/>
                  </a:cubicBezTo>
                  <a:lnTo>
                    <a:pt x="534" y="6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2" name="Freeform 426"/>
            <p:cNvSpPr>
              <a:spLocks/>
            </p:cNvSpPr>
            <p:nvPr/>
          </p:nvSpPr>
          <p:spPr bwMode="auto">
            <a:xfrm flipV="1">
              <a:off x="246064" y="5026024"/>
              <a:ext cx="2446337" cy="2562225"/>
            </a:xfrm>
            <a:custGeom>
              <a:avLst/>
              <a:gdLst>
                <a:gd name="T0" fmla="*/ 652 w 652"/>
                <a:gd name="T1" fmla="*/ 683 h 683"/>
                <a:gd name="T2" fmla="*/ 613 w 652"/>
                <a:gd name="T3" fmla="*/ 683 h 683"/>
                <a:gd name="T4" fmla="*/ 612 w 652"/>
                <a:gd name="T5" fmla="*/ 682 h 683"/>
                <a:gd name="T6" fmla="*/ 335 w 652"/>
                <a:gd name="T7" fmla="*/ 405 h 683"/>
                <a:gd name="T8" fmla="*/ 335 w 652"/>
                <a:gd name="T9" fmla="*/ 404 h 683"/>
                <a:gd name="T10" fmla="*/ 335 w 652"/>
                <a:gd name="T11" fmla="*/ 337 h 683"/>
                <a:gd name="T12" fmla="*/ 0 w 652"/>
                <a:gd name="T13" fmla="*/ 2 h 683"/>
                <a:gd name="T14" fmla="*/ 2 w 652"/>
                <a:gd name="T15" fmla="*/ 0 h 683"/>
                <a:gd name="T16" fmla="*/ 338 w 652"/>
                <a:gd name="T17" fmla="*/ 335 h 683"/>
                <a:gd name="T18" fmla="*/ 338 w 652"/>
                <a:gd name="T19" fmla="*/ 336 h 683"/>
                <a:gd name="T20" fmla="*/ 338 w 652"/>
                <a:gd name="T21" fmla="*/ 403 h 683"/>
                <a:gd name="T22" fmla="*/ 614 w 652"/>
                <a:gd name="T23" fmla="*/ 679 h 683"/>
                <a:gd name="T24" fmla="*/ 652 w 652"/>
                <a:gd name="T25" fmla="*/ 679 h 683"/>
                <a:gd name="T26" fmla="*/ 652 w 652"/>
                <a:gd name="T27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2" h="683">
                  <a:moveTo>
                    <a:pt x="652" y="683"/>
                  </a:moveTo>
                  <a:cubicBezTo>
                    <a:pt x="613" y="683"/>
                    <a:pt x="613" y="683"/>
                    <a:pt x="613" y="683"/>
                  </a:cubicBezTo>
                  <a:cubicBezTo>
                    <a:pt x="613" y="683"/>
                    <a:pt x="612" y="682"/>
                    <a:pt x="612" y="682"/>
                  </a:cubicBezTo>
                  <a:cubicBezTo>
                    <a:pt x="335" y="405"/>
                    <a:pt x="335" y="405"/>
                    <a:pt x="335" y="405"/>
                  </a:cubicBezTo>
                  <a:cubicBezTo>
                    <a:pt x="335" y="405"/>
                    <a:pt x="335" y="404"/>
                    <a:pt x="335" y="404"/>
                  </a:cubicBezTo>
                  <a:cubicBezTo>
                    <a:pt x="335" y="337"/>
                    <a:pt x="335" y="337"/>
                    <a:pt x="335" y="3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38" y="335"/>
                    <a:pt x="338" y="335"/>
                    <a:pt x="338" y="335"/>
                  </a:cubicBezTo>
                  <a:cubicBezTo>
                    <a:pt x="338" y="335"/>
                    <a:pt x="338" y="335"/>
                    <a:pt x="338" y="336"/>
                  </a:cubicBezTo>
                  <a:cubicBezTo>
                    <a:pt x="338" y="403"/>
                    <a:pt x="338" y="403"/>
                    <a:pt x="338" y="403"/>
                  </a:cubicBezTo>
                  <a:cubicBezTo>
                    <a:pt x="614" y="679"/>
                    <a:pt x="614" y="679"/>
                    <a:pt x="614" y="679"/>
                  </a:cubicBezTo>
                  <a:cubicBezTo>
                    <a:pt x="652" y="679"/>
                    <a:pt x="652" y="679"/>
                    <a:pt x="652" y="679"/>
                  </a:cubicBezTo>
                  <a:lnTo>
                    <a:pt x="652" y="68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3" name="Freeform 427"/>
            <p:cNvSpPr>
              <a:spLocks/>
            </p:cNvSpPr>
            <p:nvPr/>
          </p:nvSpPr>
          <p:spPr bwMode="auto">
            <a:xfrm flipV="1">
              <a:off x="174627" y="5929311"/>
              <a:ext cx="1257300" cy="1598613"/>
            </a:xfrm>
            <a:custGeom>
              <a:avLst/>
              <a:gdLst>
                <a:gd name="T0" fmla="*/ 335 w 335"/>
                <a:gd name="T1" fmla="*/ 426 h 426"/>
                <a:gd name="T2" fmla="*/ 328 w 335"/>
                <a:gd name="T3" fmla="*/ 426 h 426"/>
                <a:gd name="T4" fmla="*/ 328 w 335"/>
                <a:gd name="T5" fmla="*/ 333 h 426"/>
                <a:gd name="T6" fmla="*/ 0 w 335"/>
                <a:gd name="T7" fmla="*/ 5 h 426"/>
                <a:gd name="T8" fmla="*/ 5 w 335"/>
                <a:gd name="T9" fmla="*/ 0 h 426"/>
                <a:gd name="T10" fmla="*/ 334 w 335"/>
                <a:gd name="T11" fmla="*/ 329 h 426"/>
                <a:gd name="T12" fmla="*/ 335 w 335"/>
                <a:gd name="T13" fmla="*/ 332 h 426"/>
                <a:gd name="T14" fmla="*/ 335 w 335"/>
                <a:gd name="T15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" h="426">
                  <a:moveTo>
                    <a:pt x="335" y="426"/>
                  </a:moveTo>
                  <a:cubicBezTo>
                    <a:pt x="328" y="426"/>
                    <a:pt x="328" y="426"/>
                    <a:pt x="328" y="426"/>
                  </a:cubicBezTo>
                  <a:cubicBezTo>
                    <a:pt x="328" y="333"/>
                    <a:pt x="328" y="333"/>
                    <a:pt x="328" y="33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34" y="329"/>
                    <a:pt x="334" y="329"/>
                    <a:pt x="334" y="329"/>
                  </a:cubicBezTo>
                  <a:cubicBezTo>
                    <a:pt x="334" y="330"/>
                    <a:pt x="335" y="331"/>
                    <a:pt x="335" y="332"/>
                  </a:cubicBezTo>
                  <a:lnTo>
                    <a:pt x="335" y="4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4" name="Freeform 428"/>
            <p:cNvSpPr>
              <a:spLocks/>
            </p:cNvSpPr>
            <p:nvPr/>
          </p:nvSpPr>
          <p:spPr bwMode="auto">
            <a:xfrm flipV="1">
              <a:off x="106364" y="6226173"/>
              <a:ext cx="984250" cy="1227138"/>
            </a:xfrm>
            <a:custGeom>
              <a:avLst/>
              <a:gdLst>
                <a:gd name="T0" fmla="*/ 259 w 262"/>
                <a:gd name="T1" fmla="*/ 327 h 327"/>
                <a:gd name="T2" fmla="*/ 259 w 262"/>
                <a:gd name="T3" fmla="*/ 261 h 327"/>
                <a:gd name="T4" fmla="*/ 0 w 262"/>
                <a:gd name="T5" fmla="*/ 3 h 327"/>
                <a:gd name="T6" fmla="*/ 3 w 262"/>
                <a:gd name="T7" fmla="*/ 0 h 327"/>
                <a:gd name="T8" fmla="*/ 262 w 262"/>
                <a:gd name="T9" fmla="*/ 259 h 327"/>
                <a:gd name="T10" fmla="*/ 262 w 262"/>
                <a:gd name="T11" fmla="*/ 260 h 327"/>
                <a:gd name="T12" fmla="*/ 262 w 262"/>
                <a:gd name="T13" fmla="*/ 327 h 327"/>
                <a:gd name="T14" fmla="*/ 259 w 262"/>
                <a:gd name="T15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2" h="327">
                  <a:moveTo>
                    <a:pt x="259" y="327"/>
                  </a:moveTo>
                  <a:cubicBezTo>
                    <a:pt x="259" y="261"/>
                    <a:pt x="259" y="261"/>
                    <a:pt x="259" y="26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62" y="259"/>
                    <a:pt x="262" y="259"/>
                    <a:pt x="262" y="259"/>
                  </a:cubicBezTo>
                  <a:cubicBezTo>
                    <a:pt x="262" y="259"/>
                    <a:pt x="262" y="260"/>
                    <a:pt x="262" y="260"/>
                  </a:cubicBezTo>
                  <a:cubicBezTo>
                    <a:pt x="262" y="327"/>
                    <a:pt x="262" y="327"/>
                    <a:pt x="262" y="327"/>
                  </a:cubicBezTo>
                  <a:lnTo>
                    <a:pt x="259" y="327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5" name="Freeform 429"/>
            <p:cNvSpPr>
              <a:spLocks/>
            </p:cNvSpPr>
            <p:nvPr/>
          </p:nvSpPr>
          <p:spPr bwMode="auto">
            <a:xfrm flipV="1">
              <a:off x="-406398" y="5899149"/>
              <a:ext cx="1593850" cy="1685925"/>
            </a:xfrm>
            <a:custGeom>
              <a:avLst/>
              <a:gdLst>
                <a:gd name="T0" fmla="*/ 423 w 425"/>
                <a:gd name="T1" fmla="*/ 449 h 449"/>
                <a:gd name="T2" fmla="*/ 272 w 425"/>
                <a:gd name="T3" fmla="*/ 299 h 449"/>
                <a:gd name="T4" fmla="*/ 272 w 425"/>
                <a:gd name="T5" fmla="*/ 297 h 449"/>
                <a:gd name="T6" fmla="*/ 272 w 425"/>
                <a:gd name="T7" fmla="*/ 285 h 449"/>
                <a:gd name="T8" fmla="*/ 272 w 425"/>
                <a:gd name="T9" fmla="*/ 284 h 449"/>
                <a:gd name="T10" fmla="*/ 304 w 425"/>
                <a:gd name="T11" fmla="*/ 252 h 449"/>
                <a:gd name="T12" fmla="*/ 304 w 425"/>
                <a:gd name="T13" fmla="*/ 237 h 449"/>
                <a:gd name="T14" fmla="*/ 217 w 425"/>
                <a:gd name="T15" fmla="*/ 151 h 449"/>
                <a:gd name="T16" fmla="*/ 207 w 425"/>
                <a:gd name="T17" fmla="*/ 151 h 449"/>
                <a:gd name="T18" fmla="*/ 200 w 425"/>
                <a:gd name="T19" fmla="*/ 158 h 449"/>
                <a:gd name="T20" fmla="*/ 200 w 425"/>
                <a:gd name="T21" fmla="*/ 168 h 449"/>
                <a:gd name="T22" fmla="*/ 232 w 425"/>
                <a:gd name="T23" fmla="*/ 199 h 449"/>
                <a:gd name="T24" fmla="*/ 232 w 425"/>
                <a:gd name="T25" fmla="*/ 201 h 449"/>
                <a:gd name="T26" fmla="*/ 232 w 425"/>
                <a:gd name="T27" fmla="*/ 209 h 449"/>
                <a:gd name="T28" fmla="*/ 232 w 425"/>
                <a:gd name="T29" fmla="*/ 211 h 449"/>
                <a:gd name="T30" fmla="*/ 226 w 425"/>
                <a:gd name="T31" fmla="*/ 216 h 449"/>
                <a:gd name="T32" fmla="*/ 225 w 425"/>
                <a:gd name="T33" fmla="*/ 216 h 449"/>
                <a:gd name="T34" fmla="*/ 225 w 425"/>
                <a:gd name="T35" fmla="*/ 216 h 449"/>
                <a:gd name="T36" fmla="*/ 215 w 425"/>
                <a:gd name="T37" fmla="*/ 216 h 449"/>
                <a:gd name="T38" fmla="*/ 214 w 425"/>
                <a:gd name="T39" fmla="*/ 216 h 449"/>
                <a:gd name="T40" fmla="*/ 0 w 425"/>
                <a:gd name="T41" fmla="*/ 2 h 449"/>
                <a:gd name="T42" fmla="*/ 2 w 425"/>
                <a:gd name="T43" fmla="*/ 0 h 449"/>
                <a:gd name="T44" fmla="*/ 216 w 425"/>
                <a:gd name="T45" fmla="*/ 213 h 449"/>
                <a:gd name="T46" fmla="*/ 225 w 425"/>
                <a:gd name="T47" fmla="*/ 213 h 449"/>
                <a:gd name="T48" fmla="*/ 229 w 425"/>
                <a:gd name="T49" fmla="*/ 209 h 449"/>
                <a:gd name="T50" fmla="*/ 229 w 425"/>
                <a:gd name="T51" fmla="*/ 201 h 449"/>
                <a:gd name="T52" fmla="*/ 197 w 425"/>
                <a:gd name="T53" fmla="*/ 170 h 449"/>
                <a:gd name="T54" fmla="*/ 197 w 425"/>
                <a:gd name="T55" fmla="*/ 169 h 449"/>
                <a:gd name="T56" fmla="*/ 197 w 425"/>
                <a:gd name="T57" fmla="*/ 157 h 449"/>
                <a:gd name="T58" fmla="*/ 197 w 425"/>
                <a:gd name="T59" fmla="*/ 156 h 449"/>
                <a:gd name="T60" fmla="*/ 205 w 425"/>
                <a:gd name="T61" fmla="*/ 148 h 449"/>
                <a:gd name="T62" fmla="*/ 206 w 425"/>
                <a:gd name="T63" fmla="*/ 148 h 449"/>
                <a:gd name="T64" fmla="*/ 206 w 425"/>
                <a:gd name="T65" fmla="*/ 148 h 449"/>
                <a:gd name="T66" fmla="*/ 218 w 425"/>
                <a:gd name="T67" fmla="*/ 148 h 449"/>
                <a:gd name="T68" fmla="*/ 219 w 425"/>
                <a:gd name="T69" fmla="*/ 148 h 449"/>
                <a:gd name="T70" fmla="*/ 307 w 425"/>
                <a:gd name="T71" fmla="*/ 235 h 449"/>
                <a:gd name="T72" fmla="*/ 307 w 425"/>
                <a:gd name="T73" fmla="*/ 237 h 449"/>
                <a:gd name="T74" fmla="*/ 307 w 425"/>
                <a:gd name="T75" fmla="*/ 253 h 449"/>
                <a:gd name="T76" fmla="*/ 307 w 425"/>
                <a:gd name="T77" fmla="*/ 254 h 449"/>
                <a:gd name="T78" fmla="*/ 275 w 425"/>
                <a:gd name="T79" fmla="*/ 286 h 449"/>
                <a:gd name="T80" fmla="*/ 275 w 425"/>
                <a:gd name="T81" fmla="*/ 297 h 449"/>
                <a:gd name="T82" fmla="*/ 425 w 425"/>
                <a:gd name="T83" fmla="*/ 447 h 449"/>
                <a:gd name="T84" fmla="*/ 423 w 425"/>
                <a:gd name="T8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5" h="449">
                  <a:moveTo>
                    <a:pt x="423" y="449"/>
                  </a:moveTo>
                  <a:cubicBezTo>
                    <a:pt x="272" y="299"/>
                    <a:pt x="272" y="299"/>
                    <a:pt x="272" y="299"/>
                  </a:cubicBezTo>
                  <a:cubicBezTo>
                    <a:pt x="272" y="298"/>
                    <a:pt x="272" y="298"/>
                    <a:pt x="272" y="297"/>
                  </a:cubicBezTo>
                  <a:cubicBezTo>
                    <a:pt x="272" y="285"/>
                    <a:pt x="272" y="285"/>
                    <a:pt x="272" y="285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304" y="252"/>
                    <a:pt x="304" y="252"/>
                    <a:pt x="304" y="252"/>
                  </a:cubicBezTo>
                  <a:cubicBezTo>
                    <a:pt x="304" y="237"/>
                    <a:pt x="304" y="237"/>
                    <a:pt x="304" y="237"/>
                  </a:cubicBezTo>
                  <a:cubicBezTo>
                    <a:pt x="217" y="151"/>
                    <a:pt x="217" y="151"/>
                    <a:pt x="217" y="151"/>
                  </a:cubicBezTo>
                  <a:cubicBezTo>
                    <a:pt x="207" y="151"/>
                    <a:pt x="207" y="151"/>
                    <a:pt x="207" y="151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32" y="199"/>
                    <a:pt x="232" y="199"/>
                    <a:pt x="232" y="199"/>
                  </a:cubicBezTo>
                  <a:cubicBezTo>
                    <a:pt x="232" y="200"/>
                    <a:pt x="232" y="200"/>
                    <a:pt x="232" y="201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10"/>
                    <a:pt x="232" y="210"/>
                    <a:pt x="232" y="211"/>
                  </a:cubicBezTo>
                  <a:cubicBezTo>
                    <a:pt x="226" y="216"/>
                    <a:pt x="226" y="216"/>
                    <a:pt x="226" y="216"/>
                  </a:cubicBezTo>
                  <a:cubicBezTo>
                    <a:pt x="226" y="216"/>
                    <a:pt x="226" y="216"/>
                    <a:pt x="225" y="216"/>
                  </a:cubicBezTo>
                  <a:cubicBezTo>
                    <a:pt x="225" y="216"/>
                    <a:pt x="225" y="216"/>
                    <a:pt x="225" y="216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6"/>
                    <a:pt x="214" y="216"/>
                    <a:pt x="214" y="2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6" y="213"/>
                    <a:pt x="216" y="213"/>
                    <a:pt x="216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9" y="209"/>
                    <a:pt x="229" y="209"/>
                    <a:pt x="229" y="209"/>
                  </a:cubicBezTo>
                  <a:cubicBezTo>
                    <a:pt x="229" y="201"/>
                    <a:pt x="229" y="201"/>
                    <a:pt x="229" y="201"/>
                  </a:cubicBezTo>
                  <a:cubicBezTo>
                    <a:pt x="197" y="170"/>
                    <a:pt x="197" y="170"/>
                    <a:pt x="197" y="170"/>
                  </a:cubicBezTo>
                  <a:cubicBezTo>
                    <a:pt x="197" y="170"/>
                    <a:pt x="197" y="169"/>
                    <a:pt x="197" y="169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7" y="157"/>
                    <a:pt x="197" y="156"/>
                    <a:pt x="197" y="156"/>
                  </a:cubicBezTo>
                  <a:cubicBezTo>
                    <a:pt x="205" y="148"/>
                    <a:pt x="205" y="148"/>
                    <a:pt x="205" y="148"/>
                  </a:cubicBezTo>
                  <a:cubicBezTo>
                    <a:pt x="205" y="148"/>
                    <a:pt x="206" y="148"/>
                    <a:pt x="206" y="148"/>
                  </a:cubicBezTo>
                  <a:cubicBezTo>
                    <a:pt x="206" y="148"/>
                    <a:pt x="206" y="148"/>
                    <a:pt x="206" y="148"/>
                  </a:cubicBezTo>
                  <a:cubicBezTo>
                    <a:pt x="218" y="148"/>
                    <a:pt x="218" y="148"/>
                    <a:pt x="218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307" y="235"/>
                    <a:pt x="307" y="235"/>
                    <a:pt x="307" y="235"/>
                  </a:cubicBezTo>
                  <a:cubicBezTo>
                    <a:pt x="307" y="236"/>
                    <a:pt x="307" y="236"/>
                    <a:pt x="307" y="237"/>
                  </a:cubicBezTo>
                  <a:cubicBezTo>
                    <a:pt x="307" y="253"/>
                    <a:pt x="307" y="253"/>
                    <a:pt x="307" y="253"/>
                  </a:cubicBezTo>
                  <a:cubicBezTo>
                    <a:pt x="307" y="253"/>
                    <a:pt x="307" y="254"/>
                    <a:pt x="307" y="254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97"/>
                    <a:pt x="275" y="297"/>
                    <a:pt x="275" y="297"/>
                  </a:cubicBezTo>
                  <a:cubicBezTo>
                    <a:pt x="425" y="447"/>
                    <a:pt x="425" y="447"/>
                    <a:pt x="425" y="447"/>
                  </a:cubicBezTo>
                  <a:lnTo>
                    <a:pt x="423" y="44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6" name="Freeform 430"/>
            <p:cNvSpPr>
              <a:spLocks/>
            </p:cNvSpPr>
            <p:nvPr/>
          </p:nvSpPr>
          <p:spPr bwMode="auto">
            <a:xfrm flipV="1">
              <a:off x="-485773" y="5243511"/>
              <a:ext cx="2663825" cy="2292350"/>
            </a:xfrm>
            <a:custGeom>
              <a:avLst/>
              <a:gdLst>
                <a:gd name="T0" fmla="*/ 710 w 710"/>
                <a:gd name="T1" fmla="*/ 611 h 611"/>
                <a:gd name="T2" fmla="*/ 700 w 710"/>
                <a:gd name="T3" fmla="*/ 611 h 611"/>
                <a:gd name="T4" fmla="*/ 700 w 710"/>
                <a:gd name="T5" fmla="*/ 596 h 611"/>
                <a:gd name="T6" fmla="*/ 586 w 710"/>
                <a:gd name="T7" fmla="*/ 482 h 611"/>
                <a:gd name="T8" fmla="*/ 447 w 710"/>
                <a:gd name="T9" fmla="*/ 482 h 611"/>
                <a:gd name="T10" fmla="*/ 443 w 710"/>
                <a:gd name="T11" fmla="*/ 480 h 611"/>
                <a:gd name="T12" fmla="*/ 221 w 710"/>
                <a:gd name="T13" fmla="*/ 258 h 611"/>
                <a:gd name="T14" fmla="*/ 219 w 710"/>
                <a:gd name="T15" fmla="*/ 254 h 611"/>
                <a:gd name="T16" fmla="*/ 219 w 710"/>
                <a:gd name="T17" fmla="*/ 227 h 611"/>
                <a:gd name="T18" fmla="*/ 0 w 710"/>
                <a:gd name="T19" fmla="*/ 7 h 611"/>
                <a:gd name="T20" fmla="*/ 7 w 710"/>
                <a:gd name="T21" fmla="*/ 0 h 611"/>
                <a:gd name="T22" fmla="*/ 228 w 710"/>
                <a:gd name="T23" fmla="*/ 221 h 611"/>
                <a:gd name="T24" fmla="*/ 229 w 710"/>
                <a:gd name="T25" fmla="*/ 225 h 611"/>
                <a:gd name="T26" fmla="*/ 229 w 710"/>
                <a:gd name="T27" fmla="*/ 252 h 611"/>
                <a:gd name="T28" fmla="*/ 449 w 710"/>
                <a:gd name="T29" fmla="*/ 472 h 611"/>
                <a:gd name="T30" fmla="*/ 588 w 710"/>
                <a:gd name="T31" fmla="*/ 472 h 611"/>
                <a:gd name="T32" fmla="*/ 591 w 710"/>
                <a:gd name="T33" fmla="*/ 473 h 611"/>
                <a:gd name="T34" fmla="*/ 709 w 710"/>
                <a:gd name="T35" fmla="*/ 591 h 611"/>
                <a:gd name="T36" fmla="*/ 710 w 710"/>
                <a:gd name="T37" fmla="*/ 594 h 611"/>
                <a:gd name="T38" fmla="*/ 710 w 71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0" h="611">
                  <a:moveTo>
                    <a:pt x="710" y="611"/>
                  </a:moveTo>
                  <a:cubicBezTo>
                    <a:pt x="700" y="611"/>
                    <a:pt x="700" y="611"/>
                    <a:pt x="700" y="611"/>
                  </a:cubicBezTo>
                  <a:cubicBezTo>
                    <a:pt x="700" y="596"/>
                    <a:pt x="700" y="596"/>
                    <a:pt x="700" y="596"/>
                  </a:cubicBezTo>
                  <a:cubicBezTo>
                    <a:pt x="586" y="482"/>
                    <a:pt x="586" y="482"/>
                    <a:pt x="586" y="482"/>
                  </a:cubicBezTo>
                  <a:cubicBezTo>
                    <a:pt x="447" y="482"/>
                    <a:pt x="447" y="482"/>
                    <a:pt x="447" y="482"/>
                  </a:cubicBezTo>
                  <a:cubicBezTo>
                    <a:pt x="445" y="482"/>
                    <a:pt x="444" y="481"/>
                    <a:pt x="443" y="480"/>
                  </a:cubicBezTo>
                  <a:cubicBezTo>
                    <a:pt x="221" y="258"/>
                    <a:pt x="221" y="258"/>
                    <a:pt x="221" y="258"/>
                  </a:cubicBezTo>
                  <a:cubicBezTo>
                    <a:pt x="220" y="257"/>
                    <a:pt x="219" y="256"/>
                    <a:pt x="219" y="254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28" y="221"/>
                    <a:pt x="228" y="221"/>
                    <a:pt x="228" y="221"/>
                  </a:cubicBezTo>
                  <a:cubicBezTo>
                    <a:pt x="229" y="222"/>
                    <a:pt x="229" y="223"/>
                    <a:pt x="229" y="225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449" y="472"/>
                    <a:pt x="449" y="472"/>
                    <a:pt x="449" y="472"/>
                  </a:cubicBezTo>
                  <a:cubicBezTo>
                    <a:pt x="588" y="472"/>
                    <a:pt x="588" y="472"/>
                    <a:pt x="588" y="472"/>
                  </a:cubicBezTo>
                  <a:cubicBezTo>
                    <a:pt x="589" y="472"/>
                    <a:pt x="590" y="472"/>
                    <a:pt x="591" y="473"/>
                  </a:cubicBezTo>
                  <a:cubicBezTo>
                    <a:pt x="709" y="591"/>
                    <a:pt x="709" y="591"/>
                    <a:pt x="709" y="591"/>
                  </a:cubicBezTo>
                  <a:cubicBezTo>
                    <a:pt x="710" y="591"/>
                    <a:pt x="710" y="593"/>
                    <a:pt x="710" y="594"/>
                  </a:cubicBezTo>
                  <a:lnTo>
                    <a:pt x="71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7" name="Freeform 431"/>
            <p:cNvSpPr>
              <a:spLocks/>
            </p:cNvSpPr>
            <p:nvPr/>
          </p:nvSpPr>
          <p:spPr bwMode="auto">
            <a:xfrm flipV="1">
              <a:off x="-565148" y="4995861"/>
              <a:ext cx="2871787" cy="2484438"/>
            </a:xfrm>
            <a:custGeom>
              <a:avLst/>
              <a:gdLst>
                <a:gd name="T0" fmla="*/ 738 w 765"/>
                <a:gd name="T1" fmla="*/ 662 h 662"/>
                <a:gd name="T2" fmla="*/ 737 w 765"/>
                <a:gd name="T3" fmla="*/ 662 h 662"/>
                <a:gd name="T4" fmla="*/ 566 w 765"/>
                <a:gd name="T5" fmla="*/ 490 h 662"/>
                <a:gd name="T6" fmla="*/ 459 w 765"/>
                <a:gd name="T7" fmla="*/ 490 h 662"/>
                <a:gd name="T8" fmla="*/ 457 w 765"/>
                <a:gd name="T9" fmla="*/ 490 h 662"/>
                <a:gd name="T10" fmla="*/ 218 w 765"/>
                <a:gd name="T11" fmla="*/ 251 h 662"/>
                <a:gd name="T12" fmla="*/ 217 w 765"/>
                <a:gd name="T13" fmla="*/ 249 h 662"/>
                <a:gd name="T14" fmla="*/ 217 w 765"/>
                <a:gd name="T15" fmla="*/ 221 h 662"/>
                <a:gd name="T16" fmla="*/ 0 w 765"/>
                <a:gd name="T17" fmla="*/ 3 h 662"/>
                <a:gd name="T18" fmla="*/ 3 w 765"/>
                <a:gd name="T19" fmla="*/ 0 h 662"/>
                <a:gd name="T20" fmla="*/ 220 w 765"/>
                <a:gd name="T21" fmla="*/ 219 h 662"/>
                <a:gd name="T22" fmla="*/ 221 w 765"/>
                <a:gd name="T23" fmla="*/ 220 h 662"/>
                <a:gd name="T24" fmla="*/ 221 w 765"/>
                <a:gd name="T25" fmla="*/ 249 h 662"/>
                <a:gd name="T26" fmla="*/ 459 w 765"/>
                <a:gd name="T27" fmla="*/ 487 h 662"/>
                <a:gd name="T28" fmla="*/ 567 w 765"/>
                <a:gd name="T29" fmla="*/ 487 h 662"/>
                <a:gd name="T30" fmla="*/ 568 w 765"/>
                <a:gd name="T31" fmla="*/ 488 h 662"/>
                <a:gd name="T32" fmla="*/ 739 w 765"/>
                <a:gd name="T33" fmla="*/ 659 h 662"/>
                <a:gd name="T34" fmla="*/ 765 w 765"/>
                <a:gd name="T35" fmla="*/ 659 h 662"/>
                <a:gd name="T36" fmla="*/ 765 w 765"/>
                <a:gd name="T37" fmla="*/ 662 h 662"/>
                <a:gd name="T38" fmla="*/ 738 w 765"/>
                <a:gd name="T39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5" h="662">
                  <a:moveTo>
                    <a:pt x="738" y="662"/>
                  </a:moveTo>
                  <a:cubicBezTo>
                    <a:pt x="738" y="662"/>
                    <a:pt x="737" y="662"/>
                    <a:pt x="737" y="662"/>
                  </a:cubicBezTo>
                  <a:cubicBezTo>
                    <a:pt x="566" y="490"/>
                    <a:pt x="566" y="490"/>
                    <a:pt x="566" y="490"/>
                  </a:cubicBezTo>
                  <a:cubicBezTo>
                    <a:pt x="459" y="490"/>
                    <a:pt x="459" y="490"/>
                    <a:pt x="459" y="490"/>
                  </a:cubicBezTo>
                  <a:cubicBezTo>
                    <a:pt x="458" y="490"/>
                    <a:pt x="458" y="490"/>
                    <a:pt x="457" y="490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8" y="250"/>
                    <a:pt x="217" y="250"/>
                    <a:pt x="217" y="249"/>
                  </a:cubicBezTo>
                  <a:cubicBezTo>
                    <a:pt x="217" y="221"/>
                    <a:pt x="217" y="221"/>
                    <a:pt x="217" y="2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1" y="219"/>
                    <a:pt x="221" y="219"/>
                    <a:pt x="221" y="220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459" y="487"/>
                    <a:pt x="459" y="487"/>
                    <a:pt x="459" y="487"/>
                  </a:cubicBezTo>
                  <a:cubicBezTo>
                    <a:pt x="567" y="487"/>
                    <a:pt x="567" y="487"/>
                    <a:pt x="567" y="487"/>
                  </a:cubicBezTo>
                  <a:cubicBezTo>
                    <a:pt x="567" y="487"/>
                    <a:pt x="568" y="487"/>
                    <a:pt x="568" y="488"/>
                  </a:cubicBezTo>
                  <a:cubicBezTo>
                    <a:pt x="739" y="659"/>
                    <a:pt x="739" y="659"/>
                    <a:pt x="739" y="659"/>
                  </a:cubicBezTo>
                  <a:cubicBezTo>
                    <a:pt x="765" y="659"/>
                    <a:pt x="765" y="659"/>
                    <a:pt x="765" y="659"/>
                  </a:cubicBezTo>
                  <a:cubicBezTo>
                    <a:pt x="765" y="662"/>
                    <a:pt x="765" y="662"/>
                    <a:pt x="765" y="662"/>
                  </a:cubicBezTo>
                  <a:lnTo>
                    <a:pt x="738" y="6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8" name="Freeform 432"/>
            <p:cNvSpPr>
              <a:spLocks/>
            </p:cNvSpPr>
            <p:nvPr/>
          </p:nvSpPr>
          <p:spPr bwMode="auto">
            <a:xfrm flipV="1">
              <a:off x="-642936" y="4679949"/>
              <a:ext cx="3379787" cy="2759075"/>
            </a:xfrm>
            <a:custGeom>
              <a:avLst/>
              <a:gdLst>
                <a:gd name="T0" fmla="*/ 901 w 901"/>
                <a:gd name="T1" fmla="*/ 735 h 735"/>
                <a:gd name="T2" fmla="*/ 897 w 901"/>
                <a:gd name="T3" fmla="*/ 735 h 735"/>
                <a:gd name="T4" fmla="*/ 897 w 901"/>
                <a:gd name="T5" fmla="*/ 700 h 735"/>
                <a:gd name="T6" fmla="*/ 868 w 901"/>
                <a:gd name="T7" fmla="*/ 671 h 735"/>
                <a:gd name="T8" fmla="*/ 835 w 901"/>
                <a:gd name="T9" fmla="*/ 671 h 735"/>
                <a:gd name="T10" fmla="*/ 825 w 901"/>
                <a:gd name="T11" fmla="*/ 681 h 735"/>
                <a:gd name="T12" fmla="*/ 824 w 901"/>
                <a:gd name="T13" fmla="*/ 681 h 735"/>
                <a:gd name="T14" fmla="*/ 761 w 901"/>
                <a:gd name="T15" fmla="*/ 681 h 735"/>
                <a:gd name="T16" fmla="*/ 760 w 901"/>
                <a:gd name="T17" fmla="*/ 681 h 735"/>
                <a:gd name="T18" fmla="*/ 588 w 901"/>
                <a:gd name="T19" fmla="*/ 509 h 735"/>
                <a:gd name="T20" fmla="*/ 474 w 901"/>
                <a:gd name="T21" fmla="*/ 509 h 735"/>
                <a:gd name="T22" fmla="*/ 473 w 901"/>
                <a:gd name="T23" fmla="*/ 508 h 735"/>
                <a:gd name="T24" fmla="*/ 212 w 901"/>
                <a:gd name="T25" fmla="*/ 247 h 735"/>
                <a:gd name="T26" fmla="*/ 212 w 901"/>
                <a:gd name="T27" fmla="*/ 246 h 735"/>
                <a:gd name="T28" fmla="*/ 212 w 901"/>
                <a:gd name="T29" fmla="*/ 215 h 735"/>
                <a:gd name="T30" fmla="*/ 0 w 901"/>
                <a:gd name="T31" fmla="*/ 2 h 735"/>
                <a:gd name="T32" fmla="*/ 2 w 901"/>
                <a:gd name="T33" fmla="*/ 0 h 735"/>
                <a:gd name="T34" fmla="*/ 215 w 901"/>
                <a:gd name="T35" fmla="*/ 213 h 735"/>
                <a:gd name="T36" fmla="*/ 215 w 901"/>
                <a:gd name="T37" fmla="*/ 214 h 735"/>
                <a:gd name="T38" fmla="*/ 215 w 901"/>
                <a:gd name="T39" fmla="*/ 245 h 735"/>
                <a:gd name="T40" fmla="*/ 475 w 901"/>
                <a:gd name="T41" fmla="*/ 505 h 735"/>
                <a:gd name="T42" fmla="*/ 589 w 901"/>
                <a:gd name="T43" fmla="*/ 505 h 735"/>
                <a:gd name="T44" fmla="*/ 590 w 901"/>
                <a:gd name="T45" fmla="*/ 506 h 735"/>
                <a:gd name="T46" fmla="*/ 762 w 901"/>
                <a:gd name="T47" fmla="*/ 678 h 735"/>
                <a:gd name="T48" fmla="*/ 823 w 901"/>
                <a:gd name="T49" fmla="*/ 678 h 735"/>
                <a:gd name="T50" fmla="*/ 833 w 901"/>
                <a:gd name="T51" fmla="*/ 668 h 735"/>
                <a:gd name="T52" fmla="*/ 834 w 901"/>
                <a:gd name="T53" fmla="*/ 667 h 735"/>
                <a:gd name="T54" fmla="*/ 869 w 901"/>
                <a:gd name="T55" fmla="*/ 667 h 735"/>
                <a:gd name="T56" fmla="*/ 870 w 901"/>
                <a:gd name="T57" fmla="*/ 668 h 735"/>
                <a:gd name="T58" fmla="*/ 900 w 901"/>
                <a:gd name="T59" fmla="*/ 698 h 735"/>
                <a:gd name="T60" fmla="*/ 901 w 901"/>
                <a:gd name="T61" fmla="*/ 699 h 735"/>
                <a:gd name="T62" fmla="*/ 901 w 901"/>
                <a:gd name="T63" fmla="*/ 735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1" h="735">
                  <a:moveTo>
                    <a:pt x="901" y="735"/>
                  </a:moveTo>
                  <a:cubicBezTo>
                    <a:pt x="897" y="735"/>
                    <a:pt x="897" y="735"/>
                    <a:pt x="897" y="735"/>
                  </a:cubicBezTo>
                  <a:cubicBezTo>
                    <a:pt x="897" y="700"/>
                    <a:pt x="897" y="700"/>
                    <a:pt x="897" y="700"/>
                  </a:cubicBezTo>
                  <a:cubicBezTo>
                    <a:pt x="868" y="671"/>
                    <a:pt x="868" y="671"/>
                    <a:pt x="868" y="671"/>
                  </a:cubicBezTo>
                  <a:cubicBezTo>
                    <a:pt x="835" y="671"/>
                    <a:pt x="835" y="671"/>
                    <a:pt x="835" y="671"/>
                  </a:cubicBezTo>
                  <a:cubicBezTo>
                    <a:pt x="825" y="681"/>
                    <a:pt x="825" y="681"/>
                    <a:pt x="825" y="681"/>
                  </a:cubicBezTo>
                  <a:cubicBezTo>
                    <a:pt x="825" y="681"/>
                    <a:pt x="824" y="681"/>
                    <a:pt x="824" y="681"/>
                  </a:cubicBezTo>
                  <a:cubicBezTo>
                    <a:pt x="761" y="681"/>
                    <a:pt x="761" y="681"/>
                    <a:pt x="761" y="681"/>
                  </a:cubicBezTo>
                  <a:cubicBezTo>
                    <a:pt x="761" y="681"/>
                    <a:pt x="760" y="681"/>
                    <a:pt x="760" y="681"/>
                  </a:cubicBezTo>
                  <a:cubicBezTo>
                    <a:pt x="588" y="509"/>
                    <a:pt x="588" y="509"/>
                    <a:pt x="588" y="509"/>
                  </a:cubicBezTo>
                  <a:cubicBezTo>
                    <a:pt x="474" y="509"/>
                    <a:pt x="474" y="509"/>
                    <a:pt x="474" y="509"/>
                  </a:cubicBezTo>
                  <a:cubicBezTo>
                    <a:pt x="474" y="509"/>
                    <a:pt x="474" y="509"/>
                    <a:pt x="473" y="508"/>
                  </a:cubicBezTo>
                  <a:cubicBezTo>
                    <a:pt x="212" y="247"/>
                    <a:pt x="212" y="247"/>
                    <a:pt x="212" y="247"/>
                  </a:cubicBezTo>
                  <a:cubicBezTo>
                    <a:pt x="212" y="247"/>
                    <a:pt x="212" y="247"/>
                    <a:pt x="212" y="246"/>
                  </a:cubicBezTo>
                  <a:cubicBezTo>
                    <a:pt x="212" y="215"/>
                    <a:pt x="212" y="215"/>
                    <a:pt x="212" y="21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3"/>
                    <a:pt x="215" y="214"/>
                    <a:pt x="215" y="214"/>
                  </a:cubicBezTo>
                  <a:cubicBezTo>
                    <a:pt x="215" y="245"/>
                    <a:pt x="215" y="245"/>
                    <a:pt x="215" y="245"/>
                  </a:cubicBezTo>
                  <a:cubicBezTo>
                    <a:pt x="475" y="505"/>
                    <a:pt x="475" y="505"/>
                    <a:pt x="475" y="505"/>
                  </a:cubicBezTo>
                  <a:cubicBezTo>
                    <a:pt x="589" y="505"/>
                    <a:pt x="589" y="505"/>
                    <a:pt x="589" y="505"/>
                  </a:cubicBezTo>
                  <a:cubicBezTo>
                    <a:pt x="589" y="505"/>
                    <a:pt x="590" y="506"/>
                    <a:pt x="590" y="506"/>
                  </a:cubicBezTo>
                  <a:cubicBezTo>
                    <a:pt x="762" y="678"/>
                    <a:pt x="762" y="678"/>
                    <a:pt x="762" y="678"/>
                  </a:cubicBezTo>
                  <a:cubicBezTo>
                    <a:pt x="823" y="678"/>
                    <a:pt x="823" y="678"/>
                    <a:pt x="823" y="678"/>
                  </a:cubicBezTo>
                  <a:cubicBezTo>
                    <a:pt x="833" y="668"/>
                    <a:pt x="833" y="668"/>
                    <a:pt x="833" y="668"/>
                  </a:cubicBezTo>
                  <a:cubicBezTo>
                    <a:pt x="833" y="668"/>
                    <a:pt x="834" y="667"/>
                    <a:pt x="834" y="667"/>
                  </a:cubicBezTo>
                  <a:cubicBezTo>
                    <a:pt x="869" y="667"/>
                    <a:pt x="869" y="667"/>
                    <a:pt x="869" y="667"/>
                  </a:cubicBezTo>
                  <a:cubicBezTo>
                    <a:pt x="869" y="667"/>
                    <a:pt x="870" y="668"/>
                    <a:pt x="870" y="668"/>
                  </a:cubicBezTo>
                  <a:cubicBezTo>
                    <a:pt x="900" y="698"/>
                    <a:pt x="900" y="698"/>
                    <a:pt x="900" y="698"/>
                  </a:cubicBezTo>
                  <a:cubicBezTo>
                    <a:pt x="900" y="698"/>
                    <a:pt x="901" y="699"/>
                    <a:pt x="901" y="699"/>
                  </a:cubicBezTo>
                  <a:lnTo>
                    <a:pt x="901" y="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9" name="Freeform 433"/>
            <p:cNvSpPr>
              <a:spLocks/>
            </p:cNvSpPr>
            <p:nvPr/>
          </p:nvSpPr>
          <p:spPr bwMode="auto">
            <a:xfrm flipV="1">
              <a:off x="-430211" y="4500561"/>
              <a:ext cx="3001962" cy="2413000"/>
            </a:xfrm>
            <a:custGeom>
              <a:avLst/>
              <a:gdLst>
                <a:gd name="T0" fmla="*/ 797 w 800"/>
                <a:gd name="T1" fmla="*/ 643 h 643"/>
                <a:gd name="T2" fmla="*/ 797 w 800"/>
                <a:gd name="T3" fmla="*/ 609 h 643"/>
                <a:gd name="T4" fmla="*/ 767 w 800"/>
                <a:gd name="T5" fmla="*/ 579 h 643"/>
                <a:gd name="T6" fmla="*/ 693 w 800"/>
                <a:gd name="T7" fmla="*/ 579 h 643"/>
                <a:gd name="T8" fmla="*/ 692 w 800"/>
                <a:gd name="T9" fmla="*/ 578 h 643"/>
                <a:gd name="T10" fmla="*/ 518 w 800"/>
                <a:gd name="T11" fmla="*/ 404 h 643"/>
                <a:gd name="T12" fmla="*/ 402 w 800"/>
                <a:gd name="T13" fmla="*/ 404 h 643"/>
                <a:gd name="T14" fmla="*/ 401 w 800"/>
                <a:gd name="T15" fmla="*/ 404 h 643"/>
                <a:gd name="T16" fmla="*/ 0 w 800"/>
                <a:gd name="T17" fmla="*/ 2 h 643"/>
                <a:gd name="T18" fmla="*/ 2 w 800"/>
                <a:gd name="T19" fmla="*/ 0 h 643"/>
                <a:gd name="T20" fmla="*/ 403 w 800"/>
                <a:gd name="T21" fmla="*/ 401 h 643"/>
                <a:gd name="T22" fmla="*/ 519 w 800"/>
                <a:gd name="T23" fmla="*/ 401 h 643"/>
                <a:gd name="T24" fmla="*/ 520 w 800"/>
                <a:gd name="T25" fmla="*/ 401 h 643"/>
                <a:gd name="T26" fmla="*/ 694 w 800"/>
                <a:gd name="T27" fmla="*/ 575 h 643"/>
                <a:gd name="T28" fmla="*/ 767 w 800"/>
                <a:gd name="T29" fmla="*/ 575 h 643"/>
                <a:gd name="T30" fmla="*/ 768 w 800"/>
                <a:gd name="T31" fmla="*/ 576 h 643"/>
                <a:gd name="T32" fmla="*/ 800 w 800"/>
                <a:gd name="T33" fmla="*/ 607 h 643"/>
                <a:gd name="T34" fmla="*/ 800 w 800"/>
                <a:gd name="T35" fmla="*/ 608 h 643"/>
                <a:gd name="T36" fmla="*/ 800 w 800"/>
                <a:gd name="T37" fmla="*/ 643 h 643"/>
                <a:gd name="T38" fmla="*/ 797 w 800"/>
                <a:gd name="T39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0" h="643">
                  <a:moveTo>
                    <a:pt x="797" y="643"/>
                  </a:moveTo>
                  <a:cubicBezTo>
                    <a:pt x="797" y="609"/>
                    <a:pt x="797" y="609"/>
                    <a:pt x="797" y="609"/>
                  </a:cubicBezTo>
                  <a:cubicBezTo>
                    <a:pt x="767" y="579"/>
                    <a:pt x="767" y="579"/>
                    <a:pt x="767" y="579"/>
                  </a:cubicBezTo>
                  <a:cubicBezTo>
                    <a:pt x="693" y="579"/>
                    <a:pt x="693" y="579"/>
                    <a:pt x="693" y="579"/>
                  </a:cubicBezTo>
                  <a:cubicBezTo>
                    <a:pt x="693" y="579"/>
                    <a:pt x="692" y="579"/>
                    <a:pt x="692" y="578"/>
                  </a:cubicBezTo>
                  <a:cubicBezTo>
                    <a:pt x="518" y="404"/>
                    <a:pt x="518" y="404"/>
                    <a:pt x="518" y="404"/>
                  </a:cubicBezTo>
                  <a:cubicBezTo>
                    <a:pt x="402" y="404"/>
                    <a:pt x="402" y="404"/>
                    <a:pt x="402" y="404"/>
                  </a:cubicBezTo>
                  <a:cubicBezTo>
                    <a:pt x="402" y="404"/>
                    <a:pt x="401" y="404"/>
                    <a:pt x="401" y="40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519" y="401"/>
                    <a:pt x="519" y="401"/>
                    <a:pt x="519" y="401"/>
                  </a:cubicBezTo>
                  <a:cubicBezTo>
                    <a:pt x="519" y="401"/>
                    <a:pt x="519" y="401"/>
                    <a:pt x="520" y="401"/>
                  </a:cubicBezTo>
                  <a:cubicBezTo>
                    <a:pt x="694" y="575"/>
                    <a:pt x="694" y="575"/>
                    <a:pt x="694" y="575"/>
                  </a:cubicBezTo>
                  <a:cubicBezTo>
                    <a:pt x="767" y="575"/>
                    <a:pt x="767" y="575"/>
                    <a:pt x="767" y="575"/>
                  </a:cubicBezTo>
                  <a:cubicBezTo>
                    <a:pt x="768" y="575"/>
                    <a:pt x="768" y="576"/>
                    <a:pt x="768" y="576"/>
                  </a:cubicBezTo>
                  <a:cubicBezTo>
                    <a:pt x="800" y="607"/>
                    <a:pt x="800" y="607"/>
                    <a:pt x="800" y="607"/>
                  </a:cubicBezTo>
                  <a:cubicBezTo>
                    <a:pt x="800" y="607"/>
                    <a:pt x="800" y="608"/>
                    <a:pt x="800" y="608"/>
                  </a:cubicBezTo>
                  <a:cubicBezTo>
                    <a:pt x="800" y="643"/>
                    <a:pt x="800" y="643"/>
                    <a:pt x="800" y="643"/>
                  </a:cubicBezTo>
                  <a:lnTo>
                    <a:pt x="797" y="64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0" name="Freeform 434"/>
            <p:cNvSpPr>
              <a:spLocks/>
            </p:cNvSpPr>
            <p:nvPr/>
          </p:nvSpPr>
          <p:spPr bwMode="auto">
            <a:xfrm flipV="1">
              <a:off x="-538161" y="4627561"/>
              <a:ext cx="2859087" cy="2176463"/>
            </a:xfrm>
            <a:custGeom>
              <a:avLst/>
              <a:gdLst>
                <a:gd name="T0" fmla="*/ 720 w 762"/>
                <a:gd name="T1" fmla="*/ 580 h 580"/>
                <a:gd name="T2" fmla="*/ 719 w 762"/>
                <a:gd name="T3" fmla="*/ 580 h 580"/>
                <a:gd name="T4" fmla="*/ 549 w 762"/>
                <a:gd name="T5" fmla="*/ 410 h 580"/>
                <a:gd name="T6" fmla="*/ 409 w 762"/>
                <a:gd name="T7" fmla="*/ 410 h 580"/>
                <a:gd name="T8" fmla="*/ 407 w 762"/>
                <a:gd name="T9" fmla="*/ 410 h 580"/>
                <a:gd name="T10" fmla="*/ 0 w 762"/>
                <a:gd name="T11" fmla="*/ 2 h 580"/>
                <a:gd name="T12" fmla="*/ 2 w 762"/>
                <a:gd name="T13" fmla="*/ 0 h 580"/>
                <a:gd name="T14" fmla="*/ 409 w 762"/>
                <a:gd name="T15" fmla="*/ 407 h 580"/>
                <a:gd name="T16" fmla="*/ 550 w 762"/>
                <a:gd name="T17" fmla="*/ 407 h 580"/>
                <a:gd name="T18" fmla="*/ 551 w 762"/>
                <a:gd name="T19" fmla="*/ 407 h 580"/>
                <a:gd name="T20" fmla="*/ 721 w 762"/>
                <a:gd name="T21" fmla="*/ 577 h 580"/>
                <a:gd name="T22" fmla="*/ 762 w 762"/>
                <a:gd name="T23" fmla="*/ 577 h 580"/>
                <a:gd name="T24" fmla="*/ 762 w 762"/>
                <a:gd name="T25" fmla="*/ 580 h 580"/>
                <a:gd name="T26" fmla="*/ 720 w 762"/>
                <a:gd name="T27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580">
                  <a:moveTo>
                    <a:pt x="720" y="580"/>
                  </a:moveTo>
                  <a:cubicBezTo>
                    <a:pt x="720" y="580"/>
                    <a:pt x="720" y="580"/>
                    <a:pt x="719" y="580"/>
                  </a:cubicBezTo>
                  <a:cubicBezTo>
                    <a:pt x="549" y="410"/>
                    <a:pt x="549" y="410"/>
                    <a:pt x="549" y="410"/>
                  </a:cubicBezTo>
                  <a:cubicBezTo>
                    <a:pt x="409" y="410"/>
                    <a:pt x="409" y="410"/>
                    <a:pt x="409" y="410"/>
                  </a:cubicBezTo>
                  <a:cubicBezTo>
                    <a:pt x="408" y="410"/>
                    <a:pt x="408" y="410"/>
                    <a:pt x="407" y="4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9" y="407"/>
                    <a:pt x="409" y="407"/>
                    <a:pt x="409" y="407"/>
                  </a:cubicBezTo>
                  <a:cubicBezTo>
                    <a:pt x="550" y="407"/>
                    <a:pt x="550" y="407"/>
                    <a:pt x="550" y="407"/>
                  </a:cubicBezTo>
                  <a:cubicBezTo>
                    <a:pt x="550" y="407"/>
                    <a:pt x="551" y="407"/>
                    <a:pt x="551" y="407"/>
                  </a:cubicBezTo>
                  <a:cubicBezTo>
                    <a:pt x="721" y="577"/>
                    <a:pt x="721" y="577"/>
                    <a:pt x="721" y="577"/>
                  </a:cubicBezTo>
                  <a:cubicBezTo>
                    <a:pt x="762" y="577"/>
                    <a:pt x="762" y="577"/>
                    <a:pt x="762" y="577"/>
                  </a:cubicBezTo>
                  <a:cubicBezTo>
                    <a:pt x="762" y="580"/>
                    <a:pt x="762" y="580"/>
                    <a:pt x="762" y="580"/>
                  </a:cubicBezTo>
                  <a:lnTo>
                    <a:pt x="720" y="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1" name="Freeform 435"/>
            <p:cNvSpPr>
              <a:spLocks/>
            </p:cNvSpPr>
            <p:nvPr/>
          </p:nvSpPr>
          <p:spPr bwMode="auto">
            <a:xfrm flipV="1">
              <a:off x="-639761" y="4435473"/>
              <a:ext cx="2806700" cy="2271713"/>
            </a:xfrm>
            <a:custGeom>
              <a:avLst/>
              <a:gdLst>
                <a:gd name="T0" fmla="*/ 745 w 748"/>
                <a:gd name="T1" fmla="*/ 605 h 605"/>
                <a:gd name="T2" fmla="*/ 683 w 748"/>
                <a:gd name="T3" fmla="*/ 543 h 605"/>
                <a:gd name="T4" fmla="*/ 637 w 748"/>
                <a:gd name="T5" fmla="*/ 543 h 605"/>
                <a:gd name="T6" fmla="*/ 635 w 748"/>
                <a:gd name="T7" fmla="*/ 543 h 605"/>
                <a:gd name="T8" fmla="*/ 512 w 748"/>
                <a:gd name="T9" fmla="*/ 419 h 605"/>
                <a:gd name="T10" fmla="*/ 375 w 748"/>
                <a:gd name="T11" fmla="*/ 419 h 605"/>
                <a:gd name="T12" fmla="*/ 374 w 748"/>
                <a:gd name="T13" fmla="*/ 419 h 605"/>
                <a:gd name="T14" fmla="*/ 341 w 748"/>
                <a:gd name="T15" fmla="*/ 386 h 605"/>
                <a:gd name="T16" fmla="*/ 340 w 748"/>
                <a:gd name="T17" fmla="*/ 385 h 605"/>
                <a:gd name="T18" fmla="*/ 340 w 748"/>
                <a:gd name="T19" fmla="*/ 343 h 605"/>
                <a:gd name="T20" fmla="*/ 0 w 748"/>
                <a:gd name="T21" fmla="*/ 3 h 605"/>
                <a:gd name="T22" fmla="*/ 3 w 748"/>
                <a:gd name="T23" fmla="*/ 0 h 605"/>
                <a:gd name="T24" fmla="*/ 343 w 748"/>
                <a:gd name="T25" fmla="*/ 341 h 605"/>
                <a:gd name="T26" fmla="*/ 344 w 748"/>
                <a:gd name="T27" fmla="*/ 342 h 605"/>
                <a:gd name="T28" fmla="*/ 344 w 748"/>
                <a:gd name="T29" fmla="*/ 384 h 605"/>
                <a:gd name="T30" fmla="*/ 376 w 748"/>
                <a:gd name="T31" fmla="*/ 416 h 605"/>
                <a:gd name="T32" fmla="*/ 513 w 748"/>
                <a:gd name="T33" fmla="*/ 416 h 605"/>
                <a:gd name="T34" fmla="*/ 514 w 748"/>
                <a:gd name="T35" fmla="*/ 417 h 605"/>
                <a:gd name="T36" fmla="*/ 637 w 748"/>
                <a:gd name="T37" fmla="*/ 540 h 605"/>
                <a:gd name="T38" fmla="*/ 683 w 748"/>
                <a:gd name="T39" fmla="*/ 540 h 605"/>
                <a:gd name="T40" fmla="*/ 685 w 748"/>
                <a:gd name="T41" fmla="*/ 540 h 605"/>
                <a:gd name="T42" fmla="*/ 748 w 748"/>
                <a:gd name="T43" fmla="*/ 603 h 605"/>
                <a:gd name="T44" fmla="*/ 745 w 748"/>
                <a:gd name="T45" fmla="*/ 60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8" h="605">
                  <a:moveTo>
                    <a:pt x="745" y="605"/>
                  </a:moveTo>
                  <a:cubicBezTo>
                    <a:pt x="683" y="543"/>
                    <a:pt x="683" y="543"/>
                    <a:pt x="683" y="543"/>
                  </a:cubicBezTo>
                  <a:cubicBezTo>
                    <a:pt x="637" y="543"/>
                    <a:pt x="637" y="543"/>
                    <a:pt x="637" y="543"/>
                  </a:cubicBezTo>
                  <a:cubicBezTo>
                    <a:pt x="636" y="543"/>
                    <a:pt x="636" y="543"/>
                    <a:pt x="635" y="543"/>
                  </a:cubicBezTo>
                  <a:cubicBezTo>
                    <a:pt x="512" y="419"/>
                    <a:pt x="512" y="419"/>
                    <a:pt x="512" y="419"/>
                  </a:cubicBezTo>
                  <a:cubicBezTo>
                    <a:pt x="375" y="419"/>
                    <a:pt x="375" y="419"/>
                    <a:pt x="375" y="419"/>
                  </a:cubicBezTo>
                  <a:cubicBezTo>
                    <a:pt x="375" y="419"/>
                    <a:pt x="374" y="419"/>
                    <a:pt x="374" y="419"/>
                  </a:cubicBezTo>
                  <a:cubicBezTo>
                    <a:pt x="341" y="386"/>
                    <a:pt x="341" y="386"/>
                    <a:pt x="341" y="386"/>
                  </a:cubicBezTo>
                  <a:cubicBezTo>
                    <a:pt x="341" y="386"/>
                    <a:pt x="340" y="385"/>
                    <a:pt x="340" y="385"/>
                  </a:cubicBezTo>
                  <a:cubicBezTo>
                    <a:pt x="340" y="343"/>
                    <a:pt x="340" y="343"/>
                    <a:pt x="340" y="34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3" y="341"/>
                    <a:pt x="343" y="341"/>
                    <a:pt x="343" y="341"/>
                  </a:cubicBezTo>
                  <a:cubicBezTo>
                    <a:pt x="344" y="341"/>
                    <a:pt x="344" y="342"/>
                    <a:pt x="344" y="342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76" y="416"/>
                    <a:pt x="376" y="416"/>
                    <a:pt x="376" y="416"/>
                  </a:cubicBezTo>
                  <a:cubicBezTo>
                    <a:pt x="513" y="416"/>
                    <a:pt x="513" y="416"/>
                    <a:pt x="513" y="416"/>
                  </a:cubicBezTo>
                  <a:cubicBezTo>
                    <a:pt x="513" y="416"/>
                    <a:pt x="514" y="416"/>
                    <a:pt x="514" y="417"/>
                  </a:cubicBezTo>
                  <a:cubicBezTo>
                    <a:pt x="637" y="540"/>
                    <a:pt x="637" y="540"/>
                    <a:pt x="637" y="540"/>
                  </a:cubicBezTo>
                  <a:cubicBezTo>
                    <a:pt x="683" y="540"/>
                    <a:pt x="683" y="540"/>
                    <a:pt x="683" y="540"/>
                  </a:cubicBezTo>
                  <a:cubicBezTo>
                    <a:pt x="684" y="540"/>
                    <a:pt x="684" y="540"/>
                    <a:pt x="685" y="540"/>
                  </a:cubicBezTo>
                  <a:cubicBezTo>
                    <a:pt x="748" y="603"/>
                    <a:pt x="748" y="603"/>
                    <a:pt x="748" y="603"/>
                  </a:cubicBezTo>
                  <a:lnTo>
                    <a:pt x="745" y="605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2" name="Freeform 436"/>
            <p:cNvSpPr>
              <a:spLocks/>
            </p:cNvSpPr>
            <p:nvPr/>
          </p:nvSpPr>
          <p:spPr bwMode="auto">
            <a:xfrm flipV="1">
              <a:off x="-835023" y="4233861"/>
              <a:ext cx="3152775" cy="2292350"/>
            </a:xfrm>
            <a:custGeom>
              <a:avLst/>
              <a:gdLst>
                <a:gd name="T0" fmla="*/ 840 w 840"/>
                <a:gd name="T1" fmla="*/ 611 h 611"/>
                <a:gd name="T2" fmla="*/ 800 w 840"/>
                <a:gd name="T3" fmla="*/ 611 h 611"/>
                <a:gd name="T4" fmla="*/ 796 w 840"/>
                <a:gd name="T5" fmla="*/ 609 h 611"/>
                <a:gd name="T6" fmla="*/ 718 w 840"/>
                <a:gd name="T7" fmla="*/ 531 h 611"/>
                <a:gd name="T8" fmla="*/ 665 w 840"/>
                <a:gd name="T9" fmla="*/ 531 h 611"/>
                <a:gd name="T10" fmla="*/ 661 w 840"/>
                <a:gd name="T11" fmla="*/ 530 h 611"/>
                <a:gd name="T12" fmla="*/ 542 w 840"/>
                <a:gd name="T13" fmla="*/ 410 h 611"/>
                <a:gd name="T14" fmla="*/ 405 w 840"/>
                <a:gd name="T15" fmla="*/ 410 h 611"/>
                <a:gd name="T16" fmla="*/ 402 w 840"/>
                <a:gd name="T17" fmla="*/ 409 h 611"/>
                <a:gd name="T18" fmla="*/ 0 w 840"/>
                <a:gd name="T19" fmla="*/ 7 h 611"/>
                <a:gd name="T20" fmla="*/ 7 w 840"/>
                <a:gd name="T21" fmla="*/ 0 h 611"/>
                <a:gd name="T22" fmla="*/ 407 w 840"/>
                <a:gd name="T23" fmla="*/ 400 h 611"/>
                <a:gd name="T24" fmla="*/ 544 w 840"/>
                <a:gd name="T25" fmla="*/ 400 h 611"/>
                <a:gd name="T26" fmla="*/ 548 w 840"/>
                <a:gd name="T27" fmla="*/ 401 h 611"/>
                <a:gd name="T28" fmla="*/ 667 w 840"/>
                <a:gd name="T29" fmla="*/ 521 h 611"/>
                <a:gd name="T30" fmla="*/ 721 w 840"/>
                <a:gd name="T31" fmla="*/ 521 h 611"/>
                <a:gd name="T32" fmla="*/ 724 w 840"/>
                <a:gd name="T33" fmla="*/ 522 h 611"/>
                <a:gd name="T34" fmla="*/ 802 w 840"/>
                <a:gd name="T35" fmla="*/ 600 h 611"/>
                <a:gd name="T36" fmla="*/ 840 w 840"/>
                <a:gd name="T37" fmla="*/ 600 h 611"/>
                <a:gd name="T38" fmla="*/ 840 w 84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40" h="611">
                  <a:moveTo>
                    <a:pt x="840" y="611"/>
                  </a:moveTo>
                  <a:cubicBezTo>
                    <a:pt x="800" y="611"/>
                    <a:pt x="800" y="611"/>
                    <a:pt x="800" y="611"/>
                  </a:cubicBezTo>
                  <a:cubicBezTo>
                    <a:pt x="799" y="611"/>
                    <a:pt x="797" y="610"/>
                    <a:pt x="796" y="609"/>
                  </a:cubicBezTo>
                  <a:cubicBezTo>
                    <a:pt x="718" y="531"/>
                    <a:pt x="718" y="531"/>
                    <a:pt x="718" y="531"/>
                  </a:cubicBezTo>
                  <a:cubicBezTo>
                    <a:pt x="665" y="531"/>
                    <a:pt x="665" y="531"/>
                    <a:pt x="665" y="531"/>
                  </a:cubicBezTo>
                  <a:cubicBezTo>
                    <a:pt x="664" y="531"/>
                    <a:pt x="662" y="531"/>
                    <a:pt x="661" y="530"/>
                  </a:cubicBezTo>
                  <a:cubicBezTo>
                    <a:pt x="542" y="410"/>
                    <a:pt x="542" y="410"/>
                    <a:pt x="542" y="410"/>
                  </a:cubicBezTo>
                  <a:cubicBezTo>
                    <a:pt x="405" y="410"/>
                    <a:pt x="405" y="410"/>
                    <a:pt x="405" y="410"/>
                  </a:cubicBezTo>
                  <a:cubicBezTo>
                    <a:pt x="404" y="410"/>
                    <a:pt x="403" y="410"/>
                    <a:pt x="402" y="40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07" y="400"/>
                    <a:pt x="407" y="400"/>
                    <a:pt x="407" y="400"/>
                  </a:cubicBezTo>
                  <a:cubicBezTo>
                    <a:pt x="544" y="400"/>
                    <a:pt x="544" y="400"/>
                    <a:pt x="544" y="400"/>
                  </a:cubicBezTo>
                  <a:cubicBezTo>
                    <a:pt x="545" y="400"/>
                    <a:pt x="547" y="400"/>
                    <a:pt x="548" y="401"/>
                  </a:cubicBezTo>
                  <a:cubicBezTo>
                    <a:pt x="667" y="521"/>
                    <a:pt x="667" y="521"/>
                    <a:pt x="667" y="521"/>
                  </a:cubicBezTo>
                  <a:cubicBezTo>
                    <a:pt x="721" y="521"/>
                    <a:pt x="721" y="521"/>
                    <a:pt x="721" y="521"/>
                  </a:cubicBezTo>
                  <a:cubicBezTo>
                    <a:pt x="722" y="521"/>
                    <a:pt x="723" y="521"/>
                    <a:pt x="724" y="522"/>
                  </a:cubicBezTo>
                  <a:cubicBezTo>
                    <a:pt x="802" y="600"/>
                    <a:pt x="802" y="600"/>
                    <a:pt x="802" y="600"/>
                  </a:cubicBezTo>
                  <a:cubicBezTo>
                    <a:pt x="840" y="600"/>
                    <a:pt x="840" y="600"/>
                    <a:pt x="840" y="600"/>
                  </a:cubicBezTo>
                  <a:lnTo>
                    <a:pt x="84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3" name="Freeform 437"/>
            <p:cNvSpPr>
              <a:spLocks/>
            </p:cNvSpPr>
            <p:nvPr/>
          </p:nvSpPr>
          <p:spPr bwMode="auto">
            <a:xfrm flipV="1">
              <a:off x="-1131886" y="4090986"/>
              <a:ext cx="2949575" cy="2120900"/>
            </a:xfrm>
            <a:custGeom>
              <a:avLst/>
              <a:gdLst>
                <a:gd name="T0" fmla="*/ 786 w 786"/>
                <a:gd name="T1" fmla="*/ 565 h 565"/>
                <a:gd name="T2" fmla="*/ 782 w 786"/>
                <a:gd name="T3" fmla="*/ 565 h 565"/>
                <a:gd name="T4" fmla="*/ 782 w 786"/>
                <a:gd name="T5" fmla="*/ 517 h 565"/>
                <a:gd name="T6" fmla="*/ 621 w 786"/>
                <a:gd name="T7" fmla="*/ 356 h 565"/>
                <a:gd name="T8" fmla="*/ 354 w 786"/>
                <a:gd name="T9" fmla="*/ 356 h 565"/>
                <a:gd name="T10" fmla="*/ 353 w 786"/>
                <a:gd name="T11" fmla="*/ 355 h 565"/>
                <a:gd name="T12" fmla="*/ 0 w 786"/>
                <a:gd name="T13" fmla="*/ 2 h 565"/>
                <a:gd name="T14" fmla="*/ 2 w 786"/>
                <a:gd name="T15" fmla="*/ 0 h 565"/>
                <a:gd name="T16" fmla="*/ 355 w 786"/>
                <a:gd name="T17" fmla="*/ 352 h 565"/>
                <a:gd name="T18" fmla="*/ 622 w 786"/>
                <a:gd name="T19" fmla="*/ 352 h 565"/>
                <a:gd name="T20" fmla="*/ 623 w 786"/>
                <a:gd name="T21" fmla="*/ 353 h 565"/>
                <a:gd name="T22" fmla="*/ 785 w 786"/>
                <a:gd name="T23" fmla="*/ 515 h 565"/>
                <a:gd name="T24" fmla="*/ 786 w 786"/>
                <a:gd name="T25" fmla="*/ 516 h 565"/>
                <a:gd name="T26" fmla="*/ 786 w 786"/>
                <a:gd name="T27" fmla="*/ 565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6" h="565">
                  <a:moveTo>
                    <a:pt x="786" y="565"/>
                  </a:moveTo>
                  <a:cubicBezTo>
                    <a:pt x="782" y="565"/>
                    <a:pt x="782" y="565"/>
                    <a:pt x="782" y="565"/>
                  </a:cubicBezTo>
                  <a:cubicBezTo>
                    <a:pt x="782" y="517"/>
                    <a:pt x="782" y="517"/>
                    <a:pt x="782" y="517"/>
                  </a:cubicBezTo>
                  <a:cubicBezTo>
                    <a:pt x="621" y="356"/>
                    <a:pt x="621" y="356"/>
                    <a:pt x="621" y="356"/>
                  </a:cubicBezTo>
                  <a:cubicBezTo>
                    <a:pt x="354" y="356"/>
                    <a:pt x="354" y="356"/>
                    <a:pt x="354" y="356"/>
                  </a:cubicBezTo>
                  <a:cubicBezTo>
                    <a:pt x="354" y="356"/>
                    <a:pt x="354" y="356"/>
                    <a:pt x="353" y="35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55" y="352"/>
                    <a:pt x="355" y="352"/>
                    <a:pt x="355" y="352"/>
                  </a:cubicBezTo>
                  <a:cubicBezTo>
                    <a:pt x="622" y="352"/>
                    <a:pt x="622" y="352"/>
                    <a:pt x="622" y="352"/>
                  </a:cubicBezTo>
                  <a:cubicBezTo>
                    <a:pt x="622" y="352"/>
                    <a:pt x="623" y="353"/>
                    <a:pt x="623" y="353"/>
                  </a:cubicBezTo>
                  <a:cubicBezTo>
                    <a:pt x="785" y="515"/>
                    <a:pt x="785" y="515"/>
                    <a:pt x="785" y="515"/>
                  </a:cubicBezTo>
                  <a:cubicBezTo>
                    <a:pt x="786" y="515"/>
                    <a:pt x="786" y="516"/>
                    <a:pt x="786" y="516"/>
                  </a:cubicBezTo>
                  <a:lnTo>
                    <a:pt x="786" y="5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4" name="Freeform 438"/>
            <p:cNvSpPr>
              <a:spLocks/>
            </p:cNvSpPr>
            <p:nvPr/>
          </p:nvSpPr>
          <p:spPr bwMode="auto">
            <a:xfrm flipV="1">
              <a:off x="-1330323" y="3827461"/>
              <a:ext cx="3370262" cy="2189163"/>
            </a:xfrm>
            <a:custGeom>
              <a:avLst/>
              <a:gdLst>
                <a:gd name="T0" fmla="*/ 843 w 898"/>
                <a:gd name="T1" fmla="*/ 583 h 583"/>
                <a:gd name="T2" fmla="*/ 842 w 898"/>
                <a:gd name="T3" fmla="*/ 582 h 583"/>
                <a:gd name="T4" fmla="*/ 753 w 898"/>
                <a:gd name="T5" fmla="*/ 493 h 583"/>
                <a:gd name="T6" fmla="*/ 752 w 898"/>
                <a:gd name="T7" fmla="*/ 492 h 583"/>
                <a:gd name="T8" fmla="*/ 752 w 898"/>
                <a:gd name="T9" fmla="*/ 428 h 583"/>
                <a:gd name="T10" fmla="*/ 666 w 898"/>
                <a:gd name="T11" fmla="*/ 342 h 583"/>
                <a:gd name="T12" fmla="*/ 341 w 898"/>
                <a:gd name="T13" fmla="*/ 342 h 583"/>
                <a:gd name="T14" fmla="*/ 339 w 898"/>
                <a:gd name="T15" fmla="*/ 342 h 583"/>
                <a:gd name="T16" fmla="*/ 0 w 898"/>
                <a:gd name="T17" fmla="*/ 3 h 583"/>
                <a:gd name="T18" fmla="*/ 3 w 898"/>
                <a:gd name="T19" fmla="*/ 0 h 583"/>
                <a:gd name="T20" fmla="*/ 341 w 898"/>
                <a:gd name="T21" fmla="*/ 339 h 583"/>
                <a:gd name="T22" fmla="*/ 666 w 898"/>
                <a:gd name="T23" fmla="*/ 339 h 583"/>
                <a:gd name="T24" fmla="*/ 668 w 898"/>
                <a:gd name="T25" fmla="*/ 339 h 583"/>
                <a:gd name="T26" fmla="*/ 755 w 898"/>
                <a:gd name="T27" fmla="*/ 426 h 583"/>
                <a:gd name="T28" fmla="*/ 755 w 898"/>
                <a:gd name="T29" fmla="*/ 428 h 583"/>
                <a:gd name="T30" fmla="*/ 755 w 898"/>
                <a:gd name="T31" fmla="*/ 491 h 583"/>
                <a:gd name="T32" fmla="*/ 844 w 898"/>
                <a:gd name="T33" fmla="*/ 579 h 583"/>
                <a:gd name="T34" fmla="*/ 886 w 898"/>
                <a:gd name="T35" fmla="*/ 579 h 583"/>
                <a:gd name="T36" fmla="*/ 895 w 898"/>
                <a:gd name="T37" fmla="*/ 570 h 583"/>
                <a:gd name="T38" fmla="*/ 898 w 898"/>
                <a:gd name="T39" fmla="*/ 572 h 583"/>
                <a:gd name="T40" fmla="*/ 888 w 898"/>
                <a:gd name="T41" fmla="*/ 582 h 583"/>
                <a:gd name="T42" fmla="*/ 887 w 898"/>
                <a:gd name="T43" fmla="*/ 583 h 583"/>
                <a:gd name="T44" fmla="*/ 843 w 898"/>
                <a:gd name="T45" fmla="*/ 58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583">
                  <a:moveTo>
                    <a:pt x="843" y="583"/>
                  </a:moveTo>
                  <a:cubicBezTo>
                    <a:pt x="842" y="583"/>
                    <a:pt x="842" y="583"/>
                    <a:pt x="842" y="582"/>
                  </a:cubicBezTo>
                  <a:cubicBezTo>
                    <a:pt x="753" y="493"/>
                    <a:pt x="753" y="493"/>
                    <a:pt x="753" y="493"/>
                  </a:cubicBezTo>
                  <a:cubicBezTo>
                    <a:pt x="752" y="493"/>
                    <a:pt x="752" y="492"/>
                    <a:pt x="752" y="492"/>
                  </a:cubicBezTo>
                  <a:cubicBezTo>
                    <a:pt x="752" y="428"/>
                    <a:pt x="752" y="428"/>
                    <a:pt x="752" y="428"/>
                  </a:cubicBezTo>
                  <a:cubicBezTo>
                    <a:pt x="666" y="342"/>
                    <a:pt x="666" y="342"/>
                    <a:pt x="666" y="342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0" y="342"/>
                    <a:pt x="340" y="342"/>
                    <a:pt x="339" y="34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1" y="339"/>
                    <a:pt x="341" y="339"/>
                    <a:pt x="341" y="339"/>
                  </a:cubicBezTo>
                  <a:cubicBezTo>
                    <a:pt x="666" y="339"/>
                    <a:pt x="666" y="339"/>
                    <a:pt x="666" y="339"/>
                  </a:cubicBezTo>
                  <a:cubicBezTo>
                    <a:pt x="667" y="339"/>
                    <a:pt x="667" y="339"/>
                    <a:pt x="668" y="339"/>
                  </a:cubicBezTo>
                  <a:cubicBezTo>
                    <a:pt x="755" y="426"/>
                    <a:pt x="755" y="426"/>
                    <a:pt x="755" y="426"/>
                  </a:cubicBezTo>
                  <a:cubicBezTo>
                    <a:pt x="755" y="427"/>
                    <a:pt x="755" y="427"/>
                    <a:pt x="755" y="428"/>
                  </a:cubicBezTo>
                  <a:cubicBezTo>
                    <a:pt x="755" y="491"/>
                    <a:pt x="755" y="491"/>
                    <a:pt x="755" y="491"/>
                  </a:cubicBezTo>
                  <a:cubicBezTo>
                    <a:pt x="844" y="579"/>
                    <a:pt x="844" y="579"/>
                    <a:pt x="844" y="579"/>
                  </a:cubicBezTo>
                  <a:cubicBezTo>
                    <a:pt x="886" y="579"/>
                    <a:pt x="886" y="579"/>
                    <a:pt x="886" y="579"/>
                  </a:cubicBezTo>
                  <a:cubicBezTo>
                    <a:pt x="895" y="570"/>
                    <a:pt x="895" y="570"/>
                    <a:pt x="895" y="570"/>
                  </a:cubicBezTo>
                  <a:cubicBezTo>
                    <a:pt x="898" y="572"/>
                    <a:pt x="898" y="572"/>
                    <a:pt x="898" y="572"/>
                  </a:cubicBezTo>
                  <a:cubicBezTo>
                    <a:pt x="888" y="582"/>
                    <a:pt x="888" y="582"/>
                    <a:pt x="888" y="582"/>
                  </a:cubicBezTo>
                  <a:cubicBezTo>
                    <a:pt x="887" y="583"/>
                    <a:pt x="887" y="583"/>
                    <a:pt x="887" y="583"/>
                  </a:cubicBezTo>
                  <a:lnTo>
                    <a:pt x="843" y="5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5" name="Freeform 439"/>
            <p:cNvSpPr>
              <a:spLocks/>
            </p:cNvSpPr>
            <p:nvPr/>
          </p:nvSpPr>
          <p:spPr bwMode="auto">
            <a:xfrm flipV="1">
              <a:off x="-1619248" y="3881436"/>
              <a:ext cx="3205162" cy="1846263"/>
            </a:xfrm>
            <a:custGeom>
              <a:avLst/>
              <a:gdLst>
                <a:gd name="T0" fmla="*/ 671 w 854"/>
                <a:gd name="T1" fmla="*/ 312 h 492"/>
                <a:gd name="T2" fmla="*/ 654 w 854"/>
                <a:gd name="T3" fmla="*/ 315 h 492"/>
                <a:gd name="T4" fmla="*/ 722 w 854"/>
                <a:gd name="T5" fmla="*/ 392 h 492"/>
                <a:gd name="T6" fmla="*/ 723 w 854"/>
                <a:gd name="T7" fmla="*/ 402 h 492"/>
                <a:gd name="T8" fmla="*/ 715 w 854"/>
                <a:gd name="T9" fmla="*/ 410 h 492"/>
                <a:gd name="T10" fmla="*/ 705 w 854"/>
                <a:gd name="T11" fmla="*/ 410 h 492"/>
                <a:gd name="T12" fmla="*/ 603 w 854"/>
                <a:gd name="T13" fmla="*/ 309 h 492"/>
                <a:gd name="T14" fmla="*/ 469 w 854"/>
                <a:gd name="T15" fmla="*/ 319 h 492"/>
                <a:gd name="T16" fmla="*/ 475 w 854"/>
                <a:gd name="T17" fmla="*/ 333 h 492"/>
                <a:gd name="T18" fmla="*/ 575 w 854"/>
                <a:gd name="T19" fmla="*/ 333 h 492"/>
                <a:gd name="T20" fmla="*/ 583 w 854"/>
                <a:gd name="T21" fmla="*/ 342 h 492"/>
                <a:gd name="T22" fmla="*/ 583 w 854"/>
                <a:gd name="T23" fmla="*/ 353 h 492"/>
                <a:gd name="T24" fmla="*/ 573 w 854"/>
                <a:gd name="T25" fmla="*/ 362 h 492"/>
                <a:gd name="T26" fmla="*/ 354 w 854"/>
                <a:gd name="T27" fmla="*/ 362 h 492"/>
                <a:gd name="T28" fmla="*/ 247 w 854"/>
                <a:gd name="T29" fmla="*/ 255 h 492"/>
                <a:gd name="T30" fmla="*/ 248 w 854"/>
                <a:gd name="T31" fmla="*/ 240 h 492"/>
                <a:gd name="T32" fmla="*/ 259 w 854"/>
                <a:gd name="T33" fmla="*/ 229 h 492"/>
                <a:gd name="T34" fmla="*/ 273 w 854"/>
                <a:gd name="T35" fmla="*/ 230 h 492"/>
                <a:gd name="T36" fmla="*/ 387 w 854"/>
                <a:gd name="T37" fmla="*/ 332 h 492"/>
                <a:gd name="T38" fmla="*/ 397 w 854"/>
                <a:gd name="T39" fmla="*/ 311 h 492"/>
                <a:gd name="T40" fmla="*/ 118 w 854"/>
                <a:gd name="T41" fmla="*/ 43 h 492"/>
                <a:gd name="T42" fmla="*/ 108 w 854"/>
                <a:gd name="T43" fmla="*/ 65 h 492"/>
                <a:gd name="T44" fmla="*/ 199 w 854"/>
                <a:gd name="T45" fmla="*/ 157 h 492"/>
                <a:gd name="T46" fmla="*/ 199 w 854"/>
                <a:gd name="T47" fmla="*/ 167 h 492"/>
                <a:gd name="T48" fmla="*/ 187 w 854"/>
                <a:gd name="T49" fmla="*/ 178 h 492"/>
                <a:gd name="T50" fmla="*/ 176 w 854"/>
                <a:gd name="T51" fmla="*/ 178 h 492"/>
                <a:gd name="T52" fmla="*/ 0 w 854"/>
                <a:gd name="T53" fmla="*/ 3 h 492"/>
                <a:gd name="T54" fmla="*/ 177 w 854"/>
                <a:gd name="T55" fmla="*/ 174 h 492"/>
                <a:gd name="T56" fmla="*/ 196 w 854"/>
                <a:gd name="T57" fmla="*/ 165 h 492"/>
                <a:gd name="T58" fmla="*/ 105 w 854"/>
                <a:gd name="T59" fmla="*/ 67 h 492"/>
                <a:gd name="T60" fmla="*/ 104 w 854"/>
                <a:gd name="T61" fmla="*/ 53 h 492"/>
                <a:gd name="T62" fmla="*/ 116 w 854"/>
                <a:gd name="T63" fmla="*/ 40 h 492"/>
                <a:gd name="T64" fmla="*/ 130 w 854"/>
                <a:gd name="T65" fmla="*/ 40 h 492"/>
                <a:gd name="T66" fmla="*/ 400 w 854"/>
                <a:gd name="T67" fmla="*/ 309 h 492"/>
                <a:gd name="T68" fmla="*/ 400 w 854"/>
                <a:gd name="T69" fmla="*/ 323 h 492"/>
                <a:gd name="T70" fmla="*/ 389 w 854"/>
                <a:gd name="T71" fmla="*/ 335 h 492"/>
                <a:gd name="T72" fmla="*/ 374 w 854"/>
                <a:gd name="T73" fmla="*/ 335 h 492"/>
                <a:gd name="T74" fmla="*/ 271 w 854"/>
                <a:gd name="T75" fmla="*/ 233 h 492"/>
                <a:gd name="T76" fmla="*/ 251 w 854"/>
                <a:gd name="T77" fmla="*/ 242 h 492"/>
                <a:gd name="T78" fmla="*/ 356 w 854"/>
                <a:gd name="T79" fmla="*/ 359 h 492"/>
                <a:gd name="T80" fmla="*/ 580 w 854"/>
                <a:gd name="T81" fmla="*/ 351 h 492"/>
                <a:gd name="T82" fmla="*/ 573 w 854"/>
                <a:gd name="T83" fmla="*/ 336 h 492"/>
                <a:gd name="T84" fmla="*/ 473 w 854"/>
                <a:gd name="T85" fmla="*/ 336 h 492"/>
                <a:gd name="T86" fmla="*/ 465 w 854"/>
                <a:gd name="T87" fmla="*/ 327 h 492"/>
                <a:gd name="T88" fmla="*/ 466 w 854"/>
                <a:gd name="T89" fmla="*/ 317 h 492"/>
                <a:gd name="T90" fmla="*/ 478 w 854"/>
                <a:gd name="T91" fmla="*/ 306 h 492"/>
                <a:gd name="T92" fmla="*/ 605 w 854"/>
                <a:gd name="T93" fmla="*/ 306 h 492"/>
                <a:gd name="T94" fmla="*/ 713 w 854"/>
                <a:gd name="T95" fmla="*/ 407 h 492"/>
                <a:gd name="T96" fmla="*/ 720 w 854"/>
                <a:gd name="T97" fmla="*/ 394 h 492"/>
                <a:gd name="T98" fmla="*/ 651 w 854"/>
                <a:gd name="T99" fmla="*/ 324 h 492"/>
                <a:gd name="T100" fmla="*/ 651 w 854"/>
                <a:gd name="T101" fmla="*/ 313 h 492"/>
                <a:gd name="T102" fmla="*/ 657 w 854"/>
                <a:gd name="T103" fmla="*/ 308 h 492"/>
                <a:gd name="T104" fmla="*/ 672 w 854"/>
                <a:gd name="T105" fmla="*/ 309 h 492"/>
                <a:gd name="T106" fmla="*/ 851 w 854"/>
                <a:gd name="T107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54" h="492">
                  <a:moveTo>
                    <a:pt x="851" y="492"/>
                  </a:moveTo>
                  <a:cubicBezTo>
                    <a:pt x="671" y="312"/>
                    <a:pt x="671" y="312"/>
                    <a:pt x="671" y="312"/>
                  </a:cubicBezTo>
                  <a:cubicBezTo>
                    <a:pt x="658" y="312"/>
                    <a:pt x="658" y="312"/>
                    <a:pt x="658" y="312"/>
                  </a:cubicBezTo>
                  <a:cubicBezTo>
                    <a:pt x="654" y="315"/>
                    <a:pt x="654" y="315"/>
                    <a:pt x="654" y="315"/>
                  </a:cubicBezTo>
                  <a:cubicBezTo>
                    <a:pt x="654" y="324"/>
                    <a:pt x="654" y="324"/>
                    <a:pt x="654" y="324"/>
                  </a:cubicBezTo>
                  <a:cubicBezTo>
                    <a:pt x="722" y="392"/>
                    <a:pt x="722" y="392"/>
                    <a:pt x="722" y="392"/>
                  </a:cubicBezTo>
                  <a:cubicBezTo>
                    <a:pt x="723" y="392"/>
                    <a:pt x="723" y="393"/>
                    <a:pt x="723" y="393"/>
                  </a:cubicBezTo>
                  <a:cubicBezTo>
                    <a:pt x="723" y="402"/>
                    <a:pt x="723" y="402"/>
                    <a:pt x="723" y="402"/>
                  </a:cubicBezTo>
                  <a:cubicBezTo>
                    <a:pt x="723" y="402"/>
                    <a:pt x="723" y="402"/>
                    <a:pt x="722" y="403"/>
                  </a:cubicBezTo>
                  <a:cubicBezTo>
                    <a:pt x="715" y="410"/>
                    <a:pt x="715" y="410"/>
                    <a:pt x="715" y="410"/>
                  </a:cubicBezTo>
                  <a:cubicBezTo>
                    <a:pt x="715" y="410"/>
                    <a:pt x="715" y="410"/>
                    <a:pt x="714" y="410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704" y="410"/>
                    <a:pt x="704" y="410"/>
                    <a:pt x="704" y="410"/>
                  </a:cubicBezTo>
                  <a:cubicBezTo>
                    <a:pt x="603" y="309"/>
                    <a:pt x="603" y="309"/>
                    <a:pt x="603" y="309"/>
                  </a:cubicBezTo>
                  <a:cubicBezTo>
                    <a:pt x="479" y="309"/>
                    <a:pt x="479" y="309"/>
                    <a:pt x="479" y="309"/>
                  </a:cubicBezTo>
                  <a:cubicBezTo>
                    <a:pt x="469" y="319"/>
                    <a:pt x="469" y="319"/>
                    <a:pt x="469" y="319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75" y="333"/>
                    <a:pt x="475" y="333"/>
                    <a:pt x="475" y="333"/>
                  </a:cubicBezTo>
                  <a:cubicBezTo>
                    <a:pt x="574" y="333"/>
                    <a:pt x="574" y="333"/>
                    <a:pt x="574" y="333"/>
                  </a:cubicBezTo>
                  <a:cubicBezTo>
                    <a:pt x="574" y="333"/>
                    <a:pt x="575" y="333"/>
                    <a:pt x="575" y="333"/>
                  </a:cubicBezTo>
                  <a:cubicBezTo>
                    <a:pt x="583" y="341"/>
                    <a:pt x="583" y="341"/>
                    <a:pt x="583" y="341"/>
                  </a:cubicBezTo>
                  <a:cubicBezTo>
                    <a:pt x="583" y="341"/>
                    <a:pt x="583" y="342"/>
                    <a:pt x="583" y="342"/>
                  </a:cubicBezTo>
                  <a:cubicBezTo>
                    <a:pt x="583" y="352"/>
                    <a:pt x="583" y="352"/>
                    <a:pt x="583" y="352"/>
                  </a:cubicBezTo>
                  <a:cubicBezTo>
                    <a:pt x="583" y="352"/>
                    <a:pt x="583" y="353"/>
                    <a:pt x="583" y="353"/>
                  </a:cubicBezTo>
                  <a:cubicBezTo>
                    <a:pt x="574" y="362"/>
                    <a:pt x="574" y="362"/>
                    <a:pt x="574" y="362"/>
                  </a:cubicBezTo>
                  <a:cubicBezTo>
                    <a:pt x="574" y="362"/>
                    <a:pt x="573" y="362"/>
                    <a:pt x="573" y="362"/>
                  </a:cubicBezTo>
                  <a:cubicBezTo>
                    <a:pt x="355" y="362"/>
                    <a:pt x="355" y="362"/>
                    <a:pt x="355" y="362"/>
                  </a:cubicBezTo>
                  <a:cubicBezTo>
                    <a:pt x="355" y="362"/>
                    <a:pt x="354" y="362"/>
                    <a:pt x="354" y="362"/>
                  </a:cubicBezTo>
                  <a:cubicBezTo>
                    <a:pt x="248" y="256"/>
                    <a:pt x="248" y="256"/>
                    <a:pt x="248" y="256"/>
                  </a:cubicBezTo>
                  <a:cubicBezTo>
                    <a:pt x="248" y="256"/>
                    <a:pt x="247" y="255"/>
                    <a:pt x="247" y="255"/>
                  </a:cubicBezTo>
                  <a:cubicBezTo>
                    <a:pt x="247" y="241"/>
                    <a:pt x="247" y="241"/>
                    <a:pt x="247" y="241"/>
                  </a:cubicBezTo>
                  <a:cubicBezTo>
                    <a:pt x="247" y="241"/>
                    <a:pt x="248" y="240"/>
                    <a:pt x="248" y="240"/>
                  </a:cubicBezTo>
                  <a:cubicBezTo>
                    <a:pt x="258" y="230"/>
                    <a:pt x="258" y="230"/>
                    <a:pt x="258" y="230"/>
                  </a:cubicBezTo>
                  <a:cubicBezTo>
                    <a:pt x="259" y="230"/>
                    <a:pt x="259" y="229"/>
                    <a:pt x="259" y="229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9"/>
                    <a:pt x="273" y="229"/>
                    <a:pt x="273" y="230"/>
                  </a:cubicBezTo>
                  <a:cubicBezTo>
                    <a:pt x="375" y="332"/>
                    <a:pt x="375" y="332"/>
                    <a:pt x="375" y="332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97" y="322"/>
                    <a:pt x="397" y="322"/>
                    <a:pt x="397" y="322"/>
                  </a:cubicBezTo>
                  <a:cubicBezTo>
                    <a:pt x="397" y="311"/>
                    <a:pt x="397" y="311"/>
                    <a:pt x="397" y="311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99" y="156"/>
                    <a:pt x="199" y="156"/>
                    <a:pt x="199" y="156"/>
                  </a:cubicBezTo>
                  <a:cubicBezTo>
                    <a:pt x="199" y="156"/>
                    <a:pt x="199" y="157"/>
                    <a:pt x="199" y="157"/>
                  </a:cubicBezTo>
                  <a:cubicBezTo>
                    <a:pt x="199" y="166"/>
                    <a:pt x="199" y="166"/>
                    <a:pt x="199" y="166"/>
                  </a:cubicBezTo>
                  <a:cubicBezTo>
                    <a:pt x="199" y="166"/>
                    <a:pt x="199" y="167"/>
                    <a:pt x="199" y="167"/>
                  </a:cubicBezTo>
                  <a:cubicBezTo>
                    <a:pt x="189" y="177"/>
                    <a:pt x="189" y="177"/>
                    <a:pt x="189" y="177"/>
                  </a:cubicBezTo>
                  <a:cubicBezTo>
                    <a:pt x="188" y="177"/>
                    <a:pt x="188" y="178"/>
                    <a:pt x="187" y="178"/>
                  </a:cubicBezTo>
                  <a:cubicBezTo>
                    <a:pt x="187" y="178"/>
                    <a:pt x="187" y="178"/>
                    <a:pt x="187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5" y="178"/>
                    <a:pt x="175" y="177"/>
                    <a:pt x="175" y="17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77" y="174"/>
                    <a:pt x="177" y="174"/>
                    <a:pt x="17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96" y="165"/>
                    <a:pt x="196" y="165"/>
                    <a:pt x="196" y="165"/>
                  </a:cubicBezTo>
                  <a:cubicBezTo>
                    <a:pt x="196" y="158"/>
                    <a:pt x="196" y="158"/>
                    <a:pt x="196" y="158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4" y="67"/>
                    <a:pt x="104" y="66"/>
                    <a:pt x="104" y="6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4" y="53"/>
                    <a:pt x="104" y="52"/>
                    <a:pt x="105" y="52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7" y="40"/>
                    <a:pt x="117" y="40"/>
                    <a:pt x="118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0"/>
                    <a:pt x="131" y="40"/>
                    <a:pt x="131" y="40"/>
                  </a:cubicBezTo>
                  <a:cubicBezTo>
                    <a:pt x="400" y="309"/>
                    <a:pt x="400" y="309"/>
                    <a:pt x="400" y="309"/>
                  </a:cubicBezTo>
                  <a:cubicBezTo>
                    <a:pt x="400" y="309"/>
                    <a:pt x="400" y="310"/>
                    <a:pt x="400" y="310"/>
                  </a:cubicBezTo>
                  <a:cubicBezTo>
                    <a:pt x="400" y="323"/>
                    <a:pt x="400" y="323"/>
                    <a:pt x="400" y="323"/>
                  </a:cubicBezTo>
                  <a:cubicBezTo>
                    <a:pt x="400" y="323"/>
                    <a:pt x="400" y="324"/>
                    <a:pt x="400" y="324"/>
                  </a:cubicBezTo>
                  <a:cubicBezTo>
                    <a:pt x="389" y="335"/>
                    <a:pt x="389" y="335"/>
                    <a:pt x="389" y="335"/>
                  </a:cubicBezTo>
                  <a:cubicBezTo>
                    <a:pt x="389" y="335"/>
                    <a:pt x="388" y="335"/>
                    <a:pt x="388" y="335"/>
                  </a:cubicBezTo>
                  <a:cubicBezTo>
                    <a:pt x="374" y="335"/>
                    <a:pt x="374" y="335"/>
                    <a:pt x="374" y="335"/>
                  </a:cubicBezTo>
                  <a:cubicBezTo>
                    <a:pt x="374" y="335"/>
                    <a:pt x="373" y="335"/>
                    <a:pt x="373" y="335"/>
                  </a:cubicBezTo>
                  <a:cubicBezTo>
                    <a:pt x="271" y="233"/>
                    <a:pt x="271" y="233"/>
                    <a:pt x="271" y="233"/>
                  </a:cubicBezTo>
                  <a:cubicBezTo>
                    <a:pt x="260" y="233"/>
                    <a:pt x="260" y="233"/>
                    <a:pt x="260" y="233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356" y="359"/>
                    <a:pt x="356" y="359"/>
                    <a:pt x="356" y="359"/>
                  </a:cubicBezTo>
                  <a:cubicBezTo>
                    <a:pt x="572" y="359"/>
                    <a:pt x="572" y="359"/>
                    <a:pt x="572" y="359"/>
                  </a:cubicBezTo>
                  <a:cubicBezTo>
                    <a:pt x="580" y="351"/>
                    <a:pt x="580" y="351"/>
                    <a:pt x="580" y="351"/>
                  </a:cubicBezTo>
                  <a:cubicBezTo>
                    <a:pt x="580" y="343"/>
                    <a:pt x="580" y="343"/>
                    <a:pt x="580" y="343"/>
                  </a:cubicBezTo>
                  <a:cubicBezTo>
                    <a:pt x="573" y="336"/>
                    <a:pt x="573" y="336"/>
                    <a:pt x="573" y="336"/>
                  </a:cubicBezTo>
                  <a:cubicBezTo>
                    <a:pt x="474" y="336"/>
                    <a:pt x="474" y="336"/>
                    <a:pt x="474" y="336"/>
                  </a:cubicBezTo>
                  <a:cubicBezTo>
                    <a:pt x="474" y="336"/>
                    <a:pt x="473" y="336"/>
                    <a:pt x="473" y="336"/>
                  </a:cubicBezTo>
                  <a:cubicBezTo>
                    <a:pt x="466" y="328"/>
                    <a:pt x="466" y="328"/>
                    <a:pt x="466" y="328"/>
                  </a:cubicBezTo>
                  <a:cubicBezTo>
                    <a:pt x="465" y="328"/>
                    <a:pt x="465" y="328"/>
                    <a:pt x="465" y="327"/>
                  </a:cubicBezTo>
                  <a:cubicBezTo>
                    <a:pt x="465" y="319"/>
                    <a:pt x="465" y="319"/>
                    <a:pt x="465" y="319"/>
                  </a:cubicBezTo>
                  <a:cubicBezTo>
                    <a:pt x="465" y="318"/>
                    <a:pt x="465" y="318"/>
                    <a:pt x="466" y="317"/>
                  </a:cubicBezTo>
                  <a:cubicBezTo>
                    <a:pt x="477" y="306"/>
                    <a:pt x="477" y="306"/>
                    <a:pt x="477" y="306"/>
                  </a:cubicBezTo>
                  <a:cubicBezTo>
                    <a:pt x="477" y="306"/>
                    <a:pt x="478" y="306"/>
                    <a:pt x="478" y="306"/>
                  </a:cubicBezTo>
                  <a:cubicBezTo>
                    <a:pt x="603" y="306"/>
                    <a:pt x="603" y="306"/>
                    <a:pt x="603" y="306"/>
                  </a:cubicBezTo>
                  <a:cubicBezTo>
                    <a:pt x="604" y="306"/>
                    <a:pt x="604" y="306"/>
                    <a:pt x="605" y="306"/>
                  </a:cubicBezTo>
                  <a:cubicBezTo>
                    <a:pt x="705" y="407"/>
                    <a:pt x="705" y="407"/>
                    <a:pt x="705" y="407"/>
                  </a:cubicBezTo>
                  <a:cubicBezTo>
                    <a:pt x="713" y="407"/>
                    <a:pt x="713" y="407"/>
                    <a:pt x="713" y="407"/>
                  </a:cubicBezTo>
                  <a:cubicBezTo>
                    <a:pt x="720" y="401"/>
                    <a:pt x="720" y="401"/>
                    <a:pt x="720" y="401"/>
                  </a:cubicBezTo>
                  <a:cubicBezTo>
                    <a:pt x="720" y="394"/>
                    <a:pt x="720" y="394"/>
                    <a:pt x="720" y="394"/>
                  </a:cubicBezTo>
                  <a:cubicBezTo>
                    <a:pt x="651" y="326"/>
                    <a:pt x="651" y="326"/>
                    <a:pt x="651" y="326"/>
                  </a:cubicBezTo>
                  <a:cubicBezTo>
                    <a:pt x="651" y="325"/>
                    <a:pt x="651" y="325"/>
                    <a:pt x="651" y="324"/>
                  </a:cubicBezTo>
                  <a:cubicBezTo>
                    <a:pt x="651" y="315"/>
                    <a:pt x="651" y="315"/>
                    <a:pt x="651" y="315"/>
                  </a:cubicBezTo>
                  <a:cubicBezTo>
                    <a:pt x="651" y="314"/>
                    <a:pt x="651" y="314"/>
                    <a:pt x="651" y="313"/>
                  </a:cubicBezTo>
                  <a:cubicBezTo>
                    <a:pt x="656" y="309"/>
                    <a:pt x="656" y="309"/>
                    <a:pt x="656" y="309"/>
                  </a:cubicBezTo>
                  <a:cubicBezTo>
                    <a:pt x="656" y="308"/>
                    <a:pt x="657" y="308"/>
                    <a:pt x="657" y="308"/>
                  </a:cubicBezTo>
                  <a:cubicBezTo>
                    <a:pt x="671" y="308"/>
                    <a:pt x="671" y="308"/>
                    <a:pt x="671" y="308"/>
                  </a:cubicBezTo>
                  <a:cubicBezTo>
                    <a:pt x="672" y="308"/>
                    <a:pt x="672" y="308"/>
                    <a:pt x="672" y="309"/>
                  </a:cubicBezTo>
                  <a:cubicBezTo>
                    <a:pt x="854" y="490"/>
                    <a:pt x="854" y="490"/>
                    <a:pt x="854" y="490"/>
                  </a:cubicBezTo>
                  <a:lnTo>
                    <a:pt x="851" y="4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6" name="Freeform 440"/>
            <p:cNvSpPr>
              <a:spLocks noEditPoints="1"/>
            </p:cNvSpPr>
            <p:nvPr/>
          </p:nvSpPr>
          <p:spPr bwMode="auto">
            <a:xfrm flipV="1">
              <a:off x="1792289" y="3648073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0 h 28"/>
                <a:gd name="T12" fmla="*/ 14 w 28"/>
                <a:gd name="T13" fmla="*/ 0 h 28"/>
                <a:gd name="T14" fmla="*/ 0 w 28"/>
                <a:gd name="T15" fmla="*/ 14 h 28"/>
                <a:gd name="T16" fmla="*/ 4 w 28"/>
                <a:gd name="T17" fmla="*/ 24 h 28"/>
                <a:gd name="T18" fmla="*/ 14 w 28"/>
                <a:gd name="T19" fmla="*/ 28 h 28"/>
                <a:gd name="T20" fmla="*/ 28 w 28"/>
                <a:gd name="T21" fmla="*/ 14 h 28"/>
                <a:gd name="T22" fmla="*/ 14 w 28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7" y="26"/>
                    <a:pt x="10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7" name="Freeform 441"/>
            <p:cNvSpPr>
              <a:spLocks noEditPoints="1"/>
            </p:cNvSpPr>
            <p:nvPr/>
          </p:nvSpPr>
          <p:spPr bwMode="auto">
            <a:xfrm flipV="1">
              <a:off x="2058989" y="3163886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14 w 28"/>
                <a:gd name="T3" fmla="*/ 6 h 28"/>
                <a:gd name="T4" fmla="*/ 14 w 28"/>
                <a:gd name="T5" fmla="*/ 6 h 28"/>
                <a:gd name="T6" fmla="*/ 21 w 28"/>
                <a:gd name="T7" fmla="*/ 14 h 28"/>
                <a:gd name="T8" fmla="*/ 14 w 28"/>
                <a:gd name="T9" fmla="*/ 21 h 28"/>
                <a:gd name="T10" fmla="*/ 6 w 28"/>
                <a:gd name="T11" fmla="*/ 14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4 w 28"/>
                <a:gd name="T21" fmla="*/ 24 h 28"/>
                <a:gd name="T22" fmla="*/ 14 w 28"/>
                <a:gd name="T23" fmla="*/ 28 h 28"/>
                <a:gd name="T24" fmla="*/ 24 w 28"/>
                <a:gd name="T25" fmla="*/ 24 h 28"/>
                <a:gd name="T26" fmla="*/ 28 w 28"/>
                <a:gd name="T27" fmla="*/ 14 h 28"/>
                <a:gd name="T28" fmla="*/ 14 w 28"/>
                <a:gd name="T2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6" y="18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6" y="26"/>
                    <a:pt x="10" y="28"/>
                    <a:pt x="14" y="28"/>
                  </a:cubicBezTo>
                  <a:cubicBezTo>
                    <a:pt x="17" y="28"/>
                    <a:pt x="21" y="26"/>
                    <a:pt x="24" y="24"/>
                  </a:cubicBezTo>
                  <a:cubicBezTo>
                    <a:pt x="26" y="21"/>
                    <a:pt x="28" y="17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8" name="Freeform 442"/>
            <p:cNvSpPr>
              <a:spLocks noEditPoints="1"/>
            </p:cNvSpPr>
            <p:nvPr/>
          </p:nvSpPr>
          <p:spPr bwMode="auto">
            <a:xfrm flipV="1">
              <a:off x="1401764" y="3295648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0 h 24"/>
                <a:gd name="T12" fmla="*/ 12 w 25"/>
                <a:gd name="T13" fmla="*/ 0 h 24"/>
                <a:gd name="T14" fmla="*/ 0 w 25"/>
                <a:gd name="T15" fmla="*/ 12 h 24"/>
                <a:gd name="T16" fmla="*/ 12 w 25"/>
                <a:gd name="T17" fmla="*/ 24 h 24"/>
                <a:gd name="T18" fmla="*/ 25 w 25"/>
                <a:gd name="T19" fmla="*/ 12 h 24"/>
                <a:gd name="T20" fmla="*/ 12 w 25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9" name="Freeform 443"/>
            <p:cNvSpPr>
              <a:spLocks noEditPoints="1"/>
            </p:cNvSpPr>
            <p:nvPr/>
          </p:nvSpPr>
          <p:spPr bwMode="auto">
            <a:xfrm flipV="1">
              <a:off x="1250952" y="3430585"/>
              <a:ext cx="93662" cy="93663"/>
            </a:xfrm>
            <a:custGeom>
              <a:avLst/>
              <a:gdLst>
                <a:gd name="T0" fmla="*/ 12 w 25"/>
                <a:gd name="T1" fmla="*/ 6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6 h 25"/>
                <a:gd name="T12" fmla="*/ 12 w 25"/>
                <a:gd name="T13" fmla="*/ 6 h 25"/>
                <a:gd name="T14" fmla="*/ 12 w 25"/>
                <a:gd name="T15" fmla="*/ 6 h 25"/>
                <a:gd name="T16" fmla="*/ 12 w 25"/>
                <a:gd name="T17" fmla="*/ 0 h 25"/>
                <a:gd name="T18" fmla="*/ 12 w 25"/>
                <a:gd name="T19" fmla="*/ 0 h 25"/>
                <a:gd name="T20" fmla="*/ 0 w 25"/>
                <a:gd name="T21" fmla="*/ 13 h 25"/>
                <a:gd name="T22" fmla="*/ 3 w 25"/>
                <a:gd name="T23" fmla="*/ 22 h 25"/>
                <a:gd name="T24" fmla="*/ 12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2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2" y="6"/>
                  </a:moveTo>
                  <a:cubicBezTo>
                    <a:pt x="16" y="6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2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9" y="24"/>
                    <a:pt x="21" y="22"/>
                  </a:cubicBezTo>
                  <a:cubicBezTo>
                    <a:pt x="23" y="19"/>
                    <a:pt x="25" y="16"/>
                    <a:pt x="25" y="13"/>
                  </a:cubicBezTo>
                  <a:cubicBezTo>
                    <a:pt x="25" y="10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0" name="Freeform 444"/>
            <p:cNvSpPr>
              <a:spLocks noEditPoints="1"/>
            </p:cNvSpPr>
            <p:nvPr/>
          </p:nvSpPr>
          <p:spPr bwMode="auto">
            <a:xfrm flipV="1">
              <a:off x="854077" y="3479798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1" name="Freeform 445"/>
            <p:cNvSpPr>
              <a:spLocks noEditPoints="1"/>
            </p:cNvSpPr>
            <p:nvPr/>
          </p:nvSpPr>
          <p:spPr bwMode="auto">
            <a:xfrm flipV="1">
              <a:off x="666752" y="3284536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12 w 25"/>
                <a:gd name="T7" fmla="*/ 19 h 24"/>
                <a:gd name="T8" fmla="*/ 5 w 25"/>
                <a:gd name="T9" fmla="*/ 12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0 w 25"/>
                <a:gd name="T17" fmla="*/ 12 h 24"/>
                <a:gd name="T18" fmla="*/ 12 w 25"/>
                <a:gd name="T19" fmla="*/ 24 h 24"/>
                <a:gd name="T20" fmla="*/ 25 w 25"/>
                <a:gd name="T21" fmla="*/ 12 h 24"/>
                <a:gd name="T22" fmla="*/ 12 w 2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2" name="Freeform 446"/>
            <p:cNvSpPr>
              <a:spLocks noEditPoints="1"/>
            </p:cNvSpPr>
            <p:nvPr/>
          </p:nvSpPr>
          <p:spPr bwMode="auto">
            <a:xfrm flipV="1">
              <a:off x="857252" y="3084510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9 w 24"/>
                <a:gd name="T3" fmla="*/ 13 h 25"/>
                <a:gd name="T4" fmla="*/ 12 w 24"/>
                <a:gd name="T5" fmla="*/ 20 h 25"/>
                <a:gd name="T6" fmla="*/ 12 w 24"/>
                <a:gd name="T7" fmla="*/ 20 h 25"/>
                <a:gd name="T8" fmla="*/ 5 w 24"/>
                <a:gd name="T9" fmla="*/ 13 h 25"/>
                <a:gd name="T10" fmla="*/ 12 w 24"/>
                <a:gd name="T11" fmla="*/ 5 h 25"/>
                <a:gd name="T12" fmla="*/ 12 w 24"/>
                <a:gd name="T13" fmla="*/ 0 h 25"/>
                <a:gd name="T14" fmla="*/ 0 w 24"/>
                <a:gd name="T15" fmla="*/ 13 h 25"/>
                <a:gd name="T16" fmla="*/ 3 w 24"/>
                <a:gd name="T17" fmla="*/ 21 h 25"/>
                <a:gd name="T18" fmla="*/ 12 w 24"/>
                <a:gd name="T19" fmla="*/ 25 h 25"/>
                <a:gd name="T20" fmla="*/ 24 w 24"/>
                <a:gd name="T21" fmla="*/ 13 h 25"/>
                <a:gd name="T22" fmla="*/ 21 w 24"/>
                <a:gd name="T23" fmla="*/ 4 h 25"/>
                <a:gd name="T24" fmla="*/ 12 w 24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4" y="19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3" name="Freeform 448"/>
            <p:cNvSpPr>
              <a:spLocks noEditPoints="1"/>
            </p:cNvSpPr>
            <p:nvPr/>
          </p:nvSpPr>
          <p:spPr bwMode="auto">
            <a:xfrm flipV="1">
              <a:off x="666752" y="29051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2 w 25"/>
                <a:gd name="T3" fmla="*/ 5 h 24"/>
                <a:gd name="T4" fmla="*/ 19 w 25"/>
                <a:gd name="T5" fmla="*/ 12 h 24"/>
                <a:gd name="T6" fmla="*/ 12 w 25"/>
                <a:gd name="T7" fmla="*/ 19 h 24"/>
                <a:gd name="T8" fmla="*/ 12 w 25"/>
                <a:gd name="T9" fmla="*/ 19 h 24"/>
                <a:gd name="T10" fmla="*/ 6 w 25"/>
                <a:gd name="T11" fmla="*/ 12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4" name="Freeform 449"/>
            <p:cNvSpPr>
              <a:spLocks noEditPoints="1"/>
            </p:cNvSpPr>
            <p:nvPr/>
          </p:nvSpPr>
          <p:spPr bwMode="auto">
            <a:xfrm flipV="1">
              <a:off x="846139" y="272414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4 w 24"/>
                <a:gd name="T27" fmla="*/ 21 h 24"/>
                <a:gd name="T28" fmla="*/ 12 w 24"/>
                <a:gd name="T29" fmla="*/ 24 h 24"/>
                <a:gd name="T30" fmla="*/ 21 w 24"/>
                <a:gd name="T31" fmla="*/ 20 h 24"/>
                <a:gd name="T32" fmla="*/ 24 w 24"/>
                <a:gd name="T33" fmla="*/ 12 h 24"/>
                <a:gd name="T34" fmla="*/ 21 w 24"/>
                <a:gd name="T35" fmla="*/ 4 h 24"/>
                <a:gd name="T36" fmla="*/ 12 w 24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5" name="Freeform 450"/>
            <p:cNvSpPr>
              <a:spLocks noEditPoints="1"/>
            </p:cNvSpPr>
            <p:nvPr/>
          </p:nvSpPr>
          <p:spPr bwMode="auto">
            <a:xfrm flipV="1">
              <a:off x="474664" y="2717798"/>
              <a:ext cx="101600" cy="100013"/>
            </a:xfrm>
            <a:custGeom>
              <a:avLst/>
              <a:gdLst>
                <a:gd name="T0" fmla="*/ 14 w 27"/>
                <a:gd name="T1" fmla="*/ 6 h 27"/>
                <a:gd name="T2" fmla="*/ 21 w 27"/>
                <a:gd name="T3" fmla="*/ 13 h 27"/>
                <a:gd name="T4" fmla="*/ 14 w 27"/>
                <a:gd name="T5" fmla="*/ 20 h 27"/>
                <a:gd name="T6" fmla="*/ 14 w 27"/>
                <a:gd name="T7" fmla="*/ 20 h 27"/>
                <a:gd name="T8" fmla="*/ 7 w 27"/>
                <a:gd name="T9" fmla="*/ 13 h 27"/>
                <a:gd name="T10" fmla="*/ 14 w 27"/>
                <a:gd name="T11" fmla="*/ 6 h 27"/>
                <a:gd name="T12" fmla="*/ 14 w 27"/>
                <a:gd name="T13" fmla="*/ 6 h 27"/>
                <a:gd name="T14" fmla="*/ 14 w 27"/>
                <a:gd name="T15" fmla="*/ 0 h 27"/>
                <a:gd name="T16" fmla="*/ 14 w 27"/>
                <a:gd name="T17" fmla="*/ 0 h 27"/>
                <a:gd name="T18" fmla="*/ 0 w 27"/>
                <a:gd name="T19" fmla="*/ 13 h 27"/>
                <a:gd name="T20" fmla="*/ 4 w 27"/>
                <a:gd name="T21" fmla="*/ 23 h 27"/>
                <a:gd name="T22" fmla="*/ 14 w 27"/>
                <a:gd name="T23" fmla="*/ 27 h 27"/>
                <a:gd name="T24" fmla="*/ 27 w 27"/>
                <a:gd name="T25" fmla="*/ 13 h 27"/>
                <a:gd name="T26" fmla="*/ 14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4" y="6"/>
                  </a:moveTo>
                  <a:cubicBezTo>
                    <a:pt x="18" y="6"/>
                    <a:pt x="21" y="10"/>
                    <a:pt x="21" y="13"/>
                  </a:cubicBezTo>
                  <a:cubicBezTo>
                    <a:pt x="21" y="17"/>
                    <a:pt x="18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0" y="20"/>
                    <a:pt x="7" y="17"/>
                    <a:pt x="7" y="13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7" y="26"/>
                    <a:pt x="10" y="27"/>
                    <a:pt x="14" y="27"/>
                  </a:cubicBezTo>
                  <a:cubicBezTo>
                    <a:pt x="21" y="27"/>
                    <a:pt x="27" y="21"/>
                    <a:pt x="27" y="13"/>
                  </a:cubicBezTo>
                  <a:cubicBezTo>
                    <a:pt x="27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6" name="Freeform 451"/>
            <p:cNvSpPr>
              <a:spLocks noEditPoints="1"/>
            </p:cNvSpPr>
            <p:nvPr/>
          </p:nvSpPr>
          <p:spPr bwMode="auto">
            <a:xfrm flipV="1">
              <a:off x="-17461" y="2600323"/>
              <a:ext cx="101600" cy="101600"/>
            </a:xfrm>
            <a:custGeom>
              <a:avLst/>
              <a:gdLst>
                <a:gd name="T0" fmla="*/ 13 w 27"/>
                <a:gd name="T1" fmla="*/ 7 h 27"/>
                <a:gd name="T2" fmla="*/ 20 w 27"/>
                <a:gd name="T3" fmla="*/ 14 h 27"/>
                <a:gd name="T4" fmla="*/ 13 w 27"/>
                <a:gd name="T5" fmla="*/ 21 h 27"/>
                <a:gd name="T6" fmla="*/ 13 w 27"/>
                <a:gd name="T7" fmla="*/ 21 h 27"/>
                <a:gd name="T8" fmla="*/ 7 w 27"/>
                <a:gd name="T9" fmla="*/ 14 h 27"/>
                <a:gd name="T10" fmla="*/ 13 w 27"/>
                <a:gd name="T11" fmla="*/ 7 h 27"/>
                <a:gd name="T12" fmla="*/ 13 w 27"/>
                <a:gd name="T13" fmla="*/ 7 h 27"/>
                <a:gd name="T14" fmla="*/ 13 w 27"/>
                <a:gd name="T15" fmla="*/ 0 h 27"/>
                <a:gd name="T16" fmla="*/ 13 w 27"/>
                <a:gd name="T17" fmla="*/ 0 h 27"/>
                <a:gd name="T18" fmla="*/ 0 w 27"/>
                <a:gd name="T19" fmla="*/ 14 h 27"/>
                <a:gd name="T20" fmla="*/ 13 w 27"/>
                <a:gd name="T21" fmla="*/ 27 h 27"/>
                <a:gd name="T22" fmla="*/ 27 w 27"/>
                <a:gd name="T23" fmla="*/ 14 h 27"/>
                <a:gd name="T24" fmla="*/ 23 w 27"/>
                <a:gd name="T25" fmla="*/ 4 h 27"/>
                <a:gd name="T26" fmla="*/ 13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3" y="7"/>
                  </a:moveTo>
                  <a:cubicBezTo>
                    <a:pt x="17" y="7"/>
                    <a:pt x="20" y="10"/>
                    <a:pt x="20" y="14"/>
                  </a:cubicBezTo>
                  <a:cubicBezTo>
                    <a:pt x="20" y="18"/>
                    <a:pt x="17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21" y="27"/>
                    <a:pt x="27" y="21"/>
                    <a:pt x="27" y="14"/>
                  </a:cubicBezTo>
                  <a:cubicBezTo>
                    <a:pt x="27" y="10"/>
                    <a:pt x="26" y="7"/>
                    <a:pt x="23" y="4"/>
                  </a:cubicBezTo>
                  <a:cubicBezTo>
                    <a:pt x="21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7" name="Freeform 452"/>
            <p:cNvSpPr>
              <a:spLocks noEditPoints="1"/>
            </p:cNvSpPr>
            <p:nvPr/>
          </p:nvSpPr>
          <p:spPr bwMode="auto">
            <a:xfrm flipV="1">
              <a:off x="295277" y="2905123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0 h 24"/>
                <a:gd name="T28" fmla="*/ 24 w 24"/>
                <a:gd name="T29" fmla="*/ 12 h 24"/>
                <a:gd name="T30" fmla="*/ 21 w 24"/>
                <a:gd name="T31" fmla="*/ 3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8" name="Freeform 453"/>
            <p:cNvSpPr>
              <a:spLocks noEditPoints="1"/>
            </p:cNvSpPr>
            <p:nvPr/>
          </p:nvSpPr>
          <p:spPr bwMode="auto">
            <a:xfrm flipV="1">
              <a:off x="-815973" y="3062285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9" name="Freeform 454"/>
            <p:cNvSpPr>
              <a:spLocks noEditPoints="1"/>
            </p:cNvSpPr>
            <p:nvPr/>
          </p:nvSpPr>
          <p:spPr bwMode="auto">
            <a:xfrm flipV="1">
              <a:off x="-614361" y="324961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0" name="Freeform 455"/>
            <p:cNvSpPr>
              <a:spLocks noEditPoints="1"/>
            </p:cNvSpPr>
            <p:nvPr/>
          </p:nvSpPr>
          <p:spPr bwMode="auto">
            <a:xfrm flipV="1">
              <a:off x="-366711" y="3213098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1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5"/>
                    <a:pt x="2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1" name="Freeform 456"/>
            <p:cNvSpPr>
              <a:spLocks noEditPoints="1"/>
            </p:cNvSpPr>
            <p:nvPr/>
          </p:nvSpPr>
          <p:spPr bwMode="auto">
            <a:xfrm flipV="1">
              <a:off x="-820736" y="32686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2" name="Freeform 457"/>
            <p:cNvSpPr>
              <a:spLocks noEditPoints="1"/>
            </p:cNvSpPr>
            <p:nvPr/>
          </p:nvSpPr>
          <p:spPr bwMode="auto">
            <a:xfrm flipV="1">
              <a:off x="-573086" y="3006723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3 h 24"/>
                <a:gd name="T18" fmla="*/ 0 w 24"/>
                <a:gd name="T19" fmla="*/ 12 h 24"/>
                <a:gd name="T20" fmla="*/ 4 w 24"/>
                <a:gd name="T21" fmla="*/ 20 h 24"/>
                <a:gd name="T22" fmla="*/ 12 w 24"/>
                <a:gd name="T23" fmla="*/ 24 h 24"/>
                <a:gd name="T24" fmla="*/ 21 w 24"/>
                <a:gd name="T25" fmla="*/ 20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3" name="Freeform 458"/>
            <p:cNvSpPr>
              <a:spLocks noEditPoints="1"/>
            </p:cNvSpPr>
            <p:nvPr/>
          </p:nvSpPr>
          <p:spPr bwMode="auto">
            <a:xfrm flipV="1">
              <a:off x="-23811" y="36893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4" name="Freeform 459"/>
            <p:cNvSpPr>
              <a:spLocks noEditPoints="1"/>
            </p:cNvSpPr>
            <p:nvPr/>
          </p:nvSpPr>
          <p:spPr bwMode="auto">
            <a:xfrm flipV="1">
              <a:off x="331789" y="367029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5" name="Freeform 460"/>
            <p:cNvSpPr>
              <a:spLocks noEditPoints="1"/>
            </p:cNvSpPr>
            <p:nvPr/>
          </p:nvSpPr>
          <p:spPr bwMode="auto">
            <a:xfrm flipV="1">
              <a:off x="-392111" y="39147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6" name="Freeform 461"/>
            <p:cNvSpPr>
              <a:spLocks noEditPoints="1"/>
            </p:cNvSpPr>
            <p:nvPr/>
          </p:nvSpPr>
          <p:spPr bwMode="auto">
            <a:xfrm flipV="1">
              <a:off x="-125411" y="40465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0 w 24"/>
                <a:gd name="T17" fmla="*/ 12 h 24"/>
                <a:gd name="T18" fmla="*/ 4 w 24"/>
                <a:gd name="T19" fmla="*/ 20 h 24"/>
                <a:gd name="T20" fmla="*/ 12 w 24"/>
                <a:gd name="T21" fmla="*/ 24 h 24"/>
                <a:gd name="T22" fmla="*/ 21 w 24"/>
                <a:gd name="T23" fmla="*/ 20 h 24"/>
                <a:gd name="T24" fmla="*/ 24 w 24"/>
                <a:gd name="T25" fmla="*/ 12 h 24"/>
                <a:gd name="T26" fmla="*/ 21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7" name="Freeform 462"/>
            <p:cNvSpPr>
              <a:spLocks noEditPoints="1"/>
            </p:cNvSpPr>
            <p:nvPr/>
          </p:nvSpPr>
          <p:spPr bwMode="auto">
            <a:xfrm flipV="1">
              <a:off x="295277" y="254158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8" name="Freeform 463"/>
            <p:cNvSpPr>
              <a:spLocks noEditPoints="1"/>
            </p:cNvSpPr>
            <p:nvPr/>
          </p:nvSpPr>
          <p:spPr bwMode="auto">
            <a:xfrm flipV="1">
              <a:off x="488952" y="23574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3 w 24"/>
                <a:gd name="T17" fmla="*/ 21 h 24"/>
                <a:gd name="T18" fmla="*/ 12 w 24"/>
                <a:gd name="T19" fmla="*/ 24 h 24"/>
                <a:gd name="T20" fmla="*/ 20 w 24"/>
                <a:gd name="T21" fmla="*/ 21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9" name="Freeform 464"/>
            <p:cNvSpPr>
              <a:spLocks noEditPoints="1"/>
            </p:cNvSpPr>
            <p:nvPr/>
          </p:nvSpPr>
          <p:spPr bwMode="auto">
            <a:xfrm flipV="1">
              <a:off x="1038227" y="3279773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0" name="Freeform 465"/>
            <p:cNvSpPr>
              <a:spLocks noEditPoints="1"/>
            </p:cNvSpPr>
            <p:nvPr/>
          </p:nvSpPr>
          <p:spPr bwMode="auto">
            <a:xfrm flipV="1">
              <a:off x="1049339" y="2897185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5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5 w 25"/>
                <a:gd name="T25" fmla="*/ 12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1" name="Freeform 466"/>
            <p:cNvSpPr>
              <a:spLocks/>
            </p:cNvSpPr>
            <p:nvPr/>
          </p:nvSpPr>
          <p:spPr bwMode="auto">
            <a:xfrm flipV="1">
              <a:off x="-1776411" y="3678236"/>
              <a:ext cx="3582987" cy="1906588"/>
            </a:xfrm>
            <a:custGeom>
              <a:avLst/>
              <a:gdLst>
                <a:gd name="T0" fmla="*/ 955 w 955"/>
                <a:gd name="T1" fmla="*/ 508 h 508"/>
                <a:gd name="T2" fmla="*/ 906 w 955"/>
                <a:gd name="T3" fmla="*/ 508 h 508"/>
                <a:gd name="T4" fmla="*/ 903 w 955"/>
                <a:gd name="T5" fmla="*/ 506 h 508"/>
                <a:gd name="T6" fmla="*/ 807 w 955"/>
                <a:gd name="T7" fmla="*/ 410 h 508"/>
                <a:gd name="T8" fmla="*/ 698 w 955"/>
                <a:gd name="T9" fmla="*/ 410 h 508"/>
                <a:gd name="T10" fmla="*/ 694 w 955"/>
                <a:gd name="T11" fmla="*/ 409 h 508"/>
                <a:gd name="T12" fmla="*/ 655 w 955"/>
                <a:gd name="T13" fmla="*/ 370 h 508"/>
                <a:gd name="T14" fmla="*/ 365 w 955"/>
                <a:gd name="T15" fmla="*/ 370 h 508"/>
                <a:gd name="T16" fmla="*/ 362 w 955"/>
                <a:gd name="T17" fmla="*/ 369 h 508"/>
                <a:gd name="T18" fmla="*/ 0 w 955"/>
                <a:gd name="T19" fmla="*/ 7 h 508"/>
                <a:gd name="T20" fmla="*/ 7 w 955"/>
                <a:gd name="T21" fmla="*/ 0 h 508"/>
                <a:gd name="T22" fmla="*/ 367 w 955"/>
                <a:gd name="T23" fmla="*/ 360 h 508"/>
                <a:gd name="T24" fmla="*/ 657 w 955"/>
                <a:gd name="T25" fmla="*/ 360 h 508"/>
                <a:gd name="T26" fmla="*/ 661 w 955"/>
                <a:gd name="T27" fmla="*/ 361 h 508"/>
                <a:gd name="T28" fmla="*/ 700 w 955"/>
                <a:gd name="T29" fmla="*/ 400 h 508"/>
                <a:gd name="T30" fmla="*/ 809 w 955"/>
                <a:gd name="T31" fmla="*/ 400 h 508"/>
                <a:gd name="T32" fmla="*/ 812 w 955"/>
                <a:gd name="T33" fmla="*/ 401 h 508"/>
                <a:gd name="T34" fmla="*/ 908 w 955"/>
                <a:gd name="T35" fmla="*/ 497 h 508"/>
                <a:gd name="T36" fmla="*/ 955 w 955"/>
                <a:gd name="T37" fmla="*/ 497 h 508"/>
                <a:gd name="T38" fmla="*/ 955 w 955"/>
                <a:gd name="T39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5" h="508">
                  <a:moveTo>
                    <a:pt x="955" y="508"/>
                  </a:moveTo>
                  <a:cubicBezTo>
                    <a:pt x="906" y="508"/>
                    <a:pt x="906" y="508"/>
                    <a:pt x="906" y="508"/>
                  </a:cubicBezTo>
                  <a:cubicBezTo>
                    <a:pt x="905" y="508"/>
                    <a:pt x="904" y="507"/>
                    <a:pt x="903" y="506"/>
                  </a:cubicBezTo>
                  <a:cubicBezTo>
                    <a:pt x="807" y="410"/>
                    <a:pt x="807" y="410"/>
                    <a:pt x="807" y="410"/>
                  </a:cubicBezTo>
                  <a:cubicBezTo>
                    <a:pt x="698" y="410"/>
                    <a:pt x="698" y="410"/>
                    <a:pt x="698" y="410"/>
                  </a:cubicBezTo>
                  <a:cubicBezTo>
                    <a:pt x="696" y="410"/>
                    <a:pt x="695" y="410"/>
                    <a:pt x="694" y="409"/>
                  </a:cubicBezTo>
                  <a:cubicBezTo>
                    <a:pt x="655" y="370"/>
                    <a:pt x="655" y="370"/>
                    <a:pt x="655" y="370"/>
                  </a:cubicBezTo>
                  <a:cubicBezTo>
                    <a:pt x="365" y="370"/>
                    <a:pt x="365" y="370"/>
                    <a:pt x="365" y="370"/>
                  </a:cubicBezTo>
                  <a:cubicBezTo>
                    <a:pt x="364" y="370"/>
                    <a:pt x="363" y="369"/>
                    <a:pt x="362" y="36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67" y="360"/>
                    <a:pt x="367" y="360"/>
                    <a:pt x="367" y="360"/>
                  </a:cubicBezTo>
                  <a:cubicBezTo>
                    <a:pt x="657" y="360"/>
                    <a:pt x="657" y="360"/>
                    <a:pt x="657" y="360"/>
                  </a:cubicBezTo>
                  <a:cubicBezTo>
                    <a:pt x="659" y="360"/>
                    <a:pt x="660" y="360"/>
                    <a:pt x="661" y="361"/>
                  </a:cubicBezTo>
                  <a:cubicBezTo>
                    <a:pt x="700" y="400"/>
                    <a:pt x="700" y="400"/>
                    <a:pt x="700" y="400"/>
                  </a:cubicBezTo>
                  <a:cubicBezTo>
                    <a:pt x="809" y="400"/>
                    <a:pt x="809" y="400"/>
                    <a:pt x="809" y="400"/>
                  </a:cubicBezTo>
                  <a:cubicBezTo>
                    <a:pt x="810" y="400"/>
                    <a:pt x="811" y="400"/>
                    <a:pt x="812" y="401"/>
                  </a:cubicBezTo>
                  <a:cubicBezTo>
                    <a:pt x="908" y="497"/>
                    <a:pt x="908" y="497"/>
                    <a:pt x="908" y="497"/>
                  </a:cubicBezTo>
                  <a:cubicBezTo>
                    <a:pt x="955" y="497"/>
                    <a:pt x="955" y="497"/>
                    <a:pt x="955" y="497"/>
                  </a:cubicBezTo>
                  <a:lnTo>
                    <a:pt x="955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2" name="Freeform 467"/>
            <p:cNvSpPr>
              <a:spLocks/>
            </p:cNvSpPr>
            <p:nvPr/>
          </p:nvSpPr>
          <p:spPr bwMode="auto">
            <a:xfrm flipV="1">
              <a:off x="-50798" y="3378198"/>
              <a:ext cx="1504950" cy="715963"/>
            </a:xfrm>
            <a:custGeom>
              <a:avLst/>
              <a:gdLst>
                <a:gd name="T0" fmla="*/ 401 w 401"/>
                <a:gd name="T1" fmla="*/ 191 h 191"/>
                <a:gd name="T2" fmla="*/ 398 w 401"/>
                <a:gd name="T3" fmla="*/ 191 h 191"/>
                <a:gd name="T4" fmla="*/ 398 w 401"/>
                <a:gd name="T5" fmla="*/ 158 h 191"/>
                <a:gd name="T6" fmla="*/ 366 w 401"/>
                <a:gd name="T7" fmla="*/ 127 h 191"/>
                <a:gd name="T8" fmla="*/ 313 w 401"/>
                <a:gd name="T9" fmla="*/ 127 h 191"/>
                <a:gd name="T10" fmla="*/ 312 w 401"/>
                <a:gd name="T11" fmla="*/ 127 h 191"/>
                <a:gd name="T12" fmla="*/ 189 w 401"/>
                <a:gd name="T13" fmla="*/ 4 h 191"/>
                <a:gd name="T14" fmla="*/ 0 w 401"/>
                <a:gd name="T15" fmla="*/ 4 h 191"/>
                <a:gd name="T16" fmla="*/ 0 w 401"/>
                <a:gd name="T17" fmla="*/ 0 h 191"/>
                <a:gd name="T18" fmla="*/ 190 w 401"/>
                <a:gd name="T19" fmla="*/ 0 h 191"/>
                <a:gd name="T20" fmla="*/ 191 w 401"/>
                <a:gd name="T21" fmla="*/ 1 h 191"/>
                <a:gd name="T22" fmla="*/ 314 w 401"/>
                <a:gd name="T23" fmla="*/ 124 h 191"/>
                <a:gd name="T24" fmla="*/ 367 w 401"/>
                <a:gd name="T25" fmla="*/ 124 h 191"/>
                <a:gd name="T26" fmla="*/ 368 w 401"/>
                <a:gd name="T27" fmla="*/ 124 h 191"/>
                <a:gd name="T28" fmla="*/ 401 w 401"/>
                <a:gd name="T29" fmla="*/ 156 h 191"/>
                <a:gd name="T30" fmla="*/ 401 w 401"/>
                <a:gd name="T31" fmla="*/ 158 h 191"/>
                <a:gd name="T32" fmla="*/ 401 w 401"/>
                <a:gd name="T33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1" h="191">
                  <a:moveTo>
                    <a:pt x="401" y="191"/>
                  </a:moveTo>
                  <a:cubicBezTo>
                    <a:pt x="398" y="191"/>
                    <a:pt x="398" y="191"/>
                    <a:pt x="398" y="191"/>
                  </a:cubicBezTo>
                  <a:cubicBezTo>
                    <a:pt x="398" y="158"/>
                    <a:pt x="398" y="158"/>
                    <a:pt x="398" y="158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13" y="127"/>
                    <a:pt x="313" y="127"/>
                    <a:pt x="313" y="127"/>
                  </a:cubicBezTo>
                  <a:cubicBezTo>
                    <a:pt x="313" y="127"/>
                    <a:pt x="312" y="127"/>
                    <a:pt x="312" y="127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91" y="0"/>
                    <a:pt x="191" y="1"/>
                  </a:cubicBezTo>
                  <a:cubicBezTo>
                    <a:pt x="314" y="124"/>
                    <a:pt x="314" y="124"/>
                    <a:pt x="314" y="124"/>
                  </a:cubicBezTo>
                  <a:cubicBezTo>
                    <a:pt x="367" y="124"/>
                    <a:pt x="367" y="124"/>
                    <a:pt x="367" y="124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7"/>
                    <a:pt x="401" y="157"/>
                    <a:pt x="401" y="158"/>
                  </a:cubicBezTo>
                  <a:lnTo>
                    <a:pt x="401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3" name="Freeform 468"/>
            <p:cNvSpPr>
              <a:spLocks/>
            </p:cNvSpPr>
            <p:nvPr/>
          </p:nvSpPr>
          <p:spPr bwMode="auto">
            <a:xfrm flipV="1">
              <a:off x="-320673" y="3467098"/>
              <a:ext cx="1576387" cy="496888"/>
            </a:xfrm>
            <a:custGeom>
              <a:avLst/>
              <a:gdLst>
                <a:gd name="T0" fmla="*/ 420 w 420"/>
                <a:gd name="T1" fmla="*/ 132 h 132"/>
                <a:gd name="T2" fmla="*/ 382 w 420"/>
                <a:gd name="T3" fmla="*/ 132 h 132"/>
                <a:gd name="T4" fmla="*/ 381 w 420"/>
                <a:gd name="T5" fmla="*/ 132 h 132"/>
                <a:gd name="T6" fmla="*/ 252 w 420"/>
                <a:gd name="T7" fmla="*/ 3 h 132"/>
                <a:gd name="T8" fmla="*/ 0 w 420"/>
                <a:gd name="T9" fmla="*/ 3 h 132"/>
                <a:gd name="T10" fmla="*/ 0 w 420"/>
                <a:gd name="T11" fmla="*/ 0 h 132"/>
                <a:gd name="T12" fmla="*/ 253 w 420"/>
                <a:gd name="T13" fmla="*/ 0 h 132"/>
                <a:gd name="T14" fmla="*/ 254 w 420"/>
                <a:gd name="T15" fmla="*/ 0 h 132"/>
                <a:gd name="T16" fmla="*/ 383 w 420"/>
                <a:gd name="T17" fmla="*/ 129 h 132"/>
                <a:gd name="T18" fmla="*/ 420 w 420"/>
                <a:gd name="T19" fmla="*/ 129 h 132"/>
                <a:gd name="T20" fmla="*/ 420 w 420"/>
                <a:gd name="T2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0" h="132">
                  <a:moveTo>
                    <a:pt x="420" y="132"/>
                  </a:move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252" y="3"/>
                    <a:pt x="252" y="3"/>
                    <a:pt x="25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53" y="0"/>
                    <a:pt x="254" y="0"/>
                    <a:pt x="254" y="0"/>
                  </a:cubicBezTo>
                  <a:cubicBezTo>
                    <a:pt x="383" y="129"/>
                    <a:pt x="383" y="129"/>
                    <a:pt x="383" y="129"/>
                  </a:cubicBezTo>
                  <a:cubicBezTo>
                    <a:pt x="420" y="129"/>
                    <a:pt x="420" y="129"/>
                    <a:pt x="420" y="129"/>
                  </a:cubicBezTo>
                  <a:lnTo>
                    <a:pt x="42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4" name="Freeform 469"/>
            <p:cNvSpPr>
              <a:spLocks/>
            </p:cNvSpPr>
            <p:nvPr/>
          </p:nvSpPr>
          <p:spPr bwMode="auto">
            <a:xfrm flipV="1">
              <a:off x="34927" y="3325811"/>
              <a:ext cx="1009650" cy="514350"/>
            </a:xfrm>
            <a:custGeom>
              <a:avLst/>
              <a:gdLst>
                <a:gd name="T0" fmla="*/ 237 w 269"/>
                <a:gd name="T1" fmla="*/ 137 h 137"/>
                <a:gd name="T2" fmla="*/ 236 w 269"/>
                <a:gd name="T3" fmla="*/ 136 h 137"/>
                <a:gd name="T4" fmla="*/ 103 w 269"/>
                <a:gd name="T5" fmla="*/ 3 h 137"/>
                <a:gd name="T6" fmla="*/ 22 w 269"/>
                <a:gd name="T7" fmla="*/ 3 h 137"/>
                <a:gd name="T8" fmla="*/ 2 w 269"/>
                <a:gd name="T9" fmla="*/ 24 h 137"/>
                <a:gd name="T10" fmla="*/ 0 w 269"/>
                <a:gd name="T11" fmla="*/ 21 h 137"/>
                <a:gd name="T12" fmla="*/ 20 w 269"/>
                <a:gd name="T13" fmla="*/ 0 h 137"/>
                <a:gd name="T14" fmla="*/ 22 w 269"/>
                <a:gd name="T15" fmla="*/ 0 h 137"/>
                <a:gd name="T16" fmla="*/ 22 w 269"/>
                <a:gd name="T17" fmla="*/ 0 h 137"/>
                <a:gd name="T18" fmla="*/ 104 w 269"/>
                <a:gd name="T19" fmla="*/ 0 h 137"/>
                <a:gd name="T20" fmla="*/ 105 w 269"/>
                <a:gd name="T21" fmla="*/ 0 h 137"/>
                <a:gd name="T22" fmla="*/ 238 w 269"/>
                <a:gd name="T23" fmla="*/ 133 h 137"/>
                <a:gd name="T24" fmla="*/ 269 w 269"/>
                <a:gd name="T25" fmla="*/ 133 h 137"/>
                <a:gd name="T26" fmla="*/ 269 w 269"/>
                <a:gd name="T27" fmla="*/ 137 h 137"/>
                <a:gd name="T28" fmla="*/ 237 w 269"/>
                <a:gd name="T29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9" h="137">
                  <a:moveTo>
                    <a:pt x="237" y="137"/>
                  </a:moveTo>
                  <a:cubicBezTo>
                    <a:pt x="237" y="137"/>
                    <a:pt x="237" y="136"/>
                    <a:pt x="236" y="136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238" y="133"/>
                    <a:pt x="238" y="133"/>
                    <a:pt x="238" y="133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7"/>
                    <a:pt x="269" y="137"/>
                    <a:pt x="269" y="137"/>
                  </a:cubicBezTo>
                  <a:lnTo>
                    <a:pt x="237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5" name="Freeform 470"/>
            <p:cNvSpPr>
              <a:spLocks/>
            </p:cNvSpPr>
            <p:nvPr/>
          </p:nvSpPr>
          <p:spPr bwMode="auto">
            <a:xfrm flipV="1">
              <a:off x="-2035173" y="3171823"/>
              <a:ext cx="2941637" cy="2135188"/>
            </a:xfrm>
            <a:custGeom>
              <a:avLst/>
              <a:gdLst>
                <a:gd name="T0" fmla="*/ 784 w 784"/>
                <a:gd name="T1" fmla="*/ 569 h 569"/>
                <a:gd name="T2" fmla="*/ 781 w 784"/>
                <a:gd name="T3" fmla="*/ 569 h 569"/>
                <a:gd name="T4" fmla="*/ 781 w 784"/>
                <a:gd name="T5" fmla="*/ 536 h 569"/>
                <a:gd name="T6" fmla="*/ 687 w 784"/>
                <a:gd name="T7" fmla="*/ 441 h 569"/>
                <a:gd name="T8" fmla="*/ 672 w 784"/>
                <a:gd name="T9" fmla="*/ 441 h 569"/>
                <a:gd name="T10" fmla="*/ 646 w 784"/>
                <a:gd name="T11" fmla="*/ 467 h 569"/>
                <a:gd name="T12" fmla="*/ 645 w 784"/>
                <a:gd name="T13" fmla="*/ 467 h 569"/>
                <a:gd name="T14" fmla="*/ 466 w 784"/>
                <a:gd name="T15" fmla="*/ 467 h 569"/>
                <a:gd name="T16" fmla="*/ 465 w 784"/>
                <a:gd name="T17" fmla="*/ 467 h 569"/>
                <a:gd name="T18" fmla="*/ 0 w 784"/>
                <a:gd name="T19" fmla="*/ 2 h 569"/>
                <a:gd name="T20" fmla="*/ 2 w 784"/>
                <a:gd name="T21" fmla="*/ 0 h 569"/>
                <a:gd name="T22" fmla="*/ 467 w 784"/>
                <a:gd name="T23" fmla="*/ 464 h 569"/>
                <a:gd name="T24" fmla="*/ 644 w 784"/>
                <a:gd name="T25" fmla="*/ 464 h 569"/>
                <a:gd name="T26" fmla="*/ 670 w 784"/>
                <a:gd name="T27" fmla="*/ 439 h 569"/>
                <a:gd name="T28" fmla="*/ 671 w 784"/>
                <a:gd name="T29" fmla="*/ 438 h 569"/>
                <a:gd name="T30" fmla="*/ 687 w 784"/>
                <a:gd name="T31" fmla="*/ 438 h 569"/>
                <a:gd name="T32" fmla="*/ 689 w 784"/>
                <a:gd name="T33" fmla="*/ 439 h 569"/>
                <a:gd name="T34" fmla="*/ 784 w 784"/>
                <a:gd name="T35" fmla="*/ 534 h 569"/>
                <a:gd name="T36" fmla="*/ 784 w 784"/>
                <a:gd name="T37" fmla="*/ 535 h 569"/>
                <a:gd name="T38" fmla="*/ 784 w 784"/>
                <a:gd name="T39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4" h="569">
                  <a:moveTo>
                    <a:pt x="784" y="569"/>
                  </a:moveTo>
                  <a:cubicBezTo>
                    <a:pt x="781" y="569"/>
                    <a:pt x="781" y="569"/>
                    <a:pt x="781" y="569"/>
                  </a:cubicBezTo>
                  <a:cubicBezTo>
                    <a:pt x="781" y="536"/>
                    <a:pt x="781" y="536"/>
                    <a:pt x="781" y="536"/>
                  </a:cubicBezTo>
                  <a:cubicBezTo>
                    <a:pt x="687" y="441"/>
                    <a:pt x="687" y="441"/>
                    <a:pt x="687" y="441"/>
                  </a:cubicBezTo>
                  <a:cubicBezTo>
                    <a:pt x="672" y="441"/>
                    <a:pt x="672" y="441"/>
                    <a:pt x="672" y="441"/>
                  </a:cubicBezTo>
                  <a:cubicBezTo>
                    <a:pt x="646" y="467"/>
                    <a:pt x="646" y="467"/>
                    <a:pt x="646" y="467"/>
                  </a:cubicBezTo>
                  <a:cubicBezTo>
                    <a:pt x="646" y="467"/>
                    <a:pt x="646" y="467"/>
                    <a:pt x="645" y="467"/>
                  </a:cubicBezTo>
                  <a:cubicBezTo>
                    <a:pt x="466" y="467"/>
                    <a:pt x="466" y="467"/>
                    <a:pt x="466" y="467"/>
                  </a:cubicBezTo>
                  <a:cubicBezTo>
                    <a:pt x="465" y="467"/>
                    <a:pt x="465" y="467"/>
                    <a:pt x="465" y="4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67" y="464"/>
                    <a:pt x="467" y="464"/>
                    <a:pt x="467" y="464"/>
                  </a:cubicBezTo>
                  <a:cubicBezTo>
                    <a:pt x="644" y="464"/>
                    <a:pt x="644" y="464"/>
                    <a:pt x="644" y="464"/>
                  </a:cubicBezTo>
                  <a:cubicBezTo>
                    <a:pt x="670" y="439"/>
                    <a:pt x="670" y="439"/>
                    <a:pt x="670" y="439"/>
                  </a:cubicBezTo>
                  <a:cubicBezTo>
                    <a:pt x="670" y="438"/>
                    <a:pt x="671" y="438"/>
                    <a:pt x="671" y="438"/>
                  </a:cubicBezTo>
                  <a:cubicBezTo>
                    <a:pt x="687" y="438"/>
                    <a:pt x="687" y="438"/>
                    <a:pt x="687" y="438"/>
                  </a:cubicBezTo>
                  <a:cubicBezTo>
                    <a:pt x="688" y="438"/>
                    <a:pt x="688" y="438"/>
                    <a:pt x="689" y="439"/>
                  </a:cubicBezTo>
                  <a:cubicBezTo>
                    <a:pt x="784" y="534"/>
                    <a:pt x="784" y="534"/>
                    <a:pt x="784" y="534"/>
                  </a:cubicBezTo>
                  <a:cubicBezTo>
                    <a:pt x="784" y="534"/>
                    <a:pt x="784" y="535"/>
                    <a:pt x="784" y="535"/>
                  </a:cubicBezTo>
                  <a:lnTo>
                    <a:pt x="784" y="5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6" name="Freeform 471"/>
            <p:cNvSpPr>
              <a:spLocks/>
            </p:cNvSpPr>
            <p:nvPr/>
          </p:nvSpPr>
          <p:spPr bwMode="auto">
            <a:xfrm flipV="1">
              <a:off x="-763586" y="3328986"/>
              <a:ext cx="1452562" cy="206375"/>
            </a:xfrm>
            <a:custGeom>
              <a:avLst/>
              <a:gdLst>
                <a:gd name="T0" fmla="*/ 3 w 387"/>
                <a:gd name="T1" fmla="*/ 55 h 55"/>
                <a:gd name="T2" fmla="*/ 0 w 387"/>
                <a:gd name="T3" fmla="*/ 52 h 55"/>
                <a:gd name="T4" fmla="*/ 52 w 387"/>
                <a:gd name="T5" fmla="*/ 1 h 55"/>
                <a:gd name="T6" fmla="*/ 53 w 387"/>
                <a:gd name="T7" fmla="*/ 0 h 55"/>
                <a:gd name="T8" fmla="*/ 53 w 387"/>
                <a:gd name="T9" fmla="*/ 0 h 55"/>
                <a:gd name="T10" fmla="*/ 80 w 387"/>
                <a:gd name="T11" fmla="*/ 0 h 55"/>
                <a:gd name="T12" fmla="*/ 81 w 387"/>
                <a:gd name="T13" fmla="*/ 1 h 55"/>
                <a:gd name="T14" fmla="*/ 93 w 387"/>
                <a:gd name="T15" fmla="*/ 13 h 55"/>
                <a:gd name="T16" fmla="*/ 305 w 387"/>
                <a:gd name="T17" fmla="*/ 13 h 55"/>
                <a:gd name="T18" fmla="*/ 306 w 387"/>
                <a:gd name="T19" fmla="*/ 13 h 55"/>
                <a:gd name="T20" fmla="*/ 326 w 387"/>
                <a:gd name="T21" fmla="*/ 33 h 55"/>
                <a:gd name="T22" fmla="*/ 373 w 387"/>
                <a:gd name="T23" fmla="*/ 33 h 55"/>
                <a:gd name="T24" fmla="*/ 374 w 387"/>
                <a:gd name="T25" fmla="*/ 34 h 55"/>
                <a:gd name="T26" fmla="*/ 387 w 387"/>
                <a:gd name="T27" fmla="*/ 46 h 55"/>
                <a:gd name="T28" fmla="*/ 384 w 387"/>
                <a:gd name="T29" fmla="*/ 48 h 55"/>
                <a:gd name="T30" fmla="*/ 372 w 387"/>
                <a:gd name="T31" fmla="*/ 37 h 55"/>
                <a:gd name="T32" fmla="*/ 325 w 387"/>
                <a:gd name="T33" fmla="*/ 37 h 55"/>
                <a:gd name="T34" fmla="*/ 324 w 387"/>
                <a:gd name="T35" fmla="*/ 36 h 55"/>
                <a:gd name="T36" fmla="*/ 304 w 387"/>
                <a:gd name="T37" fmla="*/ 16 h 55"/>
                <a:gd name="T38" fmla="*/ 93 w 387"/>
                <a:gd name="T39" fmla="*/ 16 h 55"/>
                <a:gd name="T40" fmla="*/ 91 w 387"/>
                <a:gd name="T41" fmla="*/ 16 h 55"/>
                <a:gd name="T42" fmla="*/ 79 w 387"/>
                <a:gd name="T43" fmla="*/ 4 h 55"/>
                <a:gd name="T44" fmla="*/ 54 w 387"/>
                <a:gd name="T45" fmla="*/ 4 h 55"/>
                <a:gd name="T46" fmla="*/ 3 w 387"/>
                <a:gd name="T4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7" h="55">
                  <a:moveTo>
                    <a:pt x="3" y="55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1" y="0"/>
                    <a:pt x="81" y="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305" y="13"/>
                    <a:pt x="305" y="13"/>
                    <a:pt x="305" y="13"/>
                  </a:cubicBezTo>
                  <a:cubicBezTo>
                    <a:pt x="305" y="13"/>
                    <a:pt x="306" y="13"/>
                    <a:pt x="306" y="1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73" y="33"/>
                    <a:pt x="373" y="33"/>
                    <a:pt x="373" y="33"/>
                  </a:cubicBezTo>
                  <a:cubicBezTo>
                    <a:pt x="374" y="33"/>
                    <a:pt x="374" y="33"/>
                    <a:pt x="374" y="34"/>
                  </a:cubicBezTo>
                  <a:cubicBezTo>
                    <a:pt x="387" y="46"/>
                    <a:pt x="387" y="46"/>
                    <a:pt x="387" y="46"/>
                  </a:cubicBezTo>
                  <a:cubicBezTo>
                    <a:pt x="384" y="48"/>
                    <a:pt x="384" y="48"/>
                    <a:pt x="384" y="48"/>
                  </a:cubicBezTo>
                  <a:cubicBezTo>
                    <a:pt x="372" y="37"/>
                    <a:pt x="372" y="37"/>
                    <a:pt x="372" y="37"/>
                  </a:cubicBezTo>
                  <a:cubicBezTo>
                    <a:pt x="325" y="37"/>
                    <a:pt x="325" y="37"/>
                    <a:pt x="325" y="37"/>
                  </a:cubicBezTo>
                  <a:cubicBezTo>
                    <a:pt x="325" y="37"/>
                    <a:pt x="324" y="37"/>
                    <a:pt x="324" y="36"/>
                  </a:cubicBezTo>
                  <a:cubicBezTo>
                    <a:pt x="304" y="16"/>
                    <a:pt x="304" y="16"/>
                    <a:pt x="304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2" y="16"/>
                    <a:pt x="92" y="16"/>
                    <a:pt x="91" y="16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54" y="4"/>
                    <a:pt x="54" y="4"/>
                    <a:pt x="54" y="4"/>
                  </a:cubicBezTo>
                  <a:lnTo>
                    <a:pt x="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7" name="Freeform 472"/>
            <p:cNvSpPr>
              <a:spLocks/>
            </p:cNvSpPr>
            <p:nvPr/>
          </p:nvSpPr>
          <p:spPr bwMode="auto">
            <a:xfrm flipV="1">
              <a:off x="-306386" y="2938460"/>
              <a:ext cx="1362075" cy="465138"/>
            </a:xfrm>
            <a:custGeom>
              <a:avLst/>
              <a:gdLst>
                <a:gd name="T0" fmla="*/ 363 w 363"/>
                <a:gd name="T1" fmla="*/ 124 h 124"/>
                <a:gd name="T2" fmla="*/ 320 w 363"/>
                <a:gd name="T3" fmla="*/ 124 h 124"/>
                <a:gd name="T4" fmla="*/ 319 w 363"/>
                <a:gd name="T5" fmla="*/ 124 h 124"/>
                <a:gd name="T6" fmla="*/ 229 w 363"/>
                <a:gd name="T7" fmla="*/ 33 h 124"/>
                <a:gd name="T8" fmla="*/ 201 w 363"/>
                <a:gd name="T9" fmla="*/ 33 h 124"/>
                <a:gd name="T10" fmla="*/ 200 w 363"/>
                <a:gd name="T11" fmla="*/ 33 h 124"/>
                <a:gd name="T12" fmla="*/ 171 w 363"/>
                <a:gd name="T13" fmla="*/ 4 h 124"/>
                <a:gd name="T14" fmla="*/ 34 w 363"/>
                <a:gd name="T15" fmla="*/ 4 h 124"/>
                <a:gd name="T16" fmla="*/ 2 w 363"/>
                <a:gd name="T17" fmla="*/ 35 h 124"/>
                <a:gd name="T18" fmla="*/ 0 w 363"/>
                <a:gd name="T19" fmla="*/ 33 h 124"/>
                <a:gd name="T20" fmla="*/ 32 w 363"/>
                <a:gd name="T21" fmla="*/ 1 h 124"/>
                <a:gd name="T22" fmla="*/ 33 w 363"/>
                <a:gd name="T23" fmla="*/ 0 h 124"/>
                <a:gd name="T24" fmla="*/ 172 w 363"/>
                <a:gd name="T25" fmla="*/ 0 h 124"/>
                <a:gd name="T26" fmla="*/ 173 w 363"/>
                <a:gd name="T27" fmla="*/ 1 h 124"/>
                <a:gd name="T28" fmla="*/ 202 w 363"/>
                <a:gd name="T29" fmla="*/ 30 h 124"/>
                <a:gd name="T30" fmla="*/ 230 w 363"/>
                <a:gd name="T31" fmla="*/ 30 h 124"/>
                <a:gd name="T32" fmla="*/ 231 w 363"/>
                <a:gd name="T33" fmla="*/ 31 h 124"/>
                <a:gd name="T34" fmla="*/ 321 w 363"/>
                <a:gd name="T35" fmla="*/ 121 h 124"/>
                <a:gd name="T36" fmla="*/ 363 w 363"/>
                <a:gd name="T37" fmla="*/ 121 h 124"/>
                <a:gd name="T38" fmla="*/ 363 w 363"/>
                <a:gd name="T3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3" h="124">
                  <a:moveTo>
                    <a:pt x="363" y="124"/>
                  </a:moveTo>
                  <a:cubicBezTo>
                    <a:pt x="320" y="124"/>
                    <a:pt x="320" y="124"/>
                    <a:pt x="320" y="124"/>
                  </a:cubicBezTo>
                  <a:cubicBezTo>
                    <a:pt x="320" y="124"/>
                    <a:pt x="320" y="124"/>
                    <a:pt x="319" y="124"/>
                  </a:cubicBezTo>
                  <a:cubicBezTo>
                    <a:pt x="229" y="33"/>
                    <a:pt x="229" y="33"/>
                    <a:pt x="229" y="33"/>
                  </a:cubicBezTo>
                  <a:cubicBezTo>
                    <a:pt x="201" y="33"/>
                    <a:pt x="201" y="33"/>
                    <a:pt x="201" y="33"/>
                  </a:cubicBezTo>
                  <a:cubicBezTo>
                    <a:pt x="201" y="33"/>
                    <a:pt x="201" y="33"/>
                    <a:pt x="200" y="33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0"/>
                    <a:pt x="173" y="1"/>
                    <a:pt x="173" y="1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30" y="30"/>
                    <a:pt x="230" y="30"/>
                    <a:pt x="230" y="30"/>
                  </a:cubicBezTo>
                  <a:cubicBezTo>
                    <a:pt x="230" y="30"/>
                    <a:pt x="231" y="30"/>
                    <a:pt x="231" y="31"/>
                  </a:cubicBezTo>
                  <a:cubicBezTo>
                    <a:pt x="321" y="121"/>
                    <a:pt x="321" y="121"/>
                    <a:pt x="321" y="121"/>
                  </a:cubicBezTo>
                  <a:cubicBezTo>
                    <a:pt x="363" y="121"/>
                    <a:pt x="363" y="121"/>
                    <a:pt x="363" y="121"/>
                  </a:cubicBezTo>
                  <a:lnTo>
                    <a:pt x="363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8" name="Freeform 473"/>
            <p:cNvSpPr>
              <a:spLocks/>
            </p:cNvSpPr>
            <p:nvPr/>
          </p:nvSpPr>
          <p:spPr bwMode="auto">
            <a:xfrm flipV="1">
              <a:off x="-755648" y="2795585"/>
              <a:ext cx="1079500" cy="354013"/>
            </a:xfrm>
            <a:custGeom>
              <a:avLst/>
              <a:gdLst>
                <a:gd name="T0" fmla="*/ 115 w 288"/>
                <a:gd name="T1" fmla="*/ 94 h 94"/>
                <a:gd name="T2" fmla="*/ 78 w 288"/>
                <a:gd name="T3" fmla="*/ 94 h 94"/>
                <a:gd name="T4" fmla="*/ 77 w 288"/>
                <a:gd name="T5" fmla="*/ 94 h 94"/>
                <a:gd name="T6" fmla="*/ 0 w 288"/>
                <a:gd name="T7" fmla="*/ 18 h 94"/>
                <a:gd name="T8" fmla="*/ 3 w 288"/>
                <a:gd name="T9" fmla="*/ 15 h 94"/>
                <a:gd name="T10" fmla="*/ 79 w 288"/>
                <a:gd name="T11" fmla="*/ 91 h 94"/>
                <a:gd name="T12" fmla="*/ 115 w 288"/>
                <a:gd name="T13" fmla="*/ 91 h 94"/>
                <a:gd name="T14" fmla="*/ 205 w 288"/>
                <a:gd name="T15" fmla="*/ 1 h 94"/>
                <a:gd name="T16" fmla="*/ 206 w 288"/>
                <a:gd name="T17" fmla="*/ 0 h 94"/>
                <a:gd name="T18" fmla="*/ 244 w 288"/>
                <a:gd name="T19" fmla="*/ 0 h 94"/>
                <a:gd name="T20" fmla="*/ 245 w 288"/>
                <a:gd name="T21" fmla="*/ 1 h 94"/>
                <a:gd name="T22" fmla="*/ 288 w 288"/>
                <a:gd name="T23" fmla="*/ 44 h 94"/>
                <a:gd name="T24" fmla="*/ 285 w 288"/>
                <a:gd name="T25" fmla="*/ 46 h 94"/>
                <a:gd name="T26" fmla="*/ 243 w 288"/>
                <a:gd name="T27" fmla="*/ 4 h 94"/>
                <a:gd name="T28" fmla="*/ 207 w 288"/>
                <a:gd name="T29" fmla="*/ 4 h 94"/>
                <a:gd name="T30" fmla="*/ 117 w 288"/>
                <a:gd name="T31" fmla="*/ 94 h 94"/>
                <a:gd name="T32" fmla="*/ 115 w 288"/>
                <a:gd name="T3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8" h="94">
                  <a:moveTo>
                    <a:pt x="115" y="94"/>
                  </a:moveTo>
                  <a:cubicBezTo>
                    <a:pt x="78" y="94"/>
                    <a:pt x="78" y="94"/>
                    <a:pt x="78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115" y="91"/>
                    <a:pt x="115" y="91"/>
                    <a:pt x="115" y="9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5" y="0"/>
                    <a:pt x="206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44" y="0"/>
                    <a:pt x="245" y="1"/>
                    <a:pt x="245" y="1"/>
                  </a:cubicBezTo>
                  <a:cubicBezTo>
                    <a:pt x="288" y="44"/>
                    <a:pt x="288" y="44"/>
                    <a:pt x="288" y="44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6" y="94"/>
                    <a:pt x="116" y="94"/>
                    <a:pt x="115" y="9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9" name="Freeform 474"/>
            <p:cNvSpPr>
              <a:spLocks/>
            </p:cNvSpPr>
            <p:nvPr/>
          </p:nvSpPr>
          <p:spPr bwMode="auto">
            <a:xfrm flipV="1">
              <a:off x="-441323" y="2363785"/>
              <a:ext cx="930275" cy="649288"/>
            </a:xfrm>
            <a:custGeom>
              <a:avLst/>
              <a:gdLst>
                <a:gd name="T0" fmla="*/ 56 w 248"/>
                <a:gd name="T1" fmla="*/ 173 h 173"/>
                <a:gd name="T2" fmla="*/ 28 w 248"/>
                <a:gd name="T3" fmla="*/ 173 h 173"/>
                <a:gd name="T4" fmla="*/ 24 w 248"/>
                <a:gd name="T5" fmla="*/ 171 h 173"/>
                <a:gd name="T6" fmla="*/ 1 w 248"/>
                <a:gd name="T7" fmla="*/ 148 h 173"/>
                <a:gd name="T8" fmla="*/ 0 w 248"/>
                <a:gd name="T9" fmla="*/ 144 h 173"/>
                <a:gd name="T10" fmla="*/ 0 w 248"/>
                <a:gd name="T11" fmla="*/ 115 h 173"/>
                <a:gd name="T12" fmla="*/ 1 w 248"/>
                <a:gd name="T13" fmla="*/ 112 h 173"/>
                <a:gd name="T14" fmla="*/ 111 w 248"/>
                <a:gd name="T15" fmla="*/ 2 h 173"/>
                <a:gd name="T16" fmla="*/ 115 w 248"/>
                <a:gd name="T17" fmla="*/ 0 h 173"/>
                <a:gd name="T18" fmla="*/ 115 w 248"/>
                <a:gd name="T19" fmla="*/ 0 h 173"/>
                <a:gd name="T20" fmla="*/ 145 w 248"/>
                <a:gd name="T21" fmla="*/ 0 h 173"/>
                <a:gd name="T22" fmla="*/ 149 w 248"/>
                <a:gd name="T23" fmla="*/ 2 h 173"/>
                <a:gd name="T24" fmla="*/ 207 w 248"/>
                <a:gd name="T25" fmla="*/ 60 h 173"/>
                <a:gd name="T26" fmla="*/ 248 w 248"/>
                <a:gd name="T27" fmla="*/ 60 h 173"/>
                <a:gd name="T28" fmla="*/ 248 w 248"/>
                <a:gd name="T29" fmla="*/ 70 h 173"/>
                <a:gd name="T30" fmla="*/ 205 w 248"/>
                <a:gd name="T31" fmla="*/ 70 h 173"/>
                <a:gd name="T32" fmla="*/ 201 w 248"/>
                <a:gd name="T33" fmla="*/ 69 h 173"/>
                <a:gd name="T34" fmla="*/ 143 w 248"/>
                <a:gd name="T35" fmla="*/ 11 h 173"/>
                <a:gd name="T36" fmla="*/ 117 w 248"/>
                <a:gd name="T37" fmla="*/ 11 h 173"/>
                <a:gd name="T38" fmla="*/ 10 w 248"/>
                <a:gd name="T39" fmla="*/ 117 h 173"/>
                <a:gd name="T40" fmla="*/ 10 w 248"/>
                <a:gd name="T41" fmla="*/ 142 h 173"/>
                <a:gd name="T42" fmla="*/ 30 w 248"/>
                <a:gd name="T43" fmla="*/ 162 h 173"/>
                <a:gd name="T44" fmla="*/ 54 w 248"/>
                <a:gd name="T45" fmla="*/ 162 h 173"/>
                <a:gd name="T46" fmla="*/ 116 w 248"/>
                <a:gd name="T47" fmla="*/ 100 h 173"/>
                <a:gd name="T48" fmla="*/ 123 w 248"/>
                <a:gd name="T49" fmla="*/ 107 h 173"/>
                <a:gd name="T50" fmla="*/ 60 w 248"/>
                <a:gd name="T51" fmla="*/ 171 h 173"/>
                <a:gd name="T52" fmla="*/ 56 w 248"/>
                <a:gd name="T53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173">
                  <a:moveTo>
                    <a:pt x="56" y="173"/>
                  </a:moveTo>
                  <a:cubicBezTo>
                    <a:pt x="28" y="173"/>
                    <a:pt x="28" y="173"/>
                    <a:pt x="28" y="173"/>
                  </a:cubicBezTo>
                  <a:cubicBezTo>
                    <a:pt x="27" y="173"/>
                    <a:pt x="25" y="172"/>
                    <a:pt x="24" y="171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0" y="147"/>
                    <a:pt x="0" y="146"/>
                    <a:pt x="0" y="144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0" y="113"/>
                    <a:pt x="1" y="11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3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7" y="0"/>
                    <a:pt x="148" y="1"/>
                    <a:pt x="149" y="2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48" y="60"/>
                    <a:pt x="248" y="60"/>
                    <a:pt x="248" y="60"/>
                  </a:cubicBezTo>
                  <a:cubicBezTo>
                    <a:pt x="248" y="70"/>
                    <a:pt x="248" y="70"/>
                    <a:pt x="248" y="70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4" y="70"/>
                    <a:pt x="202" y="70"/>
                    <a:pt x="201" y="69"/>
                  </a:cubicBezTo>
                  <a:cubicBezTo>
                    <a:pt x="143" y="11"/>
                    <a:pt x="143" y="11"/>
                    <a:pt x="143" y="11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116" y="100"/>
                    <a:pt x="116" y="100"/>
                    <a:pt x="116" y="100"/>
                  </a:cubicBezTo>
                  <a:cubicBezTo>
                    <a:pt x="123" y="107"/>
                    <a:pt x="123" y="107"/>
                    <a:pt x="123" y="107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59" y="172"/>
                    <a:pt x="57" y="173"/>
                    <a:pt x="56" y="1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0" name="Freeform 475"/>
            <p:cNvSpPr>
              <a:spLocks/>
            </p:cNvSpPr>
            <p:nvPr/>
          </p:nvSpPr>
          <p:spPr bwMode="auto">
            <a:xfrm flipV="1">
              <a:off x="-554036" y="2946398"/>
              <a:ext cx="1227137" cy="371475"/>
            </a:xfrm>
            <a:custGeom>
              <a:avLst/>
              <a:gdLst>
                <a:gd name="T0" fmla="*/ 327 w 327"/>
                <a:gd name="T1" fmla="*/ 99 h 99"/>
                <a:gd name="T2" fmla="*/ 296 w 327"/>
                <a:gd name="T3" fmla="*/ 99 h 99"/>
                <a:gd name="T4" fmla="*/ 295 w 327"/>
                <a:gd name="T5" fmla="*/ 98 h 99"/>
                <a:gd name="T6" fmla="*/ 200 w 327"/>
                <a:gd name="T7" fmla="*/ 3 h 99"/>
                <a:gd name="T8" fmla="*/ 120 w 327"/>
                <a:gd name="T9" fmla="*/ 3 h 99"/>
                <a:gd name="T10" fmla="*/ 67 w 327"/>
                <a:gd name="T11" fmla="*/ 57 h 99"/>
                <a:gd name="T12" fmla="*/ 66 w 327"/>
                <a:gd name="T13" fmla="*/ 57 h 99"/>
                <a:gd name="T14" fmla="*/ 45 w 327"/>
                <a:gd name="T15" fmla="*/ 57 h 99"/>
                <a:gd name="T16" fmla="*/ 44 w 327"/>
                <a:gd name="T17" fmla="*/ 57 h 99"/>
                <a:gd name="T18" fmla="*/ 0 w 327"/>
                <a:gd name="T19" fmla="*/ 13 h 99"/>
                <a:gd name="T20" fmla="*/ 2 w 327"/>
                <a:gd name="T21" fmla="*/ 10 h 99"/>
                <a:gd name="T22" fmla="*/ 46 w 327"/>
                <a:gd name="T23" fmla="*/ 54 h 99"/>
                <a:gd name="T24" fmla="*/ 65 w 327"/>
                <a:gd name="T25" fmla="*/ 54 h 99"/>
                <a:gd name="T26" fmla="*/ 118 w 327"/>
                <a:gd name="T27" fmla="*/ 0 h 99"/>
                <a:gd name="T28" fmla="*/ 119 w 327"/>
                <a:gd name="T29" fmla="*/ 0 h 99"/>
                <a:gd name="T30" fmla="*/ 201 w 327"/>
                <a:gd name="T31" fmla="*/ 0 h 99"/>
                <a:gd name="T32" fmla="*/ 202 w 327"/>
                <a:gd name="T33" fmla="*/ 0 h 99"/>
                <a:gd name="T34" fmla="*/ 297 w 327"/>
                <a:gd name="T35" fmla="*/ 95 h 99"/>
                <a:gd name="T36" fmla="*/ 327 w 327"/>
                <a:gd name="T37" fmla="*/ 95 h 99"/>
                <a:gd name="T38" fmla="*/ 327 w 327"/>
                <a:gd name="T3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7" h="99">
                  <a:moveTo>
                    <a:pt x="327" y="99"/>
                  </a:moveTo>
                  <a:cubicBezTo>
                    <a:pt x="296" y="99"/>
                    <a:pt x="296" y="99"/>
                    <a:pt x="296" y="99"/>
                  </a:cubicBezTo>
                  <a:cubicBezTo>
                    <a:pt x="296" y="99"/>
                    <a:pt x="295" y="98"/>
                    <a:pt x="295" y="98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67" y="57"/>
                    <a:pt x="67" y="57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2" y="0"/>
                    <a:pt x="202" y="0"/>
                  </a:cubicBezTo>
                  <a:cubicBezTo>
                    <a:pt x="297" y="95"/>
                    <a:pt x="297" y="95"/>
                    <a:pt x="297" y="95"/>
                  </a:cubicBezTo>
                  <a:cubicBezTo>
                    <a:pt x="327" y="95"/>
                    <a:pt x="327" y="95"/>
                    <a:pt x="327" y="95"/>
                  </a:cubicBezTo>
                  <a:lnTo>
                    <a:pt x="327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1" name="Freeform 476"/>
            <p:cNvSpPr>
              <a:spLocks/>
            </p:cNvSpPr>
            <p:nvPr/>
          </p:nvSpPr>
          <p:spPr bwMode="auto">
            <a:xfrm flipV="1">
              <a:off x="-512761" y="2762248"/>
              <a:ext cx="1366837" cy="495300"/>
            </a:xfrm>
            <a:custGeom>
              <a:avLst/>
              <a:gdLst>
                <a:gd name="T0" fmla="*/ 364 w 364"/>
                <a:gd name="T1" fmla="*/ 132 h 132"/>
                <a:gd name="T2" fmla="*/ 314 w 364"/>
                <a:gd name="T3" fmla="*/ 132 h 132"/>
                <a:gd name="T4" fmla="*/ 312 w 364"/>
                <a:gd name="T5" fmla="*/ 131 h 132"/>
                <a:gd name="T6" fmla="*/ 184 w 364"/>
                <a:gd name="T7" fmla="*/ 3 h 132"/>
                <a:gd name="T8" fmla="*/ 122 w 364"/>
                <a:gd name="T9" fmla="*/ 3 h 132"/>
                <a:gd name="T10" fmla="*/ 44 w 364"/>
                <a:gd name="T11" fmla="*/ 81 h 132"/>
                <a:gd name="T12" fmla="*/ 43 w 364"/>
                <a:gd name="T13" fmla="*/ 82 h 132"/>
                <a:gd name="T14" fmla="*/ 21 w 364"/>
                <a:gd name="T15" fmla="*/ 82 h 132"/>
                <a:gd name="T16" fmla="*/ 20 w 364"/>
                <a:gd name="T17" fmla="*/ 81 h 132"/>
                <a:gd name="T18" fmla="*/ 0 w 364"/>
                <a:gd name="T19" fmla="*/ 61 h 132"/>
                <a:gd name="T20" fmla="*/ 2 w 364"/>
                <a:gd name="T21" fmla="*/ 59 h 132"/>
                <a:gd name="T22" fmla="*/ 22 w 364"/>
                <a:gd name="T23" fmla="*/ 78 h 132"/>
                <a:gd name="T24" fmla="*/ 42 w 364"/>
                <a:gd name="T25" fmla="*/ 78 h 132"/>
                <a:gd name="T26" fmla="*/ 120 w 364"/>
                <a:gd name="T27" fmla="*/ 0 h 132"/>
                <a:gd name="T28" fmla="*/ 122 w 364"/>
                <a:gd name="T29" fmla="*/ 0 h 132"/>
                <a:gd name="T30" fmla="*/ 185 w 364"/>
                <a:gd name="T31" fmla="*/ 0 h 132"/>
                <a:gd name="T32" fmla="*/ 186 w 364"/>
                <a:gd name="T33" fmla="*/ 0 h 132"/>
                <a:gd name="T34" fmla="*/ 314 w 364"/>
                <a:gd name="T35" fmla="*/ 128 h 132"/>
                <a:gd name="T36" fmla="*/ 364 w 364"/>
                <a:gd name="T37" fmla="*/ 128 h 132"/>
                <a:gd name="T38" fmla="*/ 364 w 364"/>
                <a:gd name="T39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4" h="132">
                  <a:moveTo>
                    <a:pt x="364" y="132"/>
                  </a:moveTo>
                  <a:cubicBezTo>
                    <a:pt x="314" y="132"/>
                    <a:pt x="314" y="132"/>
                    <a:pt x="314" y="132"/>
                  </a:cubicBezTo>
                  <a:cubicBezTo>
                    <a:pt x="313" y="132"/>
                    <a:pt x="313" y="132"/>
                    <a:pt x="312" y="131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4" y="82"/>
                    <a:pt x="44" y="82"/>
                    <a:pt x="43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0" y="82"/>
                    <a:pt x="20" y="8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0"/>
                    <a:pt x="121" y="0"/>
                    <a:pt x="122" y="0"/>
                  </a:cubicBez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314" y="128"/>
                    <a:pt x="314" y="128"/>
                    <a:pt x="314" y="128"/>
                  </a:cubicBezTo>
                  <a:cubicBezTo>
                    <a:pt x="364" y="128"/>
                    <a:pt x="364" y="128"/>
                    <a:pt x="364" y="128"/>
                  </a:cubicBezTo>
                  <a:lnTo>
                    <a:pt x="364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2" name="Freeform 477"/>
            <p:cNvSpPr>
              <a:spLocks/>
            </p:cNvSpPr>
            <p:nvPr/>
          </p:nvSpPr>
          <p:spPr bwMode="auto">
            <a:xfrm flipV="1">
              <a:off x="-2117723" y="2217736"/>
              <a:ext cx="2424112" cy="387350"/>
            </a:xfrm>
            <a:custGeom>
              <a:avLst/>
              <a:gdLst>
                <a:gd name="T0" fmla="*/ 545 w 646"/>
                <a:gd name="T1" fmla="*/ 103 h 103"/>
                <a:gd name="T2" fmla="*/ 0 w 646"/>
                <a:gd name="T3" fmla="*/ 103 h 103"/>
                <a:gd name="T4" fmla="*/ 0 w 646"/>
                <a:gd name="T5" fmla="*/ 99 h 103"/>
                <a:gd name="T6" fmla="*/ 544 w 646"/>
                <a:gd name="T7" fmla="*/ 99 h 103"/>
                <a:gd name="T8" fmla="*/ 566 w 646"/>
                <a:gd name="T9" fmla="*/ 77 h 103"/>
                <a:gd name="T10" fmla="*/ 566 w 646"/>
                <a:gd name="T11" fmla="*/ 49 h 103"/>
                <a:gd name="T12" fmla="*/ 567 w 646"/>
                <a:gd name="T13" fmla="*/ 48 h 103"/>
                <a:gd name="T14" fmla="*/ 613 w 646"/>
                <a:gd name="T15" fmla="*/ 1 h 103"/>
                <a:gd name="T16" fmla="*/ 614 w 646"/>
                <a:gd name="T17" fmla="*/ 0 h 103"/>
                <a:gd name="T18" fmla="*/ 646 w 646"/>
                <a:gd name="T19" fmla="*/ 0 h 103"/>
                <a:gd name="T20" fmla="*/ 646 w 646"/>
                <a:gd name="T21" fmla="*/ 4 h 103"/>
                <a:gd name="T22" fmla="*/ 615 w 646"/>
                <a:gd name="T23" fmla="*/ 4 h 103"/>
                <a:gd name="T24" fmla="*/ 570 w 646"/>
                <a:gd name="T25" fmla="*/ 49 h 103"/>
                <a:gd name="T26" fmla="*/ 570 w 646"/>
                <a:gd name="T27" fmla="*/ 78 h 103"/>
                <a:gd name="T28" fmla="*/ 569 w 646"/>
                <a:gd name="T29" fmla="*/ 79 h 103"/>
                <a:gd name="T30" fmla="*/ 546 w 646"/>
                <a:gd name="T31" fmla="*/ 102 h 103"/>
                <a:gd name="T32" fmla="*/ 545 w 646"/>
                <a:gd name="T3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6" h="103">
                  <a:moveTo>
                    <a:pt x="545" y="103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544" y="99"/>
                    <a:pt x="544" y="99"/>
                    <a:pt x="544" y="99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6" y="49"/>
                    <a:pt x="566" y="49"/>
                    <a:pt x="566" y="49"/>
                  </a:cubicBezTo>
                  <a:cubicBezTo>
                    <a:pt x="566" y="48"/>
                    <a:pt x="566" y="48"/>
                    <a:pt x="567" y="48"/>
                  </a:cubicBezTo>
                  <a:cubicBezTo>
                    <a:pt x="613" y="1"/>
                    <a:pt x="613" y="1"/>
                    <a:pt x="613" y="1"/>
                  </a:cubicBezTo>
                  <a:cubicBezTo>
                    <a:pt x="614" y="1"/>
                    <a:pt x="614" y="0"/>
                    <a:pt x="614" y="0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615" y="4"/>
                    <a:pt x="615" y="4"/>
                    <a:pt x="615" y="4"/>
                  </a:cubicBezTo>
                  <a:cubicBezTo>
                    <a:pt x="570" y="49"/>
                    <a:pt x="570" y="49"/>
                    <a:pt x="570" y="49"/>
                  </a:cubicBezTo>
                  <a:cubicBezTo>
                    <a:pt x="570" y="78"/>
                    <a:pt x="570" y="78"/>
                    <a:pt x="570" y="78"/>
                  </a:cubicBezTo>
                  <a:cubicBezTo>
                    <a:pt x="570" y="79"/>
                    <a:pt x="569" y="79"/>
                    <a:pt x="569" y="79"/>
                  </a:cubicBezTo>
                  <a:cubicBezTo>
                    <a:pt x="546" y="102"/>
                    <a:pt x="546" y="102"/>
                    <a:pt x="546" y="102"/>
                  </a:cubicBezTo>
                  <a:cubicBezTo>
                    <a:pt x="546" y="103"/>
                    <a:pt x="546" y="103"/>
                    <a:pt x="545" y="1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3" name="Freeform 478"/>
            <p:cNvSpPr>
              <a:spLocks/>
            </p:cNvSpPr>
            <p:nvPr/>
          </p:nvSpPr>
          <p:spPr bwMode="auto">
            <a:xfrm flipV="1">
              <a:off x="-1949448" y="1989136"/>
              <a:ext cx="2443162" cy="428625"/>
            </a:xfrm>
            <a:custGeom>
              <a:avLst/>
              <a:gdLst>
                <a:gd name="T0" fmla="*/ 496 w 651"/>
                <a:gd name="T1" fmla="*/ 114 h 114"/>
                <a:gd name="T2" fmla="*/ 0 w 651"/>
                <a:gd name="T3" fmla="*/ 114 h 114"/>
                <a:gd name="T4" fmla="*/ 0 w 651"/>
                <a:gd name="T5" fmla="*/ 110 h 114"/>
                <a:gd name="T6" fmla="*/ 496 w 651"/>
                <a:gd name="T7" fmla="*/ 110 h 114"/>
                <a:gd name="T8" fmla="*/ 606 w 651"/>
                <a:gd name="T9" fmla="*/ 0 h 114"/>
                <a:gd name="T10" fmla="*/ 607 w 651"/>
                <a:gd name="T11" fmla="*/ 0 h 114"/>
                <a:gd name="T12" fmla="*/ 651 w 651"/>
                <a:gd name="T13" fmla="*/ 0 h 114"/>
                <a:gd name="T14" fmla="*/ 651 w 651"/>
                <a:gd name="T15" fmla="*/ 3 h 114"/>
                <a:gd name="T16" fmla="*/ 608 w 651"/>
                <a:gd name="T17" fmla="*/ 3 h 114"/>
                <a:gd name="T18" fmla="*/ 498 w 651"/>
                <a:gd name="T19" fmla="*/ 113 h 114"/>
                <a:gd name="T20" fmla="*/ 496 w 651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1" h="114">
                  <a:moveTo>
                    <a:pt x="496" y="114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496" y="110"/>
                    <a:pt x="496" y="110"/>
                    <a:pt x="496" y="11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6" y="0"/>
                    <a:pt x="606" y="0"/>
                    <a:pt x="607" y="0"/>
                  </a:cubicBezTo>
                  <a:cubicBezTo>
                    <a:pt x="651" y="0"/>
                    <a:pt x="651" y="0"/>
                    <a:pt x="651" y="0"/>
                  </a:cubicBezTo>
                  <a:cubicBezTo>
                    <a:pt x="651" y="3"/>
                    <a:pt x="651" y="3"/>
                    <a:pt x="651" y="3"/>
                  </a:cubicBezTo>
                  <a:cubicBezTo>
                    <a:pt x="608" y="3"/>
                    <a:pt x="608" y="3"/>
                    <a:pt x="608" y="3"/>
                  </a:cubicBezTo>
                  <a:cubicBezTo>
                    <a:pt x="498" y="113"/>
                    <a:pt x="498" y="113"/>
                    <a:pt x="498" y="113"/>
                  </a:cubicBezTo>
                  <a:cubicBezTo>
                    <a:pt x="497" y="114"/>
                    <a:pt x="497" y="114"/>
                    <a:pt x="496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4" name="Freeform 479"/>
            <p:cNvSpPr>
              <a:spLocks noEditPoints="1"/>
            </p:cNvSpPr>
            <p:nvPr/>
          </p:nvSpPr>
          <p:spPr bwMode="auto">
            <a:xfrm flipV="1">
              <a:off x="5311777" y="6561136"/>
              <a:ext cx="101600" cy="100013"/>
            </a:xfrm>
            <a:custGeom>
              <a:avLst/>
              <a:gdLst>
                <a:gd name="T0" fmla="*/ 13 w 27"/>
                <a:gd name="T1" fmla="*/ 6 h 27"/>
                <a:gd name="T2" fmla="*/ 13 w 27"/>
                <a:gd name="T3" fmla="*/ 6 h 27"/>
                <a:gd name="T4" fmla="*/ 13 w 27"/>
                <a:gd name="T5" fmla="*/ 6 h 27"/>
                <a:gd name="T6" fmla="*/ 20 w 27"/>
                <a:gd name="T7" fmla="*/ 13 h 27"/>
                <a:gd name="T8" fmla="*/ 13 w 27"/>
                <a:gd name="T9" fmla="*/ 20 h 27"/>
                <a:gd name="T10" fmla="*/ 13 w 27"/>
                <a:gd name="T11" fmla="*/ 20 h 27"/>
                <a:gd name="T12" fmla="*/ 13 w 27"/>
                <a:gd name="T13" fmla="*/ 20 h 27"/>
                <a:gd name="T14" fmla="*/ 6 w 27"/>
                <a:gd name="T15" fmla="*/ 13 h 27"/>
                <a:gd name="T16" fmla="*/ 13 w 27"/>
                <a:gd name="T17" fmla="*/ 6 h 27"/>
                <a:gd name="T18" fmla="*/ 13 w 27"/>
                <a:gd name="T19" fmla="*/ 0 h 27"/>
                <a:gd name="T20" fmla="*/ 13 w 27"/>
                <a:gd name="T21" fmla="*/ 0 h 27"/>
                <a:gd name="T22" fmla="*/ 13 w 27"/>
                <a:gd name="T23" fmla="*/ 0 h 27"/>
                <a:gd name="T24" fmla="*/ 4 w 27"/>
                <a:gd name="T25" fmla="*/ 4 h 27"/>
                <a:gd name="T26" fmla="*/ 0 w 27"/>
                <a:gd name="T27" fmla="*/ 13 h 27"/>
                <a:gd name="T28" fmla="*/ 13 w 27"/>
                <a:gd name="T29" fmla="*/ 27 h 27"/>
                <a:gd name="T30" fmla="*/ 23 w 27"/>
                <a:gd name="T31" fmla="*/ 23 h 27"/>
                <a:gd name="T32" fmla="*/ 27 w 27"/>
                <a:gd name="T33" fmla="*/ 13 h 27"/>
                <a:gd name="T34" fmla="*/ 13 w 27"/>
                <a:gd name="T3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7">
                  <a:moveTo>
                    <a:pt x="13" y="6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7" y="6"/>
                    <a:pt x="20" y="10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10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6"/>
                    <a:pt x="0" y="10"/>
                    <a:pt x="0" y="13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17" y="27"/>
                    <a:pt x="20" y="26"/>
                    <a:pt x="23" y="23"/>
                  </a:cubicBezTo>
                  <a:cubicBezTo>
                    <a:pt x="26" y="20"/>
                    <a:pt x="27" y="17"/>
                    <a:pt x="27" y="13"/>
                  </a:cubicBezTo>
                  <a:cubicBezTo>
                    <a:pt x="27" y="6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5" name="Freeform 480"/>
            <p:cNvSpPr>
              <a:spLocks noEditPoints="1"/>
            </p:cNvSpPr>
            <p:nvPr/>
          </p:nvSpPr>
          <p:spPr bwMode="auto">
            <a:xfrm flipV="1">
              <a:off x="5322889" y="6924673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6" name="Freeform 481"/>
            <p:cNvSpPr>
              <a:spLocks noEditPoints="1"/>
            </p:cNvSpPr>
            <p:nvPr/>
          </p:nvSpPr>
          <p:spPr bwMode="auto">
            <a:xfrm flipV="1">
              <a:off x="3360739" y="99790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7" name="Freeform 482"/>
            <p:cNvSpPr>
              <a:spLocks noEditPoints="1"/>
            </p:cNvSpPr>
            <p:nvPr/>
          </p:nvSpPr>
          <p:spPr bwMode="auto">
            <a:xfrm flipV="1">
              <a:off x="5138739" y="67405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8" name="Freeform 483"/>
            <p:cNvSpPr>
              <a:spLocks noEditPoints="1"/>
            </p:cNvSpPr>
            <p:nvPr/>
          </p:nvSpPr>
          <p:spPr bwMode="auto">
            <a:xfrm flipV="1">
              <a:off x="2733677" y="96345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9" name="Freeform 484"/>
            <p:cNvSpPr>
              <a:spLocks noEditPoints="1"/>
            </p:cNvSpPr>
            <p:nvPr/>
          </p:nvSpPr>
          <p:spPr bwMode="auto">
            <a:xfrm flipV="1">
              <a:off x="4973639" y="69167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0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0" name="Freeform 485"/>
            <p:cNvSpPr>
              <a:spLocks noEditPoints="1"/>
            </p:cNvSpPr>
            <p:nvPr/>
          </p:nvSpPr>
          <p:spPr bwMode="auto">
            <a:xfrm flipV="1">
              <a:off x="3698877" y="8823323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1" name="Freeform 486"/>
            <p:cNvSpPr>
              <a:spLocks noEditPoints="1"/>
            </p:cNvSpPr>
            <p:nvPr/>
          </p:nvSpPr>
          <p:spPr bwMode="auto">
            <a:xfrm flipV="1">
              <a:off x="497363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5"/>
                    <a:pt x="15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2" name="Freeform 487"/>
            <p:cNvSpPr>
              <a:spLocks noEditPoints="1"/>
            </p:cNvSpPr>
            <p:nvPr/>
          </p:nvSpPr>
          <p:spPr bwMode="auto">
            <a:xfrm flipV="1">
              <a:off x="3041652" y="99948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3" name="Freeform 488"/>
            <p:cNvSpPr>
              <a:spLocks noEditPoints="1"/>
            </p:cNvSpPr>
            <p:nvPr/>
          </p:nvSpPr>
          <p:spPr bwMode="auto">
            <a:xfrm flipV="1">
              <a:off x="532288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0 w 24"/>
                <a:gd name="T19" fmla="*/ 20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4" name="Freeform 489"/>
            <p:cNvSpPr>
              <a:spLocks noEditPoints="1"/>
            </p:cNvSpPr>
            <p:nvPr/>
          </p:nvSpPr>
          <p:spPr bwMode="auto">
            <a:xfrm flipV="1">
              <a:off x="3187702" y="99901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4 w 24"/>
                <a:gd name="T15" fmla="*/ 4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5" name="Freeform 490"/>
            <p:cNvSpPr>
              <a:spLocks noEditPoints="1"/>
            </p:cNvSpPr>
            <p:nvPr/>
          </p:nvSpPr>
          <p:spPr bwMode="auto">
            <a:xfrm flipV="1">
              <a:off x="5492752" y="7097711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6" name="Freeform 491"/>
            <p:cNvSpPr>
              <a:spLocks noEditPoints="1"/>
            </p:cNvSpPr>
            <p:nvPr/>
          </p:nvSpPr>
          <p:spPr bwMode="auto">
            <a:xfrm flipV="1">
              <a:off x="2973389" y="10133011"/>
              <a:ext cx="90487" cy="93663"/>
            </a:xfrm>
            <a:custGeom>
              <a:avLst/>
              <a:gdLst>
                <a:gd name="T0" fmla="*/ 12 w 24"/>
                <a:gd name="T1" fmla="*/ 6 h 25"/>
                <a:gd name="T2" fmla="*/ 12 w 24"/>
                <a:gd name="T3" fmla="*/ 6 h 25"/>
                <a:gd name="T4" fmla="*/ 19 w 24"/>
                <a:gd name="T5" fmla="*/ 13 h 25"/>
                <a:gd name="T6" fmla="*/ 12 w 24"/>
                <a:gd name="T7" fmla="*/ 19 h 25"/>
                <a:gd name="T8" fmla="*/ 5 w 24"/>
                <a:gd name="T9" fmla="*/ 13 h 25"/>
                <a:gd name="T10" fmla="*/ 12 w 24"/>
                <a:gd name="T11" fmla="*/ 6 h 25"/>
                <a:gd name="T12" fmla="*/ 12 w 24"/>
                <a:gd name="T13" fmla="*/ 0 h 25"/>
                <a:gd name="T14" fmla="*/ 12 w 24"/>
                <a:gd name="T15" fmla="*/ 0 h 25"/>
                <a:gd name="T16" fmla="*/ 3 w 24"/>
                <a:gd name="T17" fmla="*/ 4 h 25"/>
                <a:gd name="T18" fmla="*/ 0 w 24"/>
                <a:gd name="T19" fmla="*/ 13 h 25"/>
                <a:gd name="T20" fmla="*/ 12 w 24"/>
                <a:gd name="T21" fmla="*/ 25 h 25"/>
                <a:gd name="T22" fmla="*/ 20 w 24"/>
                <a:gd name="T23" fmla="*/ 21 h 25"/>
                <a:gd name="T24" fmla="*/ 24 w 24"/>
                <a:gd name="T25" fmla="*/ 12 h 25"/>
                <a:gd name="T26" fmla="*/ 12 w 24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5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3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5" y="25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7" name="Oval 492"/>
            <p:cNvSpPr>
              <a:spLocks noChangeArrowheads="1"/>
            </p:cNvSpPr>
            <p:nvPr/>
          </p:nvSpPr>
          <p:spPr bwMode="auto">
            <a:xfrm flipV="1">
              <a:off x="5514977" y="6913561"/>
              <a:ext cx="107950" cy="1079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8" name="Freeform 493"/>
            <p:cNvSpPr>
              <a:spLocks/>
            </p:cNvSpPr>
            <p:nvPr/>
          </p:nvSpPr>
          <p:spPr bwMode="auto">
            <a:xfrm flipV="1">
              <a:off x="3049589" y="7156449"/>
              <a:ext cx="2944812" cy="3028950"/>
            </a:xfrm>
            <a:custGeom>
              <a:avLst/>
              <a:gdLst>
                <a:gd name="T0" fmla="*/ 673 w 785"/>
                <a:gd name="T1" fmla="*/ 807 h 807"/>
                <a:gd name="T2" fmla="*/ 670 w 785"/>
                <a:gd name="T3" fmla="*/ 804 h 807"/>
                <a:gd name="T4" fmla="*/ 688 w 785"/>
                <a:gd name="T5" fmla="*/ 787 h 807"/>
                <a:gd name="T6" fmla="*/ 689 w 785"/>
                <a:gd name="T7" fmla="*/ 786 h 807"/>
                <a:gd name="T8" fmla="*/ 728 w 785"/>
                <a:gd name="T9" fmla="*/ 786 h 807"/>
                <a:gd name="T10" fmla="*/ 782 w 785"/>
                <a:gd name="T11" fmla="*/ 733 h 807"/>
                <a:gd name="T12" fmla="*/ 782 w 785"/>
                <a:gd name="T13" fmla="*/ 692 h 807"/>
                <a:gd name="T14" fmla="*/ 93 w 785"/>
                <a:gd name="T15" fmla="*/ 3 h 807"/>
                <a:gd name="T16" fmla="*/ 0 w 785"/>
                <a:gd name="T17" fmla="*/ 3 h 807"/>
                <a:gd name="T18" fmla="*/ 0 w 785"/>
                <a:gd name="T19" fmla="*/ 0 h 807"/>
                <a:gd name="T20" fmla="*/ 94 w 785"/>
                <a:gd name="T21" fmla="*/ 0 h 807"/>
                <a:gd name="T22" fmla="*/ 95 w 785"/>
                <a:gd name="T23" fmla="*/ 0 h 807"/>
                <a:gd name="T24" fmla="*/ 785 w 785"/>
                <a:gd name="T25" fmla="*/ 690 h 807"/>
                <a:gd name="T26" fmla="*/ 785 w 785"/>
                <a:gd name="T27" fmla="*/ 692 h 807"/>
                <a:gd name="T28" fmla="*/ 785 w 785"/>
                <a:gd name="T29" fmla="*/ 733 h 807"/>
                <a:gd name="T30" fmla="*/ 785 w 785"/>
                <a:gd name="T31" fmla="*/ 735 h 807"/>
                <a:gd name="T32" fmla="*/ 730 w 785"/>
                <a:gd name="T33" fmla="*/ 789 h 807"/>
                <a:gd name="T34" fmla="*/ 729 w 785"/>
                <a:gd name="T35" fmla="*/ 790 h 807"/>
                <a:gd name="T36" fmla="*/ 690 w 785"/>
                <a:gd name="T37" fmla="*/ 790 h 807"/>
                <a:gd name="T38" fmla="*/ 673 w 785"/>
                <a:gd name="T3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5" h="807">
                  <a:moveTo>
                    <a:pt x="673" y="807"/>
                  </a:moveTo>
                  <a:cubicBezTo>
                    <a:pt x="670" y="804"/>
                    <a:pt x="670" y="804"/>
                    <a:pt x="670" y="804"/>
                  </a:cubicBezTo>
                  <a:cubicBezTo>
                    <a:pt x="688" y="787"/>
                    <a:pt x="688" y="787"/>
                    <a:pt x="688" y="787"/>
                  </a:cubicBezTo>
                  <a:cubicBezTo>
                    <a:pt x="688" y="787"/>
                    <a:pt x="689" y="786"/>
                    <a:pt x="689" y="786"/>
                  </a:cubicBezTo>
                  <a:cubicBezTo>
                    <a:pt x="728" y="786"/>
                    <a:pt x="728" y="786"/>
                    <a:pt x="728" y="786"/>
                  </a:cubicBezTo>
                  <a:cubicBezTo>
                    <a:pt x="782" y="733"/>
                    <a:pt x="782" y="733"/>
                    <a:pt x="782" y="733"/>
                  </a:cubicBezTo>
                  <a:cubicBezTo>
                    <a:pt x="782" y="692"/>
                    <a:pt x="782" y="692"/>
                    <a:pt x="782" y="692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0"/>
                  </a:cubicBezTo>
                  <a:cubicBezTo>
                    <a:pt x="785" y="690"/>
                    <a:pt x="785" y="690"/>
                    <a:pt x="785" y="690"/>
                  </a:cubicBezTo>
                  <a:cubicBezTo>
                    <a:pt x="785" y="691"/>
                    <a:pt x="785" y="691"/>
                    <a:pt x="785" y="692"/>
                  </a:cubicBezTo>
                  <a:cubicBezTo>
                    <a:pt x="785" y="733"/>
                    <a:pt x="785" y="733"/>
                    <a:pt x="785" y="733"/>
                  </a:cubicBezTo>
                  <a:cubicBezTo>
                    <a:pt x="785" y="734"/>
                    <a:pt x="785" y="734"/>
                    <a:pt x="785" y="735"/>
                  </a:cubicBezTo>
                  <a:cubicBezTo>
                    <a:pt x="730" y="789"/>
                    <a:pt x="730" y="789"/>
                    <a:pt x="730" y="789"/>
                  </a:cubicBezTo>
                  <a:cubicBezTo>
                    <a:pt x="730" y="790"/>
                    <a:pt x="729" y="790"/>
                    <a:pt x="729" y="790"/>
                  </a:cubicBezTo>
                  <a:cubicBezTo>
                    <a:pt x="690" y="790"/>
                    <a:pt x="690" y="790"/>
                    <a:pt x="690" y="790"/>
                  </a:cubicBezTo>
                  <a:lnTo>
                    <a:pt x="673" y="8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9" name="Freeform 494"/>
            <p:cNvSpPr>
              <a:spLocks/>
            </p:cNvSpPr>
            <p:nvPr/>
          </p:nvSpPr>
          <p:spPr bwMode="auto">
            <a:xfrm flipV="1">
              <a:off x="3297239" y="7007223"/>
              <a:ext cx="2435225" cy="2998788"/>
            </a:xfrm>
            <a:custGeom>
              <a:avLst/>
              <a:gdLst>
                <a:gd name="T0" fmla="*/ 550 w 649"/>
                <a:gd name="T1" fmla="*/ 799 h 799"/>
                <a:gd name="T2" fmla="*/ 550 w 649"/>
                <a:gd name="T3" fmla="*/ 764 h 799"/>
                <a:gd name="T4" fmla="*/ 551 w 649"/>
                <a:gd name="T5" fmla="*/ 762 h 799"/>
                <a:gd name="T6" fmla="*/ 646 w 649"/>
                <a:gd name="T7" fmla="*/ 671 h 799"/>
                <a:gd name="T8" fmla="*/ 646 w 649"/>
                <a:gd name="T9" fmla="*/ 644 h 799"/>
                <a:gd name="T10" fmla="*/ 216 w 649"/>
                <a:gd name="T11" fmla="*/ 214 h 799"/>
                <a:gd name="T12" fmla="*/ 164 w 649"/>
                <a:gd name="T13" fmla="*/ 214 h 799"/>
                <a:gd name="T14" fmla="*/ 162 w 649"/>
                <a:gd name="T15" fmla="*/ 214 h 799"/>
                <a:gd name="T16" fmla="*/ 0 w 649"/>
                <a:gd name="T17" fmla="*/ 52 h 799"/>
                <a:gd name="T18" fmla="*/ 0 w 649"/>
                <a:gd name="T19" fmla="*/ 51 h 799"/>
                <a:gd name="T20" fmla="*/ 0 w 649"/>
                <a:gd name="T21" fmla="*/ 22 h 799"/>
                <a:gd name="T22" fmla="*/ 0 w 649"/>
                <a:gd name="T23" fmla="*/ 21 h 799"/>
                <a:gd name="T24" fmla="*/ 22 w 649"/>
                <a:gd name="T25" fmla="*/ 0 h 799"/>
                <a:gd name="T26" fmla="*/ 24 w 649"/>
                <a:gd name="T27" fmla="*/ 2 h 799"/>
                <a:gd name="T28" fmla="*/ 3 w 649"/>
                <a:gd name="T29" fmla="*/ 23 h 799"/>
                <a:gd name="T30" fmla="*/ 3 w 649"/>
                <a:gd name="T31" fmla="*/ 50 h 799"/>
                <a:gd name="T32" fmla="*/ 164 w 649"/>
                <a:gd name="T33" fmla="*/ 211 h 799"/>
                <a:gd name="T34" fmla="*/ 217 w 649"/>
                <a:gd name="T35" fmla="*/ 211 h 799"/>
                <a:gd name="T36" fmla="*/ 218 w 649"/>
                <a:gd name="T37" fmla="*/ 211 h 799"/>
                <a:gd name="T38" fmla="*/ 649 w 649"/>
                <a:gd name="T39" fmla="*/ 642 h 799"/>
                <a:gd name="T40" fmla="*/ 649 w 649"/>
                <a:gd name="T41" fmla="*/ 644 h 799"/>
                <a:gd name="T42" fmla="*/ 649 w 649"/>
                <a:gd name="T43" fmla="*/ 671 h 799"/>
                <a:gd name="T44" fmla="*/ 649 w 649"/>
                <a:gd name="T45" fmla="*/ 673 h 799"/>
                <a:gd name="T46" fmla="*/ 554 w 649"/>
                <a:gd name="T47" fmla="*/ 764 h 799"/>
                <a:gd name="T48" fmla="*/ 554 w 649"/>
                <a:gd name="T49" fmla="*/ 799 h 799"/>
                <a:gd name="T50" fmla="*/ 550 w 649"/>
                <a:gd name="T51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9" h="799">
                  <a:moveTo>
                    <a:pt x="550" y="799"/>
                  </a:moveTo>
                  <a:cubicBezTo>
                    <a:pt x="550" y="764"/>
                    <a:pt x="550" y="764"/>
                    <a:pt x="550" y="764"/>
                  </a:cubicBezTo>
                  <a:cubicBezTo>
                    <a:pt x="550" y="763"/>
                    <a:pt x="550" y="763"/>
                    <a:pt x="551" y="762"/>
                  </a:cubicBezTo>
                  <a:cubicBezTo>
                    <a:pt x="646" y="671"/>
                    <a:pt x="646" y="671"/>
                    <a:pt x="646" y="671"/>
                  </a:cubicBezTo>
                  <a:cubicBezTo>
                    <a:pt x="646" y="644"/>
                    <a:pt x="646" y="644"/>
                    <a:pt x="646" y="644"/>
                  </a:cubicBezTo>
                  <a:cubicBezTo>
                    <a:pt x="216" y="214"/>
                    <a:pt x="216" y="214"/>
                    <a:pt x="216" y="214"/>
                  </a:cubicBezTo>
                  <a:cubicBezTo>
                    <a:pt x="164" y="214"/>
                    <a:pt x="164" y="214"/>
                    <a:pt x="164" y="214"/>
                  </a:cubicBezTo>
                  <a:cubicBezTo>
                    <a:pt x="163" y="214"/>
                    <a:pt x="163" y="214"/>
                    <a:pt x="162" y="2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0" y="5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164" y="211"/>
                    <a:pt x="164" y="211"/>
                    <a:pt x="164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7" y="211"/>
                    <a:pt x="218" y="211"/>
                    <a:pt x="218" y="211"/>
                  </a:cubicBezTo>
                  <a:cubicBezTo>
                    <a:pt x="649" y="642"/>
                    <a:pt x="649" y="642"/>
                    <a:pt x="649" y="642"/>
                  </a:cubicBezTo>
                  <a:cubicBezTo>
                    <a:pt x="649" y="643"/>
                    <a:pt x="649" y="643"/>
                    <a:pt x="649" y="644"/>
                  </a:cubicBezTo>
                  <a:cubicBezTo>
                    <a:pt x="649" y="671"/>
                    <a:pt x="649" y="671"/>
                    <a:pt x="649" y="671"/>
                  </a:cubicBezTo>
                  <a:cubicBezTo>
                    <a:pt x="649" y="672"/>
                    <a:pt x="649" y="672"/>
                    <a:pt x="649" y="673"/>
                  </a:cubicBezTo>
                  <a:cubicBezTo>
                    <a:pt x="554" y="764"/>
                    <a:pt x="554" y="764"/>
                    <a:pt x="554" y="764"/>
                  </a:cubicBezTo>
                  <a:cubicBezTo>
                    <a:pt x="554" y="799"/>
                    <a:pt x="554" y="799"/>
                    <a:pt x="554" y="799"/>
                  </a:cubicBezTo>
                  <a:lnTo>
                    <a:pt x="550" y="7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0" name="Freeform 495"/>
            <p:cNvSpPr>
              <a:spLocks/>
            </p:cNvSpPr>
            <p:nvPr/>
          </p:nvSpPr>
          <p:spPr bwMode="auto">
            <a:xfrm flipV="1">
              <a:off x="3127377" y="7356474"/>
              <a:ext cx="2330450" cy="2663825"/>
            </a:xfrm>
            <a:custGeom>
              <a:avLst/>
              <a:gdLst>
                <a:gd name="T0" fmla="*/ 606 w 621"/>
                <a:gd name="T1" fmla="*/ 710 h 710"/>
                <a:gd name="T2" fmla="*/ 603 w 621"/>
                <a:gd name="T3" fmla="*/ 707 h 710"/>
                <a:gd name="T4" fmla="*/ 617 w 621"/>
                <a:gd name="T5" fmla="*/ 693 h 710"/>
                <a:gd name="T6" fmla="*/ 617 w 621"/>
                <a:gd name="T7" fmla="*/ 621 h 710"/>
                <a:gd name="T8" fmla="*/ 247 w 621"/>
                <a:gd name="T9" fmla="*/ 250 h 710"/>
                <a:gd name="T10" fmla="*/ 200 w 621"/>
                <a:gd name="T11" fmla="*/ 250 h 710"/>
                <a:gd name="T12" fmla="*/ 198 w 621"/>
                <a:gd name="T13" fmla="*/ 250 h 710"/>
                <a:gd name="T14" fmla="*/ 0 w 621"/>
                <a:gd name="T15" fmla="*/ 52 h 710"/>
                <a:gd name="T16" fmla="*/ 0 w 621"/>
                <a:gd name="T17" fmla="*/ 50 h 710"/>
                <a:gd name="T18" fmla="*/ 0 w 621"/>
                <a:gd name="T19" fmla="*/ 23 h 710"/>
                <a:gd name="T20" fmla="*/ 0 w 621"/>
                <a:gd name="T21" fmla="*/ 22 h 710"/>
                <a:gd name="T22" fmla="*/ 22 w 621"/>
                <a:gd name="T23" fmla="*/ 0 h 710"/>
                <a:gd name="T24" fmla="*/ 24 w 621"/>
                <a:gd name="T25" fmla="*/ 2 h 710"/>
                <a:gd name="T26" fmla="*/ 3 w 621"/>
                <a:gd name="T27" fmla="*/ 24 h 710"/>
                <a:gd name="T28" fmla="*/ 3 w 621"/>
                <a:gd name="T29" fmla="*/ 50 h 710"/>
                <a:gd name="T30" fmla="*/ 200 w 621"/>
                <a:gd name="T31" fmla="*/ 247 h 710"/>
                <a:gd name="T32" fmla="*/ 248 w 621"/>
                <a:gd name="T33" fmla="*/ 247 h 710"/>
                <a:gd name="T34" fmla="*/ 249 w 621"/>
                <a:gd name="T35" fmla="*/ 247 h 710"/>
                <a:gd name="T36" fmla="*/ 620 w 621"/>
                <a:gd name="T37" fmla="*/ 619 h 710"/>
                <a:gd name="T38" fmla="*/ 621 w 621"/>
                <a:gd name="T39" fmla="*/ 620 h 710"/>
                <a:gd name="T40" fmla="*/ 621 w 621"/>
                <a:gd name="T41" fmla="*/ 694 h 710"/>
                <a:gd name="T42" fmla="*/ 620 w 621"/>
                <a:gd name="T43" fmla="*/ 695 h 710"/>
                <a:gd name="T44" fmla="*/ 606 w 621"/>
                <a:gd name="T45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1" h="710">
                  <a:moveTo>
                    <a:pt x="606" y="710"/>
                  </a:moveTo>
                  <a:cubicBezTo>
                    <a:pt x="603" y="707"/>
                    <a:pt x="603" y="707"/>
                    <a:pt x="603" y="707"/>
                  </a:cubicBezTo>
                  <a:cubicBezTo>
                    <a:pt x="617" y="693"/>
                    <a:pt x="617" y="693"/>
                    <a:pt x="617" y="693"/>
                  </a:cubicBezTo>
                  <a:cubicBezTo>
                    <a:pt x="617" y="621"/>
                    <a:pt x="617" y="621"/>
                    <a:pt x="617" y="621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00" y="250"/>
                    <a:pt x="200" y="250"/>
                    <a:pt x="200" y="250"/>
                  </a:cubicBezTo>
                  <a:cubicBezTo>
                    <a:pt x="199" y="250"/>
                    <a:pt x="199" y="250"/>
                    <a:pt x="198" y="25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1"/>
                    <a:pt x="0" y="51"/>
                    <a:pt x="0" y="5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00" y="247"/>
                    <a:pt x="200" y="247"/>
                    <a:pt x="200" y="247"/>
                  </a:cubicBezTo>
                  <a:cubicBezTo>
                    <a:pt x="248" y="247"/>
                    <a:pt x="248" y="247"/>
                    <a:pt x="248" y="247"/>
                  </a:cubicBezTo>
                  <a:cubicBezTo>
                    <a:pt x="248" y="247"/>
                    <a:pt x="248" y="247"/>
                    <a:pt x="249" y="247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1" y="619"/>
                    <a:pt x="621" y="620"/>
                  </a:cubicBezTo>
                  <a:cubicBezTo>
                    <a:pt x="621" y="694"/>
                    <a:pt x="621" y="694"/>
                    <a:pt x="621" y="694"/>
                  </a:cubicBezTo>
                  <a:cubicBezTo>
                    <a:pt x="621" y="695"/>
                    <a:pt x="620" y="695"/>
                    <a:pt x="620" y="695"/>
                  </a:cubicBezTo>
                  <a:lnTo>
                    <a:pt x="606" y="7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1" name="Freeform 496"/>
            <p:cNvSpPr>
              <a:spLocks/>
            </p:cNvSpPr>
            <p:nvPr/>
          </p:nvSpPr>
          <p:spPr bwMode="auto">
            <a:xfrm flipV="1">
              <a:off x="2986089" y="7318373"/>
              <a:ext cx="2389187" cy="2706688"/>
            </a:xfrm>
            <a:custGeom>
              <a:avLst/>
              <a:gdLst>
                <a:gd name="T0" fmla="*/ 552 w 637"/>
                <a:gd name="T1" fmla="*/ 721 h 721"/>
                <a:gd name="T2" fmla="*/ 552 w 637"/>
                <a:gd name="T3" fmla="*/ 716 h 721"/>
                <a:gd name="T4" fmla="*/ 593 w 637"/>
                <a:gd name="T5" fmla="*/ 716 h 721"/>
                <a:gd name="T6" fmla="*/ 632 w 637"/>
                <a:gd name="T7" fmla="*/ 677 h 721"/>
                <a:gd name="T8" fmla="*/ 632 w 637"/>
                <a:gd name="T9" fmla="*/ 635 h 721"/>
                <a:gd name="T10" fmla="*/ 279 w 637"/>
                <a:gd name="T11" fmla="*/ 283 h 721"/>
                <a:gd name="T12" fmla="*/ 219 w 637"/>
                <a:gd name="T13" fmla="*/ 283 h 721"/>
                <a:gd name="T14" fmla="*/ 217 w 637"/>
                <a:gd name="T15" fmla="*/ 282 h 721"/>
                <a:gd name="T16" fmla="*/ 1 w 637"/>
                <a:gd name="T17" fmla="*/ 66 h 721"/>
                <a:gd name="T18" fmla="*/ 0 w 637"/>
                <a:gd name="T19" fmla="*/ 64 h 721"/>
                <a:gd name="T20" fmla="*/ 0 w 637"/>
                <a:gd name="T21" fmla="*/ 20 h 721"/>
                <a:gd name="T22" fmla="*/ 1 w 637"/>
                <a:gd name="T23" fmla="*/ 18 h 721"/>
                <a:gd name="T24" fmla="*/ 19 w 637"/>
                <a:gd name="T25" fmla="*/ 0 h 721"/>
                <a:gd name="T26" fmla="*/ 23 w 637"/>
                <a:gd name="T27" fmla="*/ 3 h 721"/>
                <a:gd name="T28" fmla="*/ 5 w 637"/>
                <a:gd name="T29" fmla="*/ 21 h 721"/>
                <a:gd name="T30" fmla="*/ 5 w 637"/>
                <a:gd name="T31" fmla="*/ 63 h 721"/>
                <a:gd name="T32" fmla="*/ 220 w 637"/>
                <a:gd name="T33" fmla="*/ 277 h 721"/>
                <a:gd name="T34" fmla="*/ 280 w 637"/>
                <a:gd name="T35" fmla="*/ 277 h 721"/>
                <a:gd name="T36" fmla="*/ 282 w 637"/>
                <a:gd name="T37" fmla="*/ 278 h 721"/>
                <a:gd name="T38" fmla="*/ 636 w 637"/>
                <a:gd name="T39" fmla="*/ 633 h 721"/>
                <a:gd name="T40" fmla="*/ 637 w 637"/>
                <a:gd name="T41" fmla="*/ 634 h 721"/>
                <a:gd name="T42" fmla="*/ 637 w 637"/>
                <a:gd name="T43" fmla="*/ 678 h 721"/>
                <a:gd name="T44" fmla="*/ 636 w 637"/>
                <a:gd name="T45" fmla="*/ 680 h 721"/>
                <a:gd name="T46" fmla="*/ 596 w 637"/>
                <a:gd name="T47" fmla="*/ 720 h 721"/>
                <a:gd name="T48" fmla="*/ 594 w 637"/>
                <a:gd name="T49" fmla="*/ 721 h 721"/>
                <a:gd name="T50" fmla="*/ 552 w 637"/>
                <a:gd name="T51" fmla="*/ 72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7" h="721">
                  <a:moveTo>
                    <a:pt x="552" y="721"/>
                  </a:moveTo>
                  <a:cubicBezTo>
                    <a:pt x="552" y="716"/>
                    <a:pt x="552" y="716"/>
                    <a:pt x="552" y="716"/>
                  </a:cubicBezTo>
                  <a:cubicBezTo>
                    <a:pt x="593" y="716"/>
                    <a:pt x="593" y="716"/>
                    <a:pt x="593" y="716"/>
                  </a:cubicBezTo>
                  <a:cubicBezTo>
                    <a:pt x="632" y="677"/>
                    <a:pt x="632" y="677"/>
                    <a:pt x="632" y="677"/>
                  </a:cubicBezTo>
                  <a:cubicBezTo>
                    <a:pt x="632" y="635"/>
                    <a:pt x="632" y="635"/>
                    <a:pt x="632" y="635"/>
                  </a:cubicBezTo>
                  <a:cubicBezTo>
                    <a:pt x="279" y="283"/>
                    <a:pt x="279" y="283"/>
                    <a:pt x="279" y="283"/>
                  </a:cubicBezTo>
                  <a:cubicBezTo>
                    <a:pt x="219" y="283"/>
                    <a:pt x="219" y="283"/>
                    <a:pt x="219" y="283"/>
                  </a:cubicBezTo>
                  <a:cubicBezTo>
                    <a:pt x="218" y="283"/>
                    <a:pt x="218" y="282"/>
                    <a:pt x="217" y="282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0" y="65"/>
                    <a:pt x="0" y="6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9"/>
                    <a:pt x="1" y="18"/>
                    <a:pt x="1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220" y="277"/>
                    <a:pt x="220" y="277"/>
                    <a:pt x="220" y="277"/>
                  </a:cubicBezTo>
                  <a:cubicBezTo>
                    <a:pt x="280" y="277"/>
                    <a:pt x="280" y="277"/>
                    <a:pt x="280" y="277"/>
                  </a:cubicBezTo>
                  <a:cubicBezTo>
                    <a:pt x="281" y="277"/>
                    <a:pt x="282" y="278"/>
                    <a:pt x="282" y="278"/>
                  </a:cubicBezTo>
                  <a:cubicBezTo>
                    <a:pt x="636" y="633"/>
                    <a:pt x="636" y="633"/>
                    <a:pt x="636" y="633"/>
                  </a:cubicBezTo>
                  <a:cubicBezTo>
                    <a:pt x="637" y="633"/>
                    <a:pt x="637" y="634"/>
                    <a:pt x="637" y="634"/>
                  </a:cubicBezTo>
                  <a:cubicBezTo>
                    <a:pt x="637" y="678"/>
                    <a:pt x="637" y="678"/>
                    <a:pt x="637" y="678"/>
                  </a:cubicBezTo>
                  <a:cubicBezTo>
                    <a:pt x="637" y="679"/>
                    <a:pt x="637" y="680"/>
                    <a:pt x="636" y="680"/>
                  </a:cubicBezTo>
                  <a:cubicBezTo>
                    <a:pt x="596" y="720"/>
                    <a:pt x="596" y="720"/>
                    <a:pt x="596" y="720"/>
                  </a:cubicBezTo>
                  <a:cubicBezTo>
                    <a:pt x="596" y="721"/>
                    <a:pt x="595" y="721"/>
                    <a:pt x="594" y="721"/>
                  </a:cubicBezTo>
                  <a:lnTo>
                    <a:pt x="552" y="72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2" name="Freeform 497"/>
            <p:cNvSpPr>
              <a:spLocks/>
            </p:cNvSpPr>
            <p:nvPr/>
          </p:nvSpPr>
          <p:spPr bwMode="auto">
            <a:xfrm flipV="1">
              <a:off x="3776664" y="7004048"/>
              <a:ext cx="1512887" cy="1871663"/>
            </a:xfrm>
            <a:custGeom>
              <a:avLst/>
              <a:gdLst>
                <a:gd name="T0" fmla="*/ 333 w 403"/>
                <a:gd name="T1" fmla="*/ 499 h 499"/>
                <a:gd name="T2" fmla="*/ 328 w 403"/>
                <a:gd name="T3" fmla="*/ 499 h 499"/>
                <a:gd name="T4" fmla="*/ 328 w 403"/>
                <a:gd name="T5" fmla="*/ 468 h 499"/>
                <a:gd name="T6" fmla="*/ 300 w 403"/>
                <a:gd name="T7" fmla="*/ 440 h 499"/>
                <a:gd name="T8" fmla="*/ 299 w 403"/>
                <a:gd name="T9" fmla="*/ 438 h 499"/>
                <a:gd name="T10" fmla="*/ 299 w 403"/>
                <a:gd name="T11" fmla="*/ 398 h 499"/>
                <a:gd name="T12" fmla="*/ 300 w 403"/>
                <a:gd name="T13" fmla="*/ 396 h 499"/>
                <a:gd name="T14" fmla="*/ 322 w 403"/>
                <a:gd name="T15" fmla="*/ 374 h 499"/>
                <a:gd name="T16" fmla="*/ 323 w 403"/>
                <a:gd name="T17" fmla="*/ 374 h 499"/>
                <a:gd name="T18" fmla="*/ 374 w 403"/>
                <a:gd name="T19" fmla="*/ 374 h 499"/>
                <a:gd name="T20" fmla="*/ 398 w 403"/>
                <a:gd name="T21" fmla="*/ 349 h 499"/>
                <a:gd name="T22" fmla="*/ 398 w 403"/>
                <a:gd name="T23" fmla="*/ 340 h 499"/>
                <a:gd name="T24" fmla="*/ 63 w 403"/>
                <a:gd name="T25" fmla="*/ 5 h 499"/>
                <a:gd name="T26" fmla="*/ 0 w 403"/>
                <a:gd name="T27" fmla="*/ 5 h 499"/>
                <a:gd name="T28" fmla="*/ 0 w 403"/>
                <a:gd name="T29" fmla="*/ 0 h 499"/>
                <a:gd name="T30" fmla="*/ 64 w 403"/>
                <a:gd name="T31" fmla="*/ 0 h 499"/>
                <a:gd name="T32" fmla="*/ 66 w 403"/>
                <a:gd name="T33" fmla="*/ 0 h 499"/>
                <a:gd name="T34" fmla="*/ 403 w 403"/>
                <a:gd name="T35" fmla="*/ 337 h 499"/>
                <a:gd name="T36" fmla="*/ 403 w 403"/>
                <a:gd name="T37" fmla="*/ 339 h 499"/>
                <a:gd name="T38" fmla="*/ 403 w 403"/>
                <a:gd name="T39" fmla="*/ 350 h 499"/>
                <a:gd name="T40" fmla="*/ 403 w 403"/>
                <a:gd name="T41" fmla="*/ 352 h 499"/>
                <a:gd name="T42" fmla="*/ 377 w 403"/>
                <a:gd name="T43" fmla="*/ 378 h 499"/>
                <a:gd name="T44" fmla="*/ 375 w 403"/>
                <a:gd name="T45" fmla="*/ 379 h 499"/>
                <a:gd name="T46" fmla="*/ 325 w 403"/>
                <a:gd name="T47" fmla="*/ 379 h 499"/>
                <a:gd name="T48" fmla="*/ 304 w 403"/>
                <a:gd name="T49" fmla="*/ 399 h 499"/>
                <a:gd name="T50" fmla="*/ 304 w 403"/>
                <a:gd name="T51" fmla="*/ 437 h 499"/>
                <a:gd name="T52" fmla="*/ 332 w 403"/>
                <a:gd name="T53" fmla="*/ 465 h 499"/>
                <a:gd name="T54" fmla="*/ 333 w 403"/>
                <a:gd name="T55" fmla="*/ 467 h 499"/>
                <a:gd name="T56" fmla="*/ 333 w 403"/>
                <a:gd name="T57" fmla="*/ 49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3" h="499">
                  <a:moveTo>
                    <a:pt x="333" y="499"/>
                  </a:moveTo>
                  <a:cubicBezTo>
                    <a:pt x="328" y="499"/>
                    <a:pt x="328" y="499"/>
                    <a:pt x="328" y="499"/>
                  </a:cubicBezTo>
                  <a:cubicBezTo>
                    <a:pt x="328" y="468"/>
                    <a:pt x="328" y="468"/>
                    <a:pt x="328" y="468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9" y="439"/>
                    <a:pt x="299" y="438"/>
                    <a:pt x="299" y="438"/>
                  </a:cubicBezTo>
                  <a:cubicBezTo>
                    <a:pt x="299" y="398"/>
                    <a:pt x="299" y="398"/>
                    <a:pt x="299" y="398"/>
                  </a:cubicBezTo>
                  <a:cubicBezTo>
                    <a:pt x="299" y="397"/>
                    <a:pt x="299" y="397"/>
                    <a:pt x="300" y="396"/>
                  </a:cubicBezTo>
                  <a:cubicBezTo>
                    <a:pt x="322" y="374"/>
                    <a:pt x="322" y="374"/>
                    <a:pt x="322" y="374"/>
                  </a:cubicBezTo>
                  <a:cubicBezTo>
                    <a:pt x="322" y="374"/>
                    <a:pt x="323" y="374"/>
                    <a:pt x="323" y="374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98" y="349"/>
                    <a:pt x="398" y="349"/>
                    <a:pt x="398" y="349"/>
                  </a:cubicBezTo>
                  <a:cubicBezTo>
                    <a:pt x="398" y="340"/>
                    <a:pt x="398" y="340"/>
                    <a:pt x="398" y="340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5" y="0"/>
                    <a:pt x="66" y="0"/>
                    <a:pt x="66" y="0"/>
                  </a:cubicBezTo>
                  <a:cubicBezTo>
                    <a:pt x="403" y="337"/>
                    <a:pt x="403" y="337"/>
                    <a:pt x="403" y="337"/>
                  </a:cubicBezTo>
                  <a:cubicBezTo>
                    <a:pt x="403" y="337"/>
                    <a:pt x="403" y="338"/>
                    <a:pt x="403" y="339"/>
                  </a:cubicBezTo>
                  <a:cubicBezTo>
                    <a:pt x="403" y="350"/>
                    <a:pt x="403" y="350"/>
                    <a:pt x="403" y="350"/>
                  </a:cubicBezTo>
                  <a:cubicBezTo>
                    <a:pt x="403" y="351"/>
                    <a:pt x="403" y="351"/>
                    <a:pt x="403" y="352"/>
                  </a:cubicBezTo>
                  <a:cubicBezTo>
                    <a:pt x="377" y="378"/>
                    <a:pt x="377" y="378"/>
                    <a:pt x="377" y="378"/>
                  </a:cubicBezTo>
                  <a:cubicBezTo>
                    <a:pt x="376" y="378"/>
                    <a:pt x="375" y="379"/>
                    <a:pt x="375" y="379"/>
                  </a:cubicBezTo>
                  <a:cubicBezTo>
                    <a:pt x="325" y="379"/>
                    <a:pt x="325" y="379"/>
                    <a:pt x="325" y="379"/>
                  </a:cubicBezTo>
                  <a:cubicBezTo>
                    <a:pt x="304" y="399"/>
                    <a:pt x="304" y="399"/>
                    <a:pt x="304" y="399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32" y="465"/>
                    <a:pt x="332" y="465"/>
                    <a:pt x="332" y="465"/>
                  </a:cubicBezTo>
                  <a:cubicBezTo>
                    <a:pt x="333" y="465"/>
                    <a:pt x="333" y="466"/>
                    <a:pt x="333" y="467"/>
                  </a:cubicBezTo>
                  <a:lnTo>
                    <a:pt x="333" y="49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3" name="Freeform 498"/>
            <p:cNvSpPr>
              <a:spLocks/>
            </p:cNvSpPr>
            <p:nvPr/>
          </p:nvSpPr>
          <p:spPr bwMode="auto">
            <a:xfrm flipV="1">
              <a:off x="3228977" y="6650036"/>
              <a:ext cx="3013075" cy="3941763"/>
            </a:xfrm>
            <a:custGeom>
              <a:avLst/>
              <a:gdLst>
                <a:gd name="T0" fmla="*/ 564 w 803"/>
                <a:gd name="T1" fmla="*/ 1050 h 1050"/>
                <a:gd name="T2" fmla="*/ 564 w 803"/>
                <a:gd name="T3" fmla="*/ 1017 h 1050"/>
                <a:gd name="T4" fmla="*/ 566 w 803"/>
                <a:gd name="T5" fmla="*/ 1013 h 1050"/>
                <a:gd name="T6" fmla="*/ 660 w 803"/>
                <a:gd name="T7" fmla="*/ 920 h 1050"/>
                <a:gd name="T8" fmla="*/ 663 w 803"/>
                <a:gd name="T9" fmla="*/ 918 h 1050"/>
                <a:gd name="T10" fmla="*/ 663 w 803"/>
                <a:gd name="T11" fmla="*/ 918 h 1050"/>
                <a:gd name="T12" fmla="*/ 706 w 803"/>
                <a:gd name="T13" fmla="*/ 918 h 1050"/>
                <a:gd name="T14" fmla="*/ 793 w 803"/>
                <a:gd name="T15" fmla="*/ 832 h 1050"/>
                <a:gd name="T16" fmla="*/ 793 w 803"/>
                <a:gd name="T17" fmla="*/ 800 h 1050"/>
                <a:gd name="T18" fmla="*/ 0 w 803"/>
                <a:gd name="T19" fmla="*/ 7 h 1050"/>
                <a:gd name="T20" fmla="*/ 7 w 803"/>
                <a:gd name="T21" fmla="*/ 0 h 1050"/>
                <a:gd name="T22" fmla="*/ 802 w 803"/>
                <a:gd name="T23" fmla="*/ 794 h 1050"/>
                <a:gd name="T24" fmla="*/ 803 w 803"/>
                <a:gd name="T25" fmla="*/ 797 h 1050"/>
                <a:gd name="T26" fmla="*/ 803 w 803"/>
                <a:gd name="T27" fmla="*/ 834 h 1050"/>
                <a:gd name="T28" fmla="*/ 802 w 803"/>
                <a:gd name="T29" fmla="*/ 837 h 1050"/>
                <a:gd name="T30" fmla="*/ 712 w 803"/>
                <a:gd name="T31" fmla="*/ 927 h 1050"/>
                <a:gd name="T32" fmla="*/ 708 w 803"/>
                <a:gd name="T33" fmla="*/ 929 h 1050"/>
                <a:gd name="T34" fmla="*/ 708 w 803"/>
                <a:gd name="T35" fmla="*/ 929 h 1050"/>
                <a:gd name="T36" fmla="*/ 665 w 803"/>
                <a:gd name="T37" fmla="*/ 928 h 1050"/>
                <a:gd name="T38" fmla="*/ 575 w 803"/>
                <a:gd name="T39" fmla="*/ 1019 h 1050"/>
                <a:gd name="T40" fmla="*/ 575 w 803"/>
                <a:gd name="T41" fmla="*/ 1050 h 1050"/>
                <a:gd name="T42" fmla="*/ 564 w 803"/>
                <a:gd name="T43" fmla="*/ 105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3" h="1050">
                  <a:moveTo>
                    <a:pt x="564" y="1050"/>
                  </a:moveTo>
                  <a:cubicBezTo>
                    <a:pt x="564" y="1017"/>
                    <a:pt x="564" y="1017"/>
                    <a:pt x="564" y="1017"/>
                  </a:cubicBezTo>
                  <a:cubicBezTo>
                    <a:pt x="564" y="1016"/>
                    <a:pt x="565" y="1014"/>
                    <a:pt x="566" y="1013"/>
                  </a:cubicBezTo>
                  <a:cubicBezTo>
                    <a:pt x="660" y="920"/>
                    <a:pt x="660" y="920"/>
                    <a:pt x="660" y="920"/>
                  </a:cubicBezTo>
                  <a:cubicBezTo>
                    <a:pt x="661" y="919"/>
                    <a:pt x="662" y="918"/>
                    <a:pt x="663" y="918"/>
                  </a:cubicBezTo>
                  <a:cubicBezTo>
                    <a:pt x="663" y="918"/>
                    <a:pt x="663" y="918"/>
                    <a:pt x="663" y="918"/>
                  </a:cubicBezTo>
                  <a:cubicBezTo>
                    <a:pt x="706" y="918"/>
                    <a:pt x="706" y="918"/>
                    <a:pt x="706" y="918"/>
                  </a:cubicBezTo>
                  <a:cubicBezTo>
                    <a:pt x="793" y="832"/>
                    <a:pt x="793" y="832"/>
                    <a:pt x="793" y="832"/>
                  </a:cubicBezTo>
                  <a:cubicBezTo>
                    <a:pt x="793" y="800"/>
                    <a:pt x="793" y="800"/>
                    <a:pt x="793" y="80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02" y="794"/>
                    <a:pt x="802" y="794"/>
                    <a:pt x="802" y="794"/>
                  </a:cubicBezTo>
                  <a:cubicBezTo>
                    <a:pt x="803" y="795"/>
                    <a:pt x="803" y="796"/>
                    <a:pt x="803" y="797"/>
                  </a:cubicBezTo>
                  <a:cubicBezTo>
                    <a:pt x="803" y="834"/>
                    <a:pt x="803" y="834"/>
                    <a:pt x="803" y="834"/>
                  </a:cubicBezTo>
                  <a:cubicBezTo>
                    <a:pt x="803" y="835"/>
                    <a:pt x="803" y="836"/>
                    <a:pt x="802" y="837"/>
                  </a:cubicBezTo>
                  <a:cubicBezTo>
                    <a:pt x="712" y="927"/>
                    <a:pt x="712" y="927"/>
                    <a:pt x="712" y="927"/>
                  </a:cubicBezTo>
                  <a:cubicBezTo>
                    <a:pt x="711" y="928"/>
                    <a:pt x="710" y="929"/>
                    <a:pt x="708" y="929"/>
                  </a:cubicBezTo>
                  <a:cubicBezTo>
                    <a:pt x="708" y="929"/>
                    <a:pt x="708" y="929"/>
                    <a:pt x="708" y="929"/>
                  </a:cubicBezTo>
                  <a:cubicBezTo>
                    <a:pt x="665" y="928"/>
                    <a:pt x="665" y="928"/>
                    <a:pt x="665" y="928"/>
                  </a:cubicBezTo>
                  <a:cubicBezTo>
                    <a:pt x="575" y="1019"/>
                    <a:pt x="575" y="1019"/>
                    <a:pt x="575" y="1019"/>
                  </a:cubicBezTo>
                  <a:cubicBezTo>
                    <a:pt x="575" y="1050"/>
                    <a:pt x="575" y="1050"/>
                    <a:pt x="575" y="1050"/>
                  </a:cubicBezTo>
                  <a:lnTo>
                    <a:pt x="564" y="1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4" name="Freeform 499"/>
            <p:cNvSpPr>
              <a:spLocks noEditPoints="1"/>
            </p:cNvSpPr>
            <p:nvPr/>
          </p:nvSpPr>
          <p:spPr bwMode="auto">
            <a:xfrm flipV="1">
              <a:off x="4595814" y="65611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0 w 24"/>
                <a:gd name="T23" fmla="*/ 21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5" name="Freeform 500"/>
            <p:cNvSpPr>
              <a:spLocks noEditPoints="1"/>
            </p:cNvSpPr>
            <p:nvPr/>
          </p:nvSpPr>
          <p:spPr bwMode="auto">
            <a:xfrm flipV="1">
              <a:off x="2309814" y="9299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6" name="Freeform 501"/>
            <p:cNvSpPr>
              <a:spLocks noEditPoints="1"/>
            </p:cNvSpPr>
            <p:nvPr/>
          </p:nvSpPr>
          <p:spPr bwMode="auto">
            <a:xfrm flipV="1">
              <a:off x="4854577" y="670718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4 w 24"/>
                <a:gd name="T17" fmla="*/ 20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7" name="Freeform 502"/>
            <p:cNvSpPr>
              <a:spLocks noEditPoints="1"/>
            </p:cNvSpPr>
            <p:nvPr/>
          </p:nvSpPr>
          <p:spPr bwMode="auto">
            <a:xfrm flipV="1">
              <a:off x="4572002" y="73151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8" name="Freeform 503"/>
            <p:cNvSpPr>
              <a:spLocks noEditPoints="1"/>
            </p:cNvSpPr>
            <p:nvPr/>
          </p:nvSpPr>
          <p:spPr bwMode="auto">
            <a:xfrm flipV="1">
              <a:off x="2816227" y="92281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1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9" name="Freeform 504"/>
            <p:cNvSpPr>
              <a:spLocks noEditPoints="1"/>
            </p:cNvSpPr>
            <p:nvPr/>
          </p:nvSpPr>
          <p:spPr bwMode="auto">
            <a:xfrm flipV="1">
              <a:off x="4775202" y="707866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0" name="Freeform 505"/>
            <p:cNvSpPr>
              <a:spLocks noEditPoints="1"/>
            </p:cNvSpPr>
            <p:nvPr/>
          </p:nvSpPr>
          <p:spPr bwMode="auto">
            <a:xfrm flipV="1">
              <a:off x="4411664" y="63833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1" name="Freeform 506"/>
            <p:cNvSpPr>
              <a:spLocks noEditPoints="1"/>
            </p:cNvSpPr>
            <p:nvPr/>
          </p:nvSpPr>
          <p:spPr bwMode="auto">
            <a:xfrm flipV="1">
              <a:off x="4227514" y="619601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2" name="Freeform 507"/>
            <p:cNvSpPr>
              <a:spLocks noEditPoints="1"/>
            </p:cNvSpPr>
            <p:nvPr/>
          </p:nvSpPr>
          <p:spPr bwMode="auto">
            <a:xfrm flipV="1">
              <a:off x="2336802" y="91043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3" name="Freeform 508"/>
            <p:cNvSpPr>
              <a:spLocks noEditPoints="1"/>
            </p:cNvSpPr>
            <p:nvPr/>
          </p:nvSpPr>
          <p:spPr bwMode="auto">
            <a:xfrm flipV="1">
              <a:off x="4213227" y="65262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4" name="Freeform 509"/>
            <p:cNvSpPr>
              <a:spLocks noEditPoints="1"/>
            </p:cNvSpPr>
            <p:nvPr/>
          </p:nvSpPr>
          <p:spPr bwMode="auto">
            <a:xfrm flipV="1">
              <a:off x="3889377" y="65611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4 w 24"/>
                <a:gd name="T21" fmla="*/ 4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5" name="Freeform 510"/>
            <p:cNvSpPr>
              <a:spLocks noEditPoints="1"/>
            </p:cNvSpPr>
            <p:nvPr/>
          </p:nvSpPr>
          <p:spPr bwMode="auto">
            <a:xfrm flipV="1">
              <a:off x="4065589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5" y="16"/>
                    <a:pt x="5" y="12"/>
                  </a:cubicBezTo>
                  <a:cubicBezTo>
                    <a:pt x="5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6" name="Freeform 511"/>
            <p:cNvSpPr>
              <a:spLocks noEditPoints="1"/>
            </p:cNvSpPr>
            <p:nvPr/>
          </p:nvSpPr>
          <p:spPr bwMode="auto">
            <a:xfrm flipV="1">
              <a:off x="3724277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1 w 24"/>
                <a:gd name="T19" fmla="*/ 21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7" name="Freeform 512"/>
            <p:cNvSpPr>
              <a:spLocks noEditPoints="1"/>
            </p:cNvSpPr>
            <p:nvPr/>
          </p:nvSpPr>
          <p:spPr bwMode="auto">
            <a:xfrm flipV="1">
              <a:off x="2767014" y="7593011"/>
              <a:ext cx="90487" cy="88900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6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8" name="Freeform 513"/>
            <p:cNvSpPr>
              <a:spLocks noEditPoints="1"/>
            </p:cNvSpPr>
            <p:nvPr/>
          </p:nvSpPr>
          <p:spPr bwMode="auto">
            <a:xfrm flipV="1">
              <a:off x="2928939" y="75326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9" y="18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9" name="Freeform 514"/>
            <p:cNvSpPr>
              <a:spLocks noEditPoints="1"/>
            </p:cNvSpPr>
            <p:nvPr/>
          </p:nvSpPr>
          <p:spPr bwMode="auto">
            <a:xfrm flipV="1">
              <a:off x="2876552" y="76977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3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0" name="Freeform 515"/>
            <p:cNvSpPr>
              <a:spLocks noEditPoints="1"/>
            </p:cNvSpPr>
            <p:nvPr/>
          </p:nvSpPr>
          <p:spPr bwMode="auto">
            <a:xfrm flipV="1">
              <a:off x="3698877" y="63690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1" name="Freeform 516"/>
            <p:cNvSpPr>
              <a:spLocks noEditPoints="1"/>
            </p:cNvSpPr>
            <p:nvPr/>
          </p:nvSpPr>
          <p:spPr bwMode="auto">
            <a:xfrm flipV="1">
              <a:off x="3836989" y="58133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12 w 24"/>
                <a:gd name="T13" fmla="*/ 19 h 24"/>
                <a:gd name="T14" fmla="*/ 5 w 24"/>
                <a:gd name="T15" fmla="*/ 12 h 24"/>
                <a:gd name="T16" fmla="*/ 12 w 24"/>
                <a:gd name="T17" fmla="*/ 5 h 24"/>
                <a:gd name="T18" fmla="*/ 12 w 24"/>
                <a:gd name="T19" fmla="*/ 0 h 24"/>
                <a:gd name="T20" fmla="*/ 12 w 24"/>
                <a:gd name="T21" fmla="*/ 0 h 24"/>
                <a:gd name="T22" fmla="*/ 12 w 24"/>
                <a:gd name="T23" fmla="*/ 0 h 24"/>
                <a:gd name="T24" fmla="*/ 4 w 24"/>
                <a:gd name="T25" fmla="*/ 4 h 24"/>
                <a:gd name="T26" fmla="*/ 0 w 24"/>
                <a:gd name="T27" fmla="*/ 12 h 24"/>
                <a:gd name="T28" fmla="*/ 12 w 24"/>
                <a:gd name="T29" fmla="*/ 24 h 24"/>
                <a:gd name="T30" fmla="*/ 24 w 24"/>
                <a:gd name="T31" fmla="*/ 12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2" name="Freeform 517"/>
            <p:cNvSpPr>
              <a:spLocks noEditPoints="1"/>
            </p:cNvSpPr>
            <p:nvPr/>
          </p:nvSpPr>
          <p:spPr bwMode="auto">
            <a:xfrm flipV="1">
              <a:off x="3671889" y="5629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4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3" name="Freeform 518"/>
            <p:cNvSpPr>
              <a:spLocks noEditPoints="1"/>
            </p:cNvSpPr>
            <p:nvPr/>
          </p:nvSpPr>
          <p:spPr bwMode="auto">
            <a:xfrm flipV="1">
              <a:off x="3492502" y="5445122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21 w 24"/>
                <a:gd name="T23" fmla="*/ 3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 w="317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4" name="Freeform 519"/>
            <p:cNvSpPr>
              <a:spLocks noEditPoints="1"/>
            </p:cNvSpPr>
            <p:nvPr/>
          </p:nvSpPr>
          <p:spPr bwMode="auto">
            <a:xfrm flipV="1">
              <a:off x="3308352" y="52625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5" name="Freeform 520"/>
            <p:cNvSpPr>
              <a:spLocks noEditPoints="1"/>
            </p:cNvSpPr>
            <p:nvPr/>
          </p:nvSpPr>
          <p:spPr bwMode="auto">
            <a:xfrm flipV="1">
              <a:off x="3138489" y="54451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6" name="Freeform 521"/>
            <p:cNvSpPr>
              <a:spLocks noEditPoints="1"/>
            </p:cNvSpPr>
            <p:nvPr/>
          </p:nvSpPr>
          <p:spPr bwMode="auto">
            <a:xfrm flipV="1">
              <a:off x="3090864" y="5788024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7" name="Freeform 522"/>
            <p:cNvSpPr>
              <a:spLocks noEditPoints="1"/>
            </p:cNvSpPr>
            <p:nvPr/>
          </p:nvSpPr>
          <p:spPr bwMode="auto">
            <a:xfrm flipV="1">
              <a:off x="3275014" y="5970586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9" y="19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8" name="Freeform 523"/>
            <p:cNvSpPr>
              <a:spLocks noEditPoints="1"/>
            </p:cNvSpPr>
            <p:nvPr/>
          </p:nvSpPr>
          <p:spPr bwMode="auto">
            <a:xfrm flipV="1">
              <a:off x="4024314" y="59896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9" name="Freeform 524"/>
            <p:cNvSpPr>
              <a:spLocks noEditPoints="1"/>
            </p:cNvSpPr>
            <p:nvPr/>
          </p:nvSpPr>
          <p:spPr bwMode="auto">
            <a:xfrm flipV="1">
              <a:off x="2928939" y="5637211"/>
              <a:ext cx="93662" cy="90488"/>
            </a:xfrm>
            <a:custGeom>
              <a:avLst/>
              <a:gdLst>
                <a:gd name="T0" fmla="*/ 12 w 25"/>
                <a:gd name="T1" fmla="*/ 6 h 24"/>
                <a:gd name="T2" fmla="*/ 19 w 25"/>
                <a:gd name="T3" fmla="*/ 12 h 24"/>
                <a:gd name="T4" fmla="*/ 12 w 25"/>
                <a:gd name="T5" fmla="*/ 19 h 24"/>
                <a:gd name="T6" fmla="*/ 6 w 25"/>
                <a:gd name="T7" fmla="*/ 12 h 24"/>
                <a:gd name="T8" fmla="*/ 12 w 25"/>
                <a:gd name="T9" fmla="*/ 6 h 24"/>
                <a:gd name="T10" fmla="*/ 12 w 25"/>
                <a:gd name="T11" fmla="*/ 0 h 24"/>
                <a:gd name="T12" fmla="*/ 12 w 25"/>
                <a:gd name="T13" fmla="*/ 0 h 24"/>
                <a:gd name="T14" fmla="*/ 4 w 25"/>
                <a:gd name="T15" fmla="*/ 4 h 24"/>
                <a:gd name="T16" fmla="*/ 0 w 25"/>
                <a:gd name="T17" fmla="*/ 12 h 24"/>
                <a:gd name="T18" fmla="*/ 12 w 25"/>
                <a:gd name="T19" fmla="*/ 24 h 24"/>
                <a:gd name="T20" fmla="*/ 21 w 25"/>
                <a:gd name="T21" fmla="*/ 21 h 24"/>
                <a:gd name="T22" fmla="*/ 24 w 25"/>
                <a:gd name="T23" fmla="*/ 12 h 24"/>
                <a:gd name="T24" fmla="*/ 12 w 25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9"/>
                    <a:pt x="25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0" name="Freeform 525"/>
            <p:cNvSpPr>
              <a:spLocks noEditPoints="1"/>
            </p:cNvSpPr>
            <p:nvPr/>
          </p:nvSpPr>
          <p:spPr bwMode="auto">
            <a:xfrm flipV="1">
              <a:off x="2538414" y="600551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0 w 24"/>
                <a:gd name="T29" fmla="*/ 21 h 24"/>
                <a:gd name="T30" fmla="*/ 24 w 24"/>
                <a:gd name="T31" fmla="*/ 12 h 24"/>
                <a:gd name="T32" fmla="*/ 20 w 24"/>
                <a:gd name="T33" fmla="*/ 4 h 24"/>
                <a:gd name="T34" fmla="*/ 12 w 24"/>
                <a:gd name="T3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9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1" name="Freeform 526"/>
            <p:cNvSpPr>
              <a:spLocks noEditPoints="1"/>
            </p:cNvSpPr>
            <p:nvPr/>
          </p:nvSpPr>
          <p:spPr bwMode="auto">
            <a:xfrm flipV="1">
              <a:off x="1773239" y="66389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2" name="Freeform 527"/>
            <p:cNvSpPr>
              <a:spLocks noEditPoints="1"/>
            </p:cNvSpPr>
            <p:nvPr/>
          </p:nvSpPr>
          <p:spPr bwMode="auto">
            <a:xfrm flipV="1">
              <a:off x="1825627" y="70072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3 w 24"/>
                <a:gd name="T15" fmla="*/ 3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0 w 24"/>
                <a:gd name="T23" fmla="*/ 20 h 24"/>
                <a:gd name="T24" fmla="*/ 24 w 24"/>
                <a:gd name="T25" fmla="*/ 12 h 24"/>
                <a:gd name="T26" fmla="*/ 20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3" name="Freeform 528"/>
            <p:cNvSpPr>
              <a:spLocks noEditPoints="1"/>
            </p:cNvSpPr>
            <p:nvPr/>
          </p:nvSpPr>
          <p:spPr bwMode="auto">
            <a:xfrm flipV="1">
              <a:off x="1663702" y="70516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3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4" name="Oval 529"/>
            <p:cNvSpPr>
              <a:spLocks noChangeArrowheads="1"/>
            </p:cNvSpPr>
            <p:nvPr/>
          </p:nvSpPr>
          <p:spPr bwMode="auto">
            <a:xfrm flipV="1">
              <a:off x="2501902" y="7304086"/>
              <a:ext cx="69850" cy="71438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5" name="Freeform 530"/>
            <p:cNvSpPr>
              <a:spLocks/>
            </p:cNvSpPr>
            <p:nvPr/>
          </p:nvSpPr>
          <p:spPr bwMode="auto">
            <a:xfrm flipV="1">
              <a:off x="681039" y="7100886"/>
              <a:ext cx="990600" cy="927100"/>
            </a:xfrm>
            <a:custGeom>
              <a:avLst/>
              <a:gdLst>
                <a:gd name="T0" fmla="*/ 264 w 264"/>
                <a:gd name="T1" fmla="*/ 247 h 247"/>
                <a:gd name="T2" fmla="*/ 245 w 264"/>
                <a:gd name="T3" fmla="*/ 247 h 247"/>
                <a:gd name="T4" fmla="*/ 244 w 264"/>
                <a:gd name="T5" fmla="*/ 246 h 247"/>
                <a:gd name="T6" fmla="*/ 0 w 264"/>
                <a:gd name="T7" fmla="*/ 3 h 247"/>
                <a:gd name="T8" fmla="*/ 3 w 264"/>
                <a:gd name="T9" fmla="*/ 0 h 247"/>
                <a:gd name="T10" fmla="*/ 246 w 264"/>
                <a:gd name="T11" fmla="*/ 243 h 247"/>
                <a:gd name="T12" fmla="*/ 264 w 264"/>
                <a:gd name="T13" fmla="*/ 243 h 247"/>
                <a:gd name="T14" fmla="*/ 264 w 264"/>
                <a:gd name="T1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47">
                  <a:moveTo>
                    <a:pt x="264" y="247"/>
                  </a:moveTo>
                  <a:cubicBezTo>
                    <a:pt x="245" y="247"/>
                    <a:pt x="245" y="247"/>
                    <a:pt x="245" y="247"/>
                  </a:cubicBezTo>
                  <a:cubicBezTo>
                    <a:pt x="245" y="247"/>
                    <a:pt x="244" y="247"/>
                    <a:pt x="244" y="24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6" y="243"/>
                    <a:pt x="246" y="243"/>
                    <a:pt x="246" y="243"/>
                  </a:cubicBezTo>
                  <a:cubicBezTo>
                    <a:pt x="264" y="243"/>
                    <a:pt x="264" y="243"/>
                    <a:pt x="264" y="243"/>
                  </a:cubicBezTo>
                  <a:lnTo>
                    <a:pt x="264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6" name="Freeform 531"/>
            <p:cNvSpPr>
              <a:spLocks/>
            </p:cNvSpPr>
            <p:nvPr/>
          </p:nvSpPr>
          <p:spPr bwMode="auto">
            <a:xfrm flipV="1">
              <a:off x="760414" y="7092949"/>
              <a:ext cx="1114425" cy="1009650"/>
            </a:xfrm>
            <a:custGeom>
              <a:avLst/>
              <a:gdLst>
                <a:gd name="T0" fmla="*/ 297 w 297"/>
                <a:gd name="T1" fmla="*/ 269 h 269"/>
                <a:gd name="T2" fmla="*/ 294 w 297"/>
                <a:gd name="T3" fmla="*/ 269 h 269"/>
                <a:gd name="T4" fmla="*/ 294 w 297"/>
                <a:gd name="T5" fmla="*/ 253 h 269"/>
                <a:gd name="T6" fmla="*/ 268 w 297"/>
                <a:gd name="T7" fmla="*/ 227 h 269"/>
                <a:gd name="T8" fmla="*/ 226 w 297"/>
                <a:gd name="T9" fmla="*/ 227 h 269"/>
                <a:gd name="T10" fmla="*/ 225 w 297"/>
                <a:gd name="T11" fmla="*/ 226 h 269"/>
                <a:gd name="T12" fmla="*/ 0 w 297"/>
                <a:gd name="T13" fmla="*/ 2 h 269"/>
                <a:gd name="T14" fmla="*/ 3 w 297"/>
                <a:gd name="T15" fmla="*/ 0 h 269"/>
                <a:gd name="T16" fmla="*/ 226 w 297"/>
                <a:gd name="T17" fmla="*/ 223 h 269"/>
                <a:gd name="T18" fmla="*/ 269 w 297"/>
                <a:gd name="T19" fmla="*/ 223 h 269"/>
                <a:gd name="T20" fmla="*/ 270 w 297"/>
                <a:gd name="T21" fmla="*/ 224 h 269"/>
                <a:gd name="T22" fmla="*/ 297 w 297"/>
                <a:gd name="T23" fmla="*/ 251 h 269"/>
                <a:gd name="T24" fmla="*/ 297 w 297"/>
                <a:gd name="T25" fmla="*/ 252 h 269"/>
                <a:gd name="T26" fmla="*/ 297 w 297"/>
                <a:gd name="T2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7" h="269">
                  <a:moveTo>
                    <a:pt x="297" y="269"/>
                  </a:moveTo>
                  <a:cubicBezTo>
                    <a:pt x="294" y="269"/>
                    <a:pt x="294" y="269"/>
                    <a:pt x="294" y="269"/>
                  </a:cubicBezTo>
                  <a:cubicBezTo>
                    <a:pt x="294" y="253"/>
                    <a:pt x="294" y="253"/>
                    <a:pt x="294" y="253"/>
                  </a:cubicBezTo>
                  <a:cubicBezTo>
                    <a:pt x="268" y="227"/>
                    <a:pt x="268" y="227"/>
                    <a:pt x="268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5" y="227"/>
                    <a:pt x="225" y="227"/>
                    <a:pt x="225" y="22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69" y="223"/>
                    <a:pt x="269" y="223"/>
                    <a:pt x="269" y="223"/>
                  </a:cubicBezTo>
                  <a:cubicBezTo>
                    <a:pt x="269" y="223"/>
                    <a:pt x="269" y="224"/>
                    <a:pt x="270" y="224"/>
                  </a:cubicBezTo>
                  <a:cubicBezTo>
                    <a:pt x="297" y="251"/>
                    <a:pt x="297" y="251"/>
                    <a:pt x="297" y="251"/>
                  </a:cubicBezTo>
                  <a:cubicBezTo>
                    <a:pt x="297" y="251"/>
                    <a:pt x="297" y="252"/>
                    <a:pt x="297" y="252"/>
                  </a:cubicBezTo>
                  <a:lnTo>
                    <a:pt x="297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7" name="Freeform 532"/>
            <p:cNvSpPr>
              <a:spLocks/>
            </p:cNvSpPr>
            <p:nvPr/>
          </p:nvSpPr>
          <p:spPr bwMode="auto">
            <a:xfrm flipV="1">
              <a:off x="530227" y="6677024"/>
              <a:ext cx="1250950" cy="1196975"/>
            </a:xfrm>
            <a:custGeom>
              <a:avLst/>
              <a:gdLst>
                <a:gd name="T0" fmla="*/ 317 w 333"/>
                <a:gd name="T1" fmla="*/ 319 h 319"/>
                <a:gd name="T2" fmla="*/ 316 w 333"/>
                <a:gd name="T3" fmla="*/ 318 h 319"/>
                <a:gd name="T4" fmla="*/ 0 w 333"/>
                <a:gd name="T5" fmla="*/ 2 h 319"/>
                <a:gd name="T6" fmla="*/ 2 w 333"/>
                <a:gd name="T7" fmla="*/ 0 h 319"/>
                <a:gd name="T8" fmla="*/ 318 w 333"/>
                <a:gd name="T9" fmla="*/ 315 h 319"/>
                <a:gd name="T10" fmla="*/ 333 w 333"/>
                <a:gd name="T11" fmla="*/ 315 h 319"/>
                <a:gd name="T12" fmla="*/ 333 w 333"/>
                <a:gd name="T13" fmla="*/ 319 h 319"/>
                <a:gd name="T14" fmla="*/ 317 w 333"/>
                <a:gd name="T1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19">
                  <a:moveTo>
                    <a:pt x="317" y="319"/>
                  </a:moveTo>
                  <a:cubicBezTo>
                    <a:pt x="317" y="319"/>
                    <a:pt x="316" y="319"/>
                    <a:pt x="316" y="3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18" y="315"/>
                    <a:pt x="318" y="315"/>
                    <a:pt x="318" y="315"/>
                  </a:cubicBezTo>
                  <a:cubicBezTo>
                    <a:pt x="333" y="315"/>
                    <a:pt x="333" y="315"/>
                    <a:pt x="333" y="315"/>
                  </a:cubicBezTo>
                  <a:cubicBezTo>
                    <a:pt x="333" y="319"/>
                    <a:pt x="333" y="319"/>
                    <a:pt x="333" y="319"/>
                  </a:cubicBezTo>
                  <a:cubicBezTo>
                    <a:pt x="317" y="319"/>
                    <a:pt x="317" y="319"/>
                    <a:pt x="317" y="3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8" name="Freeform 533"/>
            <p:cNvSpPr>
              <a:spLocks/>
            </p:cNvSpPr>
            <p:nvPr/>
          </p:nvSpPr>
          <p:spPr bwMode="auto">
            <a:xfrm flipV="1">
              <a:off x="433389" y="6064249"/>
              <a:ext cx="2135187" cy="1724025"/>
            </a:xfrm>
            <a:custGeom>
              <a:avLst/>
              <a:gdLst>
                <a:gd name="T0" fmla="*/ 564 w 569"/>
                <a:gd name="T1" fmla="*/ 459 h 459"/>
                <a:gd name="T2" fmla="*/ 435 w 569"/>
                <a:gd name="T3" fmla="*/ 330 h 459"/>
                <a:gd name="T4" fmla="*/ 345 w 569"/>
                <a:gd name="T5" fmla="*/ 330 h 459"/>
                <a:gd name="T6" fmla="*/ 343 w 569"/>
                <a:gd name="T7" fmla="*/ 329 h 459"/>
                <a:gd name="T8" fmla="*/ 205 w 569"/>
                <a:gd name="T9" fmla="*/ 191 h 459"/>
                <a:gd name="T10" fmla="*/ 187 w 569"/>
                <a:gd name="T11" fmla="*/ 191 h 459"/>
                <a:gd name="T12" fmla="*/ 185 w 569"/>
                <a:gd name="T13" fmla="*/ 190 h 459"/>
                <a:gd name="T14" fmla="*/ 0 w 569"/>
                <a:gd name="T15" fmla="*/ 5 h 459"/>
                <a:gd name="T16" fmla="*/ 5 w 569"/>
                <a:gd name="T17" fmla="*/ 0 h 459"/>
                <a:gd name="T18" fmla="*/ 189 w 569"/>
                <a:gd name="T19" fmla="*/ 184 h 459"/>
                <a:gd name="T20" fmla="*/ 206 w 569"/>
                <a:gd name="T21" fmla="*/ 184 h 459"/>
                <a:gd name="T22" fmla="*/ 209 w 569"/>
                <a:gd name="T23" fmla="*/ 185 h 459"/>
                <a:gd name="T24" fmla="*/ 347 w 569"/>
                <a:gd name="T25" fmla="*/ 323 h 459"/>
                <a:gd name="T26" fmla="*/ 436 w 569"/>
                <a:gd name="T27" fmla="*/ 323 h 459"/>
                <a:gd name="T28" fmla="*/ 439 w 569"/>
                <a:gd name="T29" fmla="*/ 324 h 459"/>
                <a:gd name="T30" fmla="*/ 569 w 569"/>
                <a:gd name="T31" fmla="*/ 454 h 459"/>
                <a:gd name="T32" fmla="*/ 564 w 569"/>
                <a:gd name="T33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9" h="459">
                  <a:moveTo>
                    <a:pt x="564" y="459"/>
                  </a:moveTo>
                  <a:cubicBezTo>
                    <a:pt x="435" y="330"/>
                    <a:pt x="435" y="330"/>
                    <a:pt x="435" y="330"/>
                  </a:cubicBezTo>
                  <a:cubicBezTo>
                    <a:pt x="345" y="330"/>
                    <a:pt x="345" y="330"/>
                    <a:pt x="345" y="330"/>
                  </a:cubicBezTo>
                  <a:cubicBezTo>
                    <a:pt x="344" y="330"/>
                    <a:pt x="343" y="330"/>
                    <a:pt x="343" y="329"/>
                  </a:cubicBezTo>
                  <a:cubicBezTo>
                    <a:pt x="205" y="191"/>
                    <a:pt x="205" y="191"/>
                    <a:pt x="205" y="191"/>
                  </a:cubicBezTo>
                  <a:cubicBezTo>
                    <a:pt x="187" y="191"/>
                    <a:pt x="187" y="191"/>
                    <a:pt x="187" y="191"/>
                  </a:cubicBezTo>
                  <a:cubicBezTo>
                    <a:pt x="186" y="191"/>
                    <a:pt x="185" y="191"/>
                    <a:pt x="185" y="19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89" y="184"/>
                    <a:pt x="189" y="184"/>
                    <a:pt x="189" y="184"/>
                  </a:cubicBezTo>
                  <a:cubicBezTo>
                    <a:pt x="206" y="184"/>
                    <a:pt x="206" y="184"/>
                    <a:pt x="206" y="184"/>
                  </a:cubicBezTo>
                  <a:cubicBezTo>
                    <a:pt x="207" y="184"/>
                    <a:pt x="208" y="184"/>
                    <a:pt x="209" y="185"/>
                  </a:cubicBezTo>
                  <a:cubicBezTo>
                    <a:pt x="347" y="323"/>
                    <a:pt x="347" y="323"/>
                    <a:pt x="347" y="323"/>
                  </a:cubicBezTo>
                  <a:cubicBezTo>
                    <a:pt x="436" y="323"/>
                    <a:pt x="436" y="323"/>
                    <a:pt x="436" y="323"/>
                  </a:cubicBezTo>
                  <a:cubicBezTo>
                    <a:pt x="437" y="323"/>
                    <a:pt x="438" y="323"/>
                    <a:pt x="439" y="324"/>
                  </a:cubicBezTo>
                  <a:cubicBezTo>
                    <a:pt x="569" y="454"/>
                    <a:pt x="569" y="454"/>
                    <a:pt x="569" y="454"/>
                  </a:cubicBezTo>
                  <a:lnTo>
                    <a:pt x="564" y="45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9" name="Freeform 534"/>
            <p:cNvSpPr>
              <a:spLocks/>
            </p:cNvSpPr>
            <p:nvPr/>
          </p:nvSpPr>
          <p:spPr bwMode="auto">
            <a:xfrm flipV="1">
              <a:off x="361952" y="5667373"/>
              <a:ext cx="2578100" cy="2049463"/>
            </a:xfrm>
            <a:custGeom>
              <a:avLst/>
              <a:gdLst>
                <a:gd name="T0" fmla="*/ 687 w 687"/>
                <a:gd name="T1" fmla="*/ 546 h 546"/>
                <a:gd name="T2" fmla="*/ 678 w 687"/>
                <a:gd name="T3" fmla="*/ 546 h 546"/>
                <a:gd name="T4" fmla="*/ 675 w 687"/>
                <a:gd name="T5" fmla="*/ 545 h 546"/>
                <a:gd name="T6" fmla="*/ 627 w 687"/>
                <a:gd name="T7" fmla="*/ 496 h 546"/>
                <a:gd name="T8" fmla="*/ 600 w 687"/>
                <a:gd name="T9" fmla="*/ 496 h 546"/>
                <a:gd name="T10" fmla="*/ 597 w 687"/>
                <a:gd name="T11" fmla="*/ 495 h 546"/>
                <a:gd name="T12" fmla="*/ 487 w 687"/>
                <a:gd name="T13" fmla="*/ 385 h 546"/>
                <a:gd name="T14" fmla="*/ 402 w 687"/>
                <a:gd name="T15" fmla="*/ 385 h 546"/>
                <a:gd name="T16" fmla="*/ 399 w 687"/>
                <a:gd name="T17" fmla="*/ 384 h 546"/>
                <a:gd name="T18" fmla="*/ 209 w 687"/>
                <a:gd name="T19" fmla="*/ 194 h 546"/>
                <a:gd name="T20" fmla="*/ 190 w 687"/>
                <a:gd name="T21" fmla="*/ 194 h 546"/>
                <a:gd name="T22" fmla="*/ 188 w 687"/>
                <a:gd name="T23" fmla="*/ 193 h 546"/>
                <a:gd name="T24" fmla="*/ 0 w 687"/>
                <a:gd name="T25" fmla="*/ 5 h 546"/>
                <a:gd name="T26" fmla="*/ 5 w 687"/>
                <a:gd name="T27" fmla="*/ 0 h 546"/>
                <a:gd name="T28" fmla="*/ 192 w 687"/>
                <a:gd name="T29" fmla="*/ 187 h 546"/>
                <a:gd name="T30" fmla="*/ 210 w 687"/>
                <a:gd name="T31" fmla="*/ 187 h 546"/>
                <a:gd name="T32" fmla="*/ 213 w 687"/>
                <a:gd name="T33" fmla="*/ 188 h 546"/>
                <a:gd name="T34" fmla="*/ 403 w 687"/>
                <a:gd name="T35" fmla="*/ 378 h 546"/>
                <a:gd name="T36" fmla="*/ 488 w 687"/>
                <a:gd name="T37" fmla="*/ 378 h 546"/>
                <a:gd name="T38" fmla="*/ 491 w 687"/>
                <a:gd name="T39" fmla="*/ 379 h 546"/>
                <a:gd name="T40" fmla="*/ 601 w 687"/>
                <a:gd name="T41" fmla="*/ 489 h 546"/>
                <a:gd name="T42" fmla="*/ 628 w 687"/>
                <a:gd name="T43" fmla="*/ 489 h 546"/>
                <a:gd name="T44" fmla="*/ 631 w 687"/>
                <a:gd name="T45" fmla="*/ 490 h 546"/>
                <a:gd name="T46" fmla="*/ 679 w 687"/>
                <a:gd name="T47" fmla="*/ 539 h 546"/>
                <a:gd name="T48" fmla="*/ 687 w 687"/>
                <a:gd name="T49" fmla="*/ 539 h 546"/>
                <a:gd name="T50" fmla="*/ 687 w 687"/>
                <a:gd name="T51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87" h="546">
                  <a:moveTo>
                    <a:pt x="687" y="546"/>
                  </a:moveTo>
                  <a:cubicBezTo>
                    <a:pt x="678" y="546"/>
                    <a:pt x="678" y="546"/>
                    <a:pt x="678" y="546"/>
                  </a:cubicBezTo>
                  <a:cubicBezTo>
                    <a:pt x="677" y="546"/>
                    <a:pt x="676" y="546"/>
                    <a:pt x="675" y="545"/>
                  </a:cubicBezTo>
                  <a:cubicBezTo>
                    <a:pt x="627" y="496"/>
                    <a:pt x="627" y="496"/>
                    <a:pt x="627" y="496"/>
                  </a:cubicBezTo>
                  <a:cubicBezTo>
                    <a:pt x="600" y="496"/>
                    <a:pt x="600" y="496"/>
                    <a:pt x="600" y="496"/>
                  </a:cubicBezTo>
                  <a:cubicBezTo>
                    <a:pt x="599" y="496"/>
                    <a:pt x="598" y="496"/>
                    <a:pt x="597" y="495"/>
                  </a:cubicBezTo>
                  <a:cubicBezTo>
                    <a:pt x="487" y="385"/>
                    <a:pt x="487" y="385"/>
                    <a:pt x="487" y="385"/>
                  </a:cubicBezTo>
                  <a:cubicBezTo>
                    <a:pt x="402" y="385"/>
                    <a:pt x="402" y="385"/>
                    <a:pt x="402" y="385"/>
                  </a:cubicBezTo>
                  <a:cubicBezTo>
                    <a:pt x="401" y="385"/>
                    <a:pt x="400" y="385"/>
                    <a:pt x="399" y="384"/>
                  </a:cubicBezTo>
                  <a:cubicBezTo>
                    <a:pt x="209" y="194"/>
                    <a:pt x="209" y="194"/>
                    <a:pt x="209" y="194"/>
                  </a:cubicBezTo>
                  <a:cubicBezTo>
                    <a:pt x="190" y="194"/>
                    <a:pt x="190" y="194"/>
                    <a:pt x="190" y="194"/>
                  </a:cubicBezTo>
                  <a:cubicBezTo>
                    <a:pt x="189" y="194"/>
                    <a:pt x="188" y="193"/>
                    <a:pt x="188" y="19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92" y="187"/>
                    <a:pt x="192" y="187"/>
                    <a:pt x="192" y="187"/>
                  </a:cubicBezTo>
                  <a:cubicBezTo>
                    <a:pt x="210" y="187"/>
                    <a:pt x="210" y="187"/>
                    <a:pt x="210" y="187"/>
                  </a:cubicBezTo>
                  <a:cubicBezTo>
                    <a:pt x="211" y="187"/>
                    <a:pt x="212" y="187"/>
                    <a:pt x="213" y="188"/>
                  </a:cubicBezTo>
                  <a:cubicBezTo>
                    <a:pt x="403" y="378"/>
                    <a:pt x="403" y="378"/>
                    <a:pt x="403" y="378"/>
                  </a:cubicBezTo>
                  <a:cubicBezTo>
                    <a:pt x="488" y="378"/>
                    <a:pt x="488" y="378"/>
                    <a:pt x="488" y="378"/>
                  </a:cubicBezTo>
                  <a:cubicBezTo>
                    <a:pt x="489" y="378"/>
                    <a:pt x="490" y="378"/>
                    <a:pt x="491" y="379"/>
                  </a:cubicBezTo>
                  <a:cubicBezTo>
                    <a:pt x="601" y="489"/>
                    <a:pt x="601" y="489"/>
                    <a:pt x="601" y="489"/>
                  </a:cubicBezTo>
                  <a:cubicBezTo>
                    <a:pt x="628" y="489"/>
                    <a:pt x="628" y="489"/>
                    <a:pt x="628" y="489"/>
                  </a:cubicBezTo>
                  <a:cubicBezTo>
                    <a:pt x="629" y="489"/>
                    <a:pt x="630" y="490"/>
                    <a:pt x="631" y="490"/>
                  </a:cubicBezTo>
                  <a:cubicBezTo>
                    <a:pt x="679" y="539"/>
                    <a:pt x="679" y="539"/>
                    <a:pt x="679" y="539"/>
                  </a:cubicBezTo>
                  <a:cubicBezTo>
                    <a:pt x="687" y="539"/>
                    <a:pt x="687" y="539"/>
                    <a:pt x="687" y="539"/>
                  </a:cubicBezTo>
                  <a:lnTo>
                    <a:pt x="687" y="54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0" name="Freeform 535"/>
            <p:cNvSpPr>
              <a:spLocks/>
            </p:cNvSpPr>
            <p:nvPr/>
          </p:nvSpPr>
          <p:spPr bwMode="auto">
            <a:xfrm flipV="1">
              <a:off x="617539" y="5299074"/>
              <a:ext cx="2701925" cy="2660650"/>
            </a:xfrm>
            <a:custGeom>
              <a:avLst/>
              <a:gdLst>
                <a:gd name="T0" fmla="*/ 720 w 720"/>
                <a:gd name="T1" fmla="*/ 709 h 709"/>
                <a:gd name="T2" fmla="*/ 690 w 720"/>
                <a:gd name="T3" fmla="*/ 709 h 709"/>
                <a:gd name="T4" fmla="*/ 689 w 720"/>
                <a:gd name="T5" fmla="*/ 708 h 709"/>
                <a:gd name="T6" fmla="*/ 648 w 720"/>
                <a:gd name="T7" fmla="*/ 667 h 709"/>
                <a:gd name="T8" fmla="*/ 647 w 720"/>
                <a:gd name="T9" fmla="*/ 665 h 709"/>
                <a:gd name="T10" fmla="*/ 647 w 720"/>
                <a:gd name="T11" fmla="*/ 635 h 709"/>
                <a:gd name="T12" fmla="*/ 648 w 720"/>
                <a:gd name="T13" fmla="*/ 634 h 709"/>
                <a:gd name="T14" fmla="*/ 665 w 720"/>
                <a:gd name="T15" fmla="*/ 617 h 709"/>
                <a:gd name="T16" fmla="*/ 665 w 720"/>
                <a:gd name="T17" fmla="*/ 601 h 709"/>
                <a:gd name="T18" fmla="*/ 619 w 720"/>
                <a:gd name="T19" fmla="*/ 556 h 709"/>
                <a:gd name="T20" fmla="*/ 607 w 720"/>
                <a:gd name="T21" fmla="*/ 556 h 709"/>
                <a:gd name="T22" fmla="*/ 606 w 720"/>
                <a:gd name="T23" fmla="*/ 556 h 709"/>
                <a:gd name="T24" fmla="*/ 567 w 720"/>
                <a:gd name="T25" fmla="*/ 517 h 709"/>
                <a:gd name="T26" fmla="*/ 566 w 720"/>
                <a:gd name="T27" fmla="*/ 515 h 709"/>
                <a:gd name="T28" fmla="*/ 566 w 720"/>
                <a:gd name="T29" fmla="*/ 470 h 709"/>
                <a:gd name="T30" fmla="*/ 494 w 720"/>
                <a:gd name="T31" fmla="*/ 398 h 709"/>
                <a:gd name="T32" fmla="*/ 447 w 720"/>
                <a:gd name="T33" fmla="*/ 398 h 709"/>
                <a:gd name="T34" fmla="*/ 446 w 720"/>
                <a:gd name="T35" fmla="*/ 397 h 709"/>
                <a:gd name="T36" fmla="*/ 355 w 720"/>
                <a:gd name="T37" fmla="*/ 306 h 709"/>
                <a:gd name="T38" fmla="*/ 304 w 720"/>
                <a:gd name="T39" fmla="*/ 306 h 709"/>
                <a:gd name="T40" fmla="*/ 303 w 720"/>
                <a:gd name="T41" fmla="*/ 305 h 709"/>
                <a:gd name="T42" fmla="*/ 0 w 720"/>
                <a:gd name="T43" fmla="*/ 2 h 709"/>
                <a:gd name="T44" fmla="*/ 2 w 720"/>
                <a:gd name="T45" fmla="*/ 0 h 709"/>
                <a:gd name="T46" fmla="*/ 305 w 720"/>
                <a:gd name="T47" fmla="*/ 302 h 709"/>
                <a:gd name="T48" fmla="*/ 355 w 720"/>
                <a:gd name="T49" fmla="*/ 302 h 709"/>
                <a:gd name="T50" fmla="*/ 356 w 720"/>
                <a:gd name="T51" fmla="*/ 303 h 709"/>
                <a:gd name="T52" fmla="*/ 448 w 720"/>
                <a:gd name="T53" fmla="*/ 394 h 709"/>
                <a:gd name="T54" fmla="*/ 495 w 720"/>
                <a:gd name="T55" fmla="*/ 394 h 709"/>
                <a:gd name="T56" fmla="*/ 496 w 720"/>
                <a:gd name="T57" fmla="*/ 395 h 709"/>
                <a:gd name="T58" fmla="*/ 569 w 720"/>
                <a:gd name="T59" fmla="*/ 468 h 709"/>
                <a:gd name="T60" fmla="*/ 570 w 720"/>
                <a:gd name="T61" fmla="*/ 469 h 709"/>
                <a:gd name="T62" fmla="*/ 570 w 720"/>
                <a:gd name="T63" fmla="*/ 515 h 709"/>
                <a:gd name="T64" fmla="*/ 608 w 720"/>
                <a:gd name="T65" fmla="*/ 553 h 709"/>
                <a:gd name="T66" fmla="*/ 620 w 720"/>
                <a:gd name="T67" fmla="*/ 553 h 709"/>
                <a:gd name="T68" fmla="*/ 621 w 720"/>
                <a:gd name="T69" fmla="*/ 553 h 709"/>
                <a:gd name="T70" fmla="*/ 668 w 720"/>
                <a:gd name="T71" fmla="*/ 600 h 709"/>
                <a:gd name="T72" fmla="*/ 668 w 720"/>
                <a:gd name="T73" fmla="*/ 601 h 709"/>
                <a:gd name="T74" fmla="*/ 668 w 720"/>
                <a:gd name="T75" fmla="*/ 617 h 709"/>
                <a:gd name="T76" fmla="*/ 668 w 720"/>
                <a:gd name="T77" fmla="*/ 618 h 709"/>
                <a:gd name="T78" fmla="*/ 650 w 720"/>
                <a:gd name="T79" fmla="*/ 636 h 709"/>
                <a:gd name="T80" fmla="*/ 650 w 720"/>
                <a:gd name="T81" fmla="*/ 665 h 709"/>
                <a:gd name="T82" fmla="*/ 691 w 720"/>
                <a:gd name="T83" fmla="*/ 705 h 709"/>
                <a:gd name="T84" fmla="*/ 720 w 720"/>
                <a:gd name="T85" fmla="*/ 705 h 709"/>
                <a:gd name="T86" fmla="*/ 720 w 720"/>
                <a:gd name="T87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20" h="709">
                  <a:moveTo>
                    <a:pt x="720" y="709"/>
                  </a:moveTo>
                  <a:cubicBezTo>
                    <a:pt x="690" y="709"/>
                    <a:pt x="690" y="709"/>
                    <a:pt x="690" y="709"/>
                  </a:cubicBezTo>
                  <a:cubicBezTo>
                    <a:pt x="690" y="709"/>
                    <a:pt x="690" y="709"/>
                    <a:pt x="689" y="708"/>
                  </a:cubicBezTo>
                  <a:cubicBezTo>
                    <a:pt x="648" y="667"/>
                    <a:pt x="648" y="667"/>
                    <a:pt x="648" y="667"/>
                  </a:cubicBezTo>
                  <a:cubicBezTo>
                    <a:pt x="647" y="666"/>
                    <a:pt x="647" y="666"/>
                    <a:pt x="647" y="665"/>
                  </a:cubicBezTo>
                  <a:cubicBezTo>
                    <a:pt x="647" y="635"/>
                    <a:pt x="647" y="635"/>
                    <a:pt x="647" y="635"/>
                  </a:cubicBezTo>
                  <a:cubicBezTo>
                    <a:pt x="647" y="635"/>
                    <a:pt x="647" y="634"/>
                    <a:pt x="648" y="634"/>
                  </a:cubicBezTo>
                  <a:cubicBezTo>
                    <a:pt x="665" y="617"/>
                    <a:pt x="665" y="617"/>
                    <a:pt x="665" y="617"/>
                  </a:cubicBezTo>
                  <a:cubicBezTo>
                    <a:pt x="665" y="601"/>
                    <a:pt x="665" y="601"/>
                    <a:pt x="665" y="601"/>
                  </a:cubicBezTo>
                  <a:cubicBezTo>
                    <a:pt x="619" y="556"/>
                    <a:pt x="619" y="556"/>
                    <a:pt x="619" y="556"/>
                  </a:cubicBezTo>
                  <a:cubicBezTo>
                    <a:pt x="607" y="556"/>
                    <a:pt x="607" y="556"/>
                    <a:pt x="607" y="556"/>
                  </a:cubicBezTo>
                  <a:cubicBezTo>
                    <a:pt x="607" y="556"/>
                    <a:pt x="606" y="556"/>
                    <a:pt x="606" y="556"/>
                  </a:cubicBezTo>
                  <a:cubicBezTo>
                    <a:pt x="567" y="517"/>
                    <a:pt x="567" y="517"/>
                    <a:pt x="567" y="517"/>
                  </a:cubicBezTo>
                  <a:cubicBezTo>
                    <a:pt x="566" y="516"/>
                    <a:pt x="566" y="516"/>
                    <a:pt x="566" y="515"/>
                  </a:cubicBezTo>
                  <a:cubicBezTo>
                    <a:pt x="566" y="470"/>
                    <a:pt x="566" y="470"/>
                    <a:pt x="566" y="470"/>
                  </a:cubicBezTo>
                  <a:cubicBezTo>
                    <a:pt x="494" y="398"/>
                    <a:pt x="494" y="398"/>
                    <a:pt x="494" y="398"/>
                  </a:cubicBezTo>
                  <a:cubicBezTo>
                    <a:pt x="447" y="398"/>
                    <a:pt x="447" y="398"/>
                    <a:pt x="447" y="398"/>
                  </a:cubicBezTo>
                  <a:cubicBezTo>
                    <a:pt x="447" y="398"/>
                    <a:pt x="446" y="398"/>
                    <a:pt x="446" y="397"/>
                  </a:cubicBezTo>
                  <a:cubicBezTo>
                    <a:pt x="355" y="306"/>
                    <a:pt x="355" y="306"/>
                    <a:pt x="355" y="306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06"/>
                    <a:pt x="303" y="305"/>
                    <a:pt x="303" y="30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55" y="302"/>
                    <a:pt x="355" y="302"/>
                    <a:pt x="355" y="302"/>
                  </a:cubicBezTo>
                  <a:cubicBezTo>
                    <a:pt x="356" y="302"/>
                    <a:pt x="356" y="302"/>
                    <a:pt x="356" y="303"/>
                  </a:cubicBezTo>
                  <a:cubicBezTo>
                    <a:pt x="448" y="394"/>
                    <a:pt x="448" y="394"/>
                    <a:pt x="448" y="394"/>
                  </a:cubicBezTo>
                  <a:cubicBezTo>
                    <a:pt x="495" y="394"/>
                    <a:pt x="495" y="394"/>
                    <a:pt x="495" y="394"/>
                  </a:cubicBezTo>
                  <a:cubicBezTo>
                    <a:pt x="495" y="394"/>
                    <a:pt x="496" y="394"/>
                    <a:pt x="496" y="395"/>
                  </a:cubicBezTo>
                  <a:cubicBezTo>
                    <a:pt x="569" y="468"/>
                    <a:pt x="569" y="468"/>
                    <a:pt x="569" y="468"/>
                  </a:cubicBezTo>
                  <a:cubicBezTo>
                    <a:pt x="569" y="468"/>
                    <a:pt x="570" y="469"/>
                    <a:pt x="570" y="469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608" y="553"/>
                    <a:pt x="608" y="553"/>
                    <a:pt x="608" y="553"/>
                  </a:cubicBezTo>
                  <a:cubicBezTo>
                    <a:pt x="620" y="553"/>
                    <a:pt x="620" y="553"/>
                    <a:pt x="620" y="553"/>
                  </a:cubicBezTo>
                  <a:cubicBezTo>
                    <a:pt x="621" y="553"/>
                    <a:pt x="621" y="553"/>
                    <a:pt x="621" y="553"/>
                  </a:cubicBezTo>
                  <a:cubicBezTo>
                    <a:pt x="668" y="600"/>
                    <a:pt x="668" y="600"/>
                    <a:pt x="668" y="600"/>
                  </a:cubicBezTo>
                  <a:cubicBezTo>
                    <a:pt x="668" y="600"/>
                    <a:pt x="668" y="600"/>
                    <a:pt x="668" y="601"/>
                  </a:cubicBezTo>
                  <a:cubicBezTo>
                    <a:pt x="668" y="617"/>
                    <a:pt x="668" y="617"/>
                    <a:pt x="668" y="617"/>
                  </a:cubicBezTo>
                  <a:cubicBezTo>
                    <a:pt x="668" y="618"/>
                    <a:pt x="668" y="618"/>
                    <a:pt x="668" y="618"/>
                  </a:cubicBezTo>
                  <a:cubicBezTo>
                    <a:pt x="650" y="636"/>
                    <a:pt x="650" y="636"/>
                    <a:pt x="650" y="636"/>
                  </a:cubicBezTo>
                  <a:cubicBezTo>
                    <a:pt x="650" y="665"/>
                    <a:pt x="650" y="665"/>
                    <a:pt x="650" y="665"/>
                  </a:cubicBezTo>
                  <a:cubicBezTo>
                    <a:pt x="691" y="705"/>
                    <a:pt x="691" y="705"/>
                    <a:pt x="691" y="705"/>
                  </a:cubicBezTo>
                  <a:cubicBezTo>
                    <a:pt x="720" y="705"/>
                    <a:pt x="720" y="705"/>
                    <a:pt x="720" y="705"/>
                  </a:cubicBezTo>
                  <a:lnTo>
                    <a:pt x="720" y="7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1" name="Freeform 536"/>
            <p:cNvSpPr>
              <a:spLocks/>
            </p:cNvSpPr>
            <p:nvPr/>
          </p:nvSpPr>
          <p:spPr bwMode="auto">
            <a:xfrm flipV="1">
              <a:off x="819152" y="5851524"/>
              <a:ext cx="2293937" cy="2311400"/>
            </a:xfrm>
            <a:custGeom>
              <a:avLst/>
              <a:gdLst>
                <a:gd name="T0" fmla="*/ 609 w 611"/>
                <a:gd name="T1" fmla="*/ 616 h 616"/>
                <a:gd name="T2" fmla="*/ 585 w 611"/>
                <a:gd name="T3" fmla="*/ 592 h 616"/>
                <a:gd name="T4" fmla="*/ 561 w 611"/>
                <a:gd name="T5" fmla="*/ 592 h 616"/>
                <a:gd name="T6" fmla="*/ 560 w 611"/>
                <a:gd name="T7" fmla="*/ 591 h 616"/>
                <a:gd name="T8" fmla="*/ 538 w 611"/>
                <a:gd name="T9" fmla="*/ 570 h 616"/>
                <a:gd name="T10" fmla="*/ 538 w 611"/>
                <a:gd name="T11" fmla="*/ 569 h 616"/>
                <a:gd name="T12" fmla="*/ 538 w 611"/>
                <a:gd name="T13" fmla="*/ 513 h 616"/>
                <a:gd name="T14" fmla="*/ 439 w 611"/>
                <a:gd name="T15" fmla="*/ 413 h 616"/>
                <a:gd name="T16" fmla="*/ 396 w 611"/>
                <a:gd name="T17" fmla="*/ 413 h 616"/>
                <a:gd name="T18" fmla="*/ 395 w 611"/>
                <a:gd name="T19" fmla="*/ 413 h 616"/>
                <a:gd name="T20" fmla="*/ 322 w 611"/>
                <a:gd name="T21" fmla="*/ 339 h 616"/>
                <a:gd name="T22" fmla="*/ 321 w 611"/>
                <a:gd name="T23" fmla="*/ 338 h 616"/>
                <a:gd name="T24" fmla="*/ 321 w 611"/>
                <a:gd name="T25" fmla="*/ 281 h 616"/>
                <a:gd name="T26" fmla="*/ 254 w 611"/>
                <a:gd name="T27" fmla="*/ 214 h 616"/>
                <a:gd name="T28" fmla="*/ 212 w 611"/>
                <a:gd name="T29" fmla="*/ 214 h 616"/>
                <a:gd name="T30" fmla="*/ 211 w 611"/>
                <a:gd name="T31" fmla="*/ 214 h 616"/>
                <a:gd name="T32" fmla="*/ 0 w 611"/>
                <a:gd name="T33" fmla="*/ 2 h 616"/>
                <a:gd name="T34" fmla="*/ 2 w 611"/>
                <a:gd name="T35" fmla="*/ 0 h 616"/>
                <a:gd name="T36" fmla="*/ 213 w 611"/>
                <a:gd name="T37" fmla="*/ 211 h 616"/>
                <a:gd name="T38" fmla="*/ 255 w 611"/>
                <a:gd name="T39" fmla="*/ 211 h 616"/>
                <a:gd name="T40" fmla="*/ 256 w 611"/>
                <a:gd name="T41" fmla="*/ 211 h 616"/>
                <a:gd name="T42" fmla="*/ 324 w 611"/>
                <a:gd name="T43" fmla="*/ 279 h 616"/>
                <a:gd name="T44" fmla="*/ 325 w 611"/>
                <a:gd name="T45" fmla="*/ 280 h 616"/>
                <a:gd name="T46" fmla="*/ 325 w 611"/>
                <a:gd name="T47" fmla="*/ 337 h 616"/>
                <a:gd name="T48" fmla="*/ 397 w 611"/>
                <a:gd name="T49" fmla="*/ 410 h 616"/>
                <a:gd name="T50" fmla="*/ 439 w 611"/>
                <a:gd name="T51" fmla="*/ 410 h 616"/>
                <a:gd name="T52" fmla="*/ 441 w 611"/>
                <a:gd name="T53" fmla="*/ 410 h 616"/>
                <a:gd name="T54" fmla="*/ 541 w 611"/>
                <a:gd name="T55" fmla="*/ 511 h 616"/>
                <a:gd name="T56" fmla="*/ 541 w 611"/>
                <a:gd name="T57" fmla="*/ 512 h 616"/>
                <a:gd name="T58" fmla="*/ 541 w 611"/>
                <a:gd name="T59" fmla="*/ 568 h 616"/>
                <a:gd name="T60" fmla="*/ 562 w 611"/>
                <a:gd name="T61" fmla="*/ 588 h 616"/>
                <a:gd name="T62" fmla="*/ 586 w 611"/>
                <a:gd name="T63" fmla="*/ 588 h 616"/>
                <a:gd name="T64" fmla="*/ 587 w 611"/>
                <a:gd name="T65" fmla="*/ 589 h 616"/>
                <a:gd name="T66" fmla="*/ 611 w 611"/>
                <a:gd name="T67" fmla="*/ 613 h 616"/>
                <a:gd name="T68" fmla="*/ 609 w 611"/>
                <a:gd name="T69" fmla="*/ 61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1" h="616">
                  <a:moveTo>
                    <a:pt x="609" y="616"/>
                  </a:moveTo>
                  <a:cubicBezTo>
                    <a:pt x="585" y="592"/>
                    <a:pt x="585" y="592"/>
                    <a:pt x="585" y="592"/>
                  </a:cubicBezTo>
                  <a:cubicBezTo>
                    <a:pt x="561" y="592"/>
                    <a:pt x="561" y="592"/>
                    <a:pt x="561" y="592"/>
                  </a:cubicBezTo>
                  <a:cubicBezTo>
                    <a:pt x="561" y="592"/>
                    <a:pt x="560" y="592"/>
                    <a:pt x="560" y="591"/>
                  </a:cubicBezTo>
                  <a:cubicBezTo>
                    <a:pt x="538" y="570"/>
                    <a:pt x="538" y="570"/>
                    <a:pt x="538" y="570"/>
                  </a:cubicBezTo>
                  <a:cubicBezTo>
                    <a:pt x="538" y="570"/>
                    <a:pt x="538" y="569"/>
                    <a:pt x="538" y="569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39" y="413"/>
                    <a:pt x="439" y="413"/>
                    <a:pt x="439" y="413"/>
                  </a:cubicBezTo>
                  <a:cubicBezTo>
                    <a:pt x="396" y="413"/>
                    <a:pt x="396" y="413"/>
                    <a:pt x="396" y="413"/>
                  </a:cubicBezTo>
                  <a:cubicBezTo>
                    <a:pt x="396" y="413"/>
                    <a:pt x="395" y="413"/>
                    <a:pt x="395" y="413"/>
                  </a:cubicBezTo>
                  <a:cubicBezTo>
                    <a:pt x="322" y="339"/>
                    <a:pt x="322" y="339"/>
                    <a:pt x="322" y="339"/>
                  </a:cubicBezTo>
                  <a:cubicBezTo>
                    <a:pt x="321" y="339"/>
                    <a:pt x="321" y="338"/>
                    <a:pt x="321" y="338"/>
                  </a:cubicBezTo>
                  <a:cubicBezTo>
                    <a:pt x="321" y="281"/>
                    <a:pt x="321" y="281"/>
                    <a:pt x="321" y="281"/>
                  </a:cubicBezTo>
                  <a:cubicBezTo>
                    <a:pt x="254" y="214"/>
                    <a:pt x="254" y="214"/>
                    <a:pt x="254" y="214"/>
                  </a:cubicBezTo>
                  <a:cubicBezTo>
                    <a:pt x="212" y="214"/>
                    <a:pt x="212" y="214"/>
                    <a:pt x="212" y="214"/>
                  </a:cubicBezTo>
                  <a:cubicBezTo>
                    <a:pt x="212" y="214"/>
                    <a:pt x="211" y="214"/>
                    <a:pt x="211" y="2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55" y="211"/>
                    <a:pt x="255" y="211"/>
                    <a:pt x="255" y="211"/>
                  </a:cubicBezTo>
                  <a:cubicBezTo>
                    <a:pt x="256" y="211"/>
                    <a:pt x="256" y="211"/>
                    <a:pt x="256" y="211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79"/>
                    <a:pt x="325" y="280"/>
                    <a:pt x="325" y="280"/>
                  </a:cubicBezTo>
                  <a:cubicBezTo>
                    <a:pt x="325" y="337"/>
                    <a:pt x="325" y="337"/>
                    <a:pt x="325" y="337"/>
                  </a:cubicBezTo>
                  <a:cubicBezTo>
                    <a:pt x="397" y="410"/>
                    <a:pt x="397" y="410"/>
                    <a:pt x="397" y="410"/>
                  </a:cubicBezTo>
                  <a:cubicBezTo>
                    <a:pt x="439" y="410"/>
                    <a:pt x="439" y="410"/>
                    <a:pt x="439" y="410"/>
                  </a:cubicBezTo>
                  <a:cubicBezTo>
                    <a:pt x="440" y="410"/>
                    <a:pt x="440" y="410"/>
                    <a:pt x="441" y="410"/>
                  </a:cubicBezTo>
                  <a:cubicBezTo>
                    <a:pt x="541" y="511"/>
                    <a:pt x="541" y="511"/>
                    <a:pt x="541" y="511"/>
                  </a:cubicBezTo>
                  <a:cubicBezTo>
                    <a:pt x="541" y="511"/>
                    <a:pt x="541" y="511"/>
                    <a:pt x="541" y="512"/>
                  </a:cubicBezTo>
                  <a:cubicBezTo>
                    <a:pt x="541" y="568"/>
                    <a:pt x="541" y="568"/>
                    <a:pt x="541" y="568"/>
                  </a:cubicBezTo>
                  <a:cubicBezTo>
                    <a:pt x="562" y="588"/>
                    <a:pt x="562" y="588"/>
                    <a:pt x="562" y="588"/>
                  </a:cubicBezTo>
                  <a:cubicBezTo>
                    <a:pt x="586" y="588"/>
                    <a:pt x="586" y="588"/>
                    <a:pt x="586" y="588"/>
                  </a:cubicBezTo>
                  <a:cubicBezTo>
                    <a:pt x="586" y="588"/>
                    <a:pt x="587" y="589"/>
                    <a:pt x="587" y="589"/>
                  </a:cubicBezTo>
                  <a:cubicBezTo>
                    <a:pt x="611" y="613"/>
                    <a:pt x="611" y="613"/>
                    <a:pt x="611" y="613"/>
                  </a:cubicBezTo>
                  <a:lnTo>
                    <a:pt x="609" y="61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2" name="Freeform 537"/>
            <p:cNvSpPr>
              <a:spLocks/>
            </p:cNvSpPr>
            <p:nvPr/>
          </p:nvSpPr>
          <p:spPr bwMode="auto">
            <a:xfrm flipV="1">
              <a:off x="895352" y="5483223"/>
              <a:ext cx="2573337" cy="2754313"/>
            </a:xfrm>
            <a:custGeom>
              <a:avLst/>
              <a:gdLst>
                <a:gd name="T0" fmla="*/ 621 w 686"/>
                <a:gd name="T1" fmla="*/ 734 h 734"/>
                <a:gd name="T2" fmla="*/ 621 w 686"/>
                <a:gd name="T3" fmla="*/ 731 h 734"/>
                <a:gd name="T4" fmla="*/ 663 w 686"/>
                <a:gd name="T5" fmla="*/ 731 h 734"/>
                <a:gd name="T6" fmla="*/ 682 w 686"/>
                <a:gd name="T7" fmla="*/ 712 h 734"/>
                <a:gd name="T8" fmla="*/ 682 w 686"/>
                <a:gd name="T9" fmla="*/ 685 h 734"/>
                <a:gd name="T10" fmla="*/ 593 w 686"/>
                <a:gd name="T11" fmla="*/ 596 h 734"/>
                <a:gd name="T12" fmla="*/ 592 w 686"/>
                <a:gd name="T13" fmla="*/ 595 h 734"/>
                <a:gd name="T14" fmla="*/ 592 w 686"/>
                <a:gd name="T15" fmla="*/ 567 h 734"/>
                <a:gd name="T16" fmla="*/ 430 w 686"/>
                <a:gd name="T17" fmla="*/ 404 h 734"/>
                <a:gd name="T18" fmla="*/ 375 w 686"/>
                <a:gd name="T19" fmla="*/ 404 h 734"/>
                <a:gd name="T20" fmla="*/ 374 w 686"/>
                <a:gd name="T21" fmla="*/ 404 h 734"/>
                <a:gd name="T22" fmla="*/ 334 w 686"/>
                <a:gd name="T23" fmla="*/ 364 h 734"/>
                <a:gd name="T24" fmla="*/ 334 w 686"/>
                <a:gd name="T25" fmla="*/ 363 h 734"/>
                <a:gd name="T26" fmla="*/ 334 w 686"/>
                <a:gd name="T27" fmla="*/ 308 h 734"/>
                <a:gd name="T28" fmla="*/ 219 w 686"/>
                <a:gd name="T29" fmla="*/ 194 h 734"/>
                <a:gd name="T30" fmla="*/ 193 w 686"/>
                <a:gd name="T31" fmla="*/ 194 h 734"/>
                <a:gd name="T32" fmla="*/ 191 w 686"/>
                <a:gd name="T33" fmla="*/ 193 h 734"/>
                <a:gd name="T34" fmla="*/ 0 w 686"/>
                <a:gd name="T35" fmla="*/ 2 h 734"/>
                <a:gd name="T36" fmla="*/ 2 w 686"/>
                <a:gd name="T37" fmla="*/ 0 h 734"/>
                <a:gd name="T38" fmla="*/ 193 w 686"/>
                <a:gd name="T39" fmla="*/ 190 h 734"/>
                <a:gd name="T40" fmla="*/ 220 w 686"/>
                <a:gd name="T41" fmla="*/ 190 h 734"/>
                <a:gd name="T42" fmla="*/ 221 w 686"/>
                <a:gd name="T43" fmla="*/ 191 h 734"/>
                <a:gd name="T44" fmla="*/ 337 w 686"/>
                <a:gd name="T45" fmla="*/ 306 h 734"/>
                <a:gd name="T46" fmla="*/ 337 w 686"/>
                <a:gd name="T47" fmla="*/ 307 h 734"/>
                <a:gd name="T48" fmla="*/ 337 w 686"/>
                <a:gd name="T49" fmla="*/ 362 h 734"/>
                <a:gd name="T50" fmla="*/ 376 w 686"/>
                <a:gd name="T51" fmla="*/ 401 h 734"/>
                <a:gd name="T52" fmla="*/ 430 w 686"/>
                <a:gd name="T53" fmla="*/ 401 h 734"/>
                <a:gd name="T54" fmla="*/ 432 w 686"/>
                <a:gd name="T55" fmla="*/ 401 h 734"/>
                <a:gd name="T56" fmla="*/ 595 w 686"/>
                <a:gd name="T57" fmla="*/ 565 h 734"/>
                <a:gd name="T58" fmla="*/ 596 w 686"/>
                <a:gd name="T59" fmla="*/ 566 h 734"/>
                <a:gd name="T60" fmla="*/ 596 w 686"/>
                <a:gd name="T61" fmla="*/ 594 h 734"/>
                <a:gd name="T62" fmla="*/ 685 w 686"/>
                <a:gd name="T63" fmla="*/ 684 h 734"/>
                <a:gd name="T64" fmla="*/ 686 w 686"/>
                <a:gd name="T65" fmla="*/ 685 h 734"/>
                <a:gd name="T66" fmla="*/ 686 w 686"/>
                <a:gd name="T67" fmla="*/ 712 h 734"/>
                <a:gd name="T68" fmla="*/ 685 w 686"/>
                <a:gd name="T69" fmla="*/ 714 h 734"/>
                <a:gd name="T70" fmla="*/ 665 w 686"/>
                <a:gd name="T71" fmla="*/ 734 h 734"/>
                <a:gd name="T72" fmla="*/ 664 w 686"/>
                <a:gd name="T73" fmla="*/ 734 h 734"/>
                <a:gd name="T74" fmla="*/ 621 w 686"/>
                <a:gd name="T75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6" h="734">
                  <a:moveTo>
                    <a:pt x="621" y="734"/>
                  </a:moveTo>
                  <a:cubicBezTo>
                    <a:pt x="621" y="731"/>
                    <a:pt x="621" y="731"/>
                    <a:pt x="621" y="731"/>
                  </a:cubicBezTo>
                  <a:cubicBezTo>
                    <a:pt x="663" y="731"/>
                    <a:pt x="663" y="731"/>
                    <a:pt x="663" y="731"/>
                  </a:cubicBezTo>
                  <a:cubicBezTo>
                    <a:pt x="682" y="712"/>
                    <a:pt x="682" y="712"/>
                    <a:pt x="682" y="712"/>
                  </a:cubicBezTo>
                  <a:cubicBezTo>
                    <a:pt x="682" y="685"/>
                    <a:pt x="682" y="685"/>
                    <a:pt x="682" y="685"/>
                  </a:cubicBezTo>
                  <a:cubicBezTo>
                    <a:pt x="593" y="596"/>
                    <a:pt x="593" y="596"/>
                    <a:pt x="593" y="596"/>
                  </a:cubicBezTo>
                  <a:cubicBezTo>
                    <a:pt x="592" y="596"/>
                    <a:pt x="592" y="595"/>
                    <a:pt x="592" y="595"/>
                  </a:cubicBezTo>
                  <a:cubicBezTo>
                    <a:pt x="592" y="567"/>
                    <a:pt x="592" y="567"/>
                    <a:pt x="592" y="567"/>
                  </a:cubicBezTo>
                  <a:cubicBezTo>
                    <a:pt x="430" y="404"/>
                    <a:pt x="430" y="404"/>
                    <a:pt x="430" y="404"/>
                  </a:cubicBezTo>
                  <a:cubicBezTo>
                    <a:pt x="375" y="404"/>
                    <a:pt x="375" y="404"/>
                    <a:pt x="375" y="404"/>
                  </a:cubicBezTo>
                  <a:cubicBezTo>
                    <a:pt x="374" y="404"/>
                    <a:pt x="374" y="404"/>
                    <a:pt x="374" y="404"/>
                  </a:cubicBezTo>
                  <a:cubicBezTo>
                    <a:pt x="334" y="364"/>
                    <a:pt x="334" y="364"/>
                    <a:pt x="334" y="364"/>
                  </a:cubicBezTo>
                  <a:cubicBezTo>
                    <a:pt x="334" y="364"/>
                    <a:pt x="334" y="363"/>
                    <a:pt x="334" y="363"/>
                  </a:cubicBezTo>
                  <a:cubicBezTo>
                    <a:pt x="334" y="308"/>
                    <a:pt x="334" y="308"/>
                    <a:pt x="334" y="308"/>
                  </a:cubicBezTo>
                  <a:cubicBezTo>
                    <a:pt x="219" y="194"/>
                    <a:pt x="219" y="194"/>
                    <a:pt x="219" y="194"/>
                  </a:cubicBezTo>
                  <a:cubicBezTo>
                    <a:pt x="193" y="194"/>
                    <a:pt x="193" y="194"/>
                    <a:pt x="193" y="194"/>
                  </a:cubicBezTo>
                  <a:cubicBezTo>
                    <a:pt x="192" y="194"/>
                    <a:pt x="192" y="194"/>
                    <a:pt x="191" y="19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3" y="190"/>
                    <a:pt x="193" y="190"/>
                    <a:pt x="193" y="190"/>
                  </a:cubicBezTo>
                  <a:cubicBezTo>
                    <a:pt x="220" y="190"/>
                    <a:pt x="220" y="190"/>
                    <a:pt x="220" y="190"/>
                  </a:cubicBezTo>
                  <a:cubicBezTo>
                    <a:pt x="221" y="190"/>
                    <a:pt x="221" y="191"/>
                    <a:pt x="221" y="191"/>
                  </a:cubicBezTo>
                  <a:cubicBezTo>
                    <a:pt x="337" y="306"/>
                    <a:pt x="337" y="306"/>
                    <a:pt x="337" y="306"/>
                  </a:cubicBezTo>
                  <a:cubicBezTo>
                    <a:pt x="337" y="306"/>
                    <a:pt x="337" y="307"/>
                    <a:pt x="337" y="307"/>
                  </a:cubicBezTo>
                  <a:cubicBezTo>
                    <a:pt x="337" y="362"/>
                    <a:pt x="337" y="362"/>
                    <a:pt x="337" y="362"/>
                  </a:cubicBezTo>
                  <a:cubicBezTo>
                    <a:pt x="376" y="401"/>
                    <a:pt x="376" y="401"/>
                    <a:pt x="376" y="401"/>
                  </a:cubicBezTo>
                  <a:cubicBezTo>
                    <a:pt x="430" y="401"/>
                    <a:pt x="430" y="401"/>
                    <a:pt x="430" y="401"/>
                  </a:cubicBezTo>
                  <a:cubicBezTo>
                    <a:pt x="431" y="401"/>
                    <a:pt x="431" y="401"/>
                    <a:pt x="432" y="401"/>
                  </a:cubicBezTo>
                  <a:cubicBezTo>
                    <a:pt x="595" y="565"/>
                    <a:pt x="595" y="565"/>
                    <a:pt x="595" y="565"/>
                  </a:cubicBezTo>
                  <a:cubicBezTo>
                    <a:pt x="595" y="565"/>
                    <a:pt x="596" y="566"/>
                    <a:pt x="596" y="566"/>
                  </a:cubicBezTo>
                  <a:cubicBezTo>
                    <a:pt x="596" y="594"/>
                    <a:pt x="596" y="594"/>
                    <a:pt x="596" y="594"/>
                  </a:cubicBezTo>
                  <a:cubicBezTo>
                    <a:pt x="685" y="684"/>
                    <a:pt x="685" y="684"/>
                    <a:pt x="685" y="684"/>
                  </a:cubicBezTo>
                  <a:cubicBezTo>
                    <a:pt x="685" y="684"/>
                    <a:pt x="686" y="684"/>
                    <a:pt x="686" y="685"/>
                  </a:cubicBezTo>
                  <a:cubicBezTo>
                    <a:pt x="686" y="712"/>
                    <a:pt x="686" y="712"/>
                    <a:pt x="686" y="712"/>
                  </a:cubicBezTo>
                  <a:cubicBezTo>
                    <a:pt x="686" y="713"/>
                    <a:pt x="685" y="713"/>
                    <a:pt x="685" y="714"/>
                  </a:cubicBezTo>
                  <a:cubicBezTo>
                    <a:pt x="665" y="734"/>
                    <a:pt x="665" y="734"/>
                    <a:pt x="665" y="734"/>
                  </a:cubicBezTo>
                  <a:cubicBezTo>
                    <a:pt x="664" y="734"/>
                    <a:pt x="664" y="734"/>
                    <a:pt x="664" y="734"/>
                  </a:cubicBezTo>
                  <a:lnTo>
                    <a:pt x="621" y="73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3" name="Freeform 538"/>
            <p:cNvSpPr>
              <a:spLocks/>
            </p:cNvSpPr>
            <p:nvPr/>
          </p:nvSpPr>
          <p:spPr bwMode="auto">
            <a:xfrm flipV="1">
              <a:off x="996952" y="6038848"/>
              <a:ext cx="2303462" cy="2303463"/>
            </a:xfrm>
            <a:custGeom>
              <a:avLst/>
              <a:gdLst>
                <a:gd name="T0" fmla="*/ 1446 w 1451"/>
                <a:gd name="T1" fmla="*/ 1451 h 1451"/>
                <a:gd name="T2" fmla="*/ 0 w 1451"/>
                <a:gd name="T3" fmla="*/ 7 h 1451"/>
                <a:gd name="T4" fmla="*/ 7 w 1451"/>
                <a:gd name="T5" fmla="*/ 0 h 1451"/>
                <a:gd name="T6" fmla="*/ 1451 w 1451"/>
                <a:gd name="T7" fmla="*/ 1446 h 1451"/>
                <a:gd name="T8" fmla="*/ 1446 w 1451"/>
                <a:gd name="T9" fmla="*/ 1451 h 1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1" h="1451">
                  <a:moveTo>
                    <a:pt x="1446" y="1451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451" y="1446"/>
                  </a:lnTo>
                  <a:lnTo>
                    <a:pt x="1446" y="14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4" name="Freeform 539"/>
            <p:cNvSpPr>
              <a:spLocks/>
            </p:cNvSpPr>
            <p:nvPr/>
          </p:nvSpPr>
          <p:spPr bwMode="auto">
            <a:xfrm flipV="1">
              <a:off x="1096964" y="5513386"/>
              <a:ext cx="2544762" cy="2927350"/>
            </a:xfrm>
            <a:custGeom>
              <a:avLst/>
              <a:gdLst>
                <a:gd name="T0" fmla="*/ 659 w 678"/>
                <a:gd name="T1" fmla="*/ 780 h 780"/>
                <a:gd name="T2" fmla="*/ 656 w 678"/>
                <a:gd name="T3" fmla="*/ 777 h 780"/>
                <a:gd name="T4" fmla="*/ 664 w 678"/>
                <a:gd name="T5" fmla="*/ 770 h 780"/>
                <a:gd name="T6" fmla="*/ 664 w 678"/>
                <a:gd name="T7" fmla="*/ 716 h 780"/>
                <a:gd name="T8" fmla="*/ 664 w 678"/>
                <a:gd name="T9" fmla="*/ 714 h 780"/>
                <a:gd name="T10" fmla="*/ 674 w 678"/>
                <a:gd name="T11" fmla="*/ 704 h 780"/>
                <a:gd name="T12" fmla="*/ 674 w 678"/>
                <a:gd name="T13" fmla="*/ 687 h 780"/>
                <a:gd name="T14" fmla="*/ 265 w 678"/>
                <a:gd name="T15" fmla="*/ 277 h 780"/>
                <a:gd name="T16" fmla="*/ 264 w 678"/>
                <a:gd name="T17" fmla="*/ 276 h 780"/>
                <a:gd name="T18" fmla="*/ 264 w 678"/>
                <a:gd name="T19" fmla="*/ 267 h 780"/>
                <a:gd name="T20" fmla="*/ 0 w 678"/>
                <a:gd name="T21" fmla="*/ 2 h 780"/>
                <a:gd name="T22" fmla="*/ 2 w 678"/>
                <a:gd name="T23" fmla="*/ 0 h 780"/>
                <a:gd name="T24" fmla="*/ 267 w 678"/>
                <a:gd name="T25" fmla="*/ 265 h 780"/>
                <a:gd name="T26" fmla="*/ 268 w 678"/>
                <a:gd name="T27" fmla="*/ 266 h 780"/>
                <a:gd name="T28" fmla="*/ 268 w 678"/>
                <a:gd name="T29" fmla="*/ 275 h 780"/>
                <a:gd name="T30" fmla="*/ 677 w 678"/>
                <a:gd name="T31" fmla="*/ 685 h 780"/>
                <a:gd name="T32" fmla="*/ 678 w 678"/>
                <a:gd name="T33" fmla="*/ 686 h 780"/>
                <a:gd name="T34" fmla="*/ 678 w 678"/>
                <a:gd name="T35" fmla="*/ 705 h 780"/>
                <a:gd name="T36" fmla="*/ 677 w 678"/>
                <a:gd name="T37" fmla="*/ 706 h 780"/>
                <a:gd name="T38" fmla="*/ 667 w 678"/>
                <a:gd name="T39" fmla="*/ 716 h 780"/>
                <a:gd name="T40" fmla="*/ 667 w 678"/>
                <a:gd name="T41" fmla="*/ 771 h 780"/>
                <a:gd name="T42" fmla="*/ 667 w 678"/>
                <a:gd name="T43" fmla="*/ 772 h 780"/>
                <a:gd name="T44" fmla="*/ 659 w 678"/>
                <a:gd name="T45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8" h="780">
                  <a:moveTo>
                    <a:pt x="659" y="780"/>
                  </a:moveTo>
                  <a:cubicBezTo>
                    <a:pt x="656" y="777"/>
                    <a:pt x="656" y="777"/>
                    <a:pt x="656" y="777"/>
                  </a:cubicBezTo>
                  <a:cubicBezTo>
                    <a:pt x="664" y="770"/>
                    <a:pt x="664" y="770"/>
                    <a:pt x="664" y="770"/>
                  </a:cubicBezTo>
                  <a:cubicBezTo>
                    <a:pt x="664" y="716"/>
                    <a:pt x="664" y="716"/>
                    <a:pt x="664" y="716"/>
                  </a:cubicBezTo>
                  <a:cubicBezTo>
                    <a:pt x="664" y="715"/>
                    <a:pt x="664" y="715"/>
                    <a:pt x="664" y="714"/>
                  </a:cubicBezTo>
                  <a:cubicBezTo>
                    <a:pt x="674" y="704"/>
                    <a:pt x="674" y="704"/>
                    <a:pt x="674" y="704"/>
                  </a:cubicBezTo>
                  <a:cubicBezTo>
                    <a:pt x="674" y="687"/>
                    <a:pt x="674" y="687"/>
                    <a:pt x="674" y="687"/>
                  </a:cubicBezTo>
                  <a:cubicBezTo>
                    <a:pt x="265" y="277"/>
                    <a:pt x="265" y="277"/>
                    <a:pt x="265" y="277"/>
                  </a:cubicBezTo>
                  <a:cubicBezTo>
                    <a:pt x="264" y="277"/>
                    <a:pt x="264" y="276"/>
                    <a:pt x="264" y="276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67" y="265"/>
                    <a:pt x="267" y="265"/>
                    <a:pt x="267" y="265"/>
                  </a:cubicBezTo>
                  <a:cubicBezTo>
                    <a:pt x="267" y="265"/>
                    <a:pt x="268" y="266"/>
                    <a:pt x="268" y="266"/>
                  </a:cubicBezTo>
                  <a:cubicBezTo>
                    <a:pt x="268" y="275"/>
                    <a:pt x="268" y="275"/>
                    <a:pt x="268" y="275"/>
                  </a:cubicBezTo>
                  <a:cubicBezTo>
                    <a:pt x="677" y="685"/>
                    <a:pt x="677" y="685"/>
                    <a:pt x="677" y="685"/>
                  </a:cubicBezTo>
                  <a:cubicBezTo>
                    <a:pt x="678" y="685"/>
                    <a:pt x="678" y="686"/>
                    <a:pt x="678" y="686"/>
                  </a:cubicBezTo>
                  <a:cubicBezTo>
                    <a:pt x="678" y="705"/>
                    <a:pt x="678" y="705"/>
                    <a:pt x="678" y="705"/>
                  </a:cubicBezTo>
                  <a:cubicBezTo>
                    <a:pt x="678" y="705"/>
                    <a:pt x="678" y="706"/>
                    <a:pt x="677" y="706"/>
                  </a:cubicBezTo>
                  <a:cubicBezTo>
                    <a:pt x="667" y="716"/>
                    <a:pt x="667" y="716"/>
                    <a:pt x="667" y="716"/>
                  </a:cubicBezTo>
                  <a:cubicBezTo>
                    <a:pt x="667" y="771"/>
                    <a:pt x="667" y="771"/>
                    <a:pt x="667" y="771"/>
                  </a:cubicBezTo>
                  <a:cubicBezTo>
                    <a:pt x="667" y="771"/>
                    <a:pt x="667" y="771"/>
                    <a:pt x="667" y="772"/>
                  </a:cubicBezTo>
                  <a:lnTo>
                    <a:pt x="659" y="78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5" name="Freeform 540"/>
            <p:cNvSpPr>
              <a:spLocks/>
            </p:cNvSpPr>
            <p:nvPr/>
          </p:nvSpPr>
          <p:spPr bwMode="auto">
            <a:xfrm flipV="1">
              <a:off x="1173164" y="5711824"/>
              <a:ext cx="2551112" cy="2803525"/>
            </a:xfrm>
            <a:custGeom>
              <a:avLst/>
              <a:gdLst>
                <a:gd name="T0" fmla="*/ 680 w 680"/>
                <a:gd name="T1" fmla="*/ 747 h 747"/>
                <a:gd name="T2" fmla="*/ 676 w 680"/>
                <a:gd name="T3" fmla="*/ 747 h 747"/>
                <a:gd name="T4" fmla="*/ 676 w 680"/>
                <a:gd name="T5" fmla="*/ 705 h 747"/>
                <a:gd name="T6" fmla="*/ 275 w 680"/>
                <a:gd name="T7" fmla="*/ 304 h 747"/>
                <a:gd name="T8" fmla="*/ 275 w 680"/>
                <a:gd name="T9" fmla="*/ 303 h 747"/>
                <a:gd name="T10" fmla="*/ 275 w 680"/>
                <a:gd name="T11" fmla="*/ 277 h 747"/>
                <a:gd name="T12" fmla="*/ 0 w 680"/>
                <a:gd name="T13" fmla="*/ 2 h 747"/>
                <a:gd name="T14" fmla="*/ 2 w 680"/>
                <a:gd name="T15" fmla="*/ 0 h 747"/>
                <a:gd name="T16" fmla="*/ 278 w 680"/>
                <a:gd name="T17" fmla="*/ 275 h 747"/>
                <a:gd name="T18" fmla="*/ 278 w 680"/>
                <a:gd name="T19" fmla="*/ 276 h 747"/>
                <a:gd name="T20" fmla="*/ 278 w 680"/>
                <a:gd name="T21" fmla="*/ 302 h 747"/>
                <a:gd name="T22" fmla="*/ 679 w 680"/>
                <a:gd name="T23" fmla="*/ 703 h 747"/>
                <a:gd name="T24" fmla="*/ 680 w 680"/>
                <a:gd name="T25" fmla="*/ 704 h 747"/>
                <a:gd name="T26" fmla="*/ 680 w 680"/>
                <a:gd name="T27" fmla="*/ 74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0" h="747">
                  <a:moveTo>
                    <a:pt x="680" y="747"/>
                  </a:moveTo>
                  <a:cubicBezTo>
                    <a:pt x="676" y="747"/>
                    <a:pt x="676" y="747"/>
                    <a:pt x="676" y="747"/>
                  </a:cubicBezTo>
                  <a:cubicBezTo>
                    <a:pt x="676" y="705"/>
                    <a:pt x="676" y="705"/>
                    <a:pt x="676" y="705"/>
                  </a:cubicBezTo>
                  <a:cubicBezTo>
                    <a:pt x="275" y="304"/>
                    <a:pt x="275" y="304"/>
                    <a:pt x="275" y="304"/>
                  </a:cubicBezTo>
                  <a:cubicBezTo>
                    <a:pt x="275" y="304"/>
                    <a:pt x="275" y="303"/>
                    <a:pt x="275" y="303"/>
                  </a:cubicBezTo>
                  <a:cubicBezTo>
                    <a:pt x="275" y="277"/>
                    <a:pt x="275" y="277"/>
                    <a:pt x="275" y="27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78" y="275"/>
                    <a:pt x="278" y="275"/>
                    <a:pt x="278" y="275"/>
                  </a:cubicBezTo>
                  <a:cubicBezTo>
                    <a:pt x="278" y="275"/>
                    <a:pt x="278" y="276"/>
                    <a:pt x="278" y="276"/>
                  </a:cubicBezTo>
                  <a:cubicBezTo>
                    <a:pt x="278" y="302"/>
                    <a:pt x="278" y="302"/>
                    <a:pt x="278" y="302"/>
                  </a:cubicBezTo>
                  <a:cubicBezTo>
                    <a:pt x="679" y="703"/>
                    <a:pt x="679" y="703"/>
                    <a:pt x="679" y="703"/>
                  </a:cubicBezTo>
                  <a:cubicBezTo>
                    <a:pt x="680" y="703"/>
                    <a:pt x="680" y="704"/>
                    <a:pt x="680" y="704"/>
                  </a:cubicBezTo>
                  <a:lnTo>
                    <a:pt x="680" y="7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6" name="Freeform 541"/>
            <p:cNvSpPr>
              <a:spLocks/>
            </p:cNvSpPr>
            <p:nvPr/>
          </p:nvSpPr>
          <p:spPr bwMode="auto">
            <a:xfrm flipV="1">
              <a:off x="1250952" y="5876923"/>
              <a:ext cx="2616200" cy="2728913"/>
            </a:xfrm>
            <a:custGeom>
              <a:avLst/>
              <a:gdLst>
                <a:gd name="T0" fmla="*/ 693 w 697"/>
                <a:gd name="T1" fmla="*/ 727 h 727"/>
                <a:gd name="T2" fmla="*/ 675 w 697"/>
                <a:gd name="T3" fmla="*/ 710 h 727"/>
                <a:gd name="T4" fmla="*/ 657 w 697"/>
                <a:gd name="T5" fmla="*/ 710 h 727"/>
                <a:gd name="T6" fmla="*/ 654 w 697"/>
                <a:gd name="T7" fmla="*/ 709 h 727"/>
                <a:gd name="T8" fmla="*/ 300 w 697"/>
                <a:gd name="T9" fmla="*/ 355 h 727"/>
                <a:gd name="T10" fmla="*/ 299 w 697"/>
                <a:gd name="T11" fmla="*/ 353 h 727"/>
                <a:gd name="T12" fmla="*/ 299 w 697"/>
                <a:gd name="T13" fmla="*/ 304 h 727"/>
                <a:gd name="T14" fmla="*/ 0 w 697"/>
                <a:gd name="T15" fmla="*/ 5 h 727"/>
                <a:gd name="T16" fmla="*/ 5 w 697"/>
                <a:gd name="T17" fmla="*/ 0 h 727"/>
                <a:gd name="T18" fmla="*/ 305 w 697"/>
                <a:gd name="T19" fmla="*/ 300 h 727"/>
                <a:gd name="T20" fmla="*/ 306 w 697"/>
                <a:gd name="T21" fmla="*/ 303 h 727"/>
                <a:gd name="T22" fmla="*/ 306 w 697"/>
                <a:gd name="T23" fmla="*/ 351 h 727"/>
                <a:gd name="T24" fmla="*/ 658 w 697"/>
                <a:gd name="T25" fmla="*/ 703 h 727"/>
                <a:gd name="T26" fmla="*/ 677 w 697"/>
                <a:gd name="T27" fmla="*/ 703 h 727"/>
                <a:gd name="T28" fmla="*/ 679 w 697"/>
                <a:gd name="T29" fmla="*/ 704 h 727"/>
                <a:gd name="T30" fmla="*/ 697 w 697"/>
                <a:gd name="T31" fmla="*/ 722 h 727"/>
                <a:gd name="T32" fmla="*/ 693 w 697"/>
                <a:gd name="T33" fmla="*/ 727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7" h="727">
                  <a:moveTo>
                    <a:pt x="693" y="727"/>
                  </a:moveTo>
                  <a:cubicBezTo>
                    <a:pt x="675" y="710"/>
                    <a:pt x="675" y="710"/>
                    <a:pt x="675" y="710"/>
                  </a:cubicBezTo>
                  <a:cubicBezTo>
                    <a:pt x="657" y="710"/>
                    <a:pt x="657" y="710"/>
                    <a:pt x="657" y="710"/>
                  </a:cubicBezTo>
                  <a:cubicBezTo>
                    <a:pt x="656" y="710"/>
                    <a:pt x="655" y="710"/>
                    <a:pt x="654" y="709"/>
                  </a:cubicBezTo>
                  <a:cubicBezTo>
                    <a:pt x="300" y="355"/>
                    <a:pt x="300" y="355"/>
                    <a:pt x="300" y="355"/>
                  </a:cubicBezTo>
                  <a:cubicBezTo>
                    <a:pt x="300" y="354"/>
                    <a:pt x="299" y="354"/>
                    <a:pt x="299" y="353"/>
                  </a:cubicBezTo>
                  <a:cubicBezTo>
                    <a:pt x="299" y="304"/>
                    <a:pt x="299" y="304"/>
                    <a:pt x="299" y="30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306" y="301"/>
                    <a:pt x="306" y="302"/>
                    <a:pt x="306" y="303"/>
                  </a:cubicBezTo>
                  <a:cubicBezTo>
                    <a:pt x="306" y="351"/>
                    <a:pt x="306" y="351"/>
                    <a:pt x="306" y="351"/>
                  </a:cubicBezTo>
                  <a:cubicBezTo>
                    <a:pt x="658" y="703"/>
                    <a:pt x="658" y="703"/>
                    <a:pt x="658" y="703"/>
                  </a:cubicBezTo>
                  <a:cubicBezTo>
                    <a:pt x="677" y="703"/>
                    <a:pt x="677" y="703"/>
                    <a:pt x="677" y="703"/>
                  </a:cubicBezTo>
                  <a:cubicBezTo>
                    <a:pt x="678" y="703"/>
                    <a:pt x="679" y="704"/>
                    <a:pt x="679" y="704"/>
                  </a:cubicBezTo>
                  <a:cubicBezTo>
                    <a:pt x="697" y="722"/>
                    <a:pt x="697" y="722"/>
                    <a:pt x="697" y="722"/>
                  </a:cubicBezTo>
                  <a:lnTo>
                    <a:pt x="693" y="72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7" name="Freeform 542"/>
            <p:cNvSpPr>
              <a:spLocks/>
            </p:cNvSpPr>
            <p:nvPr/>
          </p:nvSpPr>
          <p:spPr bwMode="auto">
            <a:xfrm flipV="1">
              <a:off x="1333502" y="6053136"/>
              <a:ext cx="2717800" cy="2627313"/>
            </a:xfrm>
            <a:custGeom>
              <a:avLst/>
              <a:gdLst>
                <a:gd name="T0" fmla="*/ 720 w 724"/>
                <a:gd name="T1" fmla="*/ 700 h 700"/>
                <a:gd name="T2" fmla="*/ 712 w 724"/>
                <a:gd name="T3" fmla="*/ 692 h 700"/>
                <a:gd name="T4" fmla="*/ 629 w 724"/>
                <a:gd name="T5" fmla="*/ 692 h 700"/>
                <a:gd name="T6" fmla="*/ 628 w 724"/>
                <a:gd name="T7" fmla="*/ 691 h 700"/>
                <a:gd name="T8" fmla="*/ 319 w 724"/>
                <a:gd name="T9" fmla="*/ 382 h 700"/>
                <a:gd name="T10" fmla="*/ 318 w 724"/>
                <a:gd name="T11" fmla="*/ 380 h 700"/>
                <a:gd name="T12" fmla="*/ 318 w 724"/>
                <a:gd name="T13" fmla="*/ 322 h 700"/>
                <a:gd name="T14" fmla="*/ 0 w 724"/>
                <a:gd name="T15" fmla="*/ 3 h 700"/>
                <a:gd name="T16" fmla="*/ 3 w 724"/>
                <a:gd name="T17" fmla="*/ 0 h 700"/>
                <a:gd name="T18" fmla="*/ 323 w 724"/>
                <a:gd name="T19" fmla="*/ 319 h 700"/>
                <a:gd name="T20" fmla="*/ 323 w 724"/>
                <a:gd name="T21" fmla="*/ 321 h 700"/>
                <a:gd name="T22" fmla="*/ 323 w 724"/>
                <a:gd name="T23" fmla="*/ 379 h 700"/>
                <a:gd name="T24" fmla="*/ 630 w 724"/>
                <a:gd name="T25" fmla="*/ 687 h 700"/>
                <a:gd name="T26" fmla="*/ 713 w 724"/>
                <a:gd name="T27" fmla="*/ 687 h 700"/>
                <a:gd name="T28" fmla="*/ 715 w 724"/>
                <a:gd name="T29" fmla="*/ 687 h 700"/>
                <a:gd name="T30" fmla="*/ 724 w 724"/>
                <a:gd name="T31" fmla="*/ 696 h 700"/>
                <a:gd name="T32" fmla="*/ 720 w 724"/>
                <a:gd name="T33" fmla="*/ 70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4" h="700">
                  <a:moveTo>
                    <a:pt x="720" y="700"/>
                  </a:moveTo>
                  <a:cubicBezTo>
                    <a:pt x="712" y="692"/>
                    <a:pt x="712" y="692"/>
                    <a:pt x="712" y="692"/>
                  </a:cubicBezTo>
                  <a:cubicBezTo>
                    <a:pt x="629" y="692"/>
                    <a:pt x="629" y="692"/>
                    <a:pt x="629" y="692"/>
                  </a:cubicBezTo>
                  <a:cubicBezTo>
                    <a:pt x="629" y="692"/>
                    <a:pt x="628" y="691"/>
                    <a:pt x="628" y="691"/>
                  </a:cubicBezTo>
                  <a:cubicBezTo>
                    <a:pt x="319" y="382"/>
                    <a:pt x="319" y="382"/>
                    <a:pt x="319" y="382"/>
                  </a:cubicBezTo>
                  <a:cubicBezTo>
                    <a:pt x="318" y="382"/>
                    <a:pt x="318" y="381"/>
                    <a:pt x="318" y="380"/>
                  </a:cubicBezTo>
                  <a:cubicBezTo>
                    <a:pt x="318" y="322"/>
                    <a:pt x="318" y="322"/>
                    <a:pt x="318" y="3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23" y="319"/>
                    <a:pt x="323" y="319"/>
                    <a:pt x="323" y="319"/>
                  </a:cubicBezTo>
                  <a:cubicBezTo>
                    <a:pt x="323" y="319"/>
                    <a:pt x="323" y="320"/>
                    <a:pt x="323" y="321"/>
                  </a:cubicBezTo>
                  <a:cubicBezTo>
                    <a:pt x="323" y="379"/>
                    <a:pt x="323" y="379"/>
                    <a:pt x="323" y="379"/>
                  </a:cubicBezTo>
                  <a:cubicBezTo>
                    <a:pt x="630" y="687"/>
                    <a:pt x="630" y="687"/>
                    <a:pt x="630" y="687"/>
                  </a:cubicBezTo>
                  <a:cubicBezTo>
                    <a:pt x="713" y="687"/>
                    <a:pt x="713" y="687"/>
                    <a:pt x="713" y="687"/>
                  </a:cubicBezTo>
                  <a:cubicBezTo>
                    <a:pt x="714" y="687"/>
                    <a:pt x="714" y="687"/>
                    <a:pt x="715" y="687"/>
                  </a:cubicBezTo>
                  <a:cubicBezTo>
                    <a:pt x="724" y="696"/>
                    <a:pt x="724" y="696"/>
                    <a:pt x="724" y="696"/>
                  </a:cubicBezTo>
                  <a:lnTo>
                    <a:pt x="720" y="7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8" name="Freeform 543"/>
            <p:cNvSpPr>
              <a:spLocks/>
            </p:cNvSpPr>
            <p:nvPr/>
          </p:nvSpPr>
          <p:spPr bwMode="auto">
            <a:xfrm flipV="1">
              <a:off x="1487489" y="6451598"/>
              <a:ext cx="2263775" cy="2379663"/>
            </a:xfrm>
            <a:custGeom>
              <a:avLst/>
              <a:gdLst>
                <a:gd name="T0" fmla="*/ 603 w 603"/>
                <a:gd name="T1" fmla="*/ 634 h 634"/>
                <a:gd name="T2" fmla="*/ 599 w 603"/>
                <a:gd name="T3" fmla="*/ 634 h 634"/>
                <a:gd name="T4" fmla="*/ 599 w 603"/>
                <a:gd name="T5" fmla="*/ 602 h 634"/>
                <a:gd name="T6" fmla="*/ 0 w 603"/>
                <a:gd name="T7" fmla="*/ 2 h 634"/>
                <a:gd name="T8" fmla="*/ 2 w 603"/>
                <a:gd name="T9" fmla="*/ 0 h 634"/>
                <a:gd name="T10" fmla="*/ 602 w 603"/>
                <a:gd name="T11" fmla="*/ 600 h 634"/>
                <a:gd name="T12" fmla="*/ 603 w 603"/>
                <a:gd name="T13" fmla="*/ 601 h 634"/>
                <a:gd name="T14" fmla="*/ 603 w 603"/>
                <a:gd name="T15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634">
                  <a:moveTo>
                    <a:pt x="603" y="634"/>
                  </a:moveTo>
                  <a:cubicBezTo>
                    <a:pt x="599" y="634"/>
                    <a:pt x="599" y="634"/>
                    <a:pt x="599" y="634"/>
                  </a:cubicBezTo>
                  <a:cubicBezTo>
                    <a:pt x="599" y="602"/>
                    <a:pt x="599" y="602"/>
                    <a:pt x="599" y="60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2" y="600"/>
                    <a:pt x="602" y="600"/>
                    <a:pt x="602" y="600"/>
                  </a:cubicBezTo>
                  <a:cubicBezTo>
                    <a:pt x="603" y="600"/>
                    <a:pt x="603" y="601"/>
                    <a:pt x="603" y="601"/>
                  </a:cubicBezTo>
                  <a:lnTo>
                    <a:pt x="603" y="6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9" name="Freeform 544"/>
            <p:cNvSpPr>
              <a:spLocks/>
            </p:cNvSpPr>
            <p:nvPr/>
          </p:nvSpPr>
          <p:spPr bwMode="auto">
            <a:xfrm flipV="1">
              <a:off x="2095502" y="6819898"/>
              <a:ext cx="1658937" cy="1808163"/>
            </a:xfrm>
            <a:custGeom>
              <a:avLst/>
              <a:gdLst>
                <a:gd name="T0" fmla="*/ 439 w 442"/>
                <a:gd name="T1" fmla="*/ 482 h 482"/>
                <a:gd name="T2" fmla="*/ 314 w 442"/>
                <a:gd name="T3" fmla="*/ 356 h 482"/>
                <a:gd name="T4" fmla="*/ 313 w 442"/>
                <a:gd name="T5" fmla="*/ 355 h 482"/>
                <a:gd name="T6" fmla="*/ 313 w 442"/>
                <a:gd name="T7" fmla="*/ 274 h 482"/>
                <a:gd name="T8" fmla="*/ 42 w 442"/>
                <a:gd name="T9" fmla="*/ 3 h 482"/>
                <a:gd name="T10" fmla="*/ 17 w 442"/>
                <a:gd name="T11" fmla="*/ 3 h 482"/>
                <a:gd name="T12" fmla="*/ 4 w 442"/>
                <a:gd name="T13" fmla="*/ 16 h 482"/>
                <a:gd name="T14" fmla="*/ 4 w 442"/>
                <a:gd name="T15" fmla="*/ 46 h 482"/>
                <a:gd name="T16" fmla="*/ 231 w 442"/>
                <a:gd name="T17" fmla="*/ 273 h 482"/>
                <a:gd name="T18" fmla="*/ 228 w 442"/>
                <a:gd name="T19" fmla="*/ 276 h 482"/>
                <a:gd name="T20" fmla="*/ 1 w 442"/>
                <a:gd name="T21" fmla="*/ 48 h 482"/>
                <a:gd name="T22" fmla="*/ 0 w 442"/>
                <a:gd name="T23" fmla="*/ 47 h 482"/>
                <a:gd name="T24" fmla="*/ 0 w 442"/>
                <a:gd name="T25" fmla="*/ 16 h 482"/>
                <a:gd name="T26" fmla="*/ 1 w 442"/>
                <a:gd name="T27" fmla="*/ 15 h 482"/>
                <a:gd name="T28" fmla="*/ 15 w 442"/>
                <a:gd name="T29" fmla="*/ 0 h 482"/>
                <a:gd name="T30" fmla="*/ 16 w 442"/>
                <a:gd name="T31" fmla="*/ 0 h 482"/>
                <a:gd name="T32" fmla="*/ 43 w 442"/>
                <a:gd name="T33" fmla="*/ 0 h 482"/>
                <a:gd name="T34" fmla="*/ 44 w 442"/>
                <a:gd name="T35" fmla="*/ 0 h 482"/>
                <a:gd name="T36" fmla="*/ 316 w 442"/>
                <a:gd name="T37" fmla="*/ 272 h 482"/>
                <a:gd name="T38" fmla="*/ 317 w 442"/>
                <a:gd name="T39" fmla="*/ 274 h 482"/>
                <a:gd name="T40" fmla="*/ 317 w 442"/>
                <a:gd name="T41" fmla="*/ 354 h 482"/>
                <a:gd name="T42" fmla="*/ 442 w 442"/>
                <a:gd name="T43" fmla="*/ 479 h 482"/>
                <a:gd name="T44" fmla="*/ 439 w 442"/>
                <a:gd name="T45" fmla="*/ 48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2" h="482">
                  <a:moveTo>
                    <a:pt x="439" y="482"/>
                  </a:moveTo>
                  <a:cubicBezTo>
                    <a:pt x="314" y="356"/>
                    <a:pt x="314" y="356"/>
                    <a:pt x="314" y="356"/>
                  </a:cubicBezTo>
                  <a:cubicBezTo>
                    <a:pt x="313" y="356"/>
                    <a:pt x="313" y="355"/>
                    <a:pt x="313" y="355"/>
                  </a:cubicBezTo>
                  <a:cubicBezTo>
                    <a:pt x="313" y="274"/>
                    <a:pt x="313" y="274"/>
                    <a:pt x="313" y="27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31" y="273"/>
                    <a:pt x="231" y="273"/>
                    <a:pt x="231" y="273"/>
                  </a:cubicBezTo>
                  <a:cubicBezTo>
                    <a:pt x="228" y="276"/>
                    <a:pt x="228" y="276"/>
                    <a:pt x="228" y="276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7"/>
                    <a:pt x="0" y="4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0"/>
                    <a:pt x="44" y="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3"/>
                    <a:pt x="317" y="273"/>
                    <a:pt x="317" y="274"/>
                  </a:cubicBezTo>
                  <a:cubicBezTo>
                    <a:pt x="317" y="354"/>
                    <a:pt x="317" y="354"/>
                    <a:pt x="317" y="354"/>
                  </a:cubicBezTo>
                  <a:cubicBezTo>
                    <a:pt x="442" y="479"/>
                    <a:pt x="442" y="479"/>
                    <a:pt x="442" y="479"/>
                  </a:cubicBezTo>
                  <a:lnTo>
                    <a:pt x="439" y="4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0" name="Freeform 545"/>
            <p:cNvSpPr>
              <a:spLocks/>
            </p:cNvSpPr>
            <p:nvPr/>
          </p:nvSpPr>
          <p:spPr bwMode="auto">
            <a:xfrm flipV="1">
              <a:off x="2009777" y="6635749"/>
              <a:ext cx="1914525" cy="2079625"/>
            </a:xfrm>
            <a:custGeom>
              <a:avLst/>
              <a:gdLst>
                <a:gd name="T0" fmla="*/ 508 w 510"/>
                <a:gd name="T1" fmla="*/ 554 h 554"/>
                <a:gd name="T2" fmla="*/ 499 w 510"/>
                <a:gd name="T3" fmla="*/ 546 h 554"/>
                <a:gd name="T4" fmla="*/ 499 w 510"/>
                <a:gd name="T5" fmla="*/ 545 h 554"/>
                <a:gd name="T6" fmla="*/ 499 w 510"/>
                <a:gd name="T7" fmla="*/ 500 h 554"/>
                <a:gd name="T8" fmla="*/ 364 w 510"/>
                <a:gd name="T9" fmla="*/ 365 h 554"/>
                <a:gd name="T10" fmla="*/ 364 w 510"/>
                <a:gd name="T11" fmla="*/ 364 h 554"/>
                <a:gd name="T12" fmla="*/ 364 w 510"/>
                <a:gd name="T13" fmla="*/ 299 h 554"/>
                <a:gd name="T14" fmla="*/ 68 w 510"/>
                <a:gd name="T15" fmla="*/ 3 h 554"/>
                <a:gd name="T16" fmla="*/ 34 w 510"/>
                <a:gd name="T17" fmla="*/ 3 h 554"/>
                <a:gd name="T18" fmla="*/ 4 w 510"/>
                <a:gd name="T19" fmla="*/ 34 h 554"/>
                <a:gd name="T20" fmla="*/ 4 w 510"/>
                <a:gd name="T21" fmla="*/ 73 h 554"/>
                <a:gd name="T22" fmla="*/ 210 w 510"/>
                <a:gd name="T23" fmla="*/ 279 h 554"/>
                <a:gd name="T24" fmla="*/ 207 w 510"/>
                <a:gd name="T25" fmla="*/ 282 h 554"/>
                <a:gd name="T26" fmla="*/ 1 w 510"/>
                <a:gd name="T27" fmla="*/ 75 h 554"/>
                <a:gd name="T28" fmla="*/ 0 w 510"/>
                <a:gd name="T29" fmla="*/ 74 h 554"/>
                <a:gd name="T30" fmla="*/ 0 w 510"/>
                <a:gd name="T31" fmla="*/ 33 h 554"/>
                <a:gd name="T32" fmla="*/ 1 w 510"/>
                <a:gd name="T33" fmla="*/ 32 h 554"/>
                <a:gd name="T34" fmla="*/ 32 w 510"/>
                <a:gd name="T35" fmla="*/ 0 h 554"/>
                <a:gd name="T36" fmla="*/ 34 w 510"/>
                <a:gd name="T37" fmla="*/ 0 h 554"/>
                <a:gd name="T38" fmla="*/ 34 w 510"/>
                <a:gd name="T39" fmla="*/ 0 h 554"/>
                <a:gd name="T40" fmla="*/ 68 w 510"/>
                <a:gd name="T41" fmla="*/ 0 h 554"/>
                <a:gd name="T42" fmla="*/ 70 w 510"/>
                <a:gd name="T43" fmla="*/ 0 h 554"/>
                <a:gd name="T44" fmla="*/ 366 w 510"/>
                <a:gd name="T45" fmla="*/ 297 h 554"/>
                <a:gd name="T46" fmla="*/ 367 w 510"/>
                <a:gd name="T47" fmla="*/ 298 h 554"/>
                <a:gd name="T48" fmla="*/ 367 w 510"/>
                <a:gd name="T49" fmla="*/ 363 h 554"/>
                <a:gd name="T50" fmla="*/ 502 w 510"/>
                <a:gd name="T51" fmla="*/ 498 h 554"/>
                <a:gd name="T52" fmla="*/ 502 w 510"/>
                <a:gd name="T53" fmla="*/ 499 h 554"/>
                <a:gd name="T54" fmla="*/ 502 w 510"/>
                <a:gd name="T55" fmla="*/ 544 h 554"/>
                <a:gd name="T56" fmla="*/ 510 w 510"/>
                <a:gd name="T57" fmla="*/ 552 h 554"/>
                <a:gd name="T58" fmla="*/ 508 w 510"/>
                <a:gd name="T59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0" h="554">
                  <a:moveTo>
                    <a:pt x="508" y="554"/>
                  </a:moveTo>
                  <a:cubicBezTo>
                    <a:pt x="499" y="546"/>
                    <a:pt x="499" y="546"/>
                    <a:pt x="499" y="546"/>
                  </a:cubicBezTo>
                  <a:cubicBezTo>
                    <a:pt x="499" y="546"/>
                    <a:pt x="499" y="545"/>
                    <a:pt x="499" y="545"/>
                  </a:cubicBezTo>
                  <a:cubicBezTo>
                    <a:pt x="499" y="500"/>
                    <a:pt x="499" y="500"/>
                    <a:pt x="499" y="500"/>
                  </a:cubicBezTo>
                  <a:cubicBezTo>
                    <a:pt x="364" y="365"/>
                    <a:pt x="364" y="365"/>
                    <a:pt x="364" y="365"/>
                  </a:cubicBezTo>
                  <a:cubicBezTo>
                    <a:pt x="364" y="365"/>
                    <a:pt x="364" y="364"/>
                    <a:pt x="364" y="364"/>
                  </a:cubicBezTo>
                  <a:cubicBezTo>
                    <a:pt x="364" y="299"/>
                    <a:pt x="364" y="299"/>
                    <a:pt x="364" y="299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210" y="279"/>
                    <a:pt x="210" y="279"/>
                    <a:pt x="210" y="27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0" y="75"/>
                    <a:pt x="0" y="7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2"/>
                    <a:pt x="1" y="32"/>
                    <a:pt x="1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366" y="297"/>
                    <a:pt x="366" y="297"/>
                    <a:pt x="366" y="297"/>
                  </a:cubicBezTo>
                  <a:cubicBezTo>
                    <a:pt x="367" y="297"/>
                    <a:pt x="367" y="298"/>
                    <a:pt x="367" y="298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502" y="498"/>
                    <a:pt x="502" y="498"/>
                    <a:pt x="502" y="498"/>
                  </a:cubicBezTo>
                  <a:cubicBezTo>
                    <a:pt x="502" y="498"/>
                    <a:pt x="502" y="499"/>
                    <a:pt x="502" y="499"/>
                  </a:cubicBezTo>
                  <a:cubicBezTo>
                    <a:pt x="502" y="544"/>
                    <a:pt x="502" y="544"/>
                    <a:pt x="502" y="544"/>
                  </a:cubicBezTo>
                  <a:cubicBezTo>
                    <a:pt x="510" y="552"/>
                    <a:pt x="510" y="552"/>
                    <a:pt x="510" y="552"/>
                  </a:cubicBezTo>
                  <a:lnTo>
                    <a:pt x="508" y="5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1" name="Freeform 546"/>
            <p:cNvSpPr>
              <a:spLocks/>
            </p:cNvSpPr>
            <p:nvPr/>
          </p:nvSpPr>
          <p:spPr bwMode="auto">
            <a:xfrm flipV="1">
              <a:off x="2171702" y="6492874"/>
              <a:ext cx="2044700" cy="2060575"/>
            </a:xfrm>
            <a:custGeom>
              <a:avLst/>
              <a:gdLst>
                <a:gd name="T0" fmla="*/ 480 w 545"/>
                <a:gd name="T1" fmla="*/ 549 h 549"/>
                <a:gd name="T2" fmla="*/ 453 w 545"/>
                <a:gd name="T3" fmla="*/ 549 h 549"/>
                <a:gd name="T4" fmla="*/ 451 w 545"/>
                <a:gd name="T5" fmla="*/ 548 h 549"/>
                <a:gd name="T6" fmla="*/ 438 w 545"/>
                <a:gd name="T7" fmla="*/ 535 h 549"/>
                <a:gd name="T8" fmla="*/ 437 w 545"/>
                <a:gd name="T9" fmla="*/ 534 h 549"/>
                <a:gd name="T10" fmla="*/ 437 w 545"/>
                <a:gd name="T11" fmla="*/ 520 h 549"/>
                <a:gd name="T12" fmla="*/ 275 w 545"/>
                <a:gd name="T13" fmla="*/ 357 h 549"/>
                <a:gd name="T14" fmla="*/ 274 w 545"/>
                <a:gd name="T15" fmla="*/ 356 h 549"/>
                <a:gd name="T16" fmla="*/ 274 w 545"/>
                <a:gd name="T17" fmla="*/ 256 h 549"/>
                <a:gd name="T18" fmla="*/ 22 w 545"/>
                <a:gd name="T19" fmla="*/ 3 h 549"/>
                <a:gd name="T20" fmla="*/ 9 w 545"/>
                <a:gd name="T21" fmla="*/ 3 h 549"/>
                <a:gd name="T22" fmla="*/ 3 w 545"/>
                <a:gd name="T23" fmla="*/ 9 h 549"/>
                <a:gd name="T24" fmla="*/ 3 w 545"/>
                <a:gd name="T25" fmla="*/ 17 h 549"/>
                <a:gd name="T26" fmla="*/ 194 w 545"/>
                <a:gd name="T27" fmla="*/ 208 h 549"/>
                <a:gd name="T28" fmla="*/ 192 w 545"/>
                <a:gd name="T29" fmla="*/ 211 h 549"/>
                <a:gd name="T30" fmla="*/ 0 w 545"/>
                <a:gd name="T31" fmla="*/ 19 h 549"/>
                <a:gd name="T32" fmla="*/ 0 w 545"/>
                <a:gd name="T33" fmla="*/ 18 h 549"/>
                <a:gd name="T34" fmla="*/ 0 w 545"/>
                <a:gd name="T35" fmla="*/ 8 h 549"/>
                <a:gd name="T36" fmla="*/ 0 w 545"/>
                <a:gd name="T37" fmla="*/ 7 h 549"/>
                <a:gd name="T38" fmla="*/ 7 w 545"/>
                <a:gd name="T39" fmla="*/ 0 h 549"/>
                <a:gd name="T40" fmla="*/ 8 w 545"/>
                <a:gd name="T41" fmla="*/ 0 h 549"/>
                <a:gd name="T42" fmla="*/ 8 w 545"/>
                <a:gd name="T43" fmla="*/ 0 h 549"/>
                <a:gd name="T44" fmla="*/ 22 w 545"/>
                <a:gd name="T45" fmla="*/ 0 h 549"/>
                <a:gd name="T46" fmla="*/ 24 w 545"/>
                <a:gd name="T47" fmla="*/ 0 h 549"/>
                <a:gd name="T48" fmla="*/ 277 w 545"/>
                <a:gd name="T49" fmla="*/ 254 h 549"/>
                <a:gd name="T50" fmla="*/ 278 w 545"/>
                <a:gd name="T51" fmla="*/ 255 h 549"/>
                <a:gd name="T52" fmla="*/ 278 w 545"/>
                <a:gd name="T53" fmla="*/ 355 h 549"/>
                <a:gd name="T54" fmla="*/ 440 w 545"/>
                <a:gd name="T55" fmla="*/ 518 h 549"/>
                <a:gd name="T56" fmla="*/ 441 w 545"/>
                <a:gd name="T57" fmla="*/ 519 h 549"/>
                <a:gd name="T58" fmla="*/ 441 w 545"/>
                <a:gd name="T59" fmla="*/ 533 h 549"/>
                <a:gd name="T60" fmla="*/ 453 w 545"/>
                <a:gd name="T61" fmla="*/ 545 h 549"/>
                <a:gd name="T62" fmla="*/ 480 w 545"/>
                <a:gd name="T63" fmla="*/ 545 h 549"/>
                <a:gd name="T64" fmla="*/ 500 w 545"/>
                <a:gd name="T65" fmla="*/ 525 h 549"/>
                <a:gd name="T66" fmla="*/ 501 w 545"/>
                <a:gd name="T67" fmla="*/ 524 h 549"/>
                <a:gd name="T68" fmla="*/ 545 w 545"/>
                <a:gd name="T69" fmla="*/ 524 h 549"/>
                <a:gd name="T70" fmla="*/ 545 w 545"/>
                <a:gd name="T71" fmla="*/ 528 h 549"/>
                <a:gd name="T72" fmla="*/ 502 w 545"/>
                <a:gd name="T73" fmla="*/ 528 h 549"/>
                <a:gd name="T74" fmla="*/ 481 w 545"/>
                <a:gd name="T75" fmla="*/ 548 h 549"/>
                <a:gd name="T76" fmla="*/ 480 w 545"/>
                <a:gd name="T77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5" h="549">
                  <a:moveTo>
                    <a:pt x="480" y="549"/>
                  </a:moveTo>
                  <a:cubicBezTo>
                    <a:pt x="453" y="549"/>
                    <a:pt x="453" y="549"/>
                    <a:pt x="453" y="549"/>
                  </a:cubicBezTo>
                  <a:cubicBezTo>
                    <a:pt x="452" y="549"/>
                    <a:pt x="452" y="548"/>
                    <a:pt x="451" y="548"/>
                  </a:cubicBezTo>
                  <a:cubicBezTo>
                    <a:pt x="438" y="535"/>
                    <a:pt x="438" y="535"/>
                    <a:pt x="438" y="535"/>
                  </a:cubicBezTo>
                  <a:cubicBezTo>
                    <a:pt x="438" y="534"/>
                    <a:pt x="437" y="534"/>
                    <a:pt x="437" y="534"/>
                  </a:cubicBezTo>
                  <a:cubicBezTo>
                    <a:pt x="437" y="520"/>
                    <a:pt x="437" y="520"/>
                    <a:pt x="437" y="520"/>
                  </a:cubicBezTo>
                  <a:cubicBezTo>
                    <a:pt x="275" y="357"/>
                    <a:pt x="275" y="357"/>
                    <a:pt x="275" y="357"/>
                  </a:cubicBezTo>
                  <a:cubicBezTo>
                    <a:pt x="274" y="357"/>
                    <a:pt x="274" y="356"/>
                    <a:pt x="274" y="356"/>
                  </a:cubicBezTo>
                  <a:cubicBezTo>
                    <a:pt x="274" y="256"/>
                    <a:pt x="274" y="256"/>
                    <a:pt x="274" y="256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94" y="208"/>
                    <a:pt x="194" y="208"/>
                    <a:pt x="194" y="208"/>
                  </a:cubicBezTo>
                  <a:cubicBezTo>
                    <a:pt x="192" y="211"/>
                    <a:pt x="192" y="211"/>
                    <a:pt x="192" y="2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8"/>
                    <a:pt x="0" y="1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77" y="254"/>
                    <a:pt x="277" y="254"/>
                    <a:pt x="277" y="254"/>
                  </a:cubicBezTo>
                  <a:cubicBezTo>
                    <a:pt x="277" y="254"/>
                    <a:pt x="278" y="255"/>
                    <a:pt x="278" y="255"/>
                  </a:cubicBezTo>
                  <a:cubicBezTo>
                    <a:pt x="278" y="355"/>
                    <a:pt x="278" y="355"/>
                    <a:pt x="278" y="355"/>
                  </a:cubicBezTo>
                  <a:cubicBezTo>
                    <a:pt x="440" y="518"/>
                    <a:pt x="440" y="518"/>
                    <a:pt x="440" y="518"/>
                  </a:cubicBezTo>
                  <a:cubicBezTo>
                    <a:pt x="441" y="518"/>
                    <a:pt x="441" y="519"/>
                    <a:pt x="441" y="519"/>
                  </a:cubicBezTo>
                  <a:cubicBezTo>
                    <a:pt x="441" y="533"/>
                    <a:pt x="441" y="533"/>
                    <a:pt x="441" y="533"/>
                  </a:cubicBezTo>
                  <a:cubicBezTo>
                    <a:pt x="453" y="545"/>
                    <a:pt x="453" y="545"/>
                    <a:pt x="453" y="545"/>
                  </a:cubicBezTo>
                  <a:cubicBezTo>
                    <a:pt x="480" y="545"/>
                    <a:pt x="480" y="545"/>
                    <a:pt x="480" y="545"/>
                  </a:cubicBezTo>
                  <a:cubicBezTo>
                    <a:pt x="500" y="525"/>
                    <a:pt x="500" y="525"/>
                    <a:pt x="500" y="525"/>
                  </a:cubicBezTo>
                  <a:cubicBezTo>
                    <a:pt x="500" y="525"/>
                    <a:pt x="501" y="524"/>
                    <a:pt x="501" y="524"/>
                  </a:cubicBezTo>
                  <a:cubicBezTo>
                    <a:pt x="545" y="524"/>
                    <a:pt x="545" y="524"/>
                    <a:pt x="545" y="524"/>
                  </a:cubicBezTo>
                  <a:cubicBezTo>
                    <a:pt x="545" y="528"/>
                    <a:pt x="545" y="528"/>
                    <a:pt x="545" y="528"/>
                  </a:cubicBezTo>
                  <a:cubicBezTo>
                    <a:pt x="502" y="528"/>
                    <a:pt x="502" y="528"/>
                    <a:pt x="502" y="528"/>
                  </a:cubicBezTo>
                  <a:cubicBezTo>
                    <a:pt x="481" y="548"/>
                    <a:pt x="481" y="548"/>
                    <a:pt x="481" y="548"/>
                  </a:cubicBezTo>
                  <a:cubicBezTo>
                    <a:pt x="481" y="548"/>
                    <a:pt x="481" y="549"/>
                    <a:pt x="480" y="5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2" name="Freeform 547"/>
            <p:cNvSpPr>
              <a:spLocks/>
            </p:cNvSpPr>
            <p:nvPr/>
          </p:nvSpPr>
          <p:spPr bwMode="auto">
            <a:xfrm flipV="1">
              <a:off x="1874839" y="6440486"/>
              <a:ext cx="2644775" cy="2781300"/>
            </a:xfrm>
            <a:custGeom>
              <a:avLst/>
              <a:gdLst>
                <a:gd name="T0" fmla="*/ 699 w 705"/>
                <a:gd name="T1" fmla="*/ 741 h 741"/>
                <a:gd name="T2" fmla="*/ 697 w 705"/>
                <a:gd name="T3" fmla="*/ 739 h 741"/>
                <a:gd name="T4" fmla="*/ 701 w 705"/>
                <a:gd name="T5" fmla="*/ 734 h 741"/>
                <a:gd name="T6" fmla="*/ 701 w 705"/>
                <a:gd name="T7" fmla="*/ 703 h 741"/>
                <a:gd name="T8" fmla="*/ 656 w 705"/>
                <a:gd name="T9" fmla="*/ 657 h 741"/>
                <a:gd name="T10" fmla="*/ 627 w 705"/>
                <a:gd name="T11" fmla="*/ 657 h 741"/>
                <a:gd name="T12" fmla="*/ 607 w 705"/>
                <a:gd name="T13" fmla="*/ 678 h 741"/>
                <a:gd name="T14" fmla="*/ 606 w 705"/>
                <a:gd name="T15" fmla="*/ 678 h 741"/>
                <a:gd name="T16" fmla="*/ 606 w 705"/>
                <a:gd name="T17" fmla="*/ 678 h 741"/>
                <a:gd name="T18" fmla="*/ 579 w 705"/>
                <a:gd name="T19" fmla="*/ 678 h 741"/>
                <a:gd name="T20" fmla="*/ 578 w 705"/>
                <a:gd name="T21" fmla="*/ 678 h 741"/>
                <a:gd name="T22" fmla="*/ 564 w 705"/>
                <a:gd name="T23" fmla="*/ 664 h 741"/>
                <a:gd name="T24" fmla="*/ 564 w 705"/>
                <a:gd name="T25" fmla="*/ 663 h 741"/>
                <a:gd name="T26" fmla="*/ 564 w 705"/>
                <a:gd name="T27" fmla="*/ 634 h 741"/>
                <a:gd name="T28" fmla="*/ 564 w 705"/>
                <a:gd name="T29" fmla="*/ 633 h 741"/>
                <a:gd name="T30" fmla="*/ 584 w 705"/>
                <a:gd name="T31" fmla="*/ 614 h 741"/>
                <a:gd name="T32" fmla="*/ 584 w 705"/>
                <a:gd name="T33" fmla="*/ 586 h 741"/>
                <a:gd name="T34" fmla="*/ 0 w 705"/>
                <a:gd name="T35" fmla="*/ 3 h 741"/>
                <a:gd name="T36" fmla="*/ 3 w 705"/>
                <a:gd name="T37" fmla="*/ 0 h 741"/>
                <a:gd name="T38" fmla="*/ 587 w 705"/>
                <a:gd name="T39" fmla="*/ 584 h 741"/>
                <a:gd name="T40" fmla="*/ 587 w 705"/>
                <a:gd name="T41" fmla="*/ 585 h 741"/>
                <a:gd name="T42" fmla="*/ 587 w 705"/>
                <a:gd name="T43" fmla="*/ 614 h 741"/>
                <a:gd name="T44" fmla="*/ 587 w 705"/>
                <a:gd name="T45" fmla="*/ 615 h 741"/>
                <a:gd name="T46" fmla="*/ 567 w 705"/>
                <a:gd name="T47" fmla="*/ 635 h 741"/>
                <a:gd name="T48" fmla="*/ 567 w 705"/>
                <a:gd name="T49" fmla="*/ 662 h 741"/>
                <a:gd name="T50" fmla="*/ 580 w 705"/>
                <a:gd name="T51" fmla="*/ 675 h 741"/>
                <a:gd name="T52" fmla="*/ 605 w 705"/>
                <a:gd name="T53" fmla="*/ 675 h 741"/>
                <a:gd name="T54" fmla="*/ 625 w 705"/>
                <a:gd name="T55" fmla="*/ 654 h 741"/>
                <a:gd name="T56" fmla="*/ 627 w 705"/>
                <a:gd name="T57" fmla="*/ 654 h 741"/>
                <a:gd name="T58" fmla="*/ 656 w 705"/>
                <a:gd name="T59" fmla="*/ 654 h 741"/>
                <a:gd name="T60" fmla="*/ 658 w 705"/>
                <a:gd name="T61" fmla="*/ 654 h 741"/>
                <a:gd name="T62" fmla="*/ 704 w 705"/>
                <a:gd name="T63" fmla="*/ 701 h 741"/>
                <a:gd name="T64" fmla="*/ 705 w 705"/>
                <a:gd name="T65" fmla="*/ 702 h 741"/>
                <a:gd name="T66" fmla="*/ 705 w 705"/>
                <a:gd name="T67" fmla="*/ 735 h 741"/>
                <a:gd name="T68" fmla="*/ 704 w 705"/>
                <a:gd name="T69" fmla="*/ 736 h 741"/>
                <a:gd name="T70" fmla="*/ 699 w 705"/>
                <a:gd name="T71" fmla="*/ 74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5" h="741">
                  <a:moveTo>
                    <a:pt x="699" y="741"/>
                  </a:moveTo>
                  <a:cubicBezTo>
                    <a:pt x="697" y="739"/>
                    <a:pt x="697" y="739"/>
                    <a:pt x="697" y="739"/>
                  </a:cubicBezTo>
                  <a:cubicBezTo>
                    <a:pt x="701" y="734"/>
                    <a:pt x="701" y="734"/>
                    <a:pt x="701" y="734"/>
                  </a:cubicBezTo>
                  <a:cubicBezTo>
                    <a:pt x="701" y="703"/>
                    <a:pt x="701" y="703"/>
                    <a:pt x="701" y="703"/>
                  </a:cubicBezTo>
                  <a:cubicBezTo>
                    <a:pt x="656" y="657"/>
                    <a:pt x="656" y="657"/>
                    <a:pt x="656" y="657"/>
                  </a:cubicBezTo>
                  <a:cubicBezTo>
                    <a:pt x="627" y="657"/>
                    <a:pt x="627" y="657"/>
                    <a:pt x="627" y="657"/>
                  </a:cubicBezTo>
                  <a:cubicBezTo>
                    <a:pt x="607" y="678"/>
                    <a:pt x="607" y="678"/>
                    <a:pt x="607" y="678"/>
                  </a:cubicBezTo>
                  <a:cubicBezTo>
                    <a:pt x="607" y="678"/>
                    <a:pt x="606" y="678"/>
                    <a:pt x="606" y="678"/>
                  </a:cubicBezTo>
                  <a:cubicBezTo>
                    <a:pt x="606" y="678"/>
                    <a:pt x="606" y="678"/>
                    <a:pt x="606" y="678"/>
                  </a:cubicBezTo>
                  <a:cubicBezTo>
                    <a:pt x="579" y="678"/>
                    <a:pt x="579" y="678"/>
                    <a:pt x="579" y="678"/>
                  </a:cubicBezTo>
                  <a:cubicBezTo>
                    <a:pt x="579" y="678"/>
                    <a:pt x="578" y="678"/>
                    <a:pt x="578" y="678"/>
                  </a:cubicBezTo>
                  <a:cubicBezTo>
                    <a:pt x="564" y="664"/>
                    <a:pt x="564" y="664"/>
                    <a:pt x="564" y="664"/>
                  </a:cubicBezTo>
                  <a:cubicBezTo>
                    <a:pt x="564" y="664"/>
                    <a:pt x="564" y="663"/>
                    <a:pt x="564" y="663"/>
                  </a:cubicBezTo>
                  <a:cubicBezTo>
                    <a:pt x="564" y="634"/>
                    <a:pt x="564" y="634"/>
                    <a:pt x="564" y="634"/>
                  </a:cubicBezTo>
                  <a:cubicBezTo>
                    <a:pt x="564" y="634"/>
                    <a:pt x="564" y="633"/>
                    <a:pt x="564" y="633"/>
                  </a:cubicBezTo>
                  <a:cubicBezTo>
                    <a:pt x="584" y="614"/>
                    <a:pt x="584" y="614"/>
                    <a:pt x="584" y="614"/>
                  </a:cubicBezTo>
                  <a:cubicBezTo>
                    <a:pt x="584" y="586"/>
                    <a:pt x="584" y="586"/>
                    <a:pt x="584" y="58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87" y="584"/>
                    <a:pt x="587" y="584"/>
                    <a:pt x="587" y="584"/>
                  </a:cubicBezTo>
                  <a:cubicBezTo>
                    <a:pt x="587" y="584"/>
                    <a:pt x="587" y="585"/>
                    <a:pt x="587" y="585"/>
                  </a:cubicBezTo>
                  <a:cubicBezTo>
                    <a:pt x="587" y="614"/>
                    <a:pt x="587" y="614"/>
                    <a:pt x="587" y="614"/>
                  </a:cubicBezTo>
                  <a:cubicBezTo>
                    <a:pt x="587" y="615"/>
                    <a:pt x="587" y="615"/>
                    <a:pt x="587" y="615"/>
                  </a:cubicBezTo>
                  <a:cubicBezTo>
                    <a:pt x="567" y="635"/>
                    <a:pt x="567" y="635"/>
                    <a:pt x="567" y="635"/>
                  </a:cubicBezTo>
                  <a:cubicBezTo>
                    <a:pt x="567" y="662"/>
                    <a:pt x="567" y="662"/>
                    <a:pt x="567" y="662"/>
                  </a:cubicBezTo>
                  <a:cubicBezTo>
                    <a:pt x="580" y="675"/>
                    <a:pt x="580" y="675"/>
                    <a:pt x="580" y="675"/>
                  </a:cubicBezTo>
                  <a:cubicBezTo>
                    <a:pt x="605" y="675"/>
                    <a:pt x="605" y="675"/>
                    <a:pt x="605" y="675"/>
                  </a:cubicBezTo>
                  <a:cubicBezTo>
                    <a:pt x="625" y="654"/>
                    <a:pt x="625" y="654"/>
                    <a:pt x="625" y="654"/>
                  </a:cubicBezTo>
                  <a:cubicBezTo>
                    <a:pt x="626" y="654"/>
                    <a:pt x="626" y="654"/>
                    <a:pt x="627" y="654"/>
                  </a:cubicBezTo>
                  <a:cubicBezTo>
                    <a:pt x="656" y="654"/>
                    <a:pt x="656" y="654"/>
                    <a:pt x="656" y="654"/>
                  </a:cubicBezTo>
                  <a:cubicBezTo>
                    <a:pt x="657" y="654"/>
                    <a:pt x="657" y="654"/>
                    <a:pt x="658" y="654"/>
                  </a:cubicBezTo>
                  <a:cubicBezTo>
                    <a:pt x="704" y="701"/>
                    <a:pt x="704" y="701"/>
                    <a:pt x="704" y="701"/>
                  </a:cubicBezTo>
                  <a:cubicBezTo>
                    <a:pt x="705" y="701"/>
                    <a:pt x="705" y="702"/>
                    <a:pt x="705" y="702"/>
                  </a:cubicBezTo>
                  <a:cubicBezTo>
                    <a:pt x="705" y="735"/>
                    <a:pt x="705" y="735"/>
                    <a:pt x="705" y="735"/>
                  </a:cubicBezTo>
                  <a:cubicBezTo>
                    <a:pt x="705" y="735"/>
                    <a:pt x="705" y="736"/>
                    <a:pt x="704" y="736"/>
                  </a:cubicBezTo>
                  <a:lnTo>
                    <a:pt x="699" y="74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3" name="Freeform 548"/>
            <p:cNvSpPr>
              <a:spLocks/>
            </p:cNvSpPr>
            <p:nvPr/>
          </p:nvSpPr>
          <p:spPr bwMode="auto">
            <a:xfrm flipV="1">
              <a:off x="1922464" y="6811961"/>
              <a:ext cx="2260600" cy="2454275"/>
            </a:xfrm>
            <a:custGeom>
              <a:avLst/>
              <a:gdLst>
                <a:gd name="T0" fmla="*/ 594 w 602"/>
                <a:gd name="T1" fmla="*/ 654 h 654"/>
                <a:gd name="T2" fmla="*/ 591 w 602"/>
                <a:gd name="T3" fmla="*/ 651 h 654"/>
                <a:gd name="T4" fmla="*/ 598 w 602"/>
                <a:gd name="T5" fmla="*/ 644 h 654"/>
                <a:gd name="T6" fmla="*/ 598 w 602"/>
                <a:gd name="T7" fmla="*/ 601 h 654"/>
                <a:gd name="T8" fmla="*/ 0 w 602"/>
                <a:gd name="T9" fmla="*/ 2 h 654"/>
                <a:gd name="T10" fmla="*/ 2 w 602"/>
                <a:gd name="T11" fmla="*/ 0 h 654"/>
                <a:gd name="T12" fmla="*/ 601 w 602"/>
                <a:gd name="T13" fmla="*/ 599 h 654"/>
                <a:gd name="T14" fmla="*/ 602 w 602"/>
                <a:gd name="T15" fmla="*/ 600 h 654"/>
                <a:gd name="T16" fmla="*/ 602 w 602"/>
                <a:gd name="T17" fmla="*/ 645 h 654"/>
                <a:gd name="T18" fmla="*/ 601 w 602"/>
                <a:gd name="T19" fmla="*/ 646 h 654"/>
                <a:gd name="T20" fmla="*/ 594 w 602"/>
                <a:gd name="T21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2" h="654">
                  <a:moveTo>
                    <a:pt x="594" y="654"/>
                  </a:moveTo>
                  <a:cubicBezTo>
                    <a:pt x="591" y="651"/>
                    <a:pt x="591" y="651"/>
                    <a:pt x="591" y="651"/>
                  </a:cubicBezTo>
                  <a:cubicBezTo>
                    <a:pt x="598" y="644"/>
                    <a:pt x="598" y="644"/>
                    <a:pt x="598" y="644"/>
                  </a:cubicBezTo>
                  <a:cubicBezTo>
                    <a:pt x="598" y="601"/>
                    <a:pt x="598" y="601"/>
                    <a:pt x="598" y="60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1" y="599"/>
                    <a:pt x="601" y="599"/>
                    <a:pt x="601" y="599"/>
                  </a:cubicBezTo>
                  <a:cubicBezTo>
                    <a:pt x="602" y="599"/>
                    <a:pt x="602" y="600"/>
                    <a:pt x="602" y="600"/>
                  </a:cubicBezTo>
                  <a:cubicBezTo>
                    <a:pt x="602" y="645"/>
                    <a:pt x="602" y="645"/>
                    <a:pt x="602" y="645"/>
                  </a:cubicBezTo>
                  <a:cubicBezTo>
                    <a:pt x="602" y="645"/>
                    <a:pt x="602" y="646"/>
                    <a:pt x="601" y="646"/>
                  </a:cubicBezTo>
                  <a:lnTo>
                    <a:pt x="594" y="65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4" name="Freeform 549"/>
            <p:cNvSpPr>
              <a:spLocks/>
            </p:cNvSpPr>
            <p:nvPr/>
          </p:nvSpPr>
          <p:spPr bwMode="auto">
            <a:xfrm flipV="1">
              <a:off x="2249489" y="6627811"/>
              <a:ext cx="2371725" cy="2701925"/>
            </a:xfrm>
            <a:custGeom>
              <a:avLst/>
              <a:gdLst>
                <a:gd name="T0" fmla="*/ 630 w 632"/>
                <a:gd name="T1" fmla="*/ 720 h 720"/>
                <a:gd name="T2" fmla="*/ 624 w 632"/>
                <a:gd name="T3" fmla="*/ 714 h 720"/>
                <a:gd name="T4" fmla="*/ 623 w 632"/>
                <a:gd name="T5" fmla="*/ 713 h 720"/>
                <a:gd name="T6" fmla="*/ 623 w 632"/>
                <a:gd name="T7" fmla="*/ 670 h 720"/>
                <a:gd name="T8" fmla="*/ 591 w 632"/>
                <a:gd name="T9" fmla="*/ 639 h 720"/>
                <a:gd name="T10" fmla="*/ 562 w 632"/>
                <a:gd name="T11" fmla="*/ 639 h 720"/>
                <a:gd name="T12" fmla="*/ 560 w 632"/>
                <a:gd name="T13" fmla="*/ 638 h 720"/>
                <a:gd name="T14" fmla="*/ 404 w 632"/>
                <a:gd name="T15" fmla="*/ 482 h 720"/>
                <a:gd name="T16" fmla="*/ 404 w 632"/>
                <a:gd name="T17" fmla="*/ 481 h 720"/>
                <a:gd name="T18" fmla="*/ 404 w 632"/>
                <a:gd name="T19" fmla="*/ 436 h 720"/>
                <a:gd name="T20" fmla="*/ 57 w 632"/>
                <a:gd name="T21" fmla="*/ 89 h 720"/>
                <a:gd name="T22" fmla="*/ 31 w 632"/>
                <a:gd name="T23" fmla="*/ 89 h 720"/>
                <a:gd name="T24" fmla="*/ 30 w 632"/>
                <a:gd name="T25" fmla="*/ 88 h 720"/>
                <a:gd name="T26" fmla="*/ 0 w 632"/>
                <a:gd name="T27" fmla="*/ 59 h 720"/>
                <a:gd name="T28" fmla="*/ 0 w 632"/>
                <a:gd name="T29" fmla="*/ 58 h 720"/>
                <a:gd name="T30" fmla="*/ 0 w 632"/>
                <a:gd name="T31" fmla="*/ 21 h 720"/>
                <a:gd name="T32" fmla="*/ 0 w 632"/>
                <a:gd name="T33" fmla="*/ 20 h 720"/>
                <a:gd name="T34" fmla="*/ 21 w 632"/>
                <a:gd name="T35" fmla="*/ 0 h 720"/>
                <a:gd name="T36" fmla="*/ 24 w 632"/>
                <a:gd name="T37" fmla="*/ 2 h 720"/>
                <a:gd name="T38" fmla="*/ 3 w 632"/>
                <a:gd name="T39" fmla="*/ 22 h 720"/>
                <a:gd name="T40" fmla="*/ 3 w 632"/>
                <a:gd name="T41" fmla="*/ 57 h 720"/>
                <a:gd name="T42" fmla="*/ 32 w 632"/>
                <a:gd name="T43" fmla="*/ 85 h 720"/>
                <a:gd name="T44" fmla="*/ 57 w 632"/>
                <a:gd name="T45" fmla="*/ 85 h 720"/>
                <a:gd name="T46" fmla="*/ 59 w 632"/>
                <a:gd name="T47" fmla="*/ 86 h 720"/>
                <a:gd name="T48" fmla="*/ 407 w 632"/>
                <a:gd name="T49" fmla="*/ 434 h 720"/>
                <a:gd name="T50" fmla="*/ 407 w 632"/>
                <a:gd name="T51" fmla="*/ 435 h 720"/>
                <a:gd name="T52" fmla="*/ 407 w 632"/>
                <a:gd name="T53" fmla="*/ 480 h 720"/>
                <a:gd name="T54" fmla="*/ 562 w 632"/>
                <a:gd name="T55" fmla="*/ 635 h 720"/>
                <a:gd name="T56" fmla="*/ 592 w 632"/>
                <a:gd name="T57" fmla="*/ 635 h 720"/>
                <a:gd name="T58" fmla="*/ 593 w 632"/>
                <a:gd name="T59" fmla="*/ 636 h 720"/>
                <a:gd name="T60" fmla="*/ 626 w 632"/>
                <a:gd name="T61" fmla="*/ 669 h 720"/>
                <a:gd name="T62" fmla="*/ 627 w 632"/>
                <a:gd name="T63" fmla="*/ 670 h 720"/>
                <a:gd name="T64" fmla="*/ 627 w 632"/>
                <a:gd name="T65" fmla="*/ 712 h 720"/>
                <a:gd name="T66" fmla="*/ 632 w 632"/>
                <a:gd name="T67" fmla="*/ 717 h 720"/>
                <a:gd name="T68" fmla="*/ 630 w 632"/>
                <a:gd name="T69" fmla="*/ 72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20">
                  <a:moveTo>
                    <a:pt x="630" y="720"/>
                  </a:moveTo>
                  <a:cubicBezTo>
                    <a:pt x="624" y="714"/>
                    <a:pt x="624" y="714"/>
                    <a:pt x="624" y="714"/>
                  </a:cubicBezTo>
                  <a:cubicBezTo>
                    <a:pt x="623" y="714"/>
                    <a:pt x="623" y="713"/>
                    <a:pt x="623" y="713"/>
                  </a:cubicBezTo>
                  <a:cubicBezTo>
                    <a:pt x="623" y="670"/>
                    <a:pt x="623" y="670"/>
                    <a:pt x="623" y="670"/>
                  </a:cubicBezTo>
                  <a:cubicBezTo>
                    <a:pt x="591" y="639"/>
                    <a:pt x="591" y="639"/>
                    <a:pt x="591" y="639"/>
                  </a:cubicBezTo>
                  <a:cubicBezTo>
                    <a:pt x="562" y="639"/>
                    <a:pt x="562" y="639"/>
                    <a:pt x="562" y="639"/>
                  </a:cubicBezTo>
                  <a:cubicBezTo>
                    <a:pt x="561" y="639"/>
                    <a:pt x="561" y="638"/>
                    <a:pt x="560" y="638"/>
                  </a:cubicBezTo>
                  <a:cubicBezTo>
                    <a:pt x="404" y="482"/>
                    <a:pt x="404" y="482"/>
                    <a:pt x="404" y="482"/>
                  </a:cubicBezTo>
                  <a:cubicBezTo>
                    <a:pt x="404" y="482"/>
                    <a:pt x="404" y="481"/>
                    <a:pt x="404" y="481"/>
                  </a:cubicBezTo>
                  <a:cubicBezTo>
                    <a:pt x="404" y="436"/>
                    <a:pt x="404" y="436"/>
                    <a:pt x="404" y="436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8" y="86"/>
                    <a:pt x="59" y="86"/>
                  </a:cubicBezTo>
                  <a:cubicBezTo>
                    <a:pt x="407" y="434"/>
                    <a:pt x="407" y="434"/>
                    <a:pt x="407" y="434"/>
                  </a:cubicBezTo>
                  <a:cubicBezTo>
                    <a:pt x="407" y="434"/>
                    <a:pt x="407" y="435"/>
                    <a:pt x="407" y="435"/>
                  </a:cubicBezTo>
                  <a:cubicBezTo>
                    <a:pt x="407" y="480"/>
                    <a:pt x="407" y="480"/>
                    <a:pt x="407" y="480"/>
                  </a:cubicBezTo>
                  <a:cubicBezTo>
                    <a:pt x="562" y="635"/>
                    <a:pt x="562" y="635"/>
                    <a:pt x="562" y="635"/>
                  </a:cubicBezTo>
                  <a:cubicBezTo>
                    <a:pt x="592" y="635"/>
                    <a:pt x="592" y="635"/>
                    <a:pt x="592" y="635"/>
                  </a:cubicBezTo>
                  <a:cubicBezTo>
                    <a:pt x="593" y="635"/>
                    <a:pt x="593" y="635"/>
                    <a:pt x="593" y="636"/>
                  </a:cubicBezTo>
                  <a:cubicBezTo>
                    <a:pt x="626" y="669"/>
                    <a:pt x="626" y="669"/>
                    <a:pt x="626" y="669"/>
                  </a:cubicBezTo>
                  <a:cubicBezTo>
                    <a:pt x="627" y="669"/>
                    <a:pt x="627" y="669"/>
                    <a:pt x="627" y="670"/>
                  </a:cubicBezTo>
                  <a:cubicBezTo>
                    <a:pt x="627" y="712"/>
                    <a:pt x="627" y="712"/>
                    <a:pt x="627" y="712"/>
                  </a:cubicBezTo>
                  <a:cubicBezTo>
                    <a:pt x="632" y="717"/>
                    <a:pt x="632" y="717"/>
                    <a:pt x="632" y="717"/>
                  </a:cubicBezTo>
                  <a:lnTo>
                    <a:pt x="630" y="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5" name="Freeform 550"/>
            <p:cNvSpPr>
              <a:spLocks/>
            </p:cNvSpPr>
            <p:nvPr/>
          </p:nvSpPr>
          <p:spPr bwMode="auto">
            <a:xfrm flipV="1">
              <a:off x="2406652" y="6234111"/>
              <a:ext cx="2371725" cy="2919413"/>
            </a:xfrm>
            <a:custGeom>
              <a:avLst/>
              <a:gdLst>
                <a:gd name="T0" fmla="*/ 507 w 632"/>
                <a:gd name="T1" fmla="*/ 778 h 778"/>
                <a:gd name="T2" fmla="*/ 507 w 632"/>
                <a:gd name="T3" fmla="*/ 774 h 778"/>
                <a:gd name="T4" fmla="*/ 554 w 632"/>
                <a:gd name="T5" fmla="*/ 774 h 778"/>
                <a:gd name="T6" fmla="*/ 629 w 632"/>
                <a:gd name="T7" fmla="*/ 699 h 778"/>
                <a:gd name="T8" fmla="*/ 629 w 632"/>
                <a:gd name="T9" fmla="*/ 661 h 778"/>
                <a:gd name="T10" fmla="*/ 609 w 632"/>
                <a:gd name="T11" fmla="*/ 641 h 778"/>
                <a:gd name="T12" fmla="*/ 609 w 632"/>
                <a:gd name="T13" fmla="*/ 640 h 778"/>
                <a:gd name="T14" fmla="*/ 609 w 632"/>
                <a:gd name="T15" fmla="*/ 614 h 778"/>
                <a:gd name="T16" fmla="*/ 563 w 632"/>
                <a:gd name="T17" fmla="*/ 568 h 778"/>
                <a:gd name="T18" fmla="*/ 522 w 632"/>
                <a:gd name="T19" fmla="*/ 568 h 778"/>
                <a:gd name="T20" fmla="*/ 520 w 632"/>
                <a:gd name="T21" fmla="*/ 568 h 778"/>
                <a:gd name="T22" fmla="*/ 394 w 632"/>
                <a:gd name="T23" fmla="*/ 441 h 778"/>
                <a:gd name="T24" fmla="*/ 393 w 632"/>
                <a:gd name="T25" fmla="*/ 440 h 778"/>
                <a:gd name="T26" fmla="*/ 393 w 632"/>
                <a:gd name="T27" fmla="*/ 371 h 778"/>
                <a:gd name="T28" fmla="*/ 25 w 632"/>
                <a:gd name="T29" fmla="*/ 3 h 778"/>
                <a:gd name="T30" fmla="*/ 0 w 632"/>
                <a:gd name="T31" fmla="*/ 3 h 778"/>
                <a:gd name="T32" fmla="*/ 0 w 632"/>
                <a:gd name="T33" fmla="*/ 0 h 778"/>
                <a:gd name="T34" fmla="*/ 26 w 632"/>
                <a:gd name="T35" fmla="*/ 0 h 778"/>
                <a:gd name="T36" fmla="*/ 27 w 632"/>
                <a:gd name="T37" fmla="*/ 0 h 778"/>
                <a:gd name="T38" fmla="*/ 396 w 632"/>
                <a:gd name="T39" fmla="*/ 369 h 778"/>
                <a:gd name="T40" fmla="*/ 397 w 632"/>
                <a:gd name="T41" fmla="*/ 371 h 778"/>
                <a:gd name="T42" fmla="*/ 397 w 632"/>
                <a:gd name="T43" fmla="*/ 439 h 778"/>
                <a:gd name="T44" fmla="*/ 522 w 632"/>
                <a:gd name="T45" fmla="*/ 565 h 778"/>
                <a:gd name="T46" fmla="*/ 564 w 632"/>
                <a:gd name="T47" fmla="*/ 565 h 778"/>
                <a:gd name="T48" fmla="*/ 565 w 632"/>
                <a:gd name="T49" fmla="*/ 565 h 778"/>
                <a:gd name="T50" fmla="*/ 612 w 632"/>
                <a:gd name="T51" fmla="*/ 612 h 778"/>
                <a:gd name="T52" fmla="*/ 612 w 632"/>
                <a:gd name="T53" fmla="*/ 613 h 778"/>
                <a:gd name="T54" fmla="*/ 612 w 632"/>
                <a:gd name="T55" fmla="*/ 640 h 778"/>
                <a:gd name="T56" fmla="*/ 632 w 632"/>
                <a:gd name="T57" fmla="*/ 659 h 778"/>
                <a:gd name="T58" fmla="*/ 632 w 632"/>
                <a:gd name="T59" fmla="*/ 660 h 778"/>
                <a:gd name="T60" fmla="*/ 632 w 632"/>
                <a:gd name="T61" fmla="*/ 700 h 778"/>
                <a:gd name="T62" fmla="*/ 632 w 632"/>
                <a:gd name="T63" fmla="*/ 701 h 778"/>
                <a:gd name="T64" fmla="*/ 556 w 632"/>
                <a:gd name="T65" fmla="*/ 777 h 778"/>
                <a:gd name="T66" fmla="*/ 554 w 632"/>
                <a:gd name="T67" fmla="*/ 778 h 778"/>
                <a:gd name="T68" fmla="*/ 507 w 632"/>
                <a:gd name="T69" fmla="*/ 778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78">
                  <a:moveTo>
                    <a:pt x="507" y="778"/>
                  </a:moveTo>
                  <a:cubicBezTo>
                    <a:pt x="507" y="774"/>
                    <a:pt x="507" y="774"/>
                    <a:pt x="507" y="774"/>
                  </a:cubicBezTo>
                  <a:cubicBezTo>
                    <a:pt x="554" y="774"/>
                    <a:pt x="554" y="774"/>
                    <a:pt x="554" y="774"/>
                  </a:cubicBezTo>
                  <a:cubicBezTo>
                    <a:pt x="629" y="699"/>
                    <a:pt x="629" y="699"/>
                    <a:pt x="629" y="699"/>
                  </a:cubicBezTo>
                  <a:cubicBezTo>
                    <a:pt x="629" y="661"/>
                    <a:pt x="629" y="661"/>
                    <a:pt x="629" y="661"/>
                  </a:cubicBezTo>
                  <a:cubicBezTo>
                    <a:pt x="609" y="641"/>
                    <a:pt x="609" y="641"/>
                    <a:pt x="609" y="641"/>
                  </a:cubicBezTo>
                  <a:cubicBezTo>
                    <a:pt x="609" y="641"/>
                    <a:pt x="609" y="641"/>
                    <a:pt x="609" y="640"/>
                  </a:cubicBezTo>
                  <a:cubicBezTo>
                    <a:pt x="609" y="614"/>
                    <a:pt x="609" y="614"/>
                    <a:pt x="609" y="614"/>
                  </a:cubicBezTo>
                  <a:cubicBezTo>
                    <a:pt x="563" y="568"/>
                    <a:pt x="563" y="568"/>
                    <a:pt x="563" y="568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1" y="568"/>
                    <a:pt x="521" y="568"/>
                    <a:pt x="520" y="568"/>
                  </a:cubicBezTo>
                  <a:cubicBezTo>
                    <a:pt x="394" y="441"/>
                    <a:pt x="394" y="441"/>
                    <a:pt x="394" y="441"/>
                  </a:cubicBezTo>
                  <a:cubicBezTo>
                    <a:pt x="393" y="441"/>
                    <a:pt x="393" y="441"/>
                    <a:pt x="393" y="440"/>
                  </a:cubicBezTo>
                  <a:cubicBezTo>
                    <a:pt x="393" y="371"/>
                    <a:pt x="393" y="371"/>
                    <a:pt x="393" y="371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396" y="369"/>
                    <a:pt x="396" y="369"/>
                    <a:pt x="396" y="369"/>
                  </a:cubicBezTo>
                  <a:cubicBezTo>
                    <a:pt x="396" y="370"/>
                    <a:pt x="397" y="370"/>
                    <a:pt x="397" y="371"/>
                  </a:cubicBezTo>
                  <a:cubicBezTo>
                    <a:pt x="397" y="439"/>
                    <a:pt x="397" y="439"/>
                    <a:pt x="397" y="439"/>
                  </a:cubicBezTo>
                  <a:cubicBezTo>
                    <a:pt x="522" y="565"/>
                    <a:pt x="522" y="565"/>
                    <a:pt x="522" y="565"/>
                  </a:cubicBezTo>
                  <a:cubicBezTo>
                    <a:pt x="564" y="565"/>
                    <a:pt x="564" y="565"/>
                    <a:pt x="564" y="565"/>
                  </a:cubicBezTo>
                  <a:cubicBezTo>
                    <a:pt x="565" y="565"/>
                    <a:pt x="565" y="565"/>
                    <a:pt x="565" y="565"/>
                  </a:cubicBezTo>
                  <a:cubicBezTo>
                    <a:pt x="612" y="612"/>
                    <a:pt x="612" y="612"/>
                    <a:pt x="612" y="612"/>
                  </a:cubicBezTo>
                  <a:cubicBezTo>
                    <a:pt x="612" y="612"/>
                    <a:pt x="612" y="612"/>
                    <a:pt x="612" y="613"/>
                  </a:cubicBezTo>
                  <a:cubicBezTo>
                    <a:pt x="612" y="640"/>
                    <a:pt x="612" y="640"/>
                    <a:pt x="612" y="640"/>
                  </a:cubicBezTo>
                  <a:cubicBezTo>
                    <a:pt x="632" y="659"/>
                    <a:pt x="632" y="659"/>
                    <a:pt x="632" y="659"/>
                  </a:cubicBezTo>
                  <a:cubicBezTo>
                    <a:pt x="632" y="660"/>
                    <a:pt x="632" y="660"/>
                    <a:pt x="632" y="660"/>
                  </a:cubicBezTo>
                  <a:cubicBezTo>
                    <a:pt x="632" y="700"/>
                    <a:pt x="632" y="700"/>
                    <a:pt x="632" y="700"/>
                  </a:cubicBezTo>
                  <a:cubicBezTo>
                    <a:pt x="632" y="700"/>
                    <a:pt x="632" y="700"/>
                    <a:pt x="632" y="701"/>
                  </a:cubicBezTo>
                  <a:cubicBezTo>
                    <a:pt x="556" y="777"/>
                    <a:pt x="556" y="777"/>
                    <a:pt x="556" y="777"/>
                  </a:cubicBezTo>
                  <a:cubicBezTo>
                    <a:pt x="555" y="777"/>
                    <a:pt x="555" y="778"/>
                    <a:pt x="554" y="778"/>
                  </a:cubicBezTo>
                  <a:lnTo>
                    <a:pt x="507" y="77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6" name="Freeform 551"/>
            <p:cNvSpPr>
              <a:spLocks/>
            </p:cNvSpPr>
            <p:nvPr/>
          </p:nvSpPr>
          <p:spPr bwMode="auto">
            <a:xfrm flipV="1">
              <a:off x="2235202" y="6778623"/>
              <a:ext cx="2641600" cy="2798763"/>
            </a:xfrm>
            <a:custGeom>
              <a:avLst/>
              <a:gdLst>
                <a:gd name="T0" fmla="*/ 702 w 704"/>
                <a:gd name="T1" fmla="*/ 746 h 746"/>
                <a:gd name="T2" fmla="*/ 632 w 704"/>
                <a:gd name="T3" fmla="*/ 676 h 746"/>
                <a:gd name="T4" fmla="*/ 631 w 704"/>
                <a:gd name="T5" fmla="*/ 675 h 746"/>
                <a:gd name="T6" fmla="*/ 631 w 704"/>
                <a:gd name="T7" fmla="*/ 633 h 746"/>
                <a:gd name="T8" fmla="*/ 0 w 704"/>
                <a:gd name="T9" fmla="*/ 2 h 746"/>
                <a:gd name="T10" fmla="*/ 2 w 704"/>
                <a:gd name="T11" fmla="*/ 0 h 746"/>
                <a:gd name="T12" fmla="*/ 634 w 704"/>
                <a:gd name="T13" fmla="*/ 632 h 746"/>
                <a:gd name="T14" fmla="*/ 635 w 704"/>
                <a:gd name="T15" fmla="*/ 633 h 746"/>
                <a:gd name="T16" fmla="*/ 635 w 704"/>
                <a:gd name="T17" fmla="*/ 674 h 746"/>
                <a:gd name="T18" fmla="*/ 704 w 704"/>
                <a:gd name="T19" fmla="*/ 744 h 746"/>
                <a:gd name="T20" fmla="*/ 702 w 704"/>
                <a:gd name="T21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4" h="746">
                  <a:moveTo>
                    <a:pt x="702" y="746"/>
                  </a:moveTo>
                  <a:cubicBezTo>
                    <a:pt x="632" y="676"/>
                    <a:pt x="632" y="676"/>
                    <a:pt x="632" y="676"/>
                  </a:cubicBezTo>
                  <a:cubicBezTo>
                    <a:pt x="632" y="676"/>
                    <a:pt x="631" y="675"/>
                    <a:pt x="631" y="675"/>
                  </a:cubicBezTo>
                  <a:cubicBezTo>
                    <a:pt x="631" y="633"/>
                    <a:pt x="631" y="633"/>
                    <a:pt x="631" y="6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34" y="632"/>
                    <a:pt x="634" y="632"/>
                    <a:pt x="634" y="632"/>
                  </a:cubicBezTo>
                  <a:cubicBezTo>
                    <a:pt x="635" y="632"/>
                    <a:pt x="635" y="632"/>
                    <a:pt x="635" y="633"/>
                  </a:cubicBezTo>
                  <a:cubicBezTo>
                    <a:pt x="635" y="674"/>
                    <a:pt x="635" y="674"/>
                    <a:pt x="635" y="674"/>
                  </a:cubicBezTo>
                  <a:cubicBezTo>
                    <a:pt x="704" y="744"/>
                    <a:pt x="704" y="744"/>
                    <a:pt x="704" y="744"/>
                  </a:cubicBezTo>
                  <a:lnTo>
                    <a:pt x="702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7" name="Freeform 552"/>
            <p:cNvSpPr>
              <a:spLocks/>
            </p:cNvSpPr>
            <p:nvPr/>
          </p:nvSpPr>
          <p:spPr bwMode="auto">
            <a:xfrm flipV="1">
              <a:off x="2879727" y="7400924"/>
              <a:ext cx="1812925" cy="1854200"/>
            </a:xfrm>
            <a:custGeom>
              <a:avLst/>
              <a:gdLst>
                <a:gd name="T0" fmla="*/ 464 w 483"/>
                <a:gd name="T1" fmla="*/ 494 h 494"/>
                <a:gd name="T2" fmla="*/ 461 w 483"/>
                <a:gd name="T3" fmla="*/ 494 h 494"/>
                <a:gd name="T4" fmla="*/ 461 w 483"/>
                <a:gd name="T5" fmla="*/ 465 h 494"/>
                <a:gd name="T6" fmla="*/ 462 w 483"/>
                <a:gd name="T7" fmla="*/ 463 h 494"/>
                <a:gd name="T8" fmla="*/ 480 w 483"/>
                <a:gd name="T9" fmla="*/ 445 h 494"/>
                <a:gd name="T10" fmla="*/ 480 w 483"/>
                <a:gd name="T11" fmla="*/ 429 h 494"/>
                <a:gd name="T12" fmla="*/ 269 w 483"/>
                <a:gd name="T13" fmla="*/ 218 h 494"/>
                <a:gd name="T14" fmla="*/ 217 w 483"/>
                <a:gd name="T15" fmla="*/ 218 h 494"/>
                <a:gd name="T16" fmla="*/ 215 w 483"/>
                <a:gd name="T17" fmla="*/ 218 h 494"/>
                <a:gd name="T18" fmla="*/ 0 w 483"/>
                <a:gd name="T19" fmla="*/ 2 h 494"/>
                <a:gd name="T20" fmla="*/ 2 w 483"/>
                <a:gd name="T21" fmla="*/ 0 h 494"/>
                <a:gd name="T22" fmla="*/ 217 w 483"/>
                <a:gd name="T23" fmla="*/ 215 h 494"/>
                <a:gd name="T24" fmla="*/ 270 w 483"/>
                <a:gd name="T25" fmla="*/ 215 h 494"/>
                <a:gd name="T26" fmla="*/ 271 w 483"/>
                <a:gd name="T27" fmla="*/ 215 h 494"/>
                <a:gd name="T28" fmla="*/ 483 w 483"/>
                <a:gd name="T29" fmla="*/ 427 h 494"/>
                <a:gd name="T30" fmla="*/ 483 w 483"/>
                <a:gd name="T31" fmla="*/ 428 h 494"/>
                <a:gd name="T32" fmla="*/ 483 w 483"/>
                <a:gd name="T33" fmla="*/ 446 h 494"/>
                <a:gd name="T34" fmla="*/ 483 w 483"/>
                <a:gd name="T35" fmla="*/ 447 h 494"/>
                <a:gd name="T36" fmla="*/ 464 w 483"/>
                <a:gd name="T37" fmla="*/ 465 h 494"/>
                <a:gd name="T38" fmla="*/ 464 w 483"/>
                <a:gd name="T39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4">
                  <a:moveTo>
                    <a:pt x="464" y="494"/>
                  </a:moveTo>
                  <a:cubicBezTo>
                    <a:pt x="461" y="494"/>
                    <a:pt x="461" y="494"/>
                    <a:pt x="461" y="494"/>
                  </a:cubicBezTo>
                  <a:cubicBezTo>
                    <a:pt x="461" y="465"/>
                    <a:pt x="461" y="465"/>
                    <a:pt x="461" y="465"/>
                  </a:cubicBezTo>
                  <a:cubicBezTo>
                    <a:pt x="461" y="464"/>
                    <a:pt x="461" y="464"/>
                    <a:pt x="462" y="463"/>
                  </a:cubicBezTo>
                  <a:cubicBezTo>
                    <a:pt x="480" y="445"/>
                    <a:pt x="480" y="445"/>
                    <a:pt x="480" y="445"/>
                  </a:cubicBezTo>
                  <a:cubicBezTo>
                    <a:pt x="480" y="429"/>
                    <a:pt x="480" y="429"/>
                    <a:pt x="480" y="429"/>
                  </a:cubicBezTo>
                  <a:cubicBezTo>
                    <a:pt x="269" y="218"/>
                    <a:pt x="269" y="218"/>
                    <a:pt x="269" y="218"/>
                  </a:cubicBezTo>
                  <a:cubicBezTo>
                    <a:pt x="217" y="218"/>
                    <a:pt x="217" y="218"/>
                    <a:pt x="217" y="218"/>
                  </a:cubicBezTo>
                  <a:cubicBezTo>
                    <a:pt x="216" y="218"/>
                    <a:pt x="216" y="218"/>
                    <a:pt x="215" y="2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70" y="215"/>
                    <a:pt x="270" y="215"/>
                    <a:pt x="270" y="215"/>
                  </a:cubicBezTo>
                  <a:cubicBezTo>
                    <a:pt x="270" y="215"/>
                    <a:pt x="271" y="215"/>
                    <a:pt x="271" y="215"/>
                  </a:cubicBezTo>
                  <a:cubicBezTo>
                    <a:pt x="483" y="427"/>
                    <a:pt x="483" y="427"/>
                    <a:pt x="483" y="427"/>
                  </a:cubicBezTo>
                  <a:cubicBezTo>
                    <a:pt x="483" y="427"/>
                    <a:pt x="483" y="428"/>
                    <a:pt x="483" y="428"/>
                  </a:cubicBezTo>
                  <a:cubicBezTo>
                    <a:pt x="483" y="446"/>
                    <a:pt x="483" y="446"/>
                    <a:pt x="483" y="446"/>
                  </a:cubicBezTo>
                  <a:cubicBezTo>
                    <a:pt x="483" y="446"/>
                    <a:pt x="483" y="447"/>
                    <a:pt x="483" y="447"/>
                  </a:cubicBezTo>
                  <a:cubicBezTo>
                    <a:pt x="464" y="465"/>
                    <a:pt x="464" y="465"/>
                    <a:pt x="464" y="465"/>
                  </a:cubicBezTo>
                  <a:lnTo>
                    <a:pt x="464" y="4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8" name="Freeform 553"/>
            <p:cNvSpPr>
              <a:spLocks/>
            </p:cNvSpPr>
            <p:nvPr/>
          </p:nvSpPr>
          <p:spPr bwMode="auto">
            <a:xfrm flipV="1">
              <a:off x="2786064" y="6770686"/>
              <a:ext cx="2360612" cy="2897188"/>
            </a:xfrm>
            <a:custGeom>
              <a:avLst/>
              <a:gdLst>
                <a:gd name="T0" fmla="*/ 629 w 629"/>
                <a:gd name="T1" fmla="*/ 772 h 772"/>
                <a:gd name="T2" fmla="*/ 590 w 629"/>
                <a:gd name="T3" fmla="*/ 772 h 772"/>
                <a:gd name="T4" fmla="*/ 587 w 629"/>
                <a:gd name="T5" fmla="*/ 771 h 772"/>
                <a:gd name="T6" fmla="*/ 505 w 629"/>
                <a:gd name="T7" fmla="*/ 688 h 772"/>
                <a:gd name="T8" fmla="*/ 504 w 629"/>
                <a:gd name="T9" fmla="*/ 686 h 772"/>
                <a:gd name="T10" fmla="*/ 504 w 629"/>
                <a:gd name="T11" fmla="*/ 645 h 772"/>
                <a:gd name="T12" fmla="*/ 505 w 629"/>
                <a:gd name="T13" fmla="*/ 643 h 772"/>
                <a:gd name="T14" fmla="*/ 519 w 629"/>
                <a:gd name="T15" fmla="*/ 628 h 772"/>
                <a:gd name="T16" fmla="*/ 519 w 629"/>
                <a:gd name="T17" fmla="*/ 582 h 772"/>
                <a:gd name="T18" fmla="*/ 520 w 629"/>
                <a:gd name="T19" fmla="*/ 580 h 772"/>
                <a:gd name="T20" fmla="*/ 549 w 629"/>
                <a:gd name="T21" fmla="*/ 551 h 772"/>
                <a:gd name="T22" fmla="*/ 549 w 629"/>
                <a:gd name="T23" fmla="*/ 539 h 772"/>
                <a:gd name="T24" fmla="*/ 294 w 629"/>
                <a:gd name="T25" fmla="*/ 284 h 772"/>
                <a:gd name="T26" fmla="*/ 256 w 629"/>
                <a:gd name="T27" fmla="*/ 284 h 772"/>
                <a:gd name="T28" fmla="*/ 253 w 629"/>
                <a:gd name="T29" fmla="*/ 283 h 772"/>
                <a:gd name="T30" fmla="*/ 175 w 629"/>
                <a:gd name="T31" fmla="*/ 204 h 772"/>
                <a:gd name="T32" fmla="*/ 173 w 629"/>
                <a:gd name="T33" fmla="*/ 201 h 772"/>
                <a:gd name="T34" fmla="*/ 174 w 629"/>
                <a:gd name="T35" fmla="*/ 178 h 772"/>
                <a:gd name="T36" fmla="*/ 0 w 629"/>
                <a:gd name="T37" fmla="*/ 5 h 772"/>
                <a:gd name="T38" fmla="*/ 5 w 629"/>
                <a:gd name="T39" fmla="*/ 0 h 772"/>
                <a:gd name="T40" fmla="*/ 179 w 629"/>
                <a:gd name="T41" fmla="*/ 174 h 772"/>
                <a:gd name="T42" fmla="*/ 180 w 629"/>
                <a:gd name="T43" fmla="*/ 177 h 772"/>
                <a:gd name="T44" fmla="*/ 180 w 629"/>
                <a:gd name="T45" fmla="*/ 200 h 772"/>
                <a:gd name="T46" fmla="*/ 257 w 629"/>
                <a:gd name="T47" fmla="*/ 277 h 772"/>
                <a:gd name="T48" fmla="*/ 295 w 629"/>
                <a:gd name="T49" fmla="*/ 277 h 772"/>
                <a:gd name="T50" fmla="*/ 298 w 629"/>
                <a:gd name="T51" fmla="*/ 278 h 772"/>
                <a:gd name="T52" fmla="*/ 555 w 629"/>
                <a:gd name="T53" fmla="*/ 535 h 772"/>
                <a:gd name="T54" fmla="*/ 556 w 629"/>
                <a:gd name="T55" fmla="*/ 537 h 772"/>
                <a:gd name="T56" fmla="*/ 556 w 629"/>
                <a:gd name="T57" fmla="*/ 552 h 772"/>
                <a:gd name="T58" fmla="*/ 555 w 629"/>
                <a:gd name="T59" fmla="*/ 555 h 772"/>
                <a:gd name="T60" fmla="*/ 526 w 629"/>
                <a:gd name="T61" fmla="*/ 584 h 772"/>
                <a:gd name="T62" fmla="*/ 526 w 629"/>
                <a:gd name="T63" fmla="*/ 630 h 772"/>
                <a:gd name="T64" fmla="*/ 525 w 629"/>
                <a:gd name="T65" fmla="*/ 632 h 772"/>
                <a:gd name="T66" fmla="*/ 511 w 629"/>
                <a:gd name="T67" fmla="*/ 647 h 772"/>
                <a:gd name="T68" fmla="*/ 511 w 629"/>
                <a:gd name="T69" fmla="*/ 684 h 772"/>
                <a:gd name="T70" fmla="*/ 591 w 629"/>
                <a:gd name="T71" fmla="*/ 765 h 772"/>
                <a:gd name="T72" fmla="*/ 629 w 629"/>
                <a:gd name="T73" fmla="*/ 765 h 772"/>
                <a:gd name="T74" fmla="*/ 629 w 629"/>
                <a:gd name="T75" fmla="*/ 772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9" h="772">
                  <a:moveTo>
                    <a:pt x="629" y="772"/>
                  </a:moveTo>
                  <a:cubicBezTo>
                    <a:pt x="590" y="772"/>
                    <a:pt x="590" y="772"/>
                    <a:pt x="590" y="772"/>
                  </a:cubicBezTo>
                  <a:cubicBezTo>
                    <a:pt x="589" y="772"/>
                    <a:pt x="588" y="771"/>
                    <a:pt x="587" y="771"/>
                  </a:cubicBezTo>
                  <a:cubicBezTo>
                    <a:pt x="505" y="688"/>
                    <a:pt x="505" y="688"/>
                    <a:pt x="505" y="688"/>
                  </a:cubicBezTo>
                  <a:cubicBezTo>
                    <a:pt x="504" y="687"/>
                    <a:pt x="504" y="687"/>
                    <a:pt x="504" y="686"/>
                  </a:cubicBezTo>
                  <a:cubicBezTo>
                    <a:pt x="504" y="645"/>
                    <a:pt x="504" y="645"/>
                    <a:pt x="504" y="645"/>
                  </a:cubicBezTo>
                  <a:cubicBezTo>
                    <a:pt x="504" y="644"/>
                    <a:pt x="504" y="644"/>
                    <a:pt x="505" y="643"/>
                  </a:cubicBezTo>
                  <a:cubicBezTo>
                    <a:pt x="519" y="628"/>
                    <a:pt x="519" y="628"/>
                    <a:pt x="519" y="628"/>
                  </a:cubicBezTo>
                  <a:cubicBezTo>
                    <a:pt x="519" y="582"/>
                    <a:pt x="519" y="582"/>
                    <a:pt x="519" y="582"/>
                  </a:cubicBezTo>
                  <a:cubicBezTo>
                    <a:pt x="519" y="581"/>
                    <a:pt x="520" y="580"/>
                    <a:pt x="520" y="580"/>
                  </a:cubicBezTo>
                  <a:cubicBezTo>
                    <a:pt x="549" y="551"/>
                    <a:pt x="549" y="551"/>
                    <a:pt x="549" y="551"/>
                  </a:cubicBezTo>
                  <a:cubicBezTo>
                    <a:pt x="549" y="539"/>
                    <a:pt x="549" y="539"/>
                    <a:pt x="549" y="539"/>
                  </a:cubicBezTo>
                  <a:cubicBezTo>
                    <a:pt x="294" y="284"/>
                    <a:pt x="294" y="284"/>
                    <a:pt x="294" y="284"/>
                  </a:cubicBezTo>
                  <a:cubicBezTo>
                    <a:pt x="256" y="284"/>
                    <a:pt x="256" y="284"/>
                    <a:pt x="256" y="284"/>
                  </a:cubicBezTo>
                  <a:cubicBezTo>
                    <a:pt x="255" y="284"/>
                    <a:pt x="254" y="283"/>
                    <a:pt x="253" y="283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03"/>
                    <a:pt x="173" y="202"/>
                    <a:pt x="173" y="201"/>
                  </a:cubicBezTo>
                  <a:cubicBezTo>
                    <a:pt x="174" y="178"/>
                    <a:pt x="174" y="178"/>
                    <a:pt x="174" y="17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79" y="174"/>
                    <a:pt x="179" y="174"/>
                    <a:pt x="179" y="174"/>
                  </a:cubicBezTo>
                  <a:cubicBezTo>
                    <a:pt x="180" y="175"/>
                    <a:pt x="180" y="176"/>
                    <a:pt x="180" y="177"/>
                  </a:cubicBezTo>
                  <a:cubicBezTo>
                    <a:pt x="180" y="200"/>
                    <a:pt x="180" y="200"/>
                    <a:pt x="180" y="200"/>
                  </a:cubicBezTo>
                  <a:cubicBezTo>
                    <a:pt x="257" y="277"/>
                    <a:pt x="257" y="277"/>
                    <a:pt x="257" y="277"/>
                  </a:cubicBezTo>
                  <a:cubicBezTo>
                    <a:pt x="295" y="277"/>
                    <a:pt x="295" y="277"/>
                    <a:pt x="295" y="277"/>
                  </a:cubicBezTo>
                  <a:cubicBezTo>
                    <a:pt x="296" y="277"/>
                    <a:pt x="297" y="277"/>
                    <a:pt x="298" y="278"/>
                  </a:cubicBezTo>
                  <a:cubicBezTo>
                    <a:pt x="555" y="535"/>
                    <a:pt x="555" y="535"/>
                    <a:pt x="555" y="535"/>
                  </a:cubicBezTo>
                  <a:cubicBezTo>
                    <a:pt x="556" y="536"/>
                    <a:pt x="556" y="536"/>
                    <a:pt x="556" y="537"/>
                  </a:cubicBezTo>
                  <a:cubicBezTo>
                    <a:pt x="556" y="552"/>
                    <a:pt x="556" y="552"/>
                    <a:pt x="556" y="552"/>
                  </a:cubicBezTo>
                  <a:cubicBezTo>
                    <a:pt x="556" y="553"/>
                    <a:pt x="556" y="554"/>
                    <a:pt x="555" y="555"/>
                  </a:cubicBezTo>
                  <a:cubicBezTo>
                    <a:pt x="526" y="584"/>
                    <a:pt x="526" y="584"/>
                    <a:pt x="526" y="584"/>
                  </a:cubicBezTo>
                  <a:cubicBezTo>
                    <a:pt x="526" y="630"/>
                    <a:pt x="526" y="630"/>
                    <a:pt x="526" y="630"/>
                  </a:cubicBezTo>
                  <a:cubicBezTo>
                    <a:pt x="526" y="631"/>
                    <a:pt x="526" y="632"/>
                    <a:pt x="525" y="632"/>
                  </a:cubicBezTo>
                  <a:cubicBezTo>
                    <a:pt x="511" y="647"/>
                    <a:pt x="511" y="647"/>
                    <a:pt x="511" y="647"/>
                  </a:cubicBezTo>
                  <a:cubicBezTo>
                    <a:pt x="511" y="684"/>
                    <a:pt x="511" y="684"/>
                    <a:pt x="511" y="684"/>
                  </a:cubicBezTo>
                  <a:cubicBezTo>
                    <a:pt x="591" y="765"/>
                    <a:pt x="591" y="765"/>
                    <a:pt x="591" y="765"/>
                  </a:cubicBezTo>
                  <a:cubicBezTo>
                    <a:pt x="629" y="765"/>
                    <a:pt x="629" y="765"/>
                    <a:pt x="629" y="765"/>
                  </a:cubicBezTo>
                  <a:lnTo>
                    <a:pt x="629" y="77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9" name="Freeform 554"/>
            <p:cNvSpPr>
              <a:spLocks/>
            </p:cNvSpPr>
            <p:nvPr/>
          </p:nvSpPr>
          <p:spPr bwMode="auto">
            <a:xfrm flipV="1">
              <a:off x="2620964" y="7164386"/>
              <a:ext cx="2536825" cy="2800350"/>
            </a:xfrm>
            <a:custGeom>
              <a:avLst/>
              <a:gdLst>
                <a:gd name="T0" fmla="*/ 589 w 676"/>
                <a:gd name="T1" fmla="*/ 746 h 746"/>
                <a:gd name="T2" fmla="*/ 586 w 676"/>
                <a:gd name="T3" fmla="*/ 746 h 746"/>
                <a:gd name="T4" fmla="*/ 586 w 676"/>
                <a:gd name="T5" fmla="*/ 682 h 746"/>
                <a:gd name="T6" fmla="*/ 586 w 676"/>
                <a:gd name="T7" fmla="*/ 681 h 746"/>
                <a:gd name="T8" fmla="*/ 619 w 676"/>
                <a:gd name="T9" fmla="*/ 648 h 746"/>
                <a:gd name="T10" fmla="*/ 620 w 676"/>
                <a:gd name="T11" fmla="*/ 647 h 746"/>
                <a:gd name="T12" fmla="*/ 663 w 676"/>
                <a:gd name="T13" fmla="*/ 647 h 746"/>
                <a:gd name="T14" fmla="*/ 673 w 676"/>
                <a:gd name="T15" fmla="*/ 638 h 746"/>
                <a:gd name="T16" fmla="*/ 673 w 676"/>
                <a:gd name="T17" fmla="*/ 627 h 746"/>
                <a:gd name="T18" fmla="*/ 381 w 676"/>
                <a:gd name="T19" fmla="*/ 336 h 746"/>
                <a:gd name="T20" fmla="*/ 300 w 676"/>
                <a:gd name="T21" fmla="*/ 336 h 746"/>
                <a:gd name="T22" fmla="*/ 299 w 676"/>
                <a:gd name="T23" fmla="*/ 335 h 746"/>
                <a:gd name="T24" fmla="*/ 255 w 676"/>
                <a:gd name="T25" fmla="*/ 291 h 746"/>
                <a:gd name="T26" fmla="*/ 254 w 676"/>
                <a:gd name="T27" fmla="*/ 290 h 746"/>
                <a:gd name="T28" fmla="*/ 254 w 676"/>
                <a:gd name="T29" fmla="*/ 257 h 746"/>
                <a:gd name="T30" fmla="*/ 0 w 676"/>
                <a:gd name="T31" fmla="*/ 2 h 746"/>
                <a:gd name="T32" fmla="*/ 2 w 676"/>
                <a:gd name="T33" fmla="*/ 0 h 746"/>
                <a:gd name="T34" fmla="*/ 257 w 676"/>
                <a:gd name="T35" fmla="*/ 255 h 746"/>
                <a:gd name="T36" fmla="*/ 258 w 676"/>
                <a:gd name="T37" fmla="*/ 257 h 746"/>
                <a:gd name="T38" fmla="*/ 258 w 676"/>
                <a:gd name="T39" fmla="*/ 290 h 746"/>
                <a:gd name="T40" fmla="*/ 300 w 676"/>
                <a:gd name="T41" fmla="*/ 332 h 746"/>
                <a:gd name="T42" fmla="*/ 382 w 676"/>
                <a:gd name="T43" fmla="*/ 332 h 746"/>
                <a:gd name="T44" fmla="*/ 383 w 676"/>
                <a:gd name="T45" fmla="*/ 333 h 746"/>
                <a:gd name="T46" fmla="*/ 676 w 676"/>
                <a:gd name="T47" fmla="*/ 625 h 746"/>
                <a:gd name="T48" fmla="*/ 676 w 676"/>
                <a:gd name="T49" fmla="*/ 627 h 746"/>
                <a:gd name="T50" fmla="*/ 676 w 676"/>
                <a:gd name="T51" fmla="*/ 638 h 746"/>
                <a:gd name="T52" fmla="*/ 676 w 676"/>
                <a:gd name="T53" fmla="*/ 639 h 746"/>
                <a:gd name="T54" fmla="*/ 665 w 676"/>
                <a:gd name="T55" fmla="*/ 650 h 746"/>
                <a:gd name="T56" fmla="*/ 664 w 676"/>
                <a:gd name="T57" fmla="*/ 651 h 746"/>
                <a:gd name="T58" fmla="*/ 621 w 676"/>
                <a:gd name="T59" fmla="*/ 651 h 746"/>
                <a:gd name="T60" fmla="*/ 589 w 676"/>
                <a:gd name="T61" fmla="*/ 683 h 746"/>
                <a:gd name="T62" fmla="*/ 589 w 676"/>
                <a:gd name="T63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6" h="746">
                  <a:moveTo>
                    <a:pt x="589" y="746"/>
                  </a:moveTo>
                  <a:cubicBezTo>
                    <a:pt x="586" y="746"/>
                    <a:pt x="586" y="746"/>
                    <a:pt x="586" y="746"/>
                  </a:cubicBezTo>
                  <a:cubicBezTo>
                    <a:pt x="586" y="682"/>
                    <a:pt x="586" y="682"/>
                    <a:pt x="586" y="682"/>
                  </a:cubicBezTo>
                  <a:cubicBezTo>
                    <a:pt x="586" y="682"/>
                    <a:pt x="586" y="681"/>
                    <a:pt x="586" y="681"/>
                  </a:cubicBezTo>
                  <a:cubicBezTo>
                    <a:pt x="619" y="648"/>
                    <a:pt x="619" y="648"/>
                    <a:pt x="619" y="648"/>
                  </a:cubicBezTo>
                  <a:cubicBezTo>
                    <a:pt x="619" y="648"/>
                    <a:pt x="620" y="647"/>
                    <a:pt x="620" y="647"/>
                  </a:cubicBezTo>
                  <a:cubicBezTo>
                    <a:pt x="663" y="647"/>
                    <a:pt x="663" y="647"/>
                    <a:pt x="663" y="647"/>
                  </a:cubicBezTo>
                  <a:cubicBezTo>
                    <a:pt x="673" y="638"/>
                    <a:pt x="673" y="638"/>
                    <a:pt x="673" y="638"/>
                  </a:cubicBezTo>
                  <a:cubicBezTo>
                    <a:pt x="673" y="627"/>
                    <a:pt x="673" y="627"/>
                    <a:pt x="673" y="627"/>
                  </a:cubicBezTo>
                  <a:cubicBezTo>
                    <a:pt x="381" y="336"/>
                    <a:pt x="381" y="336"/>
                    <a:pt x="381" y="336"/>
                  </a:cubicBezTo>
                  <a:cubicBezTo>
                    <a:pt x="300" y="336"/>
                    <a:pt x="300" y="336"/>
                    <a:pt x="300" y="336"/>
                  </a:cubicBezTo>
                  <a:cubicBezTo>
                    <a:pt x="299" y="336"/>
                    <a:pt x="299" y="335"/>
                    <a:pt x="299" y="335"/>
                  </a:cubicBezTo>
                  <a:cubicBezTo>
                    <a:pt x="255" y="291"/>
                    <a:pt x="255" y="291"/>
                    <a:pt x="255" y="291"/>
                  </a:cubicBezTo>
                  <a:cubicBezTo>
                    <a:pt x="255" y="291"/>
                    <a:pt x="254" y="291"/>
                    <a:pt x="254" y="290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58" y="256"/>
                    <a:pt x="258" y="256"/>
                    <a:pt x="258" y="257"/>
                  </a:cubicBezTo>
                  <a:cubicBezTo>
                    <a:pt x="258" y="290"/>
                    <a:pt x="258" y="290"/>
                    <a:pt x="258" y="290"/>
                  </a:cubicBezTo>
                  <a:cubicBezTo>
                    <a:pt x="300" y="332"/>
                    <a:pt x="300" y="332"/>
                    <a:pt x="300" y="332"/>
                  </a:cubicBezTo>
                  <a:cubicBezTo>
                    <a:pt x="382" y="332"/>
                    <a:pt x="382" y="332"/>
                    <a:pt x="382" y="332"/>
                  </a:cubicBezTo>
                  <a:cubicBezTo>
                    <a:pt x="382" y="332"/>
                    <a:pt x="383" y="332"/>
                    <a:pt x="383" y="333"/>
                  </a:cubicBezTo>
                  <a:cubicBezTo>
                    <a:pt x="676" y="625"/>
                    <a:pt x="676" y="625"/>
                    <a:pt x="676" y="625"/>
                  </a:cubicBezTo>
                  <a:cubicBezTo>
                    <a:pt x="676" y="626"/>
                    <a:pt x="676" y="626"/>
                    <a:pt x="676" y="627"/>
                  </a:cubicBezTo>
                  <a:cubicBezTo>
                    <a:pt x="676" y="638"/>
                    <a:pt x="676" y="638"/>
                    <a:pt x="676" y="638"/>
                  </a:cubicBezTo>
                  <a:cubicBezTo>
                    <a:pt x="676" y="639"/>
                    <a:pt x="676" y="639"/>
                    <a:pt x="676" y="639"/>
                  </a:cubicBezTo>
                  <a:cubicBezTo>
                    <a:pt x="665" y="650"/>
                    <a:pt x="665" y="650"/>
                    <a:pt x="665" y="650"/>
                  </a:cubicBezTo>
                  <a:cubicBezTo>
                    <a:pt x="664" y="651"/>
                    <a:pt x="664" y="651"/>
                    <a:pt x="664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589" y="683"/>
                    <a:pt x="589" y="683"/>
                    <a:pt x="589" y="683"/>
                  </a:cubicBezTo>
                  <a:lnTo>
                    <a:pt x="589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0" name="Freeform 555"/>
            <p:cNvSpPr>
              <a:spLocks/>
            </p:cNvSpPr>
            <p:nvPr/>
          </p:nvSpPr>
          <p:spPr bwMode="auto">
            <a:xfrm flipV="1">
              <a:off x="1401764" y="6016623"/>
              <a:ext cx="3921125" cy="2751138"/>
            </a:xfrm>
            <a:custGeom>
              <a:avLst/>
              <a:gdLst>
                <a:gd name="T0" fmla="*/ 770 w 1045"/>
                <a:gd name="T1" fmla="*/ 733 h 733"/>
                <a:gd name="T2" fmla="*/ 766 w 1045"/>
                <a:gd name="T3" fmla="*/ 731 h 733"/>
                <a:gd name="T4" fmla="*/ 719 w 1045"/>
                <a:gd name="T5" fmla="*/ 684 h 733"/>
                <a:gd name="T6" fmla="*/ 617 w 1045"/>
                <a:gd name="T7" fmla="*/ 684 h 733"/>
                <a:gd name="T8" fmla="*/ 613 w 1045"/>
                <a:gd name="T9" fmla="*/ 682 h 733"/>
                <a:gd name="T10" fmla="*/ 406 w 1045"/>
                <a:gd name="T11" fmla="*/ 474 h 733"/>
                <a:gd name="T12" fmla="*/ 404 w 1045"/>
                <a:gd name="T13" fmla="*/ 470 h 733"/>
                <a:gd name="T14" fmla="*/ 404 w 1045"/>
                <a:gd name="T15" fmla="*/ 411 h 733"/>
                <a:gd name="T16" fmla="*/ 0 w 1045"/>
                <a:gd name="T17" fmla="*/ 8 h 733"/>
                <a:gd name="T18" fmla="*/ 8 w 1045"/>
                <a:gd name="T19" fmla="*/ 0 h 733"/>
                <a:gd name="T20" fmla="*/ 413 w 1045"/>
                <a:gd name="T21" fmla="*/ 405 h 733"/>
                <a:gd name="T22" fmla="*/ 414 w 1045"/>
                <a:gd name="T23" fmla="*/ 409 h 733"/>
                <a:gd name="T24" fmla="*/ 414 w 1045"/>
                <a:gd name="T25" fmla="*/ 468 h 733"/>
                <a:gd name="T26" fmla="*/ 619 w 1045"/>
                <a:gd name="T27" fmla="*/ 673 h 733"/>
                <a:gd name="T28" fmla="*/ 721 w 1045"/>
                <a:gd name="T29" fmla="*/ 673 h 733"/>
                <a:gd name="T30" fmla="*/ 724 w 1045"/>
                <a:gd name="T31" fmla="*/ 675 h 733"/>
                <a:gd name="T32" fmla="*/ 772 w 1045"/>
                <a:gd name="T33" fmla="*/ 722 h 733"/>
                <a:gd name="T34" fmla="*/ 861 w 1045"/>
                <a:gd name="T35" fmla="*/ 722 h 733"/>
                <a:gd name="T36" fmla="*/ 1013 w 1045"/>
                <a:gd name="T37" fmla="*/ 571 h 733"/>
                <a:gd name="T38" fmla="*/ 1016 w 1045"/>
                <a:gd name="T39" fmla="*/ 569 h 733"/>
                <a:gd name="T40" fmla="*/ 1045 w 1045"/>
                <a:gd name="T41" fmla="*/ 569 h 733"/>
                <a:gd name="T42" fmla="*/ 1045 w 1045"/>
                <a:gd name="T43" fmla="*/ 579 h 733"/>
                <a:gd name="T44" fmla="*/ 1018 w 1045"/>
                <a:gd name="T45" fmla="*/ 579 h 733"/>
                <a:gd name="T46" fmla="*/ 867 w 1045"/>
                <a:gd name="T47" fmla="*/ 731 h 733"/>
                <a:gd name="T48" fmla="*/ 863 w 1045"/>
                <a:gd name="T49" fmla="*/ 733 h 733"/>
                <a:gd name="T50" fmla="*/ 770 w 1045"/>
                <a:gd name="T51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45" h="733">
                  <a:moveTo>
                    <a:pt x="770" y="733"/>
                  </a:moveTo>
                  <a:cubicBezTo>
                    <a:pt x="768" y="733"/>
                    <a:pt x="767" y="732"/>
                    <a:pt x="766" y="731"/>
                  </a:cubicBezTo>
                  <a:cubicBezTo>
                    <a:pt x="719" y="684"/>
                    <a:pt x="719" y="684"/>
                    <a:pt x="719" y="684"/>
                  </a:cubicBezTo>
                  <a:cubicBezTo>
                    <a:pt x="617" y="684"/>
                    <a:pt x="617" y="684"/>
                    <a:pt x="617" y="684"/>
                  </a:cubicBezTo>
                  <a:cubicBezTo>
                    <a:pt x="616" y="684"/>
                    <a:pt x="614" y="683"/>
                    <a:pt x="613" y="682"/>
                  </a:cubicBezTo>
                  <a:cubicBezTo>
                    <a:pt x="406" y="474"/>
                    <a:pt x="406" y="474"/>
                    <a:pt x="406" y="474"/>
                  </a:cubicBezTo>
                  <a:cubicBezTo>
                    <a:pt x="405" y="473"/>
                    <a:pt x="404" y="472"/>
                    <a:pt x="404" y="470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13" y="405"/>
                    <a:pt x="413" y="405"/>
                    <a:pt x="413" y="405"/>
                  </a:cubicBezTo>
                  <a:cubicBezTo>
                    <a:pt x="414" y="406"/>
                    <a:pt x="414" y="408"/>
                    <a:pt x="414" y="409"/>
                  </a:cubicBezTo>
                  <a:cubicBezTo>
                    <a:pt x="414" y="468"/>
                    <a:pt x="414" y="468"/>
                    <a:pt x="414" y="468"/>
                  </a:cubicBezTo>
                  <a:cubicBezTo>
                    <a:pt x="619" y="673"/>
                    <a:pt x="619" y="673"/>
                    <a:pt x="619" y="673"/>
                  </a:cubicBezTo>
                  <a:cubicBezTo>
                    <a:pt x="721" y="673"/>
                    <a:pt x="721" y="673"/>
                    <a:pt x="721" y="673"/>
                  </a:cubicBezTo>
                  <a:cubicBezTo>
                    <a:pt x="722" y="673"/>
                    <a:pt x="723" y="674"/>
                    <a:pt x="724" y="675"/>
                  </a:cubicBezTo>
                  <a:cubicBezTo>
                    <a:pt x="772" y="722"/>
                    <a:pt x="772" y="722"/>
                    <a:pt x="772" y="722"/>
                  </a:cubicBezTo>
                  <a:cubicBezTo>
                    <a:pt x="861" y="722"/>
                    <a:pt x="861" y="722"/>
                    <a:pt x="861" y="722"/>
                  </a:cubicBezTo>
                  <a:cubicBezTo>
                    <a:pt x="1013" y="571"/>
                    <a:pt x="1013" y="571"/>
                    <a:pt x="1013" y="571"/>
                  </a:cubicBezTo>
                  <a:cubicBezTo>
                    <a:pt x="1014" y="570"/>
                    <a:pt x="1015" y="569"/>
                    <a:pt x="1016" y="569"/>
                  </a:cubicBezTo>
                  <a:cubicBezTo>
                    <a:pt x="1045" y="569"/>
                    <a:pt x="1045" y="569"/>
                    <a:pt x="1045" y="569"/>
                  </a:cubicBezTo>
                  <a:cubicBezTo>
                    <a:pt x="1045" y="579"/>
                    <a:pt x="1045" y="579"/>
                    <a:pt x="1045" y="579"/>
                  </a:cubicBezTo>
                  <a:cubicBezTo>
                    <a:pt x="1018" y="579"/>
                    <a:pt x="1018" y="579"/>
                    <a:pt x="1018" y="579"/>
                  </a:cubicBezTo>
                  <a:cubicBezTo>
                    <a:pt x="867" y="731"/>
                    <a:pt x="867" y="731"/>
                    <a:pt x="867" y="731"/>
                  </a:cubicBezTo>
                  <a:cubicBezTo>
                    <a:pt x="866" y="732"/>
                    <a:pt x="865" y="733"/>
                    <a:pt x="863" y="733"/>
                  </a:cubicBezTo>
                  <a:lnTo>
                    <a:pt x="770" y="7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1" name="Oval 556"/>
            <p:cNvSpPr>
              <a:spLocks noChangeArrowheads="1"/>
            </p:cNvSpPr>
            <p:nvPr/>
          </p:nvSpPr>
          <p:spPr bwMode="auto">
            <a:xfrm flipV="1">
              <a:off x="3803652" y="6165849"/>
              <a:ext cx="101600" cy="1016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2" name="Freeform 557"/>
            <p:cNvSpPr>
              <a:spLocks noEditPoints="1"/>
            </p:cNvSpPr>
            <p:nvPr/>
          </p:nvSpPr>
          <p:spPr bwMode="auto">
            <a:xfrm flipV="1">
              <a:off x="2295527" y="53403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3 h 25"/>
                <a:gd name="T12" fmla="*/ 12 w 25"/>
                <a:gd name="T13" fmla="*/ 5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3" name="Freeform 558"/>
            <p:cNvSpPr>
              <a:spLocks noEditPoints="1"/>
            </p:cNvSpPr>
            <p:nvPr/>
          </p:nvSpPr>
          <p:spPr bwMode="auto">
            <a:xfrm flipV="1">
              <a:off x="2681289" y="4984748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5 w 25"/>
                <a:gd name="T23" fmla="*/ 13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4" name="Freeform 559"/>
            <p:cNvSpPr>
              <a:spLocks/>
            </p:cNvSpPr>
            <p:nvPr/>
          </p:nvSpPr>
          <p:spPr bwMode="auto">
            <a:xfrm flipV="1">
              <a:off x="-1900236" y="1797048"/>
              <a:ext cx="3981450" cy="1446213"/>
            </a:xfrm>
            <a:custGeom>
              <a:avLst/>
              <a:gdLst>
                <a:gd name="T0" fmla="*/ 603 w 1061"/>
                <a:gd name="T1" fmla="*/ 385 h 385"/>
                <a:gd name="T2" fmla="*/ 0 w 1061"/>
                <a:gd name="T3" fmla="*/ 385 h 385"/>
                <a:gd name="T4" fmla="*/ 0 w 1061"/>
                <a:gd name="T5" fmla="*/ 371 h 385"/>
                <a:gd name="T6" fmla="*/ 600 w 1061"/>
                <a:gd name="T7" fmla="*/ 371 h 385"/>
                <a:gd name="T8" fmla="*/ 969 w 1061"/>
                <a:gd name="T9" fmla="*/ 2 h 385"/>
                <a:gd name="T10" fmla="*/ 974 w 1061"/>
                <a:gd name="T11" fmla="*/ 0 h 385"/>
                <a:gd name="T12" fmla="*/ 1061 w 1061"/>
                <a:gd name="T13" fmla="*/ 0 h 385"/>
                <a:gd name="T14" fmla="*/ 1061 w 1061"/>
                <a:gd name="T15" fmla="*/ 13 h 385"/>
                <a:gd name="T16" fmla="*/ 977 w 1061"/>
                <a:gd name="T17" fmla="*/ 13 h 385"/>
                <a:gd name="T18" fmla="*/ 607 w 1061"/>
                <a:gd name="T19" fmla="*/ 383 h 385"/>
                <a:gd name="T20" fmla="*/ 603 w 1061"/>
                <a:gd name="T21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1" h="385">
                  <a:moveTo>
                    <a:pt x="603" y="385"/>
                  </a:moveTo>
                  <a:cubicBezTo>
                    <a:pt x="0" y="385"/>
                    <a:pt x="0" y="385"/>
                    <a:pt x="0" y="385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600" y="371"/>
                    <a:pt x="600" y="371"/>
                    <a:pt x="600" y="371"/>
                  </a:cubicBezTo>
                  <a:cubicBezTo>
                    <a:pt x="969" y="2"/>
                    <a:pt x="969" y="2"/>
                    <a:pt x="969" y="2"/>
                  </a:cubicBezTo>
                  <a:cubicBezTo>
                    <a:pt x="971" y="0"/>
                    <a:pt x="972" y="0"/>
                    <a:pt x="974" y="0"/>
                  </a:cubicBezTo>
                  <a:cubicBezTo>
                    <a:pt x="1061" y="0"/>
                    <a:pt x="1061" y="0"/>
                    <a:pt x="1061" y="0"/>
                  </a:cubicBezTo>
                  <a:cubicBezTo>
                    <a:pt x="1061" y="13"/>
                    <a:pt x="1061" y="13"/>
                    <a:pt x="1061" y="13"/>
                  </a:cubicBezTo>
                  <a:cubicBezTo>
                    <a:pt x="977" y="13"/>
                    <a:pt x="977" y="13"/>
                    <a:pt x="977" y="13"/>
                  </a:cubicBezTo>
                  <a:cubicBezTo>
                    <a:pt x="607" y="383"/>
                    <a:pt x="607" y="383"/>
                    <a:pt x="607" y="383"/>
                  </a:cubicBezTo>
                  <a:cubicBezTo>
                    <a:pt x="606" y="384"/>
                    <a:pt x="604" y="385"/>
                    <a:pt x="603" y="3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5" name="Freeform 560"/>
            <p:cNvSpPr>
              <a:spLocks/>
            </p:cNvSpPr>
            <p:nvPr/>
          </p:nvSpPr>
          <p:spPr bwMode="auto">
            <a:xfrm flipV="1">
              <a:off x="-77786" y="3543299"/>
              <a:ext cx="962025" cy="355600"/>
            </a:xfrm>
            <a:custGeom>
              <a:avLst/>
              <a:gdLst>
                <a:gd name="T0" fmla="*/ 253 w 256"/>
                <a:gd name="T1" fmla="*/ 95 h 95"/>
                <a:gd name="T2" fmla="*/ 162 w 256"/>
                <a:gd name="T3" fmla="*/ 3 h 95"/>
                <a:gd name="T4" fmla="*/ 22 w 256"/>
                <a:gd name="T5" fmla="*/ 3 h 95"/>
                <a:gd name="T6" fmla="*/ 3 w 256"/>
                <a:gd name="T7" fmla="*/ 22 h 95"/>
                <a:gd name="T8" fmla="*/ 3 w 256"/>
                <a:gd name="T9" fmla="*/ 47 h 95"/>
                <a:gd name="T10" fmla="*/ 24 w 256"/>
                <a:gd name="T11" fmla="*/ 68 h 95"/>
                <a:gd name="T12" fmla="*/ 99 w 256"/>
                <a:gd name="T13" fmla="*/ 68 h 95"/>
                <a:gd name="T14" fmla="*/ 113 w 256"/>
                <a:gd name="T15" fmla="*/ 53 h 95"/>
                <a:gd name="T16" fmla="*/ 115 w 256"/>
                <a:gd name="T17" fmla="*/ 56 h 95"/>
                <a:gd name="T18" fmla="*/ 100 w 256"/>
                <a:gd name="T19" fmla="*/ 71 h 95"/>
                <a:gd name="T20" fmla="*/ 99 w 256"/>
                <a:gd name="T21" fmla="*/ 71 h 95"/>
                <a:gd name="T22" fmla="*/ 24 w 256"/>
                <a:gd name="T23" fmla="*/ 71 h 95"/>
                <a:gd name="T24" fmla="*/ 22 w 256"/>
                <a:gd name="T25" fmla="*/ 71 h 95"/>
                <a:gd name="T26" fmla="*/ 0 w 256"/>
                <a:gd name="T27" fmla="*/ 49 h 95"/>
                <a:gd name="T28" fmla="*/ 0 w 256"/>
                <a:gd name="T29" fmla="*/ 48 h 95"/>
                <a:gd name="T30" fmla="*/ 0 w 256"/>
                <a:gd name="T31" fmla="*/ 21 h 95"/>
                <a:gd name="T32" fmla="*/ 0 w 256"/>
                <a:gd name="T33" fmla="*/ 20 h 95"/>
                <a:gd name="T34" fmla="*/ 20 w 256"/>
                <a:gd name="T35" fmla="*/ 0 h 95"/>
                <a:gd name="T36" fmla="*/ 22 w 256"/>
                <a:gd name="T37" fmla="*/ 0 h 95"/>
                <a:gd name="T38" fmla="*/ 162 w 256"/>
                <a:gd name="T39" fmla="*/ 0 h 95"/>
                <a:gd name="T40" fmla="*/ 164 w 256"/>
                <a:gd name="T41" fmla="*/ 0 h 95"/>
                <a:gd name="T42" fmla="*/ 256 w 256"/>
                <a:gd name="T43" fmla="*/ 92 h 95"/>
                <a:gd name="T44" fmla="*/ 253 w 256"/>
                <a:gd name="T4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95">
                  <a:moveTo>
                    <a:pt x="253" y="95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00" y="71"/>
                    <a:pt x="100" y="71"/>
                    <a:pt x="100" y="71"/>
                  </a:cubicBezTo>
                  <a:cubicBezTo>
                    <a:pt x="100" y="71"/>
                    <a:pt x="100" y="71"/>
                    <a:pt x="99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3" y="71"/>
                    <a:pt x="23" y="71"/>
                    <a:pt x="22" y="7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3" y="0"/>
                    <a:pt x="163" y="0"/>
                    <a:pt x="164" y="0"/>
                  </a:cubicBezTo>
                  <a:cubicBezTo>
                    <a:pt x="256" y="92"/>
                    <a:pt x="256" y="92"/>
                    <a:pt x="256" y="92"/>
                  </a:cubicBezTo>
                  <a:lnTo>
                    <a:pt x="253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6" name="Freeform 561"/>
            <p:cNvSpPr>
              <a:spLocks noEditPoints="1"/>
            </p:cNvSpPr>
            <p:nvPr/>
          </p:nvSpPr>
          <p:spPr bwMode="auto">
            <a:xfrm flipV="1">
              <a:off x="-2411411" y="43910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4 w 25"/>
                <a:gd name="T19" fmla="*/ 3 h 24"/>
                <a:gd name="T20" fmla="*/ 0 w 25"/>
                <a:gd name="T21" fmla="*/ 12 h 24"/>
                <a:gd name="T22" fmla="*/ 4 w 25"/>
                <a:gd name="T23" fmla="*/ 21 h 24"/>
                <a:gd name="T24" fmla="*/ 12 w 25"/>
                <a:gd name="T25" fmla="*/ 24 h 24"/>
                <a:gd name="T26" fmla="*/ 21 w 25"/>
                <a:gd name="T27" fmla="*/ 21 h 24"/>
                <a:gd name="T28" fmla="*/ 25 w 25"/>
                <a:gd name="T29" fmla="*/ 12 h 24"/>
                <a:gd name="T30" fmla="*/ 21 w 25"/>
                <a:gd name="T31" fmla="*/ 3 h 24"/>
                <a:gd name="T32" fmla="*/ 12 w 25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6" y="6"/>
                    <a:pt x="17" y="7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9"/>
                    <a:pt x="14" y="19"/>
                    <a:pt x="12" y="19"/>
                  </a:cubicBezTo>
                  <a:cubicBezTo>
                    <a:pt x="10" y="19"/>
                    <a:pt x="9" y="19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9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8"/>
                    <a:pt x="25" y="15"/>
                    <a:pt x="25" y="12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7" name="Freeform 562"/>
            <p:cNvSpPr>
              <a:spLocks noEditPoints="1"/>
            </p:cNvSpPr>
            <p:nvPr/>
          </p:nvSpPr>
          <p:spPr bwMode="auto">
            <a:xfrm flipV="1">
              <a:off x="-2212973" y="4379911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9 w 26"/>
                <a:gd name="T3" fmla="*/ 8 h 25"/>
                <a:gd name="T4" fmla="*/ 19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2 h 25"/>
                <a:gd name="T22" fmla="*/ 13 w 26"/>
                <a:gd name="T23" fmla="*/ 25 h 25"/>
                <a:gd name="T24" fmla="*/ 22 w 26"/>
                <a:gd name="T25" fmla="*/ 22 h 25"/>
                <a:gd name="T26" fmla="*/ 26 w 26"/>
                <a:gd name="T27" fmla="*/ 13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7" y="6"/>
                    <a:pt x="19" y="8"/>
                  </a:cubicBezTo>
                  <a:cubicBezTo>
                    <a:pt x="21" y="11"/>
                    <a:pt x="21" y="15"/>
                    <a:pt x="19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2" y="20"/>
                    <a:pt x="10" y="19"/>
                    <a:pt x="8" y="18"/>
                  </a:cubicBezTo>
                  <a:cubicBezTo>
                    <a:pt x="6" y="15"/>
                    <a:pt x="6" y="11"/>
                    <a:pt x="8" y="8"/>
                  </a:cubicBezTo>
                  <a:cubicBezTo>
                    <a:pt x="10" y="6"/>
                    <a:pt x="12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2"/>
                    <a:pt x="5" y="4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7" y="24"/>
                    <a:pt x="10" y="25"/>
                    <a:pt x="13" y="25"/>
                  </a:cubicBezTo>
                  <a:cubicBezTo>
                    <a:pt x="17" y="25"/>
                    <a:pt x="20" y="24"/>
                    <a:pt x="22" y="22"/>
                  </a:cubicBezTo>
                  <a:cubicBezTo>
                    <a:pt x="25" y="19"/>
                    <a:pt x="26" y="16"/>
                    <a:pt x="26" y="13"/>
                  </a:cubicBezTo>
                  <a:cubicBezTo>
                    <a:pt x="26" y="10"/>
                    <a:pt x="25" y="6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8" name="Freeform 563"/>
            <p:cNvSpPr>
              <a:spLocks noEditPoints="1"/>
            </p:cNvSpPr>
            <p:nvPr/>
          </p:nvSpPr>
          <p:spPr bwMode="auto">
            <a:xfrm flipV="1">
              <a:off x="-1893886" y="4132261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18 w 25"/>
                <a:gd name="T3" fmla="*/ 8 h 25"/>
                <a:gd name="T4" fmla="*/ 18 w 25"/>
                <a:gd name="T5" fmla="*/ 18 h 25"/>
                <a:gd name="T6" fmla="*/ 13 w 25"/>
                <a:gd name="T7" fmla="*/ 20 h 25"/>
                <a:gd name="T8" fmla="*/ 8 w 25"/>
                <a:gd name="T9" fmla="*/ 18 h 25"/>
                <a:gd name="T10" fmla="*/ 8 w 25"/>
                <a:gd name="T11" fmla="*/ 8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4 w 25"/>
                <a:gd name="T19" fmla="*/ 4 h 25"/>
                <a:gd name="T20" fmla="*/ 0 w 25"/>
                <a:gd name="T21" fmla="*/ 13 h 25"/>
                <a:gd name="T22" fmla="*/ 4 w 25"/>
                <a:gd name="T23" fmla="*/ 22 h 25"/>
                <a:gd name="T24" fmla="*/ 13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3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5" y="6"/>
                    <a:pt x="16" y="6"/>
                    <a:pt x="18" y="8"/>
                  </a:cubicBezTo>
                  <a:cubicBezTo>
                    <a:pt x="21" y="11"/>
                    <a:pt x="21" y="15"/>
                    <a:pt x="18" y="18"/>
                  </a:cubicBezTo>
                  <a:cubicBezTo>
                    <a:pt x="16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1"/>
                    <a:pt x="8" y="8"/>
                  </a:cubicBezTo>
                  <a:cubicBezTo>
                    <a:pt x="9" y="6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2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1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9"/>
                    <a:pt x="24" y="6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9" name="Freeform 564"/>
            <p:cNvSpPr>
              <a:spLocks noEditPoints="1"/>
            </p:cNvSpPr>
            <p:nvPr/>
          </p:nvSpPr>
          <p:spPr bwMode="auto">
            <a:xfrm flipV="1">
              <a:off x="-1127123" y="3659185"/>
              <a:ext cx="100012" cy="90488"/>
            </a:xfrm>
            <a:custGeom>
              <a:avLst/>
              <a:gdLst>
                <a:gd name="T0" fmla="*/ 14 w 27"/>
                <a:gd name="T1" fmla="*/ 5 h 24"/>
                <a:gd name="T2" fmla="*/ 18 w 27"/>
                <a:gd name="T3" fmla="*/ 7 h 24"/>
                <a:gd name="T4" fmla="*/ 18 w 27"/>
                <a:gd name="T5" fmla="*/ 17 h 24"/>
                <a:gd name="T6" fmla="*/ 14 w 27"/>
                <a:gd name="T7" fmla="*/ 19 h 24"/>
                <a:gd name="T8" fmla="*/ 9 w 27"/>
                <a:gd name="T9" fmla="*/ 17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4"/>
                    <a:pt x="18" y="17"/>
                  </a:cubicBezTo>
                  <a:cubicBezTo>
                    <a:pt x="17" y="18"/>
                    <a:pt x="15" y="19"/>
                    <a:pt x="14" y="19"/>
                  </a:cubicBezTo>
                  <a:cubicBezTo>
                    <a:pt x="12" y="19"/>
                    <a:pt x="10" y="18"/>
                    <a:pt x="9" y="17"/>
                  </a:cubicBezTo>
                  <a:cubicBezTo>
                    <a:pt x="6" y="14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0" name="Freeform 565"/>
            <p:cNvSpPr>
              <a:spLocks noEditPoints="1"/>
            </p:cNvSpPr>
            <p:nvPr/>
          </p:nvSpPr>
          <p:spPr bwMode="auto">
            <a:xfrm flipV="1">
              <a:off x="-1390648" y="3898898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9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13 w 26"/>
                <a:gd name="T17" fmla="*/ 0 h 24"/>
                <a:gd name="T18" fmla="*/ 5 w 26"/>
                <a:gd name="T19" fmla="*/ 3 h 24"/>
                <a:gd name="T20" fmla="*/ 5 w 26"/>
                <a:gd name="T21" fmla="*/ 20 h 24"/>
                <a:gd name="T22" fmla="*/ 13 w 26"/>
                <a:gd name="T23" fmla="*/ 24 h 24"/>
                <a:gd name="T24" fmla="*/ 22 w 26"/>
                <a:gd name="T25" fmla="*/ 20 h 24"/>
                <a:gd name="T26" fmla="*/ 22 w 26"/>
                <a:gd name="T27" fmla="*/ 3 h 24"/>
                <a:gd name="T28" fmla="*/ 13 w 26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7" y="5"/>
                    <a:pt x="18" y="7"/>
                  </a:cubicBezTo>
                  <a:cubicBezTo>
                    <a:pt x="21" y="9"/>
                    <a:pt x="21" y="14"/>
                    <a:pt x="18" y="16"/>
                  </a:cubicBezTo>
                  <a:cubicBezTo>
                    <a:pt x="17" y="18"/>
                    <a:pt x="15" y="19"/>
                    <a:pt x="13" y="19"/>
                  </a:cubicBezTo>
                  <a:cubicBezTo>
                    <a:pt x="11" y="19"/>
                    <a:pt x="10" y="18"/>
                    <a:pt x="8" y="16"/>
                  </a:cubicBezTo>
                  <a:cubicBezTo>
                    <a:pt x="6" y="14"/>
                    <a:pt x="6" y="9"/>
                    <a:pt x="8" y="7"/>
                  </a:cubicBezTo>
                  <a:cubicBezTo>
                    <a:pt x="10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3" y="24"/>
                  </a:cubicBezTo>
                  <a:cubicBezTo>
                    <a:pt x="16" y="24"/>
                    <a:pt x="19" y="22"/>
                    <a:pt x="22" y="20"/>
                  </a:cubicBezTo>
                  <a:cubicBezTo>
                    <a:pt x="26" y="15"/>
                    <a:pt x="26" y="8"/>
                    <a:pt x="22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1" name="Freeform 566"/>
            <p:cNvSpPr>
              <a:spLocks noEditPoints="1"/>
            </p:cNvSpPr>
            <p:nvPr/>
          </p:nvSpPr>
          <p:spPr bwMode="auto">
            <a:xfrm flipV="1">
              <a:off x="-708023" y="3557585"/>
              <a:ext cx="101600" cy="90488"/>
            </a:xfrm>
            <a:custGeom>
              <a:avLst/>
              <a:gdLst>
                <a:gd name="T0" fmla="*/ 14 w 27"/>
                <a:gd name="T1" fmla="*/ 5 h 24"/>
                <a:gd name="T2" fmla="*/ 19 w 27"/>
                <a:gd name="T3" fmla="*/ 7 h 24"/>
                <a:gd name="T4" fmla="*/ 19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5"/>
                    <a:pt x="19" y="7"/>
                  </a:cubicBezTo>
                  <a:cubicBezTo>
                    <a:pt x="21" y="9"/>
                    <a:pt x="21" y="14"/>
                    <a:pt x="19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6" y="14"/>
                    <a:pt x="6" y="9"/>
                    <a:pt x="9" y="7"/>
                  </a:cubicBezTo>
                  <a:cubicBezTo>
                    <a:pt x="10" y="5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5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2" name="Freeform 567"/>
            <p:cNvSpPr>
              <a:spLocks noEditPoints="1"/>
            </p:cNvSpPr>
            <p:nvPr/>
          </p:nvSpPr>
          <p:spPr bwMode="auto">
            <a:xfrm flipV="1">
              <a:off x="-796923" y="3843336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7 w 24"/>
                <a:gd name="T3" fmla="*/ 8 h 24"/>
                <a:gd name="T4" fmla="*/ 17 w 24"/>
                <a:gd name="T5" fmla="*/ 17 h 24"/>
                <a:gd name="T6" fmla="*/ 12 w 24"/>
                <a:gd name="T7" fmla="*/ 19 h 24"/>
                <a:gd name="T8" fmla="*/ 7 w 24"/>
                <a:gd name="T9" fmla="*/ 17 h 24"/>
                <a:gd name="T10" fmla="*/ 7 w 24"/>
                <a:gd name="T11" fmla="*/ 8 h 24"/>
                <a:gd name="T12" fmla="*/ 12 w 24"/>
                <a:gd name="T13" fmla="*/ 6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0 w 24"/>
                <a:gd name="T27" fmla="*/ 21 h 24"/>
                <a:gd name="T28" fmla="*/ 24 w 24"/>
                <a:gd name="T29" fmla="*/ 12 h 24"/>
                <a:gd name="T30" fmla="*/ 20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4" y="6"/>
                    <a:pt x="15" y="6"/>
                    <a:pt x="17" y="8"/>
                  </a:cubicBezTo>
                  <a:cubicBezTo>
                    <a:pt x="19" y="10"/>
                    <a:pt x="19" y="15"/>
                    <a:pt x="17" y="17"/>
                  </a:cubicBezTo>
                  <a:cubicBezTo>
                    <a:pt x="15" y="19"/>
                    <a:pt x="14" y="19"/>
                    <a:pt x="12" y="19"/>
                  </a:cubicBezTo>
                  <a:cubicBezTo>
                    <a:pt x="10" y="19"/>
                    <a:pt x="8" y="19"/>
                    <a:pt x="7" y="17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3" name="Freeform 568"/>
            <p:cNvSpPr>
              <a:spLocks noEditPoints="1"/>
            </p:cNvSpPr>
            <p:nvPr/>
          </p:nvSpPr>
          <p:spPr bwMode="auto">
            <a:xfrm flipV="1">
              <a:off x="-2163761" y="41211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19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3 h 25"/>
                <a:gd name="T20" fmla="*/ 0 w 26"/>
                <a:gd name="T21" fmla="*/ 12 h 25"/>
                <a:gd name="T22" fmla="*/ 4 w 26"/>
                <a:gd name="T23" fmla="*/ 21 h 25"/>
                <a:gd name="T24" fmla="*/ 13 w 26"/>
                <a:gd name="T25" fmla="*/ 25 h 25"/>
                <a:gd name="T26" fmla="*/ 21 w 26"/>
                <a:gd name="T27" fmla="*/ 21 h 25"/>
                <a:gd name="T28" fmla="*/ 21 w 26"/>
                <a:gd name="T29" fmla="*/ 3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6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6" y="16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4" name="Freeform 569"/>
            <p:cNvSpPr>
              <a:spLocks/>
            </p:cNvSpPr>
            <p:nvPr/>
          </p:nvSpPr>
          <p:spPr bwMode="auto">
            <a:xfrm flipV="1">
              <a:off x="-2339973" y="3898899"/>
              <a:ext cx="1568450" cy="657225"/>
            </a:xfrm>
            <a:custGeom>
              <a:avLst/>
              <a:gdLst>
                <a:gd name="T0" fmla="*/ 416 w 418"/>
                <a:gd name="T1" fmla="*/ 175 h 175"/>
                <a:gd name="T2" fmla="*/ 282 w 418"/>
                <a:gd name="T3" fmla="*/ 41 h 175"/>
                <a:gd name="T4" fmla="*/ 108 w 418"/>
                <a:gd name="T5" fmla="*/ 41 h 175"/>
                <a:gd name="T6" fmla="*/ 107 w 418"/>
                <a:gd name="T7" fmla="*/ 41 h 175"/>
                <a:gd name="T8" fmla="*/ 69 w 418"/>
                <a:gd name="T9" fmla="*/ 3 h 175"/>
                <a:gd name="T10" fmla="*/ 25 w 418"/>
                <a:gd name="T11" fmla="*/ 3 h 175"/>
                <a:gd name="T12" fmla="*/ 2 w 418"/>
                <a:gd name="T13" fmla="*/ 26 h 175"/>
                <a:gd name="T14" fmla="*/ 0 w 418"/>
                <a:gd name="T15" fmla="*/ 23 h 175"/>
                <a:gd name="T16" fmla="*/ 23 w 418"/>
                <a:gd name="T17" fmla="*/ 0 h 175"/>
                <a:gd name="T18" fmla="*/ 24 w 418"/>
                <a:gd name="T19" fmla="*/ 0 h 175"/>
                <a:gd name="T20" fmla="*/ 24 w 418"/>
                <a:gd name="T21" fmla="*/ 0 h 175"/>
                <a:gd name="T22" fmla="*/ 70 w 418"/>
                <a:gd name="T23" fmla="*/ 0 h 175"/>
                <a:gd name="T24" fmla="*/ 71 w 418"/>
                <a:gd name="T25" fmla="*/ 0 h 175"/>
                <a:gd name="T26" fmla="*/ 109 w 418"/>
                <a:gd name="T27" fmla="*/ 38 h 175"/>
                <a:gd name="T28" fmla="*/ 283 w 418"/>
                <a:gd name="T29" fmla="*/ 38 h 175"/>
                <a:gd name="T30" fmla="*/ 284 w 418"/>
                <a:gd name="T31" fmla="*/ 38 h 175"/>
                <a:gd name="T32" fmla="*/ 418 w 418"/>
                <a:gd name="T33" fmla="*/ 173 h 175"/>
                <a:gd name="T34" fmla="*/ 416 w 418"/>
                <a:gd name="T3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8" h="175">
                  <a:moveTo>
                    <a:pt x="416" y="175"/>
                  </a:moveTo>
                  <a:cubicBezTo>
                    <a:pt x="282" y="41"/>
                    <a:pt x="282" y="41"/>
                    <a:pt x="282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8" y="41"/>
                    <a:pt x="107" y="41"/>
                    <a:pt x="107" y="41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1" y="0"/>
                    <a:pt x="71" y="0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283" y="38"/>
                    <a:pt x="283" y="38"/>
                    <a:pt x="283" y="38"/>
                  </a:cubicBezTo>
                  <a:cubicBezTo>
                    <a:pt x="283" y="38"/>
                    <a:pt x="283" y="38"/>
                    <a:pt x="284" y="38"/>
                  </a:cubicBezTo>
                  <a:cubicBezTo>
                    <a:pt x="418" y="173"/>
                    <a:pt x="418" y="173"/>
                    <a:pt x="418" y="173"/>
                  </a:cubicBezTo>
                  <a:lnTo>
                    <a:pt x="416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5" name="Freeform 570"/>
            <p:cNvSpPr>
              <a:spLocks/>
            </p:cNvSpPr>
            <p:nvPr/>
          </p:nvSpPr>
          <p:spPr bwMode="auto">
            <a:xfrm flipV="1">
              <a:off x="-2141536" y="3617911"/>
              <a:ext cx="1471612" cy="781050"/>
            </a:xfrm>
            <a:custGeom>
              <a:avLst/>
              <a:gdLst>
                <a:gd name="T0" fmla="*/ 389 w 392"/>
                <a:gd name="T1" fmla="*/ 208 h 208"/>
                <a:gd name="T2" fmla="*/ 211 w 392"/>
                <a:gd name="T3" fmla="*/ 30 h 208"/>
                <a:gd name="T4" fmla="*/ 28 w 392"/>
                <a:gd name="T5" fmla="*/ 30 h 208"/>
                <a:gd name="T6" fmla="*/ 27 w 392"/>
                <a:gd name="T7" fmla="*/ 29 h 208"/>
                <a:gd name="T8" fmla="*/ 0 w 392"/>
                <a:gd name="T9" fmla="*/ 3 h 208"/>
                <a:gd name="T10" fmla="*/ 3 w 392"/>
                <a:gd name="T11" fmla="*/ 0 h 208"/>
                <a:gd name="T12" fmla="*/ 29 w 392"/>
                <a:gd name="T13" fmla="*/ 26 h 208"/>
                <a:gd name="T14" fmla="*/ 211 w 392"/>
                <a:gd name="T15" fmla="*/ 26 h 208"/>
                <a:gd name="T16" fmla="*/ 213 w 392"/>
                <a:gd name="T17" fmla="*/ 27 h 208"/>
                <a:gd name="T18" fmla="*/ 392 w 392"/>
                <a:gd name="T19" fmla="*/ 206 h 208"/>
                <a:gd name="T20" fmla="*/ 389 w 392"/>
                <a:gd name="T21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2" h="208">
                  <a:moveTo>
                    <a:pt x="389" y="208"/>
                  </a:moveTo>
                  <a:cubicBezTo>
                    <a:pt x="211" y="30"/>
                    <a:pt x="211" y="30"/>
                    <a:pt x="211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7" y="2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11" y="26"/>
                    <a:pt x="211" y="26"/>
                    <a:pt x="211" y="26"/>
                  </a:cubicBezTo>
                  <a:cubicBezTo>
                    <a:pt x="212" y="26"/>
                    <a:pt x="212" y="27"/>
                    <a:pt x="213" y="27"/>
                  </a:cubicBezTo>
                  <a:cubicBezTo>
                    <a:pt x="392" y="206"/>
                    <a:pt x="392" y="206"/>
                    <a:pt x="392" y="206"/>
                  </a:cubicBezTo>
                  <a:lnTo>
                    <a:pt x="389" y="2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6" name="Freeform 571"/>
            <p:cNvSpPr>
              <a:spLocks/>
            </p:cNvSpPr>
            <p:nvPr/>
          </p:nvSpPr>
          <p:spPr bwMode="auto">
            <a:xfrm flipV="1">
              <a:off x="-2089148" y="3733798"/>
              <a:ext cx="1020762" cy="417513"/>
            </a:xfrm>
            <a:custGeom>
              <a:avLst/>
              <a:gdLst>
                <a:gd name="T0" fmla="*/ 272 w 272"/>
                <a:gd name="T1" fmla="*/ 111 h 111"/>
                <a:gd name="T2" fmla="*/ 269 w 272"/>
                <a:gd name="T3" fmla="*/ 111 h 111"/>
                <a:gd name="T4" fmla="*/ 269 w 272"/>
                <a:gd name="T5" fmla="*/ 83 h 111"/>
                <a:gd name="T6" fmla="*/ 211 w 272"/>
                <a:gd name="T7" fmla="*/ 25 h 111"/>
                <a:gd name="T8" fmla="*/ 23 w 272"/>
                <a:gd name="T9" fmla="*/ 25 h 111"/>
                <a:gd name="T10" fmla="*/ 22 w 272"/>
                <a:gd name="T11" fmla="*/ 25 h 111"/>
                <a:gd name="T12" fmla="*/ 0 w 272"/>
                <a:gd name="T13" fmla="*/ 3 h 111"/>
                <a:gd name="T14" fmla="*/ 3 w 272"/>
                <a:gd name="T15" fmla="*/ 0 h 111"/>
                <a:gd name="T16" fmla="*/ 24 w 272"/>
                <a:gd name="T17" fmla="*/ 22 h 111"/>
                <a:gd name="T18" fmla="*/ 212 w 272"/>
                <a:gd name="T19" fmla="*/ 22 h 111"/>
                <a:gd name="T20" fmla="*/ 213 w 272"/>
                <a:gd name="T21" fmla="*/ 22 h 111"/>
                <a:gd name="T22" fmla="*/ 271 w 272"/>
                <a:gd name="T23" fmla="*/ 81 h 111"/>
                <a:gd name="T24" fmla="*/ 272 w 272"/>
                <a:gd name="T25" fmla="*/ 82 h 111"/>
                <a:gd name="T26" fmla="*/ 272 w 272"/>
                <a:gd name="T2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2" h="111">
                  <a:moveTo>
                    <a:pt x="272" y="111"/>
                  </a:moveTo>
                  <a:cubicBezTo>
                    <a:pt x="269" y="111"/>
                    <a:pt x="269" y="111"/>
                    <a:pt x="269" y="111"/>
                  </a:cubicBezTo>
                  <a:cubicBezTo>
                    <a:pt x="269" y="83"/>
                    <a:pt x="269" y="83"/>
                    <a:pt x="269" y="83"/>
                  </a:cubicBezTo>
                  <a:cubicBezTo>
                    <a:pt x="211" y="25"/>
                    <a:pt x="211" y="25"/>
                    <a:pt x="211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12" y="22"/>
                    <a:pt x="212" y="22"/>
                    <a:pt x="212" y="22"/>
                  </a:cubicBezTo>
                  <a:cubicBezTo>
                    <a:pt x="212" y="22"/>
                    <a:pt x="213" y="22"/>
                    <a:pt x="213" y="22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2" y="81"/>
                    <a:pt x="272" y="82"/>
                  </a:cubicBezTo>
                  <a:lnTo>
                    <a:pt x="272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7" name="Freeform 572"/>
            <p:cNvSpPr>
              <a:spLocks/>
            </p:cNvSpPr>
            <p:nvPr/>
          </p:nvSpPr>
          <p:spPr bwMode="auto">
            <a:xfrm flipV="1">
              <a:off x="-1814511" y="3625849"/>
              <a:ext cx="869950" cy="561975"/>
            </a:xfrm>
            <a:custGeom>
              <a:avLst/>
              <a:gdLst>
                <a:gd name="T0" fmla="*/ 211 w 232"/>
                <a:gd name="T1" fmla="*/ 150 h 150"/>
                <a:gd name="T2" fmla="*/ 180 w 232"/>
                <a:gd name="T3" fmla="*/ 150 h 150"/>
                <a:gd name="T4" fmla="*/ 179 w 232"/>
                <a:gd name="T5" fmla="*/ 150 h 150"/>
                <a:gd name="T6" fmla="*/ 126 w 232"/>
                <a:gd name="T7" fmla="*/ 96 h 150"/>
                <a:gd name="T8" fmla="*/ 125 w 232"/>
                <a:gd name="T9" fmla="*/ 95 h 150"/>
                <a:gd name="T10" fmla="*/ 125 w 232"/>
                <a:gd name="T11" fmla="*/ 74 h 150"/>
                <a:gd name="T12" fmla="*/ 128 w 232"/>
                <a:gd name="T13" fmla="*/ 74 h 150"/>
                <a:gd name="T14" fmla="*/ 128 w 232"/>
                <a:gd name="T15" fmla="*/ 94 h 150"/>
                <a:gd name="T16" fmla="*/ 181 w 232"/>
                <a:gd name="T17" fmla="*/ 147 h 150"/>
                <a:gd name="T18" fmla="*/ 211 w 232"/>
                <a:gd name="T19" fmla="*/ 147 h 150"/>
                <a:gd name="T20" fmla="*/ 228 w 232"/>
                <a:gd name="T21" fmla="*/ 129 h 150"/>
                <a:gd name="T22" fmla="*/ 228 w 232"/>
                <a:gd name="T23" fmla="*/ 103 h 150"/>
                <a:gd name="T24" fmla="*/ 130 w 232"/>
                <a:gd name="T25" fmla="*/ 4 h 150"/>
                <a:gd name="T26" fmla="*/ 0 w 232"/>
                <a:gd name="T27" fmla="*/ 4 h 150"/>
                <a:gd name="T28" fmla="*/ 0 w 232"/>
                <a:gd name="T29" fmla="*/ 0 h 150"/>
                <a:gd name="T30" fmla="*/ 130 w 232"/>
                <a:gd name="T31" fmla="*/ 0 h 150"/>
                <a:gd name="T32" fmla="*/ 131 w 232"/>
                <a:gd name="T33" fmla="*/ 1 h 150"/>
                <a:gd name="T34" fmla="*/ 231 w 232"/>
                <a:gd name="T35" fmla="*/ 101 h 150"/>
                <a:gd name="T36" fmla="*/ 232 w 232"/>
                <a:gd name="T37" fmla="*/ 102 h 150"/>
                <a:gd name="T38" fmla="*/ 232 w 232"/>
                <a:gd name="T39" fmla="*/ 130 h 150"/>
                <a:gd name="T40" fmla="*/ 231 w 232"/>
                <a:gd name="T41" fmla="*/ 131 h 150"/>
                <a:gd name="T42" fmla="*/ 213 w 232"/>
                <a:gd name="T43" fmla="*/ 150 h 150"/>
                <a:gd name="T44" fmla="*/ 211 w 232"/>
                <a:gd name="T4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50">
                  <a:moveTo>
                    <a:pt x="211" y="150"/>
                  </a:moveTo>
                  <a:cubicBezTo>
                    <a:pt x="180" y="150"/>
                    <a:pt x="180" y="150"/>
                    <a:pt x="180" y="150"/>
                  </a:cubicBezTo>
                  <a:cubicBezTo>
                    <a:pt x="180" y="150"/>
                    <a:pt x="179" y="150"/>
                    <a:pt x="179" y="150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5" y="96"/>
                    <a:pt x="125" y="95"/>
                    <a:pt x="125" y="95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8" y="74"/>
                    <a:pt x="128" y="74"/>
                    <a:pt x="128" y="7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81" y="147"/>
                    <a:pt x="181" y="147"/>
                    <a:pt x="181" y="147"/>
                  </a:cubicBezTo>
                  <a:cubicBezTo>
                    <a:pt x="211" y="147"/>
                    <a:pt x="211" y="147"/>
                    <a:pt x="211" y="147"/>
                  </a:cubicBezTo>
                  <a:cubicBezTo>
                    <a:pt x="228" y="129"/>
                    <a:pt x="228" y="129"/>
                    <a:pt x="228" y="129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1" y="0"/>
                    <a:pt x="131" y="1"/>
                    <a:pt x="131" y="1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1" y="101"/>
                    <a:pt x="232" y="101"/>
                    <a:pt x="232" y="102"/>
                  </a:cubicBezTo>
                  <a:cubicBezTo>
                    <a:pt x="232" y="130"/>
                    <a:pt x="232" y="130"/>
                    <a:pt x="232" y="130"/>
                  </a:cubicBezTo>
                  <a:cubicBezTo>
                    <a:pt x="232" y="130"/>
                    <a:pt x="231" y="131"/>
                    <a:pt x="231" y="131"/>
                  </a:cubicBezTo>
                  <a:cubicBezTo>
                    <a:pt x="213" y="150"/>
                    <a:pt x="213" y="150"/>
                    <a:pt x="213" y="150"/>
                  </a:cubicBezTo>
                  <a:cubicBezTo>
                    <a:pt x="212" y="150"/>
                    <a:pt x="212" y="150"/>
                    <a:pt x="211" y="1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8" name="Freeform 573"/>
            <p:cNvSpPr>
              <a:spLocks noEditPoints="1"/>
            </p:cNvSpPr>
            <p:nvPr/>
          </p:nvSpPr>
          <p:spPr bwMode="auto">
            <a:xfrm flipV="1">
              <a:off x="-3063873" y="3543298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7 w 24"/>
                <a:gd name="T3" fmla="*/ 8 h 25"/>
                <a:gd name="T4" fmla="*/ 17 w 24"/>
                <a:gd name="T5" fmla="*/ 18 h 25"/>
                <a:gd name="T6" fmla="*/ 12 w 24"/>
                <a:gd name="T7" fmla="*/ 20 h 25"/>
                <a:gd name="T8" fmla="*/ 7 w 24"/>
                <a:gd name="T9" fmla="*/ 18 h 25"/>
                <a:gd name="T10" fmla="*/ 7 w 24"/>
                <a:gd name="T11" fmla="*/ 8 h 25"/>
                <a:gd name="T12" fmla="*/ 12 w 24"/>
                <a:gd name="T13" fmla="*/ 5 h 25"/>
                <a:gd name="T14" fmla="*/ 12 w 24"/>
                <a:gd name="T15" fmla="*/ 0 h 25"/>
                <a:gd name="T16" fmla="*/ 12 w 24"/>
                <a:gd name="T17" fmla="*/ 0 h 25"/>
                <a:gd name="T18" fmla="*/ 3 w 24"/>
                <a:gd name="T19" fmla="*/ 4 h 25"/>
                <a:gd name="T20" fmla="*/ 0 w 24"/>
                <a:gd name="T21" fmla="*/ 13 h 25"/>
                <a:gd name="T22" fmla="*/ 3 w 24"/>
                <a:gd name="T23" fmla="*/ 21 h 25"/>
                <a:gd name="T24" fmla="*/ 12 w 24"/>
                <a:gd name="T25" fmla="*/ 25 h 25"/>
                <a:gd name="T26" fmla="*/ 21 w 24"/>
                <a:gd name="T27" fmla="*/ 21 h 25"/>
                <a:gd name="T28" fmla="*/ 24 w 24"/>
                <a:gd name="T29" fmla="*/ 13 h 25"/>
                <a:gd name="T30" fmla="*/ 21 w 24"/>
                <a:gd name="T31" fmla="*/ 4 h 25"/>
                <a:gd name="T32" fmla="*/ 12 w 2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4" y="5"/>
                    <a:pt x="16" y="6"/>
                    <a:pt x="17" y="8"/>
                  </a:cubicBezTo>
                  <a:cubicBezTo>
                    <a:pt x="20" y="10"/>
                    <a:pt x="20" y="15"/>
                    <a:pt x="17" y="18"/>
                  </a:cubicBezTo>
                  <a:cubicBezTo>
                    <a:pt x="16" y="19"/>
                    <a:pt x="14" y="20"/>
                    <a:pt x="12" y="20"/>
                  </a:cubicBezTo>
                  <a:cubicBezTo>
                    <a:pt x="10" y="20"/>
                    <a:pt x="8" y="19"/>
                    <a:pt x="7" y="18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8" y="24"/>
                    <a:pt x="21" y="21"/>
                  </a:cubicBezTo>
                  <a:cubicBezTo>
                    <a:pt x="23" y="19"/>
                    <a:pt x="24" y="16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9" name="Freeform 574"/>
            <p:cNvSpPr>
              <a:spLocks noEditPoints="1"/>
            </p:cNvSpPr>
            <p:nvPr/>
          </p:nvSpPr>
          <p:spPr bwMode="auto">
            <a:xfrm flipV="1">
              <a:off x="-3055936" y="3744911"/>
              <a:ext cx="96837" cy="95250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4 h 25"/>
                <a:gd name="T20" fmla="*/ 0 w 26"/>
                <a:gd name="T21" fmla="*/ 13 h 25"/>
                <a:gd name="T22" fmla="*/ 4 w 26"/>
                <a:gd name="T23" fmla="*/ 21 h 25"/>
                <a:gd name="T24" fmla="*/ 13 w 26"/>
                <a:gd name="T25" fmla="*/ 25 h 25"/>
                <a:gd name="T26" fmla="*/ 22 w 26"/>
                <a:gd name="T27" fmla="*/ 21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10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0" name="Freeform 575"/>
            <p:cNvSpPr>
              <a:spLocks noEditPoints="1"/>
            </p:cNvSpPr>
            <p:nvPr/>
          </p:nvSpPr>
          <p:spPr bwMode="auto">
            <a:xfrm flipV="1">
              <a:off x="-2813048" y="4060823"/>
              <a:ext cx="101600" cy="93663"/>
            </a:xfrm>
            <a:custGeom>
              <a:avLst/>
              <a:gdLst>
                <a:gd name="T0" fmla="*/ 14 w 27"/>
                <a:gd name="T1" fmla="*/ 5 h 25"/>
                <a:gd name="T2" fmla="*/ 19 w 27"/>
                <a:gd name="T3" fmla="*/ 7 h 25"/>
                <a:gd name="T4" fmla="*/ 19 w 27"/>
                <a:gd name="T5" fmla="*/ 17 h 25"/>
                <a:gd name="T6" fmla="*/ 14 w 27"/>
                <a:gd name="T7" fmla="*/ 20 h 25"/>
                <a:gd name="T8" fmla="*/ 9 w 27"/>
                <a:gd name="T9" fmla="*/ 17 h 25"/>
                <a:gd name="T10" fmla="*/ 9 w 27"/>
                <a:gd name="T11" fmla="*/ 7 h 25"/>
                <a:gd name="T12" fmla="*/ 14 w 27"/>
                <a:gd name="T13" fmla="*/ 5 h 25"/>
                <a:gd name="T14" fmla="*/ 14 w 27"/>
                <a:gd name="T15" fmla="*/ 0 h 25"/>
                <a:gd name="T16" fmla="*/ 14 w 27"/>
                <a:gd name="T17" fmla="*/ 0 h 25"/>
                <a:gd name="T18" fmla="*/ 5 w 27"/>
                <a:gd name="T19" fmla="*/ 4 h 25"/>
                <a:gd name="T20" fmla="*/ 5 w 27"/>
                <a:gd name="T21" fmla="*/ 21 h 25"/>
                <a:gd name="T22" fmla="*/ 14 w 27"/>
                <a:gd name="T23" fmla="*/ 25 h 25"/>
                <a:gd name="T24" fmla="*/ 23 w 27"/>
                <a:gd name="T25" fmla="*/ 21 h 25"/>
                <a:gd name="T26" fmla="*/ 23 w 27"/>
                <a:gd name="T27" fmla="*/ 4 h 25"/>
                <a:gd name="T28" fmla="*/ 14 w 27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14" y="5"/>
                  </a:moveTo>
                  <a:cubicBezTo>
                    <a:pt x="16" y="5"/>
                    <a:pt x="17" y="6"/>
                    <a:pt x="19" y="7"/>
                  </a:cubicBezTo>
                  <a:cubicBezTo>
                    <a:pt x="22" y="10"/>
                    <a:pt x="22" y="15"/>
                    <a:pt x="19" y="17"/>
                  </a:cubicBezTo>
                  <a:cubicBezTo>
                    <a:pt x="18" y="19"/>
                    <a:pt x="16" y="20"/>
                    <a:pt x="14" y="20"/>
                  </a:cubicBezTo>
                  <a:cubicBezTo>
                    <a:pt x="12" y="20"/>
                    <a:pt x="10" y="19"/>
                    <a:pt x="9" y="17"/>
                  </a:cubicBezTo>
                  <a:cubicBezTo>
                    <a:pt x="6" y="15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1" y="25"/>
                    <a:pt x="14" y="25"/>
                  </a:cubicBezTo>
                  <a:cubicBezTo>
                    <a:pt x="17" y="25"/>
                    <a:pt x="20" y="23"/>
                    <a:pt x="23" y="21"/>
                  </a:cubicBezTo>
                  <a:cubicBezTo>
                    <a:pt x="27" y="16"/>
                    <a:pt x="27" y="8"/>
                    <a:pt x="23" y="4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1" name="Freeform 576"/>
            <p:cNvSpPr>
              <a:spLocks noEditPoints="1"/>
            </p:cNvSpPr>
            <p:nvPr/>
          </p:nvSpPr>
          <p:spPr bwMode="auto">
            <a:xfrm flipV="1">
              <a:off x="-1052511" y="24923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6 w 24"/>
                <a:gd name="T3" fmla="*/ 7 h 24"/>
                <a:gd name="T4" fmla="*/ 16 w 24"/>
                <a:gd name="T5" fmla="*/ 16 h 24"/>
                <a:gd name="T6" fmla="*/ 12 w 24"/>
                <a:gd name="T7" fmla="*/ 19 h 24"/>
                <a:gd name="T8" fmla="*/ 7 w 24"/>
                <a:gd name="T9" fmla="*/ 16 h 24"/>
                <a:gd name="T10" fmla="*/ 7 w 24"/>
                <a:gd name="T11" fmla="*/ 7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3 w 24"/>
                <a:gd name="T21" fmla="*/ 20 h 24"/>
                <a:gd name="T22" fmla="*/ 12 w 24"/>
                <a:gd name="T23" fmla="*/ 24 h 24"/>
                <a:gd name="T24" fmla="*/ 20 w 24"/>
                <a:gd name="T25" fmla="*/ 20 h 24"/>
                <a:gd name="T26" fmla="*/ 24 w 24"/>
                <a:gd name="T27" fmla="*/ 12 h 24"/>
                <a:gd name="T28" fmla="*/ 20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3" y="5"/>
                    <a:pt x="15" y="5"/>
                    <a:pt x="16" y="7"/>
                  </a:cubicBezTo>
                  <a:cubicBezTo>
                    <a:pt x="19" y="9"/>
                    <a:pt x="19" y="14"/>
                    <a:pt x="16" y="16"/>
                  </a:cubicBezTo>
                  <a:cubicBezTo>
                    <a:pt x="15" y="18"/>
                    <a:pt x="13" y="19"/>
                    <a:pt x="12" y="19"/>
                  </a:cubicBezTo>
                  <a:cubicBezTo>
                    <a:pt x="10" y="19"/>
                    <a:pt x="8" y="18"/>
                    <a:pt x="7" y="16"/>
                  </a:cubicBezTo>
                  <a:cubicBezTo>
                    <a:pt x="4" y="14"/>
                    <a:pt x="4" y="9"/>
                    <a:pt x="7" y="7"/>
                  </a:cubicBezTo>
                  <a:cubicBezTo>
                    <a:pt x="8" y="5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2"/>
                    <a:pt x="8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8"/>
                    <a:pt x="22" y="5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2" name="Freeform 577"/>
            <p:cNvSpPr>
              <a:spLocks noEditPoints="1"/>
            </p:cNvSpPr>
            <p:nvPr/>
          </p:nvSpPr>
          <p:spPr bwMode="auto">
            <a:xfrm flipV="1">
              <a:off x="-1319211" y="2735260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3 w 25"/>
                <a:gd name="T17" fmla="*/ 4 h 24"/>
                <a:gd name="T18" fmla="*/ 0 w 25"/>
                <a:gd name="T19" fmla="*/ 12 h 24"/>
                <a:gd name="T20" fmla="*/ 3 w 25"/>
                <a:gd name="T21" fmla="*/ 21 h 24"/>
                <a:gd name="T22" fmla="*/ 12 w 25"/>
                <a:gd name="T23" fmla="*/ 24 h 24"/>
                <a:gd name="T24" fmla="*/ 20 w 25"/>
                <a:gd name="T25" fmla="*/ 21 h 24"/>
                <a:gd name="T26" fmla="*/ 20 w 25"/>
                <a:gd name="T27" fmla="*/ 4 h 24"/>
                <a:gd name="T28" fmla="*/ 12 w 25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5" y="6"/>
                    <a:pt x="17" y="7"/>
                  </a:cubicBezTo>
                  <a:cubicBezTo>
                    <a:pt x="19" y="10"/>
                    <a:pt x="19" y="14"/>
                    <a:pt x="17" y="17"/>
                  </a:cubicBezTo>
                  <a:cubicBezTo>
                    <a:pt x="15" y="18"/>
                    <a:pt x="14" y="19"/>
                    <a:pt x="12" y="19"/>
                  </a:cubicBezTo>
                  <a:cubicBezTo>
                    <a:pt x="10" y="19"/>
                    <a:pt x="8" y="18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5" y="16"/>
                    <a:pt x="25" y="8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3" name="Freeform 578"/>
            <p:cNvSpPr>
              <a:spLocks noEditPoints="1"/>
            </p:cNvSpPr>
            <p:nvPr/>
          </p:nvSpPr>
          <p:spPr bwMode="auto">
            <a:xfrm flipV="1">
              <a:off x="-636586" y="2390773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8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3 h 24"/>
                <a:gd name="T18" fmla="*/ 4 w 26"/>
                <a:gd name="T19" fmla="*/ 20 h 24"/>
                <a:gd name="T20" fmla="*/ 13 w 26"/>
                <a:gd name="T21" fmla="*/ 24 h 24"/>
                <a:gd name="T22" fmla="*/ 21 w 26"/>
                <a:gd name="T23" fmla="*/ 20 h 24"/>
                <a:gd name="T24" fmla="*/ 21 w 26"/>
                <a:gd name="T25" fmla="*/ 3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4" y="5"/>
                    <a:pt x="16" y="5"/>
                    <a:pt x="18" y="7"/>
                  </a:cubicBezTo>
                  <a:cubicBezTo>
                    <a:pt x="20" y="9"/>
                    <a:pt x="20" y="14"/>
                    <a:pt x="18" y="16"/>
                  </a:cubicBezTo>
                  <a:cubicBezTo>
                    <a:pt x="16" y="18"/>
                    <a:pt x="14" y="18"/>
                    <a:pt x="13" y="18"/>
                  </a:cubicBezTo>
                  <a:cubicBezTo>
                    <a:pt x="11" y="18"/>
                    <a:pt x="9" y="18"/>
                    <a:pt x="8" y="16"/>
                  </a:cubicBezTo>
                  <a:cubicBezTo>
                    <a:pt x="5" y="14"/>
                    <a:pt x="5" y="9"/>
                    <a:pt x="8" y="7"/>
                  </a:cubicBezTo>
                  <a:cubicBezTo>
                    <a:pt x="9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6" y="22"/>
                    <a:pt x="9" y="24"/>
                    <a:pt x="13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6" y="15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4" name="Freeform 579"/>
            <p:cNvSpPr>
              <a:spLocks noEditPoints="1"/>
            </p:cNvSpPr>
            <p:nvPr/>
          </p:nvSpPr>
          <p:spPr bwMode="auto">
            <a:xfrm flipV="1">
              <a:off x="-733423" y="2676523"/>
              <a:ext cx="96837" cy="88900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8 h 24"/>
                <a:gd name="T4" fmla="*/ 18 w 26"/>
                <a:gd name="T5" fmla="*/ 17 h 24"/>
                <a:gd name="T6" fmla="*/ 13 w 26"/>
                <a:gd name="T7" fmla="*/ 19 h 24"/>
                <a:gd name="T8" fmla="*/ 8 w 26"/>
                <a:gd name="T9" fmla="*/ 17 h 24"/>
                <a:gd name="T10" fmla="*/ 8 w 26"/>
                <a:gd name="T11" fmla="*/ 8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1 w 26"/>
                <a:gd name="T23" fmla="*/ 21 h 24"/>
                <a:gd name="T24" fmla="*/ 21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6" y="6"/>
                    <a:pt x="18" y="8"/>
                  </a:cubicBezTo>
                  <a:cubicBezTo>
                    <a:pt x="20" y="10"/>
                    <a:pt x="20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8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6" y="16"/>
                    <a:pt x="26" y="9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5" name="Freeform 580"/>
            <p:cNvSpPr>
              <a:spLocks noEditPoints="1"/>
            </p:cNvSpPr>
            <p:nvPr/>
          </p:nvSpPr>
          <p:spPr bwMode="auto">
            <a:xfrm flipV="1">
              <a:off x="-2801936" y="37909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20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1 h 25"/>
                <a:gd name="T22" fmla="*/ 13 w 26"/>
                <a:gd name="T23" fmla="*/ 25 h 25"/>
                <a:gd name="T24" fmla="*/ 22 w 26"/>
                <a:gd name="T25" fmla="*/ 21 h 25"/>
                <a:gd name="T26" fmla="*/ 26 w 26"/>
                <a:gd name="T27" fmla="*/ 12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10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10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7" y="25"/>
                    <a:pt x="20" y="23"/>
                    <a:pt x="22" y="21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9"/>
                    <a:pt x="24" y="6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6" name="Freeform 581"/>
            <p:cNvSpPr>
              <a:spLocks/>
            </p:cNvSpPr>
            <p:nvPr/>
          </p:nvSpPr>
          <p:spPr bwMode="auto">
            <a:xfrm flipV="1">
              <a:off x="-3003548" y="2555873"/>
              <a:ext cx="1984375" cy="1017588"/>
            </a:xfrm>
            <a:custGeom>
              <a:avLst/>
              <a:gdLst>
                <a:gd name="T0" fmla="*/ 526 w 529"/>
                <a:gd name="T1" fmla="*/ 271 h 271"/>
                <a:gd name="T2" fmla="*/ 512 w 529"/>
                <a:gd name="T3" fmla="*/ 257 h 271"/>
                <a:gd name="T4" fmla="*/ 512 w 529"/>
                <a:gd name="T5" fmla="*/ 256 h 271"/>
                <a:gd name="T6" fmla="*/ 512 w 529"/>
                <a:gd name="T7" fmla="*/ 226 h 271"/>
                <a:gd name="T8" fmla="*/ 418 w 529"/>
                <a:gd name="T9" fmla="*/ 132 h 271"/>
                <a:gd name="T10" fmla="*/ 307 w 529"/>
                <a:gd name="T11" fmla="*/ 132 h 271"/>
                <a:gd name="T12" fmla="*/ 243 w 529"/>
                <a:gd name="T13" fmla="*/ 197 h 271"/>
                <a:gd name="T14" fmla="*/ 242 w 529"/>
                <a:gd name="T15" fmla="*/ 197 h 271"/>
                <a:gd name="T16" fmla="*/ 196 w 529"/>
                <a:gd name="T17" fmla="*/ 197 h 271"/>
                <a:gd name="T18" fmla="*/ 194 w 529"/>
                <a:gd name="T19" fmla="*/ 197 h 271"/>
                <a:gd name="T20" fmla="*/ 0 w 529"/>
                <a:gd name="T21" fmla="*/ 2 h 271"/>
                <a:gd name="T22" fmla="*/ 2 w 529"/>
                <a:gd name="T23" fmla="*/ 0 h 271"/>
                <a:gd name="T24" fmla="*/ 196 w 529"/>
                <a:gd name="T25" fmla="*/ 194 h 271"/>
                <a:gd name="T26" fmla="*/ 241 w 529"/>
                <a:gd name="T27" fmla="*/ 194 h 271"/>
                <a:gd name="T28" fmla="*/ 305 w 529"/>
                <a:gd name="T29" fmla="*/ 129 h 271"/>
                <a:gd name="T30" fmla="*/ 306 w 529"/>
                <a:gd name="T31" fmla="*/ 129 h 271"/>
                <a:gd name="T32" fmla="*/ 419 w 529"/>
                <a:gd name="T33" fmla="*/ 129 h 271"/>
                <a:gd name="T34" fmla="*/ 420 w 529"/>
                <a:gd name="T35" fmla="*/ 129 h 271"/>
                <a:gd name="T36" fmla="*/ 515 w 529"/>
                <a:gd name="T37" fmla="*/ 224 h 271"/>
                <a:gd name="T38" fmla="*/ 515 w 529"/>
                <a:gd name="T39" fmla="*/ 225 h 271"/>
                <a:gd name="T40" fmla="*/ 515 w 529"/>
                <a:gd name="T41" fmla="*/ 255 h 271"/>
                <a:gd name="T42" fmla="*/ 529 w 529"/>
                <a:gd name="T43" fmla="*/ 269 h 271"/>
                <a:gd name="T44" fmla="*/ 526 w 529"/>
                <a:gd name="T45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9" h="271">
                  <a:moveTo>
                    <a:pt x="526" y="271"/>
                  </a:moveTo>
                  <a:cubicBezTo>
                    <a:pt x="512" y="257"/>
                    <a:pt x="512" y="257"/>
                    <a:pt x="512" y="257"/>
                  </a:cubicBezTo>
                  <a:cubicBezTo>
                    <a:pt x="512" y="257"/>
                    <a:pt x="512" y="257"/>
                    <a:pt x="512" y="256"/>
                  </a:cubicBezTo>
                  <a:cubicBezTo>
                    <a:pt x="512" y="226"/>
                    <a:pt x="512" y="226"/>
                    <a:pt x="512" y="226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307" y="132"/>
                    <a:pt x="307" y="132"/>
                    <a:pt x="307" y="132"/>
                  </a:cubicBezTo>
                  <a:cubicBezTo>
                    <a:pt x="243" y="197"/>
                    <a:pt x="243" y="197"/>
                    <a:pt x="243" y="197"/>
                  </a:cubicBezTo>
                  <a:cubicBezTo>
                    <a:pt x="243" y="197"/>
                    <a:pt x="242" y="197"/>
                    <a:pt x="242" y="197"/>
                  </a:cubicBezTo>
                  <a:cubicBezTo>
                    <a:pt x="196" y="197"/>
                    <a:pt x="196" y="197"/>
                    <a:pt x="196" y="197"/>
                  </a:cubicBezTo>
                  <a:cubicBezTo>
                    <a:pt x="195" y="197"/>
                    <a:pt x="195" y="197"/>
                    <a:pt x="194" y="1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241" y="194"/>
                    <a:pt x="241" y="194"/>
                    <a:pt x="241" y="194"/>
                  </a:cubicBezTo>
                  <a:cubicBezTo>
                    <a:pt x="305" y="129"/>
                    <a:pt x="305" y="129"/>
                    <a:pt x="305" y="129"/>
                  </a:cubicBezTo>
                  <a:cubicBezTo>
                    <a:pt x="306" y="129"/>
                    <a:pt x="306" y="129"/>
                    <a:pt x="306" y="129"/>
                  </a:cubicBezTo>
                  <a:cubicBezTo>
                    <a:pt x="419" y="129"/>
                    <a:pt x="419" y="129"/>
                    <a:pt x="419" y="129"/>
                  </a:cubicBezTo>
                  <a:cubicBezTo>
                    <a:pt x="419" y="129"/>
                    <a:pt x="419" y="129"/>
                    <a:pt x="420" y="129"/>
                  </a:cubicBezTo>
                  <a:cubicBezTo>
                    <a:pt x="515" y="224"/>
                    <a:pt x="515" y="224"/>
                    <a:pt x="515" y="224"/>
                  </a:cubicBezTo>
                  <a:cubicBezTo>
                    <a:pt x="515" y="225"/>
                    <a:pt x="515" y="225"/>
                    <a:pt x="515" y="225"/>
                  </a:cubicBezTo>
                  <a:cubicBezTo>
                    <a:pt x="515" y="255"/>
                    <a:pt x="515" y="255"/>
                    <a:pt x="515" y="255"/>
                  </a:cubicBezTo>
                  <a:cubicBezTo>
                    <a:pt x="529" y="269"/>
                    <a:pt x="529" y="269"/>
                    <a:pt x="529" y="269"/>
                  </a:cubicBezTo>
                  <a:lnTo>
                    <a:pt x="526" y="2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7" name="Freeform 582"/>
            <p:cNvSpPr>
              <a:spLocks/>
            </p:cNvSpPr>
            <p:nvPr/>
          </p:nvSpPr>
          <p:spPr bwMode="auto">
            <a:xfrm flipV="1">
              <a:off x="-2992436" y="2412998"/>
              <a:ext cx="2127250" cy="1366838"/>
            </a:xfrm>
            <a:custGeom>
              <a:avLst/>
              <a:gdLst>
                <a:gd name="T0" fmla="*/ 532 w 567"/>
                <a:gd name="T1" fmla="*/ 364 h 364"/>
                <a:gd name="T2" fmla="*/ 494 w 567"/>
                <a:gd name="T3" fmla="*/ 364 h 364"/>
                <a:gd name="T4" fmla="*/ 493 w 567"/>
                <a:gd name="T5" fmla="*/ 364 h 364"/>
                <a:gd name="T6" fmla="*/ 442 w 567"/>
                <a:gd name="T7" fmla="*/ 313 h 364"/>
                <a:gd name="T8" fmla="*/ 442 w 567"/>
                <a:gd name="T9" fmla="*/ 312 h 364"/>
                <a:gd name="T10" fmla="*/ 442 w 567"/>
                <a:gd name="T11" fmla="*/ 280 h 364"/>
                <a:gd name="T12" fmla="*/ 442 w 567"/>
                <a:gd name="T13" fmla="*/ 279 h 364"/>
                <a:gd name="T14" fmla="*/ 452 w 567"/>
                <a:gd name="T15" fmla="*/ 270 h 364"/>
                <a:gd name="T16" fmla="*/ 454 w 567"/>
                <a:gd name="T17" fmla="*/ 272 h 364"/>
                <a:gd name="T18" fmla="*/ 445 w 567"/>
                <a:gd name="T19" fmla="*/ 281 h 364"/>
                <a:gd name="T20" fmla="*/ 445 w 567"/>
                <a:gd name="T21" fmla="*/ 311 h 364"/>
                <a:gd name="T22" fmla="*/ 495 w 567"/>
                <a:gd name="T23" fmla="*/ 361 h 364"/>
                <a:gd name="T24" fmla="*/ 531 w 567"/>
                <a:gd name="T25" fmla="*/ 361 h 364"/>
                <a:gd name="T26" fmla="*/ 564 w 567"/>
                <a:gd name="T27" fmla="*/ 329 h 364"/>
                <a:gd name="T28" fmla="*/ 564 w 567"/>
                <a:gd name="T29" fmla="*/ 288 h 364"/>
                <a:gd name="T30" fmla="*/ 418 w 567"/>
                <a:gd name="T31" fmla="*/ 142 h 364"/>
                <a:gd name="T32" fmla="*/ 291 w 567"/>
                <a:gd name="T33" fmla="*/ 142 h 364"/>
                <a:gd name="T34" fmla="*/ 229 w 567"/>
                <a:gd name="T35" fmla="*/ 204 h 364"/>
                <a:gd name="T36" fmla="*/ 228 w 567"/>
                <a:gd name="T37" fmla="*/ 205 h 364"/>
                <a:gd name="T38" fmla="*/ 202 w 567"/>
                <a:gd name="T39" fmla="*/ 205 h 364"/>
                <a:gd name="T40" fmla="*/ 201 w 567"/>
                <a:gd name="T41" fmla="*/ 204 h 364"/>
                <a:gd name="T42" fmla="*/ 0 w 567"/>
                <a:gd name="T43" fmla="*/ 3 h 364"/>
                <a:gd name="T44" fmla="*/ 2 w 567"/>
                <a:gd name="T45" fmla="*/ 0 h 364"/>
                <a:gd name="T46" fmla="*/ 203 w 567"/>
                <a:gd name="T47" fmla="*/ 201 h 364"/>
                <a:gd name="T48" fmla="*/ 227 w 567"/>
                <a:gd name="T49" fmla="*/ 201 h 364"/>
                <a:gd name="T50" fmla="*/ 289 w 567"/>
                <a:gd name="T51" fmla="*/ 140 h 364"/>
                <a:gd name="T52" fmla="*/ 290 w 567"/>
                <a:gd name="T53" fmla="*/ 139 h 364"/>
                <a:gd name="T54" fmla="*/ 419 w 567"/>
                <a:gd name="T55" fmla="*/ 139 h 364"/>
                <a:gd name="T56" fmla="*/ 420 w 567"/>
                <a:gd name="T57" fmla="*/ 140 h 364"/>
                <a:gd name="T58" fmla="*/ 567 w 567"/>
                <a:gd name="T59" fmla="*/ 286 h 364"/>
                <a:gd name="T60" fmla="*/ 567 w 567"/>
                <a:gd name="T61" fmla="*/ 287 h 364"/>
                <a:gd name="T62" fmla="*/ 567 w 567"/>
                <a:gd name="T63" fmla="*/ 329 h 364"/>
                <a:gd name="T64" fmla="*/ 567 w 567"/>
                <a:gd name="T65" fmla="*/ 330 h 364"/>
                <a:gd name="T66" fmla="*/ 533 w 567"/>
                <a:gd name="T67" fmla="*/ 364 h 364"/>
                <a:gd name="T68" fmla="*/ 532 w 567"/>
                <a:gd name="T6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7" h="364">
                  <a:moveTo>
                    <a:pt x="532" y="364"/>
                  </a:moveTo>
                  <a:cubicBezTo>
                    <a:pt x="494" y="364"/>
                    <a:pt x="494" y="364"/>
                    <a:pt x="494" y="364"/>
                  </a:cubicBezTo>
                  <a:cubicBezTo>
                    <a:pt x="494" y="364"/>
                    <a:pt x="493" y="364"/>
                    <a:pt x="493" y="364"/>
                  </a:cubicBezTo>
                  <a:cubicBezTo>
                    <a:pt x="442" y="313"/>
                    <a:pt x="442" y="313"/>
                    <a:pt x="442" y="313"/>
                  </a:cubicBezTo>
                  <a:cubicBezTo>
                    <a:pt x="442" y="313"/>
                    <a:pt x="442" y="312"/>
                    <a:pt x="442" y="312"/>
                  </a:cubicBezTo>
                  <a:cubicBezTo>
                    <a:pt x="442" y="280"/>
                    <a:pt x="442" y="280"/>
                    <a:pt x="442" y="280"/>
                  </a:cubicBezTo>
                  <a:cubicBezTo>
                    <a:pt x="442" y="280"/>
                    <a:pt x="442" y="279"/>
                    <a:pt x="442" y="279"/>
                  </a:cubicBezTo>
                  <a:cubicBezTo>
                    <a:pt x="452" y="270"/>
                    <a:pt x="452" y="270"/>
                    <a:pt x="452" y="270"/>
                  </a:cubicBezTo>
                  <a:cubicBezTo>
                    <a:pt x="454" y="272"/>
                    <a:pt x="454" y="272"/>
                    <a:pt x="454" y="272"/>
                  </a:cubicBezTo>
                  <a:cubicBezTo>
                    <a:pt x="445" y="281"/>
                    <a:pt x="445" y="281"/>
                    <a:pt x="445" y="281"/>
                  </a:cubicBezTo>
                  <a:cubicBezTo>
                    <a:pt x="445" y="311"/>
                    <a:pt x="445" y="311"/>
                    <a:pt x="445" y="311"/>
                  </a:cubicBezTo>
                  <a:cubicBezTo>
                    <a:pt x="495" y="361"/>
                    <a:pt x="495" y="361"/>
                    <a:pt x="495" y="361"/>
                  </a:cubicBezTo>
                  <a:cubicBezTo>
                    <a:pt x="531" y="361"/>
                    <a:pt x="531" y="361"/>
                    <a:pt x="531" y="361"/>
                  </a:cubicBezTo>
                  <a:cubicBezTo>
                    <a:pt x="564" y="329"/>
                    <a:pt x="564" y="329"/>
                    <a:pt x="564" y="329"/>
                  </a:cubicBezTo>
                  <a:cubicBezTo>
                    <a:pt x="564" y="288"/>
                    <a:pt x="564" y="288"/>
                    <a:pt x="564" y="288"/>
                  </a:cubicBezTo>
                  <a:cubicBezTo>
                    <a:pt x="418" y="142"/>
                    <a:pt x="418" y="142"/>
                    <a:pt x="418" y="142"/>
                  </a:cubicBezTo>
                  <a:cubicBezTo>
                    <a:pt x="291" y="142"/>
                    <a:pt x="291" y="142"/>
                    <a:pt x="291" y="142"/>
                  </a:cubicBezTo>
                  <a:cubicBezTo>
                    <a:pt x="229" y="204"/>
                    <a:pt x="229" y="204"/>
                    <a:pt x="229" y="204"/>
                  </a:cubicBezTo>
                  <a:cubicBezTo>
                    <a:pt x="229" y="205"/>
                    <a:pt x="228" y="205"/>
                    <a:pt x="228" y="205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1" y="20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03" y="201"/>
                    <a:pt x="203" y="201"/>
                    <a:pt x="203" y="201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39"/>
                    <a:pt x="290" y="139"/>
                    <a:pt x="290" y="139"/>
                  </a:cubicBezTo>
                  <a:cubicBezTo>
                    <a:pt x="419" y="139"/>
                    <a:pt x="419" y="139"/>
                    <a:pt x="419" y="139"/>
                  </a:cubicBezTo>
                  <a:cubicBezTo>
                    <a:pt x="420" y="139"/>
                    <a:pt x="420" y="139"/>
                    <a:pt x="420" y="140"/>
                  </a:cubicBezTo>
                  <a:cubicBezTo>
                    <a:pt x="567" y="286"/>
                    <a:pt x="567" y="286"/>
                    <a:pt x="567" y="286"/>
                  </a:cubicBezTo>
                  <a:cubicBezTo>
                    <a:pt x="567" y="286"/>
                    <a:pt x="567" y="287"/>
                    <a:pt x="567" y="287"/>
                  </a:cubicBezTo>
                  <a:cubicBezTo>
                    <a:pt x="567" y="329"/>
                    <a:pt x="567" y="329"/>
                    <a:pt x="567" y="329"/>
                  </a:cubicBezTo>
                  <a:cubicBezTo>
                    <a:pt x="567" y="330"/>
                    <a:pt x="567" y="330"/>
                    <a:pt x="567" y="330"/>
                  </a:cubicBezTo>
                  <a:cubicBezTo>
                    <a:pt x="533" y="364"/>
                    <a:pt x="533" y="364"/>
                    <a:pt x="533" y="364"/>
                  </a:cubicBezTo>
                  <a:cubicBezTo>
                    <a:pt x="533" y="364"/>
                    <a:pt x="532" y="364"/>
                    <a:pt x="532" y="3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8" name="Freeform 583"/>
            <p:cNvSpPr>
              <a:spLocks/>
            </p:cNvSpPr>
            <p:nvPr/>
          </p:nvSpPr>
          <p:spPr bwMode="auto">
            <a:xfrm flipV="1">
              <a:off x="-2725736" y="2451099"/>
              <a:ext cx="2124075" cy="1358900"/>
            </a:xfrm>
            <a:custGeom>
              <a:avLst/>
              <a:gdLst>
                <a:gd name="T0" fmla="*/ 564 w 566"/>
                <a:gd name="T1" fmla="*/ 362 h 362"/>
                <a:gd name="T2" fmla="*/ 509 w 566"/>
                <a:gd name="T3" fmla="*/ 307 h 362"/>
                <a:gd name="T4" fmla="*/ 508 w 566"/>
                <a:gd name="T5" fmla="*/ 306 h 362"/>
                <a:gd name="T6" fmla="*/ 508 w 566"/>
                <a:gd name="T7" fmla="*/ 277 h 362"/>
                <a:gd name="T8" fmla="*/ 355 w 566"/>
                <a:gd name="T9" fmla="*/ 123 h 362"/>
                <a:gd name="T10" fmla="*/ 213 w 566"/>
                <a:gd name="T11" fmla="*/ 123 h 362"/>
                <a:gd name="T12" fmla="*/ 183 w 566"/>
                <a:gd name="T13" fmla="*/ 154 h 362"/>
                <a:gd name="T14" fmla="*/ 181 w 566"/>
                <a:gd name="T15" fmla="*/ 154 h 362"/>
                <a:gd name="T16" fmla="*/ 153 w 566"/>
                <a:gd name="T17" fmla="*/ 154 h 362"/>
                <a:gd name="T18" fmla="*/ 152 w 566"/>
                <a:gd name="T19" fmla="*/ 154 h 362"/>
                <a:gd name="T20" fmla="*/ 0 w 566"/>
                <a:gd name="T21" fmla="*/ 2 h 362"/>
                <a:gd name="T22" fmla="*/ 2 w 566"/>
                <a:gd name="T23" fmla="*/ 0 h 362"/>
                <a:gd name="T24" fmla="*/ 154 w 566"/>
                <a:gd name="T25" fmla="*/ 151 h 362"/>
                <a:gd name="T26" fmla="*/ 181 w 566"/>
                <a:gd name="T27" fmla="*/ 151 h 362"/>
                <a:gd name="T28" fmla="*/ 211 w 566"/>
                <a:gd name="T29" fmla="*/ 120 h 362"/>
                <a:gd name="T30" fmla="*/ 213 w 566"/>
                <a:gd name="T31" fmla="*/ 120 h 362"/>
                <a:gd name="T32" fmla="*/ 355 w 566"/>
                <a:gd name="T33" fmla="*/ 120 h 362"/>
                <a:gd name="T34" fmla="*/ 357 w 566"/>
                <a:gd name="T35" fmla="*/ 120 h 362"/>
                <a:gd name="T36" fmla="*/ 511 w 566"/>
                <a:gd name="T37" fmla="*/ 275 h 362"/>
                <a:gd name="T38" fmla="*/ 512 w 566"/>
                <a:gd name="T39" fmla="*/ 276 h 362"/>
                <a:gd name="T40" fmla="*/ 512 w 566"/>
                <a:gd name="T41" fmla="*/ 305 h 362"/>
                <a:gd name="T42" fmla="*/ 566 w 566"/>
                <a:gd name="T43" fmla="*/ 359 h 362"/>
                <a:gd name="T44" fmla="*/ 564 w 566"/>
                <a:gd name="T45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6" h="362">
                  <a:moveTo>
                    <a:pt x="564" y="362"/>
                  </a:moveTo>
                  <a:cubicBezTo>
                    <a:pt x="509" y="307"/>
                    <a:pt x="509" y="307"/>
                    <a:pt x="509" y="307"/>
                  </a:cubicBezTo>
                  <a:cubicBezTo>
                    <a:pt x="509" y="307"/>
                    <a:pt x="508" y="306"/>
                    <a:pt x="508" y="306"/>
                  </a:cubicBezTo>
                  <a:cubicBezTo>
                    <a:pt x="508" y="277"/>
                    <a:pt x="508" y="277"/>
                    <a:pt x="508" y="277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213" y="123"/>
                    <a:pt x="213" y="123"/>
                    <a:pt x="213" y="123"/>
                  </a:cubicBezTo>
                  <a:cubicBezTo>
                    <a:pt x="183" y="154"/>
                    <a:pt x="183" y="154"/>
                    <a:pt x="183" y="154"/>
                  </a:cubicBezTo>
                  <a:cubicBezTo>
                    <a:pt x="182" y="154"/>
                    <a:pt x="182" y="154"/>
                    <a:pt x="181" y="154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3" y="154"/>
                    <a:pt x="152" y="154"/>
                    <a:pt x="152" y="1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81" y="151"/>
                    <a:pt x="181" y="151"/>
                    <a:pt x="181" y="151"/>
                  </a:cubicBezTo>
                  <a:cubicBezTo>
                    <a:pt x="211" y="120"/>
                    <a:pt x="211" y="120"/>
                    <a:pt x="211" y="120"/>
                  </a:cubicBezTo>
                  <a:cubicBezTo>
                    <a:pt x="212" y="120"/>
                    <a:pt x="212" y="120"/>
                    <a:pt x="213" y="120"/>
                  </a:cubicBezTo>
                  <a:cubicBezTo>
                    <a:pt x="355" y="120"/>
                    <a:pt x="355" y="120"/>
                    <a:pt x="355" y="120"/>
                  </a:cubicBezTo>
                  <a:cubicBezTo>
                    <a:pt x="356" y="120"/>
                    <a:pt x="356" y="120"/>
                    <a:pt x="357" y="120"/>
                  </a:cubicBezTo>
                  <a:cubicBezTo>
                    <a:pt x="511" y="275"/>
                    <a:pt x="511" y="275"/>
                    <a:pt x="511" y="275"/>
                  </a:cubicBezTo>
                  <a:cubicBezTo>
                    <a:pt x="512" y="275"/>
                    <a:pt x="512" y="276"/>
                    <a:pt x="512" y="276"/>
                  </a:cubicBezTo>
                  <a:cubicBezTo>
                    <a:pt x="512" y="305"/>
                    <a:pt x="512" y="305"/>
                    <a:pt x="512" y="305"/>
                  </a:cubicBezTo>
                  <a:cubicBezTo>
                    <a:pt x="566" y="359"/>
                    <a:pt x="566" y="359"/>
                    <a:pt x="566" y="359"/>
                  </a:cubicBezTo>
                  <a:lnTo>
                    <a:pt x="564" y="3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9" name="Freeform 584"/>
            <p:cNvSpPr>
              <a:spLocks/>
            </p:cNvSpPr>
            <p:nvPr/>
          </p:nvSpPr>
          <p:spPr bwMode="auto">
            <a:xfrm flipV="1">
              <a:off x="-2741611" y="2754311"/>
              <a:ext cx="2071687" cy="1333500"/>
            </a:xfrm>
            <a:custGeom>
              <a:avLst/>
              <a:gdLst>
                <a:gd name="T0" fmla="*/ 552 w 552"/>
                <a:gd name="T1" fmla="*/ 355 h 355"/>
                <a:gd name="T2" fmla="*/ 549 w 552"/>
                <a:gd name="T3" fmla="*/ 355 h 355"/>
                <a:gd name="T4" fmla="*/ 549 w 552"/>
                <a:gd name="T5" fmla="*/ 337 h 355"/>
                <a:gd name="T6" fmla="*/ 360 w 552"/>
                <a:gd name="T7" fmla="*/ 148 h 355"/>
                <a:gd name="T8" fmla="*/ 211 w 552"/>
                <a:gd name="T9" fmla="*/ 148 h 355"/>
                <a:gd name="T10" fmla="*/ 195 w 552"/>
                <a:gd name="T11" fmla="*/ 164 h 355"/>
                <a:gd name="T12" fmla="*/ 193 w 552"/>
                <a:gd name="T13" fmla="*/ 165 h 355"/>
                <a:gd name="T14" fmla="*/ 163 w 552"/>
                <a:gd name="T15" fmla="*/ 165 h 355"/>
                <a:gd name="T16" fmla="*/ 162 w 552"/>
                <a:gd name="T17" fmla="*/ 164 h 355"/>
                <a:gd name="T18" fmla="*/ 0 w 552"/>
                <a:gd name="T19" fmla="*/ 2 h 355"/>
                <a:gd name="T20" fmla="*/ 3 w 552"/>
                <a:gd name="T21" fmla="*/ 0 h 355"/>
                <a:gd name="T22" fmla="*/ 164 w 552"/>
                <a:gd name="T23" fmla="*/ 161 h 355"/>
                <a:gd name="T24" fmla="*/ 193 w 552"/>
                <a:gd name="T25" fmla="*/ 161 h 355"/>
                <a:gd name="T26" fmla="*/ 209 w 552"/>
                <a:gd name="T27" fmla="*/ 145 h 355"/>
                <a:gd name="T28" fmla="*/ 210 w 552"/>
                <a:gd name="T29" fmla="*/ 145 h 355"/>
                <a:gd name="T30" fmla="*/ 361 w 552"/>
                <a:gd name="T31" fmla="*/ 145 h 355"/>
                <a:gd name="T32" fmla="*/ 362 w 552"/>
                <a:gd name="T33" fmla="*/ 145 h 355"/>
                <a:gd name="T34" fmla="*/ 552 w 552"/>
                <a:gd name="T35" fmla="*/ 335 h 355"/>
                <a:gd name="T36" fmla="*/ 552 w 552"/>
                <a:gd name="T37" fmla="*/ 336 h 355"/>
                <a:gd name="T38" fmla="*/ 552 w 552"/>
                <a:gd name="T39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2" h="355">
                  <a:moveTo>
                    <a:pt x="552" y="355"/>
                  </a:moveTo>
                  <a:cubicBezTo>
                    <a:pt x="549" y="355"/>
                    <a:pt x="549" y="355"/>
                    <a:pt x="549" y="355"/>
                  </a:cubicBezTo>
                  <a:cubicBezTo>
                    <a:pt x="549" y="337"/>
                    <a:pt x="549" y="337"/>
                    <a:pt x="549" y="337"/>
                  </a:cubicBezTo>
                  <a:cubicBezTo>
                    <a:pt x="360" y="148"/>
                    <a:pt x="360" y="148"/>
                    <a:pt x="360" y="148"/>
                  </a:cubicBezTo>
                  <a:cubicBezTo>
                    <a:pt x="211" y="148"/>
                    <a:pt x="211" y="148"/>
                    <a:pt x="211" y="148"/>
                  </a:cubicBezTo>
                  <a:cubicBezTo>
                    <a:pt x="195" y="164"/>
                    <a:pt x="195" y="164"/>
                    <a:pt x="195" y="164"/>
                  </a:cubicBezTo>
                  <a:cubicBezTo>
                    <a:pt x="194" y="164"/>
                    <a:pt x="194" y="165"/>
                    <a:pt x="193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3" y="165"/>
                    <a:pt x="162" y="164"/>
                    <a:pt x="162" y="16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64" y="161"/>
                    <a:pt x="164" y="161"/>
                    <a:pt x="164" y="161"/>
                  </a:cubicBezTo>
                  <a:cubicBezTo>
                    <a:pt x="193" y="161"/>
                    <a:pt x="193" y="161"/>
                    <a:pt x="193" y="161"/>
                  </a:cubicBezTo>
                  <a:cubicBezTo>
                    <a:pt x="209" y="145"/>
                    <a:pt x="209" y="145"/>
                    <a:pt x="209" y="145"/>
                  </a:cubicBezTo>
                  <a:cubicBezTo>
                    <a:pt x="209" y="145"/>
                    <a:pt x="210" y="145"/>
                    <a:pt x="210" y="145"/>
                  </a:cubicBezTo>
                  <a:cubicBezTo>
                    <a:pt x="361" y="145"/>
                    <a:pt x="361" y="145"/>
                    <a:pt x="361" y="145"/>
                  </a:cubicBezTo>
                  <a:cubicBezTo>
                    <a:pt x="361" y="145"/>
                    <a:pt x="362" y="145"/>
                    <a:pt x="362" y="145"/>
                  </a:cubicBezTo>
                  <a:cubicBezTo>
                    <a:pt x="552" y="335"/>
                    <a:pt x="552" y="335"/>
                    <a:pt x="552" y="335"/>
                  </a:cubicBezTo>
                  <a:cubicBezTo>
                    <a:pt x="552" y="335"/>
                    <a:pt x="552" y="336"/>
                    <a:pt x="552" y="336"/>
                  </a:cubicBezTo>
                  <a:lnTo>
                    <a:pt x="552" y="3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0" name="Freeform 801"/>
            <p:cNvSpPr>
              <a:spLocks noEditPoints="1"/>
            </p:cNvSpPr>
            <p:nvPr/>
          </p:nvSpPr>
          <p:spPr bwMode="auto">
            <a:xfrm flipV="1">
              <a:off x="1960564" y="6110285"/>
              <a:ext cx="98425" cy="90488"/>
            </a:xfrm>
            <a:custGeom>
              <a:avLst/>
              <a:gdLst>
                <a:gd name="T0" fmla="*/ 13 w 26"/>
                <a:gd name="T1" fmla="*/ 6 h 24"/>
                <a:gd name="T2" fmla="*/ 17 w 26"/>
                <a:gd name="T3" fmla="*/ 8 h 24"/>
                <a:gd name="T4" fmla="*/ 17 w 26"/>
                <a:gd name="T5" fmla="*/ 17 h 24"/>
                <a:gd name="T6" fmla="*/ 13 w 26"/>
                <a:gd name="T7" fmla="*/ 18 h 24"/>
                <a:gd name="T8" fmla="*/ 9 w 26"/>
                <a:gd name="T9" fmla="*/ 17 h 24"/>
                <a:gd name="T10" fmla="*/ 9 w 26"/>
                <a:gd name="T11" fmla="*/ 8 h 24"/>
                <a:gd name="T12" fmla="*/ 13 w 26"/>
                <a:gd name="T13" fmla="*/ 6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2 w 26"/>
                <a:gd name="T23" fmla="*/ 21 h 24"/>
                <a:gd name="T24" fmla="*/ 22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8"/>
                    <a:pt x="13" y="18"/>
                  </a:cubicBezTo>
                  <a:cubicBezTo>
                    <a:pt x="11" y="18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1"/>
                    <a:pt x="4" y="4"/>
                  </a:cubicBezTo>
                  <a:cubicBezTo>
                    <a:pt x="0" y="8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2" y="21"/>
                  </a:cubicBezTo>
                  <a:cubicBezTo>
                    <a:pt x="26" y="16"/>
                    <a:pt x="26" y="8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1" name="Freeform 802"/>
            <p:cNvSpPr>
              <a:spLocks noEditPoints="1"/>
            </p:cNvSpPr>
            <p:nvPr/>
          </p:nvSpPr>
          <p:spPr bwMode="auto">
            <a:xfrm flipV="1">
              <a:off x="2609852" y="5637210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7 w 26"/>
                <a:gd name="T3" fmla="*/ 8 h 25"/>
                <a:gd name="T4" fmla="*/ 17 w 26"/>
                <a:gd name="T5" fmla="*/ 17 h 25"/>
                <a:gd name="T6" fmla="*/ 13 w 26"/>
                <a:gd name="T7" fmla="*/ 19 h 25"/>
                <a:gd name="T8" fmla="*/ 9 w 26"/>
                <a:gd name="T9" fmla="*/ 17 h 25"/>
                <a:gd name="T10" fmla="*/ 9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4 w 26"/>
                <a:gd name="T17" fmla="*/ 4 h 25"/>
                <a:gd name="T18" fmla="*/ 4 w 26"/>
                <a:gd name="T19" fmla="*/ 21 h 25"/>
                <a:gd name="T20" fmla="*/ 13 w 26"/>
                <a:gd name="T21" fmla="*/ 25 h 25"/>
                <a:gd name="T22" fmla="*/ 22 w 26"/>
                <a:gd name="T23" fmla="*/ 21 h 25"/>
                <a:gd name="T24" fmla="*/ 22 w 26"/>
                <a:gd name="T25" fmla="*/ 4 h 25"/>
                <a:gd name="T26" fmla="*/ 13 w 26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9"/>
                    <a:pt x="13" y="19"/>
                  </a:cubicBezTo>
                  <a:cubicBezTo>
                    <a:pt x="11" y="19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6" y="25"/>
                    <a:pt x="19" y="23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2" name="Freeform 804"/>
            <p:cNvSpPr>
              <a:spLocks noEditPoints="1"/>
            </p:cNvSpPr>
            <p:nvPr/>
          </p:nvSpPr>
          <p:spPr bwMode="auto">
            <a:xfrm flipV="1">
              <a:off x="2191985" y="3470273"/>
              <a:ext cx="101600" cy="90488"/>
            </a:xfrm>
            <a:custGeom>
              <a:avLst/>
              <a:gdLst>
                <a:gd name="T0" fmla="*/ 14 w 27"/>
                <a:gd name="T1" fmla="*/ 6 h 24"/>
                <a:gd name="T2" fmla="*/ 18 w 27"/>
                <a:gd name="T3" fmla="*/ 8 h 24"/>
                <a:gd name="T4" fmla="*/ 18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8 h 24"/>
                <a:gd name="T12" fmla="*/ 14 w 27"/>
                <a:gd name="T13" fmla="*/ 6 h 24"/>
                <a:gd name="T14" fmla="*/ 14 w 27"/>
                <a:gd name="T15" fmla="*/ 0 h 24"/>
                <a:gd name="T16" fmla="*/ 5 w 27"/>
                <a:gd name="T17" fmla="*/ 3 h 24"/>
                <a:gd name="T18" fmla="*/ 5 w 27"/>
                <a:gd name="T19" fmla="*/ 21 h 24"/>
                <a:gd name="T20" fmla="*/ 14 w 27"/>
                <a:gd name="T21" fmla="*/ 24 h 24"/>
                <a:gd name="T22" fmla="*/ 22 w 27"/>
                <a:gd name="T23" fmla="*/ 21 h 24"/>
                <a:gd name="T24" fmla="*/ 22 w 27"/>
                <a:gd name="T25" fmla="*/ 3 h 24"/>
                <a:gd name="T26" fmla="*/ 14 w 27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4">
                  <a:moveTo>
                    <a:pt x="14" y="6"/>
                  </a:moveTo>
                  <a:cubicBezTo>
                    <a:pt x="15" y="6"/>
                    <a:pt x="17" y="6"/>
                    <a:pt x="18" y="8"/>
                  </a:cubicBezTo>
                  <a:cubicBezTo>
                    <a:pt x="20" y="10"/>
                    <a:pt x="20" y="14"/>
                    <a:pt x="18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7" y="14"/>
                    <a:pt x="7" y="10"/>
                    <a:pt x="9" y="8"/>
                  </a:cubicBezTo>
                  <a:cubicBezTo>
                    <a:pt x="10" y="6"/>
                    <a:pt x="12" y="6"/>
                    <a:pt x="14" y="6"/>
                  </a:cubicBezTo>
                  <a:close/>
                  <a:moveTo>
                    <a:pt x="14" y="0"/>
                  </a:move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4"/>
                    <a:pt x="14" y="24"/>
                  </a:cubicBezTo>
                  <a:cubicBezTo>
                    <a:pt x="17" y="24"/>
                    <a:pt x="20" y="23"/>
                    <a:pt x="22" y="21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3" name="任意多边形 1579"/>
            <p:cNvSpPr>
              <a:spLocks/>
            </p:cNvSpPr>
            <p:nvPr/>
          </p:nvSpPr>
          <p:spPr bwMode="auto">
            <a:xfrm flipV="1">
              <a:off x="3314562" y="4770340"/>
              <a:ext cx="3033852" cy="2698846"/>
            </a:xfrm>
            <a:custGeom>
              <a:avLst/>
              <a:gdLst>
                <a:gd name="connsiteX0" fmla="*/ 17697 w 3033852"/>
                <a:gd name="connsiteY0" fmla="*/ 2698846 h 2698846"/>
                <a:gd name="connsiteX1" fmla="*/ 114308 w 3033852"/>
                <a:gd name="connsiteY1" fmla="*/ 2602405 h 2698846"/>
                <a:gd name="connsiteX2" fmla="*/ 1206037 w 3033852"/>
                <a:gd name="connsiteY2" fmla="*/ 1512600 h 2698846"/>
                <a:gd name="connsiteX3" fmla="*/ 1382438 w 3033852"/>
                <a:gd name="connsiteY3" fmla="*/ 1512600 h 2698846"/>
                <a:gd name="connsiteX4" fmla="*/ 1393698 w 3033852"/>
                <a:gd name="connsiteY4" fmla="*/ 1508846 h 2698846"/>
                <a:gd name="connsiteX5" fmla="*/ 1926654 w 3033852"/>
                <a:gd name="connsiteY5" fmla="*/ 972118 h 2698846"/>
                <a:gd name="connsiteX6" fmla="*/ 2076783 w 3033852"/>
                <a:gd name="connsiteY6" fmla="*/ 972118 h 2698846"/>
                <a:gd name="connsiteX7" fmla="*/ 2084289 w 3033852"/>
                <a:gd name="connsiteY7" fmla="*/ 968364 h 2698846"/>
                <a:gd name="connsiteX8" fmla="*/ 3033852 w 3033852"/>
                <a:gd name="connsiteY8" fmla="*/ 18767 h 2698846"/>
                <a:gd name="connsiteX9" fmla="*/ 3015086 w 3033852"/>
                <a:gd name="connsiteY9" fmla="*/ 0 h 2698846"/>
                <a:gd name="connsiteX10" fmla="*/ 2069277 w 3033852"/>
                <a:gd name="connsiteY10" fmla="*/ 945844 h 2698846"/>
                <a:gd name="connsiteX11" fmla="*/ 1922901 w 3033852"/>
                <a:gd name="connsiteY11" fmla="*/ 945844 h 2698846"/>
                <a:gd name="connsiteX12" fmla="*/ 1911641 w 3033852"/>
                <a:gd name="connsiteY12" fmla="*/ 949597 h 2698846"/>
                <a:gd name="connsiteX13" fmla="*/ 1378685 w 3033852"/>
                <a:gd name="connsiteY13" fmla="*/ 1486326 h 2698846"/>
                <a:gd name="connsiteX14" fmla="*/ 1198531 w 3033852"/>
                <a:gd name="connsiteY14" fmla="*/ 1486326 h 2698846"/>
                <a:gd name="connsiteX15" fmla="*/ 1191025 w 3033852"/>
                <a:gd name="connsiteY15" fmla="*/ 1490080 h 2698846"/>
                <a:gd name="connsiteX16" fmla="*/ 67694 w 3033852"/>
                <a:gd name="connsiteY16" fmla="*/ 2613451 h 2698846"/>
                <a:gd name="connsiteX17" fmla="*/ 0 w 3033852"/>
                <a:gd name="connsiteY17" fmla="*/ 2681148 h 269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33852" h="2698846">
                  <a:moveTo>
                    <a:pt x="17697" y="2698846"/>
                  </a:moveTo>
                  <a:lnTo>
                    <a:pt x="114308" y="2602405"/>
                  </a:lnTo>
                  <a:cubicBezTo>
                    <a:pt x="392924" y="2324280"/>
                    <a:pt x="749553" y="1968280"/>
                    <a:pt x="1206037" y="1512600"/>
                  </a:cubicBezTo>
                  <a:cubicBezTo>
                    <a:pt x="1206037" y="1512600"/>
                    <a:pt x="1206037" y="1512600"/>
                    <a:pt x="1382438" y="1512600"/>
                  </a:cubicBezTo>
                  <a:cubicBezTo>
                    <a:pt x="1386192" y="1512600"/>
                    <a:pt x="1389945" y="1508846"/>
                    <a:pt x="1393698" y="1508846"/>
                  </a:cubicBezTo>
                  <a:cubicBezTo>
                    <a:pt x="1393698" y="1508846"/>
                    <a:pt x="1393698" y="1508846"/>
                    <a:pt x="1926654" y="972118"/>
                  </a:cubicBezTo>
                  <a:cubicBezTo>
                    <a:pt x="1926654" y="972118"/>
                    <a:pt x="1926654" y="972118"/>
                    <a:pt x="2076783" y="972118"/>
                  </a:cubicBezTo>
                  <a:cubicBezTo>
                    <a:pt x="2076783" y="972118"/>
                    <a:pt x="2080536" y="972118"/>
                    <a:pt x="2084289" y="968364"/>
                  </a:cubicBezTo>
                  <a:cubicBezTo>
                    <a:pt x="2084289" y="968364"/>
                    <a:pt x="2084289" y="968364"/>
                    <a:pt x="3033852" y="18767"/>
                  </a:cubicBezTo>
                  <a:cubicBezTo>
                    <a:pt x="3033852" y="18767"/>
                    <a:pt x="3033852" y="18767"/>
                    <a:pt x="3015086" y="0"/>
                  </a:cubicBezTo>
                  <a:cubicBezTo>
                    <a:pt x="3015086" y="0"/>
                    <a:pt x="3015086" y="0"/>
                    <a:pt x="2069277" y="945844"/>
                  </a:cubicBezTo>
                  <a:cubicBezTo>
                    <a:pt x="2069277" y="945844"/>
                    <a:pt x="2069277" y="945844"/>
                    <a:pt x="1922901" y="945844"/>
                  </a:cubicBezTo>
                  <a:cubicBezTo>
                    <a:pt x="1919148" y="945844"/>
                    <a:pt x="1915395" y="949597"/>
                    <a:pt x="1911641" y="949597"/>
                  </a:cubicBezTo>
                  <a:cubicBezTo>
                    <a:pt x="1911641" y="949597"/>
                    <a:pt x="1911641" y="949597"/>
                    <a:pt x="1378685" y="1486326"/>
                  </a:cubicBezTo>
                  <a:cubicBezTo>
                    <a:pt x="1378685" y="1486326"/>
                    <a:pt x="1378685" y="1486326"/>
                    <a:pt x="1198531" y="1486326"/>
                  </a:cubicBezTo>
                  <a:cubicBezTo>
                    <a:pt x="1194778" y="1486326"/>
                    <a:pt x="1191025" y="1486326"/>
                    <a:pt x="1191025" y="1490080"/>
                  </a:cubicBezTo>
                  <a:cubicBezTo>
                    <a:pt x="1191025" y="1490080"/>
                    <a:pt x="1191025" y="1490080"/>
                    <a:pt x="67694" y="2613451"/>
                  </a:cubicBezTo>
                  <a:lnTo>
                    <a:pt x="0" y="268114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4" name="任意多边形 1536"/>
            <p:cNvSpPr>
              <a:spLocks/>
            </p:cNvSpPr>
            <p:nvPr/>
          </p:nvSpPr>
          <p:spPr bwMode="auto">
            <a:xfrm flipV="1">
              <a:off x="2328508" y="3317874"/>
              <a:ext cx="663931" cy="2341563"/>
            </a:xfrm>
            <a:custGeom>
              <a:avLst/>
              <a:gdLst>
                <a:gd name="connsiteX0" fmla="*/ 0 w 663931"/>
                <a:gd name="connsiteY0" fmla="*/ 2341563 h 2341563"/>
                <a:gd name="connsiteX1" fmla="*/ 18755 w 663931"/>
                <a:gd name="connsiteY1" fmla="*/ 2341563 h 2341563"/>
                <a:gd name="connsiteX2" fmla="*/ 18755 w 663931"/>
                <a:gd name="connsiteY2" fmla="*/ 2312254 h 2341563"/>
                <a:gd name="connsiteX3" fmla="*/ 18755 w 663931"/>
                <a:gd name="connsiteY3" fmla="*/ 1756289 h 2341563"/>
                <a:gd name="connsiteX4" fmla="*/ 660180 w 663931"/>
                <a:gd name="connsiteY4" fmla="*/ 1114568 h 2341563"/>
                <a:gd name="connsiteX5" fmla="*/ 663931 w 663931"/>
                <a:gd name="connsiteY5" fmla="*/ 1107063 h 2341563"/>
                <a:gd name="connsiteX6" fmla="*/ 663931 w 663931"/>
                <a:gd name="connsiteY6" fmla="*/ 476600 h 2341563"/>
                <a:gd name="connsiteX7" fmla="*/ 660180 w 663931"/>
                <a:gd name="connsiteY7" fmla="*/ 469095 h 2341563"/>
                <a:gd name="connsiteX8" fmla="*/ 337592 w 663931"/>
                <a:gd name="connsiteY8" fmla="*/ 146358 h 2341563"/>
                <a:gd name="connsiteX9" fmla="*/ 337592 w 663931"/>
                <a:gd name="connsiteY9" fmla="*/ 0 h 2341563"/>
                <a:gd name="connsiteX10" fmla="*/ 315086 w 663931"/>
                <a:gd name="connsiteY10" fmla="*/ 0 h 2341563"/>
                <a:gd name="connsiteX11" fmla="*/ 315086 w 663931"/>
                <a:gd name="connsiteY11" fmla="*/ 150110 h 2341563"/>
                <a:gd name="connsiteX12" fmla="*/ 318837 w 663931"/>
                <a:gd name="connsiteY12" fmla="*/ 157616 h 2341563"/>
                <a:gd name="connsiteX13" fmla="*/ 641425 w 663931"/>
                <a:gd name="connsiteY13" fmla="*/ 480353 h 2341563"/>
                <a:gd name="connsiteX14" fmla="*/ 641425 w 663931"/>
                <a:gd name="connsiteY14" fmla="*/ 1103310 h 2341563"/>
                <a:gd name="connsiteX15" fmla="*/ 0 w 663931"/>
                <a:gd name="connsiteY15" fmla="*/ 1741278 h 2341563"/>
                <a:gd name="connsiteX16" fmla="*/ 0 w 663931"/>
                <a:gd name="connsiteY16" fmla="*/ 1748784 h 2341563"/>
                <a:gd name="connsiteX17" fmla="*/ 0 w 663931"/>
                <a:gd name="connsiteY17" fmla="*/ 2244052 h 234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3931" h="2341563">
                  <a:moveTo>
                    <a:pt x="0" y="2341563"/>
                  </a:moveTo>
                  <a:lnTo>
                    <a:pt x="18755" y="2341563"/>
                  </a:lnTo>
                  <a:lnTo>
                    <a:pt x="18755" y="2312254"/>
                  </a:lnTo>
                  <a:cubicBezTo>
                    <a:pt x="18755" y="2204509"/>
                    <a:pt x="18755" y="2032117"/>
                    <a:pt x="18755" y="1756289"/>
                  </a:cubicBezTo>
                  <a:cubicBezTo>
                    <a:pt x="18755" y="1756289"/>
                    <a:pt x="18755" y="1756289"/>
                    <a:pt x="660180" y="1114568"/>
                  </a:cubicBezTo>
                  <a:cubicBezTo>
                    <a:pt x="663931" y="1110816"/>
                    <a:pt x="663931" y="1110816"/>
                    <a:pt x="663931" y="1107063"/>
                  </a:cubicBezTo>
                  <a:cubicBezTo>
                    <a:pt x="663931" y="1107063"/>
                    <a:pt x="663931" y="1107063"/>
                    <a:pt x="663931" y="476600"/>
                  </a:cubicBezTo>
                  <a:cubicBezTo>
                    <a:pt x="663931" y="472847"/>
                    <a:pt x="663931" y="469095"/>
                    <a:pt x="660180" y="469095"/>
                  </a:cubicBezTo>
                  <a:cubicBezTo>
                    <a:pt x="660180" y="469095"/>
                    <a:pt x="660180" y="469095"/>
                    <a:pt x="337592" y="146358"/>
                  </a:cubicBezTo>
                  <a:cubicBezTo>
                    <a:pt x="337592" y="146358"/>
                    <a:pt x="337592" y="146358"/>
                    <a:pt x="337592" y="0"/>
                  </a:cubicBezTo>
                  <a:cubicBezTo>
                    <a:pt x="337592" y="0"/>
                    <a:pt x="337592" y="0"/>
                    <a:pt x="315086" y="0"/>
                  </a:cubicBezTo>
                  <a:cubicBezTo>
                    <a:pt x="315086" y="0"/>
                    <a:pt x="315086" y="0"/>
                    <a:pt x="315086" y="150110"/>
                  </a:cubicBezTo>
                  <a:cubicBezTo>
                    <a:pt x="315086" y="153863"/>
                    <a:pt x="318837" y="157616"/>
                    <a:pt x="318837" y="157616"/>
                  </a:cubicBezTo>
                  <a:cubicBezTo>
                    <a:pt x="318837" y="157616"/>
                    <a:pt x="318837" y="157616"/>
                    <a:pt x="641425" y="480353"/>
                  </a:cubicBezTo>
                  <a:cubicBezTo>
                    <a:pt x="641425" y="480353"/>
                    <a:pt x="641425" y="480353"/>
                    <a:pt x="641425" y="1103310"/>
                  </a:cubicBezTo>
                  <a:cubicBezTo>
                    <a:pt x="641425" y="1103310"/>
                    <a:pt x="641425" y="1103310"/>
                    <a:pt x="0" y="1741278"/>
                  </a:cubicBezTo>
                  <a:cubicBezTo>
                    <a:pt x="0" y="1745031"/>
                    <a:pt x="0" y="1748784"/>
                    <a:pt x="0" y="1748784"/>
                  </a:cubicBezTo>
                  <a:cubicBezTo>
                    <a:pt x="0" y="1748784"/>
                    <a:pt x="0" y="1748784"/>
                    <a:pt x="0" y="224405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5" name="任意多边形 1539"/>
            <p:cNvSpPr>
              <a:spLocks/>
            </p:cNvSpPr>
            <p:nvPr/>
          </p:nvSpPr>
          <p:spPr bwMode="auto">
            <a:xfrm flipV="1">
              <a:off x="1998243" y="3553617"/>
              <a:ext cx="886246" cy="2578894"/>
            </a:xfrm>
            <a:custGeom>
              <a:avLst/>
              <a:gdLst>
                <a:gd name="connsiteX0" fmla="*/ 232828 w 886246"/>
                <a:gd name="connsiteY0" fmla="*/ 2578894 h 2578894"/>
                <a:gd name="connsiteX1" fmla="*/ 255359 w 886246"/>
                <a:gd name="connsiteY1" fmla="*/ 2578894 h 2578894"/>
                <a:gd name="connsiteX2" fmla="*/ 255359 w 886246"/>
                <a:gd name="connsiteY2" fmla="*/ 2434465 h 2578894"/>
                <a:gd name="connsiteX3" fmla="*/ 255359 w 886246"/>
                <a:gd name="connsiteY3" fmla="*/ 2187952 h 2578894"/>
                <a:gd name="connsiteX4" fmla="*/ 882491 w 886246"/>
                <a:gd name="connsiteY4" fmla="*/ 1557462 h 2578894"/>
                <a:gd name="connsiteX5" fmla="*/ 886246 w 886246"/>
                <a:gd name="connsiteY5" fmla="*/ 1549956 h 2578894"/>
                <a:gd name="connsiteX6" fmla="*/ 886246 w 886246"/>
                <a:gd name="connsiteY6" fmla="*/ 1013288 h 2578894"/>
                <a:gd name="connsiteX7" fmla="*/ 882491 w 886246"/>
                <a:gd name="connsiteY7" fmla="*/ 1005783 h 2578894"/>
                <a:gd name="connsiteX8" fmla="*/ 22532 w 886246"/>
                <a:gd name="connsiteY8" fmla="*/ 142611 h 2578894"/>
                <a:gd name="connsiteX9" fmla="*/ 22532 w 886246"/>
                <a:gd name="connsiteY9" fmla="*/ 0 h 2578894"/>
                <a:gd name="connsiteX10" fmla="*/ 0 w 886246"/>
                <a:gd name="connsiteY10" fmla="*/ 0 h 2578894"/>
                <a:gd name="connsiteX11" fmla="*/ 0 w 886246"/>
                <a:gd name="connsiteY11" fmla="*/ 146364 h 2578894"/>
                <a:gd name="connsiteX12" fmla="*/ 3756 w 886246"/>
                <a:gd name="connsiteY12" fmla="*/ 153870 h 2578894"/>
                <a:gd name="connsiteX13" fmla="*/ 863715 w 886246"/>
                <a:gd name="connsiteY13" fmla="*/ 1017041 h 2578894"/>
                <a:gd name="connsiteX14" fmla="*/ 863715 w 886246"/>
                <a:gd name="connsiteY14" fmla="*/ 1546203 h 2578894"/>
                <a:gd name="connsiteX15" fmla="*/ 236583 w 886246"/>
                <a:gd name="connsiteY15" fmla="*/ 2176693 h 2578894"/>
                <a:gd name="connsiteX16" fmla="*/ 232828 w 886246"/>
                <a:gd name="connsiteY16" fmla="*/ 2184199 h 2578894"/>
                <a:gd name="connsiteX17" fmla="*/ 232828 w 886246"/>
                <a:gd name="connsiteY17" fmla="*/ 2517689 h 257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86246" h="2578894">
                  <a:moveTo>
                    <a:pt x="232828" y="2578894"/>
                  </a:moveTo>
                  <a:lnTo>
                    <a:pt x="255359" y="2578894"/>
                  </a:lnTo>
                  <a:lnTo>
                    <a:pt x="255359" y="2434465"/>
                  </a:lnTo>
                  <a:cubicBezTo>
                    <a:pt x="255359" y="2362991"/>
                    <a:pt x="255359" y="2281306"/>
                    <a:pt x="255359" y="2187952"/>
                  </a:cubicBezTo>
                  <a:cubicBezTo>
                    <a:pt x="255359" y="2187952"/>
                    <a:pt x="255359" y="2187952"/>
                    <a:pt x="882491" y="1557462"/>
                  </a:cubicBezTo>
                  <a:cubicBezTo>
                    <a:pt x="886246" y="1557462"/>
                    <a:pt x="886246" y="1553709"/>
                    <a:pt x="886246" y="1549956"/>
                  </a:cubicBezTo>
                  <a:cubicBezTo>
                    <a:pt x="886246" y="1549956"/>
                    <a:pt x="886246" y="1549956"/>
                    <a:pt x="886246" y="1013288"/>
                  </a:cubicBezTo>
                  <a:cubicBezTo>
                    <a:pt x="886246" y="1009536"/>
                    <a:pt x="886246" y="1005783"/>
                    <a:pt x="882491" y="1005783"/>
                  </a:cubicBezTo>
                  <a:cubicBezTo>
                    <a:pt x="882491" y="1005783"/>
                    <a:pt x="882491" y="1005783"/>
                    <a:pt x="22532" y="142611"/>
                  </a:cubicBezTo>
                  <a:cubicBezTo>
                    <a:pt x="22532" y="142611"/>
                    <a:pt x="22532" y="142611"/>
                    <a:pt x="22532" y="0"/>
                  </a:cubicBezTo>
                  <a:cubicBezTo>
                    <a:pt x="22532" y="0"/>
                    <a:pt x="22532" y="0"/>
                    <a:pt x="0" y="0"/>
                  </a:cubicBezTo>
                  <a:cubicBezTo>
                    <a:pt x="0" y="0"/>
                    <a:pt x="0" y="0"/>
                    <a:pt x="0" y="146364"/>
                  </a:cubicBezTo>
                  <a:cubicBezTo>
                    <a:pt x="0" y="150117"/>
                    <a:pt x="0" y="153870"/>
                    <a:pt x="3756" y="153870"/>
                  </a:cubicBezTo>
                  <a:cubicBezTo>
                    <a:pt x="3756" y="153870"/>
                    <a:pt x="3756" y="153870"/>
                    <a:pt x="863715" y="1017041"/>
                  </a:cubicBezTo>
                  <a:cubicBezTo>
                    <a:pt x="863715" y="1017041"/>
                    <a:pt x="863715" y="1017041"/>
                    <a:pt x="863715" y="1546203"/>
                  </a:cubicBezTo>
                  <a:cubicBezTo>
                    <a:pt x="863715" y="1546203"/>
                    <a:pt x="863715" y="1546203"/>
                    <a:pt x="236583" y="2176693"/>
                  </a:cubicBezTo>
                  <a:cubicBezTo>
                    <a:pt x="232828" y="2176693"/>
                    <a:pt x="232828" y="2180446"/>
                    <a:pt x="232828" y="2184199"/>
                  </a:cubicBezTo>
                  <a:cubicBezTo>
                    <a:pt x="232828" y="2184199"/>
                    <a:pt x="232828" y="2184199"/>
                    <a:pt x="232828" y="251768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6" name="椭圆 1537"/>
            <p:cNvSpPr>
              <a:spLocks noChangeAspect="1"/>
            </p:cNvSpPr>
            <p:nvPr/>
          </p:nvSpPr>
          <p:spPr>
            <a:xfrm>
              <a:off x="2295590" y="3240505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solidFill>
                <a:srgbClr val="4D4D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7" name="椭圆 1540"/>
            <p:cNvSpPr>
              <a:spLocks noChangeAspect="1"/>
            </p:cNvSpPr>
            <p:nvPr/>
          </p:nvSpPr>
          <p:spPr>
            <a:xfrm>
              <a:off x="3254922" y="471169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8" name="椭圆 1541"/>
            <p:cNvSpPr>
              <a:spLocks noChangeAspect="1"/>
            </p:cNvSpPr>
            <p:nvPr/>
          </p:nvSpPr>
          <p:spPr>
            <a:xfrm>
              <a:off x="3495552" y="544896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9" name="椭圆 1542"/>
            <p:cNvSpPr/>
            <p:nvPr/>
          </p:nvSpPr>
          <p:spPr>
            <a:xfrm>
              <a:off x="2318942" y="4220764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0" name="椭圆 1543"/>
            <p:cNvSpPr/>
            <p:nvPr/>
          </p:nvSpPr>
          <p:spPr>
            <a:xfrm>
              <a:off x="1061246" y="29114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1" name="椭圆 1544"/>
            <p:cNvSpPr/>
            <p:nvPr/>
          </p:nvSpPr>
          <p:spPr>
            <a:xfrm>
              <a:off x="1049339" y="328929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2" name="椭圆 1545"/>
            <p:cNvSpPr/>
            <p:nvPr/>
          </p:nvSpPr>
          <p:spPr>
            <a:xfrm>
              <a:off x="680641" y="291345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3" name="椭圆 1546"/>
            <p:cNvSpPr/>
            <p:nvPr/>
          </p:nvSpPr>
          <p:spPr>
            <a:xfrm>
              <a:off x="305992" y="254833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4" name="椭圆 1547"/>
            <p:cNvSpPr/>
            <p:nvPr/>
          </p:nvSpPr>
          <p:spPr>
            <a:xfrm>
              <a:off x="1575198" y="382468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5" name="椭圆 1548"/>
            <p:cNvSpPr/>
            <p:nvPr/>
          </p:nvSpPr>
          <p:spPr>
            <a:xfrm>
              <a:off x="2307036" y="4965299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6" name="椭圆 1549"/>
            <p:cNvSpPr/>
            <p:nvPr/>
          </p:nvSpPr>
          <p:spPr>
            <a:xfrm>
              <a:off x="2694385" y="4996257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7" name="椭圆 1550"/>
            <p:cNvSpPr/>
            <p:nvPr/>
          </p:nvSpPr>
          <p:spPr>
            <a:xfrm>
              <a:off x="2940448" y="564713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8" name="椭圆 1551"/>
            <p:cNvSpPr>
              <a:spLocks noChangeAspect="1"/>
            </p:cNvSpPr>
            <p:nvPr/>
          </p:nvSpPr>
          <p:spPr>
            <a:xfrm>
              <a:off x="3840832" y="5817204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9" name="椭圆 1552"/>
            <p:cNvSpPr/>
            <p:nvPr/>
          </p:nvSpPr>
          <p:spPr>
            <a:xfrm>
              <a:off x="4421585" y="6393258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0" name="椭圆 1553"/>
            <p:cNvSpPr/>
            <p:nvPr/>
          </p:nvSpPr>
          <p:spPr>
            <a:xfrm>
              <a:off x="3898504" y="65690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1" name="椭圆 1554"/>
            <p:cNvSpPr/>
            <p:nvPr/>
          </p:nvSpPr>
          <p:spPr>
            <a:xfrm>
              <a:off x="5148660" y="6750445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802078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3" name="组合 2512"/>
          <p:cNvGrpSpPr/>
          <p:nvPr/>
        </p:nvGrpSpPr>
        <p:grpSpPr>
          <a:xfrm>
            <a:off x="390357" y="2118840"/>
            <a:ext cx="11369676" cy="7108826"/>
            <a:chOff x="411163" y="-125413"/>
            <a:chExt cx="11369676" cy="7108826"/>
          </a:xfrm>
        </p:grpSpPr>
        <p:sp>
          <p:nvSpPr>
            <p:cNvPr id="14" name="Freeform 17"/>
            <p:cNvSpPr>
              <a:spLocks noEditPoints="1"/>
            </p:cNvSpPr>
            <p:nvPr/>
          </p:nvSpPr>
          <p:spPr bwMode="auto">
            <a:xfrm>
              <a:off x="411163" y="3194050"/>
              <a:ext cx="438150" cy="3789363"/>
            </a:xfrm>
            <a:custGeom>
              <a:avLst/>
              <a:gdLst>
                <a:gd name="T0" fmla="*/ 102 w 117"/>
                <a:gd name="T1" fmla="*/ 27 h 1009"/>
                <a:gd name="T2" fmla="*/ 90 w 117"/>
                <a:gd name="T3" fmla="*/ 16 h 1009"/>
                <a:gd name="T4" fmla="*/ 102 w 117"/>
                <a:gd name="T5" fmla="*/ 4 h 1009"/>
                <a:gd name="T6" fmla="*/ 113 w 117"/>
                <a:gd name="T7" fmla="*/ 16 h 1009"/>
                <a:gd name="T8" fmla="*/ 102 w 117"/>
                <a:gd name="T9" fmla="*/ 27 h 1009"/>
                <a:gd name="T10" fmla="*/ 102 w 117"/>
                <a:gd name="T11" fmla="*/ 0 h 1009"/>
                <a:gd name="T12" fmla="*/ 86 w 117"/>
                <a:gd name="T13" fmla="*/ 16 h 1009"/>
                <a:gd name="T14" fmla="*/ 100 w 117"/>
                <a:gd name="T15" fmla="*/ 31 h 1009"/>
                <a:gd name="T16" fmla="*/ 100 w 117"/>
                <a:gd name="T17" fmla="*/ 500 h 1009"/>
                <a:gd name="T18" fmla="*/ 0 w 117"/>
                <a:gd name="T19" fmla="*/ 600 h 1009"/>
                <a:gd name="T20" fmla="*/ 0 w 117"/>
                <a:gd name="T21" fmla="*/ 1009 h 1009"/>
                <a:gd name="T22" fmla="*/ 4 w 117"/>
                <a:gd name="T23" fmla="*/ 1009 h 1009"/>
                <a:gd name="T24" fmla="*/ 4 w 117"/>
                <a:gd name="T25" fmla="*/ 602 h 1009"/>
                <a:gd name="T26" fmla="*/ 104 w 117"/>
                <a:gd name="T27" fmla="*/ 502 h 1009"/>
                <a:gd name="T28" fmla="*/ 104 w 117"/>
                <a:gd name="T29" fmla="*/ 31 h 1009"/>
                <a:gd name="T30" fmla="*/ 117 w 117"/>
                <a:gd name="T31" fmla="*/ 16 h 1009"/>
                <a:gd name="T32" fmla="*/ 102 w 117"/>
                <a:gd name="T33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7" h="1009">
                  <a:moveTo>
                    <a:pt x="102" y="27"/>
                  </a:moveTo>
                  <a:cubicBezTo>
                    <a:pt x="96" y="27"/>
                    <a:pt x="90" y="22"/>
                    <a:pt x="90" y="16"/>
                  </a:cubicBezTo>
                  <a:cubicBezTo>
                    <a:pt x="90" y="9"/>
                    <a:pt x="96" y="4"/>
                    <a:pt x="102" y="4"/>
                  </a:cubicBezTo>
                  <a:cubicBezTo>
                    <a:pt x="108" y="4"/>
                    <a:pt x="113" y="9"/>
                    <a:pt x="113" y="16"/>
                  </a:cubicBezTo>
                  <a:cubicBezTo>
                    <a:pt x="113" y="22"/>
                    <a:pt x="108" y="27"/>
                    <a:pt x="102" y="27"/>
                  </a:cubicBezTo>
                  <a:moveTo>
                    <a:pt x="102" y="0"/>
                  </a:moveTo>
                  <a:cubicBezTo>
                    <a:pt x="93" y="0"/>
                    <a:pt x="86" y="7"/>
                    <a:pt x="86" y="16"/>
                  </a:cubicBezTo>
                  <a:cubicBezTo>
                    <a:pt x="86" y="23"/>
                    <a:pt x="92" y="30"/>
                    <a:pt x="100" y="31"/>
                  </a:cubicBezTo>
                  <a:cubicBezTo>
                    <a:pt x="100" y="500"/>
                    <a:pt x="100" y="500"/>
                    <a:pt x="100" y="500"/>
                  </a:cubicBezTo>
                  <a:cubicBezTo>
                    <a:pt x="0" y="600"/>
                    <a:pt x="0" y="600"/>
                    <a:pt x="0" y="600"/>
                  </a:cubicBezTo>
                  <a:cubicBezTo>
                    <a:pt x="0" y="1009"/>
                    <a:pt x="0" y="1009"/>
                    <a:pt x="0" y="1009"/>
                  </a:cubicBezTo>
                  <a:cubicBezTo>
                    <a:pt x="4" y="1009"/>
                    <a:pt x="4" y="1009"/>
                    <a:pt x="4" y="1009"/>
                  </a:cubicBezTo>
                  <a:cubicBezTo>
                    <a:pt x="4" y="602"/>
                    <a:pt x="4" y="602"/>
                    <a:pt x="4" y="602"/>
                  </a:cubicBezTo>
                  <a:cubicBezTo>
                    <a:pt x="104" y="502"/>
                    <a:pt x="104" y="502"/>
                    <a:pt x="104" y="502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12" y="30"/>
                    <a:pt x="117" y="23"/>
                    <a:pt x="117" y="16"/>
                  </a:cubicBezTo>
                  <a:cubicBezTo>
                    <a:pt x="117" y="7"/>
                    <a:pt x="110" y="0"/>
                    <a:pt x="10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" name="Freeform 18"/>
            <p:cNvSpPr>
              <a:spLocks noEditPoints="1"/>
            </p:cNvSpPr>
            <p:nvPr/>
          </p:nvSpPr>
          <p:spPr bwMode="auto">
            <a:xfrm>
              <a:off x="1082676" y="3494088"/>
              <a:ext cx="333375" cy="3489325"/>
            </a:xfrm>
            <a:custGeom>
              <a:avLst/>
              <a:gdLst>
                <a:gd name="T0" fmla="*/ 89 w 89"/>
                <a:gd name="T1" fmla="*/ 456 h 929"/>
                <a:gd name="T2" fmla="*/ 85 w 89"/>
                <a:gd name="T3" fmla="*/ 460 h 929"/>
                <a:gd name="T4" fmla="*/ 85 w 89"/>
                <a:gd name="T5" fmla="*/ 929 h 929"/>
                <a:gd name="T6" fmla="*/ 89 w 89"/>
                <a:gd name="T7" fmla="*/ 929 h 929"/>
                <a:gd name="T8" fmla="*/ 89 w 89"/>
                <a:gd name="T9" fmla="*/ 456 h 929"/>
                <a:gd name="T10" fmla="*/ 15 w 89"/>
                <a:gd name="T11" fmla="*/ 27 h 929"/>
                <a:gd name="T12" fmla="*/ 4 w 89"/>
                <a:gd name="T13" fmla="*/ 16 h 929"/>
                <a:gd name="T14" fmla="*/ 15 w 89"/>
                <a:gd name="T15" fmla="*/ 4 h 929"/>
                <a:gd name="T16" fmla="*/ 27 w 89"/>
                <a:gd name="T17" fmla="*/ 16 h 929"/>
                <a:gd name="T18" fmla="*/ 15 w 89"/>
                <a:gd name="T19" fmla="*/ 27 h 929"/>
                <a:gd name="T20" fmla="*/ 15 w 89"/>
                <a:gd name="T21" fmla="*/ 0 h 929"/>
                <a:gd name="T22" fmla="*/ 0 w 89"/>
                <a:gd name="T23" fmla="*/ 16 h 929"/>
                <a:gd name="T24" fmla="*/ 13 w 89"/>
                <a:gd name="T25" fmla="*/ 31 h 929"/>
                <a:gd name="T26" fmla="*/ 13 w 89"/>
                <a:gd name="T27" fmla="*/ 198 h 929"/>
                <a:gd name="T28" fmla="*/ 85 w 89"/>
                <a:gd name="T29" fmla="*/ 270 h 929"/>
                <a:gd name="T30" fmla="*/ 85 w 89"/>
                <a:gd name="T31" fmla="*/ 454 h 929"/>
                <a:gd name="T32" fmla="*/ 89 w 89"/>
                <a:gd name="T33" fmla="*/ 450 h 929"/>
                <a:gd name="T34" fmla="*/ 89 w 89"/>
                <a:gd name="T35" fmla="*/ 269 h 929"/>
                <a:gd name="T36" fmla="*/ 17 w 89"/>
                <a:gd name="T37" fmla="*/ 197 h 929"/>
                <a:gd name="T38" fmla="*/ 17 w 89"/>
                <a:gd name="T39" fmla="*/ 31 h 929"/>
                <a:gd name="T40" fmla="*/ 31 w 89"/>
                <a:gd name="T41" fmla="*/ 16 h 929"/>
                <a:gd name="T42" fmla="*/ 15 w 89"/>
                <a:gd name="T43" fmla="*/ 0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9" h="929">
                  <a:moveTo>
                    <a:pt x="89" y="456"/>
                  </a:moveTo>
                  <a:cubicBezTo>
                    <a:pt x="85" y="460"/>
                    <a:pt x="85" y="460"/>
                    <a:pt x="85" y="460"/>
                  </a:cubicBezTo>
                  <a:cubicBezTo>
                    <a:pt x="85" y="929"/>
                    <a:pt x="85" y="929"/>
                    <a:pt x="85" y="929"/>
                  </a:cubicBezTo>
                  <a:cubicBezTo>
                    <a:pt x="89" y="929"/>
                    <a:pt x="89" y="929"/>
                    <a:pt x="89" y="929"/>
                  </a:cubicBezTo>
                  <a:cubicBezTo>
                    <a:pt x="89" y="456"/>
                    <a:pt x="89" y="456"/>
                    <a:pt x="89" y="456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198"/>
                    <a:pt x="13" y="198"/>
                    <a:pt x="13" y="198"/>
                  </a:cubicBezTo>
                  <a:cubicBezTo>
                    <a:pt x="85" y="270"/>
                    <a:pt x="85" y="270"/>
                    <a:pt x="85" y="270"/>
                  </a:cubicBezTo>
                  <a:cubicBezTo>
                    <a:pt x="85" y="454"/>
                    <a:pt x="85" y="454"/>
                    <a:pt x="85" y="454"/>
                  </a:cubicBezTo>
                  <a:cubicBezTo>
                    <a:pt x="89" y="450"/>
                    <a:pt x="89" y="450"/>
                    <a:pt x="89" y="450"/>
                  </a:cubicBezTo>
                  <a:cubicBezTo>
                    <a:pt x="89" y="269"/>
                    <a:pt x="89" y="269"/>
                    <a:pt x="89" y="269"/>
                  </a:cubicBezTo>
                  <a:cubicBezTo>
                    <a:pt x="17" y="197"/>
                    <a:pt x="17" y="197"/>
                    <a:pt x="17" y="197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" name="Freeform 19"/>
            <p:cNvSpPr>
              <a:spLocks noEditPoints="1"/>
            </p:cNvSpPr>
            <p:nvPr/>
          </p:nvSpPr>
          <p:spPr bwMode="auto">
            <a:xfrm>
              <a:off x="1712913" y="2459037"/>
              <a:ext cx="117475" cy="4524376"/>
            </a:xfrm>
            <a:custGeom>
              <a:avLst/>
              <a:gdLst>
                <a:gd name="T0" fmla="*/ 17 w 31"/>
                <a:gd name="T1" fmla="*/ 637 h 1205"/>
                <a:gd name="T2" fmla="*/ 13 w 31"/>
                <a:gd name="T3" fmla="*/ 641 h 1205"/>
                <a:gd name="T4" fmla="*/ 13 w 31"/>
                <a:gd name="T5" fmla="*/ 1205 h 1205"/>
                <a:gd name="T6" fmla="*/ 17 w 31"/>
                <a:gd name="T7" fmla="*/ 1205 h 1205"/>
                <a:gd name="T8" fmla="*/ 17 w 31"/>
                <a:gd name="T9" fmla="*/ 637 h 1205"/>
                <a:gd name="T10" fmla="*/ 15 w 31"/>
                <a:gd name="T11" fmla="*/ 27 h 1205"/>
                <a:gd name="T12" fmla="*/ 4 w 31"/>
                <a:gd name="T13" fmla="*/ 16 h 1205"/>
                <a:gd name="T14" fmla="*/ 15 w 31"/>
                <a:gd name="T15" fmla="*/ 4 h 1205"/>
                <a:gd name="T16" fmla="*/ 27 w 31"/>
                <a:gd name="T17" fmla="*/ 16 h 1205"/>
                <a:gd name="T18" fmla="*/ 15 w 31"/>
                <a:gd name="T19" fmla="*/ 27 h 1205"/>
                <a:gd name="T20" fmla="*/ 15 w 31"/>
                <a:gd name="T21" fmla="*/ 0 h 1205"/>
                <a:gd name="T22" fmla="*/ 0 w 31"/>
                <a:gd name="T23" fmla="*/ 16 h 1205"/>
                <a:gd name="T24" fmla="*/ 13 w 31"/>
                <a:gd name="T25" fmla="*/ 31 h 1205"/>
                <a:gd name="T26" fmla="*/ 13 w 31"/>
                <a:gd name="T27" fmla="*/ 635 h 1205"/>
                <a:gd name="T28" fmla="*/ 17 w 31"/>
                <a:gd name="T29" fmla="*/ 631 h 1205"/>
                <a:gd name="T30" fmla="*/ 17 w 31"/>
                <a:gd name="T31" fmla="*/ 31 h 1205"/>
                <a:gd name="T32" fmla="*/ 31 w 31"/>
                <a:gd name="T33" fmla="*/ 16 h 1205"/>
                <a:gd name="T34" fmla="*/ 15 w 31"/>
                <a:gd name="T35" fmla="*/ 0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" h="1205">
                  <a:moveTo>
                    <a:pt x="17" y="637"/>
                  </a:moveTo>
                  <a:cubicBezTo>
                    <a:pt x="13" y="641"/>
                    <a:pt x="13" y="641"/>
                    <a:pt x="13" y="641"/>
                  </a:cubicBezTo>
                  <a:cubicBezTo>
                    <a:pt x="13" y="1205"/>
                    <a:pt x="13" y="1205"/>
                    <a:pt x="13" y="1205"/>
                  </a:cubicBezTo>
                  <a:cubicBezTo>
                    <a:pt x="17" y="1205"/>
                    <a:pt x="17" y="1205"/>
                    <a:pt x="17" y="1205"/>
                  </a:cubicBezTo>
                  <a:cubicBezTo>
                    <a:pt x="17" y="637"/>
                    <a:pt x="17" y="637"/>
                    <a:pt x="17" y="637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1" y="4"/>
                    <a:pt x="27" y="9"/>
                    <a:pt x="27" y="16"/>
                  </a:cubicBezTo>
                  <a:cubicBezTo>
                    <a:pt x="27" y="22"/>
                    <a:pt x="21" y="27"/>
                    <a:pt x="15" y="27"/>
                  </a:cubicBezTo>
                  <a:moveTo>
                    <a:pt x="15" y="0"/>
                  </a:moveTo>
                  <a:cubicBezTo>
                    <a:pt x="6" y="0"/>
                    <a:pt x="0" y="7"/>
                    <a:pt x="0" y="16"/>
                  </a:cubicBezTo>
                  <a:cubicBezTo>
                    <a:pt x="0" y="23"/>
                    <a:pt x="5" y="30"/>
                    <a:pt x="13" y="31"/>
                  </a:cubicBezTo>
                  <a:cubicBezTo>
                    <a:pt x="13" y="635"/>
                    <a:pt x="13" y="635"/>
                    <a:pt x="13" y="635"/>
                  </a:cubicBezTo>
                  <a:cubicBezTo>
                    <a:pt x="17" y="631"/>
                    <a:pt x="17" y="631"/>
                    <a:pt x="17" y="6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" name="Freeform 20"/>
            <p:cNvSpPr>
              <a:spLocks noEditPoints="1"/>
            </p:cNvSpPr>
            <p:nvPr/>
          </p:nvSpPr>
          <p:spPr bwMode="auto">
            <a:xfrm>
              <a:off x="906463" y="2908300"/>
              <a:ext cx="1284288" cy="4075113"/>
            </a:xfrm>
            <a:custGeom>
              <a:avLst/>
              <a:gdLst>
                <a:gd name="T0" fmla="*/ 326 w 342"/>
                <a:gd name="T1" fmla="*/ 27 h 1085"/>
                <a:gd name="T2" fmla="*/ 315 w 342"/>
                <a:gd name="T3" fmla="*/ 16 h 1085"/>
                <a:gd name="T4" fmla="*/ 326 w 342"/>
                <a:gd name="T5" fmla="*/ 4 h 1085"/>
                <a:gd name="T6" fmla="*/ 338 w 342"/>
                <a:gd name="T7" fmla="*/ 16 h 1085"/>
                <a:gd name="T8" fmla="*/ 326 w 342"/>
                <a:gd name="T9" fmla="*/ 27 h 1085"/>
                <a:gd name="T10" fmla="*/ 326 w 342"/>
                <a:gd name="T11" fmla="*/ 0 h 1085"/>
                <a:gd name="T12" fmla="*/ 311 w 342"/>
                <a:gd name="T13" fmla="*/ 16 h 1085"/>
                <a:gd name="T14" fmla="*/ 324 w 342"/>
                <a:gd name="T15" fmla="*/ 31 h 1085"/>
                <a:gd name="T16" fmla="*/ 324 w 342"/>
                <a:gd name="T17" fmla="*/ 419 h 1085"/>
                <a:gd name="T18" fmla="*/ 232 w 342"/>
                <a:gd name="T19" fmla="*/ 511 h 1085"/>
                <a:gd name="T20" fmla="*/ 228 w 342"/>
                <a:gd name="T21" fmla="*/ 515 h 1085"/>
                <a:gd name="T22" fmla="*/ 136 w 342"/>
                <a:gd name="T23" fmla="*/ 606 h 1085"/>
                <a:gd name="T24" fmla="*/ 132 w 342"/>
                <a:gd name="T25" fmla="*/ 610 h 1085"/>
                <a:gd name="T26" fmla="*/ 0 w 342"/>
                <a:gd name="T27" fmla="*/ 742 h 1085"/>
                <a:gd name="T28" fmla="*/ 0 w 342"/>
                <a:gd name="T29" fmla="*/ 1085 h 1085"/>
                <a:gd name="T30" fmla="*/ 4 w 342"/>
                <a:gd name="T31" fmla="*/ 1085 h 1085"/>
                <a:gd name="T32" fmla="*/ 4 w 342"/>
                <a:gd name="T33" fmla="*/ 744 h 1085"/>
                <a:gd name="T34" fmla="*/ 132 w 342"/>
                <a:gd name="T35" fmla="*/ 616 h 1085"/>
                <a:gd name="T36" fmla="*/ 136 w 342"/>
                <a:gd name="T37" fmla="*/ 612 h 1085"/>
                <a:gd name="T38" fmla="*/ 228 w 342"/>
                <a:gd name="T39" fmla="*/ 521 h 1085"/>
                <a:gd name="T40" fmla="*/ 232 w 342"/>
                <a:gd name="T41" fmla="*/ 517 h 1085"/>
                <a:gd name="T42" fmla="*/ 328 w 342"/>
                <a:gd name="T43" fmla="*/ 420 h 1085"/>
                <a:gd name="T44" fmla="*/ 328 w 342"/>
                <a:gd name="T45" fmla="*/ 31 h 1085"/>
                <a:gd name="T46" fmla="*/ 342 w 342"/>
                <a:gd name="T47" fmla="*/ 16 h 1085"/>
                <a:gd name="T48" fmla="*/ 326 w 342"/>
                <a:gd name="T49" fmla="*/ 0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2" h="1085">
                  <a:moveTo>
                    <a:pt x="326" y="27"/>
                  </a:moveTo>
                  <a:cubicBezTo>
                    <a:pt x="320" y="27"/>
                    <a:pt x="315" y="22"/>
                    <a:pt x="315" y="16"/>
                  </a:cubicBezTo>
                  <a:cubicBezTo>
                    <a:pt x="315" y="10"/>
                    <a:pt x="320" y="4"/>
                    <a:pt x="326" y="4"/>
                  </a:cubicBezTo>
                  <a:cubicBezTo>
                    <a:pt x="333" y="4"/>
                    <a:pt x="338" y="10"/>
                    <a:pt x="338" y="16"/>
                  </a:cubicBezTo>
                  <a:cubicBezTo>
                    <a:pt x="338" y="22"/>
                    <a:pt x="333" y="27"/>
                    <a:pt x="326" y="27"/>
                  </a:cubicBezTo>
                  <a:moveTo>
                    <a:pt x="326" y="0"/>
                  </a:moveTo>
                  <a:cubicBezTo>
                    <a:pt x="318" y="0"/>
                    <a:pt x="311" y="7"/>
                    <a:pt x="311" y="16"/>
                  </a:cubicBezTo>
                  <a:cubicBezTo>
                    <a:pt x="311" y="24"/>
                    <a:pt x="317" y="30"/>
                    <a:pt x="324" y="31"/>
                  </a:cubicBezTo>
                  <a:cubicBezTo>
                    <a:pt x="324" y="419"/>
                    <a:pt x="324" y="419"/>
                    <a:pt x="324" y="419"/>
                  </a:cubicBezTo>
                  <a:cubicBezTo>
                    <a:pt x="232" y="511"/>
                    <a:pt x="232" y="511"/>
                    <a:pt x="232" y="511"/>
                  </a:cubicBezTo>
                  <a:cubicBezTo>
                    <a:pt x="228" y="515"/>
                    <a:pt x="228" y="515"/>
                    <a:pt x="228" y="515"/>
                  </a:cubicBezTo>
                  <a:cubicBezTo>
                    <a:pt x="136" y="606"/>
                    <a:pt x="136" y="606"/>
                    <a:pt x="136" y="606"/>
                  </a:cubicBezTo>
                  <a:cubicBezTo>
                    <a:pt x="132" y="610"/>
                    <a:pt x="132" y="610"/>
                    <a:pt x="132" y="610"/>
                  </a:cubicBezTo>
                  <a:cubicBezTo>
                    <a:pt x="0" y="742"/>
                    <a:pt x="0" y="742"/>
                    <a:pt x="0" y="742"/>
                  </a:cubicBezTo>
                  <a:cubicBezTo>
                    <a:pt x="0" y="1085"/>
                    <a:pt x="0" y="1085"/>
                    <a:pt x="0" y="1085"/>
                  </a:cubicBezTo>
                  <a:cubicBezTo>
                    <a:pt x="4" y="1085"/>
                    <a:pt x="4" y="1085"/>
                    <a:pt x="4" y="1085"/>
                  </a:cubicBezTo>
                  <a:cubicBezTo>
                    <a:pt x="4" y="744"/>
                    <a:pt x="4" y="744"/>
                    <a:pt x="4" y="744"/>
                  </a:cubicBezTo>
                  <a:cubicBezTo>
                    <a:pt x="132" y="616"/>
                    <a:pt x="132" y="616"/>
                    <a:pt x="132" y="616"/>
                  </a:cubicBezTo>
                  <a:cubicBezTo>
                    <a:pt x="136" y="612"/>
                    <a:pt x="136" y="612"/>
                    <a:pt x="136" y="612"/>
                  </a:cubicBezTo>
                  <a:cubicBezTo>
                    <a:pt x="228" y="521"/>
                    <a:pt x="228" y="521"/>
                    <a:pt x="228" y="521"/>
                  </a:cubicBezTo>
                  <a:cubicBezTo>
                    <a:pt x="232" y="517"/>
                    <a:pt x="232" y="517"/>
                    <a:pt x="232" y="517"/>
                  </a:cubicBezTo>
                  <a:cubicBezTo>
                    <a:pt x="328" y="420"/>
                    <a:pt x="328" y="420"/>
                    <a:pt x="328" y="420"/>
                  </a:cubicBezTo>
                  <a:cubicBezTo>
                    <a:pt x="328" y="31"/>
                    <a:pt x="328" y="31"/>
                    <a:pt x="328" y="31"/>
                  </a:cubicBezTo>
                  <a:cubicBezTo>
                    <a:pt x="336" y="30"/>
                    <a:pt x="342" y="24"/>
                    <a:pt x="342" y="16"/>
                  </a:cubicBezTo>
                  <a:cubicBezTo>
                    <a:pt x="342" y="7"/>
                    <a:pt x="335" y="0"/>
                    <a:pt x="32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" name="Freeform 21"/>
            <p:cNvSpPr>
              <a:spLocks noEditPoints="1"/>
            </p:cNvSpPr>
            <p:nvPr/>
          </p:nvSpPr>
          <p:spPr bwMode="auto">
            <a:xfrm>
              <a:off x="2408238" y="2074862"/>
              <a:ext cx="434975" cy="4908551"/>
            </a:xfrm>
            <a:custGeom>
              <a:avLst/>
              <a:gdLst>
                <a:gd name="T0" fmla="*/ 15 w 116"/>
                <a:gd name="T1" fmla="*/ 27 h 1307"/>
                <a:gd name="T2" fmla="*/ 4 w 116"/>
                <a:gd name="T3" fmla="*/ 16 h 1307"/>
                <a:gd name="T4" fmla="*/ 15 w 116"/>
                <a:gd name="T5" fmla="*/ 4 h 1307"/>
                <a:gd name="T6" fmla="*/ 27 w 116"/>
                <a:gd name="T7" fmla="*/ 16 h 1307"/>
                <a:gd name="T8" fmla="*/ 15 w 116"/>
                <a:gd name="T9" fmla="*/ 27 h 1307"/>
                <a:gd name="T10" fmla="*/ 15 w 116"/>
                <a:gd name="T11" fmla="*/ 0 h 1307"/>
                <a:gd name="T12" fmla="*/ 0 w 116"/>
                <a:gd name="T13" fmla="*/ 16 h 1307"/>
                <a:gd name="T14" fmla="*/ 13 w 116"/>
                <a:gd name="T15" fmla="*/ 31 h 1307"/>
                <a:gd name="T16" fmla="*/ 13 w 116"/>
                <a:gd name="T17" fmla="*/ 496 h 1307"/>
                <a:gd name="T18" fmla="*/ 112 w 116"/>
                <a:gd name="T19" fmla="*/ 594 h 1307"/>
                <a:gd name="T20" fmla="*/ 112 w 116"/>
                <a:gd name="T21" fmla="*/ 1307 h 1307"/>
                <a:gd name="T22" fmla="*/ 116 w 116"/>
                <a:gd name="T23" fmla="*/ 1307 h 1307"/>
                <a:gd name="T24" fmla="*/ 116 w 116"/>
                <a:gd name="T25" fmla="*/ 593 h 1307"/>
                <a:gd name="T26" fmla="*/ 17 w 116"/>
                <a:gd name="T27" fmla="*/ 494 h 1307"/>
                <a:gd name="T28" fmla="*/ 17 w 116"/>
                <a:gd name="T29" fmla="*/ 31 h 1307"/>
                <a:gd name="T30" fmla="*/ 31 w 116"/>
                <a:gd name="T31" fmla="*/ 16 h 1307"/>
                <a:gd name="T32" fmla="*/ 15 w 116"/>
                <a:gd name="T33" fmla="*/ 0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1307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496"/>
                    <a:pt x="13" y="496"/>
                    <a:pt x="13" y="496"/>
                  </a:cubicBezTo>
                  <a:cubicBezTo>
                    <a:pt x="112" y="594"/>
                    <a:pt x="112" y="594"/>
                    <a:pt x="112" y="594"/>
                  </a:cubicBezTo>
                  <a:cubicBezTo>
                    <a:pt x="112" y="1307"/>
                    <a:pt x="112" y="1307"/>
                    <a:pt x="112" y="1307"/>
                  </a:cubicBezTo>
                  <a:cubicBezTo>
                    <a:pt x="116" y="1307"/>
                    <a:pt x="116" y="1307"/>
                    <a:pt x="116" y="1307"/>
                  </a:cubicBezTo>
                  <a:cubicBezTo>
                    <a:pt x="116" y="593"/>
                    <a:pt x="116" y="593"/>
                    <a:pt x="116" y="593"/>
                  </a:cubicBezTo>
                  <a:cubicBezTo>
                    <a:pt x="17" y="494"/>
                    <a:pt x="17" y="494"/>
                    <a:pt x="17" y="49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" name="Freeform 22"/>
            <p:cNvSpPr>
              <a:spLocks noEditPoints="1"/>
            </p:cNvSpPr>
            <p:nvPr/>
          </p:nvSpPr>
          <p:spPr bwMode="auto">
            <a:xfrm>
              <a:off x="3217863" y="2792412"/>
              <a:ext cx="525463" cy="4191001"/>
            </a:xfrm>
            <a:custGeom>
              <a:avLst/>
              <a:gdLst>
                <a:gd name="T0" fmla="*/ 72 w 140"/>
                <a:gd name="T1" fmla="*/ 409 h 1116"/>
                <a:gd name="T2" fmla="*/ 72 w 140"/>
                <a:gd name="T3" fmla="*/ 414 h 1116"/>
                <a:gd name="T4" fmla="*/ 136 w 140"/>
                <a:gd name="T5" fmla="*/ 478 h 1116"/>
                <a:gd name="T6" fmla="*/ 136 w 140"/>
                <a:gd name="T7" fmla="*/ 1116 h 1116"/>
                <a:gd name="T8" fmla="*/ 140 w 140"/>
                <a:gd name="T9" fmla="*/ 1116 h 1116"/>
                <a:gd name="T10" fmla="*/ 140 w 140"/>
                <a:gd name="T11" fmla="*/ 476 h 1116"/>
                <a:gd name="T12" fmla="*/ 72 w 140"/>
                <a:gd name="T13" fmla="*/ 409 h 1116"/>
                <a:gd name="T14" fmla="*/ 15 w 140"/>
                <a:gd name="T15" fmla="*/ 27 h 1116"/>
                <a:gd name="T16" fmla="*/ 4 w 140"/>
                <a:gd name="T17" fmla="*/ 16 h 1116"/>
                <a:gd name="T18" fmla="*/ 15 w 140"/>
                <a:gd name="T19" fmla="*/ 4 h 1116"/>
                <a:gd name="T20" fmla="*/ 27 w 140"/>
                <a:gd name="T21" fmla="*/ 16 h 1116"/>
                <a:gd name="T22" fmla="*/ 15 w 140"/>
                <a:gd name="T23" fmla="*/ 27 h 1116"/>
                <a:gd name="T24" fmla="*/ 15 w 140"/>
                <a:gd name="T25" fmla="*/ 0 h 1116"/>
                <a:gd name="T26" fmla="*/ 0 w 140"/>
                <a:gd name="T27" fmla="*/ 16 h 1116"/>
                <a:gd name="T28" fmla="*/ 13 w 140"/>
                <a:gd name="T29" fmla="*/ 31 h 1116"/>
                <a:gd name="T30" fmla="*/ 13 w 140"/>
                <a:gd name="T31" fmla="*/ 355 h 1116"/>
                <a:gd name="T32" fmla="*/ 68 w 140"/>
                <a:gd name="T33" fmla="*/ 410 h 1116"/>
                <a:gd name="T34" fmla="*/ 68 w 140"/>
                <a:gd name="T35" fmla="*/ 405 h 1116"/>
                <a:gd name="T36" fmla="*/ 17 w 140"/>
                <a:gd name="T37" fmla="*/ 354 h 1116"/>
                <a:gd name="T38" fmla="*/ 17 w 140"/>
                <a:gd name="T39" fmla="*/ 31 h 1116"/>
                <a:gd name="T40" fmla="*/ 31 w 140"/>
                <a:gd name="T41" fmla="*/ 16 h 1116"/>
                <a:gd name="T42" fmla="*/ 15 w 140"/>
                <a:gd name="T43" fmla="*/ 0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0" h="1116">
                  <a:moveTo>
                    <a:pt x="72" y="409"/>
                  </a:moveTo>
                  <a:cubicBezTo>
                    <a:pt x="72" y="414"/>
                    <a:pt x="72" y="414"/>
                    <a:pt x="72" y="414"/>
                  </a:cubicBezTo>
                  <a:cubicBezTo>
                    <a:pt x="136" y="478"/>
                    <a:pt x="136" y="478"/>
                    <a:pt x="136" y="478"/>
                  </a:cubicBezTo>
                  <a:cubicBezTo>
                    <a:pt x="136" y="1116"/>
                    <a:pt x="136" y="1116"/>
                    <a:pt x="136" y="1116"/>
                  </a:cubicBezTo>
                  <a:cubicBezTo>
                    <a:pt x="140" y="1116"/>
                    <a:pt x="140" y="1116"/>
                    <a:pt x="140" y="1116"/>
                  </a:cubicBezTo>
                  <a:cubicBezTo>
                    <a:pt x="140" y="476"/>
                    <a:pt x="140" y="476"/>
                    <a:pt x="140" y="476"/>
                  </a:cubicBezTo>
                  <a:cubicBezTo>
                    <a:pt x="72" y="409"/>
                    <a:pt x="72" y="409"/>
                    <a:pt x="72" y="409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355"/>
                    <a:pt x="13" y="355"/>
                    <a:pt x="13" y="355"/>
                  </a:cubicBezTo>
                  <a:cubicBezTo>
                    <a:pt x="68" y="410"/>
                    <a:pt x="68" y="410"/>
                    <a:pt x="68" y="410"/>
                  </a:cubicBezTo>
                  <a:cubicBezTo>
                    <a:pt x="68" y="405"/>
                    <a:pt x="68" y="405"/>
                    <a:pt x="68" y="405"/>
                  </a:cubicBezTo>
                  <a:cubicBezTo>
                    <a:pt x="17" y="354"/>
                    <a:pt x="17" y="354"/>
                    <a:pt x="17" y="35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" name="Freeform 23"/>
            <p:cNvSpPr>
              <a:spLocks noEditPoints="1"/>
            </p:cNvSpPr>
            <p:nvPr/>
          </p:nvSpPr>
          <p:spPr bwMode="auto">
            <a:xfrm>
              <a:off x="3113088" y="2074862"/>
              <a:ext cx="428625" cy="4908551"/>
            </a:xfrm>
            <a:custGeom>
              <a:avLst/>
              <a:gdLst>
                <a:gd name="T0" fmla="*/ 98 w 114"/>
                <a:gd name="T1" fmla="*/ 27 h 1307"/>
                <a:gd name="T2" fmla="*/ 87 w 114"/>
                <a:gd name="T3" fmla="*/ 16 h 1307"/>
                <a:gd name="T4" fmla="*/ 98 w 114"/>
                <a:gd name="T5" fmla="*/ 4 h 1307"/>
                <a:gd name="T6" fmla="*/ 110 w 114"/>
                <a:gd name="T7" fmla="*/ 16 h 1307"/>
                <a:gd name="T8" fmla="*/ 98 w 114"/>
                <a:gd name="T9" fmla="*/ 27 h 1307"/>
                <a:gd name="T10" fmla="*/ 98 w 114"/>
                <a:gd name="T11" fmla="*/ 0 h 1307"/>
                <a:gd name="T12" fmla="*/ 83 w 114"/>
                <a:gd name="T13" fmla="*/ 16 h 1307"/>
                <a:gd name="T14" fmla="*/ 96 w 114"/>
                <a:gd name="T15" fmla="*/ 31 h 1307"/>
                <a:gd name="T16" fmla="*/ 96 w 114"/>
                <a:gd name="T17" fmla="*/ 596 h 1307"/>
                <a:gd name="T18" fmla="*/ 96 w 114"/>
                <a:gd name="T19" fmla="*/ 601 h 1307"/>
                <a:gd name="T20" fmla="*/ 96 w 114"/>
                <a:gd name="T21" fmla="*/ 886 h 1307"/>
                <a:gd name="T22" fmla="*/ 0 w 114"/>
                <a:gd name="T23" fmla="*/ 982 h 1307"/>
                <a:gd name="T24" fmla="*/ 0 w 114"/>
                <a:gd name="T25" fmla="*/ 1307 h 1307"/>
                <a:gd name="T26" fmla="*/ 4 w 114"/>
                <a:gd name="T27" fmla="*/ 1307 h 1307"/>
                <a:gd name="T28" fmla="*/ 4 w 114"/>
                <a:gd name="T29" fmla="*/ 984 h 1307"/>
                <a:gd name="T30" fmla="*/ 100 w 114"/>
                <a:gd name="T31" fmla="*/ 888 h 1307"/>
                <a:gd name="T32" fmla="*/ 100 w 114"/>
                <a:gd name="T33" fmla="*/ 605 h 1307"/>
                <a:gd name="T34" fmla="*/ 100 w 114"/>
                <a:gd name="T35" fmla="*/ 600 h 1307"/>
                <a:gd name="T36" fmla="*/ 100 w 114"/>
                <a:gd name="T37" fmla="*/ 31 h 1307"/>
                <a:gd name="T38" fmla="*/ 114 w 114"/>
                <a:gd name="T39" fmla="*/ 16 h 1307"/>
                <a:gd name="T40" fmla="*/ 98 w 114"/>
                <a:gd name="T41" fmla="*/ 0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307">
                  <a:moveTo>
                    <a:pt x="98" y="27"/>
                  </a:moveTo>
                  <a:cubicBezTo>
                    <a:pt x="92" y="27"/>
                    <a:pt x="87" y="22"/>
                    <a:pt x="87" y="16"/>
                  </a:cubicBezTo>
                  <a:cubicBezTo>
                    <a:pt x="87" y="10"/>
                    <a:pt x="92" y="4"/>
                    <a:pt x="98" y="4"/>
                  </a:cubicBezTo>
                  <a:cubicBezTo>
                    <a:pt x="105" y="4"/>
                    <a:pt x="110" y="10"/>
                    <a:pt x="110" y="16"/>
                  </a:cubicBezTo>
                  <a:cubicBezTo>
                    <a:pt x="110" y="22"/>
                    <a:pt x="105" y="27"/>
                    <a:pt x="98" y="27"/>
                  </a:cubicBezTo>
                  <a:moveTo>
                    <a:pt x="98" y="0"/>
                  </a:moveTo>
                  <a:cubicBezTo>
                    <a:pt x="90" y="0"/>
                    <a:pt x="83" y="7"/>
                    <a:pt x="83" y="16"/>
                  </a:cubicBezTo>
                  <a:cubicBezTo>
                    <a:pt x="83" y="24"/>
                    <a:pt x="89" y="30"/>
                    <a:pt x="96" y="31"/>
                  </a:cubicBezTo>
                  <a:cubicBezTo>
                    <a:pt x="96" y="596"/>
                    <a:pt x="96" y="596"/>
                    <a:pt x="96" y="596"/>
                  </a:cubicBezTo>
                  <a:cubicBezTo>
                    <a:pt x="96" y="601"/>
                    <a:pt x="96" y="601"/>
                    <a:pt x="96" y="601"/>
                  </a:cubicBezTo>
                  <a:cubicBezTo>
                    <a:pt x="96" y="886"/>
                    <a:pt x="96" y="886"/>
                    <a:pt x="96" y="886"/>
                  </a:cubicBezTo>
                  <a:cubicBezTo>
                    <a:pt x="0" y="982"/>
                    <a:pt x="0" y="982"/>
                    <a:pt x="0" y="982"/>
                  </a:cubicBezTo>
                  <a:cubicBezTo>
                    <a:pt x="0" y="1307"/>
                    <a:pt x="0" y="1307"/>
                    <a:pt x="0" y="1307"/>
                  </a:cubicBezTo>
                  <a:cubicBezTo>
                    <a:pt x="4" y="1307"/>
                    <a:pt x="4" y="1307"/>
                    <a:pt x="4" y="1307"/>
                  </a:cubicBezTo>
                  <a:cubicBezTo>
                    <a:pt x="4" y="984"/>
                    <a:pt x="4" y="984"/>
                    <a:pt x="4" y="984"/>
                  </a:cubicBezTo>
                  <a:cubicBezTo>
                    <a:pt x="100" y="888"/>
                    <a:pt x="100" y="888"/>
                    <a:pt x="100" y="888"/>
                  </a:cubicBezTo>
                  <a:cubicBezTo>
                    <a:pt x="100" y="605"/>
                    <a:pt x="100" y="605"/>
                    <a:pt x="100" y="605"/>
                  </a:cubicBezTo>
                  <a:cubicBezTo>
                    <a:pt x="100" y="600"/>
                    <a:pt x="100" y="600"/>
                    <a:pt x="100" y="600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8" y="30"/>
                    <a:pt x="114" y="24"/>
                    <a:pt x="114" y="16"/>
                  </a:cubicBezTo>
                  <a:cubicBezTo>
                    <a:pt x="114" y="7"/>
                    <a:pt x="107" y="0"/>
                    <a:pt x="9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" name="Freeform 24"/>
            <p:cNvSpPr>
              <a:spLocks noEditPoints="1"/>
            </p:cNvSpPr>
            <p:nvPr/>
          </p:nvSpPr>
          <p:spPr bwMode="auto">
            <a:xfrm>
              <a:off x="3924301" y="1500187"/>
              <a:ext cx="225425" cy="5483226"/>
            </a:xfrm>
            <a:custGeom>
              <a:avLst/>
              <a:gdLst>
                <a:gd name="T0" fmla="*/ 44 w 60"/>
                <a:gd name="T1" fmla="*/ 27 h 1460"/>
                <a:gd name="T2" fmla="*/ 33 w 60"/>
                <a:gd name="T3" fmla="*/ 16 h 1460"/>
                <a:gd name="T4" fmla="*/ 44 w 60"/>
                <a:gd name="T5" fmla="*/ 4 h 1460"/>
                <a:gd name="T6" fmla="*/ 56 w 60"/>
                <a:gd name="T7" fmla="*/ 16 h 1460"/>
                <a:gd name="T8" fmla="*/ 44 w 60"/>
                <a:gd name="T9" fmla="*/ 27 h 1460"/>
                <a:gd name="T10" fmla="*/ 44 w 60"/>
                <a:gd name="T11" fmla="*/ 0 h 1460"/>
                <a:gd name="T12" fmla="*/ 29 w 60"/>
                <a:gd name="T13" fmla="*/ 16 h 1460"/>
                <a:gd name="T14" fmla="*/ 42 w 60"/>
                <a:gd name="T15" fmla="*/ 31 h 1460"/>
                <a:gd name="T16" fmla="*/ 42 w 60"/>
                <a:gd name="T17" fmla="*/ 889 h 1460"/>
                <a:gd name="T18" fmla="*/ 0 w 60"/>
                <a:gd name="T19" fmla="*/ 931 h 1460"/>
                <a:gd name="T20" fmla="*/ 0 w 60"/>
                <a:gd name="T21" fmla="*/ 1460 h 1460"/>
                <a:gd name="T22" fmla="*/ 4 w 60"/>
                <a:gd name="T23" fmla="*/ 1460 h 1460"/>
                <a:gd name="T24" fmla="*/ 4 w 60"/>
                <a:gd name="T25" fmla="*/ 933 h 1460"/>
                <a:gd name="T26" fmla="*/ 46 w 60"/>
                <a:gd name="T27" fmla="*/ 891 h 1460"/>
                <a:gd name="T28" fmla="*/ 46 w 60"/>
                <a:gd name="T29" fmla="*/ 31 h 1460"/>
                <a:gd name="T30" fmla="*/ 60 w 60"/>
                <a:gd name="T31" fmla="*/ 16 h 1460"/>
                <a:gd name="T32" fmla="*/ 44 w 60"/>
                <a:gd name="T33" fmla="*/ 0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" h="1460">
                  <a:moveTo>
                    <a:pt x="44" y="27"/>
                  </a:moveTo>
                  <a:cubicBezTo>
                    <a:pt x="38" y="27"/>
                    <a:pt x="33" y="22"/>
                    <a:pt x="33" y="16"/>
                  </a:cubicBezTo>
                  <a:cubicBezTo>
                    <a:pt x="33" y="9"/>
                    <a:pt x="38" y="4"/>
                    <a:pt x="44" y="4"/>
                  </a:cubicBezTo>
                  <a:cubicBezTo>
                    <a:pt x="51" y="4"/>
                    <a:pt x="56" y="9"/>
                    <a:pt x="56" y="16"/>
                  </a:cubicBezTo>
                  <a:cubicBezTo>
                    <a:pt x="56" y="22"/>
                    <a:pt x="51" y="27"/>
                    <a:pt x="44" y="27"/>
                  </a:cubicBezTo>
                  <a:moveTo>
                    <a:pt x="44" y="0"/>
                  </a:moveTo>
                  <a:cubicBezTo>
                    <a:pt x="36" y="0"/>
                    <a:pt x="29" y="7"/>
                    <a:pt x="29" y="16"/>
                  </a:cubicBezTo>
                  <a:cubicBezTo>
                    <a:pt x="29" y="24"/>
                    <a:pt x="35" y="30"/>
                    <a:pt x="42" y="31"/>
                  </a:cubicBezTo>
                  <a:cubicBezTo>
                    <a:pt x="42" y="889"/>
                    <a:pt x="42" y="889"/>
                    <a:pt x="42" y="889"/>
                  </a:cubicBezTo>
                  <a:cubicBezTo>
                    <a:pt x="0" y="931"/>
                    <a:pt x="0" y="931"/>
                    <a:pt x="0" y="931"/>
                  </a:cubicBezTo>
                  <a:cubicBezTo>
                    <a:pt x="0" y="1460"/>
                    <a:pt x="0" y="1460"/>
                    <a:pt x="0" y="1460"/>
                  </a:cubicBezTo>
                  <a:cubicBezTo>
                    <a:pt x="4" y="1460"/>
                    <a:pt x="4" y="1460"/>
                    <a:pt x="4" y="1460"/>
                  </a:cubicBezTo>
                  <a:cubicBezTo>
                    <a:pt x="4" y="933"/>
                    <a:pt x="4" y="933"/>
                    <a:pt x="4" y="933"/>
                  </a:cubicBezTo>
                  <a:cubicBezTo>
                    <a:pt x="46" y="891"/>
                    <a:pt x="46" y="891"/>
                    <a:pt x="46" y="891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54" y="30"/>
                    <a:pt x="60" y="24"/>
                    <a:pt x="60" y="16"/>
                  </a:cubicBezTo>
                  <a:cubicBezTo>
                    <a:pt x="60" y="7"/>
                    <a:pt x="53" y="0"/>
                    <a:pt x="4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" name="Freeform 25"/>
            <p:cNvSpPr>
              <a:spLocks noEditPoints="1"/>
            </p:cNvSpPr>
            <p:nvPr/>
          </p:nvSpPr>
          <p:spPr bwMode="auto">
            <a:xfrm>
              <a:off x="4157663" y="723900"/>
              <a:ext cx="750888" cy="6259513"/>
            </a:xfrm>
            <a:custGeom>
              <a:avLst/>
              <a:gdLst>
                <a:gd name="T0" fmla="*/ 119 w 200"/>
                <a:gd name="T1" fmla="*/ 842 h 1667"/>
                <a:gd name="T2" fmla="*/ 119 w 200"/>
                <a:gd name="T3" fmla="*/ 847 h 1667"/>
                <a:gd name="T4" fmla="*/ 196 w 200"/>
                <a:gd name="T5" fmla="*/ 924 h 1667"/>
                <a:gd name="T6" fmla="*/ 196 w 200"/>
                <a:gd name="T7" fmla="*/ 1667 h 1667"/>
                <a:gd name="T8" fmla="*/ 200 w 200"/>
                <a:gd name="T9" fmla="*/ 1667 h 1667"/>
                <a:gd name="T10" fmla="*/ 200 w 200"/>
                <a:gd name="T11" fmla="*/ 923 h 1667"/>
                <a:gd name="T12" fmla="*/ 119 w 200"/>
                <a:gd name="T13" fmla="*/ 842 h 1667"/>
                <a:gd name="T14" fmla="*/ 15 w 200"/>
                <a:gd name="T15" fmla="*/ 27 h 1667"/>
                <a:gd name="T16" fmla="*/ 4 w 200"/>
                <a:gd name="T17" fmla="*/ 16 h 1667"/>
                <a:gd name="T18" fmla="*/ 15 w 200"/>
                <a:gd name="T19" fmla="*/ 4 h 1667"/>
                <a:gd name="T20" fmla="*/ 27 w 200"/>
                <a:gd name="T21" fmla="*/ 16 h 1667"/>
                <a:gd name="T22" fmla="*/ 15 w 200"/>
                <a:gd name="T23" fmla="*/ 27 h 1667"/>
                <a:gd name="T24" fmla="*/ 15 w 200"/>
                <a:gd name="T25" fmla="*/ 0 h 1667"/>
                <a:gd name="T26" fmla="*/ 0 w 200"/>
                <a:gd name="T27" fmla="*/ 16 h 1667"/>
                <a:gd name="T28" fmla="*/ 13 w 200"/>
                <a:gd name="T29" fmla="*/ 31 h 1667"/>
                <a:gd name="T30" fmla="*/ 13 w 200"/>
                <a:gd name="T31" fmla="*/ 741 h 1667"/>
                <a:gd name="T32" fmla="*/ 115 w 200"/>
                <a:gd name="T33" fmla="*/ 843 h 1667"/>
                <a:gd name="T34" fmla="*/ 115 w 200"/>
                <a:gd name="T35" fmla="*/ 838 h 1667"/>
                <a:gd name="T36" fmla="*/ 17 w 200"/>
                <a:gd name="T37" fmla="*/ 740 h 1667"/>
                <a:gd name="T38" fmla="*/ 17 w 200"/>
                <a:gd name="T39" fmla="*/ 31 h 1667"/>
                <a:gd name="T40" fmla="*/ 31 w 200"/>
                <a:gd name="T41" fmla="*/ 16 h 1667"/>
                <a:gd name="T42" fmla="*/ 15 w 200"/>
                <a:gd name="T43" fmla="*/ 0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0" h="1667">
                  <a:moveTo>
                    <a:pt x="119" y="842"/>
                  </a:moveTo>
                  <a:cubicBezTo>
                    <a:pt x="119" y="847"/>
                    <a:pt x="119" y="847"/>
                    <a:pt x="119" y="847"/>
                  </a:cubicBezTo>
                  <a:cubicBezTo>
                    <a:pt x="196" y="924"/>
                    <a:pt x="196" y="924"/>
                    <a:pt x="196" y="924"/>
                  </a:cubicBezTo>
                  <a:cubicBezTo>
                    <a:pt x="196" y="1667"/>
                    <a:pt x="196" y="1667"/>
                    <a:pt x="196" y="1667"/>
                  </a:cubicBezTo>
                  <a:cubicBezTo>
                    <a:pt x="200" y="1667"/>
                    <a:pt x="200" y="1667"/>
                    <a:pt x="200" y="1667"/>
                  </a:cubicBezTo>
                  <a:cubicBezTo>
                    <a:pt x="200" y="923"/>
                    <a:pt x="200" y="923"/>
                    <a:pt x="200" y="923"/>
                  </a:cubicBezTo>
                  <a:cubicBezTo>
                    <a:pt x="119" y="842"/>
                    <a:pt x="119" y="842"/>
                    <a:pt x="119" y="842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741"/>
                    <a:pt x="13" y="741"/>
                    <a:pt x="13" y="741"/>
                  </a:cubicBezTo>
                  <a:cubicBezTo>
                    <a:pt x="115" y="843"/>
                    <a:pt x="115" y="843"/>
                    <a:pt x="115" y="843"/>
                  </a:cubicBezTo>
                  <a:cubicBezTo>
                    <a:pt x="115" y="838"/>
                    <a:pt x="115" y="838"/>
                    <a:pt x="115" y="838"/>
                  </a:cubicBezTo>
                  <a:cubicBezTo>
                    <a:pt x="17" y="740"/>
                    <a:pt x="17" y="740"/>
                    <a:pt x="17" y="74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" name="Freeform 26"/>
            <p:cNvSpPr>
              <a:spLocks noEditPoints="1"/>
            </p:cNvSpPr>
            <p:nvPr/>
          </p:nvSpPr>
          <p:spPr bwMode="auto">
            <a:xfrm>
              <a:off x="4194176" y="1804987"/>
              <a:ext cx="461963" cy="5178426"/>
            </a:xfrm>
            <a:custGeom>
              <a:avLst/>
              <a:gdLst>
                <a:gd name="T0" fmla="*/ 107 w 123"/>
                <a:gd name="T1" fmla="*/ 27 h 1379"/>
                <a:gd name="T2" fmla="*/ 96 w 123"/>
                <a:gd name="T3" fmla="*/ 16 h 1379"/>
                <a:gd name="T4" fmla="*/ 107 w 123"/>
                <a:gd name="T5" fmla="*/ 4 h 1379"/>
                <a:gd name="T6" fmla="*/ 119 w 123"/>
                <a:gd name="T7" fmla="*/ 16 h 1379"/>
                <a:gd name="T8" fmla="*/ 107 w 123"/>
                <a:gd name="T9" fmla="*/ 27 h 1379"/>
                <a:gd name="T10" fmla="*/ 107 w 123"/>
                <a:gd name="T11" fmla="*/ 0 h 1379"/>
                <a:gd name="T12" fmla="*/ 92 w 123"/>
                <a:gd name="T13" fmla="*/ 16 h 1379"/>
                <a:gd name="T14" fmla="*/ 105 w 123"/>
                <a:gd name="T15" fmla="*/ 31 h 1379"/>
                <a:gd name="T16" fmla="*/ 105 w 123"/>
                <a:gd name="T17" fmla="*/ 550 h 1379"/>
                <a:gd name="T18" fmla="*/ 105 w 123"/>
                <a:gd name="T19" fmla="*/ 555 h 1379"/>
                <a:gd name="T20" fmla="*/ 105 w 123"/>
                <a:gd name="T21" fmla="*/ 823 h 1379"/>
                <a:gd name="T22" fmla="*/ 0 w 123"/>
                <a:gd name="T23" fmla="*/ 928 h 1379"/>
                <a:gd name="T24" fmla="*/ 0 w 123"/>
                <a:gd name="T25" fmla="*/ 1379 h 1379"/>
                <a:gd name="T26" fmla="*/ 4 w 123"/>
                <a:gd name="T27" fmla="*/ 1379 h 1379"/>
                <a:gd name="T28" fmla="*/ 4 w 123"/>
                <a:gd name="T29" fmla="*/ 930 h 1379"/>
                <a:gd name="T30" fmla="*/ 109 w 123"/>
                <a:gd name="T31" fmla="*/ 825 h 1379"/>
                <a:gd name="T32" fmla="*/ 109 w 123"/>
                <a:gd name="T33" fmla="*/ 559 h 1379"/>
                <a:gd name="T34" fmla="*/ 109 w 123"/>
                <a:gd name="T35" fmla="*/ 554 h 1379"/>
                <a:gd name="T36" fmla="*/ 109 w 123"/>
                <a:gd name="T37" fmla="*/ 31 h 1379"/>
                <a:gd name="T38" fmla="*/ 123 w 123"/>
                <a:gd name="T39" fmla="*/ 16 h 1379"/>
                <a:gd name="T40" fmla="*/ 107 w 123"/>
                <a:gd name="T41" fmla="*/ 0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379">
                  <a:moveTo>
                    <a:pt x="107" y="27"/>
                  </a:moveTo>
                  <a:cubicBezTo>
                    <a:pt x="101" y="27"/>
                    <a:pt x="96" y="22"/>
                    <a:pt x="96" y="16"/>
                  </a:cubicBezTo>
                  <a:cubicBezTo>
                    <a:pt x="96" y="10"/>
                    <a:pt x="101" y="4"/>
                    <a:pt x="107" y="4"/>
                  </a:cubicBezTo>
                  <a:cubicBezTo>
                    <a:pt x="114" y="4"/>
                    <a:pt x="119" y="10"/>
                    <a:pt x="119" y="16"/>
                  </a:cubicBezTo>
                  <a:cubicBezTo>
                    <a:pt x="119" y="22"/>
                    <a:pt x="114" y="27"/>
                    <a:pt x="107" y="27"/>
                  </a:cubicBezTo>
                  <a:moveTo>
                    <a:pt x="107" y="0"/>
                  </a:moveTo>
                  <a:cubicBezTo>
                    <a:pt x="99" y="0"/>
                    <a:pt x="92" y="7"/>
                    <a:pt x="92" y="16"/>
                  </a:cubicBezTo>
                  <a:cubicBezTo>
                    <a:pt x="92" y="24"/>
                    <a:pt x="98" y="30"/>
                    <a:pt x="105" y="31"/>
                  </a:cubicBezTo>
                  <a:cubicBezTo>
                    <a:pt x="105" y="550"/>
                    <a:pt x="105" y="550"/>
                    <a:pt x="105" y="550"/>
                  </a:cubicBezTo>
                  <a:cubicBezTo>
                    <a:pt x="105" y="555"/>
                    <a:pt x="105" y="555"/>
                    <a:pt x="105" y="555"/>
                  </a:cubicBezTo>
                  <a:cubicBezTo>
                    <a:pt x="105" y="823"/>
                    <a:pt x="105" y="823"/>
                    <a:pt x="105" y="823"/>
                  </a:cubicBezTo>
                  <a:cubicBezTo>
                    <a:pt x="0" y="928"/>
                    <a:pt x="0" y="928"/>
                    <a:pt x="0" y="928"/>
                  </a:cubicBezTo>
                  <a:cubicBezTo>
                    <a:pt x="0" y="1379"/>
                    <a:pt x="0" y="1379"/>
                    <a:pt x="0" y="1379"/>
                  </a:cubicBezTo>
                  <a:cubicBezTo>
                    <a:pt x="4" y="1379"/>
                    <a:pt x="4" y="1379"/>
                    <a:pt x="4" y="1379"/>
                  </a:cubicBezTo>
                  <a:cubicBezTo>
                    <a:pt x="4" y="930"/>
                    <a:pt x="4" y="930"/>
                    <a:pt x="4" y="930"/>
                  </a:cubicBezTo>
                  <a:cubicBezTo>
                    <a:pt x="109" y="825"/>
                    <a:pt x="109" y="825"/>
                    <a:pt x="109" y="825"/>
                  </a:cubicBezTo>
                  <a:cubicBezTo>
                    <a:pt x="109" y="559"/>
                    <a:pt x="109" y="559"/>
                    <a:pt x="109" y="559"/>
                  </a:cubicBezTo>
                  <a:cubicBezTo>
                    <a:pt x="109" y="554"/>
                    <a:pt x="109" y="554"/>
                    <a:pt x="109" y="554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17" y="30"/>
                    <a:pt x="123" y="24"/>
                    <a:pt x="123" y="16"/>
                  </a:cubicBezTo>
                  <a:cubicBezTo>
                    <a:pt x="123" y="7"/>
                    <a:pt x="116" y="0"/>
                    <a:pt x="107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 27"/>
            <p:cNvSpPr>
              <a:spLocks noEditPoints="1"/>
            </p:cNvSpPr>
            <p:nvPr/>
          </p:nvSpPr>
          <p:spPr bwMode="auto">
            <a:xfrm>
              <a:off x="5095876" y="227012"/>
              <a:ext cx="338138" cy="6756401"/>
            </a:xfrm>
            <a:custGeom>
              <a:avLst/>
              <a:gdLst>
                <a:gd name="T0" fmla="*/ 74 w 90"/>
                <a:gd name="T1" fmla="*/ 27 h 1799"/>
                <a:gd name="T2" fmla="*/ 63 w 90"/>
                <a:gd name="T3" fmla="*/ 16 h 1799"/>
                <a:gd name="T4" fmla="*/ 74 w 90"/>
                <a:gd name="T5" fmla="*/ 4 h 1799"/>
                <a:gd name="T6" fmla="*/ 86 w 90"/>
                <a:gd name="T7" fmla="*/ 16 h 1799"/>
                <a:gd name="T8" fmla="*/ 74 w 90"/>
                <a:gd name="T9" fmla="*/ 27 h 1799"/>
                <a:gd name="T10" fmla="*/ 74 w 90"/>
                <a:gd name="T11" fmla="*/ 0 h 1799"/>
                <a:gd name="T12" fmla="*/ 59 w 90"/>
                <a:gd name="T13" fmla="*/ 16 h 1799"/>
                <a:gd name="T14" fmla="*/ 72 w 90"/>
                <a:gd name="T15" fmla="*/ 31 h 1799"/>
                <a:gd name="T16" fmla="*/ 72 w 90"/>
                <a:gd name="T17" fmla="*/ 671 h 1799"/>
                <a:gd name="T18" fmla="*/ 0 w 90"/>
                <a:gd name="T19" fmla="*/ 743 h 1799"/>
                <a:gd name="T20" fmla="*/ 0 w 90"/>
                <a:gd name="T21" fmla="*/ 1799 h 1799"/>
                <a:gd name="T22" fmla="*/ 4 w 90"/>
                <a:gd name="T23" fmla="*/ 1799 h 1799"/>
                <a:gd name="T24" fmla="*/ 4 w 90"/>
                <a:gd name="T25" fmla="*/ 744 h 1799"/>
                <a:gd name="T26" fmla="*/ 76 w 90"/>
                <a:gd name="T27" fmla="*/ 672 h 1799"/>
                <a:gd name="T28" fmla="*/ 76 w 90"/>
                <a:gd name="T29" fmla="*/ 31 h 1799"/>
                <a:gd name="T30" fmla="*/ 90 w 90"/>
                <a:gd name="T31" fmla="*/ 16 h 1799"/>
                <a:gd name="T32" fmla="*/ 74 w 90"/>
                <a:gd name="T33" fmla="*/ 0 h 1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0" h="1799">
                  <a:moveTo>
                    <a:pt x="74" y="27"/>
                  </a:moveTo>
                  <a:cubicBezTo>
                    <a:pt x="68" y="27"/>
                    <a:pt x="63" y="22"/>
                    <a:pt x="63" y="16"/>
                  </a:cubicBezTo>
                  <a:cubicBezTo>
                    <a:pt x="63" y="10"/>
                    <a:pt x="68" y="4"/>
                    <a:pt x="74" y="4"/>
                  </a:cubicBezTo>
                  <a:cubicBezTo>
                    <a:pt x="81" y="4"/>
                    <a:pt x="86" y="10"/>
                    <a:pt x="86" y="16"/>
                  </a:cubicBezTo>
                  <a:cubicBezTo>
                    <a:pt x="86" y="22"/>
                    <a:pt x="81" y="27"/>
                    <a:pt x="74" y="27"/>
                  </a:cubicBezTo>
                  <a:moveTo>
                    <a:pt x="74" y="0"/>
                  </a:moveTo>
                  <a:cubicBezTo>
                    <a:pt x="66" y="0"/>
                    <a:pt x="59" y="7"/>
                    <a:pt x="59" y="16"/>
                  </a:cubicBezTo>
                  <a:cubicBezTo>
                    <a:pt x="59" y="24"/>
                    <a:pt x="65" y="30"/>
                    <a:pt x="72" y="31"/>
                  </a:cubicBezTo>
                  <a:cubicBezTo>
                    <a:pt x="72" y="671"/>
                    <a:pt x="72" y="671"/>
                    <a:pt x="72" y="671"/>
                  </a:cubicBezTo>
                  <a:cubicBezTo>
                    <a:pt x="0" y="743"/>
                    <a:pt x="0" y="743"/>
                    <a:pt x="0" y="743"/>
                  </a:cubicBezTo>
                  <a:cubicBezTo>
                    <a:pt x="0" y="1799"/>
                    <a:pt x="0" y="1799"/>
                    <a:pt x="0" y="1799"/>
                  </a:cubicBezTo>
                  <a:cubicBezTo>
                    <a:pt x="4" y="1799"/>
                    <a:pt x="4" y="1799"/>
                    <a:pt x="4" y="1799"/>
                  </a:cubicBezTo>
                  <a:cubicBezTo>
                    <a:pt x="4" y="744"/>
                    <a:pt x="4" y="744"/>
                    <a:pt x="4" y="744"/>
                  </a:cubicBezTo>
                  <a:cubicBezTo>
                    <a:pt x="76" y="672"/>
                    <a:pt x="76" y="672"/>
                    <a:pt x="76" y="672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84" y="30"/>
                    <a:pt x="90" y="24"/>
                    <a:pt x="90" y="16"/>
                  </a:cubicBezTo>
                  <a:cubicBezTo>
                    <a:pt x="90" y="7"/>
                    <a:pt x="83" y="0"/>
                    <a:pt x="7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" name="Freeform 28"/>
            <p:cNvSpPr>
              <a:spLocks noEditPoints="1"/>
            </p:cNvSpPr>
            <p:nvPr/>
          </p:nvSpPr>
          <p:spPr bwMode="auto">
            <a:xfrm>
              <a:off x="5778501" y="1917700"/>
              <a:ext cx="1292225" cy="5065713"/>
            </a:xfrm>
            <a:custGeom>
              <a:avLst/>
              <a:gdLst>
                <a:gd name="T0" fmla="*/ 278 w 344"/>
                <a:gd name="T1" fmla="*/ 970 h 1349"/>
                <a:gd name="T2" fmla="*/ 278 w 344"/>
                <a:gd name="T3" fmla="*/ 976 h 1349"/>
                <a:gd name="T4" fmla="*/ 340 w 344"/>
                <a:gd name="T5" fmla="*/ 1038 h 1349"/>
                <a:gd name="T6" fmla="*/ 340 w 344"/>
                <a:gd name="T7" fmla="*/ 1349 h 1349"/>
                <a:gd name="T8" fmla="*/ 344 w 344"/>
                <a:gd name="T9" fmla="*/ 1349 h 1349"/>
                <a:gd name="T10" fmla="*/ 344 w 344"/>
                <a:gd name="T11" fmla="*/ 1036 h 1349"/>
                <a:gd name="T12" fmla="*/ 278 w 344"/>
                <a:gd name="T13" fmla="*/ 970 h 1349"/>
                <a:gd name="T14" fmla="*/ 98 w 344"/>
                <a:gd name="T15" fmla="*/ 790 h 1349"/>
                <a:gd name="T16" fmla="*/ 98 w 344"/>
                <a:gd name="T17" fmla="*/ 796 h 1349"/>
                <a:gd name="T18" fmla="*/ 274 w 344"/>
                <a:gd name="T19" fmla="*/ 972 h 1349"/>
                <a:gd name="T20" fmla="*/ 274 w 344"/>
                <a:gd name="T21" fmla="*/ 966 h 1349"/>
                <a:gd name="T22" fmla="*/ 98 w 344"/>
                <a:gd name="T23" fmla="*/ 790 h 1349"/>
                <a:gd name="T24" fmla="*/ 17 w 344"/>
                <a:gd name="T25" fmla="*/ 436 h 1349"/>
                <a:gd name="T26" fmla="*/ 13 w 344"/>
                <a:gd name="T27" fmla="*/ 440 h 1349"/>
                <a:gd name="T28" fmla="*/ 13 w 344"/>
                <a:gd name="T29" fmla="*/ 711 h 1349"/>
                <a:gd name="T30" fmla="*/ 94 w 344"/>
                <a:gd name="T31" fmla="*/ 792 h 1349"/>
                <a:gd name="T32" fmla="*/ 94 w 344"/>
                <a:gd name="T33" fmla="*/ 786 h 1349"/>
                <a:gd name="T34" fmla="*/ 17 w 344"/>
                <a:gd name="T35" fmla="*/ 709 h 1349"/>
                <a:gd name="T36" fmla="*/ 17 w 344"/>
                <a:gd name="T37" fmla="*/ 436 h 1349"/>
                <a:gd name="T38" fmla="*/ 15 w 344"/>
                <a:gd name="T39" fmla="*/ 27 h 1349"/>
                <a:gd name="T40" fmla="*/ 4 w 344"/>
                <a:gd name="T41" fmla="*/ 16 h 1349"/>
                <a:gd name="T42" fmla="*/ 15 w 344"/>
                <a:gd name="T43" fmla="*/ 4 h 1349"/>
                <a:gd name="T44" fmla="*/ 27 w 344"/>
                <a:gd name="T45" fmla="*/ 16 h 1349"/>
                <a:gd name="T46" fmla="*/ 15 w 344"/>
                <a:gd name="T47" fmla="*/ 27 h 1349"/>
                <a:gd name="T48" fmla="*/ 15 w 344"/>
                <a:gd name="T49" fmla="*/ 0 h 1349"/>
                <a:gd name="T50" fmla="*/ 0 w 344"/>
                <a:gd name="T51" fmla="*/ 16 h 1349"/>
                <a:gd name="T52" fmla="*/ 13 w 344"/>
                <a:gd name="T53" fmla="*/ 31 h 1349"/>
                <a:gd name="T54" fmla="*/ 13 w 344"/>
                <a:gd name="T55" fmla="*/ 434 h 1349"/>
                <a:gd name="T56" fmla="*/ 17 w 344"/>
                <a:gd name="T57" fmla="*/ 430 h 1349"/>
                <a:gd name="T58" fmla="*/ 17 w 344"/>
                <a:gd name="T59" fmla="*/ 31 h 1349"/>
                <a:gd name="T60" fmla="*/ 31 w 344"/>
                <a:gd name="T61" fmla="*/ 16 h 1349"/>
                <a:gd name="T62" fmla="*/ 15 w 344"/>
                <a:gd name="T63" fmla="*/ 0 h 1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4" h="1349">
                  <a:moveTo>
                    <a:pt x="278" y="970"/>
                  </a:moveTo>
                  <a:cubicBezTo>
                    <a:pt x="278" y="976"/>
                    <a:pt x="278" y="976"/>
                    <a:pt x="278" y="976"/>
                  </a:cubicBezTo>
                  <a:cubicBezTo>
                    <a:pt x="340" y="1038"/>
                    <a:pt x="340" y="1038"/>
                    <a:pt x="340" y="1038"/>
                  </a:cubicBezTo>
                  <a:cubicBezTo>
                    <a:pt x="340" y="1349"/>
                    <a:pt x="340" y="1349"/>
                    <a:pt x="340" y="1349"/>
                  </a:cubicBezTo>
                  <a:cubicBezTo>
                    <a:pt x="344" y="1349"/>
                    <a:pt x="344" y="1349"/>
                    <a:pt x="344" y="1349"/>
                  </a:cubicBezTo>
                  <a:cubicBezTo>
                    <a:pt x="344" y="1036"/>
                    <a:pt x="344" y="1036"/>
                    <a:pt x="344" y="1036"/>
                  </a:cubicBezTo>
                  <a:cubicBezTo>
                    <a:pt x="278" y="970"/>
                    <a:pt x="278" y="970"/>
                    <a:pt x="278" y="970"/>
                  </a:cubicBezTo>
                  <a:moveTo>
                    <a:pt x="98" y="790"/>
                  </a:moveTo>
                  <a:cubicBezTo>
                    <a:pt x="98" y="796"/>
                    <a:pt x="98" y="796"/>
                    <a:pt x="98" y="796"/>
                  </a:cubicBezTo>
                  <a:cubicBezTo>
                    <a:pt x="274" y="972"/>
                    <a:pt x="274" y="972"/>
                    <a:pt x="274" y="972"/>
                  </a:cubicBezTo>
                  <a:cubicBezTo>
                    <a:pt x="274" y="966"/>
                    <a:pt x="274" y="966"/>
                    <a:pt x="274" y="966"/>
                  </a:cubicBezTo>
                  <a:cubicBezTo>
                    <a:pt x="98" y="790"/>
                    <a:pt x="98" y="790"/>
                    <a:pt x="98" y="790"/>
                  </a:cubicBezTo>
                  <a:moveTo>
                    <a:pt x="17" y="436"/>
                  </a:moveTo>
                  <a:cubicBezTo>
                    <a:pt x="13" y="440"/>
                    <a:pt x="13" y="440"/>
                    <a:pt x="13" y="440"/>
                  </a:cubicBezTo>
                  <a:cubicBezTo>
                    <a:pt x="13" y="711"/>
                    <a:pt x="13" y="711"/>
                    <a:pt x="13" y="711"/>
                  </a:cubicBezTo>
                  <a:cubicBezTo>
                    <a:pt x="94" y="792"/>
                    <a:pt x="94" y="792"/>
                    <a:pt x="94" y="792"/>
                  </a:cubicBezTo>
                  <a:cubicBezTo>
                    <a:pt x="94" y="786"/>
                    <a:pt x="94" y="786"/>
                    <a:pt x="94" y="786"/>
                  </a:cubicBezTo>
                  <a:cubicBezTo>
                    <a:pt x="17" y="709"/>
                    <a:pt x="17" y="709"/>
                    <a:pt x="17" y="709"/>
                  </a:cubicBezTo>
                  <a:cubicBezTo>
                    <a:pt x="17" y="436"/>
                    <a:pt x="17" y="436"/>
                    <a:pt x="17" y="436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434"/>
                    <a:pt x="13" y="434"/>
                    <a:pt x="13" y="434"/>
                  </a:cubicBezTo>
                  <a:cubicBezTo>
                    <a:pt x="17" y="430"/>
                    <a:pt x="17" y="430"/>
                    <a:pt x="17" y="43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6" name="Freeform 29"/>
            <p:cNvSpPr>
              <a:spLocks noEditPoints="1"/>
            </p:cNvSpPr>
            <p:nvPr/>
          </p:nvSpPr>
          <p:spPr bwMode="auto">
            <a:xfrm>
              <a:off x="5470526" y="825500"/>
              <a:ext cx="577850" cy="6157913"/>
            </a:xfrm>
            <a:custGeom>
              <a:avLst/>
              <a:gdLst>
                <a:gd name="T0" fmla="*/ 139 w 154"/>
                <a:gd name="T1" fmla="*/ 27 h 1640"/>
                <a:gd name="T2" fmla="*/ 127 w 154"/>
                <a:gd name="T3" fmla="*/ 16 h 1640"/>
                <a:gd name="T4" fmla="*/ 139 w 154"/>
                <a:gd name="T5" fmla="*/ 4 h 1640"/>
                <a:gd name="T6" fmla="*/ 150 w 154"/>
                <a:gd name="T7" fmla="*/ 16 h 1640"/>
                <a:gd name="T8" fmla="*/ 139 w 154"/>
                <a:gd name="T9" fmla="*/ 27 h 1640"/>
                <a:gd name="T10" fmla="*/ 139 w 154"/>
                <a:gd name="T11" fmla="*/ 0 h 1640"/>
                <a:gd name="T12" fmla="*/ 123 w 154"/>
                <a:gd name="T13" fmla="*/ 16 h 1640"/>
                <a:gd name="T14" fmla="*/ 137 w 154"/>
                <a:gd name="T15" fmla="*/ 31 h 1640"/>
                <a:gd name="T16" fmla="*/ 137 w 154"/>
                <a:gd name="T17" fmla="*/ 684 h 1640"/>
                <a:gd name="T18" fmla="*/ 99 w 154"/>
                <a:gd name="T19" fmla="*/ 721 h 1640"/>
                <a:gd name="T20" fmla="*/ 95 w 154"/>
                <a:gd name="T21" fmla="*/ 725 h 1640"/>
                <a:gd name="T22" fmla="*/ 0 w 154"/>
                <a:gd name="T23" fmla="*/ 820 h 1640"/>
                <a:gd name="T24" fmla="*/ 0 w 154"/>
                <a:gd name="T25" fmla="*/ 1640 h 1640"/>
                <a:gd name="T26" fmla="*/ 4 w 154"/>
                <a:gd name="T27" fmla="*/ 1640 h 1640"/>
                <a:gd name="T28" fmla="*/ 4 w 154"/>
                <a:gd name="T29" fmla="*/ 822 h 1640"/>
                <a:gd name="T30" fmla="*/ 95 w 154"/>
                <a:gd name="T31" fmla="*/ 731 h 1640"/>
                <a:gd name="T32" fmla="*/ 99 w 154"/>
                <a:gd name="T33" fmla="*/ 727 h 1640"/>
                <a:gd name="T34" fmla="*/ 141 w 154"/>
                <a:gd name="T35" fmla="*/ 685 h 1640"/>
                <a:gd name="T36" fmla="*/ 141 w 154"/>
                <a:gd name="T37" fmla="*/ 31 h 1640"/>
                <a:gd name="T38" fmla="*/ 154 w 154"/>
                <a:gd name="T39" fmla="*/ 16 h 1640"/>
                <a:gd name="T40" fmla="*/ 139 w 154"/>
                <a:gd name="T41" fmla="*/ 0 h 1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4" h="1640">
                  <a:moveTo>
                    <a:pt x="139" y="27"/>
                  </a:moveTo>
                  <a:cubicBezTo>
                    <a:pt x="132" y="27"/>
                    <a:pt x="127" y="22"/>
                    <a:pt x="127" y="16"/>
                  </a:cubicBezTo>
                  <a:cubicBezTo>
                    <a:pt x="127" y="10"/>
                    <a:pt x="132" y="4"/>
                    <a:pt x="139" y="4"/>
                  </a:cubicBezTo>
                  <a:cubicBezTo>
                    <a:pt x="145" y="4"/>
                    <a:pt x="150" y="10"/>
                    <a:pt x="150" y="16"/>
                  </a:cubicBezTo>
                  <a:cubicBezTo>
                    <a:pt x="150" y="22"/>
                    <a:pt x="145" y="27"/>
                    <a:pt x="139" y="27"/>
                  </a:cubicBezTo>
                  <a:moveTo>
                    <a:pt x="139" y="0"/>
                  </a:moveTo>
                  <a:cubicBezTo>
                    <a:pt x="130" y="0"/>
                    <a:pt x="123" y="7"/>
                    <a:pt x="123" y="16"/>
                  </a:cubicBezTo>
                  <a:cubicBezTo>
                    <a:pt x="123" y="24"/>
                    <a:pt x="129" y="30"/>
                    <a:pt x="137" y="31"/>
                  </a:cubicBezTo>
                  <a:cubicBezTo>
                    <a:pt x="137" y="684"/>
                    <a:pt x="137" y="684"/>
                    <a:pt x="137" y="684"/>
                  </a:cubicBezTo>
                  <a:cubicBezTo>
                    <a:pt x="99" y="721"/>
                    <a:pt x="99" y="721"/>
                    <a:pt x="99" y="721"/>
                  </a:cubicBezTo>
                  <a:cubicBezTo>
                    <a:pt x="95" y="725"/>
                    <a:pt x="95" y="725"/>
                    <a:pt x="95" y="725"/>
                  </a:cubicBezTo>
                  <a:cubicBezTo>
                    <a:pt x="0" y="820"/>
                    <a:pt x="0" y="820"/>
                    <a:pt x="0" y="820"/>
                  </a:cubicBezTo>
                  <a:cubicBezTo>
                    <a:pt x="0" y="1640"/>
                    <a:pt x="0" y="1640"/>
                    <a:pt x="0" y="1640"/>
                  </a:cubicBezTo>
                  <a:cubicBezTo>
                    <a:pt x="4" y="1640"/>
                    <a:pt x="4" y="1640"/>
                    <a:pt x="4" y="1640"/>
                  </a:cubicBezTo>
                  <a:cubicBezTo>
                    <a:pt x="4" y="822"/>
                    <a:pt x="4" y="822"/>
                    <a:pt x="4" y="822"/>
                  </a:cubicBezTo>
                  <a:cubicBezTo>
                    <a:pt x="95" y="731"/>
                    <a:pt x="95" y="731"/>
                    <a:pt x="95" y="731"/>
                  </a:cubicBezTo>
                  <a:cubicBezTo>
                    <a:pt x="99" y="727"/>
                    <a:pt x="99" y="727"/>
                    <a:pt x="99" y="727"/>
                  </a:cubicBezTo>
                  <a:cubicBezTo>
                    <a:pt x="141" y="685"/>
                    <a:pt x="141" y="685"/>
                    <a:pt x="141" y="685"/>
                  </a:cubicBezTo>
                  <a:cubicBezTo>
                    <a:pt x="141" y="31"/>
                    <a:pt x="141" y="31"/>
                    <a:pt x="141" y="31"/>
                  </a:cubicBezTo>
                  <a:cubicBezTo>
                    <a:pt x="148" y="30"/>
                    <a:pt x="154" y="24"/>
                    <a:pt x="154" y="16"/>
                  </a:cubicBezTo>
                  <a:cubicBezTo>
                    <a:pt x="154" y="7"/>
                    <a:pt x="147" y="0"/>
                    <a:pt x="139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7" name="Freeform 30"/>
            <p:cNvSpPr>
              <a:spLocks noEditPoints="1"/>
            </p:cNvSpPr>
            <p:nvPr/>
          </p:nvSpPr>
          <p:spPr bwMode="auto">
            <a:xfrm>
              <a:off x="6130926" y="-125413"/>
              <a:ext cx="461963" cy="7108826"/>
            </a:xfrm>
            <a:custGeom>
              <a:avLst/>
              <a:gdLst>
                <a:gd name="T0" fmla="*/ 107 w 123"/>
                <a:gd name="T1" fmla="*/ 27 h 1893"/>
                <a:gd name="T2" fmla="*/ 96 w 123"/>
                <a:gd name="T3" fmla="*/ 16 h 1893"/>
                <a:gd name="T4" fmla="*/ 107 w 123"/>
                <a:gd name="T5" fmla="*/ 4 h 1893"/>
                <a:gd name="T6" fmla="*/ 119 w 123"/>
                <a:gd name="T7" fmla="*/ 16 h 1893"/>
                <a:gd name="T8" fmla="*/ 107 w 123"/>
                <a:gd name="T9" fmla="*/ 27 h 1893"/>
                <a:gd name="T10" fmla="*/ 107 w 123"/>
                <a:gd name="T11" fmla="*/ 0 h 1893"/>
                <a:gd name="T12" fmla="*/ 92 w 123"/>
                <a:gd name="T13" fmla="*/ 16 h 1893"/>
                <a:gd name="T14" fmla="*/ 105 w 123"/>
                <a:gd name="T15" fmla="*/ 31 h 1893"/>
                <a:gd name="T16" fmla="*/ 105 w 123"/>
                <a:gd name="T17" fmla="*/ 731 h 1893"/>
                <a:gd name="T18" fmla="*/ 0 w 123"/>
                <a:gd name="T19" fmla="*/ 837 h 1893"/>
                <a:gd name="T20" fmla="*/ 0 w 123"/>
                <a:gd name="T21" fmla="*/ 1330 h 1893"/>
                <a:gd name="T22" fmla="*/ 0 w 123"/>
                <a:gd name="T23" fmla="*/ 1336 h 1893"/>
                <a:gd name="T24" fmla="*/ 0 w 123"/>
                <a:gd name="T25" fmla="*/ 1893 h 1893"/>
                <a:gd name="T26" fmla="*/ 4 w 123"/>
                <a:gd name="T27" fmla="*/ 1893 h 1893"/>
                <a:gd name="T28" fmla="*/ 4 w 123"/>
                <a:gd name="T29" fmla="*/ 1340 h 1893"/>
                <a:gd name="T30" fmla="*/ 4 w 123"/>
                <a:gd name="T31" fmla="*/ 1334 h 1893"/>
                <a:gd name="T32" fmla="*/ 4 w 123"/>
                <a:gd name="T33" fmla="*/ 838 h 1893"/>
                <a:gd name="T34" fmla="*/ 109 w 123"/>
                <a:gd name="T35" fmla="*/ 733 h 1893"/>
                <a:gd name="T36" fmla="*/ 109 w 123"/>
                <a:gd name="T37" fmla="*/ 31 h 1893"/>
                <a:gd name="T38" fmla="*/ 123 w 123"/>
                <a:gd name="T39" fmla="*/ 16 h 1893"/>
                <a:gd name="T40" fmla="*/ 107 w 123"/>
                <a:gd name="T41" fmla="*/ 0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893">
                  <a:moveTo>
                    <a:pt x="107" y="27"/>
                  </a:moveTo>
                  <a:cubicBezTo>
                    <a:pt x="101" y="27"/>
                    <a:pt x="96" y="22"/>
                    <a:pt x="96" y="16"/>
                  </a:cubicBezTo>
                  <a:cubicBezTo>
                    <a:pt x="96" y="9"/>
                    <a:pt x="101" y="4"/>
                    <a:pt x="107" y="4"/>
                  </a:cubicBezTo>
                  <a:cubicBezTo>
                    <a:pt x="114" y="4"/>
                    <a:pt x="119" y="9"/>
                    <a:pt x="119" y="16"/>
                  </a:cubicBezTo>
                  <a:cubicBezTo>
                    <a:pt x="119" y="22"/>
                    <a:pt x="114" y="27"/>
                    <a:pt x="107" y="27"/>
                  </a:cubicBezTo>
                  <a:moveTo>
                    <a:pt x="107" y="0"/>
                  </a:moveTo>
                  <a:cubicBezTo>
                    <a:pt x="99" y="0"/>
                    <a:pt x="92" y="7"/>
                    <a:pt x="92" y="16"/>
                  </a:cubicBezTo>
                  <a:cubicBezTo>
                    <a:pt x="92" y="23"/>
                    <a:pt x="98" y="30"/>
                    <a:pt x="105" y="31"/>
                  </a:cubicBezTo>
                  <a:cubicBezTo>
                    <a:pt x="105" y="731"/>
                    <a:pt x="105" y="731"/>
                    <a:pt x="105" y="731"/>
                  </a:cubicBezTo>
                  <a:cubicBezTo>
                    <a:pt x="0" y="837"/>
                    <a:pt x="0" y="837"/>
                    <a:pt x="0" y="837"/>
                  </a:cubicBezTo>
                  <a:cubicBezTo>
                    <a:pt x="0" y="1330"/>
                    <a:pt x="0" y="1330"/>
                    <a:pt x="0" y="1330"/>
                  </a:cubicBezTo>
                  <a:cubicBezTo>
                    <a:pt x="0" y="1336"/>
                    <a:pt x="0" y="1336"/>
                    <a:pt x="0" y="1336"/>
                  </a:cubicBezTo>
                  <a:cubicBezTo>
                    <a:pt x="0" y="1893"/>
                    <a:pt x="0" y="1893"/>
                    <a:pt x="0" y="1893"/>
                  </a:cubicBezTo>
                  <a:cubicBezTo>
                    <a:pt x="4" y="1893"/>
                    <a:pt x="4" y="1893"/>
                    <a:pt x="4" y="1893"/>
                  </a:cubicBezTo>
                  <a:cubicBezTo>
                    <a:pt x="4" y="1340"/>
                    <a:pt x="4" y="1340"/>
                    <a:pt x="4" y="1340"/>
                  </a:cubicBezTo>
                  <a:cubicBezTo>
                    <a:pt x="4" y="1334"/>
                    <a:pt x="4" y="1334"/>
                    <a:pt x="4" y="1334"/>
                  </a:cubicBezTo>
                  <a:cubicBezTo>
                    <a:pt x="4" y="838"/>
                    <a:pt x="4" y="838"/>
                    <a:pt x="4" y="838"/>
                  </a:cubicBezTo>
                  <a:cubicBezTo>
                    <a:pt x="109" y="733"/>
                    <a:pt x="109" y="733"/>
                    <a:pt x="109" y="733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17" y="30"/>
                    <a:pt x="123" y="23"/>
                    <a:pt x="123" y="16"/>
                  </a:cubicBezTo>
                  <a:cubicBezTo>
                    <a:pt x="123" y="7"/>
                    <a:pt x="116" y="0"/>
                    <a:pt x="107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8" name="Freeform 31"/>
            <p:cNvSpPr>
              <a:spLocks noEditPoints="1"/>
            </p:cNvSpPr>
            <p:nvPr/>
          </p:nvSpPr>
          <p:spPr bwMode="auto">
            <a:xfrm>
              <a:off x="7002463" y="1150937"/>
              <a:ext cx="195263" cy="5832476"/>
            </a:xfrm>
            <a:custGeom>
              <a:avLst/>
              <a:gdLst>
                <a:gd name="T0" fmla="*/ 15 w 52"/>
                <a:gd name="T1" fmla="*/ 27 h 1553"/>
                <a:gd name="T2" fmla="*/ 4 w 52"/>
                <a:gd name="T3" fmla="*/ 16 h 1553"/>
                <a:gd name="T4" fmla="*/ 15 w 52"/>
                <a:gd name="T5" fmla="*/ 4 h 1553"/>
                <a:gd name="T6" fmla="*/ 27 w 52"/>
                <a:gd name="T7" fmla="*/ 16 h 1553"/>
                <a:gd name="T8" fmla="*/ 15 w 52"/>
                <a:gd name="T9" fmla="*/ 27 h 1553"/>
                <a:gd name="T10" fmla="*/ 15 w 52"/>
                <a:gd name="T11" fmla="*/ 0 h 1553"/>
                <a:gd name="T12" fmla="*/ 0 w 52"/>
                <a:gd name="T13" fmla="*/ 16 h 1553"/>
                <a:gd name="T14" fmla="*/ 13 w 52"/>
                <a:gd name="T15" fmla="*/ 31 h 1553"/>
                <a:gd name="T16" fmla="*/ 13 w 52"/>
                <a:gd name="T17" fmla="*/ 655 h 1553"/>
                <a:gd name="T18" fmla="*/ 48 w 52"/>
                <a:gd name="T19" fmla="*/ 690 h 1553"/>
                <a:gd name="T20" fmla="*/ 48 w 52"/>
                <a:gd name="T21" fmla="*/ 1553 h 1553"/>
                <a:gd name="T22" fmla="*/ 52 w 52"/>
                <a:gd name="T23" fmla="*/ 1553 h 1553"/>
                <a:gd name="T24" fmla="*/ 52 w 52"/>
                <a:gd name="T25" fmla="*/ 688 h 1553"/>
                <a:gd name="T26" fmla="*/ 17 w 52"/>
                <a:gd name="T27" fmla="*/ 654 h 1553"/>
                <a:gd name="T28" fmla="*/ 17 w 52"/>
                <a:gd name="T29" fmla="*/ 31 h 1553"/>
                <a:gd name="T30" fmla="*/ 31 w 52"/>
                <a:gd name="T31" fmla="*/ 16 h 1553"/>
                <a:gd name="T32" fmla="*/ 15 w 52"/>
                <a:gd name="T33" fmla="*/ 0 h 1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" h="1553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3" y="31"/>
                  </a:cubicBezTo>
                  <a:cubicBezTo>
                    <a:pt x="13" y="655"/>
                    <a:pt x="13" y="655"/>
                    <a:pt x="13" y="655"/>
                  </a:cubicBezTo>
                  <a:cubicBezTo>
                    <a:pt x="48" y="690"/>
                    <a:pt x="48" y="690"/>
                    <a:pt x="48" y="690"/>
                  </a:cubicBezTo>
                  <a:cubicBezTo>
                    <a:pt x="48" y="1553"/>
                    <a:pt x="48" y="1553"/>
                    <a:pt x="48" y="1553"/>
                  </a:cubicBezTo>
                  <a:cubicBezTo>
                    <a:pt x="52" y="1553"/>
                    <a:pt x="52" y="1553"/>
                    <a:pt x="52" y="1553"/>
                  </a:cubicBezTo>
                  <a:cubicBezTo>
                    <a:pt x="52" y="688"/>
                    <a:pt x="52" y="688"/>
                    <a:pt x="52" y="688"/>
                  </a:cubicBezTo>
                  <a:cubicBezTo>
                    <a:pt x="17" y="654"/>
                    <a:pt x="17" y="654"/>
                    <a:pt x="17" y="65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9" name="Freeform 32"/>
            <p:cNvSpPr>
              <a:spLocks noEditPoints="1"/>
            </p:cNvSpPr>
            <p:nvPr/>
          </p:nvSpPr>
          <p:spPr bwMode="auto">
            <a:xfrm>
              <a:off x="7283451" y="723900"/>
              <a:ext cx="750888" cy="6259513"/>
            </a:xfrm>
            <a:custGeom>
              <a:avLst/>
              <a:gdLst>
                <a:gd name="T0" fmla="*/ 80 w 200"/>
                <a:gd name="T1" fmla="*/ 842 h 1667"/>
                <a:gd name="T2" fmla="*/ 0 w 200"/>
                <a:gd name="T3" fmla="*/ 923 h 1667"/>
                <a:gd name="T4" fmla="*/ 0 w 200"/>
                <a:gd name="T5" fmla="*/ 1667 h 1667"/>
                <a:gd name="T6" fmla="*/ 4 w 200"/>
                <a:gd name="T7" fmla="*/ 1667 h 1667"/>
                <a:gd name="T8" fmla="*/ 4 w 200"/>
                <a:gd name="T9" fmla="*/ 924 h 1667"/>
                <a:gd name="T10" fmla="*/ 80 w 200"/>
                <a:gd name="T11" fmla="*/ 847 h 1667"/>
                <a:gd name="T12" fmla="*/ 80 w 200"/>
                <a:gd name="T13" fmla="*/ 842 h 1667"/>
                <a:gd name="T14" fmla="*/ 185 w 200"/>
                <a:gd name="T15" fmla="*/ 27 h 1667"/>
                <a:gd name="T16" fmla="*/ 173 w 200"/>
                <a:gd name="T17" fmla="*/ 16 h 1667"/>
                <a:gd name="T18" fmla="*/ 185 w 200"/>
                <a:gd name="T19" fmla="*/ 4 h 1667"/>
                <a:gd name="T20" fmla="*/ 196 w 200"/>
                <a:gd name="T21" fmla="*/ 16 h 1667"/>
                <a:gd name="T22" fmla="*/ 185 w 200"/>
                <a:gd name="T23" fmla="*/ 27 h 1667"/>
                <a:gd name="T24" fmla="*/ 185 w 200"/>
                <a:gd name="T25" fmla="*/ 0 h 1667"/>
                <a:gd name="T26" fmla="*/ 169 w 200"/>
                <a:gd name="T27" fmla="*/ 16 h 1667"/>
                <a:gd name="T28" fmla="*/ 183 w 200"/>
                <a:gd name="T29" fmla="*/ 31 h 1667"/>
                <a:gd name="T30" fmla="*/ 183 w 200"/>
                <a:gd name="T31" fmla="*/ 740 h 1667"/>
                <a:gd name="T32" fmla="*/ 84 w 200"/>
                <a:gd name="T33" fmla="*/ 838 h 1667"/>
                <a:gd name="T34" fmla="*/ 84 w 200"/>
                <a:gd name="T35" fmla="*/ 843 h 1667"/>
                <a:gd name="T36" fmla="*/ 187 w 200"/>
                <a:gd name="T37" fmla="*/ 741 h 1667"/>
                <a:gd name="T38" fmla="*/ 187 w 200"/>
                <a:gd name="T39" fmla="*/ 31 h 1667"/>
                <a:gd name="T40" fmla="*/ 200 w 200"/>
                <a:gd name="T41" fmla="*/ 16 h 1667"/>
                <a:gd name="T42" fmla="*/ 185 w 200"/>
                <a:gd name="T43" fmla="*/ 0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0" h="1667">
                  <a:moveTo>
                    <a:pt x="80" y="842"/>
                  </a:moveTo>
                  <a:cubicBezTo>
                    <a:pt x="0" y="923"/>
                    <a:pt x="0" y="923"/>
                    <a:pt x="0" y="923"/>
                  </a:cubicBezTo>
                  <a:cubicBezTo>
                    <a:pt x="0" y="1667"/>
                    <a:pt x="0" y="1667"/>
                    <a:pt x="0" y="1667"/>
                  </a:cubicBezTo>
                  <a:cubicBezTo>
                    <a:pt x="4" y="1667"/>
                    <a:pt x="4" y="1667"/>
                    <a:pt x="4" y="1667"/>
                  </a:cubicBezTo>
                  <a:cubicBezTo>
                    <a:pt x="4" y="924"/>
                    <a:pt x="4" y="924"/>
                    <a:pt x="4" y="924"/>
                  </a:cubicBezTo>
                  <a:cubicBezTo>
                    <a:pt x="80" y="847"/>
                    <a:pt x="80" y="847"/>
                    <a:pt x="80" y="847"/>
                  </a:cubicBezTo>
                  <a:cubicBezTo>
                    <a:pt x="80" y="842"/>
                    <a:pt x="80" y="842"/>
                    <a:pt x="80" y="842"/>
                  </a:cubicBezTo>
                  <a:moveTo>
                    <a:pt x="185" y="27"/>
                  </a:moveTo>
                  <a:cubicBezTo>
                    <a:pt x="178" y="27"/>
                    <a:pt x="173" y="22"/>
                    <a:pt x="173" y="16"/>
                  </a:cubicBezTo>
                  <a:cubicBezTo>
                    <a:pt x="173" y="10"/>
                    <a:pt x="178" y="4"/>
                    <a:pt x="185" y="4"/>
                  </a:cubicBezTo>
                  <a:cubicBezTo>
                    <a:pt x="191" y="4"/>
                    <a:pt x="196" y="10"/>
                    <a:pt x="196" y="16"/>
                  </a:cubicBezTo>
                  <a:cubicBezTo>
                    <a:pt x="196" y="22"/>
                    <a:pt x="191" y="27"/>
                    <a:pt x="185" y="27"/>
                  </a:cubicBezTo>
                  <a:moveTo>
                    <a:pt x="185" y="0"/>
                  </a:moveTo>
                  <a:cubicBezTo>
                    <a:pt x="176" y="0"/>
                    <a:pt x="169" y="7"/>
                    <a:pt x="169" y="16"/>
                  </a:cubicBezTo>
                  <a:cubicBezTo>
                    <a:pt x="169" y="24"/>
                    <a:pt x="175" y="30"/>
                    <a:pt x="183" y="31"/>
                  </a:cubicBezTo>
                  <a:cubicBezTo>
                    <a:pt x="183" y="740"/>
                    <a:pt x="183" y="740"/>
                    <a:pt x="183" y="740"/>
                  </a:cubicBezTo>
                  <a:cubicBezTo>
                    <a:pt x="84" y="838"/>
                    <a:pt x="84" y="838"/>
                    <a:pt x="84" y="838"/>
                  </a:cubicBezTo>
                  <a:cubicBezTo>
                    <a:pt x="84" y="843"/>
                    <a:pt x="84" y="843"/>
                    <a:pt x="84" y="843"/>
                  </a:cubicBezTo>
                  <a:cubicBezTo>
                    <a:pt x="187" y="741"/>
                    <a:pt x="187" y="741"/>
                    <a:pt x="187" y="741"/>
                  </a:cubicBezTo>
                  <a:cubicBezTo>
                    <a:pt x="187" y="31"/>
                    <a:pt x="187" y="31"/>
                    <a:pt x="187" y="31"/>
                  </a:cubicBezTo>
                  <a:cubicBezTo>
                    <a:pt x="194" y="30"/>
                    <a:pt x="200" y="24"/>
                    <a:pt x="200" y="16"/>
                  </a:cubicBezTo>
                  <a:cubicBezTo>
                    <a:pt x="200" y="7"/>
                    <a:pt x="193" y="0"/>
                    <a:pt x="18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0" name="Freeform 33"/>
            <p:cNvSpPr>
              <a:spLocks noEditPoints="1"/>
            </p:cNvSpPr>
            <p:nvPr/>
          </p:nvSpPr>
          <p:spPr bwMode="auto">
            <a:xfrm>
              <a:off x="7535863" y="1804987"/>
              <a:ext cx="461963" cy="5178426"/>
            </a:xfrm>
            <a:custGeom>
              <a:avLst/>
              <a:gdLst>
                <a:gd name="T0" fmla="*/ 15 w 123"/>
                <a:gd name="T1" fmla="*/ 27 h 1379"/>
                <a:gd name="T2" fmla="*/ 4 w 123"/>
                <a:gd name="T3" fmla="*/ 16 h 1379"/>
                <a:gd name="T4" fmla="*/ 15 w 123"/>
                <a:gd name="T5" fmla="*/ 4 h 1379"/>
                <a:gd name="T6" fmla="*/ 27 w 123"/>
                <a:gd name="T7" fmla="*/ 16 h 1379"/>
                <a:gd name="T8" fmla="*/ 15 w 123"/>
                <a:gd name="T9" fmla="*/ 27 h 1379"/>
                <a:gd name="T10" fmla="*/ 15 w 123"/>
                <a:gd name="T11" fmla="*/ 0 h 1379"/>
                <a:gd name="T12" fmla="*/ 0 w 123"/>
                <a:gd name="T13" fmla="*/ 16 h 1379"/>
                <a:gd name="T14" fmla="*/ 13 w 123"/>
                <a:gd name="T15" fmla="*/ 31 h 1379"/>
                <a:gd name="T16" fmla="*/ 13 w 123"/>
                <a:gd name="T17" fmla="*/ 554 h 1379"/>
                <a:gd name="T18" fmla="*/ 13 w 123"/>
                <a:gd name="T19" fmla="*/ 559 h 1379"/>
                <a:gd name="T20" fmla="*/ 13 w 123"/>
                <a:gd name="T21" fmla="*/ 825 h 1379"/>
                <a:gd name="T22" fmla="*/ 119 w 123"/>
                <a:gd name="T23" fmla="*/ 930 h 1379"/>
                <a:gd name="T24" fmla="*/ 119 w 123"/>
                <a:gd name="T25" fmla="*/ 1379 h 1379"/>
                <a:gd name="T26" fmla="*/ 123 w 123"/>
                <a:gd name="T27" fmla="*/ 1379 h 1379"/>
                <a:gd name="T28" fmla="*/ 123 w 123"/>
                <a:gd name="T29" fmla="*/ 928 h 1379"/>
                <a:gd name="T30" fmla="*/ 17 w 123"/>
                <a:gd name="T31" fmla="*/ 823 h 1379"/>
                <a:gd name="T32" fmla="*/ 17 w 123"/>
                <a:gd name="T33" fmla="*/ 555 h 1379"/>
                <a:gd name="T34" fmla="*/ 17 w 123"/>
                <a:gd name="T35" fmla="*/ 550 h 1379"/>
                <a:gd name="T36" fmla="*/ 17 w 123"/>
                <a:gd name="T37" fmla="*/ 31 h 1379"/>
                <a:gd name="T38" fmla="*/ 31 w 123"/>
                <a:gd name="T39" fmla="*/ 16 h 1379"/>
                <a:gd name="T40" fmla="*/ 15 w 123"/>
                <a:gd name="T41" fmla="*/ 0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379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554"/>
                    <a:pt x="13" y="554"/>
                    <a:pt x="13" y="554"/>
                  </a:cubicBezTo>
                  <a:cubicBezTo>
                    <a:pt x="13" y="559"/>
                    <a:pt x="13" y="559"/>
                    <a:pt x="13" y="559"/>
                  </a:cubicBezTo>
                  <a:cubicBezTo>
                    <a:pt x="13" y="825"/>
                    <a:pt x="13" y="825"/>
                    <a:pt x="13" y="825"/>
                  </a:cubicBezTo>
                  <a:cubicBezTo>
                    <a:pt x="119" y="930"/>
                    <a:pt x="119" y="930"/>
                    <a:pt x="119" y="930"/>
                  </a:cubicBezTo>
                  <a:cubicBezTo>
                    <a:pt x="119" y="1379"/>
                    <a:pt x="119" y="1379"/>
                    <a:pt x="119" y="1379"/>
                  </a:cubicBezTo>
                  <a:cubicBezTo>
                    <a:pt x="123" y="1379"/>
                    <a:pt x="123" y="1379"/>
                    <a:pt x="123" y="1379"/>
                  </a:cubicBezTo>
                  <a:cubicBezTo>
                    <a:pt x="123" y="928"/>
                    <a:pt x="123" y="928"/>
                    <a:pt x="123" y="928"/>
                  </a:cubicBezTo>
                  <a:cubicBezTo>
                    <a:pt x="17" y="823"/>
                    <a:pt x="17" y="823"/>
                    <a:pt x="17" y="823"/>
                  </a:cubicBezTo>
                  <a:cubicBezTo>
                    <a:pt x="17" y="555"/>
                    <a:pt x="17" y="555"/>
                    <a:pt x="17" y="555"/>
                  </a:cubicBezTo>
                  <a:cubicBezTo>
                    <a:pt x="17" y="550"/>
                    <a:pt x="17" y="550"/>
                    <a:pt x="17" y="55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 34"/>
            <p:cNvSpPr>
              <a:spLocks noEditPoints="1"/>
            </p:cNvSpPr>
            <p:nvPr/>
          </p:nvSpPr>
          <p:spPr bwMode="auto">
            <a:xfrm>
              <a:off x="8042276" y="1500187"/>
              <a:ext cx="225425" cy="5483226"/>
            </a:xfrm>
            <a:custGeom>
              <a:avLst/>
              <a:gdLst>
                <a:gd name="T0" fmla="*/ 16 w 60"/>
                <a:gd name="T1" fmla="*/ 27 h 1460"/>
                <a:gd name="T2" fmla="*/ 4 w 60"/>
                <a:gd name="T3" fmla="*/ 16 h 1460"/>
                <a:gd name="T4" fmla="*/ 16 w 60"/>
                <a:gd name="T5" fmla="*/ 4 h 1460"/>
                <a:gd name="T6" fmla="*/ 27 w 60"/>
                <a:gd name="T7" fmla="*/ 16 h 1460"/>
                <a:gd name="T8" fmla="*/ 16 w 60"/>
                <a:gd name="T9" fmla="*/ 27 h 1460"/>
                <a:gd name="T10" fmla="*/ 16 w 60"/>
                <a:gd name="T11" fmla="*/ 0 h 1460"/>
                <a:gd name="T12" fmla="*/ 0 w 60"/>
                <a:gd name="T13" fmla="*/ 16 h 1460"/>
                <a:gd name="T14" fmla="*/ 14 w 60"/>
                <a:gd name="T15" fmla="*/ 31 h 1460"/>
                <a:gd name="T16" fmla="*/ 14 w 60"/>
                <a:gd name="T17" fmla="*/ 891 h 1460"/>
                <a:gd name="T18" fmla="*/ 56 w 60"/>
                <a:gd name="T19" fmla="*/ 933 h 1460"/>
                <a:gd name="T20" fmla="*/ 56 w 60"/>
                <a:gd name="T21" fmla="*/ 1460 h 1460"/>
                <a:gd name="T22" fmla="*/ 60 w 60"/>
                <a:gd name="T23" fmla="*/ 1460 h 1460"/>
                <a:gd name="T24" fmla="*/ 60 w 60"/>
                <a:gd name="T25" fmla="*/ 931 h 1460"/>
                <a:gd name="T26" fmla="*/ 18 w 60"/>
                <a:gd name="T27" fmla="*/ 889 h 1460"/>
                <a:gd name="T28" fmla="*/ 18 w 60"/>
                <a:gd name="T29" fmla="*/ 31 h 1460"/>
                <a:gd name="T30" fmla="*/ 31 w 60"/>
                <a:gd name="T31" fmla="*/ 16 h 1460"/>
                <a:gd name="T32" fmla="*/ 16 w 60"/>
                <a:gd name="T33" fmla="*/ 0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" h="1460">
                  <a:moveTo>
                    <a:pt x="16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4" y="31"/>
                  </a:cubicBezTo>
                  <a:cubicBezTo>
                    <a:pt x="14" y="891"/>
                    <a:pt x="14" y="891"/>
                    <a:pt x="14" y="891"/>
                  </a:cubicBezTo>
                  <a:cubicBezTo>
                    <a:pt x="56" y="933"/>
                    <a:pt x="56" y="933"/>
                    <a:pt x="56" y="933"/>
                  </a:cubicBezTo>
                  <a:cubicBezTo>
                    <a:pt x="56" y="1460"/>
                    <a:pt x="56" y="1460"/>
                    <a:pt x="56" y="1460"/>
                  </a:cubicBezTo>
                  <a:cubicBezTo>
                    <a:pt x="60" y="1460"/>
                    <a:pt x="60" y="1460"/>
                    <a:pt x="60" y="1460"/>
                  </a:cubicBezTo>
                  <a:cubicBezTo>
                    <a:pt x="60" y="931"/>
                    <a:pt x="60" y="931"/>
                    <a:pt x="60" y="931"/>
                  </a:cubicBezTo>
                  <a:cubicBezTo>
                    <a:pt x="18" y="889"/>
                    <a:pt x="18" y="889"/>
                    <a:pt x="18" y="889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96" name="Freeform 35"/>
            <p:cNvSpPr>
              <a:spLocks noEditPoints="1"/>
            </p:cNvSpPr>
            <p:nvPr/>
          </p:nvSpPr>
          <p:spPr bwMode="auto">
            <a:xfrm>
              <a:off x="8702676" y="2184400"/>
              <a:ext cx="376238" cy="4799013"/>
            </a:xfrm>
            <a:custGeom>
              <a:avLst/>
              <a:gdLst>
                <a:gd name="T0" fmla="*/ 10 w 237"/>
                <a:gd name="T1" fmla="*/ 551 h 3023"/>
                <a:gd name="T2" fmla="*/ 0 w 237"/>
                <a:gd name="T3" fmla="*/ 561 h 3023"/>
                <a:gd name="T4" fmla="*/ 0 w 237"/>
                <a:gd name="T5" fmla="*/ 2032 h 3023"/>
                <a:gd name="T6" fmla="*/ 227 w 237"/>
                <a:gd name="T7" fmla="*/ 2259 h 3023"/>
                <a:gd name="T8" fmla="*/ 227 w 237"/>
                <a:gd name="T9" fmla="*/ 3023 h 3023"/>
                <a:gd name="T10" fmla="*/ 237 w 237"/>
                <a:gd name="T11" fmla="*/ 3023 h 3023"/>
                <a:gd name="T12" fmla="*/ 237 w 237"/>
                <a:gd name="T13" fmla="*/ 2254 h 3023"/>
                <a:gd name="T14" fmla="*/ 10 w 237"/>
                <a:gd name="T15" fmla="*/ 2027 h 3023"/>
                <a:gd name="T16" fmla="*/ 10 w 237"/>
                <a:gd name="T17" fmla="*/ 551 h 3023"/>
                <a:gd name="T18" fmla="*/ 10 w 237"/>
                <a:gd name="T19" fmla="*/ 0 h 3023"/>
                <a:gd name="T20" fmla="*/ 0 w 237"/>
                <a:gd name="T21" fmla="*/ 0 h 3023"/>
                <a:gd name="T22" fmla="*/ 0 w 237"/>
                <a:gd name="T23" fmla="*/ 546 h 3023"/>
                <a:gd name="T24" fmla="*/ 10 w 237"/>
                <a:gd name="T25" fmla="*/ 537 h 3023"/>
                <a:gd name="T26" fmla="*/ 10 w 237"/>
                <a:gd name="T27" fmla="*/ 0 h 3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7" h="3023">
                  <a:moveTo>
                    <a:pt x="10" y="551"/>
                  </a:moveTo>
                  <a:lnTo>
                    <a:pt x="0" y="561"/>
                  </a:lnTo>
                  <a:lnTo>
                    <a:pt x="0" y="2032"/>
                  </a:lnTo>
                  <a:lnTo>
                    <a:pt x="227" y="2259"/>
                  </a:lnTo>
                  <a:lnTo>
                    <a:pt x="227" y="3023"/>
                  </a:lnTo>
                  <a:lnTo>
                    <a:pt x="237" y="3023"/>
                  </a:lnTo>
                  <a:lnTo>
                    <a:pt x="237" y="2254"/>
                  </a:lnTo>
                  <a:lnTo>
                    <a:pt x="10" y="2027"/>
                  </a:lnTo>
                  <a:lnTo>
                    <a:pt x="10" y="551"/>
                  </a:lnTo>
                  <a:close/>
                  <a:moveTo>
                    <a:pt x="10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10" y="537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97" name="Freeform 36"/>
            <p:cNvSpPr>
              <a:spLocks noEditPoints="1"/>
            </p:cNvSpPr>
            <p:nvPr/>
          </p:nvSpPr>
          <p:spPr bwMode="auto">
            <a:xfrm>
              <a:off x="8702676" y="2184400"/>
              <a:ext cx="376238" cy="4799013"/>
            </a:xfrm>
            <a:custGeom>
              <a:avLst/>
              <a:gdLst>
                <a:gd name="T0" fmla="*/ 10 w 237"/>
                <a:gd name="T1" fmla="*/ 551 h 3023"/>
                <a:gd name="T2" fmla="*/ 0 w 237"/>
                <a:gd name="T3" fmla="*/ 561 h 3023"/>
                <a:gd name="T4" fmla="*/ 0 w 237"/>
                <a:gd name="T5" fmla="*/ 2032 h 3023"/>
                <a:gd name="T6" fmla="*/ 227 w 237"/>
                <a:gd name="T7" fmla="*/ 2259 h 3023"/>
                <a:gd name="T8" fmla="*/ 227 w 237"/>
                <a:gd name="T9" fmla="*/ 3023 h 3023"/>
                <a:gd name="T10" fmla="*/ 237 w 237"/>
                <a:gd name="T11" fmla="*/ 3023 h 3023"/>
                <a:gd name="T12" fmla="*/ 237 w 237"/>
                <a:gd name="T13" fmla="*/ 2254 h 3023"/>
                <a:gd name="T14" fmla="*/ 10 w 237"/>
                <a:gd name="T15" fmla="*/ 2027 h 3023"/>
                <a:gd name="T16" fmla="*/ 10 w 237"/>
                <a:gd name="T17" fmla="*/ 551 h 3023"/>
                <a:gd name="T18" fmla="*/ 10 w 237"/>
                <a:gd name="T19" fmla="*/ 0 h 3023"/>
                <a:gd name="T20" fmla="*/ 0 w 237"/>
                <a:gd name="T21" fmla="*/ 0 h 3023"/>
                <a:gd name="T22" fmla="*/ 0 w 237"/>
                <a:gd name="T23" fmla="*/ 546 h 3023"/>
                <a:gd name="T24" fmla="*/ 10 w 237"/>
                <a:gd name="T25" fmla="*/ 537 h 3023"/>
                <a:gd name="T26" fmla="*/ 10 w 237"/>
                <a:gd name="T27" fmla="*/ 0 h 3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7" h="3023">
                  <a:moveTo>
                    <a:pt x="10" y="551"/>
                  </a:moveTo>
                  <a:lnTo>
                    <a:pt x="0" y="561"/>
                  </a:lnTo>
                  <a:lnTo>
                    <a:pt x="0" y="2032"/>
                  </a:lnTo>
                  <a:lnTo>
                    <a:pt x="227" y="2259"/>
                  </a:lnTo>
                  <a:lnTo>
                    <a:pt x="227" y="3023"/>
                  </a:lnTo>
                  <a:lnTo>
                    <a:pt x="237" y="3023"/>
                  </a:lnTo>
                  <a:lnTo>
                    <a:pt x="237" y="2254"/>
                  </a:lnTo>
                  <a:lnTo>
                    <a:pt x="10" y="2027"/>
                  </a:lnTo>
                  <a:lnTo>
                    <a:pt x="10" y="551"/>
                  </a:lnTo>
                  <a:moveTo>
                    <a:pt x="10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10" y="537"/>
                  </a:lnTo>
                  <a:lnTo>
                    <a:pt x="10" y="0"/>
                  </a:ln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98" name="Freeform 37"/>
            <p:cNvSpPr>
              <a:spLocks noEditPoints="1"/>
            </p:cNvSpPr>
            <p:nvPr/>
          </p:nvSpPr>
          <p:spPr bwMode="auto">
            <a:xfrm>
              <a:off x="8650288" y="2063750"/>
              <a:ext cx="115888" cy="117475"/>
            </a:xfrm>
            <a:custGeom>
              <a:avLst/>
              <a:gdLst>
                <a:gd name="T0" fmla="*/ 16 w 31"/>
                <a:gd name="T1" fmla="*/ 27 h 31"/>
                <a:gd name="T2" fmla="*/ 4 w 31"/>
                <a:gd name="T3" fmla="*/ 15 h 31"/>
                <a:gd name="T4" fmla="*/ 16 w 31"/>
                <a:gd name="T5" fmla="*/ 4 h 31"/>
                <a:gd name="T6" fmla="*/ 27 w 31"/>
                <a:gd name="T7" fmla="*/ 15 h 31"/>
                <a:gd name="T8" fmla="*/ 16 w 31"/>
                <a:gd name="T9" fmla="*/ 27 h 31"/>
                <a:gd name="T10" fmla="*/ 16 w 31"/>
                <a:gd name="T11" fmla="*/ 0 h 31"/>
                <a:gd name="T12" fmla="*/ 0 w 31"/>
                <a:gd name="T13" fmla="*/ 15 h 31"/>
                <a:gd name="T14" fmla="*/ 16 w 31"/>
                <a:gd name="T15" fmla="*/ 31 h 31"/>
                <a:gd name="T16" fmla="*/ 31 w 31"/>
                <a:gd name="T17" fmla="*/ 15 h 31"/>
                <a:gd name="T18" fmla="*/ 16 w 31"/>
                <a:gd name="T1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31">
                  <a:moveTo>
                    <a:pt x="16" y="27"/>
                  </a:moveTo>
                  <a:cubicBezTo>
                    <a:pt x="9" y="27"/>
                    <a:pt x="4" y="22"/>
                    <a:pt x="4" y="15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22" y="4"/>
                    <a:pt x="27" y="9"/>
                    <a:pt x="27" y="15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1"/>
                    <a:pt x="16" y="31"/>
                  </a:cubicBezTo>
                  <a:cubicBezTo>
                    <a:pt x="24" y="31"/>
                    <a:pt x="31" y="24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99" name="Freeform 38"/>
            <p:cNvSpPr>
              <a:spLocks noEditPoints="1"/>
            </p:cNvSpPr>
            <p:nvPr/>
          </p:nvSpPr>
          <p:spPr bwMode="auto">
            <a:xfrm>
              <a:off x="8455026" y="1804987"/>
              <a:ext cx="960438" cy="5178426"/>
            </a:xfrm>
            <a:custGeom>
              <a:avLst/>
              <a:gdLst>
                <a:gd name="T0" fmla="*/ 240 w 256"/>
                <a:gd name="T1" fmla="*/ 27 h 1379"/>
                <a:gd name="T2" fmla="*/ 229 w 256"/>
                <a:gd name="T3" fmla="*/ 16 h 1379"/>
                <a:gd name="T4" fmla="*/ 240 w 256"/>
                <a:gd name="T5" fmla="*/ 4 h 1379"/>
                <a:gd name="T6" fmla="*/ 252 w 256"/>
                <a:gd name="T7" fmla="*/ 16 h 1379"/>
                <a:gd name="T8" fmla="*/ 240 w 256"/>
                <a:gd name="T9" fmla="*/ 27 h 1379"/>
                <a:gd name="T10" fmla="*/ 240 w 256"/>
                <a:gd name="T11" fmla="*/ 0 h 1379"/>
                <a:gd name="T12" fmla="*/ 225 w 256"/>
                <a:gd name="T13" fmla="*/ 16 h 1379"/>
                <a:gd name="T14" fmla="*/ 238 w 256"/>
                <a:gd name="T15" fmla="*/ 31 h 1379"/>
                <a:gd name="T16" fmla="*/ 238 w 256"/>
                <a:gd name="T17" fmla="*/ 159 h 1379"/>
                <a:gd name="T18" fmla="*/ 70 w 256"/>
                <a:gd name="T19" fmla="*/ 328 h 1379"/>
                <a:gd name="T20" fmla="*/ 66 w 256"/>
                <a:gd name="T21" fmla="*/ 332 h 1379"/>
                <a:gd name="T22" fmla="*/ 0 w 256"/>
                <a:gd name="T23" fmla="*/ 398 h 1379"/>
                <a:gd name="T24" fmla="*/ 0 w 256"/>
                <a:gd name="T25" fmla="*/ 1379 h 1379"/>
                <a:gd name="T26" fmla="*/ 4 w 256"/>
                <a:gd name="T27" fmla="*/ 1379 h 1379"/>
                <a:gd name="T28" fmla="*/ 4 w 256"/>
                <a:gd name="T29" fmla="*/ 400 h 1379"/>
                <a:gd name="T30" fmla="*/ 66 w 256"/>
                <a:gd name="T31" fmla="*/ 338 h 1379"/>
                <a:gd name="T32" fmla="*/ 70 w 256"/>
                <a:gd name="T33" fmla="*/ 334 h 1379"/>
                <a:gd name="T34" fmla="*/ 242 w 256"/>
                <a:gd name="T35" fmla="*/ 161 h 1379"/>
                <a:gd name="T36" fmla="*/ 242 w 256"/>
                <a:gd name="T37" fmla="*/ 31 h 1379"/>
                <a:gd name="T38" fmla="*/ 256 w 256"/>
                <a:gd name="T39" fmla="*/ 16 h 1379"/>
                <a:gd name="T40" fmla="*/ 240 w 256"/>
                <a:gd name="T41" fmla="*/ 0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379">
                  <a:moveTo>
                    <a:pt x="240" y="27"/>
                  </a:moveTo>
                  <a:cubicBezTo>
                    <a:pt x="234" y="27"/>
                    <a:pt x="229" y="22"/>
                    <a:pt x="229" y="16"/>
                  </a:cubicBezTo>
                  <a:cubicBezTo>
                    <a:pt x="229" y="10"/>
                    <a:pt x="234" y="4"/>
                    <a:pt x="240" y="4"/>
                  </a:cubicBezTo>
                  <a:cubicBezTo>
                    <a:pt x="247" y="4"/>
                    <a:pt x="252" y="10"/>
                    <a:pt x="252" y="16"/>
                  </a:cubicBezTo>
                  <a:cubicBezTo>
                    <a:pt x="252" y="22"/>
                    <a:pt x="247" y="27"/>
                    <a:pt x="240" y="27"/>
                  </a:cubicBezTo>
                  <a:moveTo>
                    <a:pt x="240" y="0"/>
                  </a:moveTo>
                  <a:cubicBezTo>
                    <a:pt x="232" y="0"/>
                    <a:pt x="225" y="7"/>
                    <a:pt x="225" y="16"/>
                  </a:cubicBezTo>
                  <a:cubicBezTo>
                    <a:pt x="225" y="24"/>
                    <a:pt x="231" y="30"/>
                    <a:pt x="238" y="31"/>
                  </a:cubicBezTo>
                  <a:cubicBezTo>
                    <a:pt x="238" y="159"/>
                    <a:pt x="238" y="159"/>
                    <a:pt x="238" y="159"/>
                  </a:cubicBezTo>
                  <a:cubicBezTo>
                    <a:pt x="70" y="328"/>
                    <a:pt x="70" y="328"/>
                    <a:pt x="70" y="328"/>
                  </a:cubicBezTo>
                  <a:cubicBezTo>
                    <a:pt x="66" y="332"/>
                    <a:pt x="66" y="332"/>
                    <a:pt x="66" y="332"/>
                  </a:cubicBezTo>
                  <a:cubicBezTo>
                    <a:pt x="0" y="398"/>
                    <a:pt x="0" y="398"/>
                    <a:pt x="0" y="398"/>
                  </a:cubicBezTo>
                  <a:cubicBezTo>
                    <a:pt x="0" y="1379"/>
                    <a:pt x="0" y="1379"/>
                    <a:pt x="0" y="1379"/>
                  </a:cubicBezTo>
                  <a:cubicBezTo>
                    <a:pt x="4" y="1379"/>
                    <a:pt x="4" y="1379"/>
                    <a:pt x="4" y="1379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66" y="338"/>
                    <a:pt x="66" y="338"/>
                    <a:pt x="66" y="338"/>
                  </a:cubicBezTo>
                  <a:cubicBezTo>
                    <a:pt x="70" y="334"/>
                    <a:pt x="70" y="334"/>
                    <a:pt x="70" y="334"/>
                  </a:cubicBezTo>
                  <a:cubicBezTo>
                    <a:pt x="242" y="161"/>
                    <a:pt x="242" y="161"/>
                    <a:pt x="242" y="161"/>
                  </a:cubicBezTo>
                  <a:cubicBezTo>
                    <a:pt x="242" y="31"/>
                    <a:pt x="242" y="31"/>
                    <a:pt x="242" y="31"/>
                  </a:cubicBezTo>
                  <a:cubicBezTo>
                    <a:pt x="250" y="30"/>
                    <a:pt x="256" y="24"/>
                    <a:pt x="256" y="16"/>
                  </a:cubicBezTo>
                  <a:cubicBezTo>
                    <a:pt x="256" y="7"/>
                    <a:pt x="249" y="0"/>
                    <a:pt x="2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0" name="Freeform 39"/>
            <p:cNvSpPr>
              <a:spLocks noEditPoints="1"/>
            </p:cNvSpPr>
            <p:nvPr/>
          </p:nvSpPr>
          <p:spPr bwMode="auto">
            <a:xfrm>
              <a:off x="9348788" y="2074862"/>
              <a:ext cx="434975" cy="4908551"/>
            </a:xfrm>
            <a:custGeom>
              <a:avLst/>
              <a:gdLst>
                <a:gd name="T0" fmla="*/ 100 w 116"/>
                <a:gd name="T1" fmla="*/ 27 h 1307"/>
                <a:gd name="T2" fmla="*/ 89 w 116"/>
                <a:gd name="T3" fmla="*/ 16 h 1307"/>
                <a:gd name="T4" fmla="*/ 100 w 116"/>
                <a:gd name="T5" fmla="*/ 4 h 1307"/>
                <a:gd name="T6" fmla="*/ 112 w 116"/>
                <a:gd name="T7" fmla="*/ 16 h 1307"/>
                <a:gd name="T8" fmla="*/ 100 w 116"/>
                <a:gd name="T9" fmla="*/ 27 h 1307"/>
                <a:gd name="T10" fmla="*/ 100 w 116"/>
                <a:gd name="T11" fmla="*/ 0 h 1307"/>
                <a:gd name="T12" fmla="*/ 85 w 116"/>
                <a:gd name="T13" fmla="*/ 16 h 1307"/>
                <a:gd name="T14" fmla="*/ 98 w 116"/>
                <a:gd name="T15" fmla="*/ 31 h 1307"/>
                <a:gd name="T16" fmla="*/ 98 w 116"/>
                <a:gd name="T17" fmla="*/ 494 h 1307"/>
                <a:gd name="T18" fmla="*/ 0 w 116"/>
                <a:gd name="T19" fmla="*/ 593 h 1307"/>
                <a:gd name="T20" fmla="*/ 0 w 116"/>
                <a:gd name="T21" fmla="*/ 1307 h 1307"/>
                <a:gd name="T22" fmla="*/ 4 w 116"/>
                <a:gd name="T23" fmla="*/ 1307 h 1307"/>
                <a:gd name="T24" fmla="*/ 4 w 116"/>
                <a:gd name="T25" fmla="*/ 594 h 1307"/>
                <a:gd name="T26" fmla="*/ 102 w 116"/>
                <a:gd name="T27" fmla="*/ 496 h 1307"/>
                <a:gd name="T28" fmla="*/ 102 w 116"/>
                <a:gd name="T29" fmla="*/ 31 h 1307"/>
                <a:gd name="T30" fmla="*/ 116 w 116"/>
                <a:gd name="T31" fmla="*/ 16 h 1307"/>
                <a:gd name="T32" fmla="*/ 100 w 116"/>
                <a:gd name="T33" fmla="*/ 0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1307">
                  <a:moveTo>
                    <a:pt x="100" y="27"/>
                  </a:moveTo>
                  <a:cubicBezTo>
                    <a:pt x="94" y="27"/>
                    <a:pt x="89" y="22"/>
                    <a:pt x="89" y="16"/>
                  </a:cubicBezTo>
                  <a:cubicBezTo>
                    <a:pt x="89" y="10"/>
                    <a:pt x="94" y="4"/>
                    <a:pt x="100" y="4"/>
                  </a:cubicBezTo>
                  <a:cubicBezTo>
                    <a:pt x="107" y="4"/>
                    <a:pt x="112" y="10"/>
                    <a:pt x="112" y="16"/>
                  </a:cubicBezTo>
                  <a:cubicBezTo>
                    <a:pt x="112" y="22"/>
                    <a:pt x="107" y="27"/>
                    <a:pt x="100" y="27"/>
                  </a:cubicBezTo>
                  <a:moveTo>
                    <a:pt x="100" y="0"/>
                  </a:moveTo>
                  <a:cubicBezTo>
                    <a:pt x="92" y="0"/>
                    <a:pt x="85" y="7"/>
                    <a:pt x="85" y="16"/>
                  </a:cubicBezTo>
                  <a:cubicBezTo>
                    <a:pt x="85" y="24"/>
                    <a:pt x="91" y="30"/>
                    <a:pt x="98" y="31"/>
                  </a:cubicBezTo>
                  <a:cubicBezTo>
                    <a:pt x="98" y="494"/>
                    <a:pt x="98" y="494"/>
                    <a:pt x="98" y="494"/>
                  </a:cubicBezTo>
                  <a:cubicBezTo>
                    <a:pt x="0" y="593"/>
                    <a:pt x="0" y="593"/>
                    <a:pt x="0" y="593"/>
                  </a:cubicBezTo>
                  <a:cubicBezTo>
                    <a:pt x="0" y="1307"/>
                    <a:pt x="0" y="1307"/>
                    <a:pt x="0" y="1307"/>
                  </a:cubicBezTo>
                  <a:cubicBezTo>
                    <a:pt x="4" y="1307"/>
                    <a:pt x="4" y="1307"/>
                    <a:pt x="4" y="1307"/>
                  </a:cubicBezTo>
                  <a:cubicBezTo>
                    <a:pt x="4" y="594"/>
                    <a:pt x="4" y="594"/>
                    <a:pt x="4" y="594"/>
                  </a:cubicBezTo>
                  <a:cubicBezTo>
                    <a:pt x="102" y="496"/>
                    <a:pt x="102" y="496"/>
                    <a:pt x="102" y="496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10" y="30"/>
                    <a:pt x="116" y="24"/>
                    <a:pt x="116" y="16"/>
                  </a:cubicBezTo>
                  <a:cubicBezTo>
                    <a:pt x="116" y="7"/>
                    <a:pt x="109" y="0"/>
                    <a:pt x="10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1" name="Freeform 40"/>
            <p:cNvSpPr>
              <a:spLocks noEditPoints="1"/>
            </p:cNvSpPr>
            <p:nvPr/>
          </p:nvSpPr>
          <p:spPr bwMode="auto">
            <a:xfrm>
              <a:off x="9866313" y="3074987"/>
              <a:ext cx="222250" cy="3908426"/>
            </a:xfrm>
            <a:custGeom>
              <a:avLst/>
              <a:gdLst>
                <a:gd name="T0" fmla="*/ 59 w 59"/>
                <a:gd name="T1" fmla="*/ 756 h 1041"/>
                <a:gd name="T2" fmla="*/ 55 w 59"/>
                <a:gd name="T3" fmla="*/ 760 h 1041"/>
                <a:gd name="T4" fmla="*/ 55 w 59"/>
                <a:gd name="T5" fmla="*/ 1041 h 1041"/>
                <a:gd name="T6" fmla="*/ 59 w 59"/>
                <a:gd name="T7" fmla="*/ 1041 h 1041"/>
                <a:gd name="T8" fmla="*/ 59 w 59"/>
                <a:gd name="T9" fmla="*/ 756 h 1041"/>
                <a:gd name="T10" fmla="*/ 15 w 59"/>
                <a:gd name="T11" fmla="*/ 27 h 1041"/>
                <a:gd name="T12" fmla="*/ 4 w 59"/>
                <a:gd name="T13" fmla="*/ 16 h 1041"/>
                <a:gd name="T14" fmla="*/ 15 w 59"/>
                <a:gd name="T15" fmla="*/ 4 h 1041"/>
                <a:gd name="T16" fmla="*/ 27 w 59"/>
                <a:gd name="T17" fmla="*/ 16 h 1041"/>
                <a:gd name="T18" fmla="*/ 15 w 59"/>
                <a:gd name="T19" fmla="*/ 27 h 1041"/>
                <a:gd name="T20" fmla="*/ 15 w 59"/>
                <a:gd name="T21" fmla="*/ 0 h 1041"/>
                <a:gd name="T22" fmla="*/ 0 w 59"/>
                <a:gd name="T23" fmla="*/ 16 h 1041"/>
                <a:gd name="T24" fmla="*/ 13 w 59"/>
                <a:gd name="T25" fmla="*/ 31 h 1041"/>
                <a:gd name="T26" fmla="*/ 13 w 59"/>
                <a:gd name="T27" fmla="*/ 628 h 1041"/>
                <a:gd name="T28" fmla="*/ 55 w 59"/>
                <a:gd name="T29" fmla="*/ 670 h 1041"/>
                <a:gd name="T30" fmla="*/ 55 w 59"/>
                <a:gd name="T31" fmla="*/ 754 h 1041"/>
                <a:gd name="T32" fmla="*/ 59 w 59"/>
                <a:gd name="T33" fmla="*/ 750 h 1041"/>
                <a:gd name="T34" fmla="*/ 59 w 59"/>
                <a:gd name="T35" fmla="*/ 668 h 1041"/>
                <a:gd name="T36" fmla="*/ 17 w 59"/>
                <a:gd name="T37" fmla="*/ 626 h 1041"/>
                <a:gd name="T38" fmla="*/ 17 w 59"/>
                <a:gd name="T39" fmla="*/ 31 h 1041"/>
                <a:gd name="T40" fmla="*/ 31 w 59"/>
                <a:gd name="T41" fmla="*/ 16 h 1041"/>
                <a:gd name="T42" fmla="*/ 15 w 59"/>
                <a:gd name="T43" fmla="*/ 0 h 1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9" h="1041">
                  <a:moveTo>
                    <a:pt x="59" y="756"/>
                  </a:moveTo>
                  <a:cubicBezTo>
                    <a:pt x="55" y="760"/>
                    <a:pt x="55" y="760"/>
                    <a:pt x="55" y="760"/>
                  </a:cubicBezTo>
                  <a:cubicBezTo>
                    <a:pt x="55" y="1041"/>
                    <a:pt x="55" y="1041"/>
                    <a:pt x="55" y="1041"/>
                  </a:cubicBezTo>
                  <a:cubicBezTo>
                    <a:pt x="59" y="1041"/>
                    <a:pt x="59" y="1041"/>
                    <a:pt x="59" y="1041"/>
                  </a:cubicBezTo>
                  <a:cubicBezTo>
                    <a:pt x="59" y="756"/>
                    <a:pt x="59" y="756"/>
                    <a:pt x="59" y="756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3" y="31"/>
                  </a:cubicBezTo>
                  <a:cubicBezTo>
                    <a:pt x="13" y="628"/>
                    <a:pt x="13" y="628"/>
                    <a:pt x="13" y="628"/>
                  </a:cubicBezTo>
                  <a:cubicBezTo>
                    <a:pt x="55" y="670"/>
                    <a:pt x="55" y="670"/>
                    <a:pt x="55" y="670"/>
                  </a:cubicBezTo>
                  <a:cubicBezTo>
                    <a:pt x="55" y="754"/>
                    <a:pt x="55" y="754"/>
                    <a:pt x="55" y="754"/>
                  </a:cubicBezTo>
                  <a:cubicBezTo>
                    <a:pt x="59" y="750"/>
                    <a:pt x="59" y="750"/>
                    <a:pt x="59" y="750"/>
                  </a:cubicBezTo>
                  <a:cubicBezTo>
                    <a:pt x="59" y="668"/>
                    <a:pt x="59" y="668"/>
                    <a:pt x="59" y="668"/>
                  </a:cubicBezTo>
                  <a:cubicBezTo>
                    <a:pt x="17" y="626"/>
                    <a:pt x="17" y="626"/>
                    <a:pt x="17" y="626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2" name="Freeform 41"/>
            <p:cNvSpPr>
              <a:spLocks noEditPoints="1"/>
            </p:cNvSpPr>
            <p:nvPr/>
          </p:nvSpPr>
          <p:spPr bwMode="auto">
            <a:xfrm>
              <a:off x="10129838" y="2593975"/>
              <a:ext cx="479425" cy="4389438"/>
            </a:xfrm>
            <a:custGeom>
              <a:avLst/>
              <a:gdLst>
                <a:gd name="T0" fmla="*/ 80 w 128"/>
                <a:gd name="T1" fmla="*/ 532 h 1169"/>
                <a:gd name="T2" fmla="*/ 80 w 128"/>
                <a:gd name="T3" fmla="*/ 537 h 1169"/>
                <a:gd name="T4" fmla="*/ 124 w 128"/>
                <a:gd name="T5" fmla="*/ 582 h 1169"/>
                <a:gd name="T6" fmla="*/ 124 w 128"/>
                <a:gd name="T7" fmla="*/ 1169 h 1169"/>
                <a:gd name="T8" fmla="*/ 128 w 128"/>
                <a:gd name="T9" fmla="*/ 1169 h 1169"/>
                <a:gd name="T10" fmla="*/ 128 w 128"/>
                <a:gd name="T11" fmla="*/ 580 h 1169"/>
                <a:gd name="T12" fmla="*/ 80 w 128"/>
                <a:gd name="T13" fmla="*/ 532 h 1169"/>
                <a:gd name="T14" fmla="*/ 15 w 128"/>
                <a:gd name="T15" fmla="*/ 27 h 1169"/>
                <a:gd name="T16" fmla="*/ 4 w 128"/>
                <a:gd name="T17" fmla="*/ 16 h 1169"/>
                <a:gd name="T18" fmla="*/ 15 w 128"/>
                <a:gd name="T19" fmla="*/ 4 h 1169"/>
                <a:gd name="T20" fmla="*/ 27 w 128"/>
                <a:gd name="T21" fmla="*/ 16 h 1169"/>
                <a:gd name="T22" fmla="*/ 15 w 128"/>
                <a:gd name="T23" fmla="*/ 27 h 1169"/>
                <a:gd name="T24" fmla="*/ 15 w 128"/>
                <a:gd name="T25" fmla="*/ 0 h 1169"/>
                <a:gd name="T26" fmla="*/ 0 w 128"/>
                <a:gd name="T27" fmla="*/ 16 h 1169"/>
                <a:gd name="T28" fmla="*/ 13 w 128"/>
                <a:gd name="T29" fmla="*/ 31 h 1169"/>
                <a:gd name="T30" fmla="*/ 13 w 128"/>
                <a:gd name="T31" fmla="*/ 471 h 1169"/>
                <a:gd name="T32" fmla="*/ 76 w 128"/>
                <a:gd name="T33" fmla="*/ 533 h 1169"/>
                <a:gd name="T34" fmla="*/ 76 w 128"/>
                <a:gd name="T35" fmla="*/ 528 h 1169"/>
                <a:gd name="T36" fmla="*/ 17 w 128"/>
                <a:gd name="T37" fmla="*/ 469 h 1169"/>
                <a:gd name="T38" fmla="*/ 17 w 128"/>
                <a:gd name="T39" fmla="*/ 31 h 1169"/>
                <a:gd name="T40" fmla="*/ 31 w 128"/>
                <a:gd name="T41" fmla="*/ 16 h 1169"/>
                <a:gd name="T42" fmla="*/ 15 w 128"/>
                <a:gd name="T43" fmla="*/ 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169">
                  <a:moveTo>
                    <a:pt x="80" y="532"/>
                  </a:moveTo>
                  <a:cubicBezTo>
                    <a:pt x="80" y="537"/>
                    <a:pt x="80" y="537"/>
                    <a:pt x="80" y="537"/>
                  </a:cubicBezTo>
                  <a:cubicBezTo>
                    <a:pt x="124" y="582"/>
                    <a:pt x="124" y="582"/>
                    <a:pt x="124" y="582"/>
                  </a:cubicBezTo>
                  <a:cubicBezTo>
                    <a:pt x="124" y="1169"/>
                    <a:pt x="124" y="1169"/>
                    <a:pt x="124" y="1169"/>
                  </a:cubicBezTo>
                  <a:cubicBezTo>
                    <a:pt x="128" y="1169"/>
                    <a:pt x="128" y="1169"/>
                    <a:pt x="128" y="1169"/>
                  </a:cubicBezTo>
                  <a:cubicBezTo>
                    <a:pt x="128" y="580"/>
                    <a:pt x="128" y="580"/>
                    <a:pt x="128" y="580"/>
                  </a:cubicBezTo>
                  <a:cubicBezTo>
                    <a:pt x="80" y="532"/>
                    <a:pt x="80" y="532"/>
                    <a:pt x="80" y="532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471"/>
                    <a:pt x="13" y="471"/>
                    <a:pt x="13" y="471"/>
                  </a:cubicBezTo>
                  <a:cubicBezTo>
                    <a:pt x="76" y="533"/>
                    <a:pt x="76" y="533"/>
                    <a:pt x="76" y="533"/>
                  </a:cubicBezTo>
                  <a:cubicBezTo>
                    <a:pt x="76" y="528"/>
                    <a:pt x="76" y="528"/>
                    <a:pt x="76" y="528"/>
                  </a:cubicBezTo>
                  <a:cubicBezTo>
                    <a:pt x="17" y="469"/>
                    <a:pt x="17" y="469"/>
                    <a:pt x="17" y="469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3" name="Freeform 42"/>
            <p:cNvSpPr>
              <a:spLocks noEditPoints="1"/>
            </p:cNvSpPr>
            <p:nvPr/>
          </p:nvSpPr>
          <p:spPr bwMode="auto">
            <a:xfrm>
              <a:off x="10361613" y="2459037"/>
              <a:ext cx="117475" cy="4524376"/>
            </a:xfrm>
            <a:custGeom>
              <a:avLst/>
              <a:gdLst>
                <a:gd name="T0" fmla="*/ 16 w 31"/>
                <a:gd name="T1" fmla="*/ 27 h 1205"/>
                <a:gd name="T2" fmla="*/ 4 w 31"/>
                <a:gd name="T3" fmla="*/ 16 h 1205"/>
                <a:gd name="T4" fmla="*/ 16 w 31"/>
                <a:gd name="T5" fmla="*/ 4 h 1205"/>
                <a:gd name="T6" fmla="*/ 27 w 31"/>
                <a:gd name="T7" fmla="*/ 16 h 1205"/>
                <a:gd name="T8" fmla="*/ 16 w 31"/>
                <a:gd name="T9" fmla="*/ 27 h 1205"/>
                <a:gd name="T10" fmla="*/ 16 w 31"/>
                <a:gd name="T11" fmla="*/ 0 h 1205"/>
                <a:gd name="T12" fmla="*/ 0 w 31"/>
                <a:gd name="T13" fmla="*/ 16 h 1205"/>
                <a:gd name="T14" fmla="*/ 14 w 31"/>
                <a:gd name="T15" fmla="*/ 31 h 1205"/>
                <a:gd name="T16" fmla="*/ 14 w 31"/>
                <a:gd name="T17" fmla="*/ 564 h 1205"/>
                <a:gd name="T18" fmla="*/ 14 w 31"/>
                <a:gd name="T19" fmla="*/ 569 h 1205"/>
                <a:gd name="T20" fmla="*/ 14 w 31"/>
                <a:gd name="T21" fmla="*/ 1205 h 1205"/>
                <a:gd name="T22" fmla="*/ 18 w 31"/>
                <a:gd name="T23" fmla="*/ 1205 h 1205"/>
                <a:gd name="T24" fmla="*/ 18 w 31"/>
                <a:gd name="T25" fmla="*/ 573 h 1205"/>
                <a:gd name="T26" fmla="*/ 18 w 31"/>
                <a:gd name="T27" fmla="*/ 568 h 1205"/>
                <a:gd name="T28" fmla="*/ 18 w 31"/>
                <a:gd name="T29" fmla="*/ 31 h 1205"/>
                <a:gd name="T30" fmla="*/ 31 w 31"/>
                <a:gd name="T31" fmla="*/ 16 h 1205"/>
                <a:gd name="T32" fmla="*/ 16 w 31"/>
                <a:gd name="T33" fmla="*/ 0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1205">
                  <a:moveTo>
                    <a:pt x="16" y="27"/>
                  </a:moveTo>
                  <a:cubicBezTo>
                    <a:pt x="10" y="27"/>
                    <a:pt x="4" y="22"/>
                    <a:pt x="4" y="16"/>
                  </a:cubicBezTo>
                  <a:cubicBezTo>
                    <a:pt x="4" y="9"/>
                    <a:pt x="10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4" y="31"/>
                  </a:cubicBezTo>
                  <a:cubicBezTo>
                    <a:pt x="14" y="564"/>
                    <a:pt x="14" y="564"/>
                    <a:pt x="14" y="564"/>
                  </a:cubicBezTo>
                  <a:cubicBezTo>
                    <a:pt x="14" y="569"/>
                    <a:pt x="14" y="569"/>
                    <a:pt x="14" y="569"/>
                  </a:cubicBezTo>
                  <a:cubicBezTo>
                    <a:pt x="14" y="1205"/>
                    <a:pt x="14" y="1205"/>
                    <a:pt x="14" y="1205"/>
                  </a:cubicBezTo>
                  <a:cubicBezTo>
                    <a:pt x="18" y="1205"/>
                    <a:pt x="18" y="1205"/>
                    <a:pt x="18" y="1205"/>
                  </a:cubicBezTo>
                  <a:cubicBezTo>
                    <a:pt x="18" y="573"/>
                    <a:pt x="18" y="573"/>
                    <a:pt x="18" y="573"/>
                  </a:cubicBezTo>
                  <a:cubicBezTo>
                    <a:pt x="18" y="568"/>
                    <a:pt x="18" y="568"/>
                    <a:pt x="18" y="568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6" y="30"/>
                    <a:pt x="31" y="23"/>
                    <a:pt x="31" y="16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4" name="Freeform 43"/>
            <p:cNvSpPr>
              <a:spLocks noEditPoints="1"/>
            </p:cNvSpPr>
            <p:nvPr/>
          </p:nvSpPr>
          <p:spPr bwMode="auto">
            <a:xfrm>
              <a:off x="10771188" y="3494088"/>
              <a:ext cx="338138" cy="3489325"/>
            </a:xfrm>
            <a:custGeom>
              <a:avLst/>
              <a:gdLst>
                <a:gd name="T0" fmla="*/ 74 w 90"/>
                <a:gd name="T1" fmla="*/ 27 h 929"/>
                <a:gd name="T2" fmla="*/ 63 w 90"/>
                <a:gd name="T3" fmla="*/ 16 h 929"/>
                <a:gd name="T4" fmla="*/ 74 w 90"/>
                <a:gd name="T5" fmla="*/ 4 h 929"/>
                <a:gd name="T6" fmla="*/ 86 w 90"/>
                <a:gd name="T7" fmla="*/ 16 h 929"/>
                <a:gd name="T8" fmla="*/ 74 w 90"/>
                <a:gd name="T9" fmla="*/ 27 h 929"/>
                <a:gd name="T10" fmla="*/ 74 w 90"/>
                <a:gd name="T11" fmla="*/ 0 h 929"/>
                <a:gd name="T12" fmla="*/ 59 w 90"/>
                <a:gd name="T13" fmla="*/ 16 h 929"/>
                <a:gd name="T14" fmla="*/ 72 w 90"/>
                <a:gd name="T15" fmla="*/ 31 h 929"/>
                <a:gd name="T16" fmla="*/ 72 w 90"/>
                <a:gd name="T17" fmla="*/ 197 h 929"/>
                <a:gd name="T18" fmla="*/ 0 w 90"/>
                <a:gd name="T19" fmla="*/ 269 h 929"/>
                <a:gd name="T20" fmla="*/ 0 w 90"/>
                <a:gd name="T21" fmla="*/ 929 h 929"/>
                <a:gd name="T22" fmla="*/ 4 w 90"/>
                <a:gd name="T23" fmla="*/ 929 h 929"/>
                <a:gd name="T24" fmla="*/ 4 w 90"/>
                <a:gd name="T25" fmla="*/ 270 h 929"/>
                <a:gd name="T26" fmla="*/ 76 w 90"/>
                <a:gd name="T27" fmla="*/ 198 h 929"/>
                <a:gd name="T28" fmla="*/ 76 w 90"/>
                <a:gd name="T29" fmla="*/ 31 h 929"/>
                <a:gd name="T30" fmla="*/ 90 w 90"/>
                <a:gd name="T31" fmla="*/ 16 h 929"/>
                <a:gd name="T32" fmla="*/ 74 w 90"/>
                <a:gd name="T33" fmla="*/ 0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0" h="929">
                  <a:moveTo>
                    <a:pt x="74" y="27"/>
                  </a:moveTo>
                  <a:cubicBezTo>
                    <a:pt x="68" y="27"/>
                    <a:pt x="63" y="22"/>
                    <a:pt x="63" y="16"/>
                  </a:cubicBezTo>
                  <a:cubicBezTo>
                    <a:pt x="63" y="10"/>
                    <a:pt x="68" y="4"/>
                    <a:pt x="74" y="4"/>
                  </a:cubicBezTo>
                  <a:cubicBezTo>
                    <a:pt x="81" y="4"/>
                    <a:pt x="86" y="10"/>
                    <a:pt x="86" y="16"/>
                  </a:cubicBezTo>
                  <a:cubicBezTo>
                    <a:pt x="86" y="22"/>
                    <a:pt x="81" y="27"/>
                    <a:pt x="74" y="27"/>
                  </a:cubicBezTo>
                  <a:moveTo>
                    <a:pt x="74" y="0"/>
                  </a:moveTo>
                  <a:cubicBezTo>
                    <a:pt x="66" y="0"/>
                    <a:pt x="59" y="7"/>
                    <a:pt x="59" y="16"/>
                  </a:cubicBezTo>
                  <a:cubicBezTo>
                    <a:pt x="59" y="24"/>
                    <a:pt x="65" y="30"/>
                    <a:pt x="72" y="31"/>
                  </a:cubicBezTo>
                  <a:cubicBezTo>
                    <a:pt x="72" y="197"/>
                    <a:pt x="72" y="197"/>
                    <a:pt x="72" y="197"/>
                  </a:cubicBezTo>
                  <a:cubicBezTo>
                    <a:pt x="0" y="269"/>
                    <a:pt x="0" y="269"/>
                    <a:pt x="0" y="269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4" y="929"/>
                    <a:pt x="4" y="929"/>
                    <a:pt x="4" y="929"/>
                  </a:cubicBezTo>
                  <a:cubicBezTo>
                    <a:pt x="4" y="270"/>
                    <a:pt x="4" y="270"/>
                    <a:pt x="4" y="270"/>
                  </a:cubicBezTo>
                  <a:cubicBezTo>
                    <a:pt x="76" y="198"/>
                    <a:pt x="76" y="198"/>
                    <a:pt x="76" y="198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84" y="30"/>
                    <a:pt x="90" y="24"/>
                    <a:pt x="90" y="16"/>
                  </a:cubicBezTo>
                  <a:cubicBezTo>
                    <a:pt x="90" y="7"/>
                    <a:pt x="83" y="0"/>
                    <a:pt x="7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5" name="Freeform 44"/>
            <p:cNvSpPr>
              <a:spLocks noEditPoints="1"/>
            </p:cNvSpPr>
            <p:nvPr/>
          </p:nvSpPr>
          <p:spPr bwMode="auto">
            <a:xfrm>
              <a:off x="10906126" y="2792412"/>
              <a:ext cx="395288" cy="4191001"/>
            </a:xfrm>
            <a:custGeom>
              <a:avLst/>
              <a:gdLst>
                <a:gd name="T0" fmla="*/ 90 w 105"/>
                <a:gd name="T1" fmla="*/ 27 h 1116"/>
                <a:gd name="T2" fmla="*/ 78 w 105"/>
                <a:gd name="T3" fmla="*/ 16 h 1116"/>
                <a:gd name="T4" fmla="*/ 90 w 105"/>
                <a:gd name="T5" fmla="*/ 4 h 1116"/>
                <a:gd name="T6" fmla="*/ 101 w 105"/>
                <a:gd name="T7" fmla="*/ 16 h 1116"/>
                <a:gd name="T8" fmla="*/ 90 w 105"/>
                <a:gd name="T9" fmla="*/ 27 h 1116"/>
                <a:gd name="T10" fmla="*/ 90 w 105"/>
                <a:gd name="T11" fmla="*/ 0 h 1116"/>
                <a:gd name="T12" fmla="*/ 74 w 105"/>
                <a:gd name="T13" fmla="*/ 16 h 1116"/>
                <a:gd name="T14" fmla="*/ 88 w 105"/>
                <a:gd name="T15" fmla="*/ 31 h 1116"/>
                <a:gd name="T16" fmla="*/ 88 w 105"/>
                <a:gd name="T17" fmla="*/ 771 h 1116"/>
                <a:gd name="T18" fmla="*/ 0 w 105"/>
                <a:gd name="T19" fmla="*/ 858 h 1116"/>
                <a:gd name="T20" fmla="*/ 0 w 105"/>
                <a:gd name="T21" fmla="*/ 1116 h 1116"/>
                <a:gd name="T22" fmla="*/ 4 w 105"/>
                <a:gd name="T23" fmla="*/ 1116 h 1116"/>
                <a:gd name="T24" fmla="*/ 4 w 105"/>
                <a:gd name="T25" fmla="*/ 859 h 1116"/>
                <a:gd name="T26" fmla="*/ 92 w 105"/>
                <a:gd name="T27" fmla="*/ 772 h 1116"/>
                <a:gd name="T28" fmla="*/ 92 w 105"/>
                <a:gd name="T29" fmla="*/ 31 h 1116"/>
                <a:gd name="T30" fmla="*/ 105 w 105"/>
                <a:gd name="T31" fmla="*/ 16 h 1116"/>
                <a:gd name="T32" fmla="*/ 90 w 105"/>
                <a:gd name="T33" fmla="*/ 0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5" h="1116">
                  <a:moveTo>
                    <a:pt x="90" y="27"/>
                  </a:moveTo>
                  <a:cubicBezTo>
                    <a:pt x="83" y="27"/>
                    <a:pt x="78" y="22"/>
                    <a:pt x="78" y="16"/>
                  </a:cubicBezTo>
                  <a:cubicBezTo>
                    <a:pt x="78" y="9"/>
                    <a:pt x="83" y="4"/>
                    <a:pt x="90" y="4"/>
                  </a:cubicBezTo>
                  <a:cubicBezTo>
                    <a:pt x="96" y="4"/>
                    <a:pt x="101" y="9"/>
                    <a:pt x="101" y="16"/>
                  </a:cubicBezTo>
                  <a:cubicBezTo>
                    <a:pt x="101" y="22"/>
                    <a:pt x="96" y="27"/>
                    <a:pt x="90" y="27"/>
                  </a:cubicBezTo>
                  <a:moveTo>
                    <a:pt x="90" y="0"/>
                  </a:moveTo>
                  <a:cubicBezTo>
                    <a:pt x="81" y="0"/>
                    <a:pt x="74" y="7"/>
                    <a:pt x="74" y="16"/>
                  </a:cubicBezTo>
                  <a:cubicBezTo>
                    <a:pt x="74" y="24"/>
                    <a:pt x="80" y="30"/>
                    <a:pt x="88" y="31"/>
                  </a:cubicBezTo>
                  <a:cubicBezTo>
                    <a:pt x="88" y="771"/>
                    <a:pt x="88" y="771"/>
                    <a:pt x="88" y="771"/>
                  </a:cubicBezTo>
                  <a:cubicBezTo>
                    <a:pt x="0" y="858"/>
                    <a:pt x="0" y="858"/>
                    <a:pt x="0" y="858"/>
                  </a:cubicBezTo>
                  <a:cubicBezTo>
                    <a:pt x="0" y="1116"/>
                    <a:pt x="0" y="1116"/>
                    <a:pt x="0" y="1116"/>
                  </a:cubicBezTo>
                  <a:cubicBezTo>
                    <a:pt x="4" y="1116"/>
                    <a:pt x="4" y="1116"/>
                    <a:pt x="4" y="1116"/>
                  </a:cubicBezTo>
                  <a:cubicBezTo>
                    <a:pt x="4" y="859"/>
                    <a:pt x="4" y="859"/>
                    <a:pt x="4" y="859"/>
                  </a:cubicBezTo>
                  <a:cubicBezTo>
                    <a:pt x="92" y="772"/>
                    <a:pt x="92" y="772"/>
                    <a:pt x="92" y="772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9" y="30"/>
                    <a:pt x="105" y="24"/>
                    <a:pt x="105" y="16"/>
                  </a:cubicBezTo>
                  <a:cubicBezTo>
                    <a:pt x="105" y="7"/>
                    <a:pt x="98" y="0"/>
                    <a:pt x="9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6" name="Freeform 45"/>
            <p:cNvSpPr>
              <a:spLocks noEditPoints="1"/>
            </p:cNvSpPr>
            <p:nvPr/>
          </p:nvSpPr>
          <p:spPr bwMode="auto">
            <a:xfrm>
              <a:off x="11337926" y="3194050"/>
              <a:ext cx="442913" cy="3789363"/>
            </a:xfrm>
            <a:custGeom>
              <a:avLst/>
              <a:gdLst>
                <a:gd name="T0" fmla="*/ 84 w 118"/>
                <a:gd name="T1" fmla="*/ 566 h 1009"/>
                <a:gd name="T2" fmla="*/ 84 w 118"/>
                <a:gd name="T3" fmla="*/ 572 h 1009"/>
                <a:gd name="T4" fmla="*/ 114 w 118"/>
                <a:gd name="T5" fmla="*/ 602 h 1009"/>
                <a:gd name="T6" fmla="*/ 114 w 118"/>
                <a:gd name="T7" fmla="*/ 1009 h 1009"/>
                <a:gd name="T8" fmla="*/ 118 w 118"/>
                <a:gd name="T9" fmla="*/ 1009 h 1009"/>
                <a:gd name="T10" fmla="*/ 118 w 118"/>
                <a:gd name="T11" fmla="*/ 600 h 1009"/>
                <a:gd name="T12" fmla="*/ 84 w 118"/>
                <a:gd name="T13" fmla="*/ 566 h 1009"/>
                <a:gd name="T14" fmla="*/ 16 w 118"/>
                <a:gd name="T15" fmla="*/ 27 h 1009"/>
                <a:gd name="T16" fmla="*/ 4 w 118"/>
                <a:gd name="T17" fmla="*/ 16 h 1009"/>
                <a:gd name="T18" fmla="*/ 16 w 118"/>
                <a:gd name="T19" fmla="*/ 4 h 1009"/>
                <a:gd name="T20" fmla="*/ 27 w 118"/>
                <a:gd name="T21" fmla="*/ 16 h 1009"/>
                <a:gd name="T22" fmla="*/ 16 w 118"/>
                <a:gd name="T23" fmla="*/ 27 h 1009"/>
                <a:gd name="T24" fmla="*/ 16 w 118"/>
                <a:gd name="T25" fmla="*/ 0 h 1009"/>
                <a:gd name="T26" fmla="*/ 0 w 118"/>
                <a:gd name="T27" fmla="*/ 16 h 1009"/>
                <a:gd name="T28" fmla="*/ 14 w 118"/>
                <a:gd name="T29" fmla="*/ 31 h 1009"/>
                <a:gd name="T30" fmla="*/ 14 w 118"/>
                <a:gd name="T31" fmla="*/ 502 h 1009"/>
                <a:gd name="T32" fmla="*/ 80 w 118"/>
                <a:gd name="T33" fmla="*/ 568 h 1009"/>
                <a:gd name="T34" fmla="*/ 80 w 118"/>
                <a:gd name="T35" fmla="*/ 562 h 1009"/>
                <a:gd name="T36" fmla="*/ 18 w 118"/>
                <a:gd name="T37" fmla="*/ 500 h 1009"/>
                <a:gd name="T38" fmla="*/ 18 w 118"/>
                <a:gd name="T39" fmla="*/ 31 h 1009"/>
                <a:gd name="T40" fmla="*/ 31 w 118"/>
                <a:gd name="T41" fmla="*/ 16 h 1009"/>
                <a:gd name="T42" fmla="*/ 16 w 118"/>
                <a:gd name="T43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8" h="1009">
                  <a:moveTo>
                    <a:pt x="84" y="566"/>
                  </a:moveTo>
                  <a:cubicBezTo>
                    <a:pt x="84" y="572"/>
                    <a:pt x="84" y="572"/>
                    <a:pt x="84" y="572"/>
                  </a:cubicBezTo>
                  <a:cubicBezTo>
                    <a:pt x="114" y="602"/>
                    <a:pt x="114" y="602"/>
                    <a:pt x="114" y="602"/>
                  </a:cubicBezTo>
                  <a:cubicBezTo>
                    <a:pt x="114" y="1009"/>
                    <a:pt x="114" y="1009"/>
                    <a:pt x="114" y="1009"/>
                  </a:cubicBezTo>
                  <a:cubicBezTo>
                    <a:pt x="118" y="1009"/>
                    <a:pt x="118" y="1009"/>
                    <a:pt x="118" y="1009"/>
                  </a:cubicBezTo>
                  <a:cubicBezTo>
                    <a:pt x="118" y="600"/>
                    <a:pt x="118" y="600"/>
                    <a:pt x="118" y="600"/>
                  </a:cubicBezTo>
                  <a:cubicBezTo>
                    <a:pt x="84" y="566"/>
                    <a:pt x="84" y="566"/>
                    <a:pt x="84" y="566"/>
                  </a:cubicBezTo>
                  <a:moveTo>
                    <a:pt x="16" y="27"/>
                  </a:moveTo>
                  <a:cubicBezTo>
                    <a:pt x="10" y="27"/>
                    <a:pt x="4" y="22"/>
                    <a:pt x="4" y="16"/>
                  </a:cubicBezTo>
                  <a:cubicBezTo>
                    <a:pt x="4" y="9"/>
                    <a:pt x="10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4" y="31"/>
                  </a:cubicBezTo>
                  <a:cubicBezTo>
                    <a:pt x="14" y="502"/>
                    <a:pt x="14" y="502"/>
                    <a:pt x="14" y="502"/>
                  </a:cubicBezTo>
                  <a:cubicBezTo>
                    <a:pt x="80" y="568"/>
                    <a:pt x="80" y="568"/>
                    <a:pt x="80" y="568"/>
                  </a:cubicBezTo>
                  <a:cubicBezTo>
                    <a:pt x="80" y="562"/>
                    <a:pt x="80" y="562"/>
                    <a:pt x="80" y="562"/>
                  </a:cubicBezTo>
                  <a:cubicBezTo>
                    <a:pt x="18" y="500"/>
                    <a:pt x="18" y="500"/>
                    <a:pt x="18" y="500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6" y="30"/>
                    <a:pt x="31" y="23"/>
                    <a:pt x="31" y="16"/>
                  </a:cubicBezTo>
                  <a:cubicBezTo>
                    <a:pt x="31" y="7"/>
                    <a:pt x="25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7" name="Freeform 46"/>
            <p:cNvSpPr>
              <a:spLocks noEditPoints="1"/>
            </p:cNvSpPr>
            <p:nvPr/>
          </p:nvSpPr>
          <p:spPr bwMode="auto">
            <a:xfrm>
              <a:off x="11442701" y="4340225"/>
              <a:ext cx="260350" cy="2643188"/>
            </a:xfrm>
            <a:custGeom>
              <a:avLst/>
              <a:gdLst>
                <a:gd name="T0" fmla="*/ 54 w 69"/>
                <a:gd name="T1" fmla="*/ 27 h 704"/>
                <a:gd name="T2" fmla="*/ 42 w 69"/>
                <a:gd name="T3" fmla="*/ 16 h 704"/>
                <a:gd name="T4" fmla="*/ 54 w 69"/>
                <a:gd name="T5" fmla="*/ 4 h 704"/>
                <a:gd name="T6" fmla="*/ 65 w 69"/>
                <a:gd name="T7" fmla="*/ 16 h 704"/>
                <a:gd name="T8" fmla="*/ 54 w 69"/>
                <a:gd name="T9" fmla="*/ 27 h 704"/>
                <a:gd name="T10" fmla="*/ 54 w 69"/>
                <a:gd name="T11" fmla="*/ 0 h 704"/>
                <a:gd name="T12" fmla="*/ 38 w 69"/>
                <a:gd name="T13" fmla="*/ 16 h 704"/>
                <a:gd name="T14" fmla="*/ 52 w 69"/>
                <a:gd name="T15" fmla="*/ 31 h 704"/>
                <a:gd name="T16" fmla="*/ 52 w 69"/>
                <a:gd name="T17" fmla="*/ 257 h 704"/>
                <a:gd name="T18" fmla="*/ 52 w 69"/>
                <a:gd name="T19" fmla="*/ 263 h 704"/>
                <a:gd name="T20" fmla="*/ 52 w 69"/>
                <a:gd name="T21" fmla="*/ 418 h 704"/>
                <a:gd name="T22" fmla="*/ 0 w 69"/>
                <a:gd name="T23" fmla="*/ 470 h 704"/>
                <a:gd name="T24" fmla="*/ 0 w 69"/>
                <a:gd name="T25" fmla="*/ 704 h 704"/>
                <a:gd name="T26" fmla="*/ 4 w 69"/>
                <a:gd name="T27" fmla="*/ 704 h 704"/>
                <a:gd name="T28" fmla="*/ 4 w 69"/>
                <a:gd name="T29" fmla="*/ 471 h 704"/>
                <a:gd name="T30" fmla="*/ 56 w 69"/>
                <a:gd name="T31" fmla="*/ 419 h 704"/>
                <a:gd name="T32" fmla="*/ 56 w 69"/>
                <a:gd name="T33" fmla="*/ 267 h 704"/>
                <a:gd name="T34" fmla="*/ 56 w 69"/>
                <a:gd name="T35" fmla="*/ 261 h 704"/>
                <a:gd name="T36" fmla="*/ 56 w 69"/>
                <a:gd name="T37" fmla="*/ 31 h 704"/>
                <a:gd name="T38" fmla="*/ 69 w 69"/>
                <a:gd name="T39" fmla="*/ 16 h 704"/>
                <a:gd name="T40" fmla="*/ 54 w 69"/>
                <a:gd name="T41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9" h="704">
                  <a:moveTo>
                    <a:pt x="54" y="27"/>
                  </a:moveTo>
                  <a:cubicBezTo>
                    <a:pt x="47" y="27"/>
                    <a:pt x="42" y="22"/>
                    <a:pt x="42" y="16"/>
                  </a:cubicBezTo>
                  <a:cubicBezTo>
                    <a:pt x="42" y="9"/>
                    <a:pt x="47" y="4"/>
                    <a:pt x="54" y="4"/>
                  </a:cubicBezTo>
                  <a:cubicBezTo>
                    <a:pt x="60" y="4"/>
                    <a:pt x="65" y="9"/>
                    <a:pt x="65" y="16"/>
                  </a:cubicBezTo>
                  <a:cubicBezTo>
                    <a:pt x="65" y="22"/>
                    <a:pt x="60" y="27"/>
                    <a:pt x="54" y="27"/>
                  </a:cubicBezTo>
                  <a:moveTo>
                    <a:pt x="54" y="0"/>
                  </a:moveTo>
                  <a:cubicBezTo>
                    <a:pt x="45" y="0"/>
                    <a:pt x="38" y="7"/>
                    <a:pt x="38" y="16"/>
                  </a:cubicBezTo>
                  <a:cubicBezTo>
                    <a:pt x="38" y="24"/>
                    <a:pt x="44" y="30"/>
                    <a:pt x="52" y="31"/>
                  </a:cubicBezTo>
                  <a:cubicBezTo>
                    <a:pt x="52" y="257"/>
                    <a:pt x="52" y="257"/>
                    <a:pt x="52" y="257"/>
                  </a:cubicBezTo>
                  <a:cubicBezTo>
                    <a:pt x="52" y="263"/>
                    <a:pt x="52" y="263"/>
                    <a:pt x="52" y="263"/>
                  </a:cubicBezTo>
                  <a:cubicBezTo>
                    <a:pt x="52" y="418"/>
                    <a:pt x="52" y="418"/>
                    <a:pt x="52" y="418"/>
                  </a:cubicBezTo>
                  <a:cubicBezTo>
                    <a:pt x="0" y="470"/>
                    <a:pt x="0" y="470"/>
                    <a:pt x="0" y="470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4" y="704"/>
                    <a:pt x="4" y="704"/>
                    <a:pt x="4" y="704"/>
                  </a:cubicBezTo>
                  <a:cubicBezTo>
                    <a:pt x="4" y="471"/>
                    <a:pt x="4" y="471"/>
                    <a:pt x="4" y="471"/>
                  </a:cubicBezTo>
                  <a:cubicBezTo>
                    <a:pt x="56" y="419"/>
                    <a:pt x="56" y="419"/>
                    <a:pt x="56" y="419"/>
                  </a:cubicBezTo>
                  <a:cubicBezTo>
                    <a:pt x="56" y="267"/>
                    <a:pt x="56" y="267"/>
                    <a:pt x="56" y="267"/>
                  </a:cubicBezTo>
                  <a:cubicBezTo>
                    <a:pt x="56" y="261"/>
                    <a:pt x="56" y="261"/>
                    <a:pt x="56" y="26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63" y="30"/>
                    <a:pt x="69" y="24"/>
                    <a:pt x="69" y="16"/>
                  </a:cubicBezTo>
                  <a:cubicBezTo>
                    <a:pt x="69" y="7"/>
                    <a:pt x="62" y="0"/>
                    <a:pt x="5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8" name="Freeform 47"/>
            <p:cNvSpPr>
              <a:spLocks noEditPoints="1"/>
            </p:cNvSpPr>
            <p:nvPr/>
          </p:nvSpPr>
          <p:spPr bwMode="auto">
            <a:xfrm>
              <a:off x="9652001" y="5033963"/>
              <a:ext cx="593725" cy="1949450"/>
            </a:xfrm>
            <a:custGeom>
              <a:avLst/>
              <a:gdLst>
                <a:gd name="T0" fmla="*/ 142 w 158"/>
                <a:gd name="T1" fmla="*/ 27 h 519"/>
                <a:gd name="T2" fmla="*/ 131 w 158"/>
                <a:gd name="T3" fmla="*/ 16 h 519"/>
                <a:gd name="T4" fmla="*/ 142 w 158"/>
                <a:gd name="T5" fmla="*/ 4 h 519"/>
                <a:gd name="T6" fmla="*/ 154 w 158"/>
                <a:gd name="T7" fmla="*/ 16 h 519"/>
                <a:gd name="T8" fmla="*/ 142 w 158"/>
                <a:gd name="T9" fmla="*/ 27 h 519"/>
                <a:gd name="T10" fmla="*/ 142 w 158"/>
                <a:gd name="T11" fmla="*/ 0 h 519"/>
                <a:gd name="T12" fmla="*/ 127 w 158"/>
                <a:gd name="T13" fmla="*/ 16 h 519"/>
                <a:gd name="T14" fmla="*/ 140 w 158"/>
                <a:gd name="T15" fmla="*/ 31 h 519"/>
                <a:gd name="T16" fmla="*/ 140 w 158"/>
                <a:gd name="T17" fmla="*/ 204 h 519"/>
                <a:gd name="T18" fmla="*/ 116 w 158"/>
                <a:gd name="T19" fmla="*/ 228 h 519"/>
                <a:gd name="T20" fmla="*/ 112 w 158"/>
                <a:gd name="T21" fmla="*/ 232 h 519"/>
                <a:gd name="T22" fmla="*/ 0 w 158"/>
                <a:gd name="T23" fmla="*/ 344 h 519"/>
                <a:gd name="T24" fmla="*/ 0 w 158"/>
                <a:gd name="T25" fmla="*/ 519 h 519"/>
                <a:gd name="T26" fmla="*/ 4 w 158"/>
                <a:gd name="T27" fmla="*/ 519 h 519"/>
                <a:gd name="T28" fmla="*/ 4 w 158"/>
                <a:gd name="T29" fmla="*/ 346 h 519"/>
                <a:gd name="T30" fmla="*/ 112 w 158"/>
                <a:gd name="T31" fmla="*/ 238 h 519"/>
                <a:gd name="T32" fmla="*/ 116 w 158"/>
                <a:gd name="T33" fmla="*/ 234 h 519"/>
                <a:gd name="T34" fmla="*/ 144 w 158"/>
                <a:gd name="T35" fmla="*/ 206 h 519"/>
                <a:gd name="T36" fmla="*/ 144 w 158"/>
                <a:gd name="T37" fmla="*/ 31 h 519"/>
                <a:gd name="T38" fmla="*/ 158 w 158"/>
                <a:gd name="T39" fmla="*/ 16 h 519"/>
                <a:gd name="T40" fmla="*/ 142 w 158"/>
                <a:gd name="T41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8" h="519">
                  <a:moveTo>
                    <a:pt x="142" y="27"/>
                  </a:moveTo>
                  <a:cubicBezTo>
                    <a:pt x="136" y="27"/>
                    <a:pt x="131" y="22"/>
                    <a:pt x="131" y="16"/>
                  </a:cubicBezTo>
                  <a:cubicBezTo>
                    <a:pt x="131" y="9"/>
                    <a:pt x="136" y="4"/>
                    <a:pt x="142" y="4"/>
                  </a:cubicBezTo>
                  <a:cubicBezTo>
                    <a:pt x="149" y="4"/>
                    <a:pt x="154" y="9"/>
                    <a:pt x="154" y="16"/>
                  </a:cubicBezTo>
                  <a:cubicBezTo>
                    <a:pt x="154" y="22"/>
                    <a:pt x="149" y="27"/>
                    <a:pt x="142" y="27"/>
                  </a:cubicBezTo>
                  <a:moveTo>
                    <a:pt x="142" y="0"/>
                  </a:moveTo>
                  <a:cubicBezTo>
                    <a:pt x="134" y="0"/>
                    <a:pt x="127" y="7"/>
                    <a:pt x="127" y="16"/>
                  </a:cubicBezTo>
                  <a:cubicBezTo>
                    <a:pt x="127" y="23"/>
                    <a:pt x="133" y="30"/>
                    <a:pt x="140" y="31"/>
                  </a:cubicBezTo>
                  <a:cubicBezTo>
                    <a:pt x="140" y="204"/>
                    <a:pt x="140" y="204"/>
                    <a:pt x="140" y="204"/>
                  </a:cubicBezTo>
                  <a:cubicBezTo>
                    <a:pt x="116" y="228"/>
                    <a:pt x="116" y="228"/>
                    <a:pt x="116" y="228"/>
                  </a:cubicBezTo>
                  <a:cubicBezTo>
                    <a:pt x="112" y="232"/>
                    <a:pt x="112" y="232"/>
                    <a:pt x="112" y="232"/>
                  </a:cubicBezTo>
                  <a:cubicBezTo>
                    <a:pt x="0" y="344"/>
                    <a:pt x="0" y="344"/>
                    <a:pt x="0" y="344"/>
                  </a:cubicBezTo>
                  <a:cubicBezTo>
                    <a:pt x="0" y="519"/>
                    <a:pt x="0" y="519"/>
                    <a:pt x="0" y="519"/>
                  </a:cubicBezTo>
                  <a:cubicBezTo>
                    <a:pt x="4" y="519"/>
                    <a:pt x="4" y="519"/>
                    <a:pt x="4" y="519"/>
                  </a:cubicBezTo>
                  <a:cubicBezTo>
                    <a:pt x="4" y="346"/>
                    <a:pt x="4" y="346"/>
                    <a:pt x="4" y="346"/>
                  </a:cubicBezTo>
                  <a:cubicBezTo>
                    <a:pt x="112" y="238"/>
                    <a:pt x="112" y="238"/>
                    <a:pt x="112" y="238"/>
                  </a:cubicBezTo>
                  <a:cubicBezTo>
                    <a:pt x="116" y="234"/>
                    <a:pt x="116" y="234"/>
                    <a:pt x="116" y="234"/>
                  </a:cubicBezTo>
                  <a:cubicBezTo>
                    <a:pt x="144" y="206"/>
                    <a:pt x="144" y="206"/>
                    <a:pt x="144" y="206"/>
                  </a:cubicBezTo>
                  <a:cubicBezTo>
                    <a:pt x="144" y="31"/>
                    <a:pt x="144" y="31"/>
                    <a:pt x="144" y="31"/>
                  </a:cubicBezTo>
                  <a:cubicBezTo>
                    <a:pt x="152" y="30"/>
                    <a:pt x="158" y="23"/>
                    <a:pt x="158" y="16"/>
                  </a:cubicBezTo>
                  <a:cubicBezTo>
                    <a:pt x="158" y="7"/>
                    <a:pt x="151" y="0"/>
                    <a:pt x="14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9" name="Freeform 48"/>
            <p:cNvSpPr>
              <a:spLocks noEditPoints="1"/>
            </p:cNvSpPr>
            <p:nvPr/>
          </p:nvSpPr>
          <p:spPr bwMode="auto">
            <a:xfrm>
              <a:off x="6443663" y="3144837"/>
              <a:ext cx="427038" cy="3838576"/>
            </a:xfrm>
            <a:custGeom>
              <a:avLst/>
              <a:gdLst>
                <a:gd name="T0" fmla="*/ 99 w 114"/>
                <a:gd name="T1" fmla="*/ 27 h 1022"/>
                <a:gd name="T2" fmla="*/ 87 w 114"/>
                <a:gd name="T3" fmla="*/ 16 h 1022"/>
                <a:gd name="T4" fmla="*/ 99 w 114"/>
                <a:gd name="T5" fmla="*/ 4 h 1022"/>
                <a:gd name="T6" fmla="*/ 110 w 114"/>
                <a:gd name="T7" fmla="*/ 16 h 1022"/>
                <a:gd name="T8" fmla="*/ 99 w 114"/>
                <a:gd name="T9" fmla="*/ 27 h 1022"/>
                <a:gd name="T10" fmla="*/ 99 w 114"/>
                <a:gd name="T11" fmla="*/ 0 h 1022"/>
                <a:gd name="T12" fmla="*/ 83 w 114"/>
                <a:gd name="T13" fmla="*/ 16 h 1022"/>
                <a:gd name="T14" fmla="*/ 97 w 114"/>
                <a:gd name="T15" fmla="*/ 31 h 1022"/>
                <a:gd name="T16" fmla="*/ 97 w 114"/>
                <a:gd name="T17" fmla="*/ 639 h 1022"/>
                <a:gd name="T18" fmla="*/ 97 w 114"/>
                <a:gd name="T19" fmla="*/ 645 h 1022"/>
                <a:gd name="T20" fmla="*/ 97 w 114"/>
                <a:gd name="T21" fmla="*/ 717 h 1022"/>
                <a:gd name="T22" fmla="*/ 0 w 114"/>
                <a:gd name="T23" fmla="*/ 814 h 1022"/>
                <a:gd name="T24" fmla="*/ 0 w 114"/>
                <a:gd name="T25" fmla="*/ 1022 h 1022"/>
                <a:gd name="T26" fmla="*/ 4 w 114"/>
                <a:gd name="T27" fmla="*/ 1022 h 1022"/>
                <a:gd name="T28" fmla="*/ 4 w 114"/>
                <a:gd name="T29" fmla="*/ 816 h 1022"/>
                <a:gd name="T30" fmla="*/ 101 w 114"/>
                <a:gd name="T31" fmla="*/ 719 h 1022"/>
                <a:gd name="T32" fmla="*/ 101 w 114"/>
                <a:gd name="T33" fmla="*/ 649 h 1022"/>
                <a:gd name="T34" fmla="*/ 101 w 114"/>
                <a:gd name="T35" fmla="*/ 643 h 1022"/>
                <a:gd name="T36" fmla="*/ 101 w 114"/>
                <a:gd name="T37" fmla="*/ 31 h 1022"/>
                <a:gd name="T38" fmla="*/ 114 w 114"/>
                <a:gd name="T39" fmla="*/ 16 h 1022"/>
                <a:gd name="T40" fmla="*/ 99 w 114"/>
                <a:gd name="T41" fmla="*/ 0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022">
                  <a:moveTo>
                    <a:pt x="99" y="27"/>
                  </a:moveTo>
                  <a:cubicBezTo>
                    <a:pt x="93" y="27"/>
                    <a:pt x="87" y="22"/>
                    <a:pt x="87" y="16"/>
                  </a:cubicBezTo>
                  <a:cubicBezTo>
                    <a:pt x="87" y="9"/>
                    <a:pt x="93" y="4"/>
                    <a:pt x="99" y="4"/>
                  </a:cubicBezTo>
                  <a:cubicBezTo>
                    <a:pt x="105" y="4"/>
                    <a:pt x="110" y="9"/>
                    <a:pt x="110" y="16"/>
                  </a:cubicBezTo>
                  <a:cubicBezTo>
                    <a:pt x="110" y="22"/>
                    <a:pt x="105" y="27"/>
                    <a:pt x="99" y="27"/>
                  </a:cubicBezTo>
                  <a:moveTo>
                    <a:pt x="99" y="0"/>
                  </a:moveTo>
                  <a:cubicBezTo>
                    <a:pt x="90" y="0"/>
                    <a:pt x="83" y="7"/>
                    <a:pt x="83" y="16"/>
                  </a:cubicBezTo>
                  <a:cubicBezTo>
                    <a:pt x="83" y="24"/>
                    <a:pt x="89" y="30"/>
                    <a:pt x="97" y="31"/>
                  </a:cubicBezTo>
                  <a:cubicBezTo>
                    <a:pt x="97" y="639"/>
                    <a:pt x="97" y="639"/>
                    <a:pt x="97" y="639"/>
                  </a:cubicBezTo>
                  <a:cubicBezTo>
                    <a:pt x="97" y="645"/>
                    <a:pt x="97" y="645"/>
                    <a:pt x="97" y="645"/>
                  </a:cubicBezTo>
                  <a:cubicBezTo>
                    <a:pt x="97" y="717"/>
                    <a:pt x="97" y="717"/>
                    <a:pt x="97" y="717"/>
                  </a:cubicBezTo>
                  <a:cubicBezTo>
                    <a:pt x="0" y="814"/>
                    <a:pt x="0" y="814"/>
                    <a:pt x="0" y="814"/>
                  </a:cubicBezTo>
                  <a:cubicBezTo>
                    <a:pt x="0" y="1022"/>
                    <a:pt x="0" y="1022"/>
                    <a:pt x="0" y="1022"/>
                  </a:cubicBezTo>
                  <a:cubicBezTo>
                    <a:pt x="4" y="1022"/>
                    <a:pt x="4" y="1022"/>
                    <a:pt x="4" y="1022"/>
                  </a:cubicBezTo>
                  <a:cubicBezTo>
                    <a:pt x="4" y="816"/>
                    <a:pt x="4" y="816"/>
                    <a:pt x="4" y="816"/>
                  </a:cubicBezTo>
                  <a:cubicBezTo>
                    <a:pt x="101" y="719"/>
                    <a:pt x="101" y="719"/>
                    <a:pt x="101" y="719"/>
                  </a:cubicBezTo>
                  <a:cubicBezTo>
                    <a:pt x="101" y="649"/>
                    <a:pt x="101" y="649"/>
                    <a:pt x="101" y="649"/>
                  </a:cubicBezTo>
                  <a:cubicBezTo>
                    <a:pt x="101" y="643"/>
                    <a:pt x="101" y="643"/>
                    <a:pt x="101" y="643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9" y="30"/>
                    <a:pt x="114" y="24"/>
                    <a:pt x="114" y="16"/>
                  </a:cubicBezTo>
                  <a:cubicBezTo>
                    <a:pt x="114" y="7"/>
                    <a:pt x="108" y="0"/>
                    <a:pt x="99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11" name="Freeform 49"/>
            <p:cNvSpPr>
              <a:spLocks noEditPoints="1"/>
            </p:cNvSpPr>
            <p:nvPr/>
          </p:nvSpPr>
          <p:spPr bwMode="auto">
            <a:xfrm>
              <a:off x="4521201" y="5319713"/>
              <a:ext cx="206375" cy="1663700"/>
            </a:xfrm>
            <a:custGeom>
              <a:avLst/>
              <a:gdLst>
                <a:gd name="T0" fmla="*/ 16 w 55"/>
                <a:gd name="T1" fmla="*/ 27 h 443"/>
                <a:gd name="T2" fmla="*/ 4 w 55"/>
                <a:gd name="T3" fmla="*/ 16 h 443"/>
                <a:gd name="T4" fmla="*/ 16 w 55"/>
                <a:gd name="T5" fmla="*/ 4 h 443"/>
                <a:gd name="T6" fmla="*/ 27 w 55"/>
                <a:gd name="T7" fmla="*/ 16 h 443"/>
                <a:gd name="T8" fmla="*/ 16 w 55"/>
                <a:gd name="T9" fmla="*/ 27 h 443"/>
                <a:gd name="T10" fmla="*/ 16 w 55"/>
                <a:gd name="T11" fmla="*/ 0 h 443"/>
                <a:gd name="T12" fmla="*/ 0 w 55"/>
                <a:gd name="T13" fmla="*/ 16 h 443"/>
                <a:gd name="T14" fmla="*/ 14 w 55"/>
                <a:gd name="T15" fmla="*/ 31 h 443"/>
                <a:gd name="T16" fmla="*/ 14 w 55"/>
                <a:gd name="T17" fmla="*/ 161 h 443"/>
                <a:gd name="T18" fmla="*/ 51 w 55"/>
                <a:gd name="T19" fmla="*/ 199 h 443"/>
                <a:gd name="T20" fmla="*/ 51 w 55"/>
                <a:gd name="T21" fmla="*/ 443 h 443"/>
                <a:gd name="T22" fmla="*/ 55 w 55"/>
                <a:gd name="T23" fmla="*/ 443 h 443"/>
                <a:gd name="T24" fmla="*/ 55 w 55"/>
                <a:gd name="T25" fmla="*/ 197 h 443"/>
                <a:gd name="T26" fmla="*/ 18 w 55"/>
                <a:gd name="T27" fmla="*/ 159 h 443"/>
                <a:gd name="T28" fmla="*/ 18 w 55"/>
                <a:gd name="T29" fmla="*/ 31 h 443"/>
                <a:gd name="T30" fmla="*/ 31 w 55"/>
                <a:gd name="T31" fmla="*/ 16 h 443"/>
                <a:gd name="T32" fmla="*/ 16 w 55"/>
                <a:gd name="T33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" h="443">
                  <a:moveTo>
                    <a:pt x="16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4" y="31"/>
                  </a:cubicBezTo>
                  <a:cubicBezTo>
                    <a:pt x="14" y="161"/>
                    <a:pt x="14" y="161"/>
                    <a:pt x="14" y="161"/>
                  </a:cubicBezTo>
                  <a:cubicBezTo>
                    <a:pt x="51" y="199"/>
                    <a:pt x="51" y="199"/>
                    <a:pt x="51" y="199"/>
                  </a:cubicBezTo>
                  <a:cubicBezTo>
                    <a:pt x="51" y="443"/>
                    <a:pt x="51" y="443"/>
                    <a:pt x="51" y="443"/>
                  </a:cubicBezTo>
                  <a:cubicBezTo>
                    <a:pt x="55" y="443"/>
                    <a:pt x="55" y="443"/>
                    <a:pt x="55" y="443"/>
                  </a:cubicBezTo>
                  <a:cubicBezTo>
                    <a:pt x="55" y="197"/>
                    <a:pt x="55" y="197"/>
                    <a:pt x="55" y="197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12" name="Freeform 50"/>
            <p:cNvSpPr>
              <a:spLocks noEditPoints="1"/>
            </p:cNvSpPr>
            <p:nvPr/>
          </p:nvSpPr>
          <p:spPr bwMode="auto">
            <a:xfrm>
              <a:off x="1954213" y="5033963"/>
              <a:ext cx="273050" cy="1949450"/>
            </a:xfrm>
            <a:custGeom>
              <a:avLst/>
              <a:gdLst>
                <a:gd name="T0" fmla="*/ 15 w 73"/>
                <a:gd name="T1" fmla="*/ 27 h 519"/>
                <a:gd name="T2" fmla="*/ 4 w 73"/>
                <a:gd name="T3" fmla="*/ 16 h 519"/>
                <a:gd name="T4" fmla="*/ 15 w 73"/>
                <a:gd name="T5" fmla="*/ 4 h 519"/>
                <a:gd name="T6" fmla="*/ 27 w 73"/>
                <a:gd name="T7" fmla="*/ 16 h 519"/>
                <a:gd name="T8" fmla="*/ 15 w 73"/>
                <a:gd name="T9" fmla="*/ 27 h 519"/>
                <a:gd name="T10" fmla="*/ 15 w 73"/>
                <a:gd name="T11" fmla="*/ 0 h 519"/>
                <a:gd name="T12" fmla="*/ 0 w 73"/>
                <a:gd name="T13" fmla="*/ 16 h 519"/>
                <a:gd name="T14" fmla="*/ 13 w 73"/>
                <a:gd name="T15" fmla="*/ 31 h 519"/>
                <a:gd name="T16" fmla="*/ 13 w 73"/>
                <a:gd name="T17" fmla="*/ 316 h 519"/>
                <a:gd name="T18" fmla="*/ 69 w 73"/>
                <a:gd name="T19" fmla="*/ 372 h 519"/>
                <a:gd name="T20" fmla="*/ 69 w 73"/>
                <a:gd name="T21" fmla="*/ 519 h 519"/>
                <a:gd name="T22" fmla="*/ 73 w 73"/>
                <a:gd name="T23" fmla="*/ 519 h 519"/>
                <a:gd name="T24" fmla="*/ 73 w 73"/>
                <a:gd name="T25" fmla="*/ 370 h 519"/>
                <a:gd name="T26" fmla="*/ 17 w 73"/>
                <a:gd name="T27" fmla="*/ 314 h 519"/>
                <a:gd name="T28" fmla="*/ 17 w 73"/>
                <a:gd name="T29" fmla="*/ 31 h 519"/>
                <a:gd name="T30" fmla="*/ 31 w 73"/>
                <a:gd name="T31" fmla="*/ 16 h 519"/>
                <a:gd name="T32" fmla="*/ 15 w 73"/>
                <a:gd name="T33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3" h="519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1" y="4"/>
                    <a:pt x="27" y="9"/>
                    <a:pt x="27" y="16"/>
                  </a:cubicBezTo>
                  <a:cubicBezTo>
                    <a:pt x="27" y="22"/>
                    <a:pt x="21" y="27"/>
                    <a:pt x="15" y="27"/>
                  </a:cubicBezTo>
                  <a:moveTo>
                    <a:pt x="15" y="0"/>
                  </a:moveTo>
                  <a:cubicBezTo>
                    <a:pt x="6" y="0"/>
                    <a:pt x="0" y="7"/>
                    <a:pt x="0" y="16"/>
                  </a:cubicBezTo>
                  <a:cubicBezTo>
                    <a:pt x="0" y="23"/>
                    <a:pt x="5" y="30"/>
                    <a:pt x="13" y="31"/>
                  </a:cubicBezTo>
                  <a:cubicBezTo>
                    <a:pt x="13" y="316"/>
                    <a:pt x="13" y="316"/>
                    <a:pt x="13" y="316"/>
                  </a:cubicBezTo>
                  <a:cubicBezTo>
                    <a:pt x="69" y="372"/>
                    <a:pt x="69" y="372"/>
                    <a:pt x="69" y="372"/>
                  </a:cubicBezTo>
                  <a:cubicBezTo>
                    <a:pt x="69" y="519"/>
                    <a:pt x="69" y="519"/>
                    <a:pt x="69" y="519"/>
                  </a:cubicBezTo>
                  <a:cubicBezTo>
                    <a:pt x="73" y="519"/>
                    <a:pt x="73" y="519"/>
                    <a:pt x="73" y="519"/>
                  </a:cubicBezTo>
                  <a:cubicBezTo>
                    <a:pt x="73" y="370"/>
                    <a:pt x="73" y="370"/>
                    <a:pt x="73" y="370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66" name="KSO_Shape"/>
          <p:cNvSpPr>
            <a:spLocks/>
          </p:cNvSpPr>
          <p:nvPr/>
        </p:nvSpPr>
        <p:spPr bwMode="auto">
          <a:xfrm rot="19435948">
            <a:off x="-2782893" y="7397854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7" name="KSO_Shape"/>
          <p:cNvSpPr>
            <a:spLocks/>
          </p:cNvSpPr>
          <p:nvPr/>
        </p:nvSpPr>
        <p:spPr bwMode="auto">
          <a:xfrm rot="19435948">
            <a:off x="-1937302" y="6102313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grpSp>
        <p:nvGrpSpPr>
          <p:cNvPr id="69" name="组合 68"/>
          <p:cNvGrpSpPr/>
          <p:nvPr/>
        </p:nvGrpSpPr>
        <p:grpSpPr>
          <a:xfrm rot="19384635">
            <a:off x="-2776405" y="6715628"/>
            <a:ext cx="585587" cy="91143"/>
            <a:chOff x="8614611" y="410539"/>
            <a:chExt cx="585587" cy="91143"/>
          </a:xfrm>
        </p:grpSpPr>
        <p:sp>
          <p:nvSpPr>
            <p:cNvPr id="70" name="圆角矩形 69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1" name="圆角矩形 70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2" name="圆角矩形 71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3" name="圆角矩形 72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68" name="KSO_Shape"/>
          <p:cNvSpPr>
            <a:spLocks/>
          </p:cNvSpPr>
          <p:nvPr/>
        </p:nvSpPr>
        <p:spPr bwMode="auto">
          <a:xfrm rot="19435948">
            <a:off x="-902817" y="6091218"/>
            <a:ext cx="579443" cy="430719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grpSp>
        <p:nvGrpSpPr>
          <p:cNvPr id="74" name="组合 73"/>
          <p:cNvGrpSpPr/>
          <p:nvPr/>
        </p:nvGrpSpPr>
        <p:grpSpPr>
          <a:xfrm rot="19384635">
            <a:off x="-1726530" y="6858151"/>
            <a:ext cx="585587" cy="91143"/>
            <a:chOff x="8614611" y="410539"/>
            <a:chExt cx="585587" cy="91143"/>
          </a:xfrm>
        </p:grpSpPr>
        <p:sp>
          <p:nvSpPr>
            <p:cNvPr id="75" name="圆角矩形 74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6" name="圆角矩形 75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7" name="圆角矩形 76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8" name="圆角矩形 77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79" name="组合 78"/>
          <p:cNvGrpSpPr/>
          <p:nvPr/>
        </p:nvGrpSpPr>
        <p:grpSpPr>
          <a:xfrm rot="19384635">
            <a:off x="-3536862" y="8020038"/>
            <a:ext cx="585587" cy="91143"/>
            <a:chOff x="8614611" y="410539"/>
            <a:chExt cx="585587" cy="91143"/>
          </a:xfrm>
        </p:grpSpPr>
        <p:sp>
          <p:nvSpPr>
            <p:cNvPr id="80" name="圆角矩形 79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1" name="圆角矩形 80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2" name="圆角矩形 81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3" name="圆角矩形 82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85" name="KSO_Shape"/>
          <p:cNvSpPr>
            <a:spLocks/>
          </p:cNvSpPr>
          <p:nvPr/>
        </p:nvSpPr>
        <p:spPr bwMode="auto">
          <a:xfrm rot="19435948">
            <a:off x="-3073696" y="6103248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8" name="KSO_Shape"/>
          <p:cNvSpPr>
            <a:spLocks/>
          </p:cNvSpPr>
          <p:nvPr/>
        </p:nvSpPr>
        <p:spPr bwMode="auto">
          <a:xfrm rot="2164052" flipH="1">
            <a:off x="14462047" y="7652786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9" name="KSO_Shape"/>
          <p:cNvSpPr>
            <a:spLocks/>
          </p:cNvSpPr>
          <p:nvPr/>
        </p:nvSpPr>
        <p:spPr bwMode="auto">
          <a:xfrm rot="2164052" flipH="1">
            <a:off x="13811823" y="6386200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0" name="KSO_Shape"/>
          <p:cNvSpPr>
            <a:spLocks/>
          </p:cNvSpPr>
          <p:nvPr/>
        </p:nvSpPr>
        <p:spPr bwMode="auto">
          <a:xfrm rot="2164052" flipH="1">
            <a:off x="12676976" y="6332851"/>
            <a:ext cx="509410" cy="45165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grpSp>
        <p:nvGrpSpPr>
          <p:cNvPr id="91" name="组合 90"/>
          <p:cNvGrpSpPr/>
          <p:nvPr/>
        </p:nvGrpSpPr>
        <p:grpSpPr>
          <a:xfrm rot="2215365" flipH="1">
            <a:off x="14511456" y="7104029"/>
            <a:ext cx="585587" cy="91143"/>
            <a:chOff x="8614611" y="410539"/>
            <a:chExt cx="585587" cy="91143"/>
          </a:xfrm>
        </p:grpSpPr>
        <p:sp>
          <p:nvSpPr>
            <p:cNvPr id="103" name="圆角矩形 102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4" name="圆角矩形 103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5" name="圆角矩形 104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6" name="圆角矩形 105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92" name="组合 91"/>
          <p:cNvGrpSpPr/>
          <p:nvPr/>
        </p:nvGrpSpPr>
        <p:grpSpPr>
          <a:xfrm rot="2215365" flipH="1">
            <a:off x="13251875" y="6971465"/>
            <a:ext cx="585587" cy="91143"/>
            <a:chOff x="8614611" y="410539"/>
            <a:chExt cx="585587" cy="91143"/>
          </a:xfrm>
        </p:grpSpPr>
        <p:sp>
          <p:nvSpPr>
            <p:cNvPr id="99" name="圆角矩形 98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0" name="圆角矩形 99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1" name="圆角矩形 100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2" name="圆角矩形 101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93" name="组合 92"/>
          <p:cNvGrpSpPr/>
          <p:nvPr/>
        </p:nvGrpSpPr>
        <p:grpSpPr>
          <a:xfrm rot="2215365" flipH="1">
            <a:off x="15131819" y="8335293"/>
            <a:ext cx="585587" cy="91143"/>
            <a:chOff x="8614611" y="410539"/>
            <a:chExt cx="585587" cy="91143"/>
          </a:xfrm>
        </p:grpSpPr>
        <p:sp>
          <p:nvSpPr>
            <p:cNvPr id="95" name="圆角矩形 94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6" name="圆角矩形 95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7" name="圆角矩形 96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8" name="圆角矩形 97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94" name="KSO_Shape"/>
          <p:cNvSpPr>
            <a:spLocks/>
          </p:cNvSpPr>
          <p:nvPr/>
        </p:nvSpPr>
        <p:spPr bwMode="auto">
          <a:xfrm rot="2164052" flipH="1">
            <a:off x="15123650" y="6427846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7" name="矩形 106"/>
          <p:cNvSpPr/>
          <p:nvPr/>
        </p:nvSpPr>
        <p:spPr>
          <a:xfrm>
            <a:off x="3722520" y="494600"/>
            <a:ext cx="4935942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332"/>
            <a:r>
              <a:rPr lang="en-US" altLang="zh-CN" sz="24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Sizing of 5T- Operational Trans conductance Amplifier using GDIE Tool</a:t>
            </a:r>
            <a:endParaRPr lang="zh-CN" altLang="en-US" sz="24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  <a:p>
            <a:pPr algn="ctr" defTabSz="914332"/>
            <a:endParaRPr lang="zh-CN" altLang="en-US" sz="2400" dirty="0">
              <a:solidFill>
                <a:prstClr val="black"/>
              </a:solidFill>
              <a:ea typeface="方正正黑简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327317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25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25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1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4.16667E-7 7.40741E-7 L 0.34102 -0.42407 " pathEditMode="relative" rAng="0" ptsTypes="AA">
                                      <p:cBhvr>
                                        <p:cTn id="1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44" y="-2120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animMotion origin="layout" path="M 4.16667E-7 7.40741E-7 L 0.34102 -0.42407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44" y="-2120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decel="100000" fill="hold" grpId="0" nodeType="withEffect">
                                  <p:stCondLst>
                                    <p:cond delay="6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1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4.16667E-7 7.40741E-7 L 0.34102 -0.42407 " pathEditMode="relative" rAng="0" ptsTypes="AA">
                                      <p:cBhvr>
                                        <p:cTn id="2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44" y="-21204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decel="100000" fill="hold" nodeType="withEffect">
                                  <p:stCondLst>
                                    <p:cond delay="8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2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2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decel="100000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2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0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decel="100000" fill="hold" grpId="0" nodeType="withEffect">
                                  <p:stCondLst>
                                    <p:cond delay="6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decel="100000" fill="hold" nodeType="withEffect">
                                  <p:stCondLst>
                                    <p:cond delay="8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6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7" grpId="0" animBg="1"/>
      <p:bldP spid="68" grpId="0" animBg="1"/>
      <p:bldP spid="85" grpId="0" animBg="1"/>
      <p:bldP spid="88" grpId="0" animBg="1"/>
      <p:bldP spid="89" grpId="0" animBg="1"/>
      <p:bldP spid="90" grpId="0" animBg="1"/>
      <p:bldP spid="94" grpId="0" animBg="1"/>
      <p:bldP spid="107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24315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13717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62524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0345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202"/>
          <a:stretch/>
        </p:blipFill>
        <p:spPr>
          <a:xfrm>
            <a:off x="-1" y="0"/>
            <a:ext cx="9144001" cy="6858000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5682" t="22542" r="649"/>
          <a:stretch/>
        </p:blipFill>
        <p:spPr>
          <a:xfrm>
            <a:off x="9144001" y="1"/>
            <a:ext cx="3048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37126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76431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778"/>
          <a:stretch/>
        </p:blipFill>
        <p:spPr>
          <a:xfrm>
            <a:off x="0" y="1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81022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545"/>
          <a:stretch/>
        </p:blipFill>
        <p:spPr>
          <a:xfrm>
            <a:off x="0" y="0"/>
            <a:ext cx="9215252" cy="6858000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5292" t="23357"/>
          <a:stretch/>
        </p:blipFill>
        <p:spPr>
          <a:xfrm>
            <a:off x="9179626" y="1"/>
            <a:ext cx="3012374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402501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3" name="组合 2512"/>
          <p:cNvGrpSpPr/>
          <p:nvPr/>
        </p:nvGrpSpPr>
        <p:grpSpPr>
          <a:xfrm>
            <a:off x="390357" y="2118840"/>
            <a:ext cx="11369676" cy="7108826"/>
            <a:chOff x="411163" y="-125413"/>
            <a:chExt cx="11369676" cy="7108826"/>
          </a:xfrm>
        </p:grpSpPr>
        <p:sp>
          <p:nvSpPr>
            <p:cNvPr id="14" name="Freeform 17"/>
            <p:cNvSpPr>
              <a:spLocks noEditPoints="1"/>
            </p:cNvSpPr>
            <p:nvPr/>
          </p:nvSpPr>
          <p:spPr bwMode="auto">
            <a:xfrm>
              <a:off x="411163" y="3194050"/>
              <a:ext cx="438150" cy="3789363"/>
            </a:xfrm>
            <a:custGeom>
              <a:avLst/>
              <a:gdLst>
                <a:gd name="T0" fmla="*/ 102 w 117"/>
                <a:gd name="T1" fmla="*/ 27 h 1009"/>
                <a:gd name="T2" fmla="*/ 90 w 117"/>
                <a:gd name="T3" fmla="*/ 16 h 1009"/>
                <a:gd name="T4" fmla="*/ 102 w 117"/>
                <a:gd name="T5" fmla="*/ 4 h 1009"/>
                <a:gd name="T6" fmla="*/ 113 w 117"/>
                <a:gd name="T7" fmla="*/ 16 h 1009"/>
                <a:gd name="T8" fmla="*/ 102 w 117"/>
                <a:gd name="T9" fmla="*/ 27 h 1009"/>
                <a:gd name="T10" fmla="*/ 102 w 117"/>
                <a:gd name="T11" fmla="*/ 0 h 1009"/>
                <a:gd name="T12" fmla="*/ 86 w 117"/>
                <a:gd name="T13" fmla="*/ 16 h 1009"/>
                <a:gd name="T14" fmla="*/ 100 w 117"/>
                <a:gd name="T15" fmla="*/ 31 h 1009"/>
                <a:gd name="T16" fmla="*/ 100 w 117"/>
                <a:gd name="T17" fmla="*/ 500 h 1009"/>
                <a:gd name="T18" fmla="*/ 0 w 117"/>
                <a:gd name="T19" fmla="*/ 600 h 1009"/>
                <a:gd name="T20" fmla="*/ 0 w 117"/>
                <a:gd name="T21" fmla="*/ 1009 h 1009"/>
                <a:gd name="T22" fmla="*/ 4 w 117"/>
                <a:gd name="T23" fmla="*/ 1009 h 1009"/>
                <a:gd name="T24" fmla="*/ 4 w 117"/>
                <a:gd name="T25" fmla="*/ 602 h 1009"/>
                <a:gd name="T26" fmla="*/ 104 w 117"/>
                <a:gd name="T27" fmla="*/ 502 h 1009"/>
                <a:gd name="T28" fmla="*/ 104 w 117"/>
                <a:gd name="T29" fmla="*/ 31 h 1009"/>
                <a:gd name="T30" fmla="*/ 117 w 117"/>
                <a:gd name="T31" fmla="*/ 16 h 1009"/>
                <a:gd name="T32" fmla="*/ 102 w 117"/>
                <a:gd name="T33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7" h="1009">
                  <a:moveTo>
                    <a:pt x="102" y="27"/>
                  </a:moveTo>
                  <a:cubicBezTo>
                    <a:pt x="96" y="27"/>
                    <a:pt x="90" y="22"/>
                    <a:pt x="90" y="16"/>
                  </a:cubicBezTo>
                  <a:cubicBezTo>
                    <a:pt x="90" y="9"/>
                    <a:pt x="96" y="4"/>
                    <a:pt x="102" y="4"/>
                  </a:cubicBezTo>
                  <a:cubicBezTo>
                    <a:pt x="108" y="4"/>
                    <a:pt x="113" y="9"/>
                    <a:pt x="113" y="16"/>
                  </a:cubicBezTo>
                  <a:cubicBezTo>
                    <a:pt x="113" y="22"/>
                    <a:pt x="108" y="27"/>
                    <a:pt x="102" y="27"/>
                  </a:cubicBezTo>
                  <a:moveTo>
                    <a:pt x="102" y="0"/>
                  </a:moveTo>
                  <a:cubicBezTo>
                    <a:pt x="93" y="0"/>
                    <a:pt x="86" y="7"/>
                    <a:pt x="86" y="16"/>
                  </a:cubicBezTo>
                  <a:cubicBezTo>
                    <a:pt x="86" y="23"/>
                    <a:pt x="92" y="30"/>
                    <a:pt x="100" y="31"/>
                  </a:cubicBezTo>
                  <a:cubicBezTo>
                    <a:pt x="100" y="500"/>
                    <a:pt x="100" y="500"/>
                    <a:pt x="100" y="500"/>
                  </a:cubicBezTo>
                  <a:cubicBezTo>
                    <a:pt x="0" y="600"/>
                    <a:pt x="0" y="600"/>
                    <a:pt x="0" y="600"/>
                  </a:cubicBezTo>
                  <a:cubicBezTo>
                    <a:pt x="0" y="1009"/>
                    <a:pt x="0" y="1009"/>
                    <a:pt x="0" y="1009"/>
                  </a:cubicBezTo>
                  <a:cubicBezTo>
                    <a:pt x="4" y="1009"/>
                    <a:pt x="4" y="1009"/>
                    <a:pt x="4" y="1009"/>
                  </a:cubicBezTo>
                  <a:cubicBezTo>
                    <a:pt x="4" y="602"/>
                    <a:pt x="4" y="602"/>
                    <a:pt x="4" y="602"/>
                  </a:cubicBezTo>
                  <a:cubicBezTo>
                    <a:pt x="104" y="502"/>
                    <a:pt x="104" y="502"/>
                    <a:pt x="104" y="502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12" y="30"/>
                    <a:pt x="117" y="23"/>
                    <a:pt x="117" y="16"/>
                  </a:cubicBezTo>
                  <a:cubicBezTo>
                    <a:pt x="117" y="7"/>
                    <a:pt x="110" y="0"/>
                    <a:pt x="10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" name="Freeform 18"/>
            <p:cNvSpPr>
              <a:spLocks noEditPoints="1"/>
            </p:cNvSpPr>
            <p:nvPr/>
          </p:nvSpPr>
          <p:spPr bwMode="auto">
            <a:xfrm>
              <a:off x="1082676" y="3494088"/>
              <a:ext cx="333375" cy="3489325"/>
            </a:xfrm>
            <a:custGeom>
              <a:avLst/>
              <a:gdLst>
                <a:gd name="T0" fmla="*/ 89 w 89"/>
                <a:gd name="T1" fmla="*/ 456 h 929"/>
                <a:gd name="T2" fmla="*/ 85 w 89"/>
                <a:gd name="T3" fmla="*/ 460 h 929"/>
                <a:gd name="T4" fmla="*/ 85 w 89"/>
                <a:gd name="T5" fmla="*/ 929 h 929"/>
                <a:gd name="T6" fmla="*/ 89 w 89"/>
                <a:gd name="T7" fmla="*/ 929 h 929"/>
                <a:gd name="T8" fmla="*/ 89 w 89"/>
                <a:gd name="T9" fmla="*/ 456 h 929"/>
                <a:gd name="T10" fmla="*/ 15 w 89"/>
                <a:gd name="T11" fmla="*/ 27 h 929"/>
                <a:gd name="T12" fmla="*/ 4 w 89"/>
                <a:gd name="T13" fmla="*/ 16 h 929"/>
                <a:gd name="T14" fmla="*/ 15 w 89"/>
                <a:gd name="T15" fmla="*/ 4 h 929"/>
                <a:gd name="T16" fmla="*/ 27 w 89"/>
                <a:gd name="T17" fmla="*/ 16 h 929"/>
                <a:gd name="T18" fmla="*/ 15 w 89"/>
                <a:gd name="T19" fmla="*/ 27 h 929"/>
                <a:gd name="T20" fmla="*/ 15 w 89"/>
                <a:gd name="T21" fmla="*/ 0 h 929"/>
                <a:gd name="T22" fmla="*/ 0 w 89"/>
                <a:gd name="T23" fmla="*/ 16 h 929"/>
                <a:gd name="T24" fmla="*/ 13 w 89"/>
                <a:gd name="T25" fmla="*/ 31 h 929"/>
                <a:gd name="T26" fmla="*/ 13 w 89"/>
                <a:gd name="T27" fmla="*/ 198 h 929"/>
                <a:gd name="T28" fmla="*/ 85 w 89"/>
                <a:gd name="T29" fmla="*/ 270 h 929"/>
                <a:gd name="T30" fmla="*/ 85 w 89"/>
                <a:gd name="T31" fmla="*/ 454 h 929"/>
                <a:gd name="T32" fmla="*/ 89 w 89"/>
                <a:gd name="T33" fmla="*/ 450 h 929"/>
                <a:gd name="T34" fmla="*/ 89 w 89"/>
                <a:gd name="T35" fmla="*/ 269 h 929"/>
                <a:gd name="T36" fmla="*/ 17 w 89"/>
                <a:gd name="T37" fmla="*/ 197 h 929"/>
                <a:gd name="T38" fmla="*/ 17 w 89"/>
                <a:gd name="T39" fmla="*/ 31 h 929"/>
                <a:gd name="T40" fmla="*/ 31 w 89"/>
                <a:gd name="T41" fmla="*/ 16 h 929"/>
                <a:gd name="T42" fmla="*/ 15 w 89"/>
                <a:gd name="T43" fmla="*/ 0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9" h="929">
                  <a:moveTo>
                    <a:pt x="89" y="456"/>
                  </a:moveTo>
                  <a:cubicBezTo>
                    <a:pt x="85" y="460"/>
                    <a:pt x="85" y="460"/>
                    <a:pt x="85" y="460"/>
                  </a:cubicBezTo>
                  <a:cubicBezTo>
                    <a:pt x="85" y="929"/>
                    <a:pt x="85" y="929"/>
                    <a:pt x="85" y="929"/>
                  </a:cubicBezTo>
                  <a:cubicBezTo>
                    <a:pt x="89" y="929"/>
                    <a:pt x="89" y="929"/>
                    <a:pt x="89" y="929"/>
                  </a:cubicBezTo>
                  <a:cubicBezTo>
                    <a:pt x="89" y="456"/>
                    <a:pt x="89" y="456"/>
                    <a:pt x="89" y="456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198"/>
                    <a:pt x="13" y="198"/>
                    <a:pt x="13" y="198"/>
                  </a:cubicBezTo>
                  <a:cubicBezTo>
                    <a:pt x="85" y="270"/>
                    <a:pt x="85" y="270"/>
                    <a:pt x="85" y="270"/>
                  </a:cubicBezTo>
                  <a:cubicBezTo>
                    <a:pt x="85" y="454"/>
                    <a:pt x="85" y="454"/>
                    <a:pt x="85" y="454"/>
                  </a:cubicBezTo>
                  <a:cubicBezTo>
                    <a:pt x="89" y="450"/>
                    <a:pt x="89" y="450"/>
                    <a:pt x="89" y="450"/>
                  </a:cubicBezTo>
                  <a:cubicBezTo>
                    <a:pt x="89" y="269"/>
                    <a:pt x="89" y="269"/>
                    <a:pt x="89" y="269"/>
                  </a:cubicBezTo>
                  <a:cubicBezTo>
                    <a:pt x="17" y="197"/>
                    <a:pt x="17" y="197"/>
                    <a:pt x="17" y="197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" name="Freeform 19"/>
            <p:cNvSpPr>
              <a:spLocks noEditPoints="1"/>
            </p:cNvSpPr>
            <p:nvPr/>
          </p:nvSpPr>
          <p:spPr bwMode="auto">
            <a:xfrm>
              <a:off x="1712913" y="2459037"/>
              <a:ext cx="117475" cy="4524376"/>
            </a:xfrm>
            <a:custGeom>
              <a:avLst/>
              <a:gdLst>
                <a:gd name="T0" fmla="*/ 17 w 31"/>
                <a:gd name="T1" fmla="*/ 637 h 1205"/>
                <a:gd name="T2" fmla="*/ 13 w 31"/>
                <a:gd name="T3" fmla="*/ 641 h 1205"/>
                <a:gd name="T4" fmla="*/ 13 w 31"/>
                <a:gd name="T5" fmla="*/ 1205 h 1205"/>
                <a:gd name="T6" fmla="*/ 17 w 31"/>
                <a:gd name="T7" fmla="*/ 1205 h 1205"/>
                <a:gd name="T8" fmla="*/ 17 w 31"/>
                <a:gd name="T9" fmla="*/ 637 h 1205"/>
                <a:gd name="T10" fmla="*/ 15 w 31"/>
                <a:gd name="T11" fmla="*/ 27 h 1205"/>
                <a:gd name="T12" fmla="*/ 4 w 31"/>
                <a:gd name="T13" fmla="*/ 16 h 1205"/>
                <a:gd name="T14" fmla="*/ 15 w 31"/>
                <a:gd name="T15" fmla="*/ 4 h 1205"/>
                <a:gd name="T16" fmla="*/ 27 w 31"/>
                <a:gd name="T17" fmla="*/ 16 h 1205"/>
                <a:gd name="T18" fmla="*/ 15 w 31"/>
                <a:gd name="T19" fmla="*/ 27 h 1205"/>
                <a:gd name="T20" fmla="*/ 15 w 31"/>
                <a:gd name="T21" fmla="*/ 0 h 1205"/>
                <a:gd name="T22" fmla="*/ 0 w 31"/>
                <a:gd name="T23" fmla="*/ 16 h 1205"/>
                <a:gd name="T24" fmla="*/ 13 w 31"/>
                <a:gd name="T25" fmla="*/ 31 h 1205"/>
                <a:gd name="T26" fmla="*/ 13 w 31"/>
                <a:gd name="T27" fmla="*/ 635 h 1205"/>
                <a:gd name="T28" fmla="*/ 17 w 31"/>
                <a:gd name="T29" fmla="*/ 631 h 1205"/>
                <a:gd name="T30" fmla="*/ 17 w 31"/>
                <a:gd name="T31" fmla="*/ 31 h 1205"/>
                <a:gd name="T32" fmla="*/ 31 w 31"/>
                <a:gd name="T33" fmla="*/ 16 h 1205"/>
                <a:gd name="T34" fmla="*/ 15 w 31"/>
                <a:gd name="T35" fmla="*/ 0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" h="1205">
                  <a:moveTo>
                    <a:pt x="17" y="637"/>
                  </a:moveTo>
                  <a:cubicBezTo>
                    <a:pt x="13" y="641"/>
                    <a:pt x="13" y="641"/>
                    <a:pt x="13" y="641"/>
                  </a:cubicBezTo>
                  <a:cubicBezTo>
                    <a:pt x="13" y="1205"/>
                    <a:pt x="13" y="1205"/>
                    <a:pt x="13" y="1205"/>
                  </a:cubicBezTo>
                  <a:cubicBezTo>
                    <a:pt x="17" y="1205"/>
                    <a:pt x="17" y="1205"/>
                    <a:pt x="17" y="1205"/>
                  </a:cubicBezTo>
                  <a:cubicBezTo>
                    <a:pt x="17" y="637"/>
                    <a:pt x="17" y="637"/>
                    <a:pt x="17" y="637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1" y="4"/>
                    <a:pt x="27" y="9"/>
                    <a:pt x="27" y="16"/>
                  </a:cubicBezTo>
                  <a:cubicBezTo>
                    <a:pt x="27" y="22"/>
                    <a:pt x="21" y="27"/>
                    <a:pt x="15" y="27"/>
                  </a:cubicBezTo>
                  <a:moveTo>
                    <a:pt x="15" y="0"/>
                  </a:moveTo>
                  <a:cubicBezTo>
                    <a:pt x="6" y="0"/>
                    <a:pt x="0" y="7"/>
                    <a:pt x="0" y="16"/>
                  </a:cubicBezTo>
                  <a:cubicBezTo>
                    <a:pt x="0" y="23"/>
                    <a:pt x="5" y="30"/>
                    <a:pt x="13" y="31"/>
                  </a:cubicBezTo>
                  <a:cubicBezTo>
                    <a:pt x="13" y="635"/>
                    <a:pt x="13" y="635"/>
                    <a:pt x="13" y="635"/>
                  </a:cubicBezTo>
                  <a:cubicBezTo>
                    <a:pt x="17" y="631"/>
                    <a:pt x="17" y="631"/>
                    <a:pt x="17" y="6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" name="Freeform 20"/>
            <p:cNvSpPr>
              <a:spLocks noEditPoints="1"/>
            </p:cNvSpPr>
            <p:nvPr/>
          </p:nvSpPr>
          <p:spPr bwMode="auto">
            <a:xfrm>
              <a:off x="906463" y="2908300"/>
              <a:ext cx="1284288" cy="4075113"/>
            </a:xfrm>
            <a:custGeom>
              <a:avLst/>
              <a:gdLst>
                <a:gd name="T0" fmla="*/ 326 w 342"/>
                <a:gd name="T1" fmla="*/ 27 h 1085"/>
                <a:gd name="T2" fmla="*/ 315 w 342"/>
                <a:gd name="T3" fmla="*/ 16 h 1085"/>
                <a:gd name="T4" fmla="*/ 326 w 342"/>
                <a:gd name="T5" fmla="*/ 4 h 1085"/>
                <a:gd name="T6" fmla="*/ 338 w 342"/>
                <a:gd name="T7" fmla="*/ 16 h 1085"/>
                <a:gd name="T8" fmla="*/ 326 w 342"/>
                <a:gd name="T9" fmla="*/ 27 h 1085"/>
                <a:gd name="T10" fmla="*/ 326 w 342"/>
                <a:gd name="T11" fmla="*/ 0 h 1085"/>
                <a:gd name="T12" fmla="*/ 311 w 342"/>
                <a:gd name="T13" fmla="*/ 16 h 1085"/>
                <a:gd name="T14" fmla="*/ 324 w 342"/>
                <a:gd name="T15" fmla="*/ 31 h 1085"/>
                <a:gd name="T16" fmla="*/ 324 w 342"/>
                <a:gd name="T17" fmla="*/ 419 h 1085"/>
                <a:gd name="T18" fmla="*/ 232 w 342"/>
                <a:gd name="T19" fmla="*/ 511 h 1085"/>
                <a:gd name="T20" fmla="*/ 228 w 342"/>
                <a:gd name="T21" fmla="*/ 515 h 1085"/>
                <a:gd name="T22" fmla="*/ 136 w 342"/>
                <a:gd name="T23" fmla="*/ 606 h 1085"/>
                <a:gd name="T24" fmla="*/ 132 w 342"/>
                <a:gd name="T25" fmla="*/ 610 h 1085"/>
                <a:gd name="T26" fmla="*/ 0 w 342"/>
                <a:gd name="T27" fmla="*/ 742 h 1085"/>
                <a:gd name="T28" fmla="*/ 0 w 342"/>
                <a:gd name="T29" fmla="*/ 1085 h 1085"/>
                <a:gd name="T30" fmla="*/ 4 w 342"/>
                <a:gd name="T31" fmla="*/ 1085 h 1085"/>
                <a:gd name="T32" fmla="*/ 4 w 342"/>
                <a:gd name="T33" fmla="*/ 744 h 1085"/>
                <a:gd name="T34" fmla="*/ 132 w 342"/>
                <a:gd name="T35" fmla="*/ 616 h 1085"/>
                <a:gd name="T36" fmla="*/ 136 w 342"/>
                <a:gd name="T37" fmla="*/ 612 h 1085"/>
                <a:gd name="T38" fmla="*/ 228 w 342"/>
                <a:gd name="T39" fmla="*/ 521 h 1085"/>
                <a:gd name="T40" fmla="*/ 232 w 342"/>
                <a:gd name="T41" fmla="*/ 517 h 1085"/>
                <a:gd name="T42" fmla="*/ 328 w 342"/>
                <a:gd name="T43" fmla="*/ 420 h 1085"/>
                <a:gd name="T44" fmla="*/ 328 w 342"/>
                <a:gd name="T45" fmla="*/ 31 h 1085"/>
                <a:gd name="T46" fmla="*/ 342 w 342"/>
                <a:gd name="T47" fmla="*/ 16 h 1085"/>
                <a:gd name="T48" fmla="*/ 326 w 342"/>
                <a:gd name="T49" fmla="*/ 0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2" h="1085">
                  <a:moveTo>
                    <a:pt x="326" y="27"/>
                  </a:moveTo>
                  <a:cubicBezTo>
                    <a:pt x="320" y="27"/>
                    <a:pt x="315" y="22"/>
                    <a:pt x="315" y="16"/>
                  </a:cubicBezTo>
                  <a:cubicBezTo>
                    <a:pt x="315" y="10"/>
                    <a:pt x="320" y="4"/>
                    <a:pt x="326" y="4"/>
                  </a:cubicBezTo>
                  <a:cubicBezTo>
                    <a:pt x="333" y="4"/>
                    <a:pt x="338" y="10"/>
                    <a:pt x="338" y="16"/>
                  </a:cubicBezTo>
                  <a:cubicBezTo>
                    <a:pt x="338" y="22"/>
                    <a:pt x="333" y="27"/>
                    <a:pt x="326" y="27"/>
                  </a:cubicBezTo>
                  <a:moveTo>
                    <a:pt x="326" y="0"/>
                  </a:moveTo>
                  <a:cubicBezTo>
                    <a:pt x="318" y="0"/>
                    <a:pt x="311" y="7"/>
                    <a:pt x="311" y="16"/>
                  </a:cubicBezTo>
                  <a:cubicBezTo>
                    <a:pt x="311" y="24"/>
                    <a:pt x="317" y="30"/>
                    <a:pt x="324" y="31"/>
                  </a:cubicBezTo>
                  <a:cubicBezTo>
                    <a:pt x="324" y="419"/>
                    <a:pt x="324" y="419"/>
                    <a:pt x="324" y="419"/>
                  </a:cubicBezTo>
                  <a:cubicBezTo>
                    <a:pt x="232" y="511"/>
                    <a:pt x="232" y="511"/>
                    <a:pt x="232" y="511"/>
                  </a:cubicBezTo>
                  <a:cubicBezTo>
                    <a:pt x="228" y="515"/>
                    <a:pt x="228" y="515"/>
                    <a:pt x="228" y="515"/>
                  </a:cubicBezTo>
                  <a:cubicBezTo>
                    <a:pt x="136" y="606"/>
                    <a:pt x="136" y="606"/>
                    <a:pt x="136" y="606"/>
                  </a:cubicBezTo>
                  <a:cubicBezTo>
                    <a:pt x="132" y="610"/>
                    <a:pt x="132" y="610"/>
                    <a:pt x="132" y="610"/>
                  </a:cubicBezTo>
                  <a:cubicBezTo>
                    <a:pt x="0" y="742"/>
                    <a:pt x="0" y="742"/>
                    <a:pt x="0" y="742"/>
                  </a:cubicBezTo>
                  <a:cubicBezTo>
                    <a:pt x="0" y="1085"/>
                    <a:pt x="0" y="1085"/>
                    <a:pt x="0" y="1085"/>
                  </a:cubicBezTo>
                  <a:cubicBezTo>
                    <a:pt x="4" y="1085"/>
                    <a:pt x="4" y="1085"/>
                    <a:pt x="4" y="1085"/>
                  </a:cubicBezTo>
                  <a:cubicBezTo>
                    <a:pt x="4" y="744"/>
                    <a:pt x="4" y="744"/>
                    <a:pt x="4" y="744"/>
                  </a:cubicBezTo>
                  <a:cubicBezTo>
                    <a:pt x="132" y="616"/>
                    <a:pt x="132" y="616"/>
                    <a:pt x="132" y="616"/>
                  </a:cubicBezTo>
                  <a:cubicBezTo>
                    <a:pt x="136" y="612"/>
                    <a:pt x="136" y="612"/>
                    <a:pt x="136" y="612"/>
                  </a:cubicBezTo>
                  <a:cubicBezTo>
                    <a:pt x="228" y="521"/>
                    <a:pt x="228" y="521"/>
                    <a:pt x="228" y="521"/>
                  </a:cubicBezTo>
                  <a:cubicBezTo>
                    <a:pt x="232" y="517"/>
                    <a:pt x="232" y="517"/>
                    <a:pt x="232" y="517"/>
                  </a:cubicBezTo>
                  <a:cubicBezTo>
                    <a:pt x="328" y="420"/>
                    <a:pt x="328" y="420"/>
                    <a:pt x="328" y="420"/>
                  </a:cubicBezTo>
                  <a:cubicBezTo>
                    <a:pt x="328" y="31"/>
                    <a:pt x="328" y="31"/>
                    <a:pt x="328" y="31"/>
                  </a:cubicBezTo>
                  <a:cubicBezTo>
                    <a:pt x="336" y="30"/>
                    <a:pt x="342" y="24"/>
                    <a:pt x="342" y="16"/>
                  </a:cubicBezTo>
                  <a:cubicBezTo>
                    <a:pt x="342" y="7"/>
                    <a:pt x="335" y="0"/>
                    <a:pt x="32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" name="Freeform 21"/>
            <p:cNvSpPr>
              <a:spLocks noEditPoints="1"/>
            </p:cNvSpPr>
            <p:nvPr/>
          </p:nvSpPr>
          <p:spPr bwMode="auto">
            <a:xfrm>
              <a:off x="2408238" y="2074862"/>
              <a:ext cx="434975" cy="4908551"/>
            </a:xfrm>
            <a:custGeom>
              <a:avLst/>
              <a:gdLst>
                <a:gd name="T0" fmla="*/ 15 w 116"/>
                <a:gd name="T1" fmla="*/ 27 h 1307"/>
                <a:gd name="T2" fmla="*/ 4 w 116"/>
                <a:gd name="T3" fmla="*/ 16 h 1307"/>
                <a:gd name="T4" fmla="*/ 15 w 116"/>
                <a:gd name="T5" fmla="*/ 4 h 1307"/>
                <a:gd name="T6" fmla="*/ 27 w 116"/>
                <a:gd name="T7" fmla="*/ 16 h 1307"/>
                <a:gd name="T8" fmla="*/ 15 w 116"/>
                <a:gd name="T9" fmla="*/ 27 h 1307"/>
                <a:gd name="T10" fmla="*/ 15 w 116"/>
                <a:gd name="T11" fmla="*/ 0 h 1307"/>
                <a:gd name="T12" fmla="*/ 0 w 116"/>
                <a:gd name="T13" fmla="*/ 16 h 1307"/>
                <a:gd name="T14" fmla="*/ 13 w 116"/>
                <a:gd name="T15" fmla="*/ 31 h 1307"/>
                <a:gd name="T16" fmla="*/ 13 w 116"/>
                <a:gd name="T17" fmla="*/ 496 h 1307"/>
                <a:gd name="T18" fmla="*/ 112 w 116"/>
                <a:gd name="T19" fmla="*/ 594 h 1307"/>
                <a:gd name="T20" fmla="*/ 112 w 116"/>
                <a:gd name="T21" fmla="*/ 1307 h 1307"/>
                <a:gd name="T22" fmla="*/ 116 w 116"/>
                <a:gd name="T23" fmla="*/ 1307 h 1307"/>
                <a:gd name="T24" fmla="*/ 116 w 116"/>
                <a:gd name="T25" fmla="*/ 593 h 1307"/>
                <a:gd name="T26" fmla="*/ 17 w 116"/>
                <a:gd name="T27" fmla="*/ 494 h 1307"/>
                <a:gd name="T28" fmla="*/ 17 w 116"/>
                <a:gd name="T29" fmla="*/ 31 h 1307"/>
                <a:gd name="T30" fmla="*/ 31 w 116"/>
                <a:gd name="T31" fmla="*/ 16 h 1307"/>
                <a:gd name="T32" fmla="*/ 15 w 116"/>
                <a:gd name="T33" fmla="*/ 0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1307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496"/>
                    <a:pt x="13" y="496"/>
                    <a:pt x="13" y="496"/>
                  </a:cubicBezTo>
                  <a:cubicBezTo>
                    <a:pt x="112" y="594"/>
                    <a:pt x="112" y="594"/>
                    <a:pt x="112" y="594"/>
                  </a:cubicBezTo>
                  <a:cubicBezTo>
                    <a:pt x="112" y="1307"/>
                    <a:pt x="112" y="1307"/>
                    <a:pt x="112" y="1307"/>
                  </a:cubicBezTo>
                  <a:cubicBezTo>
                    <a:pt x="116" y="1307"/>
                    <a:pt x="116" y="1307"/>
                    <a:pt x="116" y="1307"/>
                  </a:cubicBezTo>
                  <a:cubicBezTo>
                    <a:pt x="116" y="593"/>
                    <a:pt x="116" y="593"/>
                    <a:pt x="116" y="593"/>
                  </a:cubicBezTo>
                  <a:cubicBezTo>
                    <a:pt x="17" y="494"/>
                    <a:pt x="17" y="494"/>
                    <a:pt x="17" y="49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" name="Freeform 22"/>
            <p:cNvSpPr>
              <a:spLocks noEditPoints="1"/>
            </p:cNvSpPr>
            <p:nvPr/>
          </p:nvSpPr>
          <p:spPr bwMode="auto">
            <a:xfrm>
              <a:off x="3217863" y="2792412"/>
              <a:ext cx="525463" cy="4191001"/>
            </a:xfrm>
            <a:custGeom>
              <a:avLst/>
              <a:gdLst>
                <a:gd name="T0" fmla="*/ 72 w 140"/>
                <a:gd name="T1" fmla="*/ 409 h 1116"/>
                <a:gd name="T2" fmla="*/ 72 w 140"/>
                <a:gd name="T3" fmla="*/ 414 h 1116"/>
                <a:gd name="T4" fmla="*/ 136 w 140"/>
                <a:gd name="T5" fmla="*/ 478 h 1116"/>
                <a:gd name="T6" fmla="*/ 136 w 140"/>
                <a:gd name="T7" fmla="*/ 1116 h 1116"/>
                <a:gd name="T8" fmla="*/ 140 w 140"/>
                <a:gd name="T9" fmla="*/ 1116 h 1116"/>
                <a:gd name="T10" fmla="*/ 140 w 140"/>
                <a:gd name="T11" fmla="*/ 476 h 1116"/>
                <a:gd name="T12" fmla="*/ 72 w 140"/>
                <a:gd name="T13" fmla="*/ 409 h 1116"/>
                <a:gd name="T14" fmla="*/ 15 w 140"/>
                <a:gd name="T15" fmla="*/ 27 h 1116"/>
                <a:gd name="T16" fmla="*/ 4 w 140"/>
                <a:gd name="T17" fmla="*/ 16 h 1116"/>
                <a:gd name="T18" fmla="*/ 15 w 140"/>
                <a:gd name="T19" fmla="*/ 4 h 1116"/>
                <a:gd name="T20" fmla="*/ 27 w 140"/>
                <a:gd name="T21" fmla="*/ 16 h 1116"/>
                <a:gd name="T22" fmla="*/ 15 w 140"/>
                <a:gd name="T23" fmla="*/ 27 h 1116"/>
                <a:gd name="T24" fmla="*/ 15 w 140"/>
                <a:gd name="T25" fmla="*/ 0 h 1116"/>
                <a:gd name="T26" fmla="*/ 0 w 140"/>
                <a:gd name="T27" fmla="*/ 16 h 1116"/>
                <a:gd name="T28" fmla="*/ 13 w 140"/>
                <a:gd name="T29" fmla="*/ 31 h 1116"/>
                <a:gd name="T30" fmla="*/ 13 w 140"/>
                <a:gd name="T31" fmla="*/ 355 h 1116"/>
                <a:gd name="T32" fmla="*/ 68 w 140"/>
                <a:gd name="T33" fmla="*/ 410 h 1116"/>
                <a:gd name="T34" fmla="*/ 68 w 140"/>
                <a:gd name="T35" fmla="*/ 405 h 1116"/>
                <a:gd name="T36" fmla="*/ 17 w 140"/>
                <a:gd name="T37" fmla="*/ 354 h 1116"/>
                <a:gd name="T38" fmla="*/ 17 w 140"/>
                <a:gd name="T39" fmla="*/ 31 h 1116"/>
                <a:gd name="T40" fmla="*/ 31 w 140"/>
                <a:gd name="T41" fmla="*/ 16 h 1116"/>
                <a:gd name="T42" fmla="*/ 15 w 140"/>
                <a:gd name="T43" fmla="*/ 0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0" h="1116">
                  <a:moveTo>
                    <a:pt x="72" y="409"/>
                  </a:moveTo>
                  <a:cubicBezTo>
                    <a:pt x="72" y="414"/>
                    <a:pt x="72" y="414"/>
                    <a:pt x="72" y="414"/>
                  </a:cubicBezTo>
                  <a:cubicBezTo>
                    <a:pt x="136" y="478"/>
                    <a:pt x="136" y="478"/>
                    <a:pt x="136" y="478"/>
                  </a:cubicBezTo>
                  <a:cubicBezTo>
                    <a:pt x="136" y="1116"/>
                    <a:pt x="136" y="1116"/>
                    <a:pt x="136" y="1116"/>
                  </a:cubicBezTo>
                  <a:cubicBezTo>
                    <a:pt x="140" y="1116"/>
                    <a:pt x="140" y="1116"/>
                    <a:pt x="140" y="1116"/>
                  </a:cubicBezTo>
                  <a:cubicBezTo>
                    <a:pt x="140" y="476"/>
                    <a:pt x="140" y="476"/>
                    <a:pt x="140" y="476"/>
                  </a:cubicBezTo>
                  <a:cubicBezTo>
                    <a:pt x="72" y="409"/>
                    <a:pt x="72" y="409"/>
                    <a:pt x="72" y="409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355"/>
                    <a:pt x="13" y="355"/>
                    <a:pt x="13" y="355"/>
                  </a:cubicBezTo>
                  <a:cubicBezTo>
                    <a:pt x="68" y="410"/>
                    <a:pt x="68" y="410"/>
                    <a:pt x="68" y="410"/>
                  </a:cubicBezTo>
                  <a:cubicBezTo>
                    <a:pt x="68" y="405"/>
                    <a:pt x="68" y="405"/>
                    <a:pt x="68" y="405"/>
                  </a:cubicBezTo>
                  <a:cubicBezTo>
                    <a:pt x="17" y="354"/>
                    <a:pt x="17" y="354"/>
                    <a:pt x="17" y="35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" name="Freeform 23"/>
            <p:cNvSpPr>
              <a:spLocks noEditPoints="1"/>
            </p:cNvSpPr>
            <p:nvPr/>
          </p:nvSpPr>
          <p:spPr bwMode="auto">
            <a:xfrm>
              <a:off x="3113088" y="2074862"/>
              <a:ext cx="428625" cy="4908551"/>
            </a:xfrm>
            <a:custGeom>
              <a:avLst/>
              <a:gdLst>
                <a:gd name="T0" fmla="*/ 98 w 114"/>
                <a:gd name="T1" fmla="*/ 27 h 1307"/>
                <a:gd name="T2" fmla="*/ 87 w 114"/>
                <a:gd name="T3" fmla="*/ 16 h 1307"/>
                <a:gd name="T4" fmla="*/ 98 w 114"/>
                <a:gd name="T5" fmla="*/ 4 h 1307"/>
                <a:gd name="T6" fmla="*/ 110 w 114"/>
                <a:gd name="T7" fmla="*/ 16 h 1307"/>
                <a:gd name="T8" fmla="*/ 98 w 114"/>
                <a:gd name="T9" fmla="*/ 27 h 1307"/>
                <a:gd name="T10" fmla="*/ 98 w 114"/>
                <a:gd name="T11" fmla="*/ 0 h 1307"/>
                <a:gd name="T12" fmla="*/ 83 w 114"/>
                <a:gd name="T13" fmla="*/ 16 h 1307"/>
                <a:gd name="T14" fmla="*/ 96 w 114"/>
                <a:gd name="T15" fmla="*/ 31 h 1307"/>
                <a:gd name="T16" fmla="*/ 96 w 114"/>
                <a:gd name="T17" fmla="*/ 596 h 1307"/>
                <a:gd name="T18" fmla="*/ 96 w 114"/>
                <a:gd name="T19" fmla="*/ 601 h 1307"/>
                <a:gd name="T20" fmla="*/ 96 w 114"/>
                <a:gd name="T21" fmla="*/ 886 h 1307"/>
                <a:gd name="T22" fmla="*/ 0 w 114"/>
                <a:gd name="T23" fmla="*/ 982 h 1307"/>
                <a:gd name="T24" fmla="*/ 0 w 114"/>
                <a:gd name="T25" fmla="*/ 1307 h 1307"/>
                <a:gd name="T26" fmla="*/ 4 w 114"/>
                <a:gd name="T27" fmla="*/ 1307 h 1307"/>
                <a:gd name="T28" fmla="*/ 4 w 114"/>
                <a:gd name="T29" fmla="*/ 984 h 1307"/>
                <a:gd name="T30" fmla="*/ 100 w 114"/>
                <a:gd name="T31" fmla="*/ 888 h 1307"/>
                <a:gd name="T32" fmla="*/ 100 w 114"/>
                <a:gd name="T33" fmla="*/ 605 h 1307"/>
                <a:gd name="T34" fmla="*/ 100 w 114"/>
                <a:gd name="T35" fmla="*/ 600 h 1307"/>
                <a:gd name="T36" fmla="*/ 100 w 114"/>
                <a:gd name="T37" fmla="*/ 31 h 1307"/>
                <a:gd name="T38" fmla="*/ 114 w 114"/>
                <a:gd name="T39" fmla="*/ 16 h 1307"/>
                <a:gd name="T40" fmla="*/ 98 w 114"/>
                <a:gd name="T41" fmla="*/ 0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307">
                  <a:moveTo>
                    <a:pt x="98" y="27"/>
                  </a:moveTo>
                  <a:cubicBezTo>
                    <a:pt x="92" y="27"/>
                    <a:pt x="87" y="22"/>
                    <a:pt x="87" y="16"/>
                  </a:cubicBezTo>
                  <a:cubicBezTo>
                    <a:pt x="87" y="10"/>
                    <a:pt x="92" y="4"/>
                    <a:pt x="98" y="4"/>
                  </a:cubicBezTo>
                  <a:cubicBezTo>
                    <a:pt x="105" y="4"/>
                    <a:pt x="110" y="10"/>
                    <a:pt x="110" y="16"/>
                  </a:cubicBezTo>
                  <a:cubicBezTo>
                    <a:pt x="110" y="22"/>
                    <a:pt x="105" y="27"/>
                    <a:pt x="98" y="27"/>
                  </a:cubicBezTo>
                  <a:moveTo>
                    <a:pt x="98" y="0"/>
                  </a:moveTo>
                  <a:cubicBezTo>
                    <a:pt x="90" y="0"/>
                    <a:pt x="83" y="7"/>
                    <a:pt x="83" y="16"/>
                  </a:cubicBezTo>
                  <a:cubicBezTo>
                    <a:pt x="83" y="24"/>
                    <a:pt x="89" y="30"/>
                    <a:pt x="96" y="31"/>
                  </a:cubicBezTo>
                  <a:cubicBezTo>
                    <a:pt x="96" y="596"/>
                    <a:pt x="96" y="596"/>
                    <a:pt x="96" y="596"/>
                  </a:cubicBezTo>
                  <a:cubicBezTo>
                    <a:pt x="96" y="601"/>
                    <a:pt x="96" y="601"/>
                    <a:pt x="96" y="601"/>
                  </a:cubicBezTo>
                  <a:cubicBezTo>
                    <a:pt x="96" y="886"/>
                    <a:pt x="96" y="886"/>
                    <a:pt x="96" y="886"/>
                  </a:cubicBezTo>
                  <a:cubicBezTo>
                    <a:pt x="0" y="982"/>
                    <a:pt x="0" y="982"/>
                    <a:pt x="0" y="982"/>
                  </a:cubicBezTo>
                  <a:cubicBezTo>
                    <a:pt x="0" y="1307"/>
                    <a:pt x="0" y="1307"/>
                    <a:pt x="0" y="1307"/>
                  </a:cubicBezTo>
                  <a:cubicBezTo>
                    <a:pt x="4" y="1307"/>
                    <a:pt x="4" y="1307"/>
                    <a:pt x="4" y="1307"/>
                  </a:cubicBezTo>
                  <a:cubicBezTo>
                    <a:pt x="4" y="984"/>
                    <a:pt x="4" y="984"/>
                    <a:pt x="4" y="984"/>
                  </a:cubicBezTo>
                  <a:cubicBezTo>
                    <a:pt x="100" y="888"/>
                    <a:pt x="100" y="888"/>
                    <a:pt x="100" y="888"/>
                  </a:cubicBezTo>
                  <a:cubicBezTo>
                    <a:pt x="100" y="605"/>
                    <a:pt x="100" y="605"/>
                    <a:pt x="100" y="605"/>
                  </a:cubicBezTo>
                  <a:cubicBezTo>
                    <a:pt x="100" y="600"/>
                    <a:pt x="100" y="600"/>
                    <a:pt x="100" y="600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8" y="30"/>
                    <a:pt x="114" y="24"/>
                    <a:pt x="114" y="16"/>
                  </a:cubicBezTo>
                  <a:cubicBezTo>
                    <a:pt x="114" y="7"/>
                    <a:pt x="107" y="0"/>
                    <a:pt x="9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" name="Freeform 24"/>
            <p:cNvSpPr>
              <a:spLocks noEditPoints="1"/>
            </p:cNvSpPr>
            <p:nvPr/>
          </p:nvSpPr>
          <p:spPr bwMode="auto">
            <a:xfrm>
              <a:off x="3924301" y="1500187"/>
              <a:ext cx="225425" cy="5483226"/>
            </a:xfrm>
            <a:custGeom>
              <a:avLst/>
              <a:gdLst>
                <a:gd name="T0" fmla="*/ 44 w 60"/>
                <a:gd name="T1" fmla="*/ 27 h 1460"/>
                <a:gd name="T2" fmla="*/ 33 w 60"/>
                <a:gd name="T3" fmla="*/ 16 h 1460"/>
                <a:gd name="T4" fmla="*/ 44 w 60"/>
                <a:gd name="T5" fmla="*/ 4 h 1460"/>
                <a:gd name="T6" fmla="*/ 56 w 60"/>
                <a:gd name="T7" fmla="*/ 16 h 1460"/>
                <a:gd name="T8" fmla="*/ 44 w 60"/>
                <a:gd name="T9" fmla="*/ 27 h 1460"/>
                <a:gd name="T10" fmla="*/ 44 w 60"/>
                <a:gd name="T11" fmla="*/ 0 h 1460"/>
                <a:gd name="T12" fmla="*/ 29 w 60"/>
                <a:gd name="T13" fmla="*/ 16 h 1460"/>
                <a:gd name="T14" fmla="*/ 42 w 60"/>
                <a:gd name="T15" fmla="*/ 31 h 1460"/>
                <a:gd name="T16" fmla="*/ 42 w 60"/>
                <a:gd name="T17" fmla="*/ 889 h 1460"/>
                <a:gd name="T18" fmla="*/ 0 w 60"/>
                <a:gd name="T19" fmla="*/ 931 h 1460"/>
                <a:gd name="T20" fmla="*/ 0 w 60"/>
                <a:gd name="T21" fmla="*/ 1460 h 1460"/>
                <a:gd name="T22" fmla="*/ 4 w 60"/>
                <a:gd name="T23" fmla="*/ 1460 h 1460"/>
                <a:gd name="T24" fmla="*/ 4 w 60"/>
                <a:gd name="T25" fmla="*/ 933 h 1460"/>
                <a:gd name="T26" fmla="*/ 46 w 60"/>
                <a:gd name="T27" fmla="*/ 891 h 1460"/>
                <a:gd name="T28" fmla="*/ 46 w 60"/>
                <a:gd name="T29" fmla="*/ 31 h 1460"/>
                <a:gd name="T30" fmla="*/ 60 w 60"/>
                <a:gd name="T31" fmla="*/ 16 h 1460"/>
                <a:gd name="T32" fmla="*/ 44 w 60"/>
                <a:gd name="T33" fmla="*/ 0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" h="1460">
                  <a:moveTo>
                    <a:pt x="44" y="27"/>
                  </a:moveTo>
                  <a:cubicBezTo>
                    <a:pt x="38" y="27"/>
                    <a:pt x="33" y="22"/>
                    <a:pt x="33" y="16"/>
                  </a:cubicBezTo>
                  <a:cubicBezTo>
                    <a:pt x="33" y="9"/>
                    <a:pt x="38" y="4"/>
                    <a:pt x="44" y="4"/>
                  </a:cubicBezTo>
                  <a:cubicBezTo>
                    <a:pt x="51" y="4"/>
                    <a:pt x="56" y="9"/>
                    <a:pt x="56" y="16"/>
                  </a:cubicBezTo>
                  <a:cubicBezTo>
                    <a:pt x="56" y="22"/>
                    <a:pt x="51" y="27"/>
                    <a:pt x="44" y="27"/>
                  </a:cubicBezTo>
                  <a:moveTo>
                    <a:pt x="44" y="0"/>
                  </a:moveTo>
                  <a:cubicBezTo>
                    <a:pt x="36" y="0"/>
                    <a:pt x="29" y="7"/>
                    <a:pt x="29" y="16"/>
                  </a:cubicBezTo>
                  <a:cubicBezTo>
                    <a:pt x="29" y="24"/>
                    <a:pt x="35" y="30"/>
                    <a:pt x="42" y="31"/>
                  </a:cubicBezTo>
                  <a:cubicBezTo>
                    <a:pt x="42" y="889"/>
                    <a:pt x="42" y="889"/>
                    <a:pt x="42" y="889"/>
                  </a:cubicBezTo>
                  <a:cubicBezTo>
                    <a:pt x="0" y="931"/>
                    <a:pt x="0" y="931"/>
                    <a:pt x="0" y="931"/>
                  </a:cubicBezTo>
                  <a:cubicBezTo>
                    <a:pt x="0" y="1460"/>
                    <a:pt x="0" y="1460"/>
                    <a:pt x="0" y="1460"/>
                  </a:cubicBezTo>
                  <a:cubicBezTo>
                    <a:pt x="4" y="1460"/>
                    <a:pt x="4" y="1460"/>
                    <a:pt x="4" y="1460"/>
                  </a:cubicBezTo>
                  <a:cubicBezTo>
                    <a:pt x="4" y="933"/>
                    <a:pt x="4" y="933"/>
                    <a:pt x="4" y="933"/>
                  </a:cubicBezTo>
                  <a:cubicBezTo>
                    <a:pt x="46" y="891"/>
                    <a:pt x="46" y="891"/>
                    <a:pt x="46" y="891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54" y="30"/>
                    <a:pt x="60" y="24"/>
                    <a:pt x="60" y="16"/>
                  </a:cubicBezTo>
                  <a:cubicBezTo>
                    <a:pt x="60" y="7"/>
                    <a:pt x="53" y="0"/>
                    <a:pt x="4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" name="Freeform 25"/>
            <p:cNvSpPr>
              <a:spLocks noEditPoints="1"/>
            </p:cNvSpPr>
            <p:nvPr/>
          </p:nvSpPr>
          <p:spPr bwMode="auto">
            <a:xfrm>
              <a:off x="4157663" y="723900"/>
              <a:ext cx="750888" cy="6259513"/>
            </a:xfrm>
            <a:custGeom>
              <a:avLst/>
              <a:gdLst>
                <a:gd name="T0" fmla="*/ 119 w 200"/>
                <a:gd name="T1" fmla="*/ 842 h 1667"/>
                <a:gd name="T2" fmla="*/ 119 w 200"/>
                <a:gd name="T3" fmla="*/ 847 h 1667"/>
                <a:gd name="T4" fmla="*/ 196 w 200"/>
                <a:gd name="T5" fmla="*/ 924 h 1667"/>
                <a:gd name="T6" fmla="*/ 196 w 200"/>
                <a:gd name="T7" fmla="*/ 1667 h 1667"/>
                <a:gd name="T8" fmla="*/ 200 w 200"/>
                <a:gd name="T9" fmla="*/ 1667 h 1667"/>
                <a:gd name="T10" fmla="*/ 200 w 200"/>
                <a:gd name="T11" fmla="*/ 923 h 1667"/>
                <a:gd name="T12" fmla="*/ 119 w 200"/>
                <a:gd name="T13" fmla="*/ 842 h 1667"/>
                <a:gd name="T14" fmla="*/ 15 w 200"/>
                <a:gd name="T15" fmla="*/ 27 h 1667"/>
                <a:gd name="T16" fmla="*/ 4 w 200"/>
                <a:gd name="T17" fmla="*/ 16 h 1667"/>
                <a:gd name="T18" fmla="*/ 15 w 200"/>
                <a:gd name="T19" fmla="*/ 4 h 1667"/>
                <a:gd name="T20" fmla="*/ 27 w 200"/>
                <a:gd name="T21" fmla="*/ 16 h 1667"/>
                <a:gd name="T22" fmla="*/ 15 w 200"/>
                <a:gd name="T23" fmla="*/ 27 h 1667"/>
                <a:gd name="T24" fmla="*/ 15 w 200"/>
                <a:gd name="T25" fmla="*/ 0 h 1667"/>
                <a:gd name="T26" fmla="*/ 0 w 200"/>
                <a:gd name="T27" fmla="*/ 16 h 1667"/>
                <a:gd name="T28" fmla="*/ 13 w 200"/>
                <a:gd name="T29" fmla="*/ 31 h 1667"/>
                <a:gd name="T30" fmla="*/ 13 w 200"/>
                <a:gd name="T31" fmla="*/ 741 h 1667"/>
                <a:gd name="T32" fmla="*/ 115 w 200"/>
                <a:gd name="T33" fmla="*/ 843 h 1667"/>
                <a:gd name="T34" fmla="*/ 115 w 200"/>
                <a:gd name="T35" fmla="*/ 838 h 1667"/>
                <a:gd name="T36" fmla="*/ 17 w 200"/>
                <a:gd name="T37" fmla="*/ 740 h 1667"/>
                <a:gd name="T38" fmla="*/ 17 w 200"/>
                <a:gd name="T39" fmla="*/ 31 h 1667"/>
                <a:gd name="T40" fmla="*/ 31 w 200"/>
                <a:gd name="T41" fmla="*/ 16 h 1667"/>
                <a:gd name="T42" fmla="*/ 15 w 200"/>
                <a:gd name="T43" fmla="*/ 0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0" h="1667">
                  <a:moveTo>
                    <a:pt x="119" y="842"/>
                  </a:moveTo>
                  <a:cubicBezTo>
                    <a:pt x="119" y="847"/>
                    <a:pt x="119" y="847"/>
                    <a:pt x="119" y="847"/>
                  </a:cubicBezTo>
                  <a:cubicBezTo>
                    <a:pt x="196" y="924"/>
                    <a:pt x="196" y="924"/>
                    <a:pt x="196" y="924"/>
                  </a:cubicBezTo>
                  <a:cubicBezTo>
                    <a:pt x="196" y="1667"/>
                    <a:pt x="196" y="1667"/>
                    <a:pt x="196" y="1667"/>
                  </a:cubicBezTo>
                  <a:cubicBezTo>
                    <a:pt x="200" y="1667"/>
                    <a:pt x="200" y="1667"/>
                    <a:pt x="200" y="1667"/>
                  </a:cubicBezTo>
                  <a:cubicBezTo>
                    <a:pt x="200" y="923"/>
                    <a:pt x="200" y="923"/>
                    <a:pt x="200" y="923"/>
                  </a:cubicBezTo>
                  <a:cubicBezTo>
                    <a:pt x="119" y="842"/>
                    <a:pt x="119" y="842"/>
                    <a:pt x="119" y="842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741"/>
                    <a:pt x="13" y="741"/>
                    <a:pt x="13" y="741"/>
                  </a:cubicBezTo>
                  <a:cubicBezTo>
                    <a:pt x="115" y="843"/>
                    <a:pt x="115" y="843"/>
                    <a:pt x="115" y="843"/>
                  </a:cubicBezTo>
                  <a:cubicBezTo>
                    <a:pt x="115" y="838"/>
                    <a:pt x="115" y="838"/>
                    <a:pt x="115" y="838"/>
                  </a:cubicBezTo>
                  <a:cubicBezTo>
                    <a:pt x="17" y="740"/>
                    <a:pt x="17" y="740"/>
                    <a:pt x="17" y="74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" name="Freeform 26"/>
            <p:cNvSpPr>
              <a:spLocks noEditPoints="1"/>
            </p:cNvSpPr>
            <p:nvPr/>
          </p:nvSpPr>
          <p:spPr bwMode="auto">
            <a:xfrm>
              <a:off x="4194176" y="1804987"/>
              <a:ext cx="461963" cy="5178426"/>
            </a:xfrm>
            <a:custGeom>
              <a:avLst/>
              <a:gdLst>
                <a:gd name="T0" fmla="*/ 107 w 123"/>
                <a:gd name="T1" fmla="*/ 27 h 1379"/>
                <a:gd name="T2" fmla="*/ 96 w 123"/>
                <a:gd name="T3" fmla="*/ 16 h 1379"/>
                <a:gd name="T4" fmla="*/ 107 w 123"/>
                <a:gd name="T5" fmla="*/ 4 h 1379"/>
                <a:gd name="T6" fmla="*/ 119 w 123"/>
                <a:gd name="T7" fmla="*/ 16 h 1379"/>
                <a:gd name="T8" fmla="*/ 107 w 123"/>
                <a:gd name="T9" fmla="*/ 27 h 1379"/>
                <a:gd name="T10" fmla="*/ 107 w 123"/>
                <a:gd name="T11" fmla="*/ 0 h 1379"/>
                <a:gd name="T12" fmla="*/ 92 w 123"/>
                <a:gd name="T13" fmla="*/ 16 h 1379"/>
                <a:gd name="T14" fmla="*/ 105 w 123"/>
                <a:gd name="T15" fmla="*/ 31 h 1379"/>
                <a:gd name="T16" fmla="*/ 105 w 123"/>
                <a:gd name="T17" fmla="*/ 550 h 1379"/>
                <a:gd name="T18" fmla="*/ 105 w 123"/>
                <a:gd name="T19" fmla="*/ 555 h 1379"/>
                <a:gd name="T20" fmla="*/ 105 w 123"/>
                <a:gd name="T21" fmla="*/ 823 h 1379"/>
                <a:gd name="T22" fmla="*/ 0 w 123"/>
                <a:gd name="T23" fmla="*/ 928 h 1379"/>
                <a:gd name="T24" fmla="*/ 0 w 123"/>
                <a:gd name="T25" fmla="*/ 1379 h 1379"/>
                <a:gd name="T26" fmla="*/ 4 w 123"/>
                <a:gd name="T27" fmla="*/ 1379 h 1379"/>
                <a:gd name="T28" fmla="*/ 4 w 123"/>
                <a:gd name="T29" fmla="*/ 930 h 1379"/>
                <a:gd name="T30" fmla="*/ 109 w 123"/>
                <a:gd name="T31" fmla="*/ 825 h 1379"/>
                <a:gd name="T32" fmla="*/ 109 w 123"/>
                <a:gd name="T33" fmla="*/ 559 h 1379"/>
                <a:gd name="T34" fmla="*/ 109 w 123"/>
                <a:gd name="T35" fmla="*/ 554 h 1379"/>
                <a:gd name="T36" fmla="*/ 109 w 123"/>
                <a:gd name="T37" fmla="*/ 31 h 1379"/>
                <a:gd name="T38" fmla="*/ 123 w 123"/>
                <a:gd name="T39" fmla="*/ 16 h 1379"/>
                <a:gd name="T40" fmla="*/ 107 w 123"/>
                <a:gd name="T41" fmla="*/ 0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379">
                  <a:moveTo>
                    <a:pt x="107" y="27"/>
                  </a:moveTo>
                  <a:cubicBezTo>
                    <a:pt x="101" y="27"/>
                    <a:pt x="96" y="22"/>
                    <a:pt x="96" y="16"/>
                  </a:cubicBezTo>
                  <a:cubicBezTo>
                    <a:pt x="96" y="10"/>
                    <a:pt x="101" y="4"/>
                    <a:pt x="107" y="4"/>
                  </a:cubicBezTo>
                  <a:cubicBezTo>
                    <a:pt x="114" y="4"/>
                    <a:pt x="119" y="10"/>
                    <a:pt x="119" y="16"/>
                  </a:cubicBezTo>
                  <a:cubicBezTo>
                    <a:pt x="119" y="22"/>
                    <a:pt x="114" y="27"/>
                    <a:pt x="107" y="27"/>
                  </a:cubicBezTo>
                  <a:moveTo>
                    <a:pt x="107" y="0"/>
                  </a:moveTo>
                  <a:cubicBezTo>
                    <a:pt x="99" y="0"/>
                    <a:pt x="92" y="7"/>
                    <a:pt x="92" y="16"/>
                  </a:cubicBezTo>
                  <a:cubicBezTo>
                    <a:pt x="92" y="24"/>
                    <a:pt x="98" y="30"/>
                    <a:pt x="105" y="31"/>
                  </a:cubicBezTo>
                  <a:cubicBezTo>
                    <a:pt x="105" y="550"/>
                    <a:pt x="105" y="550"/>
                    <a:pt x="105" y="550"/>
                  </a:cubicBezTo>
                  <a:cubicBezTo>
                    <a:pt x="105" y="555"/>
                    <a:pt x="105" y="555"/>
                    <a:pt x="105" y="555"/>
                  </a:cubicBezTo>
                  <a:cubicBezTo>
                    <a:pt x="105" y="823"/>
                    <a:pt x="105" y="823"/>
                    <a:pt x="105" y="823"/>
                  </a:cubicBezTo>
                  <a:cubicBezTo>
                    <a:pt x="0" y="928"/>
                    <a:pt x="0" y="928"/>
                    <a:pt x="0" y="928"/>
                  </a:cubicBezTo>
                  <a:cubicBezTo>
                    <a:pt x="0" y="1379"/>
                    <a:pt x="0" y="1379"/>
                    <a:pt x="0" y="1379"/>
                  </a:cubicBezTo>
                  <a:cubicBezTo>
                    <a:pt x="4" y="1379"/>
                    <a:pt x="4" y="1379"/>
                    <a:pt x="4" y="1379"/>
                  </a:cubicBezTo>
                  <a:cubicBezTo>
                    <a:pt x="4" y="930"/>
                    <a:pt x="4" y="930"/>
                    <a:pt x="4" y="930"/>
                  </a:cubicBezTo>
                  <a:cubicBezTo>
                    <a:pt x="109" y="825"/>
                    <a:pt x="109" y="825"/>
                    <a:pt x="109" y="825"/>
                  </a:cubicBezTo>
                  <a:cubicBezTo>
                    <a:pt x="109" y="559"/>
                    <a:pt x="109" y="559"/>
                    <a:pt x="109" y="559"/>
                  </a:cubicBezTo>
                  <a:cubicBezTo>
                    <a:pt x="109" y="554"/>
                    <a:pt x="109" y="554"/>
                    <a:pt x="109" y="554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17" y="30"/>
                    <a:pt x="123" y="24"/>
                    <a:pt x="123" y="16"/>
                  </a:cubicBezTo>
                  <a:cubicBezTo>
                    <a:pt x="123" y="7"/>
                    <a:pt x="116" y="0"/>
                    <a:pt x="107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 27"/>
            <p:cNvSpPr>
              <a:spLocks noEditPoints="1"/>
            </p:cNvSpPr>
            <p:nvPr/>
          </p:nvSpPr>
          <p:spPr bwMode="auto">
            <a:xfrm>
              <a:off x="5095876" y="227012"/>
              <a:ext cx="338138" cy="6756401"/>
            </a:xfrm>
            <a:custGeom>
              <a:avLst/>
              <a:gdLst>
                <a:gd name="T0" fmla="*/ 74 w 90"/>
                <a:gd name="T1" fmla="*/ 27 h 1799"/>
                <a:gd name="T2" fmla="*/ 63 w 90"/>
                <a:gd name="T3" fmla="*/ 16 h 1799"/>
                <a:gd name="T4" fmla="*/ 74 w 90"/>
                <a:gd name="T5" fmla="*/ 4 h 1799"/>
                <a:gd name="T6" fmla="*/ 86 w 90"/>
                <a:gd name="T7" fmla="*/ 16 h 1799"/>
                <a:gd name="T8" fmla="*/ 74 w 90"/>
                <a:gd name="T9" fmla="*/ 27 h 1799"/>
                <a:gd name="T10" fmla="*/ 74 w 90"/>
                <a:gd name="T11" fmla="*/ 0 h 1799"/>
                <a:gd name="T12" fmla="*/ 59 w 90"/>
                <a:gd name="T13" fmla="*/ 16 h 1799"/>
                <a:gd name="T14" fmla="*/ 72 w 90"/>
                <a:gd name="T15" fmla="*/ 31 h 1799"/>
                <a:gd name="T16" fmla="*/ 72 w 90"/>
                <a:gd name="T17" fmla="*/ 671 h 1799"/>
                <a:gd name="T18" fmla="*/ 0 w 90"/>
                <a:gd name="T19" fmla="*/ 743 h 1799"/>
                <a:gd name="T20" fmla="*/ 0 w 90"/>
                <a:gd name="T21" fmla="*/ 1799 h 1799"/>
                <a:gd name="T22" fmla="*/ 4 w 90"/>
                <a:gd name="T23" fmla="*/ 1799 h 1799"/>
                <a:gd name="T24" fmla="*/ 4 w 90"/>
                <a:gd name="T25" fmla="*/ 744 h 1799"/>
                <a:gd name="T26" fmla="*/ 76 w 90"/>
                <a:gd name="T27" fmla="*/ 672 h 1799"/>
                <a:gd name="T28" fmla="*/ 76 w 90"/>
                <a:gd name="T29" fmla="*/ 31 h 1799"/>
                <a:gd name="T30" fmla="*/ 90 w 90"/>
                <a:gd name="T31" fmla="*/ 16 h 1799"/>
                <a:gd name="T32" fmla="*/ 74 w 90"/>
                <a:gd name="T33" fmla="*/ 0 h 1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0" h="1799">
                  <a:moveTo>
                    <a:pt x="74" y="27"/>
                  </a:moveTo>
                  <a:cubicBezTo>
                    <a:pt x="68" y="27"/>
                    <a:pt x="63" y="22"/>
                    <a:pt x="63" y="16"/>
                  </a:cubicBezTo>
                  <a:cubicBezTo>
                    <a:pt x="63" y="10"/>
                    <a:pt x="68" y="4"/>
                    <a:pt x="74" y="4"/>
                  </a:cubicBezTo>
                  <a:cubicBezTo>
                    <a:pt x="81" y="4"/>
                    <a:pt x="86" y="10"/>
                    <a:pt x="86" y="16"/>
                  </a:cubicBezTo>
                  <a:cubicBezTo>
                    <a:pt x="86" y="22"/>
                    <a:pt x="81" y="27"/>
                    <a:pt x="74" y="27"/>
                  </a:cubicBezTo>
                  <a:moveTo>
                    <a:pt x="74" y="0"/>
                  </a:moveTo>
                  <a:cubicBezTo>
                    <a:pt x="66" y="0"/>
                    <a:pt x="59" y="7"/>
                    <a:pt x="59" y="16"/>
                  </a:cubicBezTo>
                  <a:cubicBezTo>
                    <a:pt x="59" y="24"/>
                    <a:pt x="65" y="30"/>
                    <a:pt x="72" y="31"/>
                  </a:cubicBezTo>
                  <a:cubicBezTo>
                    <a:pt x="72" y="671"/>
                    <a:pt x="72" y="671"/>
                    <a:pt x="72" y="671"/>
                  </a:cubicBezTo>
                  <a:cubicBezTo>
                    <a:pt x="0" y="743"/>
                    <a:pt x="0" y="743"/>
                    <a:pt x="0" y="743"/>
                  </a:cubicBezTo>
                  <a:cubicBezTo>
                    <a:pt x="0" y="1799"/>
                    <a:pt x="0" y="1799"/>
                    <a:pt x="0" y="1799"/>
                  </a:cubicBezTo>
                  <a:cubicBezTo>
                    <a:pt x="4" y="1799"/>
                    <a:pt x="4" y="1799"/>
                    <a:pt x="4" y="1799"/>
                  </a:cubicBezTo>
                  <a:cubicBezTo>
                    <a:pt x="4" y="744"/>
                    <a:pt x="4" y="744"/>
                    <a:pt x="4" y="744"/>
                  </a:cubicBezTo>
                  <a:cubicBezTo>
                    <a:pt x="76" y="672"/>
                    <a:pt x="76" y="672"/>
                    <a:pt x="76" y="672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84" y="30"/>
                    <a:pt x="90" y="24"/>
                    <a:pt x="90" y="16"/>
                  </a:cubicBezTo>
                  <a:cubicBezTo>
                    <a:pt x="90" y="7"/>
                    <a:pt x="83" y="0"/>
                    <a:pt x="7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" name="Freeform 28"/>
            <p:cNvSpPr>
              <a:spLocks noEditPoints="1"/>
            </p:cNvSpPr>
            <p:nvPr/>
          </p:nvSpPr>
          <p:spPr bwMode="auto">
            <a:xfrm>
              <a:off x="5778501" y="1917700"/>
              <a:ext cx="1292225" cy="5065713"/>
            </a:xfrm>
            <a:custGeom>
              <a:avLst/>
              <a:gdLst>
                <a:gd name="T0" fmla="*/ 278 w 344"/>
                <a:gd name="T1" fmla="*/ 970 h 1349"/>
                <a:gd name="T2" fmla="*/ 278 w 344"/>
                <a:gd name="T3" fmla="*/ 976 h 1349"/>
                <a:gd name="T4" fmla="*/ 340 w 344"/>
                <a:gd name="T5" fmla="*/ 1038 h 1349"/>
                <a:gd name="T6" fmla="*/ 340 w 344"/>
                <a:gd name="T7" fmla="*/ 1349 h 1349"/>
                <a:gd name="T8" fmla="*/ 344 w 344"/>
                <a:gd name="T9" fmla="*/ 1349 h 1349"/>
                <a:gd name="T10" fmla="*/ 344 w 344"/>
                <a:gd name="T11" fmla="*/ 1036 h 1349"/>
                <a:gd name="T12" fmla="*/ 278 w 344"/>
                <a:gd name="T13" fmla="*/ 970 h 1349"/>
                <a:gd name="T14" fmla="*/ 98 w 344"/>
                <a:gd name="T15" fmla="*/ 790 h 1349"/>
                <a:gd name="T16" fmla="*/ 98 w 344"/>
                <a:gd name="T17" fmla="*/ 796 h 1349"/>
                <a:gd name="T18" fmla="*/ 274 w 344"/>
                <a:gd name="T19" fmla="*/ 972 h 1349"/>
                <a:gd name="T20" fmla="*/ 274 w 344"/>
                <a:gd name="T21" fmla="*/ 966 h 1349"/>
                <a:gd name="T22" fmla="*/ 98 w 344"/>
                <a:gd name="T23" fmla="*/ 790 h 1349"/>
                <a:gd name="T24" fmla="*/ 17 w 344"/>
                <a:gd name="T25" fmla="*/ 436 h 1349"/>
                <a:gd name="T26" fmla="*/ 13 w 344"/>
                <a:gd name="T27" fmla="*/ 440 h 1349"/>
                <a:gd name="T28" fmla="*/ 13 w 344"/>
                <a:gd name="T29" fmla="*/ 711 h 1349"/>
                <a:gd name="T30" fmla="*/ 94 w 344"/>
                <a:gd name="T31" fmla="*/ 792 h 1349"/>
                <a:gd name="T32" fmla="*/ 94 w 344"/>
                <a:gd name="T33" fmla="*/ 786 h 1349"/>
                <a:gd name="T34" fmla="*/ 17 w 344"/>
                <a:gd name="T35" fmla="*/ 709 h 1349"/>
                <a:gd name="T36" fmla="*/ 17 w 344"/>
                <a:gd name="T37" fmla="*/ 436 h 1349"/>
                <a:gd name="T38" fmla="*/ 15 w 344"/>
                <a:gd name="T39" fmla="*/ 27 h 1349"/>
                <a:gd name="T40" fmla="*/ 4 w 344"/>
                <a:gd name="T41" fmla="*/ 16 h 1349"/>
                <a:gd name="T42" fmla="*/ 15 w 344"/>
                <a:gd name="T43" fmla="*/ 4 h 1349"/>
                <a:gd name="T44" fmla="*/ 27 w 344"/>
                <a:gd name="T45" fmla="*/ 16 h 1349"/>
                <a:gd name="T46" fmla="*/ 15 w 344"/>
                <a:gd name="T47" fmla="*/ 27 h 1349"/>
                <a:gd name="T48" fmla="*/ 15 w 344"/>
                <a:gd name="T49" fmla="*/ 0 h 1349"/>
                <a:gd name="T50" fmla="*/ 0 w 344"/>
                <a:gd name="T51" fmla="*/ 16 h 1349"/>
                <a:gd name="T52" fmla="*/ 13 w 344"/>
                <a:gd name="T53" fmla="*/ 31 h 1349"/>
                <a:gd name="T54" fmla="*/ 13 w 344"/>
                <a:gd name="T55" fmla="*/ 434 h 1349"/>
                <a:gd name="T56" fmla="*/ 17 w 344"/>
                <a:gd name="T57" fmla="*/ 430 h 1349"/>
                <a:gd name="T58" fmla="*/ 17 w 344"/>
                <a:gd name="T59" fmla="*/ 31 h 1349"/>
                <a:gd name="T60" fmla="*/ 31 w 344"/>
                <a:gd name="T61" fmla="*/ 16 h 1349"/>
                <a:gd name="T62" fmla="*/ 15 w 344"/>
                <a:gd name="T63" fmla="*/ 0 h 1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4" h="1349">
                  <a:moveTo>
                    <a:pt x="278" y="970"/>
                  </a:moveTo>
                  <a:cubicBezTo>
                    <a:pt x="278" y="976"/>
                    <a:pt x="278" y="976"/>
                    <a:pt x="278" y="976"/>
                  </a:cubicBezTo>
                  <a:cubicBezTo>
                    <a:pt x="340" y="1038"/>
                    <a:pt x="340" y="1038"/>
                    <a:pt x="340" y="1038"/>
                  </a:cubicBezTo>
                  <a:cubicBezTo>
                    <a:pt x="340" y="1349"/>
                    <a:pt x="340" y="1349"/>
                    <a:pt x="340" y="1349"/>
                  </a:cubicBezTo>
                  <a:cubicBezTo>
                    <a:pt x="344" y="1349"/>
                    <a:pt x="344" y="1349"/>
                    <a:pt x="344" y="1349"/>
                  </a:cubicBezTo>
                  <a:cubicBezTo>
                    <a:pt x="344" y="1036"/>
                    <a:pt x="344" y="1036"/>
                    <a:pt x="344" y="1036"/>
                  </a:cubicBezTo>
                  <a:cubicBezTo>
                    <a:pt x="278" y="970"/>
                    <a:pt x="278" y="970"/>
                    <a:pt x="278" y="970"/>
                  </a:cubicBezTo>
                  <a:moveTo>
                    <a:pt x="98" y="790"/>
                  </a:moveTo>
                  <a:cubicBezTo>
                    <a:pt x="98" y="796"/>
                    <a:pt x="98" y="796"/>
                    <a:pt x="98" y="796"/>
                  </a:cubicBezTo>
                  <a:cubicBezTo>
                    <a:pt x="274" y="972"/>
                    <a:pt x="274" y="972"/>
                    <a:pt x="274" y="972"/>
                  </a:cubicBezTo>
                  <a:cubicBezTo>
                    <a:pt x="274" y="966"/>
                    <a:pt x="274" y="966"/>
                    <a:pt x="274" y="966"/>
                  </a:cubicBezTo>
                  <a:cubicBezTo>
                    <a:pt x="98" y="790"/>
                    <a:pt x="98" y="790"/>
                    <a:pt x="98" y="790"/>
                  </a:cubicBezTo>
                  <a:moveTo>
                    <a:pt x="17" y="436"/>
                  </a:moveTo>
                  <a:cubicBezTo>
                    <a:pt x="13" y="440"/>
                    <a:pt x="13" y="440"/>
                    <a:pt x="13" y="440"/>
                  </a:cubicBezTo>
                  <a:cubicBezTo>
                    <a:pt x="13" y="711"/>
                    <a:pt x="13" y="711"/>
                    <a:pt x="13" y="711"/>
                  </a:cubicBezTo>
                  <a:cubicBezTo>
                    <a:pt x="94" y="792"/>
                    <a:pt x="94" y="792"/>
                    <a:pt x="94" y="792"/>
                  </a:cubicBezTo>
                  <a:cubicBezTo>
                    <a:pt x="94" y="786"/>
                    <a:pt x="94" y="786"/>
                    <a:pt x="94" y="786"/>
                  </a:cubicBezTo>
                  <a:cubicBezTo>
                    <a:pt x="17" y="709"/>
                    <a:pt x="17" y="709"/>
                    <a:pt x="17" y="709"/>
                  </a:cubicBezTo>
                  <a:cubicBezTo>
                    <a:pt x="17" y="436"/>
                    <a:pt x="17" y="436"/>
                    <a:pt x="17" y="436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434"/>
                    <a:pt x="13" y="434"/>
                    <a:pt x="13" y="434"/>
                  </a:cubicBezTo>
                  <a:cubicBezTo>
                    <a:pt x="17" y="430"/>
                    <a:pt x="17" y="430"/>
                    <a:pt x="17" y="43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6" name="Freeform 29"/>
            <p:cNvSpPr>
              <a:spLocks noEditPoints="1"/>
            </p:cNvSpPr>
            <p:nvPr/>
          </p:nvSpPr>
          <p:spPr bwMode="auto">
            <a:xfrm>
              <a:off x="5470526" y="825500"/>
              <a:ext cx="577850" cy="6157913"/>
            </a:xfrm>
            <a:custGeom>
              <a:avLst/>
              <a:gdLst>
                <a:gd name="T0" fmla="*/ 139 w 154"/>
                <a:gd name="T1" fmla="*/ 27 h 1640"/>
                <a:gd name="T2" fmla="*/ 127 w 154"/>
                <a:gd name="T3" fmla="*/ 16 h 1640"/>
                <a:gd name="T4" fmla="*/ 139 w 154"/>
                <a:gd name="T5" fmla="*/ 4 h 1640"/>
                <a:gd name="T6" fmla="*/ 150 w 154"/>
                <a:gd name="T7" fmla="*/ 16 h 1640"/>
                <a:gd name="T8" fmla="*/ 139 w 154"/>
                <a:gd name="T9" fmla="*/ 27 h 1640"/>
                <a:gd name="T10" fmla="*/ 139 w 154"/>
                <a:gd name="T11" fmla="*/ 0 h 1640"/>
                <a:gd name="T12" fmla="*/ 123 w 154"/>
                <a:gd name="T13" fmla="*/ 16 h 1640"/>
                <a:gd name="T14" fmla="*/ 137 w 154"/>
                <a:gd name="T15" fmla="*/ 31 h 1640"/>
                <a:gd name="T16" fmla="*/ 137 w 154"/>
                <a:gd name="T17" fmla="*/ 684 h 1640"/>
                <a:gd name="T18" fmla="*/ 99 w 154"/>
                <a:gd name="T19" fmla="*/ 721 h 1640"/>
                <a:gd name="T20" fmla="*/ 95 w 154"/>
                <a:gd name="T21" fmla="*/ 725 h 1640"/>
                <a:gd name="T22" fmla="*/ 0 w 154"/>
                <a:gd name="T23" fmla="*/ 820 h 1640"/>
                <a:gd name="T24" fmla="*/ 0 w 154"/>
                <a:gd name="T25" fmla="*/ 1640 h 1640"/>
                <a:gd name="T26" fmla="*/ 4 w 154"/>
                <a:gd name="T27" fmla="*/ 1640 h 1640"/>
                <a:gd name="T28" fmla="*/ 4 w 154"/>
                <a:gd name="T29" fmla="*/ 822 h 1640"/>
                <a:gd name="T30" fmla="*/ 95 w 154"/>
                <a:gd name="T31" fmla="*/ 731 h 1640"/>
                <a:gd name="T32" fmla="*/ 99 w 154"/>
                <a:gd name="T33" fmla="*/ 727 h 1640"/>
                <a:gd name="T34" fmla="*/ 141 w 154"/>
                <a:gd name="T35" fmla="*/ 685 h 1640"/>
                <a:gd name="T36" fmla="*/ 141 w 154"/>
                <a:gd name="T37" fmla="*/ 31 h 1640"/>
                <a:gd name="T38" fmla="*/ 154 w 154"/>
                <a:gd name="T39" fmla="*/ 16 h 1640"/>
                <a:gd name="T40" fmla="*/ 139 w 154"/>
                <a:gd name="T41" fmla="*/ 0 h 1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4" h="1640">
                  <a:moveTo>
                    <a:pt x="139" y="27"/>
                  </a:moveTo>
                  <a:cubicBezTo>
                    <a:pt x="132" y="27"/>
                    <a:pt x="127" y="22"/>
                    <a:pt x="127" y="16"/>
                  </a:cubicBezTo>
                  <a:cubicBezTo>
                    <a:pt x="127" y="10"/>
                    <a:pt x="132" y="4"/>
                    <a:pt x="139" y="4"/>
                  </a:cubicBezTo>
                  <a:cubicBezTo>
                    <a:pt x="145" y="4"/>
                    <a:pt x="150" y="10"/>
                    <a:pt x="150" y="16"/>
                  </a:cubicBezTo>
                  <a:cubicBezTo>
                    <a:pt x="150" y="22"/>
                    <a:pt x="145" y="27"/>
                    <a:pt x="139" y="27"/>
                  </a:cubicBezTo>
                  <a:moveTo>
                    <a:pt x="139" y="0"/>
                  </a:moveTo>
                  <a:cubicBezTo>
                    <a:pt x="130" y="0"/>
                    <a:pt x="123" y="7"/>
                    <a:pt x="123" y="16"/>
                  </a:cubicBezTo>
                  <a:cubicBezTo>
                    <a:pt x="123" y="24"/>
                    <a:pt x="129" y="30"/>
                    <a:pt x="137" y="31"/>
                  </a:cubicBezTo>
                  <a:cubicBezTo>
                    <a:pt x="137" y="684"/>
                    <a:pt x="137" y="684"/>
                    <a:pt x="137" y="684"/>
                  </a:cubicBezTo>
                  <a:cubicBezTo>
                    <a:pt x="99" y="721"/>
                    <a:pt x="99" y="721"/>
                    <a:pt x="99" y="721"/>
                  </a:cubicBezTo>
                  <a:cubicBezTo>
                    <a:pt x="95" y="725"/>
                    <a:pt x="95" y="725"/>
                    <a:pt x="95" y="725"/>
                  </a:cubicBezTo>
                  <a:cubicBezTo>
                    <a:pt x="0" y="820"/>
                    <a:pt x="0" y="820"/>
                    <a:pt x="0" y="820"/>
                  </a:cubicBezTo>
                  <a:cubicBezTo>
                    <a:pt x="0" y="1640"/>
                    <a:pt x="0" y="1640"/>
                    <a:pt x="0" y="1640"/>
                  </a:cubicBezTo>
                  <a:cubicBezTo>
                    <a:pt x="4" y="1640"/>
                    <a:pt x="4" y="1640"/>
                    <a:pt x="4" y="1640"/>
                  </a:cubicBezTo>
                  <a:cubicBezTo>
                    <a:pt x="4" y="822"/>
                    <a:pt x="4" y="822"/>
                    <a:pt x="4" y="822"/>
                  </a:cubicBezTo>
                  <a:cubicBezTo>
                    <a:pt x="95" y="731"/>
                    <a:pt x="95" y="731"/>
                    <a:pt x="95" y="731"/>
                  </a:cubicBezTo>
                  <a:cubicBezTo>
                    <a:pt x="99" y="727"/>
                    <a:pt x="99" y="727"/>
                    <a:pt x="99" y="727"/>
                  </a:cubicBezTo>
                  <a:cubicBezTo>
                    <a:pt x="141" y="685"/>
                    <a:pt x="141" y="685"/>
                    <a:pt x="141" y="685"/>
                  </a:cubicBezTo>
                  <a:cubicBezTo>
                    <a:pt x="141" y="31"/>
                    <a:pt x="141" y="31"/>
                    <a:pt x="141" y="31"/>
                  </a:cubicBezTo>
                  <a:cubicBezTo>
                    <a:pt x="148" y="30"/>
                    <a:pt x="154" y="24"/>
                    <a:pt x="154" y="16"/>
                  </a:cubicBezTo>
                  <a:cubicBezTo>
                    <a:pt x="154" y="7"/>
                    <a:pt x="147" y="0"/>
                    <a:pt x="139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7" name="Freeform 30"/>
            <p:cNvSpPr>
              <a:spLocks noEditPoints="1"/>
            </p:cNvSpPr>
            <p:nvPr/>
          </p:nvSpPr>
          <p:spPr bwMode="auto">
            <a:xfrm>
              <a:off x="6130926" y="-125413"/>
              <a:ext cx="461963" cy="7108826"/>
            </a:xfrm>
            <a:custGeom>
              <a:avLst/>
              <a:gdLst>
                <a:gd name="T0" fmla="*/ 107 w 123"/>
                <a:gd name="T1" fmla="*/ 27 h 1893"/>
                <a:gd name="T2" fmla="*/ 96 w 123"/>
                <a:gd name="T3" fmla="*/ 16 h 1893"/>
                <a:gd name="T4" fmla="*/ 107 w 123"/>
                <a:gd name="T5" fmla="*/ 4 h 1893"/>
                <a:gd name="T6" fmla="*/ 119 w 123"/>
                <a:gd name="T7" fmla="*/ 16 h 1893"/>
                <a:gd name="T8" fmla="*/ 107 w 123"/>
                <a:gd name="T9" fmla="*/ 27 h 1893"/>
                <a:gd name="T10" fmla="*/ 107 w 123"/>
                <a:gd name="T11" fmla="*/ 0 h 1893"/>
                <a:gd name="T12" fmla="*/ 92 w 123"/>
                <a:gd name="T13" fmla="*/ 16 h 1893"/>
                <a:gd name="T14" fmla="*/ 105 w 123"/>
                <a:gd name="T15" fmla="*/ 31 h 1893"/>
                <a:gd name="T16" fmla="*/ 105 w 123"/>
                <a:gd name="T17" fmla="*/ 731 h 1893"/>
                <a:gd name="T18" fmla="*/ 0 w 123"/>
                <a:gd name="T19" fmla="*/ 837 h 1893"/>
                <a:gd name="T20" fmla="*/ 0 w 123"/>
                <a:gd name="T21" fmla="*/ 1330 h 1893"/>
                <a:gd name="T22" fmla="*/ 0 w 123"/>
                <a:gd name="T23" fmla="*/ 1336 h 1893"/>
                <a:gd name="T24" fmla="*/ 0 w 123"/>
                <a:gd name="T25" fmla="*/ 1893 h 1893"/>
                <a:gd name="T26" fmla="*/ 4 w 123"/>
                <a:gd name="T27" fmla="*/ 1893 h 1893"/>
                <a:gd name="T28" fmla="*/ 4 w 123"/>
                <a:gd name="T29" fmla="*/ 1340 h 1893"/>
                <a:gd name="T30" fmla="*/ 4 w 123"/>
                <a:gd name="T31" fmla="*/ 1334 h 1893"/>
                <a:gd name="T32" fmla="*/ 4 w 123"/>
                <a:gd name="T33" fmla="*/ 838 h 1893"/>
                <a:gd name="T34" fmla="*/ 109 w 123"/>
                <a:gd name="T35" fmla="*/ 733 h 1893"/>
                <a:gd name="T36" fmla="*/ 109 w 123"/>
                <a:gd name="T37" fmla="*/ 31 h 1893"/>
                <a:gd name="T38" fmla="*/ 123 w 123"/>
                <a:gd name="T39" fmla="*/ 16 h 1893"/>
                <a:gd name="T40" fmla="*/ 107 w 123"/>
                <a:gd name="T41" fmla="*/ 0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893">
                  <a:moveTo>
                    <a:pt x="107" y="27"/>
                  </a:moveTo>
                  <a:cubicBezTo>
                    <a:pt x="101" y="27"/>
                    <a:pt x="96" y="22"/>
                    <a:pt x="96" y="16"/>
                  </a:cubicBezTo>
                  <a:cubicBezTo>
                    <a:pt x="96" y="9"/>
                    <a:pt x="101" y="4"/>
                    <a:pt x="107" y="4"/>
                  </a:cubicBezTo>
                  <a:cubicBezTo>
                    <a:pt x="114" y="4"/>
                    <a:pt x="119" y="9"/>
                    <a:pt x="119" y="16"/>
                  </a:cubicBezTo>
                  <a:cubicBezTo>
                    <a:pt x="119" y="22"/>
                    <a:pt x="114" y="27"/>
                    <a:pt x="107" y="27"/>
                  </a:cubicBezTo>
                  <a:moveTo>
                    <a:pt x="107" y="0"/>
                  </a:moveTo>
                  <a:cubicBezTo>
                    <a:pt x="99" y="0"/>
                    <a:pt x="92" y="7"/>
                    <a:pt x="92" y="16"/>
                  </a:cubicBezTo>
                  <a:cubicBezTo>
                    <a:pt x="92" y="23"/>
                    <a:pt x="98" y="30"/>
                    <a:pt x="105" y="31"/>
                  </a:cubicBezTo>
                  <a:cubicBezTo>
                    <a:pt x="105" y="731"/>
                    <a:pt x="105" y="731"/>
                    <a:pt x="105" y="731"/>
                  </a:cubicBezTo>
                  <a:cubicBezTo>
                    <a:pt x="0" y="837"/>
                    <a:pt x="0" y="837"/>
                    <a:pt x="0" y="837"/>
                  </a:cubicBezTo>
                  <a:cubicBezTo>
                    <a:pt x="0" y="1330"/>
                    <a:pt x="0" y="1330"/>
                    <a:pt x="0" y="1330"/>
                  </a:cubicBezTo>
                  <a:cubicBezTo>
                    <a:pt x="0" y="1336"/>
                    <a:pt x="0" y="1336"/>
                    <a:pt x="0" y="1336"/>
                  </a:cubicBezTo>
                  <a:cubicBezTo>
                    <a:pt x="0" y="1893"/>
                    <a:pt x="0" y="1893"/>
                    <a:pt x="0" y="1893"/>
                  </a:cubicBezTo>
                  <a:cubicBezTo>
                    <a:pt x="4" y="1893"/>
                    <a:pt x="4" y="1893"/>
                    <a:pt x="4" y="1893"/>
                  </a:cubicBezTo>
                  <a:cubicBezTo>
                    <a:pt x="4" y="1340"/>
                    <a:pt x="4" y="1340"/>
                    <a:pt x="4" y="1340"/>
                  </a:cubicBezTo>
                  <a:cubicBezTo>
                    <a:pt x="4" y="1334"/>
                    <a:pt x="4" y="1334"/>
                    <a:pt x="4" y="1334"/>
                  </a:cubicBezTo>
                  <a:cubicBezTo>
                    <a:pt x="4" y="838"/>
                    <a:pt x="4" y="838"/>
                    <a:pt x="4" y="838"/>
                  </a:cubicBezTo>
                  <a:cubicBezTo>
                    <a:pt x="109" y="733"/>
                    <a:pt x="109" y="733"/>
                    <a:pt x="109" y="733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17" y="30"/>
                    <a:pt x="123" y="23"/>
                    <a:pt x="123" y="16"/>
                  </a:cubicBezTo>
                  <a:cubicBezTo>
                    <a:pt x="123" y="7"/>
                    <a:pt x="116" y="0"/>
                    <a:pt x="107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8" name="Freeform 31"/>
            <p:cNvSpPr>
              <a:spLocks noEditPoints="1"/>
            </p:cNvSpPr>
            <p:nvPr/>
          </p:nvSpPr>
          <p:spPr bwMode="auto">
            <a:xfrm>
              <a:off x="7002463" y="1150937"/>
              <a:ext cx="195263" cy="5832476"/>
            </a:xfrm>
            <a:custGeom>
              <a:avLst/>
              <a:gdLst>
                <a:gd name="T0" fmla="*/ 15 w 52"/>
                <a:gd name="T1" fmla="*/ 27 h 1553"/>
                <a:gd name="T2" fmla="*/ 4 w 52"/>
                <a:gd name="T3" fmla="*/ 16 h 1553"/>
                <a:gd name="T4" fmla="*/ 15 w 52"/>
                <a:gd name="T5" fmla="*/ 4 h 1553"/>
                <a:gd name="T6" fmla="*/ 27 w 52"/>
                <a:gd name="T7" fmla="*/ 16 h 1553"/>
                <a:gd name="T8" fmla="*/ 15 w 52"/>
                <a:gd name="T9" fmla="*/ 27 h 1553"/>
                <a:gd name="T10" fmla="*/ 15 w 52"/>
                <a:gd name="T11" fmla="*/ 0 h 1553"/>
                <a:gd name="T12" fmla="*/ 0 w 52"/>
                <a:gd name="T13" fmla="*/ 16 h 1553"/>
                <a:gd name="T14" fmla="*/ 13 w 52"/>
                <a:gd name="T15" fmla="*/ 31 h 1553"/>
                <a:gd name="T16" fmla="*/ 13 w 52"/>
                <a:gd name="T17" fmla="*/ 655 h 1553"/>
                <a:gd name="T18" fmla="*/ 48 w 52"/>
                <a:gd name="T19" fmla="*/ 690 h 1553"/>
                <a:gd name="T20" fmla="*/ 48 w 52"/>
                <a:gd name="T21" fmla="*/ 1553 h 1553"/>
                <a:gd name="T22" fmla="*/ 52 w 52"/>
                <a:gd name="T23" fmla="*/ 1553 h 1553"/>
                <a:gd name="T24" fmla="*/ 52 w 52"/>
                <a:gd name="T25" fmla="*/ 688 h 1553"/>
                <a:gd name="T26" fmla="*/ 17 w 52"/>
                <a:gd name="T27" fmla="*/ 654 h 1553"/>
                <a:gd name="T28" fmla="*/ 17 w 52"/>
                <a:gd name="T29" fmla="*/ 31 h 1553"/>
                <a:gd name="T30" fmla="*/ 31 w 52"/>
                <a:gd name="T31" fmla="*/ 16 h 1553"/>
                <a:gd name="T32" fmla="*/ 15 w 52"/>
                <a:gd name="T33" fmla="*/ 0 h 1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" h="1553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3" y="31"/>
                  </a:cubicBezTo>
                  <a:cubicBezTo>
                    <a:pt x="13" y="655"/>
                    <a:pt x="13" y="655"/>
                    <a:pt x="13" y="655"/>
                  </a:cubicBezTo>
                  <a:cubicBezTo>
                    <a:pt x="48" y="690"/>
                    <a:pt x="48" y="690"/>
                    <a:pt x="48" y="690"/>
                  </a:cubicBezTo>
                  <a:cubicBezTo>
                    <a:pt x="48" y="1553"/>
                    <a:pt x="48" y="1553"/>
                    <a:pt x="48" y="1553"/>
                  </a:cubicBezTo>
                  <a:cubicBezTo>
                    <a:pt x="52" y="1553"/>
                    <a:pt x="52" y="1553"/>
                    <a:pt x="52" y="1553"/>
                  </a:cubicBezTo>
                  <a:cubicBezTo>
                    <a:pt x="52" y="688"/>
                    <a:pt x="52" y="688"/>
                    <a:pt x="52" y="688"/>
                  </a:cubicBezTo>
                  <a:cubicBezTo>
                    <a:pt x="17" y="654"/>
                    <a:pt x="17" y="654"/>
                    <a:pt x="17" y="65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9" name="Freeform 32"/>
            <p:cNvSpPr>
              <a:spLocks noEditPoints="1"/>
            </p:cNvSpPr>
            <p:nvPr/>
          </p:nvSpPr>
          <p:spPr bwMode="auto">
            <a:xfrm>
              <a:off x="7283451" y="723900"/>
              <a:ext cx="750888" cy="6259513"/>
            </a:xfrm>
            <a:custGeom>
              <a:avLst/>
              <a:gdLst>
                <a:gd name="T0" fmla="*/ 80 w 200"/>
                <a:gd name="T1" fmla="*/ 842 h 1667"/>
                <a:gd name="T2" fmla="*/ 0 w 200"/>
                <a:gd name="T3" fmla="*/ 923 h 1667"/>
                <a:gd name="T4" fmla="*/ 0 w 200"/>
                <a:gd name="T5" fmla="*/ 1667 h 1667"/>
                <a:gd name="T6" fmla="*/ 4 w 200"/>
                <a:gd name="T7" fmla="*/ 1667 h 1667"/>
                <a:gd name="T8" fmla="*/ 4 w 200"/>
                <a:gd name="T9" fmla="*/ 924 h 1667"/>
                <a:gd name="T10" fmla="*/ 80 w 200"/>
                <a:gd name="T11" fmla="*/ 847 h 1667"/>
                <a:gd name="T12" fmla="*/ 80 w 200"/>
                <a:gd name="T13" fmla="*/ 842 h 1667"/>
                <a:gd name="T14" fmla="*/ 185 w 200"/>
                <a:gd name="T15" fmla="*/ 27 h 1667"/>
                <a:gd name="T16" fmla="*/ 173 w 200"/>
                <a:gd name="T17" fmla="*/ 16 h 1667"/>
                <a:gd name="T18" fmla="*/ 185 w 200"/>
                <a:gd name="T19" fmla="*/ 4 h 1667"/>
                <a:gd name="T20" fmla="*/ 196 w 200"/>
                <a:gd name="T21" fmla="*/ 16 h 1667"/>
                <a:gd name="T22" fmla="*/ 185 w 200"/>
                <a:gd name="T23" fmla="*/ 27 h 1667"/>
                <a:gd name="T24" fmla="*/ 185 w 200"/>
                <a:gd name="T25" fmla="*/ 0 h 1667"/>
                <a:gd name="T26" fmla="*/ 169 w 200"/>
                <a:gd name="T27" fmla="*/ 16 h 1667"/>
                <a:gd name="T28" fmla="*/ 183 w 200"/>
                <a:gd name="T29" fmla="*/ 31 h 1667"/>
                <a:gd name="T30" fmla="*/ 183 w 200"/>
                <a:gd name="T31" fmla="*/ 740 h 1667"/>
                <a:gd name="T32" fmla="*/ 84 w 200"/>
                <a:gd name="T33" fmla="*/ 838 h 1667"/>
                <a:gd name="T34" fmla="*/ 84 w 200"/>
                <a:gd name="T35" fmla="*/ 843 h 1667"/>
                <a:gd name="T36" fmla="*/ 187 w 200"/>
                <a:gd name="T37" fmla="*/ 741 h 1667"/>
                <a:gd name="T38" fmla="*/ 187 w 200"/>
                <a:gd name="T39" fmla="*/ 31 h 1667"/>
                <a:gd name="T40" fmla="*/ 200 w 200"/>
                <a:gd name="T41" fmla="*/ 16 h 1667"/>
                <a:gd name="T42" fmla="*/ 185 w 200"/>
                <a:gd name="T43" fmla="*/ 0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0" h="1667">
                  <a:moveTo>
                    <a:pt x="80" y="842"/>
                  </a:moveTo>
                  <a:cubicBezTo>
                    <a:pt x="0" y="923"/>
                    <a:pt x="0" y="923"/>
                    <a:pt x="0" y="923"/>
                  </a:cubicBezTo>
                  <a:cubicBezTo>
                    <a:pt x="0" y="1667"/>
                    <a:pt x="0" y="1667"/>
                    <a:pt x="0" y="1667"/>
                  </a:cubicBezTo>
                  <a:cubicBezTo>
                    <a:pt x="4" y="1667"/>
                    <a:pt x="4" y="1667"/>
                    <a:pt x="4" y="1667"/>
                  </a:cubicBezTo>
                  <a:cubicBezTo>
                    <a:pt x="4" y="924"/>
                    <a:pt x="4" y="924"/>
                    <a:pt x="4" y="924"/>
                  </a:cubicBezTo>
                  <a:cubicBezTo>
                    <a:pt x="80" y="847"/>
                    <a:pt x="80" y="847"/>
                    <a:pt x="80" y="847"/>
                  </a:cubicBezTo>
                  <a:cubicBezTo>
                    <a:pt x="80" y="842"/>
                    <a:pt x="80" y="842"/>
                    <a:pt x="80" y="842"/>
                  </a:cubicBezTo>
                  <a:moveTo>
                    <a:pt x="185" y="27"/>
                  </a:moveTo>
                  <a:cubicBezTo>
                    <a:pt x="178" y="27"/>
                    <a:pt x="173" y="22"/>
                    <a:pt x="173" y="16"/>
                  </a:cubicBezTo>
                  <a:cubicBezTo>
                    <a:pt x="173" y="10"/>
                    <a:pt x="178" y="4"/>
                    <a:pt x="185" y="4"/>
                  </a:cubicBezTo>
                  <a:cubicBezTo>
                    <a:pt x="191" y="4"/>
                    <a:pt x="196" y="10"/>
                    <a:pt x="196" y="16"/>
                  </a:cubicBezTo>
                  <a:cubicBezTo>
                    <a:pt x="196" y="22"/>
                    <a:pt x="191" y="27"/>
                    <a:pt x="185" y="27"/>
                  </a:cubicBezTo>
                  <a:moveTo>
                    <a:pt x="185" y="0"/>
                  </a:moveTo>
                  <a:cubicBezTo>
                    <a:pt x="176" y="0"/>
                    <a:pt x="169" y="7"/>
                    <a:pt x="169" y="16"/>
                  </a:cubicBezTo>
                  <a:cubicBezTo>
                    <a:pt x="169" y="24"/>
                    <a:pt x="175" y="30"/>
                    <a:pt x="183" y="31"/>
                  </a:cubicBezTo>
                  <a:cubicBezTo>
                    <a:pt x="183" y="740"/>
                    <a:pt x="183" y="740"/>
                    <a:pt x="183" y="740"/>
                  </a:cubicBezTo>
                  <a:cubicBezTo>
                    <a:pt x="84" y="838"/>
                    <a:pt x="84" y="838"/>
                    <a:pt x="84" y="838"/>
                  </a:cubicBezTo>
                  <a:cubicBezTo>
                    <a:pt x="84" y="843"/>
                    <a:pt x="84" y="843"/>
                    <a:pt x="84" y="843"/>
                  </a:cubicBezTo>
                  <a:cubicBezTo>
                    <a:pt x="187" y="741"/>
                    <a:pt x="187" y="741"/>
                    <a:pt x="187" y="741"/>
                  </a:cubicBezTo>
                  <a:cubicBezTo>
                    <a:pt x="187" y="31"/>
                    <a:pt x="187" y="31"/>
                    <a:pt x="187" y="31"/>
                  </a:cubicBezTo>
                  <a:cubicBezTo>
                    <a:pt x="194" y="30"/>
                    <a:pt x="200" y="24"/>
                    <a:pt x="200" y="16"/>
                  </a:cubicBezTo>
                  <a:cubicBezTo>
                    <a:pt x="200" y="7"/>
                    <a:pt x="193" y="0"/>
                    <a:pt x="18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0" name="Freeform 33"/>
            <p:cNvSpPr>
              <a:spLocks noEditPoints="1"/>
            </p:cNvSpPr>
            <p:nvPr/>
          </p:nvSpPr>
          <p:spPr bwMode="auto">
            <a:xfrm>
              <a:off x="7535863" y="1804987"/>
              <a:ext cx="461963" cy="5178426"/>
            </a:xfrm>
            <a:custGeom>
              <a:avLst/>
              <a:gdLst>
                <a:gd name="T0" fmla="*/ 15 w 123"/>
                <a:gd name="T1" fmla="*/ 27 h 1379"/>
                <a:gd name="T2" fmla="*/ 4 w 123"/>
                <a:gd name="T3" fmla="*/ 16 h 1379"/>
                <a:gd name="T4" fmla="*/ 15 w 123"/>
                <a:gd name="T5" fmla="*/ 4 h 1379"/>
                <a:gd name="T6" fmla="*/ 27 w 123"/>
                <a:gd name="T7" fmla="*/ 16 h 1379"/>
                <a:gd name="T8" fmla="*/ 15 w 123"/>
                <a:gd name="T9" fmla="*/ 27 h 1379"/>
                <a:gd name="T10" fmla="*/ 15 w 123"/>
                <a:gd name="T11" fmla="*/ 0 h 1379"/>
                <a:gd name="T12" fmla="*/ 0 w 123"/>
                <a:gd name="T13" fmla="*/ 16 h 1379"/>
                <a:gd name="T14" fmla="*/ 13 w 123"/>
                <a:gd name="T15" fmla="*/ 31 h 1379"/>
                <a:gd name="T16" fmla="*/ 13 w 123"/>
                <a:gd name="T17" fmla="*/ 554 h 1379"/>
                <a:gd name="T18" fmla="*/ 13 w 123"/>
                <a:gd name="T19" fmla="*/ 559 h 1379"/>
                <a:gd name="T20" fmla="*/ 13 w 123"/>
                <a:gd name="T21" fmla="*/ 825 h 1379"/>
                <a:gd name="T22" fmla="*/ 119 w 123"/>
                <a:gd name="T23" fmla="*/ 930 h 1379"/>
                <a:gd name="T24" fmla="*/ 119 w 123"/>
                <a:gd name="T25" fmla="*/ 1379 h 1379"/>
                <a:gd name="T26" fmla="*/ 123 w 123"/>
                <a:gd name="T27" fmla="*/ 1379 h 1379"/>
                <a:gd name="T28" fmla="*/ 123 w 123"/>
                <a:gd name="T29" fmla="*/ 928 h 1379"/>
                <a:gd name="T30" fmla="*/ 17 w 123"/>
                <a:gd name="T31" fmla="*/ 823 h 1379"/>
                <a:gd name="T32" fmla="*/ 17 w 123"/>
                <a:gd name="T33" fmla="*/ 555 h 1379"/>
                <a:gd name="T34" fmla="*/ 17 w 123"/>
                <a:gd name="T35" fmla="*/ 550 h 1379"/>
                <a:gd name="T36" fmla="*/ 17 w 123"/>
                <a:gd name="T37" fmla="*/ 31 h 1379"/>
                <a:gd name="T38" fmla="*/ 31 w 123"/>
                <a:gd name="T39" fmla="*/ 16 h 1379"/>
                <a:gd name="T40" fmla="*/ 15 w 123"/>
                <a:gd name="T41" fmla="*/ 0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379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554"/>
                    <a:pt x="13" y="554"/>
                    <a:pt x="13" y="554"/>
                  </a:cubicBezTo>
                  <a:cubicBezTo>
                    <a:pt x="13" y="559"/>
                    <a:pt x="13" y="559"/>
                    <a:pt x="13" y="559"/>
                  </a:cubicBezTo>
                  <a:cubicBezTo>
                    <a:pt x="13" y="825"/>
                    <a:pt x="13" y="825"/>
                    <a:pt x="13" y="825"/>
                  </a:cubicBezTo>
                  <a:cubicBezTo>
                    <a:pt x="119" y="930"/>
                    <a:pt x="119" y="930"/>
                    <a:pt x="119" y="930"/>
                  </a:cubicBezTo>
                  <a:cubicBezTo>
                    <a:pt x="119" y="1379"/>
                    <a:pt x="119" y="1379"/>
                    <a:pt x="119" y="1379"/>
                  </a:cubicBezTo>
                  <a:cubicBezTo>
                    <a:pt x="123" y="1379"/>
                    <a:pt x="123" y="1379"/>
                    <a:pt x="123" y="1379"/>
                  </a:cubicBezTo>
                  <a:cubicBezTo>
                    <a:pt x="123" y="928"/>
                    <a:pt x="123" y="928"/>
                    <a:pt x="123" y="928"/>
                  </a:cubicBezTo>
                  <a:cubicBezTo>
                    <a:pt x="17" y="823"/>
                    <a:pt x="17" y="823"/>
                    <a:pt x="17" y="823"/>
                  </a:cubicBezTo>
                  <a:cubicBezTo>
                    <a:pt x="17" y="555"/>
                    <a:pt x="17" y="555"/>
                    <a:pt x="17" y="555"/>
                  </a:cubicBezTo>
                  <a:cubicBezTo>
                    <a:pt x="17" y="550"/>
                    <a:pt x="17" y="550"/>
                    <a:pt x="17" y="55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 34"/>
            <p:cNvSpPr>
              <a:spLocks noEditPoints="1"/>
            </p:cNvSpPr>
            <p:nvPr/>
          </p:nvSpPr>
          <p:spPr bwMode="auto">
            <a:xfrm>
              <a:off x="8042276" y="1500187"/>
              <a:ext cx="225425" cy="5483226"/>
            </a:xfrm>
            <a:custGeom>
              <a:avLst/>
              <a:gdLst>
                <a:gd name="T0" fmla="*/ 16 w 60"/>
                <a:gd name="T1" fmla="*/ 27 h 1460"/>
                <a:gd name="T2" fmla="*/ 4 w 60"/>
                <a:gd name="T3" fmla="*/ 16 h 1460"/>
                <a:gd name="T4" fmla="*/ 16 w 60"/>
                <a:gd name="T5" fmla="*/ 4 h 1460"/>
                <a:gd name="T6" fmla="*/ 27 w 60"/>
                <a:gd name="T7" fmla="*/ 16 h 1460"/>
                <a:gd name="T8" fmla="*/ 16 w 60"/>
                <a:gd name="T9" fmla="*/ 27 h 1460"/>
                <a:gd name="T10" fmla="*/ 16 w 60"/>
                <a:gd name="T11" fmla="*/ 0 h 1460"/>
                <a:gd name="T12" fmla="*/ 0 w 60"/>
                <a:gd name="T13" fmla="*/ 16 h 1460"/>
                <a:gd name="T14" fmla="*/ 14 w 60"/>
                <a:gd name="T15" fmla="*/ 31 h 1460"/>
                <a:gd name="T16" fmla="*/ 14 w 60"/>
                <a:gd name="T17" fmla="*/ 891 h 1460"/>
                <a:gd name="T18" fmla="*/ 56 w 60"/>
                <a:gd name="T19" fmla="*/ 933 h 1460"/>
                <a:gd name="T20" fmla="*/ 56 w 60"/>
                <a:gd name="T21" fmla="*/ 1460 h 1460"/>
                <a:gd name="T22" fmla="*/ 60 w 60"/>
                <a:gd name="T23" fmla="*/ 1460 h 1460"/>
                <a:gd name="T24" fmla="*/ 60 w 60"/>
                <a:gd name="T25" fmla="*/ 931 h 1460"/>
                <a:gd name="T26" fmla="*/ 18 w 60"/>
                <a:gd name="T27" fmla="*/ 889 h 1460"/>
                <a:gd name="T28" fmla="*/ 18 w 60"/>
                <a:gd name="T29" fmla="*/ 31 h 1460"/>
                <a:gd name="T30" fmla="*/ 31 w 60"/>
                <a:gd name="T31" fmla="*/ 16 h 1460"/>
                <a:gd name="T32" fmla="*/ 16 w 60"/>
                <a:gd name="T33" fmla="*/ 0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" h="1460">
                  <a:moveTo>
                    <a:pt x="16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4" y="31"/>
                  </a:cubicBezTo>
                  <a:cubicBezTo>
                    <a:pt x="14" y="891"/>
                    <a:pt x="14" y="891"/>
                    <a:pt x="14" y="891"/>
                  </a:cubicBezTo>
                  <a:cubicBezTo>
                    <a:pt x="56" y="933"/>
                    <a:pt x="56" y="933"/>
                    <a:pt x="56" y="933"/>
                  </a:cubicBezTo>
                  <a:cubicBezTo>
                    <a:pt x="56" y="1460"/>
                    <a:pt x="56" y="1460"/>
                    <a:pt x="56" y="1460"/>
                  </a:cubicBezTo>
                  <a:cubicBezTo>
                    <a:pt x="60" y="1460"/>
                    <a:pt x="60" y="1460"/>
                    <a:pt x="60" y="1460"/>
                  </a:cubicBezTo>
                  <a:cubicBezTo>
                    <a:pt x="60" y="931"/>
                    <a:pt x="60" y="931"/>
                    <a:pt x="60" y="931"/>
                  </a:cubicBezTo>
                  <a:cubicBezTo>
                    <a:pt x="18" y="889"/>
                    <a:pt x="18" y="889"/>
                    <a:pt x="18" y="889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96" name="Freeform 35"/>
            <p:cNvSpPr>
              <a:spLocks noEditPoints="1"/>
            </p:cNvSpPr>
            <p:nvPr/>
          </p:nvSpPr>
          <p:spPr bwMode="auto">
            <a:xfrm>
              <a:off x="8702676" y="2184400"/>
              <a:ext cx="376238" cy="4799013"/>
            </a:xfrm>
            <a:custGeom>
              <a:avLst/>
              <a:gdLst>
                <a:gd name="T0" fmla="*/ 10 w 237"/>
                <a:gd name="T1" fmla="*/ 551 h 3023"/>
                <a:gd name="T2" fmla="*/ 0 w 237"/>
                <a:gd name="T3" fmla="*/ 561 h 3023"/>
                <a:gd name="T4" fmla="*/ 0 w 237"/>
                <a:gd name="T5" fmla="*/ 2032 h 3023"/>
                <a:gd name="T6" fmla="*/ 227 w 237"/>
                <a:gd name="T7" fmla="*/ 2259 h 3023"/>
                <a:gd name="T8" fmla="*/ 227 w 237"/>
                <a:gd name="T9" fmla="*/ 3023 h 3023"/>
                <a:gd name="T10" fmla="*/ 237 w 237"/>
                <a:gd name="T11" fmla="*/ 3023 h 3023"/>
                <a:gd name="T12" fmla="*/ 237 w 237"/>
                <a:gd name="T13" fmla="*/ 2254 h 3023"/>
                <a:gd name="T14" fmla="*/ 10 w 237"/>
                <a:gd name="T15" fmla="*/ 2027 h 3023"/>
                <a:gd name="T16" fmla="*/ 10 w 237"/>
                <a:gd name="T17" fmla="*/ 551 h 3023"/>
                <a:gd name="T18" fmla="*/ 10 w 237"/>
                <a:gd name="T19" fmla="*/ 0 h 3023"/>
                <a:gd name="T20" fmla="*/ 0 w 237"/>
                <a:gd name="T21" fmla="*/ 0 h 3023"/>
                <a:gd name="T22" fmla="*/ 0 w 237"/>
                <a:gd name="T23" fmla="*/ 546 h 3023"/>
                <a:gd name="T24" fmla="*/ 10 w 237"/>
                <a:gd name="T25" fmla="*/ 537 h 3023"/>
                <a:gd name="T26" fmla="*/ 10 w 237"/>
                <a:gd name="T27" fmla="*/ 0 h 3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7" h="3023">
                  <a:moveTo>
                    <a:pt x="10" y="551"/>
                  </a:moveTo>
                  <a:lnTo>
                    <a:pt x="0" y="561"/>
                  </a:lnTo>
                  <a:lnTo>
                    <a:pt x="0" y="2032"/>
                  </a:lnTo>
                  <a:lnTo>
                    <a:pt x="227" y="2259"/>
                  </a:lnTo>
                  <a:lnTo>
                    <a:pt x="227" y="3023"/>
                  </a:lnTo>
                  <a:lnTo>
                    <a:pt x="237" y="3023"/>
                  </a:lnTo>
                  <a:lnTo>
                    <a:pt x="237" y="2254"/>
                  </a:lnTo>
                  <a:lnTo>
                    <a:pt x="10" y="2027"/>
                  </a:lnTo>
                  <a:lnTo>
                    <a:pt x="10" y="551"/>
                  </a:lnTo>
                  <a:close/>
                  <a:moveTo>
                    <a:pt x="10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10" y="537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97" name="Freeform 36"/>
            <p:cNvSpPr>
              <a:spLocks noEditPoints="1"/>
            </p:cNvSpPr>
            <p:nvPr/>
          </p:nvSpPr>
          <p:spPr bwMode="auto">
            <a:xfrm>
              <a:off x="8702676" y="2184400"/>
              <a:ext cx="376238" cy="4799013"/>
            </a:xfrm>
            <a:custGeom>
              <a:avLst/>
              <a:gdLst>
                <a:gd name="T0" fmla="*/ 10 w 237"/>
                <a:gd name="T1" fmla="*/ 551 h 3023"/>
                <a:gd name="T2" fmla="*/ 0 w 237"/>
                <a:gd name="T3" fmla="*/ 561 h 3023"/>
                <a:gd name="T4" fmla="*/ 0 w 237"/>
                <a:gd name="T5" fmla="*/ 2032 h 3023"/>
                <a:gd name="T6" fmla="*/ 227 w 237"/>
                <a:gd name="T7" fmla="*/ 2259 h 3023"/>
                <a:gd name="T8" fmla="*/ 227 w 237"/>
                <a:gd name="T9" fmla="*/ 3023 h 3023"/>
                <a:gd name="T10" fmla="*/ 237 w 237"/>
                <a:gd name="T11" fmla="*/ 3023 h 3023"/>
                <a:gd name="T12" fmla="*/ 237 w 237"/>
                <a:gd name="T13" fmla="*/ 2254 h 3023"/>
                <a:gd name="T14" fmla="*/ 10 w 237"/>
                <a:gd name="T15" fmla="*/ 2027 h 3023"/>
                <a:gd name="T16" fmla="*/ 10 w 237"/>
                <a:gd name="T17" fmla="*/ 551 h 3023"/>
                <a:gd name="T18" fmla="*/ 10 w 237"/>
                <a:gd name="T19" fmla="*/ 0 h 3023"/>
                <a:gd name="T20" fmla="*/ 0 w 237"/>
                <a:gd name="T21" fmla="*/ 0 h 3023"/>
                <a:gd name="T22" fmla="*/ 0 w 237"/>
                <a:gd name="T23" fmla="*/ 546 h 3023"/>
                <a:gd name="T24" fmla="*/ 10 w 237"/>
                <a:gd name="T25" fmla="*/ 537 h 3023"/>
                <a:gd name="T26" fmla="*/ 10 w 237"/>
                <a:gd name="T27" fmla="*/ 0 h 3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7" h="3023">
                  <a:moveTo>
                    <a:pt x="10" y="551"/>
                  </a:moveTo>
                  <a:lnTo>
                    <a:pt x="0" y="561"/>
                  </a:lnTo>
                  <a:lnTo>
                    <a:pt x="0" y="2032"/>
                  </a:lnTo>
                  <a:lnTo>
                    <a:pt x="227" y="2259"/>
                  </a:lnTo>
                  <a:lnTo>
                    <a:pt x="227" y="3023"/>
                  </a:lnTo>
                  <a:lnTo>
                    <a:pt x="237" y="3023"/>
                  </a:lnTo>
                  <a:lnTo>
                    <a:pt x="237" y="2254"/>
                  </a:lnTo>
                  <a:lnTo>
                    <a:pt x="10" y="2027"/>
                  </a:lnTo>
                  <a:lnTo>
                    <a:pt x="10" y="551"/>
                  </a:lnTo>
                  <a:moveTo>
                    <a:pt x="10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10" y="537"/>
                  </a:lnTo>
                  <a:lnTo>
                    <a:pt x="10" y="0"/>
                  </a:ln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98" name="Freeform 37"/>
            <p:cNvSpPr>
              <a:spLocks noEditPoints="1"/>
            </p:cNvSpPr>
            <p:nvPr/>
          </p:nvSpPr>
          <p:spPr bwMode="auto">
            <a:xfrm>
              <a:off x="8650288" y="2063750"/>
              <a:ext cx="115888" cy="117475"/>
            </a:xfrm>
            <a:custGeom>
              <a:avLst/>
              <a:gdLst>
                <a:gd name="T0" fmla="*/ 16 w 31"/>
                <a:gd name="T1" fmla="*/ 27 h 31"/>
                <a:gd name="T2" fmla="*/ 4 w 31"/>
                <a:gd name="T3" fmla="*/ 15 h 31"/>
                <a:gd name="T4" fmla="*/ 16 w 31"/>
                <a:gd name="T5" fmla="*/ 4 h 31"/>
                <a:gd name="T6" fmla="*/ 27 w 31"/>
                <a:gd name="T7" fmla="*/ 15 h 31"/>
                <a:gd name="T8" fmla="*/ 16 w 31"/>
                <a:gd name="T9" fmla="*/ 27 h 31"/>
                <a:gd name="T10" fmla="*/ 16 w 31"/>
                <a:gd name="T11" fmla="*/ 0 h 31"/>
                <a:gd name="T12" fmla="*/ 0 w 31"/>
                <a:gd name="T13" fmla="*/ 15 h 31"/>
                <a:gd name="T14" fmla="*/ 16 w 31"/>
                <a:gd name="T15" fmla="*/ 31 h 31"/>
                <a:gd name="T16" fmla="*/ 31 w 31"/>
                <a:gd name="T17" fmla="*/ 15 h 31"/>
                <a:gd name="T18" fmla="*/ 16 w 31"/>
                <a:gd name="T1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31">
                  <a:moveTo>
                    <a:pt x="16" y="27"/>
                  </a:moveTo>
                  <a:cubicBezTo>
                    <a:pt x="9" y="27"/>
                    <a:pt x="4" y="22"/>
                    <a:pt x="4" y="15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22" y="4"/>
                    <a:pt x="27" y="9"/>
                    <a:pt x="27" y="15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1"/>
                    <a:pt x="16" y="31"/>
                  </a:cubicBezTo>
                  <a:cubicBezTo>
                    <a:pt x="24" y="31"/>
                    <a:pt x="31" y="24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99" name="Freeform 38"/>
            <p:cNvSpPr>
              <a:spLocks noEditPoints="1"/>
            </p:cNvSpPr>
            <p:nvPr/>
          </p:nvSpPr>
          <p:spPr bwMode="auto">
            <a:xfrm>
              <a:off x="8455026" y="1804987"/>
              <a:ext cx="960438" cy="5178426"/>
            </a:xfrm>
            <a:custGeom>
              <a:avLst/>
              <a:gdLst>
                <a:gd name="T0" fmla="*/ 240 w 256"/>
                <a:gd name="T1" fmla="*/ 27 h 1379"/>
                <a:gd name="T2" fmla="*/ 229 w 256"/>
                <a:gd name="T3" fmla="*/ 16 h 1379"/>
                <a:gd name="T4" fmla="*/ 240 w 256"/>
                <a:gd name="T5" fmla="*/ 4 h 1379"/>
                <a:gd name="T6" fmla="*/ 252 w 256"/>
                <a:gd name="T7" fmla="*/ 16 h 1379"/>
                <a:gd name="T8" fmla="*/ 240 w 256"/>
                <a:gd name="T9" fmla="*/ 27 h 1379"/>
                <a:gd name="T10" fmla="*/ 240 w 256"/>
                <a:gd name="T11" fmla="*/ 0 h 1379"/>
                <a:gd name="T12" fmla="*/ 225 w 256"/>
                <a:gd name="T13" fmla="*/ 16 h 1379"/>
                <a:gd name="T14" fmla="*/ 238 w 256"/>
                <a:gd name="T15" fmla="*/ 31 h 1379"/>
                <a:gd name="T16" fmla="*/ 238 w 256"/>
                <a:gd name="T17" fmla="*/ 159 h 1379"/>
                <a:gd name="T18" fmla="*/ 70 w 256"/>
                <a:gd name="T19" fmla="*/ 328 h 1379"/>
                <a:gd name="T20" fmla="*/ 66 w 256"/>
                <a:gd name="T21" fmla="*/ 332 h 1379"/>
                <a:gd name="T22" fmla="*/ 0 w 256"/>
                <a:gd name="T23" fmla="*/ 398 h 1379"/>
                <a:gd name="T24" fmla="*/ 0 w 256"/>
                <a:gd name="T25" fmla="*/ 1379 h 1379"/>
                <a:gd name="T26" fmla="*/ 4 w 256"/>
                <a:gd name="T27" fmla="*/ 1379 h 1379"/>
                <a:gd name="T28" fmla="*/ 4 w 256"/>
                <a:gd name="T29" fmla="*/ 400 h 1379"/>
                <a:gd name="T30" fmla="*/ 66 w 256"/>
                <a:gd name="T31" fmla="*/ 338 h 1379"/>
                <a:gd name="T32" fmla="*/ 70 w 256"/>
                <a:gd name="T33" fmla="*/ 334 h 1379"/>
                <a:gd name="T34" fmla="*/ 242 w 256"/>
                <a:gd name="T35" fmla="*/ 161 h 1379"/>
                <a:gd name="T36" fmla="*/ 242 w 256"/>
                <a:gd name="T37" fmla="*/ 31 h 1379"/>
                <a:gd name="T38" fmla="*/ 256 w 256"/>
                <a:gd name="T39" fmla="*/ 16 h 1379"/>
                <a:gd name="T40" fmla="*/ 240 w 256"/>
                <a:gd name="T41" fmla="*/ 0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379">
                  <a:moveTo>
                    <a:pt x="240" y="27"/>
                  </a:moveTo>
                  <a:cubicBezTo>
                    <a:pt x="234" y="27"/>
                    <a:pt x="229" y="22"/>
                    <a:pt x="229" y="16"/>
                  </a:cubicBezTo>
                  <a:cubicBezTo>
                    <a:pt x="229" y="10"/>
                    <a:pt x="234" y="4"/>
                    <a:pt x="240" y="4"/>
                  </a:cubicBezTo>
                  <a:cubicBezTo>
                    <a:pt x="247" y="4"/>
                    <a:pt x="252" y="10"/>
                    <a:pt x="252" y="16"/>
                  </a:cubicBezTo>
                  <a:cubicBezTo>
                    <a:pt x="252" y="22"/>
                    <a:pt x="247" y="27"/>
                    <a:pt x="240" y="27"/>
                  </a:cubicBezTo>
                  <a:moveTo>
                    <a:pt x="240" y="0"/>
                  </a:moveTo>
                  <a:cubicBezTo>
                    <a:pt x="232" y="0"/>
                    <a:pt x="225" y="7"/>
                    <a:pt x="225" y="16"/>
                  </a:cubicBezTo>
                  <a:cubicBezTo>
                    <a:pt x="225" y="24"/>
                    <a:pt x="231" y="30"/>
                    <a:pt x="238" y="31"/>
                  </a:cubicBezTo>
                  <a:cubicBezTo>
                    <a:pt x="238" y="159"/>
                    <a:pt x="238" y="159"/>
                    <a:pt x="238" y="159"/>
                  </a:cubicBezTo>
                  <a:cubicBezTo>
                    <a:pt x="70" y="328"/>
                    <a:pt x="70" y="328"/>
                    <a:pt x="70" y="328"/>
                  </a:cubicBezTo>
                  <a:cubicBezTo>
                    <a:pt x="66" y="332"/>
                    <a:pt x="66" y="332"/>
                    <a:pt x="66" y="332"/>
                  </a:cubicBezTo>
                  <a:cubicBezTo>
                    <a:pt x="0" y="398"/>
                    <a:pt x="0" y="398"/>
                    <a:pt x="0" y="398"/>
                  </a:cubicBezTo>
                  <a:cubicBezTo>
                    <a:pt x="0" y="1379"/>
                    <a:pt x="0" y="1379"/>
                    <a:pt x="0" y="1379"/>
                  </a:cubicBezTo>
                  <a:cubicBezTo>
                    <a:pt x="4" y="1379"/>
                    <a:pt x="4" y="1379"/>
                    <a:pt x="4" y="1379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66" y="338"/>
                    <a:pt x="66" y="338"/>
                    <a:pt x="66" y="338"/>
                  </a:cubicBezTo>
                  <a:cubicBezTo>
                    <a:pt x="70" y="334"/>
                    <a:pt x="70" y="334"/>
                    <a:pt x="70" y="334"/>
                  </a:cubicBezTo>
                  <a:cubicBezTo>
                    <a:pt x="242" y="161"/>
                    <a:pt x="242" y="161"/>
                    <a:pt x="242" y="161"/>
                  </a:cubicBezTo>
                  <a:cubicBezTo>
                    <a:pt x="242" y="31"/>
                    <a:pt x="242" y="31"/>
                    <a:pt x="242" y="31"/>
                  </a:cubicBezTo>
                  <a:cubicBezTo>
                    <a:pt x="250" y="30"/>
                    <a:pt x="256" y="24"/>
                    <a:pt x="256" y="16"/>
                  </a:cubicBezTo>
                  <a:cubicBezTo>
                    <a:pt x="256" y="7"/>
                    <a:pt x="249" y="0"/>
                    <a:pt x="2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0" name="Freeform 39"/>
            <p:cNvSpPr>
              <a:spLocks noEditPoints="1"/>
            </p:cNvSpPr>
            <p:nvPr/>
          </p:nvSpPr>
          <p:spPr bwMode="auto">
            <a:xfrm>
              <a:off x="9348788" y="2074862"/>
              <a:ext cx="434975" cy="4908551"/>
            </a:xfrm>
            <a:custGeom>
              <a:avLst/>
              <a:gdLst>
                <a:gd name="T0" fmla="*/ 100 w 116"/>
                <a:gd name="T1" fmla="*/ 27 h 1307"/>
                <a:gd name="T2" fmla="*/ 89 w 116"/>
                <a:gd name="T3" fmla="*/ 16 h 1307"/>
                <a:gd name="T4" fmla="*/ 100 w 116"/>
                <a:gd name="T5" fmla="*/ 4 h 1307"/>
                <a:gd name="T6" fmla="*/ 112 w 116"/>
                <a:gd name="T7" fmla="*/ 16 h 1307"/>
                <a:gd name="T8" fmla="*/ 100 w 116"/>
                <a:gd name="T9" fmla="*/ 27 h 1307"/>
                <a:gd name="T10" fmla="*/ 100 w 116"/>
                <a:gd name="T11" fmla="*/ 0 h 1307"/>
                <a:gd name="T12" fmla="*/ 85 w 116"/>
                <a:gd name="T13" fmla="*/ 16 h 1307"/>
                <a:gd name="T14" fmla="*/ 98 w 116"/>
                <a:gd name="T15" fmla="*/ 31 h 1307"/>
                <a:gd name="T16" fmla="*/ 98 w 116"/>
                <a:gd name="T17" fmla="*/ 494 h 1307"/>
                <a:gd name="T18" fmla="*/ 0 w 116"/>
                <a:gd name="T19" fmla="*/ 593 h 1307"/>
                <a:gd name="T20" fmla="*/ 0 w 116"/>
                <a:gd name="T21" fmla="*/ 1307 h 1307"/>
                <a:gd name="T22" fmla="*/ 4 w 116"/>
                <a:gd name="T23" fmla="*/ 1307 h 1307"/>
                <a:gd name="T24" fmla="*/ 4 w 116"/>
                <a:gd name="T25" fmla="*/ 594 h 1307"/>
                <a:gd name="T26" fmla="*/ 102 w 116"/>
                <a:gd name="T27" fmla="*/ 496 h 1307"/>
                <a:gd name="T28" fmla="*/ 102 w 116"/>
                <a:gd name="T29" fmla="*/ 31 h 1307"/>
                <a:gd name="T30" fmla="*/ 116 w 116"/>
                <a:gd name="T31" fmla="*/ 16 h 1307"/>
                <a:gd name="T32" fmla="*/ 100 w 116"/>
                <a:gd name="T33" fmla="*/ 0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1307">
                  <a:moveTo>
                    <a:pt x="100" y="27"/>
                  </a:moveTo>
                  <a:cubicBezTo>
                    <a:pt x="94" y="27"/>
                    <a:pt x="89" y="22"/>
                    <a:pt x="89" y="16"/>
                  </a:cubicBezTo>
                  <a:cubicBezTo>
                    <a:pt x="89" y="10"/>
                    <a:pt x="94" y="4"/>
                    <a:pt x="100" y="4"/>
                  </a:cubicBezTo>
                  <a:cubicBezTo>
                    <a:pt x="107" y="4"/>
                    <a:pt x="112" y="10"/>
                    <a:pt x="112" y="16"/>
                  </a:cubicBezTo>
                  <a:cubicBezTo>
                    <a:pt x="112" y="22"/>
                    <a:pt x="107" y="27"/>
                    <a:pt x="100" y="27"/>
                  </a:cubicBezTo>
                  <a:moveTo>
                    <a:pt x="100" y="0"/>
                  </a:moveTo>
                  <a:cubicBezTo>
                    <a:pt x="92" y="0"/>
                    <a:pt x="85" y="7"/>
                    <a:pt x="85" y="16"/>
                  </a:cubicBezTo>
                  <a:cubicBezTo>
                    <a:pt x="85" y="24"/>
                    <a:pt x="91" y="30"/>
                    <a:pt x="98" y="31"/>
                  </a:cubicBezTo>
                  <a:cubicBezTo>
                    <a:pt x="98" y="494"/>
                    <a:pt x="98" y="494"/>
                    <a:pt x="98" y="494"/>
                  </a:cubicBezTo>
                  <a:cubicBezTo>
                    <a:pt x="0" y="593"/>
                    <a:pt x="0" y="593"/>
                    <a:pt x="0" y="593"/>
                  </a:cubicBezTo>
                  <a:cubicBezTo>
                    <a:pt x="0" y="1307"/>
                    <a:pt x="0" y="1307"/>
                    <a:pt x="0" y="1307"/>
                  </a:cubicBezTo>
                  <a:cubicBezTo>
                    <a:pt x="4" y="1307"/>
                    <a:pt x="4" y="1307"/>
                    <a:pt x="4" y="1307"/>
                  </a:cubicBezTo>
                  <a:cubicBezTo>
                    <a:pt x="4" y="594"/>
                    <a:pt x="4" y="594"/>
                    <a:pt x="4" y="594"/>
                  </a:cubicBezTo>
                  <a:cubicBezTo>
                    <a:pt x="102" y="496"/>
                    <a:pt x="102" y="496"/>
                    <a:pt x="102" y="496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10" y="30"/>
                    <a:pt x="116" y="24"/>
                    <a:pt x="116" y="16"/>
                  </a:cubicBezTo>
                  <a:cubicBezTo>
                    <a:pt x="116" y="7"/>
                    <a:pt x="109" y="0"/>
                    <a:pt x="10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1" name="Freeform 40"/>
            <p:cNvSpPr>
              <a:spLocks noEditPoints="1"/>
            </p:cNvSpPr>
            <p:nvPr/>
          </p:nvSpPr>
          <p:spPr bwMode="auto">
            <a:xfrm>
              <a:off x="9866313" y="3074987"/>
              <a:ext cx="222250" cy="3908426"/>
            </a:xfrm>
            <a:custGeom>
              <a:avLst/>
              <a:gdLst>
                <a:gd name="T0" fmla="*/ 59 w 59"/>
                <a:gd name="T1" fmla="*/ 756 h 1041"/>
                <a:gd name="T2" fmla="*/ 55 w 59"/>
                <a:gd name="T3" fmla="*/ 760 h 1041"/>
                <a:gd name="T4" fmla="*/ 55 w 59"/>
                <a:gd name="T5" fmla="*/ 1041 h 1041"/>
                <a:gd name="T6" fmla="*/ 59 w 59"/>
                <a:gd name="T7" fmla="*/ 1041 h 1041"/>
                <a:gd name="T8" fmla="*/ 59 w 59"/>
                <a:gd name="T9" fmla="*/ 756 h 1041"/>
                <a:gd name="T10" fmla="*/ 15 w 59"/>
                <a:gd name="T11" fmla="*/ 27 h 1041"/>
                <a:gd name="T12" fmla="*/ 4 w 59"/>
                <a:gd name="T13" fmla="*/ 16 h 1041"/>
                <a:gd name="T14" fmla="*/ 15 w 59"/>
                <a:gd name="T15" fmla="*/ 4 h 1041"/>
                <a:gd name="T16" fmla="*/ 27 w 59"/>
                <a:gd name="T17" fmla="*/ 16 h 1041"/>
                <a:gd name="T18" fmla="*/ 15 w 59"/>
                <a:gd name="T19" fmla="*/ 27 h 1041"/>
                <a:gd name="T20" fmla="*/ 15 w 59"/>
                <a:gd name="T21" fmla="*/ 0 h 1041"/>
                <a:gd name="T22" fmla="*/ 0 w 59"/>
                <a:gd name="T23" fmla="*/ 16 h 1041"/>
                <a:gd name="T24" fmla="*/ 13 w 59"/>
                <a:gd name="T25" fmla="*/ 31 h 1041"/>
                <a:gd name="T26" fmla="*/ 13 w 59"/>
                <a:gd name="T27" fmla="*/ 628 h 1041"/>
                <a:gd name="T28" fmla="*/ 55 w 59"/>
                <a:gd name="T29" fmla="*/ 670 h 1041"/>
                <a:gd name="T30" fmla="*/ 55 w 59"/>
                <a:gd name="T31" fmla="*/ 754 h 1041"/>
                <a:gd name="T32" fmla="*/ 59 w 59"/>
                <a:gd name="T33" fmla="*/ 750 h 1041"/>
                <a:gd name="T34" fmla="*/ 59 w 59"/>
                <a:gd name="T35" fmla="*/ 668 h 1041"/>
                <a:gd name="T36" fmla="*/ 17 w 59"/>
                <a:gd name="T37" fmla="*/ 626 h 1041"/>
                <a:gd name="T38" fmla="*/ 17 w 59"/>
                <a:gd name="T39" fmla="*/ 31 h 1041"/>
                <a:gd name="T40" fmla="*/ 31 w 59"/>
                <a:gd name="T41" fmla="*/ 16 h 1041"/>
                <a:gd name="T42" fmla="*/ 15 w 59"/>
                <a:gd name="T43" fmla="*/ 0 h 1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9" h="1041">
                  <a:moveTo>
                    <a:pt x="59" y="756"/>
                  </a:moveTo>
                  <a:cubicBezTo>
                    <a:pt x="55" y="760"/>
                    <a:pt x="55" y="760"/>
                    <a:pt x="55" y="760"/>
                  </a:cubicBezTo>
                  <a:cubicBezTo>
                    <a:pt x="55" y="1041"/>
                    <a:pt x="55" y="1041"/>
                    <a:pt x="55" y="1041"/>
                  </a:cubicBezTo>
                  <a:cubicBezTo>
                    <a:pt x="59" y="1041"/>
                    <a:pt x="59" y="1041"/>
                    <a:pt x="59" y="1041"/>
                  </a:cubicBezTo>
                  <a:cubicBezTo>
                    <a:pt x="59" y="756"/>
                    <a:pt x="59" y="756"/>
                    <a:pt x="59" y="756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3" y="31"/>
                  </a:cubicBezTo>
                  <a:cubicBezTo>
                    <a:pt x="13" y="628"/>
                    <a:pt x="13" y="628"/>
                    <a:pt x="13" y="628"/>
                  </a:cubicBezTo>
                  <a:cubicBezTo>
                    <a:pt x="55" y="670"/>
                    <a:pt x="55" y="670"/>
                    <a:pt x="55" y="670"/>
                  </a:cubicBezTo>
                  <a:cubicBezTo>
                    <a:pt x="55" y="754"/>
                    <a:pt x="55" y="754"/>
                    <a:pt x="55" y="754"/>
                  </a:cubicBezTo>
                  <a:cubicBezTo>
                    <a:pt x="59" y="750"/>
                    <a:pt x="59" y="750"/>
                    <a:pt x="59" y="750"/>
                  </a:cubicBezTo>
                  <a:cubicBezTo>
                    <a:pt x="59" y="668"/>
                    <a:pt x="59" y="668"/>
                    <a:pt x="59" y="668"/>
                  </a:cubicBezTo>
                  <a:cubicBezTo>
                    <a:pt x="17" y="626"/>
                    <a:pt x="17" y="626"/>
                    <a:pt x="17" y="626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2" name="Freeform 41"/>
            <p:cNvSpPr>
              <a:spLocks noEditPoints="1"/>
            </p:cNvSpPr>
            <p:nvPr/>
          </p:nvSpPr>
          <p:spPr bwMode="auto">
            <a:xfrm>
              <a:off x="10129838" y="2593975"/>
              <a:ext cx="479425" cy="4389438"/>
            </a:xfrm>
            <a:custGeom>
              <a:avLst/>
              <a:gdLst>
                <a:gd name="T0" fmla="*/ 80 w 128"/>
                <a:gd name="T1" fmla="*/ 532 h 1169"/>
                <a:gd name="T2" fmla="*/ 80 w 128"/>
                <a:gd name="T3" fmla="*/ 537 h 1169"/>
                <a:gd name="T4" fmla="*/ 124 w 128"/>
                <a:gd name="T5" fmla="*/ 582 h 1169"/>
                <a:gd name="T6" fmla="*/ 124 w 128"/>
                <a:gd name="T7" fmla="*/ 1169 h 1169"/>
                <a:gd name="T8" fmla="*/ 128 w 128"/>
                <a:gd name="T9" fmla="*/ 1169 h 1169"/>
                <a:gd name="T10" fmla="*/ 128 w 128"/>
                <a:gd name="T11" fmla="*/ 580 h 1169"/>
                <a:gd name="T12" fmla="*/ 80 w 128"/>
                <a:gd name="T13" fmla="*/ 532 h 1169"/>
                <a:gd name="T14" fmla="*/ 15 w 128"/>
                <a:gd name="T15" fmla="*/ 27 h 1169"/>
                <a:gd name="T16" fmla="*/ 4 w 128"/>
                <a:gd name="T17" fmla="*/ 16 h 1169"/>
                <a:gd name="T18" fmla="*/ 15 w 128"/>
                <a:gd name="T19" fmla="*/ 4 h 1169"/>
                <a:gd name="T20" fmla="*/ 27 w 128"/>
                <a:gd name="T21" fmla="*/ 16 h 1169"/>
                <a:gd name="T22" fmla="*/ 15 w 128"/>
                <a:gd name="T23" fmla="*/ 27 h 1169"/>
                <a:gd name="T24" fmla="*/ 15 w 128"/>
                <a:gd name="T25" fmla="*/ 0 h 1169"/>
                <a:gd name="T26" fmla="*/ 0 w 128"/>
                <a:gd name="T27" fmla="*/ 16 h 1169"/>
                <a:gd name="T28" fmla="*/ 13 w 128"/>
                <a:gd name="T29" fmla="*/ 31 h 1169"/>
                <a:gd name="T30" fmla="*/ 13 w 128"/>
                <a:gd name="T31" fmla="*/ 471 h 1169"/>
                <a:gd name="T32" fmla="*/ 76 w 128"/>
                <a:gd name="T33" fmla="*/ 533 h 1169"/>
                <a:gd name="T34" fmla="*/ 76 w 128"/>
                <a:gd name="T35" fmla="*/ 528 h 1169"/>
                <a:gd name="T36" fmla="*/ 17 w 128"/>
                <a:gd name="T37" fmla="*/ 469 h 1169"/>
                <a:gd name="T38" fmla="*/ 17 w 128"/>
                <a:gd name="T39" fmla="*/ 31 h 1169"/>
                <a:gd name="T40" fmla="*/ 31 w 128"/>
                <a:gd name="T41" fmla="*/ 16 h 1169"/>
                <a:gd name="T42" fmla="*/ 15 w 128"/>
                <a:gd name="T43" fmla="*/ 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169">
                  <a:moveTo>
                    <a:pt x="80" y="532"/>
                  </a:moveTo>
                  <a:cubicBezTo>
                    <a:pt x="80" y="537"/>
                    <a:pt x="80" y="537"/>
                    <a:pt x="80" y="537"/>
                  </a:cubicBezTo>
                  <a:cubicBezTo>
                    <a:pt x="124" y="582"/>
                    <a:pt x="124" y="582"/>
                    <a:pt x="124" y="582"/>
                  </a:cubicBezTo>
                  <a:cubicBezTo>
                    <a:pt x="124" y="1169"/>
                    <a:pt x="124" y="1169"/>
                    <a:pt x="124" y="1169"/>
                  </a:cubicBezTo>
                  <a:cubicBezTo>
                    <a:pt x="128" y="1169"/>
                    <a:pt x="128" y="1169"/>
                    <a:pt x="128" y="1169"/>
                  </a:cubicBezTo>
                  <a:cubicBezTo>
                    <a:pt x="128" y="580"/>
                    <a:pt x="128" y="580"/>
                    <a:pt x="128" y="580"/>
                  </a:cubicBezTo>
                  <a:cubicBezTo>
                    <a:pt x="80" y="532"/>
                    <a:pt x="80" y="532"/>
                    <a:pt x="80" y="532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471"/>
                    <a:pt x="13" y="471"/>
                    <a:pt x="13" y="471"/>
                  </a:cubicBezTo>
                  <a:cubicBezTo>
                    <a:pt x="76" y="533"/>
                    <a:pt x="76" y="533"/>
                    <a:pt x="76" y="533"/>
                  </a:cubicBezTo>
                  <a:cubicBezTo>
                    <a:pt x="76" y="528"/>
                    <a:pt x="76" y="528"/>
                    <a:pt x="76" y="528"/>
                  </a:cubicBezTo>
                  <a:cubicBezTo>
                    <a:pt x="17" y="469"/>
                    <a:pt x="17" y="469"/>
                    <a:pt x="17" y="469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3" name="Freeform 42"/>
            <p:cNvSpPr>
              <a:spLocks noEditPoints="1"/>
            </p:cNvSpPr>
            <p:nvPr/>
          </p:nvSpPr>
          <p:spPr bwMode="auto">
            <a:xfrm>
              <a:off x="10361613" y="2459037"/>
              <a:ext cx="117475" cy="4524376"/>
            </a:xfrm>
            <a:custGeom>
              <a:avLst/>
              <a:gdLst>
                <a:gd name="T0" fmla="*/ 16 w 31"/>
                <a:gd name="T1" fmla="*/ 27 h 1205"/>
                <a:gd name="T2" fmla="*/ 4 w 31"/>
                <a:gd name="T3" fmla="*/ 16 h 1205"/>
                <a:gd name="T4" fmla="*/ 16 w 31"/>
                <a:gd name="T5" fmla="*/ 4 h 1205"/>
                <a:gd name="T6" fmla="*/ 27 w 31"/>
                <a:gd name="T7" fmla="*/ 16 h 1205"/>
                <a:gd name="T8" fmla="*/ 16 w 31"/>
                <a:gd name="T9" fmla="*/ 27 h 1205"/>
                <a:gd name="T10" fmla="*/ 16 w 31"/>
                <a:gd name="T11" fmla="*/ 0 h 1205"/>
                <a:gd name="T12" fmla="*/ 0 w 31"/>
                <a:gd name="T13" fmla="*/ 16 h 1205"/>
                <a:gd name="T14" fmla="*/ 14 w 31"/>
                <a:gd name="T15" fmla="*/ 31 h 1205"/>
                <a:gd name="T16" fmla="*/ 14 w 31"/>
                <a:gd name="T17" fmla="*/ 564 h 1205"/>
                <a:gd name="T18" fmla="*/ 14 w 31"/>
                <a:gd name="T19" fmla="*/ 569 h 1205"/>
                <a:gd name="T20" fmla="*/ 14 w 31"/>
                <a:gd name="T21" fmla="*/ 1205 h 1205"/>
                <a:gd name="T22" fmla="*/ 18 w 31"/>
                <a:gd name="T23" fmla="*/ 1205 h 1205"/>
                <a:gd name="T24" fmla="*/ 18 w 31"/>
                <a:gd name="T25" fmla="*/ 573 h 1205"/>
                <a:gd name="T26" fmla="*/ 18 w 31"/>
                <a:gd name="T27" fmla="*/ 568 h 1205"/>
                <a:gd name="T28" fmla="*/ 18 w 31"/>
                <a:gd name="T29" fmla="*/ 31 h 1205"/>
                <a:gd name="T30" fmla="*/ 31 w 31"/>
                <a:gd name="T31" fmla="*/ 16 h 1205"/>
                <a:gd name="T32" fmla="*/ 16 w 31"/>
                <a:gd name="T33" fmla="*/ 0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1205">
                  <a:moveTo>
                    <a:pt x="16" y="27"/>
                  </a:moveTo>
                  <a:cubicBezTo>
                    <a:pt x="10" y="27"/>
                    <a:pt x="4" y="22"/>
                    <a:pt x="4" y="16"/>
                  </a:cubicBezTo>
                  <a:cubicBezTo>
                    <a:pt x="4" y="9"/>
                    <a:pt x="10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4" y="31"/>
                  </a:cubicBezTo>
                  <a:cubicBezTo>
                    <a:pt x="14" y="564"/>
                    <a:pt x="14" y="564"/>
                    <a:pt x="14" y="564"/>
                  </a:cubicBezTo>
                  <a:cubicBezTo>
                    <a:pt x="14" y="569"/>
                    <a:pt x="14" y="569"/>
                    <a:pt x="14" y="569"/>
                  </a:cubicBezTo>
                  <a:cubicBezTo>
                    <a:pt x="14" y="1205"/>
                    <a:pt x="14" y="1205"/>
                    <a:pt x="14" y="1205"/>
                  </a:cubicBezTo>
                  <a:cubicBezTo>
                    <a:pt x="18" y="1205"/>
                    <a:pt x="18" y="1205"/>
                    <a:pt x="18" y="1205"/>
                  </a:cubicBezTo>
                  <a:cubicBezTo>
                    <a:pt x="18" y="573"/>
                    <a:pt x="18" y="573"/>
                    <a:pt x="18" y="573"/>
                  </a:cubicBezTo>
                  <a:cubicBezTo>
                    <a:pt x="18" y="568"/>
                    <a:pt x="18" y="568"/>
                    <a:pt x="18" y="568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6" y="30"/>
                    <a:pt x="31" y="23"/>
                    <a:pt x="31" y="16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4" name="Freeform 43"/>
            <p:cNvSpPr>
              <a:spLocks noEditPoints="1"/>
            </p:cNvSpPr>
            <p:nvPr/>
          </p:nvSpPr>
          <p:spPr bwMode="auto">
            <a:xfrm>
              <a:off x="10771188" y="3494088"/>
              <a:ext cx="338138" cy="3489325"/>
            </a:xfrm>
            <a:custGeom>
              <a:avLst/>
              <a:gdLst>
                <a:gd name="T0" fmla="*/ 74 w 90"/>
                <a:gd name="T1" fmla="*/ 27 h 929"/>
                <a:gd name="T2" fmla="*/ 63 w 90"/>
                <a:gd name="T3" fmla="*/ 16 h 929"/>
                <a:gd name="T4" fmla="*/ 74 w 90"/>
                <a:gd name="T5" fmla="*/ 4 h 929"/>
                <a:gd name="T6" fmla="*/ 86 w 90"/>
                <a:gd name="T7" fmla="*/ 16 h 929"/>
                <a:gd name="T8" fmla="*/ 74 w 90"/>
                <a:gd name="T9" fmla="*/ 27 h 929"/>
                <a:gd name="T10" fmla="*/ 74 w 90"/>
                <a:gd name="T11" fmla="*/ 0 h 929"/>
                <a:gd name="T12" fmla="*/ 59 w 90"/>
                <a:gd name="T13" fmla="*/ 16 h 929"/>
                <a:gd name="T14" fmla="*/ 72 w 90"/>
                <a:gd name="T15" fmla="*/ 31 h 929"/>
                <a:gd name="T16" fmla="*/ 72 w 90"/>
                <a:gd name="T17" fmla="*/ 197 h 929"/>
                <a:gd name="T18" fmla="*/ 0 w 90"/>
                <a:gd name="T19" fmla="*/ 269 h 929"/>
                <a:gd name="T20" fmla="*/ 0 w 90"/>
                <a:gd name="T21" fmla="*/ 929 h 929"/>
                <a:gd name="T22" fmla="*/ 4 w 90"/>
                <a:gd name="T23" fmla="*/ 929 h 929"/>
                <a:gd name="T24" fmla="*/ 4 w 90"/>
                <a:gd name="T25" fmla="*/ 270 h 929"/>
                <a:gd name="T26" fmla="*/ 76 w 90"/>
                <a:gd name="T27" fmla="*/ 198 h 929"/>
                <a:gd name="T28" fmla="*/ 76 w 90"/>
                <a:gd name="T29" fmla="*/ 31 h 929"/>
                <a:gd name="T30" fmla="*/ 90 w 90"/>
                <a:gd name="T31" fmla="*/ 16 h 929"/>
                <a:gd name="T32" fmla="*/ 74 w 90"/>
                <a:gd name="T33" fmla="*/ 0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0" h="929">
                  <a:moveTo>
                    <a:pt x="74" y="27"/>
                  </a:moveTo>
                  <a:cubicBezTo>
                    <a:pt x="68" y="27"/>
                    <a:pt x="63" y="22"/>
                    <a:pt x="63" y="16"/>
                  </a:cubicBezTo>
                  <a:cubicBezTo>
                    <a:pt x="63" y="10"/>
                    <a:pt x="68" y="4"/>
                    <a:pt x="74" y="4"/>
                  </a:cubicBezTo>
                  <a:cubicBezTo>
                    <a:pt x="81" y="4"/>
                    <a:pt x="86" y="10"/>
                    <a:pt x="86" y="16"/>
                  </a:cubicBezTo>
                  <a:cubicBezTo>
                    <a:pt x="86" y="22"/>
                    <a:pt x="81" y="27"/>
                    <a:pt x="74" y="27"/>
                  </a:cubicBezTo>
                  <a:moveTo>
                    <a:pt x="74" y="0"/>
                  </a:moveTo>
                  <a:cubicBezTo>
                    <a:pt x="66" y="0"/>
                    <a:pt x="59" y="7"/>
                    <a:pt x="59" y="16"/>
                  </a:cubicBezTo>
                  <a:cubicBezTo>
                    <a:pt x="59" y="24"/>
                    <a:pt x="65" y="30"/>
                    <a:pt x="72" y="31"/>
                  </a:cubicBezTo>
                  <a:cubicBezTo>
                    <a:pt x="72" y="197"/>
                    <a:pt x="72" y="197"/>
                    <a:pt x="72" y="197"/>
                  </a:cubicBezTo>
                  <a:cubicBezTo>
                    <a:pt x="0" y="269"/>
                    <a:pt x="0" y="269"/>
                    <a:pt x="0" y="269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4" y="929"/>
                    <a:pt x="4" y="929"/>
                    <a:pt x="4" y="929"/>
                  </a:cubicBezTo>
                  <a:cubicBezTo>
                    <a:pt x="4" y="270"/>
                    <a:pt x="4" y="270"/>
                    <a:pt x="4" y="270"/>
                  </a:cubicBezTo>
                  <a:cubicBezTo>
                    <a:pt x="76" y="198"/>
                    <a:pt x="76" y="198"/>
                    <a:pt x="76" y="198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84" y="30"/>
                    <a:pt x="90" y="24"/>
                    <a:pt x="90" y="16"/>
                  </a:cubicBezTo>
                  <a:cubicBezTo>
                    <a:pt x="90" y="7"/>
                    <a:pt x="83" y="0"/>
                    <a:pt x="7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5" name="Freeform 44"/>
            <p:cNvSpPr>
              <a:spLocks noEditPoints="1"/>
            </p:cNvSpPr>
            <p:nvPr/>
          </p:nvSpPr>
          <p:spPr bwMode="auto">
            <a:xfrm>
              <a:off x="10906126" y="2792412"/>
              <a:ext cx="395288" cy="4191001"/>
            </a:xfrm>
            <a:custGeom>
              <a:avLst/>
              <a:gdLst>
                <a:gd name="T0" fmla="*/ 90 w 105"/>
                <a:gd name="T1" fmla="*/ 27 h 1116"/>
                <a:gd name="T2" fmla="*/ 78 w 105"/>
                <a:gd name="T3" fmla="*/ 16 h 1116"/>
                <a:gd name="T4" fmla="*/ 90 w 105"/>
                <a:gd name="T5" fmla="*/ 4 h 1116"/>
                <a:gd name="T6" fmla="*/ 101 w 105"/>
                <a:gd name="T7" fmla="*/ 16 h 1116"/>
                <a:gd name="T8" fmla="*/ 90 w 105"/>
                <a:gd name="T9" fmla="*/ 27 h 1116"/>
                <a:gd name="T10" fmla="*/ 90 w 105"/>
                <a:gd name="T11" fmla="*/ 0 h 1116"/>
                <a:gd name="T12" fmla="*/ 74 w 105"/>
                <a:gd name="T13" fmla="*/ 16 h 1116"/>
                <a:gd name="T14" fmla="*/ 88 w 105"/>
                <a:gd name="T15" fmla="*/ 31 h 1116"/>
                <a:gd name="T16" fmla="*/ 88 w 105"/>
                <a:gd name="T17" fmla="*/ 771 h 1116"/>
                <a:gd name="T18" fmla="*/ 0 w 105"/>
                <a:gd name="T19" fmla="*/ 858 h 1116"/>
                <a:gd name="T20" fmla="*/ 0 w 105"/>
                <a:gd name="T21" fmla="*/ 1116 h 1116"/>
                <a:gd name="T22" fmla="*/ 4 w 105"/>
                <a:gd name="T23" fmla="*/ 1116 h 1116"/>
                <a:gd name="T24" fmla="*/ 4 w 105"/>
                <a:gd name="T25" fmla="*/ 859 h 1116"/>
                <a:gd name="T26" fmla="*/ 92 w 105"/>
                <a:gd name="T27" fmla="*/ 772 h 1116"/>
                <a:gd name="T28" fmla="*/ 92 w 105"/>
                <a:gd name="T29" fmla="*/ 31 h 1116"/>
                <a:gd name="T30" fmla="*/ 105 w 105"/>
                <a:gd name="T31" fmla="*/ 16 h 1116"/>
                <a:gd name="T32" fmla="*/ 90 w 105"/>
                <a:gd name="T33" fmla="*/ 0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5" h="1116">
                  <a:moveTo>
                    <a:pt x="90" y="27"/>
                  </a:moveTo>
                  <a:cubicBezTo>
                    <a:pt x="83" y="27"/>
                    <a:pt x="78" y="22"/>
                    <a:pt x="78" y="16"/>
                  </a:cubicBezTo>
                  <a:cubicBezTo>
                    <a:pt x="78" y="9"/>
                    <a:pt x="83" y="4"/>
                    <a:pt x="90" y="4"/>
                  </a:cubicBezTo>
                  <a:cubicBezTo>
                    <a:pt x="96" y="4"/>
                    <a:pt x="101" y="9"/>
                    <a:pt x="101" y="16"/>
                  </a:cubicBezTo>
                  <a:cubicBezTo>
                    <a:pt x="101" y="22"/>
                    <a:pt x="96" y="27"/>
                    <a:pt x="90" y="27"/>
                  </a:cubicBezTo>
                  <a:moveTo>
                    <a:pt x="90" y="0"/>
                  </a:moveTo>
                  <a:cubicBezTo>
                    <a:pt x="81" y="0"/>
                    <a:pt x="74" y="7"/>
                    <a:pt x="74" y="16"/>
                  </a:cubicBezTo>
                  <a:cubicBezTo>
                    <a:pt x="74" y="24"/>
                    <a:pt x="80" y="30"/>
                    <a:pt x="88" y="31"/>
                  </a:cubicBezTo>
                  <a:cubicBezTo>
                    <a:pt x="88" y="771"/>
                    <a:pt x="88" y="771"/>
                    <a:pt x="88" y="771"/>
                  </a:cubicBezTo>
                  <a:cubicBezTo>
                    <a:pt x="0" y="858"/>
                    <a:pt x="0" y="858"/>
                    <a:pt x="0" y="858"/>
                  </a:cubicBezTo>
                  <a:cubicBezTo>
                    <a:pt x="0" y="1116"/>
                    <a:pt x="0" y="1116"/>
                    <a:pt x="0" y="1116"/>
                  </a:cubicBezTo>
                  <a:cubicBezTo>
                    <a:pt x="4" y="1116"/>
                    <a:pt x="4" y="1116"/>
                    <a:pt x="4" y="1116"/>
                  </a:cubicBezTo>
                  <a:cubicBezTo>
                    <a:pt x="4" y="859"/>
                    <a:pt x="4" y="859"/>
                    <a:pt x="4" y="859"/>
                  </a:cubicBezTo>
                  <a:cubicBezTo>
                    <a:pt x="92" y="772"/>
                    <a:pt x="92" y="772"/>
                    <a:pt x="92" y="772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9" y="30"/>
                    <a:pt x="105" y="24"/>
                    <a:pt x="105" y="16"/>
                  </a:cubicBezTo>
                  <a:cubicBezTo>
                    <a:pt x="105" y="7"/>
                    <a:pt x="98" y="0"/>
                    <a:pt x="9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6" name="Freeform 45"/>
            <p:cNvSpPr>
              <a:spLocks noEditPoints="1"/>
            </p:cNvSpPr>
            <p:nvPr/>
          </p:nvSpPr>
          <p:spPr bwMode="auto">
            <a:xfrm>
              <a:off x="11337926" y="3194050"/>
              <a:ext cx="442913" cy="3789363"/>
            </a:xfrm>
            <a:custGeom>
              <a:avLst/>
              <a:gdLst>
                <a:gd name="T0" fmla="*/ 84 w 118"/>
                <a:gd name="T1" fmla="*/ 566 h 1009"/>
                <a:gd name="T2" fmla="*/ 84 w 118"/>
                <a:gd name="T3" fmla="*/ 572 h 1009"/>
                <a:gd name="T4" fmla="*/ 114 w 118"/>
                <a:gd name="T5" fmla="*/ 602 h 1009"/>
                <a:gd name="T6" fmla="*/ 114 w 118"/>
                <a:gd name="T7" fmla="*/ 1009 h 1009"/>
                <a:gd name="T8" fmla="*/ 118 w 118"/>
                <a:gd name="T9" fmla="*/ 1009 h 1009"/>
                <a:gd name="T10" fmla="*/ 118 w 118"/>
                <a:gd name="T11" fmla="*/ 600 h 1009"/>
                <a:gd name="T12" fmla="*/ 84 w 118"/>
                <a:gd name="T13" fmla="*/ 566 h 1009"/>
                <a:gd name="T14" fmla="*/ 16 w 118"/>
                <a:gd name="T15" fmla="*/ 27 h 1009"/>
                <a:gd name="T16" fmla="*/ 4 w 118"/>
                <a:gd name="T17" fmla="*/ 16 h 1009"/>
                <a:gd name="T18" fmla="*/ 16 w 118"/>
                <a:gd name="T19" fmla="*/ 4 h 1009"/>
                <a:gd name="T20" fmla="*/ 27 w 118"/>
                <a:gd name="T21" fmla="*/ 16 h 1009"/>
                <a:gd name="T22" fmla="*/ 16 w 118"/>
                <a:gd name="T23" fmla="*/ 27 h 1009"/>
                <a:gd name="T24" fmla="*/ 16 w 118"/>
                <a:gd name="T25" fmla="*/ 0 h 1009"/>
                <a:gd name="T26" fmla="*/ 0 w 118"/>
                <a:gd name="T27" fmla="*/ 16 h 1009"/>
                <a:gd name="T28" fmla="*/ 14 w 118"/>
                <a:gd name="T29" fmla="*/ 31 h 1009"/>
                <a:gd name="T30" fmla="*/ 14 w 118"/>
                <a:gd name="T31" fmla="*/ 502 h 1009"/>
                <a:gd name="T32" fmla="*/ 80 w 118"/>
                <a:gd name="T33" fmla="*/ 568 h 1009"/>
                <a:gd name="T34" fmla="*/ 80 w 118"/>
                <a:gd name="T35" fmla="*/ 562 h 1009"/>
                <a:gd name="T36" fmla="*/ 18 w 118"/>
                <a:gd name="T37" fmla="*/ 500 h 1009"/>
                <a:gd name="T38" fmla="*/ 18 w 118"/>
                <a:gd name="T39" fmla="*/ 31 h 1009"/>
                <a:gd name="T40" fmla="*/ 31 w 118"/>
                <a:gd name="T41" fmla="*/ 16 h 1009"/>
                <a:gd name="T42" fmla="*/ 16 w 118"/>
                <a:gd name="T43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8" h="1009">
                  <a:moveTo>
                    <a:pt x="84" y="566"/>
                  </a:moveTo>
                  <a:cubicBezTo>
                    <a:pt x="84" y="572"/>
                    <a:pt x="84" y="572"/>
                    <a:pt x="84" y="572"/>
                  </a:cubicBezTo>
                  <a:cubicBezTo>
                    <a:pt x="114" y="602"/>
                    <a:pt x="114" y="602"/>
                    <a:pt x="114" y="602"/>
                  </a:cubicBezTo>
                  <a:cubicBezTo>
                    <a:pt x="114" y="1009"/>
                    <a:pt x="114" y="1009"/>
                    <a:pt x="114" y="1009"/>
                  </a:cubicBezTo>
                  <a:cubicBezTo>
                    <a:pt x="118" y="1009"/>
                    <a:pt x="118" y="1009"/>
                    <a:pt x="118" y="1009"/>
                  </a:cubicBezTo>
                  <a:cubicBezTo>
                    <a:pt x="118" y="600"/>
                    <a:pt x="118" y="600"/>
                    <a:pt x="118" y="600"/>
                  </a:cubicBezTo>
                  <a:cubicBezTo>
                    <a:pt x="84" y="566"/>
                    <a:pt x="84" y="566"/>
                    <a:pt x="84" y="566"/>
                  </a:cubicBezTo>
                  <a:moveTo>
                    <a:pt x="16" y="27"/>
                  </a:moveTo>
                  <a:cubicBezTo>
                    <a:pt x="10" y="27"/>
                    <a:pt x="4" y="22"/>
                    <a:pt x="4" y="16"/>
                  </a:cubicBezTo>
                  <a:cubicBezTo>
                    <a:pt x="4" y="9"/>
                    <a:pt x="10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4" y="31"/>
                  </a:cubicBezTo>
                  <a:cubicBezTo>
                    <a:pt x="14" y="502"/>
                    <a:pt x="14" y="502"/>
                    <a:pt x="14" y="502"/>
                  </a:cubicBezTo>
                  <a:cubicBezTo>
                    <a:pt x="80" y="568"/>
                    <a:pt x="80" y="568"/>
                    <a:pt x="80" y="568"/>
                  </a:cubicBezTo>
                  <a:cubicBezTo>
                    <a:pt x="80" y="562"/>
                    <a:pt x="80" y="562"/>
                    <a:pt x="80" y="562"/>
                  </a:cubicBezTo>
                  <a:cubicBezTo>
                    <a:pt x="18" y="500"/>
                    <a:pt x="18" y="500"/>
                    <a:pt x="18" y="500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6" y="30"/>
                    <a:pt x="31" y="23"/>
                    <a:pt x="31" y="16"/>
                  </a:cubicBezTo>
                  <a:cubicBezTo>
                    <a:pt x="31" y="7"/>
                    <a:pt x="25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7" name="Freeform 46"/>
            <p:cNvSpPr>
              <a:spLocks noEditPoints="1"/>
            </p:cNvSpPr>
            <p:nvPr/>
          </p:nvSpPr>
          <p:spPr bwMode="auto">
            <a:xfrm>
              <a:off x="11442701" y="4340225"/>
              <a:ext cx="260350" cy="2643188"/>
            </a:xfrm>
            <a:custGeom>
              <a:avLst/>
              <a:gdLst>
                <a:gd name="T0" fmla="*/ 54 w 69"/>
                <a:gd name="T1" fmla="*/ 27 h 704"/>
                <a:gd name="T2" fmla="*/ 42 w 69"/>
                <a:gd name="T3" fmla="*/ 16 h 704"/>
                <a:gd name="T4" fmla="*/ 54 w 69"/>
                <a:gd name="T5" fmla="*/ 4 h 704"/>
                <a:gd name="T6" fmla="*/ 65 w 69"/>
                <a:gd name="T7" fmla="*/ 16 h 704"/>
                <a:gd name="T8" fmla="*/ 54 w 69"/>
                <a:gd name="T9" fmla="*/ 27 h 704"/>
                <a:gd name="T10" fmla="*/ 54 w 69"/>
                <a:gd name="T11" fmla="*/ 0 h 704"/>
                <a:gd name="T12" fmla="*/ 38 w 69"/>
                <a:gd name="T13" fmla="*/ 16 h 704"/>
                <a:gd name="T14" fmla="*/ 52 w 69"/>
                <a:gd name="T15" fmla="*/ 31 h 704"/>
                <a:gd name="T16" fmla="*/ 52 w 69"/>
                <a:gd name="T17" fmla="*/ 257 h 704"/>
                <a:gd name="T18" fmla="*/ 52 w 69"/>
                <a:gd name="T19" fmla="*/ 263 h 704"/>
                <a:gd name="T20" fmla="*/ 52 w 69"/>
                <a:gd name="T21" fmla="*/ 418 h 704"/>
                <a:gd name="T22" fmla="*/ 0 w 69"/>
                <a:gd name="T23" fmla="*/ 470 h 704"/>
                <a:gd name="T24" fmla="*/ 0 w 69"/>
                <a:gd name="T25" fmla="*/ 704 h 704"/>
                <a:gd name="T26" fmla="*/ 4 w 69"/>
                <a:gd name="T27" fmla="*/ 704 h 704"/>
                <a:gd name="T28" fmla="*/ 4 w 69"/>
                <a:gd name="T29" fmla="*/ 471 h 704"/>
                <a:gd name="T30" fmla="*/ 56 w 69"/>
                <a:gd name="T31" fmla="*/ 419 h 704"/>
                <a:gd name="T32" fmla="*/ 56 w 69"/>
                <a:gd name="T33" fmla="*/ 267 h 704"/>
                <a:gd name="T34" fmla="*/ 56 w 69"/>
                <a:gd name="T35" fmla="*/ 261 h 704"/>
                <a:gd name="T36" fmla="*/ 56 w 69"/>
                <a:gd name="T37" fmla="*/ 31 h 704"/>
                <a:gd name="T38" fmla="*/ 69 w 69"/>
                <a:gd name="T39" fmla="*/ 16 h 704"/>
                <a:gd name="T40" fmla="*/ 54 w 69"/>
                <a:gd name="T41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9" h="704">
                  <a:moveTo>
                    <a:pt x="54" y="27"/>
                  </a:moveTo>
                  <a:cubicBezTo>
                    <a:pt x="47" y="27"/>
                    <a:pt x="42" y="22"/>
                    <a:pt x="42" y="16"/>
                  </a:cubicBezTo>
                  <a:cubicBezTo>
                    <a:pt x="42" y="9"/>
                    <a:pt x="47" y="4"/>
                    <a:pt x="54" y="4"/>
                  </a:cubicBezTo>
                  <a:cubicBezTo>
                    <a:pt x="60" y="4"/>
                    <a:pt x="65" y="9"/>
                    <a:pt x="65" y="16"/>
                  </a:cubicBezTo>
                  <a:cubicBezTo>
                    <a:pt x="65" y="22"/>
                    <a:pt x="60" y="27"/>
                    <a:pt x="54" y="27"/>
                  </a:cubicBezTo>
                  <a:moveTo>
                    <a:pt x="54" y="0"/>
                  </a:moveTo>
                  <a:cubicBezTo>
                    <a:pt x="45" y="0"/>
                    <a:pt x="38" y="7"/>
                    <a:pt x="38" y="16"/>
                  </a:cubicBezTo>
                  <a:cubicBezTo>
                    <a:pt x="38" y="24"/>
                    <a:pt x="44" y="30"/>
                    <a:pt x="52" y="31"/>
                  </a:cubicBezTo>
                  <a:cubicBezTo>
                    <a:pt x="52" y="257"/>
                    <a:pt x="52" y="257"/>
                    <a:pt x="52" y="257"/>
                  </a:cubicBezTo>
                  <a:cubicBezTo>
                    <a:pt x="52" y="263"/>
                    <a:pt x="52" y="263"/>
                    <a:pt x="52" y="263"/>
                  </a:cubicBezTo>
                  <a:cubicBezTo>
                    <a:pt x="52" y="418"/>
                    <a:pt x="52" y="418"/>
                    <a:pt x="52" y="418"/>
                  </a:cubicBezTo>
                  <a:cubicBezTo>
                    <a:pt x="0" y="470"/>
                    <a:pt x="0" y="470"/>
                    <a:pt x="0" y="470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4" y="704"/>
                    <a:pt x="4" y="704"/>
                    <a:pt x="4" y="704"/>
                  </a:cubicBezTo>
                  <a:cubicBezTo>
                    <a:pt x="4" y="471"/>
                    <a:pt x="4" y="471"/>
                    <a:pt x="4" y="471"/>
                  </a:cubicBezTo>
                  <a:cubicBezTo>
                    <a:pt x="56" y="419"/>
                    <a:pt x="56" y="419"/>
                    <a:pt x="56" y="419"/>
                  </a:cubicBezTo>
                  <a:cubicBezTo>
                    <a:pt x="56" y="267"/>
                    <a:pt x="56" y="267"/>
                    <a:pt x="56" y="267"/>
                  </a:cubicBezTo>
                  <a:cubicBezTo>
                    <a:pt x="56" y="261"/>
                    <a:pt x="56" y="261"/>
                    <a:pt x="56" y="26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63" y="30"/>
                    <a:pt x="69" y="24"/>
                    <a:pt x="69" y="16"/>
                  </a:cubicBezTo>
                  <a:cubicBezTo>
                    <a:pt x="69" y="7"/>
                    <a:pt x="62" y="0"/>
                    <a:pt x="5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8" name="Freeform 47"/>
            <p:cNvSpPr>
              <a:spLocks noEditPoints="1"/>
            </p:cNvSpPr>
            <p:nvPr/>
          </p:nvSpPr>
          <p:spPr bwMode="auto">
            <a:xfrm>
              <a:off x="9652001" y="5033963"/>
              <a:ext cx="593725" cy="1949450"/>
            </a:xfrm>
            <a:custGeom>
              <a:avLst/>
              <a:gdLst>
                <a:gd name="T0" fmla="*/ 142 w 158"/>
                <a:gd name="T1" fmla="*/ 27 h 519"/>
                <a:gd name="T2" fmla="*/ 131 w 158"/>
                <a:gd name="T3" fmla="*/ 16 h 519"/>
                <a:gd name="T4" fmla="*/ 142 w 158"/>
                <a:gd name="T5" fmla="*/ 4 h 519"/>
                <a:gd name="T6" fmla="*/ 154 w 158"/>
                <a:gd name="T7" fmla="*/ 16 h 519"/>
                <a:gd name="T8" fmla="*/ 142 w 158"/>
                <a:gd name="T9" fmla="*/ 27 h 519"/>
                <a:gd name="T10" fmla="*/ 142 w 158"/>
                <a:gd name="T11" fmla="*/ 0 h 519"/>
                <a:gd name="T12" fmla="*/ 127 w 158"/>
                <a:gd name="T13" fmla="*/ 16 h 519"/>
                <a:gd name="T14" fmla="*/ 140 w 158"/>
                <a:gd name="T15" fmla="*/ 31 h 519"/>
                <a:gd name="T16" fmla="*/ 140 w 158"/>
                <a:gd name="T17" fmla="*/ 204 h 519"/>
                <a:gd name="T18" fmla="*/ 116 w 158"/>
                <a:gd name="T19" fmla="*/ 228 h 519"/>
                <a:gd name="T20" fmla="*/ 112 w 158"/>
                <a:gd name="T21" fmla="*/ 232 h 519"/>
                <a:gd name="T22" fmla="*/ 0 w 158"/>
                <a:gd name="T23" fmla="*/ 344 h 519"/>
                <a:gd name="T24" fmla="*/ 0 w 158"/>
                <a:gd name="T25" fmla="*/ 519 h 519"/>
                <a:gd name="T26" fmla="*/ 4 w 158"/>
                <a:gd name="T27" fmla="*/ 519 h 519"/>
                <a:gd name="T28" fmla="*/ 4 w 158"/>
                <a:gd name="T29" fmla="*/ 346 h 519"/>
                <a:gd name="T30" fmla="*/ 112 w 158"/>
                <a:gd name="T31" fmla="*/ 238 h 519"/>
                <a:gd name="T32" fmla="*/ 116 w 158"/>
                <a:gd name="T33" fmla="*/ 234 h 519"/>
                <a:gd name="T34" fmla="*/ 144 w 158"/>
                <a:gd name="T35" fmla="*/ 206 h 519"/>
                <a:gd name="T36" fmla="*/ 144 w 158"/>
                <a:gd name="T37" fmla="*/ 31 h 519"/>
                <a:gd name="T38" fmla="*/ 158 w 158"/>
                <a:gd name="T39" fmla="*/ 16 h 519"/>
                <a:gd name="T40" fmla="*/ 142 w 158"/>
                <a:gd name="T41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8" h="519">
                  <a:moveTo>
                    <a:pt x="142" y="27"/>
                  </a:moveTo>
                  <a:cubicBezTo>
                    <a:pt x="136" y="27"/>
                    <a:pt x="131" y="22"/>
                    <a:pt x="131" y="16"/>
                  </a:cubicBezTo>
                  <a:cubicBezTo>
                    <a:pt x="131" y="9"/>
                    <a:pt x="136" y="4"/>
                    <a:pt x="142" y="4"/>
                  </a:cubicBezTo>
                  <a:cubicBezTo>
                    <a:pt x="149" y="4"/>
                    <a:pt x="154" y="9"/>
                    <a:pt x="154" y="16"/>
                  </a:cubicBezTo>
                  <a:cubicBezTo>
                    <a:pt x="154" y="22"/>
                    <a:pt x="149" y="27"/>
                    <a:pt x="142" y="27"/>
                  </a:cubicBezTo>
                  <a:moveTo>
                    <a:pt x="142" y="0"/>
                  </a:moveTo>
                  <a:cubicBezTo>
                    <a:pt x="134" y="0"/>
                    <a:pt x="127" y="7"/>
                    <a:pt x="127" y="16"/>
                  </a:cubicBezTo>
                  <a:cubicBezTo>
                    <a:pt x="127" y="23"/>
                    <a:pt x="133" y="30"/>
                    <a:pt x="140" y="31"/>
                  </a:cubicBezTo>
                  <a:cubicBezTo>
                    <a:pt x="140" y="204"/>
                    <a:pt x="140" y="204"/>
                    <a:pt x="140" y="204"/>
                  </a:cubicBezTo>
                  <a:cubicBezTo>
                    <a:pt x="116" y="228"/>
                    <a:pt x="116" y="228"/>
                    <a:pt x="116" y="228"/>
                  </a:cubicBezTo>
                  <a:cubicBezTo>
                    <a:pt x="112" y="232"/>
                    <a:pt x="112" y="232"/>
                    <a:pt x="112" y="232"/>
                  </a:cubicBezTo>
                  <a:cubicBezTo>
                    <a:pt x="0" y="344"/>
                    <a:pt x="0" y="344"/>
                    <a:pt x="0" y="344"/>
                  </a:cubicBezTo>
                  <a:cubicBezTo>
                    <a:pt x="0" y="519"/>
                    <a:pt x="0" y="519"/>
                    <a:pt x="0" y="519"/>
                  </a:cubicBezTo>
                  <a:cubicBezTo>
                    <a:pt x="4" y="519"/>
                    <a:pt x="4" y="519"/>
                    <a:pt x="4" y="519"/>
                  </a:cubicBezTo>
                  <a:cubicBezTo>
                    <a:pt x="4" y="346"/>
                    <a:pt x="4" y="346"/>
                    <a:pt x="4" y="346"/>
                  </a:cubicBezTo>
                  <a:cubicBezTo>
                    <a:pt x="112" y="238"/>
                    <a:pt x="112" y="238"/>
                    <a:pt x="112" y="238"/>
                  </a:cubicBezTo>
                  <a:cubicBezTo>
                    <a:pt x="116" y="234"/>
                    <a:pt x="116" y="234"/>
                    <a:pt x="116" y="234"/>
                  </a:cubicBezTo>
                  <a:cubicBezTo>
                    <a:pt x="144" y="206"/>
                    <a:pt x="144" y="206"/>
                    <a:pt x="144" y="206"/>
                  </a:cubicBezTo>
                  <a:cubicBezTo>
                    <a:pt x="144" y="31"/>
                    <a:pt x="144" y="31"/>
                    <a:pt x="144" y="31"/>
                  </a:cubicBezTo>
                  <a:cubicBezTo>
                    <a:pt x="152" y="30"/>
                    <a:pt x="158" y="23"/>
                    <a:pt x="158" y="16"/>
                  </a:cubicBezTo>
                  <a:cubicBezTo>
                    <a:pt x="158" y="7"/>
                    <a:pt x="151" y="0"/>
                    <a:pt x="14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09" name="Freeform 48"/>
            <p:cNvSpPr>
              <a:spLocks noEditPoints="1"/>
            </p:cNvSpPr>
            <p:nvPr/>
          </p:nvSpPr>
          <p:spPr bwMode="auto">
            <a:xfrm>
              <a:off x="6443663" y="3144837"/>
              <a:ext cx="427038" cy="3838576"/>
            </a:xfrm>
            <a:custGeom>
              <a:avLst/>
              <a:gdLst>
                <a:gd name="T0" fmla="*/ 99 w 114"/>
                <a:gd name="T1" fmla="*/ 27 h 1022"/>
                <a:gd name="T2" fmla="*/ 87 w 114"/>
                <a:gd name="T3" fmla="*/ 16 h 1022"/>
                <a:gd name="T4" fmla="*/ 99 w 114"/>
                <a:gd name="T5" fmla="*/ 4 h 1022"/>
                <a:gd name="T6" fmla="*/ 110 w 114"/>
                <a:gd name="T7" fmla="*/ 16 h 1022"/>
                <a:gd name="T8" fmla="*/ 99 w 114"/>
                <a:gd name="T9" fmla="*/ 27 h 1022"/>
                <a:gd name="T10" fmla="*/ 99 w 114"/>
                <a:gd name="T11" fmla="*/ 0 h 1022"/>
                <a:gd name="T12" fmla="*/ 83 w 114"/>
                <a:gd name="T13" fmla="*/ 16 h 1022"/>
                <a:gd name="T14" fmla="*/ 97 w 114"/>
                <a:gd name="T15" fmla="*/ 31 h 1022"/>
                <a:gd name="T16" fmla="*/ 97 w 114"/>
                <a:gd name="T17" fmla="*/ 639 h 1022"/>
                <a:gd name="T18" fmla="*/ 97 w 114"/>
                <a:gd name="T19" fmla="*/ 645 h 1022"/>
                <a:gd name="T20" fmla="*/ 97 w 114"/>
                <a:gd name="T21" fmla="*/ 717 h 1022"/>
                <a:gd name="T22" fmla="*/ 0 w 114"/>
                <a:gd name="T23" fmla="*/ 814 h 1022"/>
                <a:gd name="T24" fmla="*/ 0 w 114"/>
                <a:gd name="T25" fmla="*/ 1022 h 1022"/>
                <a:gd name="T26" fmla="*/ 4 w 114"/>
                <a:gd name="T27" fmla="*/ 1022 h 1022"/>
                <a:gd name="T28" fmla="*/ 4 w 114"/>
                <a:gd name="T29" fmla="*/ 816 h 1022"/>
                <a:gd name="T30" fmla="*/ 101 w 114"/>
                <a:gd name="T31" fmla="*/ 719 h 1022"/>
                <a:gd name="T32" fmla="*/ 101 w 114"/>
                <a:gd name="T33" fmla="*/ 649 h 1022"/>
                <a:gd name="T34" fmla="*/ 101 w 114"/>
                <a:gd name="T35" fmla="*/ 643 h 1022"/>
                <a:gd name="T36" fmla="*/ 101 w 114"/>
                <a:gd name="T37" fmla="*/ 31 h 1022"/>
                <a:gd name="T38" fmla="*/ 114 w 114"/>
                <a:gd name="T39" fmla="*/ 16 h 1022"/>
                <a:gd name="T40" fmla="*/ 99 w 114"/>
                <a:gd name="T41" fmla="*/ 0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022">
                  <a:moveTo>
                    <a:pt x="99" y="27"/>
                  </a:moveTo>
                  <a:cubicBezTo>
                    <a:pt x="93" y="27"/>
                    <a:pt x="87" y="22"/>
                    <a:pt x="87" y="16"/>
                  </a:cubicBezTo>
                  <a:cubicBezTo>
                    <a:pt x="87" y="9"/>
                    <a:pt x="93" y="4"/>
                    <a:pt x="99" y="4"/>
                  </a:cubicBezTo>
                  <a:cubicBezTo>
                    <a:pt x="105" y="4"/>
                    <a:pt x="110" y="9"/>
                    <a:pt x="110" y="16"/>
                  </a:cubicBezTo>
                  <a:cubicBezTo>
                    <a:pt x="110" y="22"/>
                    <a:pt x="105" y="27"/>
                    <a:pt x="99" y="27"/>
                  </a:cubicBezTo>
                  <a:moveTo>
                    <a:pt x="99" y="0"/>
                  </a:moveTo>
                  <a:cubicBezTo>
                    <a:pt x="90" y="0"/>
                    <a:pt x="83" y="7"/>
                    <a:pt x="83" y="16"/>
                  </a:cubicBezTo>
                  <a:cubicBezTo>
                    <a:pt x="83" y="24"/>
                    <a:pt x="89" y="30"/>
                    <a:pt x="97" y="31"/>
                  </a:cubicBezTo>
                  <a:cubicBezTo>
                    <a:pt x="97" y="639"/>
                    <a:pt x="97" y="639"/>
                    <a:pt x="97" y="639"/>
                  </a:cubicBezTo>
                  <a:cubicBezTo>
                    <a:pt x="97" y="645"/>
                    <a:pt x="97" y="645"/>
                    <a:pt x="97" y="645"/>
                  </a:cubicBezTo>
                  <a:cubicBezTo>
                    <a:pt x="97" y="717"/>
                    <a:pt x="97" y="717"/>
                    <a:pt x="97" y="717"/>
                  </a:cubicBezTo>
                  <a:cubicBezTo>
                    <a:pt x="0" y="814"/>
                    <a:pt x="0" y="814"/>
                    <a:pt x="0" y="814"/>
                  </a:cubicBezTo>
                  <a:cubicBezTo>
                    <a:pt x="0" y="1022"/>
                    <a:pt x="0" y="1022"/>
                    <a:pt x="0" y="1022"/>
                  </a:cubicBezTo>
                  <a:cubicBezTo>
                    <a:pt x="4" y="1022"/>
                    <a:pt x="4" y="1022"/>
                    <a:pt x="4" y="1022"/>
                  </a:cubicBezTo>
                  <a:cubicBezTo>
                    <a:pt x="4" y="816"/>
                    <a:pt x="4" y="816"/>
                    <a:pt x="4" y="816"/>
                  </a:cubicBezTo>
                  <a:cubicBezTo>
                    <a:pt x="101" y="719"/>
                    <a:pt x="101" y="719"/>
                    <a:pt x="101" y="719"/>
                  </a:cubicBezTo>
                  <a:cubicBezTo>
                    <a:pt x="101" y="649"/>
                    <a:pt x="101" y="649"/>
                    <a:pt x="101" y="649"/>
                  </a:cubicBezTo>
                  <a:cubicBezTo>
                    <a:pt x="101" y="643"/>
                    <a:pt x="101" y="643"/>
                    <a:pt x="101" y="643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9" y="30"/>
                    <a:pt x="114" y="24"/>
                    <a:pt x="114" y="16"/>
                  </a:cubicBezTo>
                  <a:cubicBezTo>
                    <a:pt x="114" y="7"/>
                    <a:pt x="108" y="0"/>
                    <a:pt x="99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11" name="Freeform 49"/>
            <p:cNvSpPr>
              <a:spLocks noEditPoints="1"/>
            </p:cNvSpPr>
            <p:nvPr/>
          </p:nvSpPr>
          <p:spPr bwMode="auto">
            <a:xfrm>
              <a:off x="4521201" y="5319713"/>
              <a:ext cx="206375" cy="1663700"/>
            </a:xfrm>
            <a:custGeom>
              <a:avLst/>
              <a:gdLst>
                <a:gd name="T0" fmla="*/ 16 w 55"/>
                <a:gd name="T1" fmla="*/ 27 h 443"/>
                <a:gd name="T2" fmla="*/ 4 w 55"/>
                <a:gd name="T3" fmla="*/ 16 h 443"/>
                <a:gd name="T4" fmla="*/ 16 w 55"/>
                <a:gd name="T5" fmla="*/ 4 h 443"/>
                <a:gd name="T6" fmla="*/ 27 w 55"/>
                <a:gd name="T7" fmla="*/ 16 h 443"/>
                <a:gd name="T8" fmla="*/ 16 w 55"/>
                <a:gd name="T9" fmla="*/ 27 h 443"/>
                <a:gd name="T10" fmla="*/ 16 w 55"/>
                <a:gd name="T11" fmla="*/ 0 h 443"/>
                <a:gd name="T12" fmla="*/ 0 w 55"/>
                <a:gd name="T13" fmla="*/ 16 h 443"/>
                <a:gd name="T14" fmla="*/ 14 w 55"/>
                <a:gd name="T15" fmla="*/ 31 h 443"/>
                <a:gd name="T16" fmla="*/ 14 w 55"/>
                <a:gd name="T17" fmla="*/ 161 h 443"/>
                <a:gd name="T18" fmla="*/ 51 w 55"/>
                <a:gd name="T19" fmla="*/ 199 h 443"/>
                <a:gd name="T20" fmla="*/ 51 w 55"/>
                <a:gd name="T21" fmla="*/ 443 h 443"/>
                <a:gd name="T22" fmla="*/ 55 w 55"/>
                <a:gd name="T23" fmla="*/ 443 h 443"/>
                <a:gd name="T24" fmla="*/ 55 w 55"/>
                <a:gd name="T25" fmla="*/ 197 h 443"/>
                <a:gd name="T26" fmla="*/ 18 w 55"/>
                <a:gd name="T27" fmla="*/ 159 h 443"/>
                <a:gd name="T28" fmla="*/ 18 w 55"/>
                <a:gd name="T29" fmla="*/ 31 h 443"/>
                <a:gd name="T30" fmla="*/ 31 w 55"/>
                <a:gd name="T31" fmla="*/ 16 h 443"/>
                <a:gd name="T32" fmla="*/ 16 w 55"/>
                <a:gd name="T33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" h="443">
                  <a:moveTo>
                    <a:pt x="16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4" y="31"/>
                  </a:cubicBezTo>
                  <a:cubicBezTo>
                    <a:pt x="14" y="161"/>
                    <a:pt x="14" y="161"/>
                    <a:pt x="14" y="161"/>
                  </a:cubicBezTo>
                  <a:cubicBezTo>
                    <a:pt x="51" y="199"/>
                    <a:pt x="51" y="199"/>
                    <a:pt x="51" y="199"/>
                  </a:cubicBezTo>
                  <a:cubicBezTo>
                    <a:pt x="51" y="443"/>
                    <a:pt x="51" y="443"/>
                    <a:pt x="51" y="443"/>
                  </a:cubicBezTo>
                  <a:cubicBezTo>
                    <a:pt x="55" y="443"/>
                    <a:pt x="55" y="443"/>
                    <a:pt x="55" y="443"/>
                  </a:cubicBezTo>
                  <a:cubicBezTo>
                    <a:pt x="55" y="197"/>
                    <a:pt x="55" y="197"/>
                    <a:pt x="55" y="197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12" name="Freeform 50"/>
            <p:cNvSpPr>
              <a:spLocks noEditPoints="1"/>
            </p:cNvSpPr>
            <p:nvPr/>
          </p:nvSpPr>
          <p:spPr bwMode="auto">
            <a:xfrm>
              <a:off x="1954213" y="5033963"/>
              <a:ext cx="273050" cy="1949450"/>
            </a:xfrm>
            <a:custGeom>
              <a:avLst/>
              <a:gdLst>
                <a:gd name="T0" fmla="*/ 15 w 73"/>
                <a:gd name="T1" fmla="*/ 27 h 519"/>
                <a:gd name="T2" fmla="*/ 4 w 73"/>
                <a:gd name="T3" fmla="*/ 16 h 519"/>
                <a:gd name="T4" fmla="*/ 15 w 73"/>
                <a:gd name="T5" fmla="*/ 4 h 519"/>
                <a:gd name="T6" fmla="*/ 27 w 73"/>
                <a:gd name="T7" fmla="*/ 16 h 519"/>
                <a:gd name="T8" fmla="*/ 15 w 73"/>
                <a:gd name="T9" fmla="*/ 27 h 519"/>
                <a:gd name="T10" fmla="*/ 15 w 73"/>
                <a:gd name="T11" fmla="*/ 0 h 519"/>
                <a:gd name="T12" fmla="*/ 0 w 73"/>
                <a:gd name="T13" fmla="*/ 16 h 519"/>
                <a:gd name="T14" fmla="*/ 13 w 73"/>
                <a:gd name="T15" fmla="*/ 31 h 519"/>
                <a:gd name="T16" fmla="*/ 13 w 73"/>
                <a:gd name="T17" fmla="*/ 316 h 519"/>
                <a:gd name="T18" fmla="*/ 69 w 73"/>
                <a:gd name="T19" fmla="*/ 372 h 519"/>
                <a:gd name="T20" fmla="*/ 69 w 73"/>
                <a:gd name="T21" fmla="*/ 519 h 519"/>
                <a:gd name="T22" fmla="*/ 73 w 73"/>
                <a:gd name="T23" fmla="*/ 519 h 519"/>
                <a:gd name="T24" fmla="*/ 73 w 73"/>
                <a:gd name="T25" fmla="*/ 370 h 519"/>
                <a:gd name="T26" fmla="*/ 17 w 73"/>
                <a:gd name="T27" fmla="*/ 314 h 519"/>
                <a:gd name="T28" fmla="*/ 17 w 73"/>
                <a:gd name="T29" fmla="*/ 31 h 519"/>
                <a:gd name="T30" fmla="*/ 31 w 73"/>
                <a:gd name="T31" fmla="*/ 16 h 519"/>
                <a:gd name="T32" fmla="*/ 15 w 73"/>
                <a:gd name="T33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3" h="519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1" y="4"/>
                    <a:pt x="27" y="9"/>
                    <a:pt x="27" y="16"/>
                  </a:cubicBezTo>
                  <a:cubicBezTo>
                    <a:pt x="27" y="22"/>
                    <a:pt x="21" y="27"/>
                    <a:pt x="15" y="27"/>
                  </a:cubicBezTo>
                  <a:moveTo>
                    <a:pt x="15" y="0"/>
                  </a:moveTo>
                  <a:cubicBezTo>
                    <a:pt x="6" y="0"/>
                    <a:pt x="0" y="7"/>
                    <a:pt x="0" y="16"/>
                  </a:cubicBezTo>
                  <a:cubicBezTo>
                    <a:pt x="0" y="23"/>
                    <a:pt x="5" y="30"/>
                    <a:pt x="13" y="31"/>
                  </a:cubicBezTo>
                  <a:cubicBezTo>
                    <a:pt x="13" y="316"/>
                    <a:pt x="13" y="316"/>
                    <a:pt x="13" y="316"/>
                  </a:cubicBezTo>
                  <a:cubicBezTo>
                    <a:pt x="69" y="372"/>
                    <a:pt x="69" y="372"/>
                    <a:pt x="69" y="372"/>
                  </a:cubicBezTo>
                  <a:cubicBezTo>
                    <a:pt x="69" y="519"/>
                    <a:pt x="69" y="519"/>
                    <a:pt x="69" y="519"/>
                  </a:cubicBezTo>
                  <a:cubicBezTo>
                    <a:pt x="73" y="519"/>
                    <a:pt x="73" y="519"/>
                    <a:pt x="73" y="519"/>
                  </a:cubicBezTo>
                  <a:cubicBezTo>
                    <a:pt x="73" y="370"/>
                    <a:pt x="73" y="370"/>
                    <a:pt x="73" y="370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66" name="KSO_Shape"/>
          <p:cNvSpPr>
            <a:spLocks/>
          </p:cNvSpPr>
          <p:nvPr/>
        </p:nvSpPr>
        <p:spPr bwMode="auto">
          <a:xfrm rot="19435948">
            <a:off x="-2782893" y="7397854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7" name="KSO_Shape"/>
          <p:cNvSpPr>
            <a:spLocks/>
          </p:cNvSpPr>
          <p:nvPr/>
        </p:nvSpPr>
        <p:spPr bwMode="auto">
          <a:xfrm rot="19435948">
            <a:off x="-1937302" y="6102313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grpSp>
        <p:nvGrpSpPr>
          <p:cNvPr id="69" name="组合 68"/>
          <p:cNvGrpSpPr/>
          <p:nvPr/>
        </p:nvGrpSpPr>
        <p:grpSpPr>
          <a:xfrm rot="19384635">
            <a:off x="-2776405" y="6715628"/>
            <a:ext cx="585587" cy="91143"/>
            <a:chOff x="8614611" y="410539"/>
            <a:chExt cx="585587" cy="91143"/>
          </a:xfrm>
        </p:grpSpPr>
        <p:sp>
          <p:nvSpPr>
            <p:cNvPr id="70" name="圆角矩形 69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1" name="圆角矩形 70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2" name="圆角矩形 71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3" name="圆角矩形 72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68" name="KSO_Shape"/>
          <p:cNvSpPr>
            <a:spLocks/>
          </p:cNvSpPr>
          <p:nvPr/>
        </p:nvSpPr>
        <p:spPr bwMode="auto">
          <a:xfrm rot="19435948">
            <a:off x="-902817" y="6091218"/>
            <a:ext cx="579443" cy="430719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grpSp>
        <p:nvGrpSpPr>
          <p:cNvPr id="74" name="组合 73"/>
          <p:cNvGrpSpPr/>
          <p:nvPr/>
        </p:nvGrpSpPr>
        <p:grpSpPr>
          <a:xfrm rot="19384635">
            <a:off x="-1726530" y="6858151"/>
            <a:ext cx="585587" cy="91143"/>
            <a:chOff x="8614611" y="410539"/>
            <a:chExt cx="585587" cy="91143"/>
          </a:xfrm>
        </p:grpSpPr>
        <p:sp>
          <p:nvSpPr>
            <p:cNvPr id="75" name="圆角矩形 74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6" name="圆角矩形 75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7" name="圆角矩形 76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8" name="圆角矩形 77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79" name="组合 78"/>
          <p:cNvGrpSpPr/>
          <p:nvPr/>
        </p:nvGrpSpPr>
        <p:grpSpPr>
          <a:xfrm rot="19384635">
            <a:off x="-3536862" y="8020038"/>
            <a:ext cx="585587" cy="91143"/>
            <a:chOff x="8614611" y="410539"/>
            <a:chExt cx="585587" cy="91143"/>
          </a:xfrm>
        </p:grpSpPr>
        <p:sp>
          <p:nvSpPr>
            <p:cNvPr id="80" name="圆角矩形 79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1" name="圆角矩形 80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2" name="圆角矩形 81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3" name="圆角矩形 82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85" name="KSO_Shape"/>
          <p:cNvSpPr>
            <a:spLocks/>
          </p:cNvSpPr>
          <p:nvPr/>
        </p:nvSpPr>
        <p:spPr bwMode="auto">
          <a:xfrm rot="19435948">
            <a:off x="-3073696" y="6103248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8" name="KSO_Shape"/>
          <p:cNvSpPr>
            <a:spLocks/>
          </p:cNvSpPr>
          <p:nvPr/>
        </p:nvSpPr>
        <p:spPr bwMode="auto">
          <a:xfrm rot="2164052" flipH="1">
            <a:off x="14462047" y="7652786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9" name="KSO_Shape"/>
          <p:cNvSpPr>
            <a:spLocks/>
          </p:cNvSpPr>
          <p:nvPr/>
        </p:nvSpPr>
        <p:spPr bwMode="auto">
          <a:xfrm rot="2164052" flipH="1">
            <a:off x="13811823" y="6386200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0" name="KSO_Shape"/>
          <p:cNvSpPr>
            <a:spLocks/>
          </p:cNvSpPr>
          <p:nvPr/>
        </p:nvSpPr>
        <p:spPr bwMode="auto">
          <a:xfrm rot="2164052" flipH="1">
            <a:off x="12676976" y="6332851"/>
            <a:ext cx="509410" cy="45165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grpSp>
        <p:nvGrpSpPr>
          <p:cNvPr id="91" name="组合 90"/>
          <p:cNvGrpSpPr/>
          <p:nvPr/>
        </p:nvGrpSpPr>
        <p:grpSpPr>
          <a:xfrm rot="2215365" flipH="1">
            <a:off x="14511456" y="7104029"/>
            <a:ext cx="585587" cy="91143"/>
            <a:chOff x="8614611" y="410539"/>
            <a:chExt cx="585587" cy="91143"/>
          </a:xfrm>
        </p:grpSpPr>
        <p:sp>
          <p:nvSpPr>
            <p:cNvPr id="103" name="圆角矩形 102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4" name="圆角矩形 103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5" name="圆角矩形 104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6" name="圆角矩形 105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92" name="组合 91"/>
          <p:cNvGrpSpPr/>
          <p:nvPr/>
        </p:nvGrpSpPr>
        <p:grpSpPr>
          <a:xfrm rot="2215365" flipH="1">
            <a:off x="13251875" y="6971465"/>
            <a:ext cx="585587" cy="91143"/>
            <a:chOff x="8614611" y="410539"/>
            <a:chExt cx="585587" cy="91143"/>
          </a:xfrm>
        </p:grpSpPr>
        <p:sp>
          <p:nvSpPr>
            <p:cNvPr id="99" name="圆角矩形 98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0" name="圆角矩形 99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1" name="圆角矩形 100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2" name="圆角矩形 101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93" name="组合 92"/>
          <p:cNvGrpSpPr/>
          <p:nvPr/>
        </p:nvGrpSpPr>
        <p:grpSpPr>
          <a:xfrm rot="2215365" flipH="1">
            <a:off x="15131819" y="8335293"/>
            <a:ext cx="585587" cy="91143"/>
            <a:chOff x="8614611" y="410539"/>
            <a:chExt cx="585587" cy="91143"/>
          </a:xfrm>
        </p:grpSpPr>
        <p:sp>
          <p:nvSpPr>
            <p:cNvPr id="95" name="圆角矩形 94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6" name="圆角矩形 95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7" name="圆角矩形 96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8" name="圆角矩形 97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94" name="KSO_Shape"/>
          <p:cNvSpPr>
            <a:spLocks/>
          </p:cNvSpPr>
          <p:nvPr/>
        </p:nvSpPr>
        <p:spPr bwMode="auto">
          <a:xfrm rot="2164052" flipH="1">
            <a:off x="15123650" y="6427846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pPr defTabSz="914332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107" name="矩形 106"/>
          <p:cNvSpPr/>
          <p:nvPr/>
        </p:nvSpPr>
        <p:spPr>
          <a:xfrm>
            <a:off x="3161448" y="712226"/>
            <a:ext cx="5410502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332"/>
            <a:r>
              <a:rPr lang="en-US" altLang="zh-CN" sz="24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Sizing of PMOS Transistor using Virtuoso Tool</a:t>
            </a:r>
            <a:endParaRPr lang="zh-CN" altLang="en-US" sz="24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  <a:p>
            <a:pPr algn="ctr" defTabSz="914332"/>
            <a:endParaRPr lang="zh-CN" altLang="en-US" sz="2400" dirty="0">
              <a:solidFill>
                <a:prstClr val="black"/>
              </a:solidFill>
              <a:ea typeface="方正正黑简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554806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25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25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1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4.16667E-7 7.40741E-7 L 0.34102 -0.42407 " pathEditMode="relative" rAng="0" ptsTypes="AA">
                                      <p:cBhvr>
                                        <p:cTn id="1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44" y="-2120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animMotion origin="layout" path="M 4.16667E-7 7.40741E-7 L 0.34102 -0.42407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44" y="-2120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decel="100000" fill="hold" grpId="0" nodeType="withEffect">
                                  <p:stCondLst>
                                    <p:cond delay="6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1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4.16667E-7 7.40741E-7 L 0.34102 -0.42407 " pathEditMode="relative" rAng="0" ptsTypes="AA">
                                      <p:cBhvr>
                                        <p:cTn id="2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44" y="-21204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decel="100000" fill="hold" nodeType="withEffect">
                                  <p:stCondLst>
                                    <p:cond delay="8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2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2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decel="100000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2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0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decel="100000" fill="hold" grpId="0" nodeType="withEffect">
                                  <p:stCondLst>
                                    <p:cond delay="6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decel="100000" fill="hold" nodeType="withEffect">
                                  <p:stCondLst>
                                    <p:cond delay="8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6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7" grpId="0" animBg="1"/>
      <p:bldP spid="68" grpId="0" animBg="1"/>
      <p:bldP spid="85" grpId="0" animBg="1"/>
      <p:bldP spid="88" grpId="0" animBg="1"/>
      <p:bldP spid="89" grpId="0" animBg="1"/>
      <p:bldP spid="90" grpId="0" animBg="1"/>
      <p:bldP spid="94" grpId="0" animBg="1"/>
      <p:bldP spid="107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281208"/>
            <a:ext cx="7077694" cy="5576791"/>
          </a:xfrm>
          <a:prstGeom prst="rect">
            <a:avLst/>
          </a:prstGeom>
        </p:spPr>
      </p:pic>
      <p:grpSp>
        <p:nvGrpSpPr>
          <p:cNvPr id="4" name="组合 4"/>
          <p:cNvGrpSpPr/>
          <p:nvPr/>
        </p:nvGrpSpPr>
        <p:grpSpPr>
          <a:xfrm>
            <a:off x="0" y="707226"/>
            <a:ext cx="3395006" cy="431295"/>
            <a:chOff x="-22274" y="526055"/>
            <a:chExt cx="3395006" cy="431295"/>
          </a:xfrm>
        </p:grpSpPr>
        <p:grpSp>
          <p:nvGrpSpPr>
            <p:cNvPr id="5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0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1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6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7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5" name="文本框 6"/>
          <p:cNvSpPr txBox="1"/>
          <p:nvPr/>
        </p:nvSpPr>
        <p:spPr>
          <a:xfrm>
            <a:off x="424899" y="207222"/>
            <a:ext cx="7307519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V* and </a:t>
            </a:r>
            <a:r>
              <a:rPr lang="en-US" altLang="zh-CN" sz="2600" b="1" dirty="0" err="1">
                <a:solidFill>
                  <a:prstClr val="black"/>
                </a:solidFill>
                <a:ea typeface="方正清刻本悦宋简体" panose="02000000000000000000" pitchFamily="2" charset="-122"/>
              </a:rPr>
              <a:t>Vov</a:t>
            </a:r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 </a:t>
            </a:r>
            <a:r>
              <a:rPr lang="en-US" altLang="zh-CN" sz="2600" b="1" dirty="0" err="1">
                <a:solidFill>
                  <a:prstClr val="black"/>
                </a:solidFill>
                <a:ea typeface="方正清刻本悦宋简体" panose="02000000000000000000" pitchFamily="2" charset="-122"/>
              </a:rPr>
              <a:t>vs</a:t>
            </a:r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 VGS for PMOS Pass Transistor 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77694" y="2630476"/>
            <a:ext cx="5097740" cy="2262158"/>
          </a:xfrm>
          <a:prstGeom prst="rect">
            <a:avLst/>
          </a:prstGeom>
        </p:spPr>
      </p:pic>
      <p:sp>
        <p:nvSpPr>
          <p:cNvPr id="16" name="Rounded Rectangle 15"/>
          <p:cNvSpPr/>
          <p:nvPr/>
        </p:nvSpPr>
        <p:spPr>
          <a:xfrm>
            <a:off x="9584267" y="3009779"/>
            <a:ext cx="651934" cy="444621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17" name="组合 1"/>
          <p:cNvGrpSpPr/>
          <p:nvPr/>
        </p:nvGrpSpPr>
        <p:grpSpPr>
          <a:xfrm rot="10359241">
            <a:off x="6347865" y="-5609521"/>
            <a:ext cx="9412287" cy="8794751"/>
            <a:chOff x="-3063873" y="1797048"/>
            <a:chExt cx="9412287" cy="8794751"/>
          </a:xfrm>
        </p:grpSpPr>
        <p:sp>
          <p:nvSpPr>
            <p:cNvPr id="18" name="Freeform 412"/>
            <p:cNvSpPr>
              <a:spLocks noEditPoints="1"/>
            </p:cNvSpPr>
            <p:nvPr/>
          </p:nvSpPr>
          <p:spPr bwMode="auto">
            <a:xfrm flipV="1">
              <a:off x="1371602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2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4 w 25"/>
                <a:gd name="T17" fmla="*/ 3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1 w 25"/>
                <a:gd name="T25" fmla="*/ 21 h 25"/>
                <a:gd name="T26" fmla="*/ 25 w 25"/>
                <a:gd name="T27" fmla="*/ 12 h 25"/>
                <a:gd name="T28" fmla="*/ 21 w 25"/>
                <a:gd name="T29" fmla="*/ 3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" name="Freeform 413"/>
            <p:cNvSpPr>
              <a:spLocks noEditPoints="1"/>
            </p:cNvSpPr>
            <p:nvPr/>
          </p:nvSpPr>
          <p:spPr bwMode="auto">
            <a:xfrm flipV="1">
              <a:off x="1038227" y="61436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4 w 25"/>
                <a:gd name="T17" fmla="*/ 3 h 24"/>
                <a:gd name="T18" fmla="*/ 0 w 25"/>
                <a:gd name="T19" fmla="*/ 12 h 24"/>
                <a:gd name="T20" fmla="*/ 12 w 25"/>
                <a:gd name="T21" fmla="*/ 24 h 24"/>
                <a:gd name="T22" fmla="*/ 25 w 25"/>
                <a:gd name="T23" fmla="*/ 12 h 24"/>
                <a:gd name="T24" fmla="*/ 21 w 25"/>
                <a:gd name="T25" fmla="*/ 3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" name="Freeform 414"/>
            <p:cNvSpPr>
              <a:spLocks noEditPoints="1"/>
            </p:cNvSpPr>
            <p:nvPr/>
          </p:nvSpPr>
          <p:spPr bwMode="auto">
            <a:xfrm flipV="1">
              <a:off x="1165227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3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1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7"/>
                    <a:pt x="5" y="13"/>
                  </a:cubicBezTo>
                  <a:cubicBezTo>
                    <a:pt x="5" y="9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" name="Freeform 415"/>
            <p:cNvSpPr>
              <a:spLocks noEditPoints="1"/>
            </p:cNvSpPr>
            <p:nvPr/>
          </p:nvSpPr>
          <p:spPr bwMode="auto">
            <a:xfrm flipV="1">
              <a:off x="2106614" y="5149849"/>
              <a:ext cx="106362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6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14 w 28"/>
                <a:gd name="T19" fmla="*/ 0 h 28"/>
                <a:gd name="T20" fmla="*/ 0 w 28"/>
                <a:gd name="T21" fmla="*/ 14 h 28"/>
                <a:gd name="T22" fmla="*/ 14 w 28"/>
                <a:gd name="T23" fmla="*/ 28 h 28"/>
                <a:gd name="T24" fmla="*/ 28 w 28"/>
                <a:gd name="T25" fmla="*/ 1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" name="Freeform 416"/>
            <p:cNvSpPr>
              <a:spLocks noEditPoints="1"/>
            </p:cNvSpPr>
            <p:nvPr/>
          </p:nvSpPr>
          <p:spPr bwMode="auto">
            <a:xfrm flipV="1">
              <a:off x="2295527" y="4954586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2 w 25"/>
                <a:gd name="T3" fmla="*/ 5 h 25"/>
                <a:gd name="T4" fmla="*/ 20 w 25"/>
                <a:gd name="T5" fmla="*/ 12 h 25"/>
                <a:gd name="T6" fmla="*/ 12 w 25"/>
                <a:gd name="T7" fmla="*/ 20 h 25"/>
                <a:gd name="T8" fmla="*/ 5 w 25"/>
                <a:gd name="T9" fmla="*/ 12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12 w 25"/>
                <a:gd name="T17" fmla="*/ 0 h 25"/>
                <a:gd name="T18" fmla="*/ 0 w 25"/>
                <a:gd name="T19" fmla="*/ 12 h 25"/>
                <a:gd name="T20" fmla="*/ 12 w 25"/>
                <a:gd name="T21" fmla="*/ 25 h 25"/>
                <a:gd name="T22" fmla="*/ 25 w 25"/>
                <a:gd name="T23" fmla="*/ 12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" name="Freeform 417"/>
            <p:cNvSpPr>
              <a:spLocks noEditPoints="1"/>
            </p:cNvSpPr>
            <p:nvPr/>
          </p:nvSpPr>
          <p:spPr bwMode="auto">
            <a:xfrm flipV="1">
              <a:off x="2684464" y="4600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12 w 24"/>
                <a:gd name="T19" fmla="*/ 0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 418"/>
            <p:cNvSpPr>
              <a:spLocks noEditPoints="1"/>
            </p:cNvSpPr>
            <p:nvPr/>
          </p:nvSpPr>
          <p:spPr bwMode="auto">
            <a:xfrm flipV="1">
              <a:off x="2519364" y="44132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2 h 25"/>
                <a:gd name="T4" fmla="*/ 12 w 25"/>
                <a:gd name="T5" fmla="*/ 19 h 25"/>
                <a:gd name="T6" fmla="*/ 12 w 25"/>
                <a:gd name="T7" fmla="*/ 19 h 25"/>
                <a:gd name="T8" fmla="*/ 12 w 25"/>
                <a:gd name="T9" fmla="*/ 19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0 h 25"/>
                <a:gd name="T16" fmla="*/ 12 w 25"/>
                <a:gd name="T17" fmla="*/ 0 h 25"/>
                <a:gd name="T18" fmla="*/ 4 w 25"/>
                <a:gd name="T19" fmla="*/ 3 h 25"/>
                <a:gd name="T20" fmla="*/ 0 w 25"/>
                <a:gd name="T21" fmla="*/ 12 h 25"/>
                <a:gd name="T22" fmla="*/ 12 w 25"/>
                <a:gd name="T23" fmla="*/ 25 h 25"/>
                <a:gd name="T24" fmla="*/ 25 w 25"/>
                <a:gd name="T25" fmla="*/ 12 h 25"/>
                <a:gd name="T26" fmla="*/ 21 w 25"/>
                <a:gd name="T27" fmla="*/ 3 h 25"/>
                <a:gd name="T28" fmla="*/ 12 w 25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" name="Freeform 419"/>
            <p:cNvSpPr>
              <a:spLocks noEditPoints="1"/>
            </p:cNvSpPr>
            <p:nvPr/>
          </p:nvSpPr>
          <p:spPr bwMode="auto">
            <a:xfrm flipV="1">
              <a:off x="2309814" y="4586286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6" name="Freeform 420"/>
            <p:cNvSpPr>
              <a:spLocks noEditPoints="1"/>
            </p:cNvSpPr>
            <p:nvPr/>
          </p:nvSpPr>
          <p:spPr bwMode="auto">
            <a:xfrm flipV="1">
              <a:off x="2136777" y="4368798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2 w 25"/>
                <a:gd name="T25" fmla="*/ 21 h 25"/>
                <a:gd name="T26" fmla="*/ 25 w 25"/>
                <a:gd name="T27" fmla="*/ 12 h 25"/>
                <a:gd name="T28" fmla="*/ 22 w 25"/>
                <a:gd name="T29" fmla="*/ 4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6"/>
                    <a:pt x="6" y="12"/>
                  </a:cubicBezTo>
                  <a:cubicBezTo>
                    <a:pt x="6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7" name="Freeform 421"/>
            <p:cNvSpPr>
              <a:spLocks noEditPoints="1"/>
            </p:cNvSpPr>
            <p:nvPr/>
          </p:nvSpPr>
          <p:spPr bwMode="auto">
            <a:xfrm flipV="1">
              <a:off x="2301877" y="4203699"/>
              <a:ext cx="104775" cy="104775"/>
            </a:xfrm>
            <a:custGeom>
              <a:avLst/>
              <a:gdLst>
                <a:gd name="T0" fmla="*/ 14 w 28"/>
                <a:gd name="T1" fmla="*/ 7 h 28"/>
                <a:gd name="T2" fmla="*/ 14 w 28"/>
                <a:gd name="T3" fmla="*/ 7 h 28"/>
                <a:gd name="T4" fmla="*/ 21 w 28"/>
                <a:gd name="T5" fmla="*/ 14 h 28"/>
                <a:gd name="T6" fmla="*/ 14 w 28"/>
                <a:gd name="T7" fmla="*/ 21 h 28"/>
                <a:gd name="T8" fmla="*/ 14 w 28"/>
                <a:gd name="T9" fmla="*/ 21 h 28"/>
                <a:gd name="T10" fmla="*/ 7 w 28"/>
                <a:gd name="T11" fmla="*/ 14 h 28"/>
                <a:gd name="T12" fmla="*/ 14 w 28"/>
                <a:gd name="T13" fmla="*/ 7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14 w 28"/>
                <a:gd name="T21" fmla="*/ 28 h 28"/>
                <a:gd name="T22" fmla="*/ 28 w 28"/>
                <a:gd name="T23" fmla="*/ 14 h 28"/>
                <a:gd name="T24" fmla="*/ 24 w 28"/>
                <a:gd name="T25" fmla="*/ 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8" y="7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4" y="7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10"/>
                    <a:pt x="27" y="7"/>
                    <a:pt x="24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8" name="Freeform 422"/>
            <p:cNvSpPr>
              <a:spLocks noEditPoints="1"/>
            </p:cNvSpPr>
            <p:nvPr/>
          </p:nvSpPr>
          <p:spPr bwMode="auto">
            <a:xfrm flipV="1">
              <a:off x="1765302" y="400049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2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5 h 25"/>
                <a:gd name="T16" fmla="*/ 12 w 25"/>
                <a:gd name="T17" fmla="*/ 0 h 25"/>
                <a:gd name="T18" fmla="*/ 12 w 25"/>
                <a:gd name="T19" fmla="*/ 0 h 25"/>
                <a:gd name="T20" fmla="*/ 3 w 25"/>
                <a:gd name="T21" fmla="*/ 4 h 25"/>
                <a:gd name="T22" fmla="*/ 0 w 25"/>
                <a:gd name="T23" fmla="*/ 12 h 25"/>
                <a:gd name="T24" fmla="*/ 3 w 25"/>
                <a:gd name="T25" fmla="*/ 21 h 25"/>
                <a:gd name="T26" fmla="*/ 12 w 25"/>
                <a:gd name="T27" fmla="*/ 25 h 25"/>
                <a:gd name="T28" fmla="*/ 25 w 25"/>
                <a:gd name="T29" fmla="*/ 12 h 25"/>
                <a:gd name="T30" fmla="*/ 12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9" name="Freeform 423"/>
            <p:cNvSpPr>
              <a:spLocks noEditPoints="1"/>
            </p:cNvSpPr>
            <p:nvPr/>
          </p:nvSpPr>
          <p:spPr bwMode="auto">
            <a:xfrm flipV="1">
              <a:off x="2009777" y="38544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0 w 25"/>
                <a:gd name="T15" fmla="*/ 13 h 25"/>
                <a:gd name="T16" fmla="*/ 4 w 25"/>
                <a:gd name="T17" fmla="*/ 21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20" y="9"/>
                    <a:pt x="20" y="13"/>
                  </a:cubicBezTo>
                  <a:cubicBezTo>
                    <a:pt x="20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4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0" name="Freeform 424"/>
            <p:cNvSpPr>
              <a:spLocks noEditPoints="1"/>
            </p:cNvSpPr>
            <p:nvPr/>
          </p:nvSpPr>
          <p:spPr bwMode="auto">
            <a:xfrm flipV="1">
              <a:off x="1563689" y="3813173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2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 425"/>
            <p:cNvSpPr>
              <a:spLocks/>
            </p:cNvSpPr>
            <p:nvPr/>
          </p:nvSpPr>
          <p:spPr bwMode="auto">
            <a:xfrm flipV="1">
              <a:off x="309564" y="5400674"/>
              <a:ext cx="2014537" cy="2251075"/>
            </a:xfrm>
            <a:custGeom>
              <a:avLst/>
              <a:gdLst>
                <a:gd name="T0" fmla="*/ 534 w 537"/>
                <a:gd name="T1" fmla="*/ 600 h 600"/>
                <a:gd name="T2" fmla="*/ 345 w 537"/>
                <a:gd name="T3" fmla="*/ 411 h 600"/>
                <a:gd name="T4" fmla="*/ 345 w 537"/>
                <a:gd name="T5" fmla="*/ 410 h 600"/>
                <a:gd name="T6" fmla="*/ 345 w 537"/>
                <a:gd name="T7" fmla="*/ 347 h 600"/>
                <a:gd name="T8" fmla="*/ 0 w 537"/>
                <a:gd name="T9" fmla="*/ 3 h 600"/>
                <a:gd name="T10" fmla="*/ 2 w 537"/>
                <a:gd name="T11" fmla="*/ 0 h 600"/>
                <a:gd name="T12" fmla="*/ 347 w 537"/>
                <a:gd name="T13" fmla="*/ 346 h 600"/>
                <a:gd name="T14" fmla="*/ 348 w 537"/>
                <a:gd name="T15" fmla="*/ 347 h 600"/>
                <a:gd name="T16" fmla="*/ 348 w 537"/>
                <a:gd name="T17" fmla="*/ 409 h 600"/>
                <a:gd name="T18" fmla="*/ 537 w 537"/>
                <a:gd name="T19" fmla="*/ 598 h 600"/>
                <a:gd name="T20" fmla="*/ 534 w 537"/>
                <a:gd name="T21" fmla="*/ 6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7" h="600">
                  <a:moveTo>
                    <a:pt x="534" y="600"/>
                  </a:moveTo>
                  <a:cubicBezTo>
                    <a:pt x="345" y="411"/>
                    <a:pt x="345" y="411"/>
                    <a:pt x="345" y="411"/>
                  </a:cubicBezTo>
                  <a:cubicBezTo>
                    <a:pt x="345" y="411"/>
                    <a:pt x="345" y="410"/>
                    <a:pt x="345" y="410"/>
                  </a:cubicBezTo>
                  <a:cubicBezTo>
                    <a:pt x="345" y="347"/>
                    <a:pt x="345" y="347"/>
                    <a:pt x="345" y="34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47" y="346"/>
                    <a:pt x="347" y="346"/>
                    <a:pt x="347" y="346"/>
                  </a:cubicBezTo>
                  <a:cubicBezTo>
                    <a:pt x="348" y="346"/>
                    <a:pt x="348" y="346"/>
                    <a:pt x="348" y="347"/>
                  </a:cubicBezTo>
                  <a:cubicBezTo>
                    <a:pt x="348" y="409"/>
                    <a:pt x="348" y="409"/>
                    <a:pt x="348" y="409"/>
                  </a:cubicBezTo>
                  <a:cubicBezTo>
                    <a:pt x="537" y="598"/>
                    <a:pt x="537" y="598"/>
                    <a:pt x="537" y="598"/>
                  </a:cubicBezTo>
                  <a:lnTo>
                    <a:pt x="534" y="6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2" name="Freeform 426"/>
            <p:cNvSpPr>
              <a:spLocks/>
            </p:cNvSpPr>
            <p:nvPr/>
          </p:nvSpPr>
          <p:spPr bwMode="auto">
            <a:xfrm flipV="1">
              <a:off x="246064" y="5026024"/>
              <a:ext cx="2446337" cy="2562225"/>
            </a:xfrm>
            <a:custGeom>
              <a:avLst/>
              <a:gdLst>
                <a:gd name="T0" fmla="*/ 652 w 652"/>
                <a:gd name="T1" fmla="*/ 683 h 683"/>
                <a:gd name="T2" fmla="*/ 613 w 652"/>
                <a:gd name="T3" fmla="*/ 683 h 683"/>
                <a:gd name="T4" fmla="*/ 612 w 652"/>
                <a:gd name="T5" fmla="*/ 682 h 683"/>
                <a:gd name="T6" fmla="*/ 335 w 652"/>
                <a:gd name="T7" fmla="*/ 405 h 683"/>
                <a:gd name="T8" fmla="*/ 335 w 652"/>
                <a:gd name="T9" fmla="*/ 404 h 683"/>
                <a:gd name="T10" fmla="*/ 335 w 652"/>
                <a:gd name="T11" fmla="*/ 337 h 683"/>
                <a:gd name="T12" fmla="*/ 0 w 652"/>
                <a:gd name="T13" fmla="*/ 2 h 683"/>
                <a:gd name="T14" fmla="*/ 2 w 652"/>
                <a:gd name="T15" fmla="*/ 0 h 683"/>
                <a:gd name="T16" fmla="*/ 338 w 652"/>
                <a:gd name="T17" fmla="*/ 335 h 683"/>
                <a:gd name="T18" fmla="*/ 338 w 652"/>
                <a:gd name="T19" fmla="*/ 336 h 683"/>
                <a:gd name="T20" fmla="*/ 338 w 652"/>
                <a:gd name="T21" fmla="*/ 403 h 683"/>
                <a:gd name="T22" fmla="*/ 614 w 652"/>
                <a:gd name="T23" fmla="*/ 679 h 683"/>
                <a:gd name="T24" fmla="*/ 652 w 652"/>
                <a:gd name="T25" fmla="*/ 679 h 683"/>
                <a:gd name="T26" fmla="*/ 652 w 652"/>
                <a:gd name="T27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2" h="683">
                  <a:moveTo>
                    <a:pt x="652" y="683"/>
                  </a:moveTo>
                  <a:cubicBezTo>
                    <a:pt x="613" y="683"/>
                    <a:pt x="613" y="683"/>
                    <a:pt x="613" y="683"/>
                  </a:cubicBezTo>
                  <a:cubicBezTo>
                    <a:pt x="613" y="683"/>
                    <a:pt x="612" y="682"/>
                    <a:pt x="612" y="682"/>
                  </a:cubicBezTo>
                  <a:cubicBezTo>
                    <a:pt x="335" y="405"/>
                    <a:pt x="335" y="405"/>
                    <a:pt x="335" y="405"/>
                  </a:cubicBezTo>
                  <a:cubicBezTo>
                    <a:pt x="335" y="405"/>
                    <a:pt x="335" y="404"/>
                    <a:pt x="335" y="404"/>
                  </a:cubicBezTo>
                  <a:cubicBezTo>
                    <a:pt x="335" y="337"/>
                    <a:pt x="335" y="337"/>
                    <a:pt x="335" y="3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38" y="335"/>
                    <a:pt x="338" y="335"/>
                    <a:pt x="338" y="335"/>
                  </a:cubicBezTo>
                  <a:cubicBezTo>
                    <a:pt x="338" y="335"/>
                    <a:pt x="338" y="335"/>
                    <a:pt x="338" y="336"/>
                  </a:cubicBezTo>
                  <a:cubicBezTo>
                    <a:pt x="338" y="403"/>
                    <a:pt x="338" y="403"/>
                    <a:pt x="338" y="403"/>
                  </a:cubicBezTo>
                  <a:cubicBezTo>
                    <a:pt x="614" y="679"/>
                    <a:pt x="614" y="679"/>
                    <a:pt x="614" y="679"/>
                  </a:cubicBezTo>
                  <a:cubicBezTo>
                    <a:pt x="652" y="679"/>
                    <a:pt x="652" y="679"/>
                    <a:pt x="652" y="679"/>
                  </a:cubicBezTo>
                  <a:lnTo>
                    <a:pt x="652" y="68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3" name="Freeform 427"/>
            <p:cNvSpPr>
              <a:spLocks/>
            </p:cNvSpPr>
            <p:nvPr/>
          </p:nvSpPr>
          <p:spPr bwMode="auto">
            <a:xfrm flipV="1">
              <a:off x="174627" y="5929311"/>
              <a:ext cx="1257300" cy="1598613"/>
            </a:xfrm>
            <a:custGeom>
              <a:avLst/>
              <a:gdLst>
                <a:gd name="T0" fmla="*/ 335 w 335"/>
                <a:gd name="T1" fmla="*/ 426 h 426"/>
                <a:gd name="T2" fmla="*/ 328 w 335"/>
                <a:gd name="T3" fmla="*/ 426 h 426"/>
                <a:gd name="T4" fmla="*/ 328 w 335"/>
                <a:gd name="T5" fmla="*/ 333 h 426"/>
                <a:gd name="T6" fmla="*/ 0 w 335"/>
                <a:gd name="T7" fmla="*/ 5 h 426"/>
                <a:gd name="T8" fmla="*/ 5 w 335"/>
                <a:gd name="T9" fmla="*/ 0 h 426"/>
                <a:gd name="T10" fmla="*/ 334 w 335"/>
                <a:gd name="T11" fmla="*/ 329 h 426"/>
                <a:gd name="T12" fmla="*/ 335 w 335"/>
                <a:gd name="T13" fmla="*/ 332 h 426"/>
                <a:gd name="T14" fmla="*/ 335 w 335"/>
                <a:gd name="T15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" h="426">
                  <a:moveTo>
                    <a:pt x="335" y="426"/>
                  </a:moveTo>
                  <a:cubicBezTo>
                    <a:pt x="328" y="426"/>
                    <a:pt x="328" y="426"/>
                    <a:pt x="328" y="426"/>
                  </a:cubicBezTo>
                  <a:cubicBezTo>
                    <a:pt x="328" y="333"/>
                    <a:pt x="328" y="333"/>
                    <a:pt x="328" y="33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34" y="329"/>
                    <a:pt x="334" y="329"/>
                    <a:pt x="334" y="329"/>
                  </a:cubicBezTo>
                  <a:cubicBezTo>
                    <a:pt x="334" y="330"/>
                    <a:pt x="335" y="331"/>
                    <a:pt x="335" y="332"/>
                  </a:cubicBezTo>
                  <a:lnTo>
                    <a:pt x="335" y="4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4" name="Freeform 428"/>
            <p:cNvSpPr>
              <a:spLocks/>
            </p:cNvSpPr>
            <p:nvPr/>
          </p:nvSpPr>
          <p:spPr bwMode="auto">
            <a:xfrm flipV="1">
              <a:off x="106364" y="6226173"/>
              <a:ext cx="984250" cy="1227138"/>
            </a:xfrm>
            <a:custGeom>
              <a:avLst/>
              <a:gdLst>
                <a:gd name="T0" fmla="*/ 259 w 262"/>
                <a:gd name="T1" fmla="*/ 327 h 327"/>
                <a:gd name="T2" fmla="*/ 259 w 262"/>
                <a:gd name="T3" fmla="*/ 261 h 327"/>
                <a:gd name="T4" fmla="*/ 0 w 262"/>
                <a:gd name="T5" fmla="*/ 3 h 327"/>
                <a:gd name="T6" fmla="*/ 3 w 262"/>
                <a:gd name="T7" fmla="*/ 0 h 327"/>
                <a:gd name="T8" fmla="*/ 262 w 262"/>
                <a:gd name="T9" fmla="*/ 259 h 327"/>
                <a:gd name="T10" fmla="*/ 262 w 262"/>
                <a:gd name="T11" fmla="*/ 260 h 327"/>
                <a:gd name="T12" fmla="*/ 262 w 262"/>
                <a:gd name="T13" fmla="*/ 327 h 327"/>
                <a:gd name="T14" fmla="*/ 259 w 262"/>
                <a:gd name="T15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2" h="327">
                  <a:moveTo>
                    <a:pt x="259" y="327"/>
                  </a:moveTo>
                  <a:cubicBezTo>
                    <a:pt x="259" y="261"/>
                    <a:pt x="259" y="261"/>
                    <a:pt x="259" y="26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62" y="259"/>
                    <a:pt x="262" y="259"/>
                    <a:pt x="262" y="259"/>
                  </a:cubicBezTo>
                  <a:cubicBezTo>
                    <a:pt x="262" y="259"/>
                    <a:pt x="262" y="260"/>
                    <a:pt x="262" y="260"/>
                  </a:cubicBezTo>
                  <a:cubicBezTo>
                    <a:pt x="262" y="327"/>
                    <a:pt x="262" y="327"/>
                    <a:pt x="262" y="327"/>
                  </a:cubicBezTo>
                  <a:lnTo>
                    <a:pt x="259" y="327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5" name="Freeform 429"/>
            <p:cNvSpPr>
              <a:spLocks/>
            </p:cNvSpPr>
            <p:nvPr/>
          </p:nvSpPr>
          <p:spPr bwMode="auto">
            <a:xfrm flipV="1">
              <a:off x="-406398" y="5899149"/>
              <a:ext cx="1593850" cy="1685925"/>
            </a:xfrm>
            <a:custGeom>
              <a:avLst/>
              <a:gdLst>
                <a:gd name="T0" fmla="*/ 423 w 425"/>
                <a:gd name="T1" fmla="*/ 449 h 449"/>
                <a:gd name="T2" fmla="*/ 272 w 425"/>
                <a:gd name="T3" fmla="*/ 299 h 449"/>
                <a:gd name="T4" fmla="*/ 272 w 425"/>
                <a:gd name="T5" fmla="*/ 297 h 449"/>
                <a:gd name="T6" fmla="*/ 272 w 425"/>
                <a:gd name="T7" fmla="*/ 285 h 449"/>
                <a:gd name="T8" fmla="*/ 272 w 425"/>
                <a:gd name="T9" fmla="*/ 284 h 449"/>
                <a:gd name="T10" fmla="*/ 304 w 425"/>
                <a:gd name="T11" fmla="*/ 252 h 449"/>
                <a:gd name="T12" fmla="*/ 304 w 425"/>
                <a:gd name="T13" fmla="*/ 237 h 449"/>
                <a:gd name="T14" fmla="*/ 217 w 425"/>
                <a:gd name="T15" fmla="*/ 151 h 449"/>
                <a:gd name="T16" fmla="*/ 207 w 425"/>
                <a:gd name="T17" fmla="*/ 151 h 449"/>
                <a:gd name="T18" fmla="*/ 200 w 425"/>
                <a:gd name="T19" fmla="*/ 158 h 449"/>
                <a:gd name="T20" fmla="*/ 200 w 425"/>
                <a:gd name="T21" fmla="*/ 168 h 449"/>
                <a:gd name="T22" fmla="*/ 232 w 425"/>
                <a:gd name="T23" fmla="*/ 199 h 449"/>
                <a:gd name="T24" fmla="*/ 232 w 425"/>
                <a:gd name="T25" fmla="*/ 201 h 449"/>
                <a:gd name="T26" fmla="*/ 232 w 425"/>
                <a:gd name="T27" fmla="*/ 209 h 449"/>
                <a:gd name="T28" fmla="*/ 232 w 425"/>
                <a:gd name="T29" fmla="*/ 211 h 449"/>
                <a:gd name="T30" fmla="*/ 226 w 425"/>
                <a:gd name="T31" fmla="*/ 216 h 449"/>
                <a:gd name="T32" fmla="*/ 225 w 425"/>
                <a:gd name="T33" fmla="*/ 216 h 449"/>
                <a:gd name="T34" fmla="*/ 225 w 425"/>
                <a:gd name="T35" fmla="*/ 216 h 449"/>
                <a:gd name="T36" fmla="*/ 215 w 425"/>
                <a:gd name="T37" fmla="*/ 216 h 449"/>
                <a:gd name="T38" fmla="*/ 214 w 425"/>
                <a:gd name="T39" fmla="*/ 216 h 449"/>
                <a:gd name="T40" fmla="*/ 0 w 425"/>
                <a:gd name="T41" fmla="*/ 2 h 449"/>
                <a:gd name="T42" fmla="*/ 2 w 425"/>
                <a:gd name="T43" fmla="*/ 0 h 449"/>
                <a:gd name="T44" fmla="*/ 216 w 425"/>
                <a:gd name="T45" fmla="*/ 213 h 449"/>
                <a:gd name="T46" fmla="*/ 225 w 425"/>
                <a:gd name="T47" fmla="*/ 213 h 449"/>
                <a:gd name="T48" fmla="*/ 229 w 425"/>
                <a:gd name="T49" fmla="*/ 209 h 449"/>
                <a:gd name="T50" fmla="*/ 229 w 425"/>
                <a:gd name="T51" fmla="*/ 201 h 449"/>
                <a:gd name="T52" fmla="*/ 197 w 425"/>
                <a:gd name="T53" fmla="*/ 170 h 449"/>
                <a:gd name="T54" fmla="*/ 197 w 425"/>
                <a:gd name="T55" fmla="*/ 169 h 449"/>
                <a:gd name="T56" fmla="*/ 197 w 425"/>
                <a:gd name="T57" fmla="*/ 157 h 449"/>
                <a:gd name="T58" fmla="*/ 197 w 425"/>
                <a:gd name="T59" fmla="*/ 156 h 449"/>
                <a:gd name="T60" fmla="*/ 205 w 425"/>
                <a:gd name="T61" fmla="*/ 148 h 449"/>
                <a:gd name="T62" fmla="*/ 206 w 425"/>
                <a:gd name="T63" fmla="*/ 148 h 449"/>
                <a:gd name="T64" fmla="*/ 206 w 425"/>
                <a:gd name="T65" fmla="*/ 148 h 449"/>
                <a:gd name="T66" fmla="*/ 218 w 425"/>
                <a:gd name="T67" fmla="*/ 148 h 449"/>
                <a:gd name="T68" fmla="*/ 219 w 425"/>
                <a:gd name="T69" fmla="*/ 148 h 449"/>
                <a:gd name="T70" fmla="*/ 307 w 425"/>
                <a:gd name="T71" fmla="*/ 235 h 449"/>
                <a:gd name="T72" fmla="*/ 307 w 425"/>
                <a:gd name="T73" fmla="*/ 237 h 449"/>
                <a:gd name="T74" fmla="*/ 307 w 425"/>
                <a:gd name="T75" fmla="*/ 253 h 449"/>
                <a:gd name="T76" fmla="*/ 307 w 425"/>
                <a:gd name="T77" fmla="*/ 254 h 449"/>
                <a:gd name="T78" fmla="*/ 275 w 425"/>
                <a:gd name="T79" fmla="*/ 286 h 449"/>
                <a:gd name="T80" fmla="*/ 275 w 425"/>
                <a:gd name="T81" fmla="*/ 297 h 449"/>
                <a:gd name="T82" fmla="*/ 425 w 425"/>
                <a:gd name="T83" fmla="*/ 447 h 449"/>
                <a:gd name="T84" fmla="*/ 423 w 425"/>
                <a:gd name="T8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5" h="449">
                  <a:moveTo>
                    <a:pt x="423" y="449"/>
                  </a:moveTo>
                  <a:cubicBezTo>
                    <a:pt x="272" y="299"/>
                    <a:pt x="272" y="299"/>
                    <a:pt x="272" y="299"/>
                  </a:cubicBezTo>
                  <a:cubicBezTo>
                    <a:pt x="272" y="298"/>
                    <a:pt x="272" y="298"/>
                    <a:pt x="272" y="297"/>
                  </a:cubicBezTo>
                  <a:cubicBezTo>
                    <a:pt x="272" y="285"/>
                    <a:pt x="272" y="285"/>
                    <a:pt x="272" y="285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304" y="252"/>
                    <a:pt x="304" y="252"/>
                    <a:pt x="304" y="252"/>
                  </a:cubicBezTo>
                  <a:cubicBezTo>
                    <a:pt x="304" y="237"/>
                    <a:pt x="304" y="237"/>
                    <a:pt x="304" y="237"/>
                  </a:cubicBezTo>
                  <a:cubicBezTo>
                    <a:pt x="217" y="151"/>
                    <a:pt x="217" y="151"/>
                    <a:pt x="217" y="151"/>
                  </a:cubicBezTo>
                  <a:cubicBezTo>
                    <a:pt x="207" y="151"/>
                    <a:pt x="207" y="151"/>
                    <a:pt x="207" y="151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32" y="199"/>
                    <a:pt x="232" y="199"/>
                    <a:pt x="232" y="199"/>
                  </a:cubicBezTo>
                  <a:cubicBezTo>
                    <a:pt x="232" y="200"/>
                    <a:pt x="232" y="200"/>
                    <a:pt x="232" y="201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10"/>
                    <a:pt x="232" y="210"/>
                    <a:pt x="232" y="211"/>
                  </a:cubicBezTo>
                  <a:cubicBezTo>
                    <a:pt x="226" y="216"/>
                    <a:pt x="226" y="216"/>
                    <a:pt x="226" y="216"/>
                  </a:cubicBezTo>
                  <a:cubicBezTo>
                    <a:pt x="226" y="216"/>
                    <a:pt x="226" y="216"/>
                    <a:pt x="225" y="216"/>
                  </a:cubicBezTo>
                  <a:cubicBezTo>
                    <a:pt x="225" y="216"/>
                    <a:pt x="225" y="216"/>
                    <a:pt x="225" y="216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6"/>
                    <a:pt x="214" y="216"/>
                    <a:pt x="214" y="2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6" y="213"/>
                    <a:pt x="216" y="213"/>
                    <a:pt x="216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9" y="209"/>
                    <a:pt x="229" y="209"/>
                    <a:pt x="229" y="209"/>
                  </a:cubicBezTo>
                  <a:cubicBezTo>
                    <a:pt x="229" y="201"/>
                    <a:pt x="229" y="201"/>
                    <a:pt x="229" y="201"/>
                  </a:cubicBezTo>
                  <a:cubicBezTo>
                    <a:pt x="197" y="170"/>
                    <a:pt x="197" y="170"/>
                    <a:pt x="197" y="170"/>
                  </a:cubicBezTo>
                  <a:cubicBezTo>
                    <a:pt x="197" y="170"/>
                    <a:pt x="197" y="169"/>
                    <a:pt x="197" y="169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7" y="157"/>
                    <a:pt x="197" y="156"/>
                    <a:pt x="197" y="156"/>
                  </a:cubicBezTo>
                  <a:cubicBezTo>
                    <a:pt x="205" y="148"/>
                    <a:pt x="205" y="148"/>
                    <a:pt x="205" y="148"/>
                  </a:cubicBezTo>
                  <a:cubicBezTo>
                    <a:pt x="205" y="148"/>
                    <a:pt x="206" y="148"/>
                    <a:pt x="206" y="148"/>
                  </a:cubicBezTo>
                  <a:cubicBezTo>
                    <a:pt x="206" y="148"/>
                    <a:pt x="206" y="148"/>
                    <a:pt x="206" y="148"/>
                  </a:cubicBezTo>
                  <a:cubicBezTo>
                    <a:pt x="218" y="148"/>
                    <a:pt x="218" y="148"/>
                    <a:pt x="218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307" y="235"/>
                    <a:pt x="307" y="235"/>
                    <a:pt x="307" y="235"/>
                  </a:cubicBezTo>
                  <a:cubicBezTo>
                    <a:pt x="307" y="236"/>
                    <a:pt x="307" y="236"/>
                    <a:pt x="307" y="237"/>
                  </a:cubicBezTo>
                  <a:cubicBezTo>
                    <a:pt x="307" y="253"/>
                    <a:pt x="307" y="253"/>
                    <a:pt x="307" y="253"/>
                  </a:cubicBezTo>
                  <a:cubicBezTo>
                    <a:pt x="307" y="253"/>
                    <a:pt x="307" y="254"/>
                    <a:pt x="307" y="254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97"/>
                    <a:pt x="275" y="297"/>
                    <a:pt x="275" y="297"/>
                  </a:cubicBezTo>
                  <a:cubicBezTo>
                    <a:pt x="425" y="447"/>
                    <a:pt x="425" y="447"/>
                    <a:pt x="425" y="447"/>
                  </a:cubicBezTo>
                  <a:lnTo>
                    <a:pt x="423" y="44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6" name="Freeform 430"/>
            <p:cNvSpPr>
              <a:spLocks/>
            </p:cNvSpPr>
            <p:nvPr/>
          </p:nvSpPr>
          <p:spPr bwMode="auto">
            <a:xfrm flipV="1">
              <a:off x="-485773" y="5243511"/>
              <a:ext cx="2663825" cy="2292350"/>
            </a:xfrm>
            <a:custGeom>
              <a:avLst/>
              <a:gdLst>
                <a:gd name="T0" fmla="*/ 710 w 710"/>
                <a:gd name="T1" fmla="*/ 611 h 611"/>
                <a:gd name="T2" fmla="*/ 700 w 710"/>
                <a:gd name="T3" fmla="*/ 611 h 611"/>
                <a:gd name="T4" fmla="*/ 700 w 710"/>
                <a:gd name="T5" fmla="*/ 596 h 611"/>
                <a:gd name="T6" fmla="*/ 586 w 710"/>
                <a:gd name="T7" fmla="*/ 482 h 611"/>
                <a:gd name="T8" fmla="*/ 447 w 710"/>
                <a:gd name="T9" fmla="*/ 482 h 611"/>
                <a:gd name="T10" fmla="*/ 443 w 710"/>
                <a:gd name="T11" fmla="*/ 480 h 611"/>
                <a:gd name="T12" fmla="*/ 221 w 710"/>
                <a:gd name="T13" fmla="*/ 258 h 611"/>
                <a:gd name="T14" fmla="*/ 219 w 710"/>
                <a:gd name="T15" fmla="*/ 254 h 611"/>
                <a:gd name="T16" fmla="*/ 219 w 710"/>
                <a:gd name="T17" fmla="*/ 227 h 611"/>
                <a:gd name="T18" fmla="*/ 0 w 710"/>
                <a:gd name="T19" fmla="*/ 7 h 611"/>
                <a:gd name="T20" fmla="*/ 7 w 710"/>
                <a:gd name="T21" fmla="*/ 0 h 611"/>
                <a:gd name="T22" fmla="*/ 228 w 710"/>
                <a:gd name="T23" fmla="*/ 221 h 611"/>
                <a:gd name="T24" fmla="*/ 229 w 710"/>
                <a:gd name="T25" fmla="*/ 225 h 611"/>
                <a:gd name="T26" fmla="*/ 229 w 710"/>
                <a:gd name="T27" fmla="*/ 252 h 611"/>
                <a:gd name="T28" fmla="*/ 449 w 710"/>
                <a:gd name="T29" fmla="*/ 472 h 611"/>
                <a:gd name="T30" fmla="*/ 588 w 710"/>
                <a:gd name="T31" fmla="*/ 472 h 611"/>
                <a:gd name="T32" fmla="*/ 591 w 710"/>
                <a:gd name="T33" fmla="*/ 473 h 611"/>
                <a:gd name="T34" fmla="*/ 709 w 710"/>
                <a:gd name="T35" fmla="*/ 591 h 611"/>
                <a:gd name="T36" fmla="*/ 710 w 710"/>
                <a:gd name="T37" fmla="*/ 594 h 611"/>
                <a:gd name="T38" fmla="*/ 710 w 71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0" h="611">
                  <a:moveTo>
                    <a:pt x="710" y="611"/>
                  </a:moveTo>
                  <a:cubicBezTo>
                    <a:pt x="700" y="611"/>
                    <a:pt x="700" y="611"/>
                    <a:pt x="700" y="611"/>
                  </a:cubicBezTo>
                  <a:cubicBezTo>
                    <a:pt x="700" y="596"/>
                    <a:pt x="700" y="596"/>
                    <a:pt x="700" y="596"/>
                  </a:cubicBezTo>
                  <a:cubicBezTo>
                    <a:pt x="586" y="482"/>
                    <a:pt x="586" y="482"/>
                    <a:pt x="586" y="482"/>
                  </a:cubicBezTo>
                  <a:cubicBezTo>
                    <a:pt x="447" y="482"/>
                    <a:pt x="447" y="482"/>
                    <a:pt x="447" y="482"/>
                  </a:cubicBezTo>
                  <a:cubicBezTo>
                    <a:pt x="445" y="482"/>
                    <a:pt x="444" y="481"/>
                    <a:pt x="443" y="480"/>
                  </a:cubicBezTo>
                  <a:cubicBezTo>
                    <a:pt x="221" y="258"/>
                    <a:pt x="221" y="258"/>
                    <a:pt x="221" y="258"/>
                  </a:cubicBezTo>
                  <a:cubicBezTo>
                    <a:pt x="220" y="257"/>
                    <a:pt x="219" y="256"/>
                    <a:pt x="219" y="254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28" y="221"/>
                    <a:pt x="228" y="221"/>
                    <a:pt x="228" y="221"/>
                  </a:cubicBezTo>
                  <a:cubicBezTo>
                    <a:pt x="229" y="222"/>
                    <a:pt x="229" y="223"/>
                    <a:pt x="229" y="225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449" y="472"/>
                    <a:pt x="449" y="472"/>
                    <a:pt x="449" y="472"/>
                  </a:cubicBezTo>
                  <a:cubicBezTo>
                    <a:pt x="588" y="472"/>
                    <a:pt x="588" y="472"/>
                    <a:pt x="588" y="472"/>
                  </a:cubicBezTo>
                  <a:cubicBezTo>
                    <a:pt x="589" y="472"/>
                    <a:pt x="590" y="472"/>
                    <a:pt x="591" y="473"/>
                  </a:cubicBezTo>
                  <a:cubicBezTo>
                    <a:pt x="709" y="591"/>
                    <a:pt x="709" y="591"/>
                    <a:pt x="709" y="591"/>
                  </a:cubicBezTo>
                  <a:cubicBezTo>
                    <a:pt x="710" y="591"/>
                    <a:pt x="710" y="593"/>
                    <a:pt x="710" y="594"/>
                  </a:cubicBezTo>
                  <a:lnTo>
                    <a:pt x="71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7" name="Freeform 431"/>
            <p:cNvSpPr>
              <a:spLocks/>
            </p:cNvSpPr>
            <p:nvPr/>
          </p:nvSpPr>
          <p:spPr bwMode="auto">
            <a:xfrm flipV="1">
              <a:off x="-565148" y="4995861"/>
              <a:ext cx="2871787" cy="2484438"/>
            </a:xfrm>
            <a:custGeom>
              <a:avLst/>
              <a:gdLst>
                <a:gd name="T0" fmla="*/ 738 w 765"/>
                <a:gd name="T1" fmla="*/ 662 h 662"/>
                <a:gd name="T2" fmla="*/ 737 w 765"/>
                <a:gd name="T3" fmla="*/ 662 h 662"/>
                <a:gd name="T4" fmla="*/ 566 w 765"/>
                <a:gd name="T5" fmla="*/ 490 h 662"/>
                <a:gd name="T6" fmla="*/ 459 w 765"/>
                <a:gd name="T7" fmla="*/ 490 h 662"/>
                <a:gd name="T8" fmla="*/ 457 w 765"/>
                <a:gd name="T9" fmla="*/ 490 h 662"/>
                <a:gd name="T10" fmla="*/ 218 w 765"/>
                <a:gd name="T11" fmla="*/ 251 h 662"/>
                <a:gd name="T12" fmla="*/ 217 w 765"/>
                <a:gd name="T13" fmla="*/ 249 h 662"/>
                <a:gd name="T14" fmla="*/ 217 w 765"/>
                <a:gd name="T15" fmla="*/ 221 h 662"/>
                <a:gd name="T16" fmla="*/ 0 w 765"/>
                <a:gd name="T17" fmla="*/ 3 h 662"/>
                <a:gd name="T18" fmla="*/ 3 w 765"/>
                <a:gd name="T19" fmla="*/ 0 h 662"/>
                <a:gd name="T20" fmla="*/ 220 w 765"/>
                <a:gd name="T21" fmla="*/ 219 h 662"/>
                <a:gd name="T22" fmla="*/ 221 w 765"/>
                <a:gd name="T23" fmla="*/ 220 h 662"/>
                <a:gd name="T24" fmla="*/ 221 w 765"/>
                <a:gd name="T25" fmla="*/ 249 h 662"/>
                <a:gd name="T26" fmla="*/ 459 w 765"/>
                <a:gd name="T27" fmla="*/ 487 h 662"/>
                <a:gd name="T28" fmla="*/ 567 w 765"/>
                <a:gd name="T29" fmla="*/ 487 h 662"/>
                <a:gd name="T30" fmla="*/ 568 w 765"/>
                <a:gd name="T31" fmla="*/ 488 h 662"/>
                <a:gd name="T32" fmla="*/ 739 w 765"/>
                <a:gd name="T33" fmla="*/ 659 h 662"/>
                <a:gd name="T34" fmla="*/ 765 w 765"/>
                <a:gd name="T35" fmla="*/ 659 h 662"/>
                <a:gd name="T36" fmla="*/ 765 w 765"/>
                <a:gd name="T37" fmla="*/ 662 h 662"/>
                <a:gd name="T38" fmla="*/ 738 w 765"/>
                <a:gd name="T39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5" h="662">
                  <a:moveTo>
                    <a:pt x="738" y="662"/>
                  </a:moveTo>
                  <a:cubicBezTo>
                    <a:pt x="738" y="662"/>
                    <a:pt x="737" y="662"/>
                    <a:pt x="737" y="662"/>
                  </a:cubicBezTo>
                  <a:cubicBezTo>
                    <a:pt x="566" y="490"/>
                    <a:pt x="566" y="490"/>
                    <a:pt x="566" y="490"/>
                  </a:cubicBezTo>
                  <a:cubicBezTo>
                    <a:pt x="459" y="490"/>
                    <a:pt x="459" y="490"/>
                    <a:pt x="459" y="490"/>
                  </a:cubicBezTo>
                  <a:cubicBezTo>
                    <a:pt x="458" y="490"/>
                    <a:pt x="458" y="490"/>
                    <a:pt x="457" y="490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8" y="250"/>
                    <a:pt x="217" y="250"/>
                    <a:pt x="217" y="249"/>
                  </a:cubicBezTo>
                  <a:cubicBezTo>
                    <a:pt x="217" y="221"/>
                    <a:pt x="217" y="221"/>
                    <a:pt x="217" y="2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1" y="219"/>
                    <a:pt x="221" y="219"/>
                    <a:pt x="221" y="220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459" y="487"/>
                    <a:pt x="459" y="487"/>
                    <a:pt x="459" y="487"/>
                  </a:cubicBezTo>
                  <a:cubicBezTo>
                    <a:pt x="567" y="487"/>
                    <a:pt x="567" y="487"/>
                    <a:pt x="567" y="487"/>
                  </a:cubicBezTo>
                  <a:cubicBezTo>
                    <a:pt x="567" y="487"/>
                    <a:pt x="568" y="487"/>
                    <a:pt x="568" y="488"/>
                  </a:cubicBezTo>
                  <a:cubicBezTo>
                    <a:pt x="739" y="659"/>
                    <a:pt x="739" y="659"/>
                    <a:pt x="739" y="659"/>
                  </a:cubicBezTo>
                  <a:cubicBezTo>
                    <a:pt x="765" y="659"/>
                    <a:pt x="765" y="659"/>
                    <a:pt x="765" y="659"/>
                  </a:cubicBezTo>
                  <a:cubicBezTo>
                    <a:pt x="765" y="662"/>
                    <a:pt x="765" y="662"/>
                    <a:pt x="765" y="662"/>
                  </a:cubicBezTo>
                  <a:lnTo>
                    <a:pt x="738" y="6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8" name="Freeform 432"/>
            <p:cNvSpPr>
              <a:spLocks/>
            </p:cNvSpPr>
            <p:nvPr/>
          </p:nvSpPr>
          <p:spPr bwMode="auto">
            <a:xfrm flipV="1">
              <a:off x="-642936" y="4679949"/>
              <a:ext cx="3379787" cy="2759075"/>
            </a:xfrm>
            <a:custGeom>
              <a:avLst/>
              <a:gdLst>
                <a:gd name="T0" fmla="*/ 901 w 901"/>
                <a:gd name="T1" fmla="*/ 735 h 735"/>
                <a:gd name="T2" fmla="*/ 897 w 901"/>
                <a:gd name="T3" fmla="*/ 735 h 735"/>
                <a:gd name="T4" fmla="*/ 897 w 901"/>
                <a:gd name="T5" fmla="*/ 700 h 735"/>
                <a:gd name="T6" fmla="*/ 868 w 901"/>
                <a:gd name="T7" fmla="*/ 671 h 735"/>
                <a:gd name="T8" fmla="*/ 835 w 901"/>
                <a:gd name="T9" fmla="*/ 671 h 735"/>
                <a:gd name="T10" fmla="*/ 825 w 901"/>
                <a:gd name="T11" fmla="*/ 681 h 735"/>
                <a:gd name="T12" fmla="*/ 824 w 901"/>
                <a:gd name="T13" fmla="*/ 681 h 735"/>
                <a:gd name="T14" fmla="*/ 761 w 901"/>
                <a:gd name="T15" fmla="*/ 681 h 735"/>
                <a:gd name="T16" fmla="*/ 760 w 901"/>
                <a:gd name="T17" fmla="*/ 681 h 735"/>
                <a:gd name="T18" fmla="*/ 588 w 901"/>
                <a:gd name="T19" fmla="*/ 509 h 735"/>
                <a:gd name="T20" fmla="*/ 474 w 901"/>
                <a:gd name="T21" fmla="*/ 509 h 735"/>
                <a:gd name="T22" fmla="*/ 473 w 901"/>
                <a:gd name="T23" fmla="*/ 508 h 735"/>
                <a:gd name="T24" fmla="*/ 212 w 901"/>
                <a:gd name="T25" fmla="*/ 247 h 735"/>
                <a:gd name="T26" fmla="*/ 212 w 901"/>
                <a:gd name="T27" fmla="*/ 246 h 735"/>
                <a:gd name="T28" fmla="*/ 212 w 901"/>
                <a:gd name="T29" fmla="*/ 215 h 735"/>
                <a:gd name="T30" fmla="*/ 0 w 901"/>
                <a:gd name="T31" fmla="*/ 2 h 735"/>
                <a:gd name="T32" fmla="*/ 2 w 901"/>
                <a:gd name="T33" fmla="*/ 0 h 735"/>
                <a:gd name="T34" fmla="*/ 215 w 901"/>
                <a:gd name="T35" fmla="*/ 213 h 735"/>
                <a:gd name="T36" fmla="*/ 215 w 901"/>
                <a:gd name="T37" fmla="*/ 214 h 735"/>
                <a:gd name="T38" fmla="*/ 215 w 901"/>
                <a:gd name="T39" fmla="*/ 245 h 735"/>
                <a:gd name="T40" fmla="*/ 475 w 901"/>
                <a:gd name="T41" fmla="*/ 505 h 735"/>
                <a:gd name="T42" fmla="*/ 589 w 901"/>
                <a:gd name="T43" fmla="*/ 505 h 735"/>
                <a:gd name="T44" fmla="*/ 590 w 901"/>
                <a:gd name="T45" fmla="*/ 506 h 735"/>
                <a:gd name="T46" fmla="*/ 762 w 901"/>
                <a:gd name="T47" fmla="*/ 678 h 735"/>
                <a:gd name="T48" fmla="*/ 823 w 901"/>
                <a:gd name="T49" fmla="*/ 678 h 735"/>
                <a:gd name="T50" fmla="*/ 833 w 901"/>
                <a:gd name="T51" fmla="*/ 668 h 735"/>
                <a:gd name="T52" fmla="*/ 834 w 901"/>
                <a:gd name="T53" fmla="*/ 667 h 735"/>
                <a:gd name="T54" fmla="*/ 869 w 901"/>
                <a:gd name="T55" fmla="*/ 667 h 735"/>
                <a:gd name="T56" fmla="*/ 870 w 901"/>
                <a:gd name="T57" fmla="*/ 668 h 735"/>
                <a:gd name="T58" fmla="*/ 900 w 901"/>
                <a:gd name="T59" fmla="*/ 698 h 735"/>
                <a:gd name="T60" fmla="*/ 901 w 901"/>
                <a:gd name="T61" fmla="*/ 699 h 735"/>
                <a:gd name="T62" fmla="*/ 901 w 901"/>
                <a:gd name="T63" fmla="*/ 735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1" h="735">
                  <a:moveTo>
                    <a:pt x="901" y="735"/>
                  </a:moveTo>
                  <a:cubicBezTo>
                    <a:pt x="897" y="735"/>
                    <a:pt x="897" y="735"/>
                    <a:pt x="897" y="735"/>
                  </a:cubicBezTo>
                  <a:cubicBezTo>
                    <a:pt x="897" y="700"/>
                    <a:pt x="897" y="700"/>
                    <a:pt x="897" y="700"/>
                  </a:cubicBezTo>
                  <a:cubicBezTo>
                    <a:pt x="868" y="671"/>
                    <a:pt x="868" y="671"/>
                    <a:pt x="868" y="671"/>
                  </a:cubicBezTo>
                  <a:cubicBezTo>
                    <a:pt x="835" y="671"/>
                    <a:pt x="835" y="671"/>
                    <a:pt x="835" y="671"/>
                  </a:cubicBezTo>
                  <a:cubicBezTo>
                    <a:pt x="825" y="681"/>
                    <a:pt x="825" y="681"/>
                    <a:pt x="825" y="681"/>
                  </a:cubicBezTo>
                  <a:cubicBezTo>
                    <a:pt x="825" y="681"/>
                    <a:pt x="824" y="681"/>
                    <a:pt x="824" y="681"/>
                  </a:cubicBezTo>
                  <a:cubicBezTo>
                    <a:pt x="761" y="681"/>
                    <a:pt x="761" y="681"/>
                    <a:pt x="761" y="681"/>
                  </a:cubicBezTo>
                  <a:cubicBezTo>
                    <a:pt x="761" y="681"/>
                    <a:pt x="760" y="681"/>
                    <a:pt x="760" y="681"/>
                  </a:cubicBezTo>
                  <a:cubicBezTo>
                    <a:pt x="588" y="509"/>
                    <a:pt x="588" y="509"/>
                    <a:pt x="588" y="509"/>
                  </a:cubicBezTo>
                  <a:cubicBezTo>
                    <a:pt x="474" y="509"/>
                    <a:pt x="474" y="509"/>
                    <a:pt x="474" y="509"/>
                  </a:cubicBezTo>
                  <a:cubicBezTo>
                    <a:pt x="474" y="509"/>
                    <a:pt x="474" y="509"/>
                    <a:pt x="473" y="508"/>
                  </a:cubicBezTo>
                  <a:cubicBezTo>
                    <a:pt x="212" y="247"/>
                    <a:pt x="212" y="247"/>
                    <a:pt x="212" y="247"/>
                  </a:cubicBezTo>
                  <a:cubicBezTo>
                    <a:pt x="212" y="247"/>
                    <a:pt x="212" y="247"/>
                    <a:pt x="212" y="246"/>
                  </a:cubicBezTo>
                  <a:cubicBezTo>
                    <a:pt x="212" y="215"/>
                    <a:pt x="212" y="215"/>
                    <a:pt x="212" y="21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3"/>
                    <a:pt x="215" y="214"/>
                    <a:pt x="215" y="214"/>
                  </a:cubicBezTo>
                  <a:cubicBezTo>
                    <a:pt x="215" y="245"/>
                    <a:pt x="215" y="245"/>
                    <a:pt x="215" y="245"/>
                  </a:cubicBezTo>
                  <a:cubicBezTo>
                    <a:pt x="475" y="505"/>
                    <a:pt x="475" y="505"/>
                    <a:pt x="475" y="505"/>
                  </a:cubicBezTo>
                  <a:cubicBezTo>
                    <a:pt x="589" y="505"/>
                    <a:pt x="589" y="505"/>
                    <a:pt x="589" y="505"/>
                  </a:cubicBezTo>
                  <a:cubicBezTo>
                    <a:pt x="589" y="505"/>
                    <a:pt x="590" y="506"/>
                    <a:pt x="590" y="506"/>
                  </a:cubicBezTo>
                  <a:cubicBezTo>
                    <a:pt x="762" y="678"/>
                    <a:pt x="762" y="678"/>
                    <a:pt x="762" y="678"/>
                  </a:cubicBezTo>
                  <a:cubicBezTo>
                    <a:pt x="823" y="678"/>
                    <a:pt x="823" y="678"/>
                    <a:pt x="823" y="678"/>
                  </a:cubicBezTo>
                  <a:cubicBezTo>
                    <a:pt x="833" y="668"/>
                    <a:pt x="833" y="668"/>
                    <a:pt x="833" y="668"/>
                  </a:cubicBezTo>
                  <a:cubicBezTo>
                    <a:pt x="833" y="668"/>
                    <a:pt x="834" y="667"/>
                    <a:pt x="834" y="667"/>
                  </a:cubicBezTo>
                  <a:cubicBezTo>
                    <a:pt x="869" y="667"/>
                    <a:pt x="869" y="667"/>
                    <a:pt x="869" y="667"/>
                  </a:cubicBezTo>
                  <a:cubicBezTo>
                    <a:pt x="869" y="667"/>
                    <a:pt x="870" y="668"/>
                    <a:pt x="870" y="668"/>
                  </a:cubicBezTo>
                  <a:cubicBezTo>
                    <a:pt x="900" y="698"/>
                    <a:pt x="900" y="698"/>
                    <a:pt x="900" y="698"/>
                  </a:cubicBezTo>
                  <a:cubicBezTo>
                    <a:pt x="900" y="698"/>
                    <a:pt x="901" y="699"/>
                    <a:pt x="901" y="699"/>
                  </a:cubicBezTo>
                  <a:lnTo>
                    <a:pt x="901" y="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9" name="Freeform 433"/>
            <p:cNvSpPr>
              <a:spLocks/>
            </p:cNvSpPr>
            <p:nvPr/>
          </p:nvSpPr>
          <p:spPr bwMode="auto">
            <a:xfrm flipV="1">
              <a:off x="-430211" y="4500561"/>
              <a:ext cx="3001962" cy="2413000"/>
            </a:xfrm>
            <a:custGeom>
              <a:avLst/>
              <a:gdLst>
                <a:gd name="T0" fmla="*/ 797 w 800"/>
                <a:gd name="T1" fmla="*/ 643 h 643"/>
                <a:gd name="T2" fmla="*/ 797 w 800"/>
                <a:gd name="T3" fmla="*/ 609 h 643"/>
                <a:gd name="T4" fmla="*/ 767 w 800"/>
                <a:gd name="T5" fmla="*/ 579 h 643"/>
                <a:gd name="T6" fmla="*/ 693 w 800"/>
                <a:gd name="T7" fmla="*/ 579 h 643"/>
                <a:gd name="T8" fmla="*/ 692 w 800"/>
                <a:gd name="T9" fmla="*/ 578 h 643"/>
                <a:gd name="T10" fmla="*/ 518 w 800"/>
                <a:gd name="T11" fmla="*/ 404 h 643"/>
                <a:gd name="T12" fmla="*/ 402 w 800"/>
                <a:gd name="T13" fmla="*/ 404 h 643"/>
                <a:gd name="T14" fmla="*/ 401 w 800"/>
                <a:gd name="T15" fmla="*/ 404 h 643"/>
                <a:gd name="T16" fmla="*/ 0 w 800"/>
                <a:gd name="T17" fmla="*/ 2 h 643"/>
                <a:gd name="T18" fmla="*/ 2 w 800"/>
                <a:gd name="T19" fmla="*/ 0 h 643"/>
                <a:gd name="T20" fmla="*/ 403 w 800"/>
                <a:gd name="T21" fmla="*/ 401 h 643"/>
                <a:gd name="T22" fmla="*/ 519 w 800"/>
                <a:gd name="T23" fmla="*/ 401 h 643"/>
                <a:gd name="T24" fmla="*/ 520 w 800"/>
                <a:gd name="T25" fmla="*/ 401 h 643"/>
                <a:gd name="T26" fmla="*/ 694 w 800"/>
                <a:gd name="T27" fmla="*/ 575 h 643"/>
                <a:gd name="T28" fmla="*/ 767 w 800"/>
                <a:gd name="T29" fmla="*/ 575 h 643"/>
                <a:gd name="T30" fmla="*/ 768 w 800"/>
                <a:gd name="T31" fmla="*/ 576 h 643"/>
                <a:gd name="T32" fmla="*/ 800 w 800"/>
                <a:gd name="T33" fmla="*/ 607 h 643"/>
                <a:gd name="T34" fmla="*/ 800 w 800"/>
                <a:gd name="T35" fmla="*/ 608 h 643"/>
                <a:gd name="T36" fmla="*/ 800 w 800"/>
                <a:gd name="T37" fmla="*/ 643 h 643"/>
                <a:gd name="T38" fmla="*/ 797 w 800"/>
                <a:gd name="T39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0" h="643">
                  <a:moveTo>
                    <a:pt x="797" y="643"/>
                  </a:moveTo>
                  <a:cubicBezTo>
                    <a:pt x="797" y="609"/>
                    <a:pt x="797" y="609"/>
                    <a:pt x="797" y="609"/>
                  </a:cubicBezTo>
                  <a:cubicBezTo>
                    <a:pt x="767" y="579"/>
                    <a:pt x="767" y="579"/>
                    <a:pt x="767" y="579"/>
                  </a:cubicBezTo>
                  <a:cubicBezTo>
                    <a:pt x="693" y="579"/>
                    <a:pt x="693" y="579"/>
                    <a:pt x="693" y="579"/>
                  </a:cubicBezTo>
                  <a:cubicBezTo>
                    <a:pt x="693" y="579"/>
                    <a:pt x="692" y="579"/>
                    <a:pt x="692" y="578"/>
                  </a:cubicBezTo>
                  <a:cubicBezTo>
                    <a:pt x="518" y="404"/>
                    <a:pt x="518" y="404"/>
                    <a:pt x="518" y="404"/>
                  </a:cubicBezTo>
                  <a:cubicBezTo>
                    <a:pt x="402" y="404"/>
                    <a:pt x="402" y="404"/>
                    <a:pt x="402" y="404"/>
                  </a:cubicBezTo>
                  <a:cubicBezTo>
                    <a:pt x="402" y="404"/>
                    <a:pt x="401" y="404"/>
                    <a:pt x="401" y="40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519" y="401"/>
                    <a:pt x="519" y="401"/>
                    <a:pt x="519" y="401"/>
                  </a:cubicBezTo>
                  <a:cubicBezTo>
                    <a:pt x="519" y="401"/>
                    <a:pt x="519" y="401"/>
                    <a:pt x="520" y="401"/>
                  </a:cubicBezTo>
                  <a:cubicBezTo>
                    <a:pt x="694" y="575"/>
                    <a:pt x="694" y="575"/>
                    <a:pt x="694" y="575"/>
                  </a:cubicBezTo>
                  <a:cubicBezTo>
                    <a:pt x="767" y="575"/>
                    <a:pt x="767" y="575"/>
                    <a:pt x="767" y="575"/>
                  </a:cubicBezTo>
                  <a:cubicBezTo>
                    <a:pt x="768" y="575"/>
                    <a:pt x="768" y="576"/>
                    <a:pt x="768" y="576"/>
                  </a:cubicBezTo>
                  <a:cubicBezTo>
                    <a:pt x="800" y="607"/>
                    <a:pt x="800" y="607"/>
                    <a:pt x="800" y="607"/>
                  </a:cubicBezTo>
                  <a:cubicBezTo>
                    <a:pt x="800" y="607"/>
                    <a:pt x="800" y="608"/>
                    <a:pt x="800" y="608"/>
                  </a:cubicBezTo>
                  <a:cubicBezTo>
                    <a:pt x="800" y="643"/>
                    <a:pt x="800" y="643"/>
                    <a:pt x="800" y="643"/>
                  </a:cubicBezTo>
                  <a:lnTo>
                    <a:pt x="797" y="64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0" name="Freeform 434"/>
            <p:cNvSpPr>
              <a:spLocks/>
            </p:cNvSpPr>
            <p:nvPr/>
          </p:nvSpPr>
          <p:spPr bwMode="auto">
            <a:xfrm flipV="1">
              <a:off x="-538161" y="4627561"/>
              <a:ext cx="2859087" cy="2176463"/>
            </a:xfrm>
            <a:custGeom>
              <a:avLst/>
              <a:gdLst>
                <a:gd name="T0" fmla="*/ 720 w 762"/>
                <a:gd name="T1" fmla="*/ 580 h 580"/>
                <a:gd name="T2" fmla="*/ 719 w 762"/>
                <a:gd name="T3" fmla="*/ 580 h 580"/>
                <a:gd name="T4" fmla="*/ 549 w 762"/>
                <a:gd name="T5" fmla="*/ 410 h 580"/>
                <a:gd name="T6" fmla="*/ 409 w 762"/>
                <a:gd name="T7" fmla="*/ 410 h 580"/>
                <a:gd name="T8" fmla="*/ 407 w 762"/>
                <a:gd name="T9" fmla="*/ 410 h 580"/>
                <a:gd name="T10" fmla="*/ 0 w 762"/>
                <a:gd name="T11" fmla="*/ 2 h 580"/>
                <a:gd name="T12" fmla="*/ 2 w 762"/>
                <a:gd name="T13" fmla="*/ 0 h 580"/>
                <a:gd name="T14" fmla="*/ 409 w 762"/>
                <a:gd name="T15" fmla="*/ 407 h 580"/>
                <a:gd name="T16" fmla="*/ 550 w 762"/>
                <a:gd name="T17" fmla="*/ 407 h 580"/>
                <a:gd name="T18" fmla="*/ 551 w 762"/>
                <a:gd name="T19" fmla="*/ 407 h 580"/>
                <a:gd name="T20" fmla="*/ 721 w 762"/>
                <a:gd name="T21" fmla="*/ 577 h 580"/>
                <a:gd name="T22" fmla="*/ 762 w 762"/>
                <a:gd name="T23" fmla="*/ 577 h 580"/>
                <a:gd name="T24" fmla="*/ 762 w 762"/>
                <a:gd name="T25" fmla="*/ 580 h 580"/>
                <a:gd name="T26" fmla="*/ 720 w 762"/>
                <a:gd name="T27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580">
                  <a:moveTo>
                    <a:pt x="720" y="580"/>
                  </a:moveTo>
                  <a:cubicBezTo>
                    <a:pt x="720" y="580"/>
                    <a:pt x="720" y="580"/>
                    <a:pt x="719" y="580"/>
                  </a:cubicBezTo>
                  <a:cubicBezTo>
                    <a:pt x="549" y="410"/>
                    <a:pt x="549" y="410"/>
                    <a:pt x="549" y="410"/>
                  </a:cubicBezTo>
                  <a:cubicBezTo>
                    <a:pt x="409" y="410"/>
                    <a:pt x="409" y="410"/>
                    <a:pt x="409" y="410"/>
                  </a:cubicBezTo>
                  <a:cubicBezTo>
                    <a:pt x="408" y="410"/>
                    <a:pt x="408" y="410"/>
                    <a:pt x="407" y="4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9" y="407"/>
                    <a:pt x="409" y="407"/>
                    <a:pt x="409" y="407"/>
                  </a:cubicBezTo>
                  <a:cubicBezTo>
                    <a:pt x="550" y="407"/>
                    <a:pt x="550" y="407"/>
                    <a:pt x="550" y="407"/>
                  </a:cubicBezTo>
                  <a:cubicBezTo>
                    <a:pt x="550" y="407"/>
                    <a:pt x="551" y="407"/>
                    <a:pt x="551" y="407"/>
                  </a:cubicBezTo>
                  <a:cubicBezTo>
                    <a:pt x="721" y="577"/>
                    <a:pt x="721" y="577"/>
                    <a:pt x="721" y="577"/>
                  </a:cubicBezTo>
                  <a:cubicBezTo>
                    <a:pt x="762" y="577"/>
                    <a:pt x="762" y="577"/>
                    <a:pt x="762" y="577"/>
                  </a:cubicBezTo>
                  <a:cubicBezTo>
                    <a:pt x="762" y="580"/>
                    <a:pt x="762" y="580"/>
                    <a:pt x="762" y="580"/>
                  </a:cubicBezTo>
                  <a:lnTo>
                    <a:pt x="720" y="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1" name="Freeform 435"/>
            <p:cNvSpPr>
              <a:spLocks/>
            </p:cNvSpPr>
            <p:nvPr/>
          </p:nvSpPr>
          <p:spPr bwMode="auto">
            <a:xfrm flipV="1">
              <a:off x="-639761" y="4435473"/>
              <a:ext cx="2806700" cy="2271713"/>
            </a:xfrm>
            <a:custGeom>
              <a:avLst/>
              <a:gdLst>
                <a:gd name="T0" fmla="*/ 745 w 748"/>
                <a:gd name="T1" fmla="*/ 605 h 605"/>
                <a:gd name="T2" fmla="*/ 683 w 748"/>
                <a:gd name="T3" fmla="*/ 543 h 605"/>
                <a:gd name="T4" fmla="*/ 637 w 748"/>
                <a:gd name="T5" fmla="*/ 543 h 605"/>
                <a:gd name="T6" fmla="*/ 635 w 748"/>
                <a:gd name="T7" fmla="*/ 543 h 605"/>
                <a:gd name="T8" fmla="*/ 512 w 748"/>
                <a:gd name="T9" fmla="*/ 419 h 605"/>
                <a:gd name="T10" fmla="*/ 375 w 748"/>
                <a:gd name="T11" fmla="*/ 419 h 605"/>
                <a:gd name="T12" fmla="*/ 374 w 748"/>
                <a:gd name="T13" fmla="*/ 419 h 605"/>
                <a:gd name="T14" fmla="*/ 341 w 748"/>
                <a:gd name="T15" fmla="*/ 386 h 605"/>
                <a:gd name="T16" fmla="*/ 340 w 748"/>
                <a:gd name="T17" fmla="*/ 385 h 605"/>
                <a:gd name="T18" fmla="*/ 340 w 748"/>
                <a:gd name="T19" fmla="*/ 343 h 605"/>
                <a:gd name="T20" fmla="*/ 0 w 748"/>
                <a:gd name="T21" fmla="*/ 3 h 605"/>
                <a:gd name="T22" fmla="*/ 3 w 748"/>
                <a:gd name="T23" fmla="*/ 0 h 605"/>
                <a:gd name="T24" fmla="*/ 343 w 748"/>
                <a:gd name="T25" fmla="*/ 341 h 605"/>
                <a:gd name="T26" fmla="*/ 344 w 748"/>
                <a:gd name="T27" fmla="*/ 342 h 605"/>
                <a:gd name="T28" fmla="*/ 344 w 748"/>
                <a:gd name="T29" fmla="*/ 384 h 605"/>
                <a:gd name="T30" fmla="*/ 376 w 748"/>
                <a:gd name="T31" fmla="*/ 416 h 605"/>
                <a:gd name="T32" fmla="*/ 513 w 748"/>
                <a:gd name="T33" fmla="*/ 416 h 605"/>
                <a:gd name="T34" fmla="*/ 514 w 748"/>
                <a:gd name="T35" fmla="*/ 417 h 605"/>
                <a:gd name="T36" fmla="*/ 637 w 748"/>
                <a:gd name="T37" fmla="*/ 540 h 605"/>
                <a:gd name="T38" fmla="*/ 683 w 748"/>
                <a:gd name="T39" fmla="*/ 540 h 605"/>
                <a:gd name="T40" fmla="*/ 685 w 748"/>
                <a:gd name="T41" fmla="*/ 540 h 605"/>
                <a:gd name="T42" fmla="*/ 748 w 748"/>
                <a:gd name="T43" fmla="*/ 603 h 605"/>
                <a:gd name="T44" fmla="*/ 745 w 748"/>
                <a:gd name="T45" fmla="*/ 60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8" h="605">
                  <a:moveTo>
                    <a:pt x="745" y="605"/>
                  </a:moveTo>
                  <a:cubicBezTo>
                    <a:pt x="683" y="543"/>
                    <a:pt x="683" y="543"/>
                    <a:pt x="683" y="543"/>
                  </a:cubicBezTo>
                  <a:cubicBezTo>
                    <a:pt x="637" y="543"/>
                    <a:pt x="637" y="543"/>
                    <a:pt x="637" y="543"/>
                  </a:cubicBezTo>
                  <a:cubicBezTo>
                    <a:pt x="636" y="543"/>
                    <a:pt x="636" y="543"/>
                    <a:pt x="635" y="543"/>
                  </a:cubicBezTo>
                  <a:cubicBezTo>
                    <a:pt x="512" y="419"/>
                    <a:pt x="512" y="419"/>
                    <a:pt x="512" y="419"/>
                  </a:cubicBezTo>
                  <a:cubicBezTo>
                    <a:pt x="375" y="419"/>
                    <a:pt x="375" y="419"/>
                    <a:pt x="375" y="419"/>
                  </a:cubicBezTo>
                  <a:cubicBezTo>
                    <a:pt x="375" y="419"/>
                    <a:pt x="374" y="419"/>
                    <a:pt x="374" y="419"/>
                  </a:cubicBezTo>
                  <a:cubicBezTo>
                    <a:pt x="341" y="386"/>
                    <a:pt x="341" y="386"/>
                    <a:pt x="341" y="386"/>
                  </a:cubicBezTo>
                  <a:cubicBezTo>
                    <a:pt x="341" y="386"/>
                    <a:pt x="340" y="385"/>
                    <a:pt x="340" y="385"/>
                  </a:cubicBezTo>
                  <a:cubicBezTo>
                    <a:pt x="340" y="343"/>
                    <a:pt x="340" y="343"/>
                    <a:pt x="340" y="34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3" y="341"/>
                    <a:pt x="343" y="341"/>
                    <a:pt x="343" y="341"/>
                  </a:cubicBezTo>
                  <a:cubicBezTo>
                    <a:pt x="344" y="341"/>
                    <a:pt x="344" y="342"/>
                    <a:pt x="344" y="342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76" y="416"/>
                    <a:pt x="376" y="416"/>
                    <a:pt x="376" y="416"/>
                  </a:cubicBezTo>
                  <a:cubicBezTo>
                    <a:pt x="513" y="416"/>
                    <a:pt x="513" y="416"/>
                    <a:pt x="513" y="416"/>
                  </a:cubicBezTo>
                  <a:cubicBezTo>
                    <a:pt x="513" y="416"/>
                    <a:pt x="514" y="416"/>
                    <a:pt x="514" y="417"/>
                  </a:cubicBezTo>
                  <a:cubicBezTo>
                    <a:pt x="637" y="540"/>
                    <a:pt x="637" y="540"/>
                    <a:pt x="637" y="540"/>
                  </a:cubicBezTo>
                  <a:cubicBezTo>
                    <a:pt x="683" y="540"/>
                    <a:pt x="683" y="540"/>
                    <a:pt x="683" y="540"/>
                  </a:cubicBezTo>
                  <a:cubicBezTo>
                    <a:pt x="684" y="540"/>
                    <a:pt x="684" y="540"/>
                    <a:pt x="685" y="540"/>
                  </a:cubicBezTo>
                  <a:cubicBezTo>
                    <a:pt x="748" y="603"/>
                    <a:pt x="748" y="603"/>
                    <a:pt x="748" y="603"/>
                  </a:cubicBezTo>
                  <a:lnTo>
                    <a:pt x="745" y="605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2" name="Freeform 436"/>
            <p:cNvSpPr>
              <a:spLocks/>
            </p:cNvSpPr>
            <p:nvPr/>
          </p:nvSpPr>
          <p:spPr bwMode="auto">
            <a:xfrm flipV="1">
              <a:off x="-835023" y="4233861"/>
              <a:ext cx="3152775" cy="2292350"/>
            </a:xfrm>
            <a:custGeom>
              <a:avLst/>
              <a:gdLst>
                <a:gd name="T0" fmla="*/ 840 w 840"/>
                <a:gd name="T1" fmla="*/ 611 h 611"/>
                <a:gd name="T2" fmla="*/ 800 w 840"/>
                <a:gd name="T3" fmla="*/ 611 h 611"/>
                <a:gd name="T4" fmla="*/ 796 w 840"/>
                <a:gd name="T5" fmla="*/ 609 h 611"/>
                <a:gd name="T6" fmla="*/ 718 w 840"/>
                <a:gd name="T7" fmla="*/ 531 h 611"/>
                <a:gd name="T8" fmla="*/ 665 w 840"/>
                <a:gd name="T9" fmla="*/ 531 h 611"/>
                <a:gd name="T10" fmla="*/ 661 w 840"/>
                <a:gd name="T11" fmla="*/ 530 h 611"/>
                <a:gd name="T12" fmla="*/ 542 w 840"/>
                <a:gd name="T13" fmla="*/ 410 h 611"/>
                <a:gd name="T14" fmla="*/ 405 w 840"/>
                <a:gd name="T15" fmla="*/ 410 h 611"/>
                <a:gd name="T16" fmla="*/ 402 w 840"/>
                <a:gd name="T17" fmla="*/ 409 h 611"/>
                <a:gd name="T18" fmla="*/ 0 w 840"/>
                <a:gd name="T19" fmla="*/ 7 h 611"/>
                <a:gd name="T20" fmla="*/ 7 w 840"/>
                <a:gd name="T21" fmla="*/ 0 h 611"/>
                <a:gd name="T22" fmla="*/ 407 w 840"/>
                <a:gd name="T23" fmla="*/ 400 h 611"/>
                <a:gd name="T24" fmla="*/ 544 w 840"/>
                <a:gd name="T25" fmla="*/ 400 h 611"/>
                <a:gd name="T26" fmla="*/ 548 w 840"/>
                <a:gd name="T27" fmla="*/ 401 h 611"/>
                <a:gd name="T28" fmla="*/ 667 w 840"/>
                <a:gd name="T29" fmla="*/ 521 h 611"/>
                <a:gd name="T30" fmla="*/ 721 w 840"/>
                <a:gd name="T31" fmla="*/ 521 h 611"/>
                <a:gd name="T32" fmla="*/ 724 w 840"/>
                <a:gd name="T33" fmla="*/ 522 h 611"/>
                <a:gd name="T34" fmla="*/ 802 w 840"/>
                <a:gd name="T35" fmla="*/ 600 h 611"/>
                <a:gd name="T36" fmla="*/ 840 w 840"/>
                <a:gd name="T37" fmla="*/ 600 h 611"/>
                <a:gd name="T38" fmla="*/ 840 w 84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40" h="611">
                  <a:moveTo>
                    <a:pt x="840" y="611"/>
                  </a:moveTo>
                  <a:cubicBezTo>
                    <a:pt x="800" y="611"/>
                    <a:pt x="800" y="611"/>
                    <a:pt x="800" y="611"/>
                  </a:cubicBezTo>
                  <a:cubicBezTo>
                    <a:pt x="799" y="611"/>
                    <a:pt x="797" y="610"/>
                    <a:pt x="796" y="609"/>
                  </a:cubicBezTo>
                  <a:cubicBezTo>
                    <a:pt x="718" y="531"/>
                    <a:pt x="718" y="531"/>
                    <a:pt x="718" y="531"/>
                  </a:cubicBezTo>
                  <a:cubicBezTo>
                    <a:pt x="665" y="531"/>
                    <a:pt x="665" y="531"/>
                    <a:pt x="665" y="531"/>
                  </a:cubicBezTo>
                  <a:cubicBezTo>
                    <a:pt x="664" y="531"/>
                    <a:pt x="662" y="531"/>
                    <a:pt x="661" y="530"/>
                  </a:cubicBezTo>
                  <a:cubicBezTo>
                    <a:pt x="542" y="410"/>
                    <a:pt x="542" y="410"/>
                    <a:pt x="542" y="410"/>
                  </a:cubicBezTo>
                  <a:cubicBezTo>
                    <a:pt x="405" y="410"/>
                    <a:pt x="405" y="410"/>
                    <a:pt x="405" y="410"/>
                  </a:cubicBezTo>
                  <a:cubicBezTo>
                    <a:pt x="404" y="410"/>
                    <a:pt x="403" y="410"/>
                    <a:pt x="402" y="40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07" y="400"/>
                    <a:pt x="407" y="400"/>
                    <a:pt x="407" y="400"/>
                  </a:cubicBezTo>
                  <a:cubicBezTo>
                    <a:pt x="544" y="400"/>
                    <a:pt x="544" y="400"/>
                    <a:pt x="544" y="400"/>
                  </a:cubicBezTo>
                  <a:cubicBezTo>
                    <a:pt x="545" y="400"/>
                    <a:pt x="547" y="400"/>
                    <a:pt x="548" y="401"/>
                  </a:cubicBezTo>
                  <a:cubicBezTo>
                    <a:pt x="667" y="521"/>
                    <a:pt x="667" y="521"/>
                    <a:pt x="667" y="521"/>
                  </a:cubicBezTo>
                  <a:cubicBezTo>
                    <a:pt x="721" y="521"/>
                    <a:pt x="721" y="521"/>
                    <a:pt x="721" y="521"/>
                  </a:cubicBezTo>
                  <a:cubicBezTo>
                    <a:pt x="722" y="521"/>
                    <a:pt x="723" y="521"/>
                    <a:pt x="724" y="522"/>
                  </a:cubicBezTo>
                  <a:cubicBezTo>
                    <a:pt x="802" y="600"/>
                    <a:pt x="802" y="600"/>
                    <a:pt x="802" y="600"/>
                  </a:cubicBezTo>
                  <a:cubicBezTo>
                    <a:pt x="840" y="600"/>
                    <a:pt x="840" y="600"/>
                    <a:pt x="840" y="600"/>
                  </a:cubicBezTo>
                  <a:lnTo>
                    <a:pt x="84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3" name="Freeform 437"/>
            <p:cNvSpPr>
              <a:spLocks/>
            </p:cNvSpPr>
            <p:nvPr/>
          </p:nvSpPr>
          <p:spPr bwMode="auto">
            <a:xfrm flipV="1">
              <a:off x="-1131886" y="4090986"/>
              <a:ext cx="2949575" cy="2120900"/>
            </a:xfrm>
            <a:custGeom>
              <a:avLst/>
              <a:gdLst>
                <a:gd name="T0" fmla="*/ 786 w 786"/>
                <a:gd name="T1" fmla="*/ 565 h 565"/>
                <a:gd name="T2" fmla="*/ 782 w 786"/>
                <a:gd name="T3" fmla="*/ 565 h 565"/>
                <a:gd name="T4" fmla="*/ 782 w 786"/>
                <a:gd name="T5" fmla="*/ 517 h 565"/>
                <a:gd name="T6" fmla="*/ 621 w 786"/>
                <a:gd name="T7" fmla="*/ 356 h 565"/>
                <a:gd name="T8" fmla="*/ 354 w 786"/>
                <a:gd name="T9" fmla="*/ 356 h 565"/>
                <a:gd name="T10" fmla="*/ 353 w 786"/>
                <a:gd name="T11" fmla="*/ 355 h 565"/>
                <a:gd name="T12" fmla="*/ 0 w 786"/>
                <a:gd name="T13" fmla="*/ 2 h 565"/>
                <a:gd name="T14" fmla="*/ 2 w 786"/>
                <a:gd name="T15" fmla="*/ 0 h 565"/>
                <a:gd name="T16" fmla="*/ 355 w 786"/>
                <a:gd name="T17" fmla="*/ 352 h 565"/>
                <a:gd name="T18" fmla="*/ 622 w 786"/>
                <a:gd name="T19" fmla="*/ 352 h 565"/>
                <a:gd name="T20" fmla="*/ 623 w 786"/>
                <a:gd name="T21" fmla="*/ 353 h 565"/>
                <a:gd name="T22" fmla="*/ 785 w 786"/>
                <a:gd name="T23" fmla="*/ 515 h 565"/>
                <a:gd name="T24" fmla="*/ 786 w 786"/>
                <a:gd name="T25" fmla="*/ 516 h 565"/>
                <a:gd name="T26" fmla="*/ 786 w 786"/>
                <a:gd name="T27" fmla="*/ 565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6" h="565">
                  <a:moveTo>
                    <a:pt x="786" y="565"/>
                  </a:moveTo>
                  <a:cubicBezTo>
                    <a:pt x="782" y="565"/>
                    <a:pt x="782" y="565"/>
                    <a:pt x="782" y="565"/>
                  </a:cubicBezTo>
                  <a:cubicBezTo>
                    <a:pt x="782" y="517"/>
                    <a:pt x="782" y="517"/>
                    <a:pt x="782" y="517"/>
                  </a:cubicBezTo>
                  <a:cubicBezTo>
                    <a:pt x="621" y="356"/>
                    <a:pt x="621" y="356"/>
                    <a:pt x="621" y="356"/>
                  </a:cubicBezTo>
                  <a:cubicBezTo>
                    <a:pt x="354" y="356"/>
                    <a:pt x="354" y="356"/>
                    <a:pt x="354" y="356"/>
                  </a:cubicBezTo>
                  <a:cubicBezTo>
                    <a:pt x="354" y="356"/>
                    <a:pt x="354" y="356"/>
                    <a:pt x="353" y="35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55" y="352"/>
                    <a:pt x="355" y="352"/>
                    <a:pt x="355" y="352"/>
                  </a:cubicBezTo>
                  <a:cubicBezTo>
                    <a:pt x="622" y="352"/>
                    <a:pt x="622" y="352"/>
                    <a:pt x="622" y="352"/>
                  </a:cubicBezTo>
                  <a:cubicBezTo>
                    <a:pt x="622" y="352"/>
                    <a:pt x="623" y="353"/>
                    <a:pt x="623" y="353"/>
                  </a:cubicBezTo>
                  <a:cubicBezTo>
                    <a:pt x="785" y="515"/>
                    <a:pt x="785" y="515"/>
                    <a:pt x="785" y="515"/>
                  </a:cubicBezTo>
                  <a:cubicBezTo>
                    <a:pt x="786" y="515"/>
                    <a:pt x="786" y="516"/>
                    <a:pt x="786" y="516"/>
                  </a:cubicBezTo>
                  <a:lnTo>
                    <a:pt x="786" y="5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4" name="Freeform 438"/>
            <p:cNvSpPr>
              <a:spLocks/>
            </p:cNvSpPr>
            <p:nvPr/>
          </p:nvSpPr>
          <p:spPr bwMode="auto">
            <a:xfrm flipV="1">
              <a:off x="-1330323" y="3827461"/>
              <a:ext cx="3370262" cy="2189163"/>
            </a:xfrm>
            <a:custGeom>
              <a:avLst/>
              <a:gdLst>
                <a:gd name="T0" fmla="*/ 843 w 898"/>
                <a:gd name="T1" fmla="*/ 583 h 583"/>
                <a:gd name="T2" fmla="*/ 842 w 898"/>
                <a:gd name="T3" fmla="*/ 582 h 583"/>
                <a:gd name="T4" fmla="*/ 753 w 898"/>
                <a:gd name="T5" fmla="*/ 493 h 583"/>
                <a:gd name="T6" fmla="*/ 752 w 898"/>
                <a:gd name="T7" fmla="*/ 492 h 583"/>
                <a:gd name="T8" fmla="*/ 752 w 898"/>
                <a:gd name="T9" fmla="*/ 428 h 583"/>
                <a:gd name="T10" fmla="*/ 666 w 898"/>
                <a:gd name="T11" fmla="*/ 342 h 583"/>
                <a:gd name="T12" fmla="*/ 341 w 898"/>
                <a:gd name="T13" fmla="*/ 342 h 583"/>
                <a:gd name="T14" fmla="*/ 339 w 898"/>
                <a:gd name="T15" fmla="*/ 342 h 583"/>
                <a:gd name="T16" fmla="*/ 0 w 898"/>
                <a:gd name="T17" fmla="*/ 3 h 583"/>
                <a:gd name="T18" fmla="*/ 3 w 898"/>
                <a:gd name="T19" fmla="*/ 0 h 583"/>
                <a:gd name="T20" fmla="*/ 341 w 898"/>
                <a:gd name="T21" fmla="*/ 339 h 583"/>
                <a:gd name="T22" fmla="*/ 666 w 898"/>
                <a:gd name="T23" fmla="*/ 339 h 583"/>
                <a:gd name="T24" fmla="*/ 668 w 898"/>
                <a:gd name="T25" fmla="*/ 339 h 583"/>
                <a:gd name="T26" fmla="*/ 755 w 898"/>
                <a:gd name="T27" fmla="*/ 426 h 583"/>
                <a:gd name="T28" fmla="*/ 755 w 898"/>
                <a:gd name="T29" fmla="*/ 428 h 583"/>
                <a:gd name="T30" fmla="*/ 755 w 898"/>
                <a:gd name="T31" fmla="*/ 491 h 583"/>
                <a:gd name="T32" fmla="*/ 844 w 898"/>
                <a:gd name="T33" fmla="*/ 579 h 583"/>
                <a:gd name="T34" fmla="*/ 886 w 898"/>
                <a:gd name="T35" fmla="*/ 579 h 583"/>
                <a:gd name="T36" fmla="*/ 895 w 898"/>
                <a:gd name="T37" fmla="*/ 570 h 583"/>
                <a:gd name="T38" fmla="*/ 898 w 898"/>
                <a:gd name="T39" fmla="*/ 572 h 583"/>
                <a:gd name="T40" fmla="*/ 888 w 898"/>
                <a:gd name="T41" fmla="*/ 582 h 583"/>
                <a:gd name="T42" fmla="*/ 887 w 898"/>
                <a:gd name="T43" fmla="*/ 583 h 583"/>
                <a:gd name="T44" fmla="*/ 843 w 898"/>
                <a:gd name="T45" fmla="*/ 58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583">
                  <a:moveTo>
                    <a:pt x="843" y="583"/>
                  </a:moveTo>
                  <a:cubicBezTo>
                    <a:pt x="842" y="583"/>
                    <a:pt x="842" y="583"/>
                    <a:pt x="842" y="582"/>
                  </a:cubicBezTo>
                  <a:cubicBezTo>
                    <a:pt x="753" y="493"/>
                    <a:pt x="753" y="493"/>
                    <a:pt x="753" y="493"/>
                  </a:cubicBezTo>
                  <a:cubicBezTo>
                    <a:pt x="752" y="493"/>
                    <a:pt x="752" y="492"/>
                    <a:pt x="752" y="492"/>
                  </a:cubicBezTo>
                  <a:cubicBezTo>
                    <a:pt x="752" y="428"/>
                    <a:pt x="752" y="428"/>
                    <a:pt x="752" y="428"/>
                  </a:cubicBezTo>
                  <a:cubicBezTo>
                    <a:pt x="666" y="342"/>
                    <a:pt x="666" y="342"/>
                    <a:pt x="666" y="342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0" y="342"/>
                    <a:pt x="340" y="342"/>
                    <a:pt x="339" y="34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1" y="339"/>
                    <a:pt x="341" y="339"/>
                    <a:pt x="341" y="339"/>
                  </a:cubicBezTo>
                  <a:cubicBezTo>
                    <a:pt x="666" y="339"/>
                    <a:pt x="666" y="339"/>
                    <a:pt x="666" y="339"/>
                  </a:cubicBezTo>
                  <a:cubicBezTo>
                    <a:pt x="667" y="339"/>
                    <a:pt x="667" y="339"/>
                    <a:pt x="668" y="339"/>
                  </a:cubicBezTo>
                  <a:cubicBezTo>
                    <a:pt x="755" y="426"/>
                    <a:pt x="755" y="426"/>
                    <a:pt x="755" y="426"/>
                  </a:cubicBezTo>
                  <a:cubicBezTo>
                    <a:pt x="755" y="427"/>
                    <a:pt x="755" y="427"/>
                    <a:pt x="755" y="428"/>
                  </a:cubicBezTo>
                  <a:cubicBezTo>
                    <a:pt x="755" y="491"/>
                    <a:pt x="755" y="491"/>
                    <a:pt x="755" y="491"/>
                  </a:cubicBezTo>
                  <a:cubicBezTo>
                    <a:pt x="844" y="579"/>
                    <a:pt x="844" y="579"/>
                    <a:pt x="844" y="579"/>
                  </a:cubicBezTo>
                  <a:cubicBezTo>
                    <a:pt x="886" y="579"/>
                    <a:pt x="886" y="579"/>
                    <a:pt x="886" y="579"/>
                  </a:cubicBezTo>
                  <a:cubicBezTo>
                    <a:pt x="895" y="570"/>
                    <a:pt x="895" y="570"/>
                    <a:pt x="895" y="570"/>
                  </a:cubicBezTo>
                  <a:cubicBezTo>
                    <a:pt x="898" y="572"/>
                    <a:pt x="898" y="572"/>
                    <a:pt x="898" y="572"/>
                  </a:cubicBezTo>
                  <a:cubicBezTo>
                    <a:pt x="888" y="582"/>
                    <a:pt x="888" y="582"/>
                    <a:pt x="888" y="582"/>
                  </a:cubicBezTo>
                  <a:cubicBezTo>
                    <a:pt x="887" y="583"/>
                    <a:pt x="887" y="583"/>
                    <a:pt x="887" y="583"/>
                  </a:cubicBezTo>
                  <a:lnTo>
                    <a:pt x="843" y="5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5" name="Freeform 439"/>
            <p:cNvSpPr>
              <a:spLocks/>
            </p:cNvSpPr>
            <p:nvPr/>
          </p:nvSpPr>
          <p:spPr bwMode="auto">
            <a:xfrm flipV="1">
              <a:off x="-1619248" y="3881436"/>
              <a:ext cx="3205162" cy="1846263"/>
            </a:xfrm>
            <a:custGeom>
              <a:avLst/>
              <a:gdLst>
                <a:gd name="T0" fmla="*/ 671 w 854"/>
                <a:gd name="T1" fmla="*/ 312 h 492"/>
                <a:gd name="T2" fmla="*/ 654 w 854"/>
                <a:gd name="T3" fmla="*/ 315 h 492"/>
                <a:gd name="T4" fmla="*/ 722 w 854"/>
                <a:gd name="T5" fmla="*/ 392 h 492"/>
                <a:gd name="T6" fmla="*/ 723 w 854"/>
                <a:gd name="T7" fmla="*/ 402 h 492"/>
                <a:gd name="T8" fmla="*/ 715 w 854"/>
                <a:gd name="T9" fmla="*/ 410 h 492"/>
                <a:gd name="T10" fmla="*/ 705 w 854"/>
                <a:gd name="T11" fmla="*/ 410 h 492"/>
                <a:gd name="T12" fmla="*/ 603 w 854"/>
                <a:gd name="T13" fmla="*/ 309 h 492"/>
                <a:gd name="T14" fmla="*/ 469 w 854"/>
                <a:gd name="T15" fmla="*/ 319 h 492"/>
                <a:gd name="T16" fmla="*/ 475 w 854"/>
                <a:gd name="T17" fmla="*/ 333 h 492"/>
                <a:gd name="T18" fmla="*/ 575 w 854"/>
                <a:gd name="T19" fmla="*/ 333 h 492"/>
                <a:gd name="T20" fmla="*/ 583 w 854"/>
                <a:gd name="T21" fmla="*/ 342 h 492"/>
                <a:gd name="T22" fmla="*/ 583 w 854"/>
                <a:gd name="T23" fmla="*/ 353 h 492"/>
                <a:gd name="T24" fmla="*/ 573 w 854"/>
                <a:gd name="T25" fmla="*/ 362 h 492"/>
                <a:gd name="T26" fmla="*/ 354 w 854"/>
                <a:gd name="T27" fmla="*/ 362 h 492"/>
                <a:gd name="T28" fmla="*/ 247 w 854"/>
                <a:gd name="T29" fmla="*/ 255 h 492"/>
                <a:gd name="T30" fmla="*/ 248 w 854"/>
                <a:gd name="T31" fmla="*/ 240 h 492"/>
                <a:gd name="T32" fmla="*/ 259 w 854"/>
                <a:gd name="T33" fmla="*/ 229 h 492"/>
                <a:gd name="T34" fmla="*/ 273 w 854"/>
                <a:gd name="T35" fmla="*/ 230 h 492"/>
                <a:gd name="T36" fmla="*/ 387 w 854"/>
                <a:gd name="T37" fmla="*/ 332 h 492"/>
                <a:gd name="T38" fmla="*/ 397 w 854"/>
                <a:gd name="T39" fmla="*/ 311 h 492"/>
                <a:gd name="T40" fmla="*/ 118 w 854"/>
                <a:gd name="T41" fmla="*/ 43 h 492"/>
                <a:gd name="T42" fmla="*/ 108 w 854"/>
                <a:gd name="T43" fmla="*/ 65 h 492"/>
                <a:gd name="T44" fmla="*/ 199 w 854"/>
                <a:gd name="T45" fmla="*/ 157 h 492"/>
                <a:gd name="T46" fmla="*/ 199 w 854"/>
                <a:gd name="T47" fmla="*/ 167 h 492"/>
                <a:gd name="T48" fmla="*/ 187 w 854"/>
                <a:gd name="T49" fmla="*/ 178 h 492"/>
                <a:gd name="T50" fmla="*/ 176 w 854"/>
                <a:gd name="T51" fmla="*/ 178 h 492"/>
                <a:gd name="T52" fmla="*/ 0 w 854"/>
                <a:gd name="T53" fmla="*/ 3 h 492"/>
                <a:gd name="T54" fmla="*/ 177 w 854"/>
                <a:gd name="T55" fmla="*/ 174 h 492"/>
                <a:gd name="T56" fmla="*/ 196 w 854"/>
                <a:gd name="T57" fmla="*/ 165 h 492"/>
                <a:gd name="T58" fmla="*/ 105 w 854"/>
                <a:gd name="T59" fmla="*/ 67 h 492"/>
                <a:gd name="T60" fmla="*/ 104 w 854"/>
                <a:gd name="T61" fmla="*/ 53 h 492"/>
                <a:gd name="T62" fmla="*/ 116 w 854"/>
                <a:gd name="T63" fmla="*/ 40 h 492"/>
                <a:gd name="T64" fmla="*/ 130 w 854"/>
                <a:gd name="T65" fmla="*/ 40 h 492"/>
                <a:gd name="T66" fmla="*/ 400 w 854"/>
                <a:gd name="T67" fmla="*/ 309 h 492"/>
                <a:gd name="T68" fmla="*/ 400 w 854"/>
                <a:gd name="T69" fmla="*/ 323 h 492"/>
                <a:gd name="T70" fmla="*/ 389 w 854"/>
                <a:gd name="T71" fmla="*/ 335 h 492"/>
                <a:gd name="T72" fmla="*/ 374 w 854"/>
                <a:gd name="T73" fmla="*/ 335 h 492"/>
                <a:gd name="T74" fmla="*/ 271 w 854"/>
                <a:gd name="T75" fmla="*/ 233 h 492"/>
                <a:gd name="T76" fmla="*/ 251 w 854"/>
                <a:gd name="T77" fmla="*/ 242 h 492"/>
                <a:gd name="T78" fmla="*/ 356 w 854"/>
                <a:gd name="T79" fmla="*/ 359 h 492"/>
                <a:gd name="T80" fmla="*/ 580 w 854"/>
                <a:gd name="T81" fmla="*/ 351 h 492"/>
                <a:gd name="T82" fmla="*/ 573 w 854"/>
                <a:gd name="T83" fmla="*/ 336 h 492"/>
                <a:gd name="T84" fmla="*/ 473 w 854"/>
                <a:gd name="T85" fmla="*/ 336 h 492"/>
                <a:gd name="T86" fmla="*/ 465 w 854"/>
                <a:gd name="T87" fmla="*/ 327 h 492"/>
                <a:gd name="T88" fmla="*/ 466 w 854"/>
                <a:gd name="T89" fmla="*/ 317 h 492"/>
                <a:gd name="T90" fmla="*/ 478 w 854"/>
                <a:gd name="T91" fmla="*/ 306 h 492"/>
                <a:gd name="T92" fmla="*/ 605 w 854"/>
                <a:gd name="T93" fmla="*/ 306 h 492"/>
                <a:gd name="T94" fmla="*/ 713 w 854"/>
                <a:gd name="T95" fmla="*/ 407 h 492"/>
                <a:gd name="T96" fmla="*/ 720 w 854"/>
                <a:gd name="T97" fmla="*/ 394 h 492"/>
                <a:gd name="T98" fmla="*/ 651 w 854"/>
                <a:gd name="T99" fmla="*/ 324 h 492"/>
                <a:gd name="T100" fmla="*/ 651 w 854"/>
                <a:gd name="T101" fmla="*/ 313 h 492"/>
                <a:gd name="T102" fmla="*/ 657 w 854"/>
                <a:gd name="T103" fmla="*/ 308 h 492"/>
                <a:gd name="T104" fmla="*/ 672 w 854"/>
                <a:gd name="T105" fmla="*/ 309 h 492"/>
                <a:gd name="T106" fmla="*/ 851 w 854"/>
                <a:gd name="T107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54" h="492">
                  <a:moveTo>
                    <a:pt x="851" y="492"/>
                  </a:moveTo>
                  <a:cubicBezTo>
                    <a:pt x="671" y="312"/>
                    <a:pt x="671" y="312"/>
                    <a:pt x="671" y="312"/>
                  </a:cubicBezTo>
                  <a:cubicBezTo>
                    <a:pt x="658" y="312"/>
                    <a:pt x="658" y="312"/>
                    <a:pt x="658" y="312"/>
                  </a:cubicBezTo>
                  <a:cubicBezTo>
                    <a:pt x="654" y="315"/>
                    <a:pt x="654" y="315"/>
                    <a:pt x="654" y="315"/>
                  </a:cubicBezTo>
                  <a:cubicBezTo>
                    <a:pt x="654" y="324"/>
                    <a:pt x="654" y="324"/>
                    <a:pt x="654" y="324"/>
                  </a:cubicBezTo>
                  <a:cubicBezTo>
                    <a:pt x="722" y="392"/>
                    <a:pt x="722" y="392"/>
                    <a:pt x="722" y="392"/>
                  </a:cubicBezTo>
                  <a:cubicBezTo>
                    <a:pt x="723" y="392"/>
                    <a:pt x="723" y="393"/>
                    <a:pt x="723" y="393"/>
                  </a:cubicBezTo>
                  <a:cubicBezTo>
                    <a:pt x="723" y="402"/>
                    <a:pt x="723" y="402"/>
                    <a:pt x="723" y="402"/>
                  </a:cubicBezTo>
                  <a:cubicBezTo>
                    <a:pt x="723" y="402"/>
                    <a:pt x="723" y="402"/>
                    <a:pt x="722" y="403"/>
                  </a:cubicBezTo>
                  <a:cubicBezTo>
                    <a:pt x="715" y="410"/>
                    <a:pt x="715" y="410"/>
                    <a:pt x="715" y="410"/>
                  </a:cubicBezTo>
                  <a:cubicBezTo>
                    <a:pt x="715" y="410"/>
                    <a:pt x="715" y="410"/>
                    <a:pt x="714" y="410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704" y="410"/>
                    <a:pt x="704" y="410"/>
                    <a:pt x="704" y="410"/>
                  </a:cubicBezTo>
                  <a:cubicBezTo>
                    <a:pt x="603" y="309"/>
                    <a:pt x="603" y="309"/>
                    <a:pt x="603" y="309"/>
                  </a:cubicBezTo>
                  <a:cubicBezTo>
                    <a:pt x="479" y="309"/>
                    <a:pt x="479" y="309"/>
                    <a:pt x="479" y="309"/>
                  </a:cubicBezTo>
                  <a:cubicBezTo>
                    <a:pt x="469" y="319"/>
                    <a:pt x="469" y="319"/>
                    <a:pt x="469" y="319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75" y="333"/>
                    <a:pt x="475" y="333"/>
                    <a:pt x="475" y="333"/>
                  </a:cubicBezTo>
                  <a:cubicBezTo>
                    <a:pt x="574" y="333"/>
                    <a:pt x="574" y="333"/>
                    <a:pt x="574" y="333"/>
                  </a:cubicBezTo>
                  <a:cubicBezTo>
                    <a:pt x="574" y="333"/>
                    <a:pt x="575" y="333"/>
                    <a:pt x="575" y="333"/>
                  </a:cubicBezTo>
                  <a:cubicBezTo>
                    <a:pt x="583" y="341"/>
                    <a:pt x="583" y="341"/>
                    <a:pt x="583" y="341"/>
                  </a:cubicBezTo>
                  <a:cubicBezTo>
                    <a:pt x="583" y="341"/>
                    <a:pt x="583" y="342"/>
                    <a:pt x="583" y="342"/>
                  </a:cubicBezTo>
                  <a:cubicBezTo>
                    <a:pt x="583" y="352"/>
                    <a:pt x="583" y="352"/>
                    <a:pt x="583" y="352"/>
                  </a:cubicBezTo>
                  <a:cubicBezTo>
                    <a:pt x="583" y="352"/>
                    <a:pt x="583" y="353"/>
                    <a:pt x="583" y="353"/>
                  </a:cubicBezTo>
                  <a:cubicBezTo>
                    <a:pt x="574" y="362"/>
                    <a:pt x="574" y="362"/>
                    <a:pt x="574" y="362"/>
                  </a:cubicBezTo>
                  <a:cubicBezTo>
                    <a:pt x="574" y="362"/>
                    <a:pt x="573" y="362"/>
                    <a:pt x="573" y="362"/>
                  </a:cubicBezTo>
                  <a:cubicBezTo>
                    <a:pt x="355" y="362"/>
                    <a:pt x="355" y="362"/>
                    <a:pt x="355" y="362"/>
                  </a:cubicBezTo>
                  <a:cubicBezTo>
                    <a:pt x="355" y="362"/>
                    <a:pt x="354" y="362"/>
                    <a:pt x="354" y="362"/>
                  </a:cubicBezTo>
                  <a:cubicBezTo>
                    <a:pt x="248" y="256"/>
                    <a:pt x="248" y="256"/>
                    <a:pt x="248" y="256"/>
                  </a:cubicBezTo>
                  <a:cubicBezTo>
                    <a:pt x="248" y="256"/>
                    <a:pt x="247" y="255"/>
                    <a:pt x="247" y="255"/>
                  </a:cubicBezTo>
                  <a:cubicBezTo>
                    <a:pt x="247" y="241"/>
                    <a:pt x="247" y="241"/>
                    <a:pt x="247" y="241"/>
                  </a:cubicBezTo>
                  <a:cubicBezTo>
                    <a:pt x="247" y="241"/>
                    <a:pt x="248" y="240"/>
                    <a:pt x="248" y="240"/>
                  </a:cubicBezTo>
                  <a:cubicBezTo>
                    <a:pt x="258" y="230"/>
                    <a:pt x="258" y="230"/>
                    <a:pt x="258" y="230"/>
                  </a:cubicBezTo>
                  <a:cubicBezTo>
                    <a:pt x="259" y="230"/>
                    <a:pt x="259" y="229"/>
                    <a:pt x="259" y="229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9"/>
                    <a:pt x="273" y="229"/>
                    <a:pt x="273" y="230"/>
                  </a:cubicBezTo>
                  <a:cubicBezTo>
                    <a:pt x="375" y="332"/>
                    <a:pt x="375" y="332"/>
                    <a:pt x="375" y="332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97" y="322"/>
                    <a:pt x="397" y="322"/>
                    <a:pt x="397" y="322"/>
                  </a:cubicBezTo>
                  <a:cubicBezTo>
                    <a:pt x="397" y="311"/>
                    <a:pt x="397" y="311"/>
                    <a:pt x="397" y="311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99" y="156"/>
                    <a:pt x="199" y="156"/>
                    <a:pt x="199" y="156"/>
                  </a:cubicBezTo>
                  <a:cubicBezTo>
                    <a:pt x="199" y="156"/>
                    <a:pt x="199" y="157"/>
                    <a:pt x="199" y="157"/>
                  </a:cubicBezTo>
                  <a:cubicBezTo>
                    <a:pt x="199" y="166"/>
                    <a:pt x="199" y="166"/>
                    <a:pt x="199" y="166"/>
                  </a:cubicBezTo>
                  <a:cubicBezTo>
                    <a:pt x="199" y="166"/>
                    <a:pt x="199" y="167"/>
                    <a:pt x="199" y="167"/>
                  </a:cubicBezTo>
                  <a:cubicBezTo>
                    <a:pt x="189" y="177"/>
                    <a:pt x="189" y="177"/>
                    <a:pt x="189" y="177"/>
                  </a:cubicBezTo>
                  <a:cubicBezTo>
                    <a:pt x="188" y="177"/>
                    <a:pt x="188" y="178"/>
                    <a:pt x="187" y="178"/>
                  </a:cubicBezTo>
                  <a:cubicBezTo>
                    <a:pt x="187" y="178"/>
                    <a:pt x="187" y="178"/>
                    <a:pt x="187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5" y="178"/>
                    <a:pt x="175" y="177"/>
                    <a:pt x="175" y="17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77" y="174"/>
                    <a:pt x="177" y="174"/>
                    <a:pt x="17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96" y="165"/>
                    <a:pt x="196" y="165"/>
                    <a:pt x="196" y="165"/>
                  </a:cubicBezTo>
                  <a:cubicBezTo>
                    <a:pt x="196" y="158"/>
                    <a:pt x="196" y="158"/>
                    <a:pt x="196" y="158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4" y="67"/>
                    <a:pt x="104" y="66"/>
                    <a:pt x="104" y="6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4" y="53"/>
                    <a:pt x="104" y="52"/>
                    <a:pt x="105" y="52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7" y="40"/>
                    <a:pt x="117" y="40"/>
                    <a:pt x="118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0"/>
                    <a:pt x="131" y="40"/>
                    <a:pt x="131" y="40"/>
                  </a:cubicBezTo>
                  <a:cubicBezTo>
                    <a:pt x="400" y="309"/>
                    <a:pt x="400" y="309"/>
                    <a:pt x="400" y="309"/>
                  </a:cubicBezTo>
                  <a:cubicBezTo>
                    <a:pt x="400" y="309"/>
                    <a:pt x="400" y="310"/>
                    <a:pt x="400" y="310"/>
                  </a:cubicBezTo>
                  <a:cubicBezTo>
                    <a:pt x="400" y="323"/>
                    <a:pt x="400" y="323"/>
                    <a:pt x="400" y="323"/>
                  </a:cubicBezTo>
                  <a:cubicBezTo>
                    <a:pt x="400" y="323"/>
                    <a:pt x="400" y="324"/>
                    <a:pt x="400" y="324"/>
                  </a:cubicBezTo>
                  <a:cubicBezTo>
                    <a:pt x="389" y="335"/>
                    <a:pt x="389" y="335"/>
                    <a:pt x="389" y="335"/>
                  </a:cubicBezTo>
                  <a:cubicBezTo>
                    <a:pt x="389" y="335"/>
                    <a:pt x="388" y="335"/>
                    <a:pt x="388" y="335"/>
                  </a:cubicBezTo>
                  <a:cubicBezTo>
                    <a:pt x="374" y="335"/>
                    <a:pt x="374" y="335"/>
                    <a:pt x="374" y="335"/>
                  </a:cubicBezTo>
                  <a:cubicBezTo>
                    <a:pt x="374" y="335"/>
                    <a:pt x="373" y="335"/>
                    <a:pt x="373" y="335"/>
                  </a:cubicBezTo>
                  <a:cubicBezTo>
                    <a:pt x="271" y="233"/>
                    <a:pt x="271" y="233"/>
                    <a:pt x="271" y="233"/>
                  </a:cubicBezTo>
                  <a:cubicBezTo>
                    <a:pt x="260" y="233"/>
                    <a:pt x="260" y="233"/>
                    <a:pt x="260" y="233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356" y="359"/>
                    <a:pt x="356" y="359"/>
                    <a:pt x="356" y="359"/>
                  </a:cubicBezTo>
                  <a:cubicBezTo>
                    <a:pt x="572" y="359"/>
                    <a:pt x="572" y="359"/>
                    <a:pt x="572" y="359"/>
                  </a:cubicBezTo>
                  <a:cubicBezTo>
                    <a:pt x="580" y="351"/>
                    <a:pt x="580" y="351"/>
                    <a:pt x="580" y="351"/>
                  </a:cubicBezTo>
                  <a:cubicBezTo>
                    <a:pt x="580" y="343"/>
                    <a:pt x="580" y="343"/>
                    <a:pt x="580" y="343"/>
                  </a:cubicBezTo>
                  <a:cubicBezTo>
                    <a:pt x="573" y="336"/>
                    <a:pt x="573" y="336"/>
                    <a:pt x="573" y="336"/>
                  </a:cubicBezTo>
                  <a:cubicBezTo>
                    <a:pt x="474" y="336"/>
                    <a:pt x="474" y="336"/>
                    <a:pt x="474" y="336"/>
                  </a:cubicBezTo>
                  <a:cubicBezTo>
                    <a:pt x="474" y="336"/>
                    <a:pt x="473" y="336"/>
                    <a:pt x="473" y="336"/>
                  </a:cubicBezTo>
                  <a:cubicBezTo>
                    <a:pt x="466" y="328"/>
                    <a:pt x="466" y="328"/>
                    <a:pt x="466" y="328"/>
                  </a:cubicBezTo>
                  <a:cubicBezTo>
                    <a:pt x="465" y="328"/>
                    <a:pt x="465" y="328"/>
                    <a:pt x="465" y="327"/>
                  </a:cubicBezTo>
                  <a:cubicBezTo>
                    <a:pt x="465" y="319"/>
                    <a:pt x="465" y="319"/>
                    <a:pt x="465" y="319"/>
                  </a:cubicBezTo>
                  <a:cubicBezTo>
                    <a:pt x="465" y="318"/>
                    <a:pt x="465" y="318"/>
                    <a:pt x="466" y="317"/>
                  </a:cubicBezTo>
                  <a:cubicBezTo>
                    <a:pt x="477" y="306"/>
                    <a:pt x="477" y="306"/>
                    <a:pt x="477" y="306"/>
                  </a:cubicBezTo>
                  <a:cubicBezTo>
                    <a:pt x="477" y="306"/>
                    <a:pt x="478" y="306"/>
                    <a:pt x="478" y="306"/>
                  </a:cubicBezTo>
                  <a:cubicBezTo>
                    <a:pt x="603" y="306"/>
                    <a:pt x="603" y="306"/>
                    <a:pt x="603" y="306"/>
                  </a:cubicBezTo>
                  <a:cubicBezTo>
                    <a:pt x="604" y="306"/>
                    <a:pt x="604" y="306"/>
                    <a:pt x="605" y="306"/>
                  </a:cubicBezTo>
                  <a:cubicBezTo>
                    <a:pt x="705" y="407"/>
                    <a:pt x="705" y="407"/>
                    <a:pt x="705" y="407"/>
                  </a:cubicBezTo>
                  <a:cubicBezTo>
                    <a:pt x="713" y="407"/>
                    <a:pt x="713" y="407"/>
                    <a:pt x="713" y="407"/>
                  </a:cubicBezTo>
                  <a:cubicBezTo>
                    <a:pt x="720" y="401"/>
                    <a:pt x="720" y="401"/>
                    <a:pt x="720" y="401"/>
                  </a:cubicBezTo>
                  <a:cubicBezTo>
                    <a:pt x="720" y="394"/>
                    <a:pt x="720" y="394"/>
                    <a:pt x="720" y="394"/>
                  </a:cubicBezTo>
                  <a:cubicBezTo>
                    <a:pt x="651" y="326"/>
                    <a:pt x="651" y="326"/>
                    <a:pt x="651" y="326"/>
                  </a:cubicBezTo>
                  <a:cubicBezTo>
                    <a:pt x="651" y="325"/>
                    <a:pt x="651" y="325"/>
                    <a:pt x="651" y="324"/>
                  </a:cubicBezTo>
                  <a:cubicBezTo>
                    <a:pt x="651" y="315"/>
                    <a:pt x="651" y="315"/>
                    <a:pt x="651" y="315"/>
                  </a:cubicBezTo>
                  <a:cubicBezTo>
                    <a:pt x="651" y="314"/>
                    <a:pt x="651" y="314"/>
                    <a:pt x="651" y="313"/>
                  </a:cubicBezTo>
                  <a:cubicBezTo>
                    <a:pt x="656" y="309"/>
                    <a:pt x="656" y="309"/>
                    <a:pt x="656" y="309"/>
                  </a:cubicBezTo>
                  <a:cubicBezTo>
                    <a:pt x="656" y="308"/>
                    <a:pt x="657" y="308"/>
                    <a:pt x="657" y="308"/>
                  </a:cubicBezTo>
                  <a:cubicBezTo>
                    <a:pt x="671" y="308"/>
                    <a:pt x="671" y="308"/>
                    <a:pt x="671" y="308"/>
                  </a:cubicBezTo>
                  <a:cubicBezTo>
                    <a:pt x="672" y="308"/>
                    <a:pt x="672" y="308"/>
                    <a:pt x="672" y="309"/>
                  </a:cubicBezTo>
                  <a:cubicBezTo>
                    <a:pt x="854" y="490"/>
                    <a:pt x="854" y="490"/>
                    <a:pt x="854" y="490"/>
                  </a:cubicBezTo>
                  <a:lnTo>
                    <a:pt x="851" y="4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6" name="Freeform 440"/>
            <p:cNvSpPr>
              <a:spLocks noEditPoints="1"/>
            </p:cNvSpPr>
            <p:nvPr/>
          </p:nvSpPr>
          <p:spPr bwMode="auto">
            <a:xfrm flipV="1">
              <a:off x="1792289" y="3648073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0 h 28"/>
                <a:gd name="T12" fmla="*/ 14 w 28"/>
                <a:gd name="T13" fmla="*/ 0 h 28"/>
                <a:gd name="T14" fmla="*/ 0 w 28"/>
                <a:gd name="T15" fmla="*/ 14 h 28"/>
                <a:gd name="T16" fmla="*/ 4 w 28"/>
                <a:gd name="T17" fmla="*/ 24 h 28"/>
                <a:gd name="T18" fmla="*/ 14 w 28"/>
                <a:gd name="T19" fmla="*/ 28 h 28"/>
                <a:gd name="T20" fmla="*/ 28 w 28"/>
                <a:gd name="T21" fmla="*/ 14 h 28"/>
                <a:gd name="T22" fmla="*/ 14 w 28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7" y="26"/>
                    <a:pt x="10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7" name="Freeform 441"/>
            <p:cNvSpPr>
              <a:spLocks noEditPoints="1"/>
            </p:cNvSpPr>
            <p:nvPr/>
          </p:nvSpPr>
          <p:spPr bwMode="auto">
            <a:xfrm flipV="1">
              <a:off x="2058989" y="3163886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14 w 28"/>
                <a:gd name="T3" fmla="*/ 6 h 28"/>
                <a:gd name="T4" fmla="*/ 14 w 28"/>
                <a:gd name="T5" fmla="*/ 6 h 28"/>
                <a:gd name="T6" fmla="*/ 21 w 28"/>
                <a:gd name="T7" fmla="*/ 14 h 28"/>
                <a:gd name="T8" fmla="*/ 14 w 28"/>
                <a:gd name="T9" fmla="*/ 21 h 28"/>
                <a:gd name="T10" fmla="*/ 6 w 28"/>
                <a:gd name="T11" fmla="*/ 14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4 w 28"/>
                <a:gd name="T21" fmla="*/ 24 h 28"/>
                <a:gd name="T22" fmla="*/ 14 w 28"/>
                <a:gd name="T23" fmla="*/ 28 h 28"/>
                <a:gd name="T24" fmla="*/ 24 w 28"/>
                <a:gd name="T25" fmla="*/ 24 h 28"/>
                <a:gd name="T26" fmla="*/ 28 w 28"/>
                <a:gd name="T27" fmla="*/ 14 h 28"/>
                <a:gd name="T28" fmla="*/ 14 w 28"/>
                <a:gd name="T2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6" y="18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6" y="26"/>
                    <a:pt x="10" y="28"/>
                    <a:pt x="14" y="28"/>
                  </a:cubicBezTo>
                  <a:cubicBezTo>
                    <a:pt x="17" y="28"/>
                    <a:pt x="21" y="26"/>
                    <a:pt x="24" y="24"/>
                  </a:cubicBezTo>
                  <a:cubicBezTo>
                    <a:pt x="26" y="21"/>
                    <a:pt x="28" y="17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8" name="Freeform 442"/>
            <p:cNvSpPr>
              <a:spLocks noEditPoints="1"/>
            </p:cNvSpPr>
            <p:nvPr/>
          </p:nvSpPr>
          <p:spPr bwMode="auto">
            <a:xfrm flipV="1">
              <a:off x="1401764" y="3295648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0 h 24"/>
                <a:gd name="T12" fmla="*/ 12 w 25"/>
                <a:gd name="T13" fmla="*/ 0 h 24"/>
                <a:gd name="T14" fmla="*/ 0 w 25"/>
                <a:gd name="T15" fmla="*/ 12 h 24"/>
                <a:gd name="T16" fmla="*/ 12 w 25"/>
                <a:gd name="T17" fmla="*/ 24 h 24"/>
                <a:gd name="T18" fmla="*/ 25 w 25"/>
                <a:gd name="T19" fmla="*/ 12 h 24"/>
                <a:gd name="T20" fmla="*/ 12 w 25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9" name="Freeform 443"/>
            <p:cNvSpPr>
              <a:spLocks noEditPoints="1"/>
            </p:cNvSpPr>
            <p:nvPr/>
          </p:nvSpPr>
          <p:spPr bwMode="auto">
            <a:xfrm flipV="1">
              <a:off x="1250952" y="3430585"/>
              <a:ext cx="93662" cy="93663"/>
            </a:xfrm>
            <a:custGeom>
              <a:avLst/>
              <a:gdLst>
                <a:gd name="T0" fmla="*/ 12 w 25"/>
                <a:gd name="T1" fmla="*/ 6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6 h 25"/>
                <a:gd name="T12" fmla="*/ 12 w 25"/>
                <a:gd name="T13" fmla="*/ 6 h 25"/>
                <a:gd name="T14" fmla="*/ 12 w 25"/>
                <a:gd name="T15" fmla="*/ 6 h 25"/>
                <a:gd name="T16" fmla="*/ 12 w 25"/>
                <a:gd name="T17" fmla="*/ 0 h 25"/>
                <a:gd name="T18" fmla="*/ 12 w 25"/>
                <a:gd name="T19" fmla="*/ 0 h 25"/>
                <a:gd name="T20" fmla="*/ 0 w 25"/>
                <a:gd name="T21" fmla="*/ 13 h 25"/>
                <a:gd name="T22" fmla="*/ 3 w 25"/>
                <a:gd name="T23" fmla="*/ 22 h 25"/>
                <a:gd name="T24" fmla="*/ 12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2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2" y="6"/>
                  </a:moveTo>
                  <a:cubicBezTo>
                    <a:pt x="16" y="6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2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9" y="24"/>
                    <a:pt x="21" y="22"/>
                  </a:cubicBezTo>
                  <a:cubicBezTo>
                    <a:pt x="23" y="19"/>
                    <a:pt x="25" y="16"/>
                    <a:pt x="25" y="13"/>
                  </a:cubicBezTo>
                  <a:cubicBezTo>
                    <a:pt x="25" y="10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0" name="Freeform 444"/>
            <p:cNvSpPr>
              <a:spLocks noEditPoints="1"/>
            </p:cNvSpPr>
            <p:nvPr/>
          </p:nvSpPr>
          <p:spPr bwMode="auto">
            <a:xfrm flipV="1">
              <a:off x="854077" y="3479798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1" name="Freeform 445"/>
            <p:cNvSpPr>
              <a:spLocks noEditPoints="1"/>
            </p:cNvSpPr>
            <p:nvPr/>
          </p:nvSpPr>
          <p:spPr bwMode="auto">
            <a:xfrm flipV="1">
              <a:off x="666752" y="3284536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12 w 25"/>
                <a:gd name="T7" fmla="*/ 19 h 24"/>
                <a:gd name="T8" fmla="*/ 5 w 25"/>
                <a:gd name="T9" fmla="*/ 12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0 w 25"/>
                <a:gd name="T17" fmla="*/ 12 h 24"/>
                <a:gd name="T18" fmla="*/ 12 w 25"/>
                <a:gd name="T19" fmla="*/ 24 h 24"/>
                <a:gd name="T20" fmla="*/ 25 w 25"/>
                <a:gd name="T21" fmla="*/ 12 h 24"/>
                <a:gd name="T22" fmla="*/ 12 w 2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2" name="Freeform 446"/>
            <p:cNvSpPr>
              <a:spLocks noEditPoints="1"/>
            </p:cNvSpPr>
            <p:nvPr/>
          </p:nvSpPr>
          <p:spPr bwMode="auto">
            <a:xfrm flipV="1">
              <a:off x="857252" y="3084510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9 w 24"/>
                <a:gd name="T3" fmla="*/ 13 h 25"/>
                <a:gd name="T4" fmla="*/ 12 w 24"/>
                <a:gd name="T5" fmla="*/ 20 h 25"/>
                <a:gd name="T6" fmla="*/ 12 w 24"/>
                <a:gd name="T7" fmla="*/ 20 h 25"/>
                <a:gd name="T8" fmla="*/ 5 w 24"/>
                <a:gd name="T9" fmla="*/ 13 h 25"/>
                <a:gd name="T10" fmla="*/ 12 w 24"/>
                <a:gd name="T11" fmla="*/ 5 h 25"/>
                <a:gd name="T12" fmla="*/ 12 w 24"/>
                <a:gd name="T13" fmla="*/ 0 h 25"/>
                <a:gd name="T14" fmla="*/ 0 w 24"/>
                <a:gd name="T15" fmla="*/ 13 h 25"/>
                <a:gd name="T16" fmla="*/ 3 w 24"/>
                <a:gd name="T17" fmla="*/ 21 h 25"/>
                <a:gd name="T18" fmla="*/ 12 w 24"/>
                <a:gd name="T19" fmla="*/ 25 h 25"/>
                <a:gd name="T20" fmla="*/ 24 w 24"/>
                <a:gd name="T21" fmla="*/ 13 h 25"/>
                <a:gd name="T22" fmla="*/ 21 w 24"/>
                <a:gd name="T23" fmla="*/ 4 h 25"/>
                <a:gd name="T24" fmla="*/ 12 w 24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4" y="19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3" name="Freeform 448"/>
            <p:cNvSpPr>
              <a:spLocks noEditPoints="1"/>
            </p:cNvSpPr>
            <p:nvPr/>
          </p:nvSpPr>
          <p:spPr bwMode="auto">
            <a:xfrm flipV="1">
              <a:off x="666752" y="29051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2 w 25"/>
                <a:gd name="T3" fmla="*/ 5 h 24"/>
                <a:gd name="T4" fmla="*/ 19 w 25"/>
                <a:gd name="T5" fmla="*/ 12 h 24"/>
                <a:gd name="T6" fmla="*/ 12 w 25"/>
                <a:gd name="T7" fmla="*/ 19 h 24"/>
                <a:gd name="T8" fmla="*/ 12 w 25"/>
                <a:gd name="T9" fmla="*/ 19 h 24"/>
                <a:gd name="T10" fmla="*/ 6 w 25"/>
                <a:gd name="T11" fmla="*/ 12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4" name="Freeform 449"/>
            <p:cNvSpPr>
              <a:spLocks noEditPoints="1"/>
            </p:cNvSpPr>
            <p:nvPr/>
          </p:nvSpPr>
          <p:spPr bwMode="auto">
            <a:xfrm flipV="1">
              <a:off x="846139" y="272414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4 w 24"/>
                <a:gd name="T27" fmla="*/ 21 h 24"/>
                <a:gd name="T28" fmla="*/ 12 w 24"/>
                <a:gd name="T29" fmla="*/ 24 h 24"/>
                <a:gd name="T30" fmla="*/ 21 w 24"/>
                <a:gd name="T31" fmla="*/ 20 h 24"/>
                <a:gd name="T32" fmla="*/ 24 w 24"/>
                <a:gd name="T33" fmla="*/ 12 h 24"/>
                <a:gd name="T34" fmla="*/ 21 w 24"/>
                <a:gd name="T35" fmla="*/ 4 h 24"/>
                <a:gd name="T36" fmla="*/ 12 w 24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5" name="Freeform 450"/>
            <p:cNvSpPr>
              <a:spLocks noEditPoints="1"/>
            </p:cNvSpPr>
            <p:nvPr/>
          </p:nvSpPr>
          <p:spPr bwMode="auto">
            <a:xfrm flipV="1">
              <a:off x="474664" y="2717798"/>
              <a:ext cx="101600" cy="100013"/>
            </a:xfrm>
            <a:custGeom>
              <a:avLst/>
              <a:gdLst>
                <a:gd name="T0" fmla="*/ 14 w 27"/>
                <a:gd name="T1" fmla="*/ 6 h 27"/>
                <a:gd name="T2" fmla="*/ 21 w 27"/>
                <a:gd name="T3" fmla="*/ 13 h 27"/>
                <a:gd name="T4" fmla="*/ 14 w 27"/>
                <a:gd name="T5" fmla="*/ 20 h 27"/>
                <a:gd name="T6" fmla="*/ 14 w 27"/>
                <a:gd name="T7" fmla="*/ 20 h 27"/>
                <a:gd name="T8" fmla="*/ 7 w 27"/>
                <a:gd name="T9" fmla="*/ 13 h 27"/>
                <a:gd name="T10" fmla="*/ 14 w 27"/>
                <a:gd name="T11" fmla="*/ 6 h 27"/>
                <a:gd name="T12" fmla="*/ 14 w 27"/>
                <a:gd name="T13" fmla="*/ 6 h 27"/>
                <a:gd name="T14" fmla="*/ 14 w 27"/>
                <a:gd name="T15" fmla="*/ 0 h 27"/>
                <a:gd name="T16" fmla="*/ 14 w 27"/>
                <a:gd name="T17" fmla="*/ 0 h 27"/>
                <a:gd name="T18" fmla="*/ 0 w 27"/>
                <a:gd name="T19" fmla="*/ 13 h 27"/>
                <a:gd name="T20" fmla="*/ 4 w 27"/>
                <a:gd name="T21" fmla="*/ 23 h 27"/>
                <a:gd name="T22" fmla="*/ 14 w 27"/>
                <a:gd name="T23" fmla="*/ 27 h 27"/>
                <a:gd name="T24" fmla="*/ 27 w 27"/>
                <a:gd name="T25" fmla="*/ 13 h 27"/>
                <a:gd name="T26" fmla="*/ 14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4" y="6"/>
                  </a:moveTo>
                  <a:cubicBezTo>
                    <a:pt x="18" y="6"/>
                    <a:pt x="21" y="10"/>
                    <a:pt x="21" y="13"/>
                  </a:cubicBezTo>
                  <a:cubicBezTo>
                    <a:pt x="21" y="17"/>
                    <a:pt x="18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0" y="20"/>
                    <a:pt x="7" y="17"/>
                    <a:pt x="7" y="13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7" y="26"/>
                    <a:pt x="10" y="27"/>
                    <a:pt x="14" y="27"/>
                  </a:cubicBezTo>
                  <a:cubicBezTo>
                    <a:pt x="21" y="27"/>
                    <a:pt x="27" y="21"/>
                    <a:pt x="27" y="13"/>
                  </a:cubicBezTo>
                  <a:cubicBezTo>
                    <a:pt x="27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6" name="Freeform 451"/>
            <p:cNvSpPr>
              <a:spLocks noEditPoints="1"/>
            </p:cNvSpPr>
            <p:nvPr/>
          </p:nvSpPr>
          <p:spPr bwMode="auto">
            <a:xfrm flipV="1">
              <a:off x="-17461" y="2600323"/>
              <a:ext cx="101600" cy="101600"/>
            </a:xfrm>
            <a:custGeom>
              <a:avLst/>
              <a:gdLst>
                <a:gd name="T0" fmla="*/ 13 w 27"/>
                <a:gd name="T1" fmla="*/ 7 h 27"/>
                <a:gd name="T2" fmla="*/ 20 w 27"/>
                <a:gd name="T3" fmla="*/ 14 h 27"/>
                <a:gd name="T4" fmla="*/ 13 w 27"/>
                <a:gd name="T5" fmla="*/ 21 h 27"/>
                <a:gd name="T6" fmla="*/ 13 w 27"/>
                <a:gd name="T7" fmla="*/ 21 h 27"/>
                <a:gd name="T8" fmla="*/ 7 w 27"/>
                <a:gd name="T9" fmla="*/ 14 h 27"/>
                <a:gd name="T10" fmla="*/ 13 w 27"/>
                <a:gd name="T11" fmla="*/ 7 h 27"/>
                <a:gd name="T12" fmla="*/ 13 w 27"/>
                <a:gd name="T13" fmla="*/ 7 h 27"/>
                <a:gd name="T14" fmla="*/ 13 w 27"/>
                <a:gd name="T15" fmla="*/ 0 h 27"/>
                <a:gd name="T16" fmla="*/ 13 w 27"/>
                <a:gd name="T17" fmla="*/ 0 h 27"/>
                <a:gd name="T18" fmla="*/ 0 w 27"/>
                <a:gd name="T19" fmla="*/ 14 h 27"/>
                <a:gd name="T20" fmla="*/ 13 w 27"/>
                <a:gd name="T21" fmla="*/ 27 h 27"/>
                <a:gd name="T22" fmla="*/ 27 w 27"/>
                <a:gd name="T23" fmla="*/ 14 h 27"/>
                <a:gd name="T24" fmla="*/ 23 w 27"/>
                <a:gd name="T25" fmla="*/ 4 h 27"/>
                <a:gd name="T26" fmla="*/ 13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3" y="7"/>
                  </a:moveTo>
                  <a:cubicBezTo>
                    <a:pt x="17" y="7"/>
                    <a:pt x="20" y="10"/>
                    <a:pt x="20" y="14"/>
                  </a:cubicBezTo>
                  <a:cubicBezTo>
                    <a:pt x="20" y="18"/>
                    <a:pt x="17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21" y="27"/>
                    <a:pt x="27" y="21"/>
                    <a:pt x="27" y="14"/>
                  </a:cubicBezTo>
                  <a:cubicBezTo>
                    <a:pt x="27" y="10"/>
                    <a:pt x="26" y="7"/>
                    <a:pt x="23" y="4"/>
                  </a:cubicBezTo>
                  <a:cubicBezTo>
                    <a:pt x="21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7" name="Freeform 452"/>
            <p:cNvSpPr>
              <a:spLocks noEditPoints="1"/>
            </p:cNvSpPr>
            <p:nvPr/>
          </p:nvSpPr>
          <p:spPr bwMode="auto">
            <a:xfrm flipV="1">
              <a:off x="295277" y="2905123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0 h 24"/>
                <a:gd name="T28" fmla="*/ 24 w 24"/>
                <a:gd name="T29" fmla="*/ 12 h 24"/>
                <a:gd name="T30" fmla="*/ 21 w 24"/>
                <a:gd name="T31" fmla="*/ 3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8" name="Freeform 453"/>
            <p:cNvSpPr>
              <a:spLocks noEditPoints="1"/>
            </p:cNvSpPr>
            <p:nvPr/>
          </p:nvSpPr>
          <p:spPr bwMode="auto">
            <a:xfrm flipV="1">
              <a:off x="-815973" y="3062285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9" name="Freeform 454"/>
            <p:cNvSpPr>
              <a:spLocks noEditPoints="1"/>
            </p:cNvSpPr>
            <p:nvPr/>
          </p:nvSpPr>
          <p:spPr bwMode="auto">
            <a:xfrm flipV="1">
              <a:off x="-614361" y="324961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0" name="Freeform 455"/>
            <p:cNvSpPr>
              <a:spLocks noEditPoints="1"/>
            </p:cNvSpPr>
            <p:nvPr/>
          </p:nvSpPr>
          <p:spPr bwMode="auto">
            <a:xfrm flipV="1">
              <a:off x="-366711" y="3213098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1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5"/>
                    <a:pt x="2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1" name="Freeform 456"/>
            <p:cNvSpPr>
              <a:spLocks noEditPoints="1"/>
            </p:cNvSpPr>
            <p:nvPr/>
          </p:nvSpPr>
          <p:spPr bwMode="auto">
            <a:xfrm flipV="1">
              <a:off x="-820736" y="32686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2" name="Freeform 457"/>
            <p:cNvSpPr>
              <a:spLocks noEditPoints="1"/>
            </p:cNvSpPr>
            <p:nvPr/>
          </p:nvSpPr>
          <p:spPr bwMode="auto">
            <a:xfrm flipV="1">
              <a:off x="-573086" y="3006723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3 h 24"/>
                <a:gd name="T18" fmla="*/ 0 w 24"/>
                <a:gd name="T19" fmla="*/ 12 h 24"/>
                <a:gd name="T20" fmla="*/ 4 w 24"/>
                <a:gd name="T21" fmla="*/ 20 h 24"/>
                <a:gd name="T22" fmla="*/ 12 w 24"/>
                <a:gd name="T23" fmla="*/ 24 h 24"/>
                <a:gd name="T24" fmla="*/ 21 w 24"/>
                <a:gd name="T25" fmla="*/ 20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3" name="Freeform 458"/>
            <p:cNvSpPr>
              <a:spLocks noEditPoints="1"/>
            </p:cNvSpPr>
            <p:nvPr/>
          </p:nvSpPr>
          <p:spPr bwMode="auto">
            <a:xfrm flipV="1">
              <a:off x="-23811" y="36893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4" name="Freeform 459"/>
            <p:cNvSpPr>
              <a:spLocks noEditPoints="1"/>
            </p:cNvSpPr>
            <p:nvPr/>
          </p:nvSpPr>
          <p:spPr bwMode="auto">
            <a:xfrm flipV="1">
              <a:off x="331789" y="367029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5" name="Freeform 460"/>
            <p:cNvSpPr>
              <a:spLocks noEditPoints="1"/>
            </p:cNvSpPr>
            <p:nvPr/>
          </p:nvSpPr>
          <p:spPr bwMode="auto">
            <a:xfrm flipV="1">
              <a:off x="-392111" y="39147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6" name="Freeform 461"/>
            <p:cNvSpPr>
              <a:spLocks noEditPoints="1"/>
            </p:cNvSpPr>
            <p:nvPr/>
          </p:nvSpPr>
          <p:spPr bwMode="auto">
            <a:xfrm flipV="1">
              <a:off x="-125411" y="40465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0 w 24"/>
                <a:gd name="T17" fmla="*/ 12 h 24"/>
                <a:gd name="T18" fmla="*/ 4 w 24"/>
                <a:gd name="T19" fmla="*/ 20 h 24"/>
                <a:gd name="T20" fmla="*/ 12 w 24"/>
                <a:gd name="T21" fmla="*/ 24 h 24"/>
                <a:gd name="T22" fmla="*/ 21 w 24"/>
                <a:gd name="T23" fmla="*/ 20 h 24"/>
                <a:gd name="T24" fmla="*/ 24 w 24"/>
                <a:gd name="T25" fmla="*/ 12 h 24"/>
                <a:gd name="T26" fmla="*/ 21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7" name="Freeform 462"/>
            <p:cNvSpPr>
              <a:spLocks noEditPoints="1"/>
            </p:cNvSpPr>
            <p:nvPr/>
          </p:nvSpPr>
          <p:spPr bwMode="auto">
            <a:xfrm flipV="1">
              <a:off x="295277" y="254158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8" name="Freeform 463"/>
            <p:cNvSpPr>
              <a:spLocks noEditPoints="1"/>
            </p:cNvSpPr>
            <p:nvPr/>
          </p:nvSpPr>
          <p:spPr bwMode="auto">
            <a:xfrm flipV="1">
              <a:off x="488952" y="23574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3 w 24"/>
                <a:gd name="T17" fmla="*/ 21 h 24"/>
                <a:gd name="T18" fmla="*/ 12 w 24"/>
                <a:gd name="T19" fmla="*/ 24 h 24"/>
                <a:gd name="T20" fmla="*/ 20 w 24"/>
                <a:gd name="T21" fmla="*/ 21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9" name="Freeform 464"/>
            <p:cNvSpPr>
              <a:spLocks noEditPoints="1"/>
            </p:cNvSpPr>
            <p:nvPr/>
          </p:nvSpPr>
          <p:spPr bwMode="auto">
            <a:xfrm flipV="1">
              <a:off x="1038227" y="3279773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0" name="Freeform 465"/>
            <p:cNvSpPr>
              <a:spLocks noEditPoints="1"/>
            </p:cNvSpPr>
            <p:nvPr/>
          </p:nvSpPr>
          <p:spPr bwMode="auto">
            <a:xfrm flipV="1">
              <a:off x="1049339" y="2897185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5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5 w 25"/>
                <a:gd name="T25" fmla="*/ 12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1" name="Freeform 466"/>
            <p:cNvSpPr>
              <a:spLocks/>
            </p:cNvSpPr>
            <p:nvPr/>
          </p:nvSpPr>
          <p:spPr bwMode="auto">
            <a:xfrm flipV="1">
              <a:off x="-1776411" y="3678236"/>
              <a:ext cx="3582987" cy="1906588"/>
            </a:xfrm>
            <a:custGeom>
              <a:avLst/>
              <a:gdLst>
                <a:gd name="T0" fmla="*/ 955 w 955"/>
                <a:gd name="T1" fmla="*/ 508 h 508"/>
                <a:gd name="T2" fmla="*/ 906 w 955"/>
                <a:gd name="T3" fmla="*/ 508 h 508"/>
                <a:gd name="T4" fmla="*/ 903 w 955"/>
                <a:gd name="T5" fmla="*/ 506 h 508"/>
                <a:gd name="T6" fmla="*/ 807 w 955"/>
                <a:gd name="T7" fmla="*/ 410 h 508"/>
                <a:gd name="T8" fmla="*/ 698 w 955"/>
                <a:gd name="T9" fmla="*/ 410 h 508"/>
                <a:gd name="T10" fmla="*/ 694 w 955"/>
                <a:gd name="T11" fmla="*/ 409 h 508"/>
                <a:gd name="T12" fmla="*/ 655 w 955"/>
                <a:gd name="T13" fmla="*/ 370 h 508"/>
                <a:gd name="T14" fmla="*/ 365 w 955"/>
                <a:gd name="T15" fmla="*/ 370 h 508"/>
                <a:gd name="T16" fmla="*/ 362 w 955"/>
                <a:gd name="T17" fmla="*/ 369 h 508"/>
                <a:gd name="T18" fmla="*/ 0 w 955"/>
                <a:gd name="T19" fmla="*/ 7 h 508"/>
                <a:gd name="T20" fmla="*/ 7 w 955"/>
                <a:gd name="T21" fmla="*/ 0 h 508"/>
                <a:gd name="T22" fmla="*/ 367 w 955"/>
                <a:gd name="T23" fmla="*/ 360 h 508"/>
                <a:gd name="T24" fmla="*/ 657 w 955"/>
                <a:gd name="T25" fmla="*/ 360 h 508"/>
                <a:gd name="T26" fmla="*/ 661 w 955"/>
                <a:gd name="T27" fmla="*/ 361 h 508"/>
                <a:gd name="T28" fmla="*/ 700 w 955"/>
                <a:gd name="T29" fmla="*/ 400 h 508"/>
                <a:gd name="T30" fmla="*/ 809 w 955"/>
                <a:gd name="T31" fmla="*/ 400 h 508"/>
                <a:gd name="T32" fmla="*/ 812 w 955"/>
                <a:gd name="T33" fmla="*/ 401 h 508"/>
                <a:gd name="T34" fmla="*/ 908 w 955"/>
                <a:gd name="T35" fmla="*/ 497 h 508"/>
                <a:gd name="T36" fmla="*/ 955 w 955"/>
                <a:gd name="T37" fmla="*/ 497 h 508"/>
                <a:gd name="T38" fmla="*/ 955 w 955"/>
                <a:gd name="T39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5" h="508">
                  <a:moveTo>
                    <a:pt x="955" y="508"/>
                  </a:moveTo>
                  <a:cubicBezTo>
                    <a:pt x="906" y="508"/>
                    <a:pt x="906" y="508"/>
                    <a:pt x="906" y="508"/>
                  </a:cubicBezTo>
                  <a:cubicBezTo>
                    <a:pt x="905" y="508"/>
                    <a:pt x="904" y="507"/>
                    <a:pt x="903" y="506"/>
                  </a:cubicBezTo>
                  <a:cubicBezTo>
                    <a:pt x="807" y="410"/>
                    <a:pt x="807" y="410"/>
                    <a:pt x="807" y="410"/>
                  </a:cubicBezTo>
                  <a:cubicBezTo>
                    <a:pt x="698" y="410"/>
                    <a:pt x="698" y="410"/>
                    <a:pt x="698" y="410"/>
                  </a:cubicBezTo>
                  <a:cubicBezTo>
                    <a:pt x="696" y="410"/>
                    <a:pt x="695" y="410"/>
                    <a:pt x="694" y="409"/>
                  </a:cubicBezTo>
                  <a:cubicBezTo>
                    <a:pt x="655" y="370"/>
                    <a:pt x="655" y="370"/>
                    <a:pt x="655" y="370"/>
                  </a:cubicBezTo>
                  <a:cubicBezTo>
                    <a:pt x="365" y="370"/>
                    <a:pt x="365" y="370"/>
                    <a:pt x="365" y="370"/>
                  </a:cubicBezTo>
                  <a:cubicBezTo>
                    <a:pt x="364" y="370"/>
                    <a:pt x="363" y="369"/>
                    <a:pt x="362" y="36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67" y="360"/>
                    <a:pt x="367" y="360"/>
                    <a:pt x="367" y="360"/>
                  </a:cubicBezTo>
                  <a:cubicBezTo>
                    <a:pt x="657" y="360"/>
                    <a:pt x="657" y="360"/>
                    <a:pt x="657" y="360"/>
                  </a:cubicBezTo>
                  <a:cubicBezTo>
                    <a:pt x="659" y="360"/>
                    <a:pt x="660" y="360"/>
                    <a:pt x="661" y="361"/>
                  </a:cubicBezTo>
                  <a:cubicBezTo>
                    <a:pt x="700" y="400"/>
                    <a:pt x="700" y="400"/>
                    <a:pt x="700" y="400"/>
                  </a:cubicBezTo>
                  <a:cubicBezTo>
                    <a:pt x="809" y="400"/>
                    <a:pt x="809" y="400"/>
                    <a:pt x="809" y="400"/>
                  </a:cubicBezTo>
                  <a:cubicBezTo>
                    <a:pt x="810" y="400"/>
                    <a:pt x="811" y="400"/>
                    <a:pt x="812" y="401"/>
                  </a:cubicBezTo>
                  <a:cubicBezTo>
                    <a:pt x="908" y="497"/>
                    <a:pt x="908" y="497"/>
                    <a:pt x="908" y="497"/>
                  </a:cubicBezTo>
                  <a:cubicBezTo>
                    <a:pt x="955" y="497"/>
                    <a:pt x="955" y="497"/>
                    <a:pt x="955" y="497"/>
                  </a:cubicBezTo>
                  <a:lnTo>
                    <a:pt x="955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2" name="Freeform 467"/>
            <p:cNvSpPr>
              <a:spLocks/>
            </p:cNvSpPr>
            <p:nvPr/>
          </p:nvSpPr>
          <p:spPr bwMode="auto">
            <a:xfrm flipV="1">
              <a:off x="-50798" y="3378198"/>
              <a:ext cx="1504950" cy="715963"/>
            </a:xfrm>
            <a:custGeom>
              <a:avLst/>
              <a:gdLst>
                <a:gd name="T0" fmla="*/ 401 w 401"/>
                <a:gd name="T1" fmla="*/ 191 h 191"/>
                <a:gd name="T2" fmla="*/ 398 w 401"/>
                <a:gd name="T3" fmla="*/ 191 h 191"/>
                <a:gd name="T4" fmla="*/ 398 w 401"/>
                <a:gd name="T5" fmla="*/ 158 h 191"/>
                <a:gd name="T6" fmla="*/ 366 w 401"/>
                <a:gd name="T7" fmla="*/ 127 h 191"/>
                <a:gd name="T8" fmla="*/ 313 w 401"/>
                <a:gd name="T9" fmla="*/ 127 h 191"/>
                <a:gd name="T10" fmla="*/ 312 w 401"/>
                <a:gd name="T11" fmla="*/ 127 h 191"/>
                <a:gd name="T12" fmla="*/ 189 w 401"/>
                <a:gd name="T13" fmla="*/ 4 h 191"/>
                <a:gd name="T14" fmla="*/ 0 w 401"/>
                <a:gd name="T15" fmla="*/ 4 h 191"/>
                <a:gd name="T16" fmla="*/ 0 w 401"/>
                <a:gd name="T17" fmla="*/ 0 h 191"/>
                <a:gd name="T18" fmla="*/ 190 w 401"/>
                <a:gd name="T19" fmla="*/ 0 h 191"/>
                <a:gd name="T20" fmla="*/ 191 w 401"/>
                <a:gd name="T21" fmla="*/ 1 h 191"/>
                <a:gd name="T22" fmla="*/ 314 w 401"/>
                <a:gd name="T23" fmla="*/ 124 h 191"/>
                <a:gd name="T24" fmla="*/ 367 w 401"/>
                <a:gd name="T25" fmla="*/ 124 h 191"/>
                <a:gd name="T26" fmla="*/ 368 w 401"/>
                <a:gd name="T27" fmla="*/ 124 h 191"/>
                <a:gd name="T28" fmla="*/ 401 w 401"/>
                <a:gd name="T29" fmla="*/ 156 h 191"/>
                <a:gd name="T30" fmla="*/ 401 w 401"/>
                <a:gd name="T31" fmla="*/ 158 h 191"/>
                <a:gd name="T32" fmla="*/ 401 w 401"/>
                <a:gd name="T33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1" h="191">
                  <a:moveTo>
                    <a:pt x="401" y="191"/>
                  </a:moveTo>
                  <a:cubicBezTo>
                    <a:pt x="398" y="191"/>
                    <a:pt x="398" y="191"/>
                    <a:pt x="398" y="191"/>
                  </a:cubicBezTo>
                  <a:cubicBezTo>
                    <a:pt x="398" y="158"/>
                    <a:pt x="398" y="158"/>
                    <a:pt x="398" y="158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13" y="127"/>
                    <a:pt x="313" y="127"/>
                    <a:pt x="313" y="127"/>
                  </a:cubicBezTo>
                  <a:cubicBezTo>
                    <a:pt x="313" y="127"/>
                    <a:pt x="312" y="127"/>
                    <a:pt x="312" y="127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91" y="0"/>
                    <a:pt x="191" y="1"/>
                  </a:cubicBezTo>
                  <a:cubicBezTo>
                    <a:pt x="314" y="124"/>
                    <a:pt x="314" y="124"/>
                    <a:pt x="314" y="124"/>
                  </a:cubicBezTo>
                  <a:cubicBezTo>
                    <a:pt x="367" y="124"/>
                    <a:pt x="367" y="124"/>
                    <a:pt x="367" y="124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7"/>
                    <a:pt x="401" y="157"/>
                    <a:pt x="401" y="158"/>
                  </a:cubicBezTo>
                  <a:lnTo>
                    <a:pt x="401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3" name="Freeform 468"/>
            <p:cNvSpPr>
              <a:spLocks/>
            </p:cNvSpPr>
            <p:nvPr/>
          </p:nvSpPr>
          <p:spPr bwMode="auto">
            <a:xfrm flipV="1">
              <a:off x="-320673" y="3467098"/>
              <a:ext cx="1576387" cy="496888"/>
            </a:xfrm>
            <a:custGeom>
              <a:avLst/>
              <a:gdLst>
                <a:gd name="T0" fmla="*/ 420 w 420"/>
                <a:gd name="T1" fmla="*/ 132 h 132"/>
                <a:gd name="T2" fmla="*/ 382 w 420"/>
                <a:gd name="T3" fmla="*/ 132 h 132"/>
                <a:gd name="T4" fmla="*/ 381 w 420"/>
                <a:gd name="T5" fmla="*/ 132 h 132"/>
                <a:gd name="T6" fmla="*/ 252 w 420"/>
                <a:gd name="T7" fmla="*/ 3 h 132"/>
                <a:gd name="T8" fmla="*/ 0 w 420"/>
                <a:gd name="T9" fmla="*/ 3 h 132"/>
                <a:gd name="T10" fmla="*/ 0 w 420"/>
                <a:gd name="T11" fmla="*/ 0 h 132"/>
                <a:gd name="T12" fmla="*/ 253 w 420"/>
                <a:gd name="T13" fmla="*/ 0 h 132"/>
                <a:gd name="T14" fmla="*/ 254 w 420"/>
                <a:gd name="T15" fmla="*/ 0 h 132"/>
                <a:gd name="T16" fmla="*/ 383 w 420"/>
                <a:gd name="T17" fmla="*/ 129 h 132"/>
                <a:gd name="T18" fmla="*/ 420 w 420"/>
                <a:gd name="T19" fmla="*/ 129 h 132"/>
                <a:gd name="T20" fmla="*/ 420 w 420"/>
                <a:gd name="T2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0" h="132">
                  <a:moveTo>
                    <a:pt x="420" y="132"/>
                  </a:move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252" y="3"/>
                    <a:pt x="252" y="3"/>
                    <a:pt x="25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53" y="0"/>
                    <a:pt x="254" y="0"/>
                    <a:pt x="254" y="0"/>
                  </a:cubicBezTo>
                  <a:cubicBezTo>
                    <a:pt x="383" y="129"/>
                    <a:pt x="383" y="129"/>
                    <a:pt x="383" y="129"/>
                  </a:cubicBezTo>
                  <a:cubicBezTo>
                    <a:pt x="420" y="129"/>
                    <a:pt x="420" y="129"/>
                    <a:pt x="420" y="129"/>
                  </a:cubicBezTo>
                  <a:lnTo>
                    <a:pt x="42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4" name="Freeform 469"/>
            <p:cNvSpPr>
              <a:spLocks/>
            </p:cNvSpPr>
            <p:nvPr/>
          </p:nvSpPr>
          <p:spPr bwMode="auto">
            <a:xfrm flipV="1">
              <a:off x="34927" y="3325811"/>
              <a:ext cx="1009650" cy="514350"/>
            </a:xfrm>
            <a:custGeom>
              <a:avLst/>
              <a:gdLst>
                <a:gd name="T0" fmla="*/ 237 w 269"/>
                <a:gd name="T1" fmla="*/ 137 h 137"/>
                <a:gd name="T2" fmla="*/ 236 w 269"/>
                <a:gd name="T3" fmla="*/ 136 h 137"/>
                <a:gd name="T4" fmla="*/ 103 w 269"/>
                <a:gd name="T5" fmla="*/ 3 h 137"/>
                <a:gd name="T6" fmla="*/ 22 w 269"/>
                <a:gd name="T7" fmla="*/ 3 h 137"/>
                <a:gd name="T8" fmla="*/ 2 w 269"/>
                <a:gd name="T9" fmla="*/ 24 h 137"/>
                <a:gd name="T10" fmla="*/ 0 w 269"/>
                <a:gd name="T11" fmla="*/ 21 h 137"/>
                <a:gd name="T12" fmla="*/ 20 w 269"/>
                <a:gd name="T13" fmla="*/ 0 h 137"/>
                <a:gd name="T14" fmla="*/ 22 w 269"/>
                <a:gd name="T15" fmla="*/ 0 h 137"/>
                <a:gd name="T16" fmla="*/ 22 w 269"/>
                <a:gd name="T17" fmla="*/ 0 h 137"/>
                <a:gd name="T18" fmla="*/ 104 w 269"/>
                <a:gd name="T19" fmla="*/ 0 h 137"/>
                <a:gd name="T20" fmla="*/ 105 w 269"/>
                <a:gd name="T21" fmla="*/ 0 h 137"/>
                <a:gd name="T22" fmla="*/ 238 w 269"/>
                <a:gd name="T23" fmla="*/ 133 h 137"/>
                <a:gd name="T24" fmla="*/ 269 w 269"/>
                <a:gd name="T25" fmla="*/ 133 h 137"/>
                <a:gd name="T26" fmla="*/ 269 w 269"/>
                <a:gd name="T27" fmla="*/ 137 h 137"/>
                <a:gd name="T28" fmla="*/ 237 w 269"/>
                <a:gd name="T29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9" h="137">
                  <a:moveTo>
                    <a:pt x="237" y="137"/>
                  </a:moveTo>
                  <a:cubicBezTo>
                    <a:pt x="237" y="137"/>
                    <a:pt x="237" y="136"/>
                    <a:pt x="236" y="136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238" y="133"/>
                    <a:pt x="238" y="133"/>
                    <a:pt x="238" y="133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7"/>
                    <a:pt x="269" y="137"/>
                    <a:pt x="269" y="137"/>
                  </a:cubicBezTo>
                  <a:lnTo>
                    <a:pt x="237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5" name="Freeform 470"/>
            <p:cNvSpPr>
              <a:spLocks/>
            </p:cNvSpPr>
            <p:nvPr/>
          </p:nvSpPr>
          <p:spPr bwMode="auto">
            <a:xfrm flipV="1">
              <a:off x="-2035173" y="3171823"/>
              <a:ext cx="2941637" cy="2135188"/>
            </a:xfrm>
            <a:custGeom>
              <a:avLst/>
              <a:gdLst>
                <a:gd name="T0" fmla="*/ 784 w 784"/>
                <a:gd name="T1" fmla="*/ 569 h 569"/>
                <a:gd name="T2" fmla="*/ 781 w 784"/>
                <a:gd name="T3" fmla="*/ 569 h 569"/>
                <a:gd name="T4" fmla="*/ 781 w 784"/>
                <a:gd name="T5" fmla="*/ 536 h 569"/>
                <a:gd name="T6" fmla="*/ 687 w 784"/>
                <a:gd name="T7" fmla="*/ 441 h 569"/>
                <a:gd name="T8" fmla="*/ 672 w 784"/>
                <a:gd name="T9" fmla="*/ 441 h 569"/>
                <a:gd name="T10" fmla="*/ 646 w 784"/>
                <a:gd name="T11" fmla="*/ 467 h 569"/>
                <a:gd name="T12" fmla="*/ 645 w 784"/>
                <a:gd name="T13" fmla="*/ 467 h 569"/>
                <a:gd name="T14" fmla="*/ 466 w 784"/>
                <a:gd name="T15" fmla="*/ 467 h 569"/>
                <a:gd name="T16" fmla="*/ 465 w 784"/>
                <a:gd name="T17" fmla="*/ 467 h 569"/>
                <a:gd name="T18" fmla="*/ 0 w 784"/>
                <a:gd name="T19" fmla="*/ 2 h 569"/>
                <a:gd name="T20" fmla="*/ 2 w 784"/>
                <a:gd name="T21" fmla="*/ 0 h 569"/>
                <a:gd name="T22" fmla="*/ 467 w 784"/>
                <a:gd name="T23" fmla="*/ 464 h 569"/>
                <a:gd name="T24" fmla="*/ 644 w 784"/>
                <a:gd name="T25" fmla="*/ 464 h 569"/>
                <a:gd name="T26" fmla="*/ 670 w 784"/>
                <a:gd name="T27" fmla="*/ 439 h 569"/>
                <a:gd name="T28" fmla="*/ 671 w 784"/>
                <a:gd name="T29" fmla="*/ 438 h 569"/>
                <a:gd name="T30" fmla="*/ 687 w 784"/>
                <a:gd name="T31" fmla="*/ 438 h 569"/>
                <a:gd name="T32" fmla="*/ 689 w 784"/>
                <a:gd name="T33" fmla="*/ 439 h 569"/>
                <a:gd name="T34" fmla="*/ 784 w 784"/>
                <a:gd name="T35" fmla="*/ 534 h 569"/>
                <a:gd name="T36" fmla="*/ 784 w 784"/>
                <a:gd name="T37" fmla="*/ 535 h 569"/>
                <a:gd name="T38" fmla="*/ 784 w 784"/>
                <a:gd name="T39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4" h="569">
                  <a:moveTo>
                    <a:pt x="784" y="569"/>
                  </a:moveTo>
                  <a:cubicBezTo>
                    <a:pt x="781" y="569"/>
                    <a:pt x="781" y="569"/>
                    <a:pt x="781" y="569"/>
                  </a:cubicBezTo>
                  <a:cubicBezTo>
                    <a:pt x="781" y="536"/>
                    <a:pt x="781" y="536"/>
                    <a:pt x="781" y="536"/>
                  </a:cubicBezTo>
                  <a:cubicBezTo>
                    <a:pt x="687" y="441"/>
                    <a:pt x="687" y="441"/>
                    <a:pt x="687" y="441"/>
                  </a:cubicBezTo>
                  <a:cubicBezTo>
                    <a:pt x="672" y="441"/>
                    <a:pt x="672" y="441"/>
                    <a:pt x="672" y="441"/>
                  </a:cubicBezTo>
                  <a:cubicBezTo>
                    <a:pt x="646" y="467"/>
                    <a:pt x="646" y="467"/>
                    <a:pt x="646" y="467"/>
                  </a:cubicBezTo>
                  <a:cubicBezTo>
                    <a:pt x="646" y="467"/>
                    <a:pt x="646" y="467"/>
                    <a:pt x="645" y="467"/>
                  </a:cubicBezTo>
                  <a:cubicBezTo>
                    <a:pt x="466" y="467"/>
                    <a:pt x="466" y="467"/>
                    <a:pt x="466" y="467"/>
                  </a:cubicBezTo>
                  <a:cubicBezTo>
                    <a:pt x="465" y="467"/>
                    <a:pt x="465" y="467"/>
                    <a:pt x="465" y="4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67" y="464"/>
                    <a:pt x="467" y="464"/>
                    <a:pt x="467" y="464"/>
                  </a:cubicBezTo>
                  <a:cubicBezTo>
                    <a:pt x="644" y="464"/>
                    <a:pt x="644" y="464"/>
                    <a:pt x="644" y="464"/>
                  </a:cubicBezTo>
                  <a:cubicBezTo>
                    <a:pt x="670" y="439"/>
                    <a:pt x="670" y="439"/>
                    <a:pt x="670" y="439"/>
                  </a:cubicBezTo>
                  <a:cubicBezTo>
                    <a:pt x="670" y="438"/>
                    <a:pt x="671" y="438"/>
                    <a:pt x="671" y="438"/>
                  </a:cubicBezTo>
                  <a:cubicBezTo>
                    <a:pt x="687" y="438"/>
                    <a:pt x="687" y="438"/>
                    <a:pt x="687" y="438"/>
                  </a:cubicBezTo>
                  <a:cubicBezTo>
                    <a:pt x="688" y="438"/>
                    <a:pt x="688" y="438"/>
                    <a:pt x="689" y="439"/>
                  </a:cubicBezTo>
                  <a:cubicBezTo>
                    <a:pt x="784" y="534"/>
                    <a:pt x="784" y="534"/>
                    <a:pt x="784" y="534"/>
                  </a:cubicBezTo>
                  <a:cubicBezTo>
                    <a:pt x="784" y="534"/>
                    <a:pt x="784" y="535"/>
                    <a:pt x="784" y="535"/>
                  </a:cubicBezTo>
                  <a:lnTo>
                    <a:pt x="784" y="5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6" name="Freeform 471"/>
            <p:cNvSpPr>
              <a:spLocks/>
            </p:cNvSpPr>
            <p:nvPr/>
          </p:nvSpPr>
          <p:spPr bwMode="auto">
            <a:xfrm flipV="1">
              <a:off x="-763586" y="3328986"/>
              <a:ext cx="1452562" cy="206375"/>
            </a:xfrm>
            <a:custGeom>
              <a:avLst/>
              <a:gdLst>
                <a:gd name="T0" fmla="*/ 3 w 387"/>
                <a:gd name="T1" fmla="*/ 55 h 55"/>
                <a:gd name="T2" fmla="*/ 0 w 387"/>
                <a:gd name="T3" fmla="*/ 52 h 55"/>
                <a:gd name="T4" fmla="*/ 52 w 387"/>
                <a:gd name="T5" fmla="*/ 1 h 55"/>
                <a:gd name="T6" fmla="*/ 53 w 387"/>
                <a:gd name="T7" fmla="*/ 0 h 55"/>
                <a:gd name="T8" fmla="*/ 53 w 387"/>
                <a:gd name="T9" fmla="*/ 0 h 55"/>
                <a:gd name="T10" fmla="*/ 80 w 387"/>
                <a:gd name="T11" fmla="*/ 0 h 55"/>
                <a:gd name="T12" fmla="*/ 81 w 387"/>
                <a:gd name="T13" fmla="*/ 1 h 55"/>
                <a:gd name="T14" fmla="*/ 93 w 387"/>
                <a:gd name="T15" fmla="*/ 13 h 55"/>
                <a:gd name="T16" fmla="*/ 305 w 387"/>
                <a:gd name="T17" fmla="*/ 13 h 55"/>
                <a:gd name="T18" fmla="*/ 306 w 387"/>
                <a:gd name="T19" fmla="*/ 13 h 55"/>
                <a:gd name="T20" fmla="*/ 326 w 387"/>
                <a:gd name="T21" fmla="*/ 33 h 55"/>
                <a:gd name="T22" fmla="*/ 373 w 387"/>
                <a:gd name="T23" fmla="*/ 33 h 55"/>
                <a:gd name="T24" fmla="*/ 374 w 387"/>
                <a:gd name="T25" fmla="*/ 34 h 55"/>
                <a:gd name="T26" fmla="*/ 387 w 387"/>
                <a:gd name="T27" fmla="*/ 46 h 55"/>
                <a:gd name="T28" fmla="*/ 384 w 387"/>
                <a:gd name="T29" fmla="*/ 48 h 55"/>
                <a:gd name="T30" fmla="*/ 372 w 387"/>
                <a:gd name="T31" fmla="*/ 37 h 55"/>
                <a:gd name="T32" fmla="*/ 325 w 387"/>
                <a:gd name="T33" fmla="*/ 37 h 55"/>
                <a:gd name="T34" fmla="*/ 324 w 387"/>
                <a:gd name="T35" fmla="*/ 36 h 55"/>
                <a:gd name="T36" fmla="*/ 304 w 387"/>
                <a:gd name="T37" fmla="*/ 16 h 55"/>
                <a:gd name="T38" fmla="*/ 93 w 387"/>
                <a:gd name="T39" fmla="*/ 16 h 55"/>
                <a:gd name="T40" fmla="*/ 91 w 387"/>
                <a:gd name="T41" fmla="*/ 16 h 55"/>
                <a:gd name="T42" fmla="*/ 79 w 387"/>
                <a:gd name="T43" fmla="*/ 4 h 55"/>
                <a:gd name="T44" fmla="*/ 54 w 387"/>
                <a:gd name="T45" fmla="*/ 4 h 55"/>
                <a:gd name="T46" fmla="*/ 3 w 387"/>
                <a:gd name="T4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7" h="55">
                  <a:moveTo>
                    <a:pt x="3" y="55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1" y="0"/>
                    <a:pt x="81" y="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305" y="13"/>
                    <a:pt x="305" y="13"/>
                    <a:pt x="305" y="13"/>
                  </a:cubicBezTo>
                  <a:cubicBezTo>
                    <a:pt x="305" y="13"/>
                    <a:pt x="306" y="13"/>
                    <a:pt x="306" y="1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73" y="33"/>
                    <a:pt x="373" y="33"/>
                    <a:pt x="373" y="33"/>
                  </a:cubicBezTo>
                  <a:cubicBezTo>
                    <a:pt x="374" y="33"/>
                    <a:pt x="374" y="33"/>
                    <a:pt x="374" y="34"/>
                  </a:cubicBezTo>
                  <a:cubicBezTo>
                    <a:pt x="387" y="46"/>
                    <a:pt x="387" y="46"/>
                    <a:pt x="387" y="46"/>
                  </a:cubicBezTo>
                  <a:cubicBezTo>
                    <a:pt x="384" y="48"/>
                    <a:pt x="384" y="48"/>
                    <a:pt x="384" y="48"/>
                  </a:cubicBezTo>
                  <a:cubicBezTo>
                    <a:pt x="372" y="37"/>
                    <a:pt x="372" y="37"/>
                    <a:pt x="372" y="37"/>
                  </a:cubicBezTo>
                  <a:cubicBezTo>
                    <a:pt x="325" y="37"/>
                    <a:pt x="325" y="37"/>
                    <a:pt x="325" y="37"/>
                  </a:cubicBezTo>
                  <a:cubicBezTo>
                    <a:pt x="325" y="37"/>
                    <a:pt x="324" y="37"/>
                    <a:pt x="324" y="36"/>
                  </a:cubicBezTo>
                  <a:cubicBezTo>
                    <a:pt x="304" y="16"/>
                    <a:pt x="304" y="16"/>
                    <a:pt x="304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2" y="16"/>
                    <a:pt x="92" y="16"/>
                    <a:pt x="91" y="16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54" y="4"/>
                    <a:pt x="54" y="4"/>
                    <a:pt x="54" y="4"/>
                  </a:cubicBezTo>
                  <a:lnTo>
                    <a:pt x="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7" name="Freeform 472"/>
            <p:cNvSpPr>
              <a:spLocks/>
            </p:cNvSpPr>
            <p:nvPr/>
          </p:nvSpPr>
          <p:spPr bwMode="auto">
            <a:xfrm flipV="1">
              <a:off x="-306386" y="2938460"/>
              <a:ext cx="1362075" cy="465138"/>
            </a:xfrm>
            <a:custGeom>
              <a:avLst/>
              <a:gdLst>
                <a:gd name="T0" fmla="*/ 363 w 363"/>
                <a:gd name="T1" fmla="*/ 124 h 124"/>
                <a:gd name="T2" fmla="*/ 320 w 363"/>
                <a:gd name="T3" fmla="*/ 124 h 124"/>
                <a:gd name="T4" fmla="*/ 319 w 363"/>
                <a:gd name="T5" fmla="*/ 124 h 124"/>
                <a:gd name="T6" fmla="*/ 229 w 363"/>
                <a:gd name="T7" fmla="*/ 33 h 124"/>
                <a:gd name="T8" fmla="*/ 201 w 363"/>
                <a:gd name="T9" fmla="*/ 33 h 124"/>
                <a:gd name="T10" fmla="*/ 200 w 363"/>
                <a:gd name="T11" fmla="*/ 33 h 124"/>
                <a:gd name="T12" fmla="*/ 171 w 363"/>
                <a:gd name="T13" fmla="*/ 4 h 124"/>
                <a:gd name="T14" fmla="*/ 34 w 363"/>
                <a:gd name="T15" fmla="*/ 4 h 124"/>
                <a:gd name="T16" fmla="*/ 2 w 363"/>
                <a:gd name="T17" fmla="*/ 35 h 124"/>
                <a:gd name="T18" fmla="*/ 0 w 363"/>
                <a:gd name="T19" fmla="*/ 33 h 124"/>
                <a:gd name="T20" fmla="*/ 32 w 363"/>
                <a:gd name="T21" fmla="*/ 1 h 124"/>
                <a:gd name="T22" fmla="*/ 33 w 363"/>
                <a:gd name="T23" fmla="*/ 0 h 124"/>
                <a:gd name="T24" fmla="*/ 172 w 363"/>
                <a:gd name="T25" fmla="*/ 0 h 124"/>
                <a:gd name="T26" fmla="*/ 173 w 363"/>
                <a:gd name="T27" fmla="*/ 1 h 124"/>
                <a:gd name="T28" fmla="*/ 202 w 363"/>
                <a:gd name="T29" fmla="*/ 30 h 124"/>
                <a:gd name="T30" fmla="*/ 230 w 363"/>
                <a:gd name="T31" fmla="*/ 30 h 124"/>
                <a:gd name="T32" fmla="*/ 231 w 363"/>
                <a:gd name="T33" fmla="*/ 31 h 124"/>
                <a:gd name="T34" fmla="*/ 321 w 363"/>
                <a:gd name="T35" fmla="*/ 121 h 124"/>
                <a:gd name="T36" fmla="*/ 363 w 363"/>
                <a:gd name="T37" fmla="*/ 121 h 124"/>
                <a:gd name="T38" fmla="*/ 363 w 363"/>
                <a:gd name="T3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3" h="124">
                  <a:moveTo>
                    <a:pt x="363" y="124"/>
                  </a:moveTo>
                  <a:cubicBezTo>
                    <a:pt x="320" y="124"/>
                    <a:pt x="320" y="124"/>
                    <a:pt x="320" y="124"/>
                  </a:cubicBezTo>
                  <a:cubicBezTo>
                    <a:pt x="320" y="124"/>
                    <a:pt x="320" y="124"/>
                    <a:pt x="319" y="124"/>
                  </a:cubicBezTo>
                  <a:cubicBezTo>
                    <a:pt x="229" y="33"/>
                    <a:pt x="229" y="33"/>
                    <a:pt x="229" y="33"/>
                  </a:cubicBezTo>
                  <a:cubicBezTo>
                    <a:pt x="201" y="33"/>
                    <a:pt x="201" y="33"/>
                    <a:pt x="201" y="33"/>
                  </a:cubicBezTo>
                  <a:cubicBezTo>
                    <a:pt x="201" y="33"/>
                    <a:pt x="201" y="33"/>
                    <a:pt x="200" y="33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0"/>
                    <a:pt x="173" y="1"/>
                    <a:pt x="173" y="1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30" y="30"/>
                    <a:pt x="230" y="30"/>
                    <a:pt x="230" y="30"/>
                  </a:cubicBezTo>
                  <a:cubicBezTo>
                    <a:pt x="230" y="30"/>
                    <a:pt x="231" y="30"/>
                    <a:pt x="231" y="31"/>
                  </a:cubicBezTo>
                  <a:cubicBezTo>
                    <a:pt x="321" y="121"/>
                    <a:pt x="321" y="121"/>
                    <a:pt x="321" y="121"/>
                  </a:cubicBezTo>
                  <a:cubicBezTo>
                    <a:pt x="363" y="121"/>
                    <a:pt x="363" y="121"/>
                    <a:pt x="363" y="121"/>
                  </a:cubicBezTo>
                  <a:lnTo>
                    <a:pt x="363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8" name="Freeform 473"/>
            <p:cNvSpPr>
              <a:spLocks/>
            </p:cNvSpPr>
            <p:nvPr/>
          </p:nvSpPr>
          <p:spPr bwMode="auto">
            <a:xfrm flipV="1">
              <a:off x="-755648" y="2795585"/>
              <a:ext cx="1079500" cy="354013"/>
            </a:xfrm>
            <a:custGeom>
              <a:avLst/>
              <a:gdLst>
                <a:gd name="T0" fmla="*/ 115 w 288"/>
                <a:gd name="T1" fmla="*/ 94 h 94"/>
                <a:gd name="T2" fmla="*/ 78 w 288"/>
                <a:gd name="T3" fmla="*/ 94 h 94"/>
                <a:gd name="T4" fmla="*/ 77 w 288"/>
                <a:gd name="T5" fmla="*/ 94 h 94"/>
                <a:gd name="T6" fmla="*/ 0 w 288"/>
                <a:gd name="T7" fmla="*/ 18 h 94"/>
                <a:gd name="T8" fmla="*/ 3 w 288"/>
                <a:gd name="T9" fmla="*/ 15 h 94"/>
                <a:gd name="T10" fmla="*/ 79 w 288"/>
                <a:gd name="T11" fmla="*/ 91 h 94"/>
                <a:gd name="T12" fmla="*/ 115 w 288"/>
                <a:gd name="T13" fmla="*/ 91 h 94"/>
                <a:gd name="T14" fmla="*/ 205 w 288"/>
                <a:gd name="T15" fmla="*/ 1 h 94"/>
                <a:gd name="T16" fmla="*/ 206 w 288"/>
                <a:gd name="T17" fmla="*/ 0 h 94"/>
                <a:gd name="T18" fmla="*/ 244 w 288"/>
                <a:gd name="T19" fmla="*/ 0 h 94"/>
                <a:gd name="T20" fmla="*/ 245 w 288"/>
                <a:gd name="T21" fmla="*/ 1 h 94"/>
                <a:gd name="T22" fmla="*/ 288 w 288"/>
                <a:gd name="T23" fmla="*/ 44 h 94"/>
                <a:gd name="T24" fmla="*/ 285 w 288"/>
                <a:gd name="T25" fmla="*/ 46 h 94"/>
                <a:gd name="T26" fmla="*/ 243 w 288"/>
                <a:gd name="T27" fmla="*/ 4 h 94"/>
                <a:gd name="T28" fmla="*/ 207 w 288"/>
                <a:gd name="T29" fmla="*/ 4 h 94"/>
                <a:gd name="T30" fmla="*/ 117 w 288"/>
                <a:gd name="T31" fmla="*/ 94 h 94"/>
                <a:gd name="T32" fmla="*/ 115 w 288"/>
                <a:gd name="T3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8" h="94">
                  <a:moveTo>
                    <a:pt x="115" y="94"/>
                  </a:moveTo>
                  <a:cubicBezTo>
                    <a:pt x="78" y="94"/>
                    <a:pt x="78" y="94"/>
                    <a:pt x="78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115" y="91"/>
                    <a:pt x="115" y="91"/>
                    <a:pt x="115" y="9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5" y="0"/>
                    <a:pt x="206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44" y="0"/>
                    <a:pt x="245" y="1"/>
                    <a:pt x="245" y="1"/>
                  </a:cubicBezTo>
                  <a:cubicBezTo>
                    <a:pt x="288" y="44"/>
                    <a:pt x="288" y="44"/>
                    <a:pt x="288" y="44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6" y="94"/>
                    <a:pt x="116" y="94"/>
                    <a:pt x="115" y="9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9" name="Freeform 474"/>
            <p:cNvSpPr>
              <a:spLocks/>
            </p:cNvSpPr>
            <p:nvPr/>
          </p:nvSpPr>
          <p:spPr bwMode="auto">
            <a:xfrm flipV="1">
              <a:off x="-441323" y="2363785"/>
              <a:ext cx="930275" cy="649288"/>
            </a:xfrm>
            <a:custGeom>
              <a:avLst/>
              <a:gdLst>
                <a:gd name="T0" fmla="*/ 56 w 248"/>
                <a:gd name="T1" fmla="*/ 173 h 173"/>
                <a:gd name="T2" fmla="*/ 28 w 248"/>
                <a:gd name="T3" fmla="*/ 173 h 173"/>
                <a:gd name="T4" fmla="*/ 24 w 248"/>
                <a:gd name="T5" fmla="*/ 171 h 173"/>
                <a:gd name="T6" fmla="*/ 1 w 248"/>
                <a:gd name="T7" fmla="*/ 148 h 173"/>
                <a:gd name="T8" fmla="*/ 0 w 248"/>
                <a:gd name="T9" fmla="*/ 144 h 173"/>
                <a:gd name="T10" fmla="*/ 0 w 248"/>
                <a:gd name="T11" fmla="*/ 115 h 173"/>
                <a:gd name="T12" fmla="*/ 1 w 248"/>
                <a:gd name="T13" fmla="*/ 112 h 173"/>
                <a:gd name="T14" fmla="*/ 111 w 248"/>
                <a:gd name="T15" fmla="*/ 2 h 173"/>
                <a:gd name="T16" fmla="*/ 115 w 248"/>
                <a:gd name="T17" fmla="*/ 0 h 173"/>
                <a:gd name="T18" fmla="*/ 115 w 248"/>
                <a:gd name="T19" fmla="*/ 0 h 173"/>
                <a:gd name="T20" fmla="*/ 145 w 248"/>
                <a:gd name="T21" fmla="*/ 0 h 173"/>
                <a:gd name="T22" fmla="*/ 149 w 248"/>
                <a:gd name="T23" fmla="*/ 2 h 173"/>
                <a:gd name="T24" fmla="*/ 207 w 248"/>
                <a:gd name="T25" fmla="*/ 60 h 173"/>
                <a:gd name="T26" fmla="*/ 248 w 248"/>
                <a:gd name="T27" fmla="*/ 60 h 173"/>
                <a:gd name="T28" fmla="*/ 248 w 248"/>
                <a:gd name="T29" fmla="*/ 70 h 173"/>
                <a:gd name="T30" fmla="*/ 205 w 248"/>
                <a:gd name="T31" fmla="*/ 70 h 173"/>
                <a:gd name="T32" fmla="*/ 201 w 248"/>
                <a:gd name="T33" fmla="*/ 69 h 173"/>
                <a:gd name="T34" fmla="*/ 143 w 248"/>
                <a:gd name="T35" fmla="*/ 11 h 173"/>
                <a:gd name="T36" fmla="*/ 117 w 248"/>
                <a:gd name="T37" fmla="*/ 11 h 173"/>
                <a:gd name="T38" fmla="*/ 10 w 248"/>
                <a:gd name="T39" fmla="*/ 117 h 173"/>
                <a:gd name="T40" fmla="*/ 10 w 248"/>
                <a:gd name="T41" fmla="*/ 142 h 173"/>
                <a:gd name="T42" fmla="*/ 30 w 248"/>
                <a:gd name="T43" fmla="*/ 162 h 173"/>
                <a:gd name="T44" fmla="*/ 54 w 248"/>
                <a:gd name="T45" fmla="*/ 162 h 173"/>
                <a:gd name="T46" fmla="*/ 116 w 248"/>
                <a:gd name="T47" fmla="*/ 100 h 173"/>
                <a:gd name="T48" fmla="*/ 123 w 248"/>
                <a:gd name="T49" fmla="*/ 107 h 173"/>
                <a:gd name="T50" fmla="*/ 60 w 248"/>
                <a:gd name="T51" fmla="*/ 171 h 173"/>
                <a:gd name="T52" fmla="*/ 56 w 248"/>
                <a:gd name="T53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173">
                  <a:moveTo>
                    <a:pt x="56" y="173"/>
                  </a:moveTo>
                  <a:cubicBezTo>
                    <a:pt x="28" y="173"/>
                    <a:pt x="28" y="173"/>
                    <a:pt x="28" y="173"/>
                  </a:cubicBezTo>
                  <a:cubicBezTo>
                    <a:pt x="27" y="173"/>
                    <a:pt x="25" y="172"/>
                    <a:pt x="24" y="171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0" y="147"/>
                    <a:pt x="0" y="146"/>
                    <a:pt x="0" y="144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0" y="113"/>
                    <a:pt x="1" y="11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3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7" y="0"/>
                    <a:pt x="148" y="1"/>
                    <a:pt x="149" y="2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48" y="60"/>
                    <a:pt x="248" y="60"/>
                    <a:pt x="248" y="60"/>
                  </a:cubicBezTo>
                  <a:cubicBezTo>
                    <a:pt x="248" y="70"/>
                    <a:pt x="248" y="70"/>
                    <a:pt x="248" y="70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4" y="70"/>
                    <a:pt x="202" y="70"/>
                    <a:pt x="201" y="69"/>
                  </a:cubicBezTo>
                  <a:cubicBezTo>
                    <a:pt x="143" y="11"/>
                    <a:pt x="143" y="11"/>
                    <a:pt x="143" y="11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116" y="100"/>
                    <a:pt x="116" y="100"/>
                    <a:pt x="116" y="100"/>
                  </a:cubicBezTo>
                  <a:cubicBezTo>
                    <a:pt x="123" y="107"/>
                    <a:pt x="123" y="107"/>
                    <a:pt x="123" y="107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59" y="172"/>
                    <a:pt x="57" y="173"/>
                    <a:pt x="56" y="1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0" name="Freeform 475"/>
            <p:cNvSpPr>
              <a:spLocks/>
            </p:cNvSpPr>
            <p:nvPr/>
          </p:nvSpPr>
          <p:spPr bwMode="auto">
            <a:xfrm flipV="1">
              <a:off x="-554036" y="2946398"/>
              <a:ext cx="1227137" cy="371475"/>
            </a:xfrm>
            <a:custGeom>
              <a:avLst/>
              <a:gdLst>
                <a:gd name="T0" fmla="*/ 327 w 327"/>
                <a:gd name="T1" fmla="*/ 99 h 99"/>
                <a:gd name="T2" fmla="*/ 296 w 327"/>
                <a:gd name="T3" fmla="*/ 99 h 99"/>
                <a:gd name="T4" fmla="*/ 295 w 327"/>
                <a:gd name="T5" fmla="*/ 98 h 99"/>
                <a:gd name="T6" fmla="*/ 200 w 327"/>
                <a:gd name="T7" fmla="*/ 3 h 99"/>
                <a:gd name="T8" fmla="*/ 120 w 327"/>
                <a:gd name="T9" fmla="*/ 3 h 99"/>
                <a:gd name="T10" fmla="*/ 67 w 327"/>
                <a:gd name="T11" fmla="*/ 57 h 99"/>
                <a:gd name="T12" fmla="*/ 66 w 327"/>
                <a:gd name="T13" fmla="*/ 57 h 99"/>
                <a:gd name="T14" fmla="*/ 45 w 327"/>
                <a:gd name="T15" fmla="*/ 57 h 99"/>
                <a:gd name="T16" fmla="*/ 44 w 327"/>
                <a:gd name="T17" fmla="*/ 57 h 99"/>
                <a:gd name="T18" fmla="*/ 0 w 327"/>
                <a:gd name="T19" fmla="*/ 13 h 99"/>
                <a:gd name="T20" fmla="*/ 2 w 327"/>
                <a:gd name="T21" fmla="*/ 10 h 99"/>
                <a:gd name="T22" fmla="*/ 46 w 327"/>
                <a:gd name="T23" fmla="*/ 54 h 99"/>
                <a:gd name="T24" fmla="*/ 65 w 327"/>
                <a:gd name="T25" fmla="*/ 54 h 99"/>
                <a:gd name="T26" fmla="*/ 118 w 327"/>
                <a:gd name="T27" fmla="*/ 0 h 99"/>
                <a:gd name="T28" fmla="*/ 119 w 327"/>
                <a:gd name="T29" fmla="*/ 0 h 99"/>
                <a:gd name="T30" fmla="*/ 201 w 327"/>
                <a:gd name="T31" fmla="*/ 0 h 99"/>
                <a:gd name="T32" fmla="*/ 202 w 327"/>
                <a:gd name="T33" fmla="*/ 0 h 99"/>
                <a:gd name="T34" fmla="*/ 297 w 327"/>
                <a:gd name="T35" fmla="*/ 95 h 99"/>
                <a:gd name="T36" fmla="*/ 327 w 327"/>
                <a:gd name="T37" fmla="*/ 95 h 99"/>
                <a:gd name="T38" fmla="*/ 327 w 327"/>
                <a:gd name="T3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7" h="99">
                  <a:moveTo>
                    <a:pt x="327" y="99"/>
                  </a:moveTo>
                  <a:cubicBezTo>
                    <a:pt x="296" y="99"/>
                    <a:pt x="296" y="99"/>
                    <a:pt x="296" y="99"/>
                  </a:cubicBezTo>
                  <a:cubicBezTo>
                    <a:pt x="296" y="99"/>
                    <a:pt x="295" y="98"/>
                    <a:pt x="295" y="98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67" y="57"/>
                    <a:pt x="67" y="57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2" y="0"/>
                    <a:pt x="202" y="0"/>
                  </a:cubicBezTo>
                  <a:cubicBezTo>
                    <a:pt x="297" y="95"/>
                    <a:pt x="297" y="95"/>
                    <a:pt x="297" y="95"/>
                  </a:cubicBezTo>
                  <a:cubicBezTo>
                    <a:pt x="327" y="95"/>
                    <a:pt x="327" y="95"/>
                    <a:pt x="327" y="95"/>
                  </a:cubicBezTo>
                  <a:lnTo>
                    <a:pt x="327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1" name="Freeform 476"/>
            <p:cNvSpPr>
              <a:spLocks/>
            </p:cNvSpPr>
            <p:nvPr/>
          </p:nvSpPr>
          <p:spPr bwMode="auto">
            <a:xfrm flipV="1">
              <a:off x="-512761" y="2762248"/>
              <a:ext cx="1366837" cy="495300"/>
            </a:xfrm>
            <a:custGeom>
              <a:avLst/>
              <a:gdLst>
                <a:gd name="T0" fmla="*/ 364 w 364"/>
                <a:gd name="T1" fmla="*/ 132 h 132"/>
                <a:gd name="T2" fmla="*/ 314 w 364"/>
                <a:gd name="T3" fmla="*/ 132 h 132"/>
                <a:gd name="T4" fmla="*/ 312 w 364"/>
                <a:gd name="T5" fmla="*/ 131 h 132"/>
                <a:gd name="T6" fmla="*/ 184 w 364"/>
                <a:gd name="T7" fmla="*/ 3 h 132"/>
                <a:gd name="T8" fmla="*/ 122 w 364"/>
                <a:gd name="T9" fmla="*/ 3 h 132"/>
                <a:gd name="T10" fmla="*/ 44 w 364"/>
                <a:gd name="T11" fmla="*/ 81 h 132"/>
                <a:gd name="T12" fmla="*/ 43 w 364"/>
                <a:gd name="T13" fmla="*/ 82 h 132"/>
                <a:gd name="T14" fmla="*/ 21 w 364"/>
                <a:gd name="T15" fmla="*/ 82 h 132"/>
                <a:gd name="T16" fmla="*/ 20 w 364"/>
                <a:gd name="T17" fmla="*/ 81 h 132"/>
                <a:gd name="T18" fmla="*/ 0 w 364"/>
                <a:gd name="T19" fmla="*/ 61 h 132"/>
                <a:gd name="T20" fmla="*/ 2 w 364"/>
                <a:gd name="T21" fmla="*/ 59 h 132"/>
                <a:gd name="T22" fmla="*/ 22 w 364"/>
                <a:gd name="T23" fmla="*/ 78 h 132"/>
                <a:gd name="T24" fmla="*/ 42 w 364"/>
                <a:gd name="T25" fmla="*/ 78 h 132"/>
                <a:gd name="T26" fmla="*/ 120 w 364"/>
                <a:gd name="T27" fmla="*/ 0 h 132"/>
                <a:gd name="T28" fmla="*/ 122 w 364"/>
                <a:gd name="T29" fmla="*/ 0 h 132"/>
                <a:gd name="T30" fmla="*/ 185 w 364"/>
                <a:gd name="T31" fmla="*/ 0 h 132"/>
                <a:gd name="T32" fmla="*/ 186 w 364"/>
                <a:gd name="T33" fmla="*/ 0 h 132"/>
                <a:gd name="T34" fmla="*/ 314 w 364"/>
                <a:gd name="T35" fmla="*/ 128 h 132"/>
                <a:gd name="T36" fmla="*/ 364 w 364"/>
                <a:gd name="T37" fmla="*/ 128 h 132"/>
                <a:gd name="T38" fmla="*/ 364 w 364"/>
                <a:gd name="T39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4" h="132">
                  <a:moveTo>
                    <a:pt x="364" y="132"/>
                  </a:moveTo>
                  <a:cubicBezTo>
                    <a:pt x="314" y="132"/>
                    <a:pt x="314" y="132"/>
                    <a:pt x="314" y="132"/>
                  </a:cubicBezTo>
                  <a:cubicBezTo>
                    <a:pt x="313" y="132"/>
                    <a:pt x="313" y="132"/>
                    <a:pt x="312" y="131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4" y="82"/>
                    <a:pt x="44" y="82"/>
                    <a:pt x="43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0" y="82"/>
                    <a:pt x="20" y="8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0"/>
                    <a:pt x="121" y="0"/>
                    <a:pt x="122" y="0"/>
                  </a:cubicBez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314" y="128"/>
                    <a:pt x="314" y="128"/>
                    <a:pt x="314" y="128"/>
                  </a:cubicBezTo>
                  <a:cubicBezTo>
                    <a:pt x="364" y="128"/>
                    <a:pt x="364" y="128"/>
                    <a:pt x="364" y="128"/>
                  </a:cubicBezTo>
                  <a:lnTo>
                    <a:pt x="364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2" name="Freeform 477"/>
            <p:cNvSpPr>
              <a:spLocks/>
            </p:cNvSpPr>
            <p:nvPr/>
          </p:nvSpPr>
          <p:spPr bwMode="auto">
            <a:xfrm flipV="1">
              <a:off x="-2117723" y="2217736"/>
              <a:ext cx="2424112" cy="387350"/>
            </a:xfrm>
            <a:custGeom>
              <a:avLst/>
              <a:gdLst>
                <a:gd name="T0" fmla="*/ 545 w 646"/>
                <a:gd name="T1" fmla="*/ 103 h 103"/>
                <a:gd name="T2" fmla="*/ 0 w 646"/>
                <a:gd name="T3" fmla="*/ 103 h 103"/>
                <a:gd name="T4" fmla="*/ 0 w 646"/>
                <a:gd name="T5" fmla="*/ 99 h 103"/>
                <a:gd name="T6" fmla="*/ 544 w 646"/>
                <a:gd name="T7" fmla="*/ 99 h 103"/>
                <a:gd name="T8" fmla="*/ 566 w 646"/>
                <a:gd name="T9" fmla="*/ 77 h 103"/>
                <a:gd name="T10" fmla="*/ 566 w 646"/>
                <a:gd name="T11" fmla="*/ 49 h 103"/>
                <a:gd name="T12" fmla="*/ 567 w 646"/>
                <a:gd name="T13" fmla="*/ 48 h 103"/>
                <a:gd name="T14" fmla="*/ 613 w 646"/>
                <a:gd name="T15" fmla="*/ 1 h 103"/>
                <a:gd name="T16" fmla="*/ 614 w 646"/>
                <a:gd name="T17" fmla="*/ 0 h 103"/>
                <a:gd name="T18" fmla="*/ 646 w 646"/>
                <a:gd name="T19" fmla="*/ 0 h 103"/>
                <a:gd name="T20" fmla="*/ 646 w 646"/>
                <a:gd name="T21" fmla="*/ 4 h 103"/>
                <a:gd name="T22" fmla="*/ 615 w 646"/>
                <a:gd name="T23" fmla="*/ 4 h 103"/>
                <a:gd name="T24" fmla="*/ 570 w 646"/>
                <a:gd name="T25" fmla="*/ 49 h 103"/>
                <a:gd name="T26" fmla="*/ 570 w 646"/>
                <a:gd name="T27" fmla="*/ 78 h 103"/>
                <a:gd name="T28" fmla="*/ 569 w 646"/>
                <a:gd name="T29" fmla="*/ 79 h 103"/>
                <a:gd name="T30" fmla="*/ 546 w 646"/>
                <a:gd name="T31" fmla="*/ 102 h 103"/>
                <a:gd name="T32" fmla="*/ 545 w 646"/>
                <a:gd name="T3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6" h="103">
                  <a:moveTo>
                    <a:pt x="545" y="103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544" y="99"/>
                    <a:pt x="544" y="99"/>
                    <a:pt x="544" y="99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6" y="49"/>
                    <a:pt x="566" y="49"/>
                    <a:pt x="566" y="49"/>
                  </a:cubicBezTo>
                  <a:cubicBezTo>
                    <a:pt x="566" y="48"/>
                    <a:pt x="566" y="48"/>
                    <a:pt x="567" y="48"/>
                  </a:cubicBezTo>
                  <a:cubicBezTo>
                    <a:pt x="613" y="1"/>
                    <a:pt x="613" y="1"/>
                    <a:pt x="613" y="1"/>
                  </a:cubicBezTo>
                  <a:cubicBezTo>
                    <a:pt x="614" y="1"/>
                    <a:pt x="614" y="0"/>
                    <a:pt x="614" y="0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615" y="4"/>
                    <a:pt x="615" y="4"/>
                    <a:pt x="615" y="4"/>
                  </a:cubicBezTo>
                  <a:cubicBezTo>
                    <a:pt x="570" y="49"/>
                    <a:pt x="570" y="49"/>
                    <a:pt x="570" y="49"/>
                  </a:cubicBezTo>
                  <a:cubicBezTo>
                    <a:pt x="570" y="78"/>
                    <a:pt x="570" y="78"/>
                    <a:pt x="570" y="78"/>
                  </a:cubicBezTo>
                  <a:cubicBezTo>
                    <a:pt x="570" y="79"/>
                    <a:pt x="569" y="79"/>
                    <a:pt x="569" y="79"/>
                  </a:cubicBezTo>
                  <a:cubicBezTo>
                    <a:pt x="546" y="102"/>
                    <a:pt x="546" y="102"/>
                    <a:pt x="546" y="102"/>
                  </a:cubicBezTo>
                  <a:cubicBezTo>
                    <a:pt x="546" y="103"/>
                    <a:pt x="546" y="103"/>
                    <a:pt x="545" y="1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3" name="Freeform 478"/>
            <p:cNvSpPr>
              <a:spLocks/>
            </p:cNvSpPr>
            <p:nvPr/>
          </p:nvSpPr>
          <p:spPr bwMode="auto">
            <a:xfrm flipV="1">
              <a:off x="-1949448" y="1989136"/>
              <a:ext cx="2443162" cy="428625"/>
            </a:xfrm>
            <a:custGeom>
              <a:avLst/>
              <a:gdLst>
                <a:gd name="T0" fmla="*/ 496 w 651"/>
                <a:gd name="T1" fmla="*/ 114 h 114"/>
                <a:gd name="T2" fmla="*/ 0 w 651"/>
                <a:gd name="T3" fmla="*/ 114 h 114"/>
                <a:gd name="T4" fmla="*/ 0 w 651"/>
                <a:gd name="T5" fmla="*/ 110 h 114"/>
                <a:gd name="T6" fmla="*/ 496 w 651"/>
                <a:gd name="T7" fmla="*/ 110 h 114"/>
                <a:gd name="T8" fmla="*/ 606 w 651"/>
                <a:gd name="T9" fmla="*/ 0 h 114"/>
                <a:gd name="T10" fmla="*/ 607 w 651"/>
                <a:gd name="T11" fmla="*/ 0 h 114"/>
                <a:gd name="T12" fmla="*/ 651 w 651"/>
                <a:gd name="T13" fmla="*/ 0 h 114"/>
                <a:gd name="T14" fmla="*/ 651 w 651"/>
                <a:gd name="T15" fmla="*/ 3 h 114"/>
                <a:gd name="T16" fmla="*/ 608 w 651"/>
                <a:gd name="T17" fmla="*/ 3 h 114"/>
                <a:gd name="T18" fmla="*/ 498 w 651"/>
                <a:gd name="T19" fmla="*/ 113 h 114"/>
                <a:gd name="T20" fmla="*/ 496 w 651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1" h="114">
                  <a:moveTo>
                    <a:pt x="496" y="114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496" y="110"/>
                    <a:pt x="496" y="110"/>
                    <a:pt x="496" y="11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6" y="0"/>
                    <a:pt x="606" y="0"/>
                    <a:pt x="607" y="0"/>
                  </a:cubicBezTo>
                  <a:cubicBezTo>
                    <a:pt x="651" y="0"/>
                    <a:pt x="651" y="0"/>
                    <a:pt x="651" y="0"/>
                  </a:cubicBezTo>
                  <a:cubicBezTo>
                    <a:pt x="651" y="3"/>
                    <a:pt x="651" y="3"/>
                    <a:pt x="651" y="3"/>
                  </a:cubicBezTo>
                  <a:cubicBezTo>
                    <a:pt x="608" y="3"/>
                    <a:pt x="608" y="3"/>
                    <a:pt x="608" y="3"/>
                  </a:cubicBezTo>
                  <a:cubicBezTo>
                    <a:pt x="498" y="113"/>
                    <a:pt x="498" y="113"/>
                    <a:pt x="498" y="113"/>
                  </a:cubicBezTo>
                  <a:cubicBezTo>
                    <a:pt x="497" y="114"/>
                    <a:pt x="497" y="114"/>
                    <a:pt x="496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4" name="Freeform 479"/>
            <p:cNvSpPr>
              <a:spLocks noEditPoints="1"/>
            </p:cNvSpPr>
            <p:nvPr/>
          </p:nvSpPr>
          <p:spPr bwMode="auto">
            <a:xfrm flipV="1">
              <a:off x="5311777" y="6561136"/>
              <a:ext cx="101600" cy="100013"/>
            </a:xfrm>
            <a:custGeom>
              <a:avLst/>
              <a:gdLst>
                <a:gd name="T0" fmla="*/ 13 w 27"/>
                <a:gd name="T1" fmla="*/ 6 h 27"/>
                <a:gd name="T2" fmla="*/ 13 w 27"/>
                <a:gd name="T3" fmla="*/ 6 h 27"/>
                <a:gd name="T4" fmla="*/ 13 w 27"/>
                <a:gd name="T5" fmla="*/ 6 h 27"/>
                <a:gd name="T6" fmla="*/ 20 w 27"/>
                <a:gd name="T7" fmla="*/ 13 h 27"/>
                <a:gd name="T8" fmla="*/ 13 w 27"/>
                <a:gd name="T9" fmla="*/ 20 h 27"/>
                <a:gd name="T10" fmla="*/ 13 w 27"/>
                <a:gd name="T11" fmla="*/ 20 h 27"/>
                <a:gd name="T12" fmla="*/ 13 w 27"/>
                <a:gd name="T13" fmla="*/ 20 h 27"/>
                <a:gd name="T14" fmla="*/ 6 w 27"/>
                <a:gd name="T15" fmla="*/ 13 h 27"/>
                <a:gd name="T16" fmla="*/ 13 w 27"/>
                <a:gd name="T17" fmla="*/ 6 h 27"/>
                <a:gd name="T18" fmla="*/ 13 w 27"/>
                <a:gd name="T19" fmla="*/ 0 h 27"/>
                <a:gd name="T20" fmla="*/ 13 w 27"/>
                <a:gd name="T21" fmla="*/ 0 h 27"/>
                <a:gd name="T22" fmla="*/ 13 w 27"/>
                <a:gd name="T23" fmla="*/ 0 h 27"/>
                <a:gd name="T24" fmla="*/ 4 w 27"/>
                <a:gd name="T25" fmla="*/ 4 h 27"/>
                <a:gd name="T26" fmla="*/ 0 w 27"/>
                <a:gd name="T27" fmla="*/ 13 h 27"/>
                <a:gd name="T28" fmla="*/ 13 w 27"/>
                <a:gd name="T29" fmla="*/ 27 h 27"/>
                <a:gd name="T30" fmla="*/ 23 w 27"/>
                <a:gd name="T31" fmla="*/ 23 h 27"/>
                <a:gd name="T32" fmla="*/ 27 w 27"/>
                <a:gd name="T33" fmla="*/ 13 h 27"/>
                <a:gd name="T34" fmla="*/ 13 w 27"/>
                <a:gd name="T3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7">
                  <a:moveTo>
                    <a:pt x="13" y="6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7" y="6"/>
                    <a:pt x="20" y="10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10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6"/>
                    <a:pt x="0" y="10"/>
                    <a:pt x="0" y="13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17" y="27"/>
                    <a:pt x="20" y="26"/>
                    <a:pt x="23" y="23"/>
                  </a:cubicBezTo>
                  <a:cubicBezTo>
                    <a:pt x="26" y="20"/>
                    <a:pt x="27" y="17"/>
                    <a:pt x="27" y="13"/>
                  </a:cubicBezTo>
                  <a:cubicBezTo>
                    <a:pt x="27" y="6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5" name="Freeform 480"/>
            <p:cNvSpPr>
              <a:spLocks noEditPoints="1"/>
            </p:cNvSpPr>
            <p:nvPr/>
          </p:nvSpPr>
          <p:spPr bwMode="auto">
            <a:xfrm flipV="1">
              <a:off x="5322889" y="6924673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6" name="Freeform 481"/>
            <p:cNvSpPr>
              <a:spLocks noEditPoints="1"/>
            </p:cNvSpPr>
            <p:nvPr/>
          </p:nvSpPr>
          <p:spPr bwMode="auto">
            <a:xfrm flipV="1">
              <a:off x="3360739" y="99790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7" name="Freeform 482"/>
            <p:cNvSpPr>
              <a:spLocks noEditPoints="1"/>
            </p:cNvSpPr>
            <p:nvPr/>
          </p:nvSpPr>
          <p:spPr bwMode="auto">
            <a:xfrm flipV="1">
              <a:off x="5138739" y="67405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8" name="Freeform 483"/>
            <p:cNvSpPr>
              <a:spLocks noEditPoints="1"/>
            </p:cNvSpPr>
            <p:nvPr/>
          </p:nvSpPr>
          <p:spPr bwMode="auto">
            <a:xfrm flipV="1">
              <a:off x="2733677" y="96345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9" name="Freeform 484"/>
            <p:cNvSpPr>
              <a:spLocks noEditPoints="1"/>
            </p:cNvSpPr>
            <p:nvPr/>
          </p:nvSpPr>
          <p:spPr bwMode="auto">
            <a:xfrm flipV="1">
              <a:off x="4973639" y="69167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0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0" name="Freeform 485"/>
            <p:cNvSpPr>
              <a:spLocks noEditPoints="1"/>
            </p:cNvSpPr>
            <p:nvPr/>
          </p:nvSpPr>
          <p:spPr bwMode="auto">
            <a:xfrm flipV="1">
              <a:off x="3698877" y="8823323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1" name="Freeform 486"/>
            <p:cNvSpPr>
              <a:spLocks noEditPoints="1"/>
            </p:cNvSpPr>
            <p:nvPr/>
          </p:nvSpPr>
          <p:spPr bwMode="auto">
            <a:xfrm flipV="1">
              <a:off x="497363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5"/>
                    <a:pt x="15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2" name="Freeform 487"/>
            <p:cNvSpPr>
              <a:spLocks noEditPoints="1"/>
            </p:cNvSpPr>
            <p:nvPr/>
          </p:nvSpPr>
          <p:spPr bwMode="auto">
            <a:xfrm flipV="1">
              <a:off x="3041652" y="99948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3" name="Freeform 488"/>
            <p:cNvSpPr>
              <a:spLocks noEditPoints="1"/>
            </p:cNvSpPr>
            <p:nvPr/>
          </p:nvSpPr>
          <p:spPr bwMode="auto">
            <a:xfrm flipV="1">
              <a:off x="532288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0 w 24"/>
                <a:gd name="T19" fmla="*/ 20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4" name="Freeform 489"/>
            <p:cNvSpPr>
              <a:spLocks noEditPoints="1"/>
            </p:cNvSpPr>
            <p:nvPr/>
          </p:nvSpPr>
          <p:spPr bwMode="auto">
            <a:xfrm flipV="1">
              <a:off x="3187702" y="99901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4 w 24"/>
                <a:gd name="T15" fmla="*/ 4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5" name="Freeform 490"/>
            <p:cNvSpPr>
              <a:spLocks noEditPoints="1"/>
            </p:cNvSpPr>
            <p:nvPr/>
          </p:nvSpPr>
          <p:spPr bwMode="auto">
            <a:xfrm flipV="1">
              <a:off x="5492752" y="7097711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6" name="Freeform 491"/>
            <p:cNvSpPr>
              <a:spLocks noEditPoints="1"/>
            </p:cNvSpPr>
            <p:nvPr/>
          </p:nvSpPr>
          <p:spPr bwMode="auto">
            <a:xfrm flipV="1">
              <a:off x="2973389" y="10133011"/>
              <a:ext cx="90487" cy="93663"/>
            </a:xfrm>
            <a:custGeom>
              <a:avLst/>
              <a:gdLst>
                <a:gd name="T0" fmla="*/ 12 w 24"/>
                <a:gd name="T1" fmla="*/ 6 h 25"/>
                <a:gd name="T2" fmla="*/ 12 w 24"/>
                <a:gd name="T3" fmla="*/ 6 h 25"/>
                <a:gd name="T4" fmla="*/ 19 w 24"/>
                <a:gd name="T5" fmla="*/ 13 h 25"/>
                <a:gd name="T6" fmla="*/ 12 w 24"/>
                <a:gd name="T7" fmla="*/ 19 h 25"/>
                <a:gd name="T8" fmla="*/ 5 w 24"/>
                <a:gd name="T9" fmla="*/ 13 h 25"/>
                <a:gd name="T10" fmla="*/ 12 w 24"/>
                <a:gd name="T11" fmla="*/ 6 h 25"/>
                <a:gd name="T12" fmla="*/ 12 w 24"/>
                <a:gd name="T13" fmla="*/ 0 h 25"/>
                <a:gd name="T14" fmla="*/ 12 w 24"/>
                <a:gd name="T15" fmla="*/ 0 h 25"/>
                <a:gd name="T16" fmla="*/ 3 w 24"/>
                <a:gd name="T17" fmla="*/ 4 h 25"/>
                <a:gd name="T18" fmla="*/ 0 w 24"/>
                <a:gd name="T19" fmla="*/ 13 h 25"/>
                <a:gd name="T20" fmla="*/ 12 w 24"/>
                <a:gd name="T21" fmla="*/ 25 h 25"/>
                <a:gd name="T22" fmla="*/ 20 w 24"/>
                <a:gd name="T23" fmla="*/ 21 h 25"/>
                <a:gd name="T24" fmla="*/ 24 w 24"/>
                <a:gd name="T25" fmla="*/ 12 h 25"/>
                <a:gd name="T26" fmla="*/ 12 w 24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5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3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5" y="25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7" name="Oval 492"/>
            <p:cNvSpPr>
              <a:spLocks noChangeArrowheads="1"/>
            </p:cNvSpPr>
            <p:nvPr/>
          </p:nvSpPr>
          <p:spPr bwMode="auto">
            <a:xfrm flipV="1">
              <a:off x="5514977" y="6913561"/>
              <a:ext cx="107950" cy="1079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8" name="Freeform 493"/>
            <p:cNvSpPr>
              <a:spLocks/>
            </p:cNvSpPr>
            <p:nvPr/>
          </p:nvSpPr>
          <p:spPr bwMode="auto">
            <a:xfrm flipV="1">
              <a:off x="3049589" y="7156449"/>
              <a:ext cx="2944812" cy="3028950"/>
            </a:xfrm>
            <a:custGeom>
              <a:avLst/>
              <a:gdLst>
                <a:gd name="T0" fmla="*/ 673 w 785"/>
                <a:gd name="T1" fmla="*/ 807 h 807"/>
                <a:gd name="T2" fmla="*/ 670 w 785"/>
                <a:gd name="T3" fmla="*/ 804 h 807"/>
                <a:gd name="T4" fmla="*/ 688 w 785"/>
                <a:gd name="T5" fmla="*/ 787 h 807"/>
                <a:gd name="T6" fmla="*/ 689 w 785"/>
                <a:gd name="T7" fmla="*/ 786 h 807"/>
                <a:gd name="T8" fmla="*/ 728 w 785"/>
                <a:gd name="T9" fmla="*/ 786 h 807"/>
                <a:gd name="T10" fmla="*/ 782 w 785"/>
                <a:gd name="T11" fmla="*/ 733 h 807"/>
                <a:gd name="T12" fmla="*/ 782 w 785"/>
                <a:gd name="T13" fmla="*/ 692 h 807"/>
                <a:gd name="T14" fmla="*/ 93 w 785"/>
                <a:gd name="T15" fmla="*/ 3 h 807"/>
                <a:gd name="T16" fmla="*/ 0 w 785"/>
                <a:gd name="T17" fmla="*/ 3 h 807"/>
                <a:gd name="T18" fmla="*/ 0 w 785"/>
                <a:gd name="T19" fmla="*/ 0 h 807"/>
                <a:gd name="T20" fmla="*/ 94 w 785"/>
                <a:gd name="T21" fmla="*/ 0 h 807"/>
                <a:gd name="T22" fmla="*/ 95 w 785"/>
                <a:gd name="T23" fmla="*/ 0 h 807"/>
                <a:gd name="T24" fmla="*/ 785 w 785"/>
                <a:gd name="T25" fmla="*/ 690 h 807"/>
                <a:gd name="T26" fmla="*/ 785 w 785"/>
                <a:gd name="T27" fmla="*/ 692 h 807"/>
                <a:gd name="T28" fmla="*/ 785 w 785"/>
                <a:gd name="T29" fmla="*/ 733 h 807"/>
                <a:gd name="T30" fmla="*/ 785 w 785"/>
                <a:gd name="T31" fmla="*/ 735 h 807"/>
                <a:gd name="T32" fmla="*/ 730 w 785"/>
                <a:gd name="T33" fmla="*/ 789 h 807"/>
                <a:gd name="T34" fmla="*/ 729 w 785"/>
                <a:gd name="T35" fmla="*/ 790 h 807"/>
                <a:gd name="T36" fmla="*/ 690 w 785"/>
                <a:gd name="T37" fmla="*/ 790 h 807"/>
                <a:gd name="T38" fmla="*/ 673 w 785"/>
                <a:gd name="T3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5" h="807">
                  <a:moveTo>
                    <a:pt x="673" y="807"/>
                  </a:moveTo>
                  <a:cubicBezTo>
                    <a:pt x="670" y="804"/>
                    <a:pt x="670" y="804"/>
                    <a:pt x="670" y="804"/>
                  </a:cubicBezTo>
                  <a:cubicBezTo>
                    <a:pt x="688" y="787"/>
                    <a:pt x="688" y="787"/>
                    <a:pt x="688" y="787"/>
                  </a:cubicBezTo>
                  <a:cubicBezTo>
                    <a:pt x="688" y="787"/>
                    <a:pt x="689" y="786"/>
                    <a:pt x="689" y="786"/>
                  </a:cubicBezTo>
                  <a:cubicBezTo>
                    <a:pt x="728" y="786"/>
                    <a:pt x="728" y="786"/>
                    <a:pt x="728" y="786"/>
                  </a:cubicBezTo>
                  <a:cubicBezTo>
                    <a:pt x="782" y="733"/>
                    <a:pt x="782" y="733"/>
                    <a:pt x="782" y="733"/>
                  </a:cubicBezTo>
                  <a:cubicBezTo>
                    <a:pt x="782" y="692"/>
                    <a:pt x="782" y="692"/>
                    <a:pt x="782" y="692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0"/>
                  </a:cubicBezTo>
                  <a:cubicBezTo>
                    <a:pt x="785" y="690"/>
                    <a:pt x="785" y="690"/>
                    <a:pt x="785" y="690"/>
                  </a:cubicBezTo>
                  <a:cubicBezTo>
                    <a:pt x="785" y="691"/>
                    <a:pt x="785" y="691"/>
                    <a:pt x="785" y="692"/>
                  </a:cubicBezTo>
                  <a:cubicBezTo>
                    <a:pt x="785" y="733"/>
                    <a:pt x="785" y="733"/>
                    <a:pt x="785" y="733"/>
                  </a:cubicBezTo>
                  <a:cubicBezTo>
                    <a:pt x="785" y="734"/>
                    <a:pt x="785" y="734"/>
                    <a:pt x="785" y="735"/>
                  </a:cubicBezTo>
                  <a:cubicBezTo>
                    <a:pt x="730" y="789"/>
                    <a:pt x="730" y="789"/>
                    <a:pt x="730" y="789"/>
                  </a:cubicBezTo>
                  <a:cubicBezTo>
                    <a:pt x="730" y="790"/>
                    <a:pt x="729" y="790"/>
                    <a:pt x="729" y="790"/>
                  </a:cubicBezTo>
                  <a:cubicBezTo>
                    <a:pt x="690" y="790"/>
                    <a:pt x="690" y="790"/>
                    <a:pt x="690" y="790"/>
                  </a:cubicBezTo>
                  <a:lnTo>
                    <a:pt x="673" y="8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9" name="Freeform 494"/>
            <p:cNvSpPr>
              <a:spLocks/>
            </p:cNvSpPr>
            <p:nvPr/>
          </p:nvSpPr>
          <p:spPr bwMode="auto">
            <a:xfrm flipV="1">
              <a:off x="3297239" y="7007223"/>
              <a:ext cx="2435225" cy="2998788"/>
            </a:xfrm>
            <a:custGeom>
              <a:avLst/>
              <a:gdLst>
                <a:gd name="T0" fmla="*/ 550 w 649"/>
                <a:gd name="T1" fmla="*/ 799 h 799"/>
                <a:gd name="T2" fmla="*/ 550 w 649"/>
                <a:gd name="T3" fmla="*/ 764 h 799"/>
                <a:gd name="T4" fmla="*/ 551 w 649"/>
                <a:gd name="T5" fmla="*/ 762 h 799"/>
                <a:gd name="T6" fmla="*/ 646 w 649"/>
                <a:gd name="T7" fmla="*/ 671 h 799"/>
                <a:gd name="T8" fmla="*/ 646 w 649"/>
                <a:gd name="T9" fmla="*/ 644 h 799"/>
                <a:gd name="T10" fmla="*/ 216 w 649"/>
                <a:gd name="T11" fmla="*/ 214 h 799"/>
                <a:gd name="T12" fmla="*/ 164 w 649"/>
                <a:gd name="T13" fmla="*/ 214 h 799"/>
                <a:gd name="T14" fmla="*/ 162 w 649"/>
                <a:gd name="T15" fmla="*/ 214 h 799"/>
                <a:gd name="T16" fmla="*/ 0 w 649"/>
                <a:gd name="T17" fmla="*/ 52 h 799"/>
                <a:gd name="T18" fmla="*/ 0 w 649"/>
                <a:gd name="T19" fmla="*/ 51 h 799"/>
                <a:gd name="T20" fmla="*/ 0 w 649"/>
                <a:gd name="T21" fmla="*/ 22 h 799"/>
                <a:gd name="T22" fmla="*/ 0 w 649"/>
                <a:gd name="T23" fmla="*/ 21 h 799"/>
                <a:gd name="T24" fmla="*/ 22 w 649"/>
                <a:gd name="T25" fmla="*/ 0 h 799"/>
                <a:gd name="T26" fmla="*/ 24 w 649"/>
                <a:gd name="T27" fmla="*/ 2 h 799"/>
                <a:gd name="T28" fmla="*/ 3 w 649"/>
                <a:gd name="T29" fmla="*/ 23 h 799"/>
                <a:gd name="T30" fmla="*/ 3 w 649"/>
                <a:gd name="T31" fmla="*/ 50 h 799"/>
                <a:gd name="T32" fmla="*/ 164 w 649"/>
                <a:gd name="T33" fmla="*/ 211 h 799"/>
                <a:gd name="T34" fmla="*/ 217 w 649"/>
                <a:gd name="T35" fmla="*/ 211 h 799"/>
                <a:gd name="T36" fmla="*/ 218 w 649"/>
                <a:gd name="T37" fmla="*/ 211 h 799"/>
                <a:gd name="T38" fmla="*/ 649 w 649"/>
                <a:gd name="T39" fmla="*/ 642 h 799"/>
                <a:gd name="T40" fmla="*/ 649 w 649"/>
                <a:gd name="T41" fmla="*/ 644 h 799"/>
                <a:gd name="T42" fmla="*/ 649 w 649"/>
                <a:gd name="T43" fmla="*/ 671 h 799"/>
                <a:gd name="T44" fmla="*/ 649 w 649"/>
                <a:gd name="T45" fmla="*/ 673 h 799"/>
                <a:gd name="T46" fmla="*/ 554 w 649"/>
                <a:gd name="T47" fmla="*/ 764 h 799"/>
                <a:gd name="T48" fmla="*/ 554 w 649"/>
                <a:gd name="T49" fmla="*/ 799 h 799"/>
                <a:gd name="T50" fmla="*/ 550 w 649"/>
                <a:gd name="T51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9" h="799">
                  <a:moveTo>
                    <a:pt x="550" y="799"/>
                  </a:moveTo>
                  <a:cubicBezTo>
                    <a:pt x="550" y="764"/>
                    <a:pt x="550" y="764"/>
                    <a:pt x="550" y="764"/>
                  </a:cubicBezTo>
                  <a:cubicBezTo>
                    <a:pt x="550" y="763"/>
                    <a:pt x="550" y="763"/>
                    <a:pt x="551" y="762"/>
                  </a:cubicBezTo>
                  <a:cubicBezTo>
                    <a:pt x="646" y="671"/>
                    <a:pt x="646" y="671"/>
                    <a:pt x="646" y="671"/>
                  </a:cubicBezTo>
                  <a:cubicBezTo>
                    <a:pt x="646" y="644"/>
                    <a:pt x="646" y="644"/>
                    <a:pt x="646" y="644"/>
                  </a:cubicBezTo>
                  <a:cubicBezTo>
                    <a:pt x="216" y="214"/>
                    <a:pt x="216" y="214"/>
                    <a:pt x="216" y="214"/>
                  </a:cubicBezTo>
                  <a:cubicBezTo>
                    <a:pt x="164" y="214"/>
                    <a:pt x="164" y="214"/>
                    <a:pt x="164" y="214"/>
                  </a:cubicBezTo>
                  <a:cubicBezTo>
                    <a:pt x="163" y="214"/>
                    <a:pt x="163" y="214"/>
                    <a:pt x="162" y="2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0" y="5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164" y="211"/>
                    <a:pt x="164" y="211"/>
                    <a:pt x="164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7" y="211"/>
                    <a:pt x="218" y="211"/>
                    <a:pt x="218" y="211"/>
                  </a:cubicBezTo>
                  <a:cubicBezTo>
                    <a:pt x="649" y="642"/>
                    <a:pt x="649" y="642"/>
                    <a:pt x="649" y="642"/>
                  </a:cubicBezTo>
                  <a:cubicBezTo>
                    <a:pt x="649" y="643"/>
                    <a:pt x="649" y="643"/>
                    <a:pt x="649" y="644"/>
                  </a:cubicBezTo>
                  <a:cubicBezTo>
                    <a:pt x="649" y="671"/>
                    <a:pt x="649" y="671"/>
                    <a:pt x="649" y="671"/>
                  </a:cubicBezTo>
                  <a:cubicBezTo>
                    <a:pt x="649" y="672"/>
                    <a:pt x="649" y="672"/>
                    <a:pt x="649" y="673"/>
                  </a:cubicBezTo>
                  <a:cubicBezTo>
                    <a:pt x="554" y="764"/>
                    <a:pt x="554" y="764"/>
                    <a:pt x="554" y="764"/>
                  </a:cubicBezTo>
                  <a:cubicBezTo>
                    <a:pt x="554" y="799"/>
                    <a:pt x="554" y="799"/>
                    <a:pt x="554" y="799"/>
                  </a:cubicBezTo>
                  <a:lnTo>
                    <a:pt x="550" y="7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0" name="Freeform 495"/>
            <p:cNvSpPr>
              <a:spLocks/>
            </p:cNvSpPr>
            <p:nvPr/>
          </p:nvSpPr>
          <p:spPr bwMode="auto">
            <a:xfrm flipV="1">
              <a:off x="3127377" y="7356474"/>
              <a:ext cx="2330450" cy="2663825"/>
            </a:xfrm>
            <a:custGeom>
              <a:avLst/>
              <a:gdLst>
                <a:gd name="T0" fmla="*/ 606 w 621"/>
                <a:gd name="T1" fmla="*/ 710 h 710"/>
                <a:gd name="T2" fmla="*/ 603 w 621"/>
                <a:gd name="T3" fmla="*/ 707 h 710"/>
                <a:gd name="T4" fmla="*/ 617 w 621"/>
                <a:gd name="T5" fmla="*/ 693 h 710"/>
                <a:gd name="T6" fmla="*/ 617 w 621"/>
                <a:gd name="T7" fmla="*/ 621 h 710"/>
                <a:gd name="T8" fmla="*/ 247 w 621"/>
                <a:gd name="T9" fmla="*/ 250 h 710"/>
                <a:gd name="T10" fmla="*/ 200 w 621"/>
                <a:gd name="T11" fmla="*/ 250 h 710"/>
                <a:gd name="T12" fmla="*/ 198 w 621"/>
                <a:gd name="T13" fmla="*/ 250 h 710"/>
                <a:gd name="T14" fmla="*/ 0 w 621"/>
                <a:gd name="T15" fmla="*/ 52 h 710"/>
                <a:gd name="T16" fmla="*/ 0 w 621"/>
                <a:gd name="T17" fmla="*/ 50 h 710"/>
                <a:gd name="T18" fmla="*/ 0 w 621"/>
                <a:gd name="T19" fmla="*/ 23 h 710"/>
                <a:gd name="T20" fmla="*/ 0 w 621"/>
                <a:gd name="T21" fmla="*/ 22 h 710"/>
                <a:gd name="T22" fmla="*/ 22 w 621"/>
                <a:gd name="T23" fmla="*/ 0 h 710"/>
                <a:gd name="T24" fmla="*/ 24 w 621"/>
                <a:gd name="T25" fmla="*/ 2 h 710"/>
                <a:gd name="T26" fmla="*/ 3 w 621"/>
                <a:gd name="T27" fmla="*/ 24 h 710"/>
                <a:gd name="T28" fmla="*/ 3 w 621"/>
                <a:gd name="T29" fmla="*/ 50 h 710"/>
                <a:gd name="T30" fmla="*/ 200 w 621"/>
                <a:gd name="T31" fmla="*/ 247 h 710"/>
                <a:gd name="T32" fmla="*/ 248 w 621"/>
                <a:gd name="T33" fmla="*/ 247 h 710"/>
                <a:gd name="T34" fmla="*/ 249 w 621"/>
                <a:gd name="T35" fmla="*/ 247 h 710"/>
                <a:gd name="T36" fmla="*/ 620 w 621"/>
                <a:gd name="T37" fmla="*/ 619 h 710"/>
                <a:gd name="T38" fmla="*/ 621 w 621"/>
                <a:gd name="T39" fmla="*/ 620 h 710"/>
                <a:gd name="T40" fmla="*/ 621 w 621"/>
                <a:gd name="T41" fmla="*/ 694 h 710"/>
                <a:gd name="T42" fmla="*/ 620 w 621"/>
                <a:gd name="T43" fmla="*/ 695 h 710"/>
                <a:gd name="T44" fmla="*/ 606 w 621"/>
                <a:gd name="T45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1" h="710">
                  <a:moveTo>
                    <a:pt x="606" y="710"/>
                  </a:moveTo>
                  <a:cubicBezTo>
                    <a:pt x="603" y="707"/>
                    <a:pt x="603" y="707"/>
                    <a:pt x="603" y="707"/>
                  </a:cubicBezTo>
                  <a:cubicBezTo>
                    <a:pt x="617" y="693"/>
                    <a:pt x="617" y="693"/>
                    <a:pt x="617" y="693"/>
                  </a:cubicBezTo>
                  <a:cubicBezTo>
                    <a:pt x="617" y="621"/>
                    <a:pt x="617" y="621"/>
                    <a:pt x="617" y="621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00" y="250"/>
                    <a:pt x="200" y="250"/>
                    <a:pt x="200" y="250"/>
                  </a:cubicBezTo>
                  <a:cubicBezTo>
                    <a:pt x="199" y="250"/>
                    <a:pt x="199" y="250"/>
                    <a:pt x="198" y="25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1"/>
                    <a:pt x="0" y="51"/>
                    <a:pt x="0" y="5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00" y="247"/>
                    <a:pt x="200" y="247"/>
                    <a:pt x="200" y="247"/>
                  </a:cubicBezTo>
                  <a:cubicBezTo>
                    <a:pt x="248" y="247"/>
                    <a:pt x="248" y="247"/>
                    <a:pt x="248" y="247"/>
                  </a:cubicBezTo>
                  <a:cubicBezTo>
                    <a:pt x="248" y="247"/>
                    <a:pt x="248" y="247"/>
                    <a:pt x="249" y="247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1" y="619"/>
                    <a:pt x="621" y="620"/>
                  </a:cubicBezTo>
                  <a:cubicBezTo>
                    <a:pt x="621" y="694"/>
                    <a:pt x="621" y="694"/>
                    <a:pt x="621" y="694"/>
                  </a:cubicBezTo>
                  <a:cubicBezTo>
                    <a:pt x="621" y="695"/>
                    <a:pt x="620" y="695"/>
                    <a:pt x="620" y="695"/>
                  </a:cubicBezTo>
                  <a:lnTo>
                    <a:pt x="606" y="7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1" name="Freeform 496"/>
            <p:cNvSpPr>
              <a:spLocks/>
            </p:cNvSpPr>
            <p:nvPr/>
          </p:nvSpPr>
          <p:spPr bwMode="auto">
            <a:xfrm flipV="1">
              <a:off x="2986089" y="7318373"/>
              <a:ext cx="2389187" cy="2706688"/>
            </a:xfrm>
            <a:custGeom>
              <a:avLst/>
              <a:gdLst>
                <a:gd name="T0" fmla="*/ 552 w 637"/>
                <a:gd name="T1" fmla="*/ 721 h 721"/>
                <a:gd name="T2" fmla="*/ 552 w 637"/>
                <a:gd name="T3" fmla="*/ 716 h 721"/>
                <a:gd name="T4" fmla="*/ 593 w 637"/>
                <a:gd name="T5" fmla="*/ 716 h 721"/>
                <a:gd name="T6" fmla="*/ 632 w 637"/>
                <a:gd name="T7" fmla="*/ 677 h 721"/>
                <a:gd name="T8" fmla="*/ 632 w 637"/>
                <a:gd name="T9" fmla="*/ 635 h 721"/>
                <a:gd name="T10" fmla="*/ 279 w 637"/>
                <a:gd name="T11" fmla="*/ 283 h 721"/>
                <a:gd name="T12" fmla="*/ 219 w 637"/>
                <a:gd name="T13" fmla="*/ 283 h 721"/>
                <a:gd name="T14" fmla="*/ 217 w 637"/>
                <a:gd name="T15" fmla="*/ 282 h 721"/>
                <a:gd name="T16" fmla="*/ 1 w 637"/>
                <a:gd name="T17" fmla="*/ 66 h 721"/>
                <a:gd name="T18" fmla="*/ 0 w 637"/>
                <a:gd name="T19" fmla="*/ 64 h 721"/>
                <a:gd name="T20" fmla="*/ 0 w 637"/>
                <a:gd name="T21" fmla="*/ 20 h 721"/>
                <a:gd name="T22" fmla="*/ 1 w 637"/>
                <a:gd name="T23" fmla="*/ 18 h 721"/>
                <a:gd name="T24" fmla="*/ 19 w 637"/>
                <a:gd name="T25" fmla="*/ 0 h 721"/>
                <a:gd name="T26" fmla="*/ 23 w 637"/>
                <a:gd name="T27" fmla="*/ 3 h 721"/>
                <a:gd name="T28" fmla="*/ 5 w 637"/>
                <a:gd name="T29" fmla="*/ 21 h 721"/>
                <a:gd name="T30" fmla="*/ 5 w 637"/>
                <a:gd name="T31" fmla="*/ 63 h 721"/>
                <a:gd name="T32" fmla="*/ 220 w 637"/>
                <a:gd name="T33" fmla="*/ 277 h 721"/>
                <a:gd name="T34" fmla="*/ 280 w 637"/>
                <a:gd name="T35" fmla="*/ 277 h 721"/>
                <a:gd name="T36" fmla="*/ 282 w 637"/>
                <a:gd name="T37" fmla="*/ 278 h 721"/>
                <a:gd name="T38" fmla="*/ 636 w 637"/>
                <a:gd name="T39" fmla="*/ 633 h 721"/>
                <a:gd name="T40" fmla="*/ 637 w 637"/>
                <a:gd name="T41" fmla="*/ 634 h 721"/>
                <a:gd name="T42" fmla="*/ 637 w 637"/>
                <a:gd name="T43" fmla="*/ 678 h 721"/>
                <a:gd name="T44" fmla="*/ 636 w 637"/>
                <a:gd name="T45" fmla="*/ 680 h 721"/>
                <a:gd name="T46" fmla="*/ 596 w 637"/>
                <a:gd name="T47" fmla="*/ 720 h 721"/>
                <a:gd name="T48" fmla="*/ 594 w 637"/>
                <a:gd name="T49" fmla="*/ 721 h 721"/>
                <a:gd name="T50" fmla="*/ 552 w 637"/>
                <a:gd name="T51" fmla="*/ 72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7" h="721">
                  <a:moveTo>
                    <a:pt x="552" y="721"/>
                  </a:moveTo>
                  <a:cubicBezTo>
                    <a:pt x="552" y="716"/>
                    <a:pt x="552" y="716"/>
                    <a:pt x="552" y="716"/>
                  </a:cubicBezTo>
                  <a:cubicBezTo>
                    <a:pt x="593" y="716"/>
                    <a:pt x="593" y="716"/>
                    <a:pt x="593" y="716"/>
                  </a:cubicBezTo>
                  <a:cubicBezTo>
                    <a:pt x="632" y="677"/>
                    <a:pt x="632" y="677"/>
                    <a:pt x="632" y="677"/>
                  </a:cubicBezTo>
                  <a:cubicBezTo>
                    <a:pt x="632" y="635"/>
                    <a:pt x="632" y="635"/>
                    <a:pt x="632" y="635"/>
                  </a:cubicBezTo>
                  <a:cubicBezTo>
                    <a:pt x="279" y="283"/>
                    <a:pt x="279" y="283"/>
                    <a:pt x="279" y="283"/>
                  </a:cubicBezTo>
                  <a:cubicBezTo>
                    <a:pt x="219" y="283"/>
                    <a:pt x="219" y="283"/>
                    <a:pt x="219" y="283"/>
                  </a:cubicBezTo>
                  <a:cubicBezTo>
                    <a:pt x="218" y="283"/>
                    <a:pt x="218" y="282"/>
                    <a:pt x="217" y="282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0" y="65"/>
                    <a:pt x="0" y="6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9"/>
                    <a:pt x="1" y="18"/>
                    <a:pt x="1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220" y="277"/>
                    <a:pt x="220" y="277"/>
                    <a:pt x="220" y="277"/>
                  </a:cubicBezTo>
                  <a:cubicBezTo>
                    <a:pt x="280" y="277"/>
                    <a:pt x="280" y="277"/>
                    <a:pt x="280" y="277"/>
                  </a:cubicBezTo>
                  <a:cubicBezTo>
                    <a:pt x="281" y="277"/>
                    <a:pt x="282" y="278"/>
                    <a:pt x="282" y="278"/>
                  </a:cubicBezTo>
                  <a:cubicBezTo>
                    <a:pt x="636" y="633"/>
                    <a:pt x="636" y="633"/>
                    <a:pt x="636" y="633"/>
                  </a:cubicBezTo>
                  <a:cubicBezTo>
                    <a:pt x="637" y="633"/>
                    <a:pt x="637" y="634"/>
                    <a:pt x="637" y="634"/>
                  </a:cubicBezTo>
                  <a:cubicBezTo>
                    <a:pt x="637" y="678"/>
                    <a:pt x="637" y="678"/>
                    <a:pt x="637" y="678"/>
                  </a:cubicBezTo>
                  <a:cubicBezTo>
                    <a:pt x="637" y="679"/>
                    <a:pt x="637" y="680"/>
                    <a:pt x="636" y="680"/>
                  </a:cubicBezTo>
                  <a:cubicBezTo>
                    <a:pt x="596" y="720"/>
                    <a:pt x="596" y="720"/>
                    <a:pt x="596" y="720"/>
                  </a:cubicBezTo>
                  <a:cubicBezTo>
                    <a:pt x="596" y="721"/>
                    <a:pt x="595" y="721"/>
                    <a:pt x="594" y="721"/>
                  </a:cubicBezTo>
                  <a:lnTo>
                    <a:pt x="552" y="72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2" name="Freeform 497"/>
            <p:cNvSpPr>
              <a:spLocks/>
            </p:cNvSpPr>
            <p:nvPr/>
          </p:nvSpPr>
          <p:spPr bwMode="auto">
            <a:xfrm flipV="1">
              <a:off x="3776664" y="7004048"/>
              <a:ext cx="1512887" cy="1871663"/>
            </a:xfrm>
            <a:custGeom>
              <a:avLst/>
              <a:gdLst>
                <a:gd name="T0" fmla="*/ 333 w 403"/>
                <a:gd name="T1" fmla="*/ 499 h 499"/>
                <a:gd name="T2" fmla="*/ 328 w 403"/>
                <a:gd name="T3" fmla="*/ 499 h 499"/>
                <a:gd name="T4" fmla="*/ 328 w 403"/>
                <a:gd name="T5" fmla="*/ 468 h 499"/>
                <a:gd name="T6" fmla="*/ 300 w 403"/>
                <a:gd name="T7" fmla="*/ 440 h 499"/>
                <a:gd name="T8" fmla="*/ 299 w 403"/>
                <a:gd name="T9" fmla="*/ 438 h 499"/>
                <a:gd name="T10" fmla="*/ 299 w 403"/>
                <a:gd name="T11" fmla="*/ 398 h 499"/>
                <a:gd name="T12" fmla="*/ 300 w 403"/>
                <a:gd name="T13" fmla="*/ 396 h 499"/>
                <a:gd name="T14" fmla="*/ 322 w 403"/>
                <a:gd name="T15" fmla="*/ 374 h 499"/>
                <a:gd name="T16" fmla="*/ 323 w 403"/>
                <a:gd name="T17" fmla="*/ 374 h 499"/>
                <a:gd name="T18" fmla="*/ 374 w 403"/>
                <a:gd name="T19" fmla="*/ 374 h 499"/>
                <a:gd name="T20" fmla="*/ 398 w 403"/>
                <a:gd name="T21" fmla="*/ 349 h 499"/>
                <a:gd name="T22" fmla="*/ 398 w 403"/>
                <a:gd name="T23" fmla="*/ 340 h 499"/>
                <a:gd name="T24" fmla="*/ 63 w 403"/>
                <a:gd name="T25" fmla="*/ 5 h 499"/>
                <a:gd name="T26" fmla="*/ 0 w 403"/>
                <a:gd name="T27" fmla="*/ 5 h 499"/>
                <a:gd name="T28" fmla="*/ 0 w 403"/>
                <a:gd name="T29" fmla="*/ 0 h 499"/>
                <a:gd name="T30" fmla="*/ 64 w 403"/>
                <a:gd name="T31" fmla="*/ 0 h 499"/>
                <a:gd name="T32" fmla="*/ 66 w 403"/>
                <a:gd name="T33" fmla="*/ 0 h 499"/>
                <a:gd name="T34" fmla="*/ 403 w 403"/>
                <a:gd name="T35" fmla="*/ 337 h 499"/>
                <a:gd name="T36" fmla="*/ 403 w 403"/>
                <a:gd name="T37" fmla="*/ 339 h 499"/>
                <a:gd name="T38" fmla="*/ 403 w 403"/>
                <a:gd name="T39" fmla="*/ 350 h 499"/>
                <a:gd name="T40" fmla="*/ 403 w 403"/>
                <a:gd name="T41" fmla="*/ 352 h 499"/>
                <a:gd name="T42" fmla="*/ 377 w 403"/>
                <a:gd name="T43" fmla="*/ 378 h 499"/>
                <a:gd name="T44" fmla="*/ 375 w 403"/>
                <a:gd name="T45" fmla="*/ 379 h 499"/>
                <a:gd name="T46" fmla="*/ 325 w 403"/>
                <a:gd name="T47" fmla="*/ 379 h 499"/>
                <a:gd name="T48" fmla="*/ 304 w 403"/>
                <a:gd name="T49" fmla="*/ 399 h 499"/>
                <a:gd name="T50" fmla="*/ 304 w 403"/>
                <a:gd name="T51" fmla="*/ 437 h 499"/>
                <a:gd name="T52" fmla="*/ 332 w 403"/>
                <a:gd name="T53" fmla="*/ 465 h 499"/>
                <a:gd name="T54" fmla="*/ 333 w 403"/>
                <a:gd name="T55" fmla="*/ 467 h 499"/>
                <a:gd name="T56" fmla="*/ 333 w 403"/>
                <a:gd name="T57" fmla="*/ 49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3" h="499">
                  <a:moveTo>
                    <a:pt x="333" y="499"/>
                  </a:moveTo>
                  <a:cubicBezTo>
                    <a:pt x="328" y="499"/>
                    <a:pt x="328" y="499"/>
                    <a:pt x="328" y="499"/>
                  </a:cubicBezTo>
                  <a:cubicBezTo>
                    <a:pt x="328" y="468"/>
                    <a:pt x="328" y="468"/>
                    <a:pt x="328" y="468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9" y="439"/>
                    <a:pt x="299" y="438"/>
                    <a:pt x="299" y="438"/>
                  </a:cubicBezTo>
                  <a:cubicBezTo>
                    <a:pt x="299" y="398"/>
                    <a:pt x="299" y="398"/>
                    <a:pt x="299" y="398"/>
                  </a:cubicBezTo>
                  <a:cubicBezTo>
                    <a:pt x="299" y="397"/>
                    <a:pt x="299" y="397"/>
                    <a:pt x="300" y="396"/>
                  </a:cubicBezTo>
                  <a:cubicBezTo>
                    <a:pt x="322" y="374"/>
                    <a:pt x="322" y="374"/>
                    <a:pt x="322" y="374"/>
                  </a:cubicBezTo>
                  <a:cubicBezTo>
                    <a:pt x="322" y="374"/>
                    <a:pt x="323" y="374"/>
                    <a:pt x="323" y="374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98" y="349"/>
                    <a:pt x="398" y="349"/>
                    <a:pt x="398" y="349"/>
                  </a:cubicBezTo>
                  <a:cubicBezTo>
                    <a:pt x="398" y="340"/>
                    <a:pt x="398" y="340"/>
                    <a:pt x="398" y="340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5" y="0"/>
                    <a:pt x="66" y="0"/>
                    <a:pt x="66" y="0"/>
                  </a:cubicBezTo>
                  <a:cubicBezTo>
                    <a:pt x="403" y="337"/>
                    <a:pt x="403" y="337"/>
                    <a:pt x="403" y="337"/>
                  </a:cubicBezTo>
                  <a:cubicBezTo>
                    <a:pt x="403" y="337"/>
                    <a:pt x="403" y="338"/>
                    <a:pt x="403" y="339"/>
                  </a:cubicBezTo>
                  <a:cubicBezTo>
                    <a:pt x="403" y="350"/>
                    <a:pt x="403" y="350"/>
                    <a:pt x="403" y="350"/>
                  </a:cubicBezTo>
                  <a:cubicBezTo>
                    <a:pt x="403" y="351"/>
                    <a:pt x="403" y="351"/>
                    <a:pt x="403" y="352"/>
                  </a:cubicBezTo>
                  <a:cubicBezTo>
                    <a:pt x="377" y="378"/>
                    <a:pt x="377" y="378"/>
                    <a:pt x="377" y="378"/>
                  </a:cubicBezTo>
                  <a:cubicBezTo>
                    <a:pt x="376" y="378"/>
                    <a:pt x="375" y="379"/>
                    <a:pt x="375" y="379"/>
                  </a:cubicBezTo>
                  <a:cubicBezTo>
                    <a:pt x="325" y="379"/>
                    <a:pt x="325" y="379"/>
                    <a:pt x="325" y="379"/>
                  </a:cubicBezTo>
                  <a:cubicBezTo>
                    <a:pt x="304" y="399"/>
                    <a:pt x="304" y="399"/>
                    <a:pt x="304" y="399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32" y="465"/>
                    <a:pt x="332" y="465"/>
                    <a:pt x="332" y="465"/>
                  </a:cubicBezTo>
                  <a:cubicBezTo>
                    <a:pt x="333" y="465"/>
                    <a:pt x="333" y="466"/>
                    <a:pt x="333" y="467"/>
                  </a:cubicBezTo>
                  <a:lnTo>
                    <a:pt x="333" y="49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3" name="Freeform 498"/>
            <p:cNvSpPr>
              <a:spLocks/>
            </p:cNvSpPr>
            <p:nvPr/>
          </p:nvSpPr>
          <p:spPr bwMode="auto">
            <a:xfrm flipV="1">
              <a:off x="3228977" y="6650036"/>
              <a:ext cx="3013075" cy="3941763"/>
            </a:xfrm>
            <a:custGeom>
              <a:avLst/>
              <a:gdLst>
                <a:gd name="T0" fmla="*/ 564 w 803"/>
                <a:gd name="T1" fmla="*/ 1050 h 1050"/>
                <a:gd name="T2" fmla="*/ 564 w 803"/>
                <a:gd name="T3" fmla="*/ 1017 h 1050"/>
                <a:gd name="T4" fmla="*/ 566 w 803"/>
                <a:gd name="T5" fmla="*/ 1013 h 1050"/>
                <a:gd name="T6" fmla="*/ 660 w 803"/>
                <a:gd name="T7" fmla="*/ 920 h 1050"/>
                <a:gd name="T8" fmla="*/ 663 w 803"/>
                <a:gd name="T9" fmla="*/ 918 h 1050"/>
                <a:gd name="T10" fmla="*/ 663 w 803"/>
                <a:gd name="T11" fmla="*/ 918 h 1050"/>
                <a:gd name="T12" fmla="*/ 706 w 803"/>
                <a:gd name="T13" fmla="*/ 918 h 1050"/>
                <a:gd name="T14" fmla="*/ 793 w 803"/>
                <a:gd name="T15" fmla="*/ 832 h 1050"/>
                <a:gd name="T16" fmla="*/ 793 w 803"/>
                <a:gd name="T17" fmla="*/ 800 h 1050"/>
                <a:gd name="T18" fmla="*/ 0 w 803"/>
                <a:gd name="T19" fmla="*/ 7 h 1050"/>
                <a:gd name="T20" fmla="*/ 7 w 803"/>
                <a:gd name="T21" fmla="*/ 0 h 1050"/>
                <a:gd name="T22" fmla="*/ 802 w 803"/>
                <a:gd name="T23" fmla="*/ 794 h 1050"/>
                <a:gd name="T24" fmla="*/ 803 w 803"/>
                <a:gd name="T25" fmla="*/ 797 h 1050"/>
                <a:gd name="T26" fmla="*/ 803 w 803"/>
                <a:gd name="T27" fmla="*/ 834 h 1050"/>
                <a:gd name="T28" fmla="*/ 802 w 803"/>
                <a:gd name="T29" fmla="*/ 837 h 1050"/>
                <a:gd name="T30" fmla="*/ 712 w 803"/>
                <a:gd name="T31" fmla="*/ 927 h 1050"/>
                <a:gd name="T32" fmla="*/ 708 w 803"/>
                <a:gd name="T33" fmla="*/ 929 h 1050"/>
                <a:gd name="T34" fmla="*/ 708 w 803"/>
                <a:gd name="T35" fmla="*/ 929 h 1050"/>
                <a:gd name="T36" fmla="*/ 665 w 803"/>
                <a:gd name="T37" fmla="*/ 928 h 1050"/>
                <a:gd name="T38" fmla="*/ 575 w 803"/>
                <a:gd name="T39" fmla="*/ 1019 h 1050"/>
                <a:gd name="T40" fmla="*/ 575 w 803"/>
                <a:gd name="T41" fmla="*/ 1050 h 1050"/>
                <a:gd name="T42" fmla="*/ 564 w 803"/>
                <a:gd name="T43" fmla="*/ 105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3" h="1050">
                  <a:moveTo>
                    <a:pt x="564" y="1050"/>
                  </a:moveTo>
                  <a:cubicBezTo>
                    <a:pt x="564" y="1017"/>
                    <a:pt x="564" y="1017"/>
                    <a:pt x="564" y="1017"/>
                  </a:cubicBezTo>
                  <a:cubicBezTo>
                    <a:pt x="564" y="1016"/>
                    <a:pt x="565" y="1014"/>
                    <a:pt x="566" y="1013"/>
                  </a:cubicBezTo>
                  <a:cubicBezTo>
                    <a:pt x="660" y="920"/>
                    <a:pt x="660" y="920"/>
                    <a:pt x="660" y="920"/>
                  </a:cubicBezTo>
                  <a:cubicBezTo>
                    <a:pt x="661" y="919"/>
                    <a:pt x="662" y="918"/>
                    <a:pt x="663" y="918"/>
                  </a:cubicBezTo>
                  <a:cubicBezTo>
                    <a:pt x="663" y="918"/>
                    <a:pt x="663" y="918"/>
                    <a:pt x="663" y="918"/>
                  </a:cubicBezTo>
                  <a:cubicBezTo>
                    <a:pt x="706" y="918"/>
                    <a:pt x="706" y="918"/>
                    <a:pt x="706" y="918"/>
                  </a:cubicBezTo>
                  <a:cubicBezTo>
                    <a:pt x="793" y="832"/>
                    <a:pt x="793" y="832"/>
                    <a:pt x="793" y="832"/>
                  </a:cubicBezTo>
                  <a:cubicBezTo>
                    <a:pt x="793" y="800"/>
                    <a:pt x="793" y="800"/>
                    <a:pt x="793" y="80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02" y="794"/>
                    <a:pt x="802" y="794"/>
                    <a:pt x="802" y="794"/>
                  </a:cubicBezTo>
                  <a:cubicBezTo>
                    <a:pt x="803" y="795"/>
                    <a:pt x="803" y="796"/>
                    <a:pt x="803" y="797"/>
                  </a:cubicBezTo>
                  <a:cubicBezTo>
                    <a:pt x="803" y="834"/>
                    <a:pt x="803" y="834"/>
                    <a:pt x="803" y="834"/>
                  </a:cubicBezTo>
                  <a:cubicBezTo>
                    <a:pt x="803" y="835"/>
                    <a:pt x="803" y="836"/>
                    <a:pt x="802" y="837"/>
                  </a:cubicBezTo>
                  <a:cubicBezTo>
                    <a:pt x="712" y="927"/>
                    <a:pt x="712" y="927"/>
                    <a:pt x="712" y="927"/>
                  </a:cubicBezTo>
                  <a:cubicBezTo>
                    <a:pt x="711" y="928"/>
                    <a:pt x="710" y="929"/>
                    <a:pt x="708" y="929"/>
                  </a:cubicBezTo>
                  <a:cubicBezTo>
                    <a:pt x="708" y="929"/>
                    <a:pt x="708" y="929"/>
                    <a:pt x="708" y="929"/>
                  </a:cubicBezTo>
                  <a:cubicBezTo>
                    <a:pt x="665" y="928"/>
                    <a:pt x="665" y="928"/>
                    <a:pt x="665" y="928"/>
                  </a:cubicBezTo>
                  <a:cubicBezTo>
                    <a:pt x="575" y="1019"/>
                    <a:pt x="575" y="1019"/>
                    <a:pt x="575" y="1019"/>
                  </a:cubicBezTo>
                  <a:cubicBezTo>
                    <a:pt x="575" y="1050"/>
                    <a:pt x="575" y="1050"/>
                    <a:pt x="575" y="1050"/>
                  </a:cubicBezTo>
                  <a:lnTo>
                    <a:pt x="564" y="1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4" name="Freeform 499"/>
            <p:cNvSpPr>
              <a:spLocks noEditPoints="1"/>
            </p:cNvSpPr>
            <p:nvPr/>
          </p:nvSpPr>
          <p:spPr bwMode="auto">
            <a:xfrm flipV="1">
              <a:off x="4595814" y="65611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0 w 24"/>
                <a:gd name="T23" fmla="*/ 21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5" name="Freeform 500"/>
            <p:cNvSpPr>
              <a:spLocks noEditPoints="1"/>
            </p:cNvSpPr>
            <p:nvPr/>
          </p:nvSpPr>
          <p:spPr bwMode="auto">
            <a:xfrm flipV="1">
              <a:off x="2309814" y="9299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6" name="Freeform 501"/>
            <p:cNvSpPr>
              <a:spLocks noEditPoints="1"/>
            </p:cNvSpPr>
            <p:nvPr/>
          </p:nvSpPr>
          <p:spPr bwMode="auto">
            <a:xfrm flipV="1">
              <a:off x="4854577" y="670718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4 w 24"/>
                <a:gd name="T17" fmla="*/ 20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7" name="Freeform 502"/>
            <p:cNvSpPr>
              <a:spLocks noEditPoints="1"/>
            </p:cNvSpPr>
            <p:nvPr/>
          </p:nvSpPr>
          <p:spPr bwMode="auto">
            <a:xfrm flipV="1">
              <a:off x="4572002" y="73151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8" name="Freeform 503"/>
            <p:cNvSpPr>
              <a:spLocks noEditPoints="1"/>
            </p:cNvSpPr>
            <p:nvPr/>
          </p:nvSpPr>
          <p:spPr bwMode="auto">
            <a:xfrm flipV="1">
              <a:off x="2816227" y="92281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1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9" name="Freeform 504"/>
            <p:cNvSpPr>
              <a:spLocks noEditPoints="1"/>
            </p:cNvSpPr>
            <p:nvPr/>
          </p:nvSpPr>
          <p:spPr bwMode="auto">
            <a:xfrm flipV="1">
              <a:off x="4775202" y="707866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0" name="Freeform 505"/>
            <p:cNvSpPr>
              <a:spLocks noEditPoints="1"/>
            </p:cNvSpPr>
            <p:nvPr/>
          </p:nvSpPr>
          <p:spPr bwMode="auto">
            <a:xfrm flipV="1">
              <a:off x="4411664" y="63833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1" name="Freeform 506"/>
            <p:cNvSpPr>
              <a:spLocks noEditPoints="1"/>
            </p:cNvSpPr>
            <p:nvPr/>
          </p:nvSpPr>
          <p:spPr bwMode="auto">
            <a:xfrm flipV="1">
              <a:off x="4227514" y="619601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2" name="Freeform 507"/>
            <p:cNvSpPr>
              <a:spLocks noEditPoints="1"/>
            </p:cNvSpPr>
            <p:nvPr/>
          </p:nvSpPr>
          <p:spPr bwMode="auto">
            <a:xfrm flipV="1">
              <a:off x="2336802" y="91043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3" name="Freeform 508"/>
            <p:cNvSpPr>
              <a:spLocks noEditPoints="1"/>
            </p:cNvSpPr>
            <p:nvPr/>
          </p:nvSpPr>
          <p:spPr bwMode="auto">
            <a:xfrm flipV="1">
              <a:off x="4213227" y="65262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4" name="Freeform 509"/>
            <p:cNvSpPr>
              <a:spLocks noEditPoints="1"/>
            </p:cNvSpPr>
            <p:nvPr/>
          </p:nvSpPr>
          <p:spPr bwMode="auto">
            <a:xfrm flipV="1">
              <a:off x="3889377" y="65611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4 w 24"/>
                <a:gd name="T21" fmla="*/ 4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5" name="Freeform 510"/>
            <p:cNvSpPr>
              <a:spLocks noEditPoints="1"/>
            </p:cNvSpPr>
            <p:nvPr/>
          </p:nvSpPr>
          <p:spPr bwMode="auto">
            <a:xfrm flipV="1">
              <a:off x="4065589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5" y="16"/>
                    <a:pt x="5" y="12"/>
                  </a:cubicBezTo>
                  <a:cubicBezTo>
                    <a:pt x="5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6" name="Freeform 511"/>
            <p:cNvSpPr>
              <a:spLocks noEditPoints="1"/>
            </p:cNvSpPr>
            <p:nvPr/>
          </p:nvSpPr>
          <p:spPr bwMode="auto">
            <a:xfrm flipV="1">
              <a:off x="3724277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1 w 24"/>
                <a:gd name="T19" fmla="*/ 21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7" name="Freeform 512"/>
            <p:cNvSpPr>
              <a:spLocks noEditPoints="1"/>
            </p:cNvSpPr>
            <p:nvPr/>
          </p:nvSpPr>
          <p:spPr bwMode="auto">
            <a:xfrm flipV="1">
              <a:off x="2767014" y="7593011"/>
              <a:ext cx="90487" cy="88900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6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8" name="Freeform 513"/>
            <p:cNvSpPr>
              <a:spLocks noEditPoints="1"/>
            </p:cNvSpPr>
            <p:nvPr/>
          </p:nvSpPr>
          <p:spPr bwMode="auto">
            <a:xfrm flipV="1">
              <a:off x="2928939" y="75326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9" y="18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9" name="Freeform 514"/>
            <p:cNvSpPr>
              <a:spLocks noEditPoints="1"/>
            </p:cNvSpPr>
            <p:nvPr/>
          </p:nvSpPr>
          <p:spPr bwMode="auto">
            <a:xfrm flipV="1">
              <a:off x="2876552" y="76977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3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0" name="Freeform 515"/>
            <p:cNvSpPr>
              <a:spLocks noEditPoints="1"/>
            </p:cNvSpPr>
            <p:nvPr/>
          </p:nvSpPr>
          <p:spPr bwMode="auto">
            <a:xfrm flipV="1">
              <a:off x="3698877" y="63690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1" name="Freeform 516"/>
            <p:cNvSpPr>
              <a:spLocks noEditPoints="1"/>
            </p:cNvSpPr>
            <p:nvPr/>
          </p:nvSpPr>
          <p:spPr bwMode="auto">
            <a:xfrm flipV="1">
              <a:off x="3836989" y="58133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12 w 24"/>
                <a:gd name="T13" fmla="*/ 19 h 24"/>
                <a:gd name="T14" fmla="*/ 5 w 24"/>
                <a:gd name="T15" fmla="*/ 12 h 24"/>
                <a:gd name="T16" fmla="*/ 12 w 24"/>
                <a:gd name="T17" fmla="*/ 5 h 24"/>
                <a:gd name="T18" fmla="*/ 12 w 24"/>
                <a:gd name="T19" fmla="*/ 0 h 24"/>
                <a:gd name="T20" fmla="*/ 12 w 24"/>
                <a:gd name="T21" fmla="*/ 0 h 24"/>
                <a:gd name="T22" fmla="*/ 12 w 24"/>
                <a:gd name="T23" fmla="*/ 0 h 24"/>
                <a:gd name="T24" fmla="*/ 4 w 24"/>
                <a:gd name="T25" fmla="*/ 4 h 24"/>
                <a:gd name="T26" fmla="*/ 0 w 24"/>
                <a:gd name="T27" fmla="*/ 12 h 24"/>
                <a:gd name="T28" fmla="*/ 12 w 24"/>
                <a:gd name="T29" fmla="*/ 24 h 24"/>
                <a:gd name="T30" fmla="*/ 24 w 24"/>
                <a:gd name="T31" fmla="*/ 12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2" name="Freeform 517"/>
            <p:cNvSpPr>
              <a:spLocks noEditPoints="1"/>
            </p:cNvSpPr>
            <p:nvPr/>
          </p:nvSpPr>
          <p:spPr bwMode="auto">
            <a:xfrm flipV="1">
              <a:off x="3671889" y="5629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4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3" name="Freeform 518"/>
            <p:cNvSpPr>
              <a:spLocks noEditPoints="1"/>
            </p:cNvSpPr>
            <p:nvPr/>
          </p:nvSpPr>
          <p:spPr bwMode="auto">
            <a:xfrm flipV="1">
              <a:off x="3492502" y="5445122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21 w 24"/>
                <a:gd name="T23" fmla="*/ 3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 w="317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4" name="Freeform 519"/>
            <p:cNvSpPr>
              <a:spLocks noEditPoints="1"/>
            </p:cNvSpPr>
            <p:nvPr/>
          </p:nvSpPr>
          <p:spPr bwMode="auto">
            <a:xfrm flipV="1">
              <a:off x="3308352" y="52625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5" name="Freeform 520"/>
            <p:cNvSpPr>
              <a:spLocks noEditPoints="1"/>
            </p:cNvSpPr>
            <p:nvPr/>
          </p:nvSpPr>
          <p:spPr bwMode="auto">
            <a:xfrm flipV="1">
              <a:off x="3138489" y="54451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6" name="Freeform 521"/>
            <p:cNvSpPr>
              <a:spLocks noEditPoints="1"/>
            </p:cNvSpPr>
            <p:nvPr/>
          </p:nvSpPr>
          <p:spPr bwMode="auto">
            <a:xfrm flipV="1">
              <a:off x="3090864" y="5788024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7" name="Freeform 522"/>
            <p:cNvSpPr>
              <a:spLocks noEditPoints="1"/>
            </p:cNvSpPr>
            <p:nvPr/>
          </p:nvSpPr>
          <p:spPr bwMode="auto">
            <a:xfrm flipV="1">
              <a:off x="3275014" y="5970586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9" y="19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8" name="Freeform 523"/>
            <p:cNvSpPr>
              <a:spLocks noEditPoints="1"/>
            </p:cNvSpPr>
            <p:nvPr/>
          </p:nvSpPr>
          <p:spPr bwMode="auto">
            <a:xfrm flipV="1">
              <a:off x="4024314" y="59896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9" name="Freeform 524"/>
            <p:cNvSpPr>
              <a:spLocks noEditPoints="1"/>
            </p:cNvSpPr>
            <p:nvPr/>
          </p:nvSpPr>
          <p:spPr bwMode="auto">
            <a:xfrm flipV="1">
              <a:off x="2928939" y="5637211"/>
              <a:ext cx="93662" cy="90488"/>
            </a:xfrm>
            <a:custGeom>
              <a:avLst/>
              <a:gdLst>
                <a:gd name="T0" fmla="*/ 12 w 25"/>
                <a:gd name="T1" fmla="*/ 6 h 24"/>
                <a:gd name="T2" fmla="*/ 19 w 25"/>
                <a:gd name="T3" fmla="*/ 12 h 24"/>
                <a:gd name="T4" fmla="*/ 12 w 25"/>
                <a:gd name="T5" fmla="*/ 19 h 24"/>
                <a:gd name="T6" fmla="*/ 6 w 25"/>
                <a:gd name="T7" fmla="*/ 12 h 24"/>
                <a:gd name="T8" fmla="*/ 12 w 25"/>
                <a:gd name="T9" fmla="*/ 6 h 24"/>
                <a:gd name="T10" fmla="*/ 12 w 25"/>
                <a:gd name="T11" fmla="*/ 0 h 24"/>
                <a:gd name="T12" fmla="*/ 12 w 25"/>
                <a:gd name="T13" fmla="*/ 0 h 24"/>
                <a:gd name="T14" fmla="*/ 4 w 25"/>
                <a:gd name="T15" fmla="*/ 4 h 24"/>
                <a:gd name="T16" fmla="*/ 0 w 25"/>
                <a:gd name="T17" fmla="*/ 12 h 24"/>
                <a:gd name="T18" fmla="*/ 12 w 25"/>
                <a:gd name="T19" fmla="*/ 24 h 24"/>
                <a:gd name="T20" fmla="*/ 21 w 25"/>
                <a:gd name="T21" fmla="*/ 21 h 24"/>
                <a:gd name="T22" fmla="*/ 24 w 25"/>
                <a:gd name="T23" fmla="*/ 12 h 24"/>
                <a:gd name="T24" fmla="*/ 12 w 25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9"/>
                    <a:pt x="25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0" name="Freeform 525"/>
            <p:cNvSpPr>
              <a:spLocks noEditPoints="1"/>
            </p:cNvSpPr>
            <p:nvPr/>
          </p:nvSpPr>
          <p:spPr bwMode="auto">
            <a:xfrm flipV="1">
              <a:off x="2538414" y="600551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0 w 24"/>
                <a:gd name="T29" fmla="*/ 21 h 24"/>
                <a:gd name="T30" fmla="*/ 24 w 24"/>
                <a:gd name="T31" fmla="*/ 12 h 24"/>
                <a:gd name="T32" fmla="*/ 20 w 24"/>
                <a:gd name="T33" fmla="*/ 4 h 24"/>
                <a:gd name="T34" fmla="*/ 12 w 24"/>
                <a:gd name="T3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9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1" name="Freeform 526"/>
            <p:cNvSpPr>
              <a:spLocks noEditPoints="1"/>
            </p:cNvSpPr>
            <p:nvPr/>
          </p:nvSpPr>
          <p:spPr bwMode="auto">
            <a:xfrm flipV="1">
              <a:off x="1773239" y="66389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2" name="Freeform 527"/>
            <p:cNvSpPr>
              <a:spLocks noEditPoints="1"/>
            </p:cNvSpPr>
            <p:nvPr/>
          </p:nvSpPr>
          <p:spPr bwMode="auto">
            <a:xfrm flipV="1">
              <a:off x="1825627" y="70072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3 w 24"/>
                <a:gd name="T15" fmla="*/ 3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0 w 24"/>
                <a:gd name="T23" fmla="*/ 20 h 24"/>
                <a:gd name="T24" fmla="*/ 24 w 24"/>
                <a:gd name="T25" fmla="*/ 12 h 24"/>
                <a:gd name="T26" fmla="*/ 20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3" name="Freeform 528"/>
            <p:cNvSpPr>
              <a:spLocks noEditPoints="1"/>
            </p:cNvSpPr>
            <p:nvPr/>
          </p:nvSpPr>
          <p:spPr bwMode="auto">
            <a:xfrm flipV="1">
              <a:off x="1663702" y="70516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3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4" name="Oval 529"/>
            <p:cNvSpPr>
              <a:spLocks noChangeArrowheads="1"/>
            </p:cNvSpPr>
            <p:nvPr/>
          </p:nvSpPr>
          <p:spPr bwMode="auto">
            <a:xfrm flipV="1">
              <a:off x="2501902" y="7304086"/>
              <a:ext cx="69850" cy="71438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5" name="Freeform 530"/>
            <p:cNvSpPr>
              <a:spLocks/>
            </p:cNvSpPr>
            <p:nvPr/>
          </p:nvSpPr>
          <p:spPr bwMode="auto">
            <a:xfrm flipV="1">
              <a:off x="681039" y="7100886"/>
              <a:ext cx="990600" cy="927100"/>
            </a:xfrm>
            <a:custGeom>
              <a:avLst/>
              <a:gdLst>
                <a:gd name="T0" fmla="*/ 264 w 264"/>
                <a:gd name="T1" fmla="*/ 247 h 247"/>
                <a:gd name="T2" fmla="*/ 245 w 264"/>
                <a:gd name="T3" fmla="*/ 247 h 247"/>
                <a:gd name="T4" fmla="*/ 244 w 264"/>
                <a:gd name="T5" fmla="*/ 246 h 247"/>
                <a:gd name="T6" fmla="*/ 0 w 264"/>
                <a:gd name="T7" fmla="*/ 3 h 247"/>
                <a:gd name="T8" fmla="*/ 3 w 264"/>
                <a:gd name="T9" fmla="*/ 0 h 247"/>
                <a:gd name="T10" fmla="*/ 246 w 264"/>
                <a:gd name="T11" fmla="*/ 243 h 247"/>
                <a:gd name="T12" fmla="*/ 264 w 264"/>
                <a:gd name="T13" fmla="*/ 243 h 247"/>
                <a:gd name="T14" fmla="*/ 264 w 264"/>
                <a:gd name="T1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47">
                  <a:moveTo>
                    <a:pt x="264" y="247"/>
                  </a:moveTo>
                  <a:cubicBezTo>
                    <a:pt x="245" y="247"/>
                    <a:pt x="245" y="247"/>
                    <a:pt x="245" y="247"/>
                  </a:cubicBezTo>
                  <a:cubicBezTo>
                    <a:pt x="245" y="247"/>
                    <a:pt x="244" y="247"/>
                    <a:pt x="244" y="24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6" y="243"/>
                    <a:pt x="246" y="243"/>
                    <a:pt x="246" y="243"/>
                  </a:cubicBezTo>
                  <a:cubicBezTo>
                    <a:pt x="264" y="243"/>
                    <a:pt x="264" y="243"/>
                    <a:pt x="264" y="243"/>
                  </a:cubicBezTo>
                  <a:lnTo>
                    <a:pt x="264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6" name="Freeform 531"/>
            <p:cNvSpPr>
              <a:spLocks/>
            </p:cNvSpPr>
            <p:nvPr/>
          </p:nvSpPr>
          <p:spPr bwMode="auto">
            <a:xfrm flipV="1">
              <a:off x="760414" y="7092949"/>
              <a:ext cx="1114425" cy="1009650"/>
            </a:xfrm>
            <a:custGeom>
              <a:avLst/>
              <a:gdLst>
                <a:gd name="T0" fmla="*/ 297 w 297"/>
                <a:gd name="T1" fmla="*/ 269 h 269"/>
                <a:gd name="T2" fmla="*/ 294 w 297"/>
                <a:gd name="T3" fmla="*/ 269 h 269"/>
                <a:gd name="T4" fmla="*/ 294 w 297"/>
                <a:gd name="T5" fmla="*/ 253 h 269"/>
                <a:gd name="T6" fmla="*/ 268 w 297"/>
                <a:gd name="T7" fmla="*/ 227 h 269"/>
                <a:gd name="T8" fmla="*/ 226 w 297"/>
                <a:gd name="T9" fmla="*/ 227 h 269"/>
                <a:gd name="T10" fmla="*/ 225 w 297"/>
                <a:gd name="T11" fmla="*/ 226 h 269"/>
                <a:gd name="T12" fmla="*/ 0 w 297"/>
                <a:gd name="T13" fmla="*/ 2 h 269"/>
                <a:gd name="T14" fmla="*/ 3 w 297"/>
                <a:gd name="T15" fmla="*/ 0 h 269"/>
                <a:gd name="T16" fmla="*/ 226 w 297"/>
                <a:gd name="T17" fmla="*/ 223 h 269"/>
                <a:gd name="T18" fmla="*/ 269 w 297"/>
                <a:gd name="T19" fmla="*/ 223 h 269"/>
                <a:gd name="T20" fmla="*/ 270 w 297"/>
                <a:gd name="T21" fmla="*/ 224 h 269"/>
                <a:gd name="T22" fmla="*/ 297 w 297"/>
                <a:gd name="T23" fmla="*/ 251 h 269"/>
                <a:gd name="T24" fmla="*/ 297 w 297"/>
                <a:gd name="T25" fmla="*/ 252 h 269"/>
                <a:gd name="T26" fmla="*/ 297 w 297"/>
                <a:gd name="T2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7" h="269">
                  <a:moveTo>
                    <a:pt x="297" y="269"/>
                  </a:moveTo>
                  <a:cubicBezTo>
                    <a:pt x="294" y="269"/>
                    <a:pt x="294" y="269"/>
                    <a:pt x="294" y="269"/>
                  </a:cubicBezTo>
                  <a:cubicBezTo>
                    <a:pt x="294" y="253"/>
                    <a:pt x="294" y="253"/>
                    <a:pt x="294" y="253"/>
                  </a:cubicBezTo>
                  <a:cubicBezTo>
                    <a:pt x="268" y="227"/>
                    <a:pt x="268" y="227"/>
                    <a:pt x="268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5" y="227"/>
                    <a:pt x="225" y="227"/>
                    <a:pt x="225" y="22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69" y="223"/>
                    <a:pt x="269" y="223"/>
                    <a:pt x="269" y="223"/>
                  </a:cubicBezTo>
                  <a:cubicBezTo>
                    <a:pt x="269" y="223"/>
                    <a:pt x="269" y="224"/>
                    <a:pt x="270" y="224"/>
                  </a:cubicBezTo>
                  <a:cubicBezTo>
                    <a:pt x="297" y="251"/>
                    <a:pt x="297" y="251"/>
                    <a:pt x="297" y="251"/>
                  </a:cubicBezTo>
                  <a:cubicBezTo>
                    <a:pt x="297" y="251"/>
                    <a:pt x="297" y="252"/>
                    <a:pt x="297" y="252"/>
                  </a:cubicBezTo>
                  <a:lnTo>
                    <a:pt x="297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7" name="Freeform 532"/>
            <p:cNvSpPr>
              <a:spLocks/>
            </p:cNvSpPr>
            <p:nvPr/>
          </p:nvSpPr>
          <p:spPr bwMode="auto">
            <a:xfrm flipV="1">
              <a:off x="530227" y="6677024"/>
              <a:ext cx="1250950" cy="1196975"/>
            </a:xfrm>
            <a:custGeom>
              <a:avLst/>
              <a:gdLst>
                <a:gd name="T0" fmla="*/ 317 w 333"/>
                <a:gd name="T1" fmla="*/ 319 h 319"/>
                <a:gd name="T2" fmla="*/ 316 w 333"/>
                <a:gd name="T3" fmla="*/ 318 h 319"/>
                <a:gd name="T4" fmla="*/ 0 w 333"/>
                <a:gd name="T5" fmla="*/ 2 h 319"/>
                <a:gd name="T6" fmla="*/ 2 w 333"/>
                <a:gd name="T7" fmla="*/ 0 h 319"/>
                <a:gd name="T8" fmla="*/ 318 w 333"/>
                <a:gd name="T9" fmla="*/ 315 h 319"/>
                <a:gd name="T10" fmla="*/ 333 w 333"/>
                <a:gd name="T11" fmla="*/ 315 h 319"/>
                <a:gd name="T12" fmla="*/ 333 w 333"/>
                <a:gd name="T13" fmla="*/ 319 h 319"/>
                <a:gd name="T14" fmla="*/ 317 w 333"/>
                <a:gd name="T1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19">
                  <a:moveTo>
                    <a:pt x="317" y="319"/>
                  </a:moveTo>
                  <a:cubicBezTo>
                    <a:pt x="317" y="319"/>
                    <a:pt x="316" y="319"/>
                    <a:pt x="316" y="3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18" y="315"/>
                    <a:pt x="318" y="315"/>
                    <a:pt x="318" y="315"/>
                  </a:cubicBezTo>
                  <a:cubicBezTo>
                    <a:pt x="333" y="315"/>
                    <a:pt x="333" y="315"/>
                    <a:pt x="333" y="315"/>
                  </a:cubicBezTo>
                  <a:cubicBezTo>
                    <a:pt x="333" y="319"/>
                    <a:pt x="333" y="319"/>
                    <a:pt x="333" y="319"/>
                  </a:cubicBezTo>
                  <a:cubicBezTo>
                    <a:pt x="317" y="319"/>
                    <a:pt x="317" y="319"/>
                    <a:pt x="317" y="3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8" name="Freeform 533"/>
            <p:cNvSpPr>
              <a:spLocks/>
            </p:cNvSpPr>
            <p:nvPr/>
          </p:nvSpPr>
          <p:spPr bwMode="auto">
            <a:xfrm flipV="1">
              <a:off x="433389" y="6064249"/>
              <a:ext cx="2135187" cy="1724025"/>
            </a:xfrm>
            <a:custGeom>
              <a:avLst/>
              <a:gdLst>
                <a:gd name="T0" fmla="*/ 564 w 569"/>
                <a:gd name="T1" fmla="*/ 459 h 459"/>
                <a:gd name="T2" fmla="*/ 435 w 569"/>
                <a:gd name="T3" fmla="*/ 330 h 459"/>
                <a:gd name="T4" fmla="*/ 345 w 569"/>
                <a:gd name="T5" fmla="*/ 330 h 459"/>
                <a:gd name="T6" fmla="*/ 343 w 569"/>
                <a:gd name="T7" fmla="*/ 329 h 459"/>
                <a:gd name="T8" fmla="*/ 205 w 569"/>
                <a:gd name="T9" fmla="*/ 191 h 459"/>
                <a:gd name="T10" fmla="*/ 187 w 569"/>
                <a:gd name="T11" fmla="*/ 191 h 459"/>
                <a:gd name="T12" fmla="*/ 185 w 569"/>
                <a:gd name="T13" fmla="*/ 190 h 459"/>
                <a:gd name="T14" fmla="*/ 0 w 569"/>
                <a:gd name="T15" fmla="*/ 5 h 459"/>
                <a:gd name="T16" fmla="*/ 5 w 569"/>
                <a:gd name="T17" fmla="*/ 0 h 459"/>
                <a:gd name="T18" fmla="*/ 189 w 569"/>
                <a:gd name="T19" fmla="*/ 184 h 459"/>
                <a:gd name="T20" fmla="*/ 206 w 569"/>
                <a:gd name="T21" fmla="*/ 184 h 459"/>
                <a:gd name="T22" fmla="*/ 209 w 569"/>
                <a:gd name="T23" fmla="*/ 185 h 459"/>
                <a:gd name="T24" fmla="*/ 347 w 569"/>
                <a:gd name="T25" fmla="*/ 323 h 459"/>
                <a:gd name="T26" fmla="*/ 436 w 569"/>
                <a:gd name="T27" fmla="*/ 323 h 459"/>
                <a:gd name="T28" fmla="*/ 439 w 569"/>
                <a:gd name="T29" fmla="*/ 324 h 459"/>
                <a:gd name="T30" fmla="*/ 569 w 569"/>
                <a:gd name="T31" fmla="*/ 454 h 459"/>
                <a:gd name="T32" fmla="*/ 564 w 569"/>
                <a:gd name="T33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9" h="459">
                  <a:moveTo>
                    <a:pt x="564" y="459"/>
                  </a:moveTo>
                  <a:cubicBezTo>
                    <a:pt x="435" y="330"/>
                    <a:pt x="435" y="330"/>
                    <a:pt x="435" y="330"/>
                  </a:cubicBezTo>
                  <a:cubicBezTo>
                    <a:pt x="345" y="330"/>
                    <a:pt x="345" y="330"/>
                    <a:pt x="345" y="330"/>
                  </a:cubicBezTo>
                  <a:cubicBezTo>
                    <a:pt x="344" y="330"/>
                    <a:pt x="343" y="330"/>
                    <a:pt x="343" y="329"/>
                  </a:cubicBezTo>
                  <a:cubicBezTo>
                    <a:pt x="205" y="191"/>
                    <a:pt x="205" y="191"/>
                    <a:pt x="205" y="191"/>
                  </a:cubicBezTo>
                  <a:cubicBezTo>
                    <a:pt x="187" y="191"/>
                    <a:pt x="187" y="191"/>
                    <a:pt x="187" y="191"/>
                  </a:cubicBezTo>
                  <a:cubicBezTo>
                    <a:pt x="186" y="191"/>
                    <a:pt x="185" y="191"/>
                    <a:pt x="185" y="19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89" y="184"/>
                    <a:pt x="189" y="184"/>
                    <a:pt x="189" y="184"/>
                  </a:cubicBezTo>
                  <a:cubicBezTo>
                    <a:pt x="206" y="184"/>
                    <a:pt x="206" y="184"/>
                    <a:pt x="206" y="184"/>
                  </a:cubicBezTo>
                  <a:cubicBezTo>
                    <a:pt x="207" y="184"/>
                    <a:pt x="208" y="184"/>
                    <a:pt x="209" y="185"/>
                  </a:cubicBezTo>
                  <a:cubicBezTo>
                    <a:pt x="347" y="323"/>
                    <a:pt x="347" y="323"/>
                    <a:pt x="347" y="323"/>
                  </a:cubicBezTo>
                  <a:cubicBezTo>
                    <a:pt x="436" y="323"/>
                    <a:pt x="436" y="323"/>
                    <a:pt x="436" y="323"/>
                  </a:cubicBezTo>
                  <a:cubicBezTo>
                    <a:pt x="437" y="323"/>
                    <a:pt x="438" y="323"/>
                    <a:pt x="439" y="324"/>
                  </a:cubicBezTo>
                  <a:cubicBezTo>
                    <a:pt x="569" y="454"/>
                    <a:pt x="569" y="454"/>
                    <a:pt x="569" y="454"/>
                  </a:cubicBezTo>
                  <a:lnTo>
                    <a:pt x="564" y="45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9" name="Freeform 534"/>
            <p:cNvSpPr>
              <a:spLocks/>
            </p:cNvSpPr>
            <p:nvPr/>
          </p:nvSpPr>
          <p:spPr bwMode="auto">
            <a:xfrm flipV="1">
              <a:off x="361952" y="5667373"/>
              <a:ext cx="2578100" cy="2049463"/>
            </a:xfrm>
            <a:custGeom>
              <a:avLst/>
              <a:gdLst>
                <a:gd name="T0" fmla="*/ 687 w 687"/>
                <a:gd name="T1" fmla="*/ 546 h 546"/>
                <a:gd name="T2" fmla="*/ 678 w 687"/>
                <a:gd name="T3" fmla="*/ 546 h 546"/>
                <a:gd name="T4" fmla="*/ 675 w 687"/>
                <a:gd name="T5" fmla="*/ 545 h 546"/>
                <a:gd name="T6" fmla="*/ 627 w 687"/>
                <a:gd name="T7" fmla="*/ 496 h 546"/>
                <a:gd name="T8" fmla="*/ 600 w 687"/>
                <a:gd name="T9" fmla="*/ 496 h 546"/>
                <a:gd name="T10" fmla="*/ 597 w 687"/>
                <a:gd name="T11" fmla="*/ 495 h 546"/>
                <a:gd name="T12" fmla="*/ 487 w 687"/>
                <a:gd name="T13" fmla="*/ 385 h 546"/>
                <a:gd name="T14" fmla="*/ 402 w 687"/>
                <a:gd name="T15" fmla="*/ 385 h 546"/>
                <a:gd name="T16" fmla="*/ 399 w 687"/>
                <a:gd name="T17" fmla="*/ 384 h 546"/>
                <a:gd name="T18" fmla="*/ 209 w 687"/>
                <a:gd name="T19" fmla="*/ 194 h 546"/>
                <a:gd name="T20" fmla="*/ 190 w 687"/>
                <a:gd name="T21" fmla="*/ 194 h 546"/>
                <a:gd name="T22" fmla="*/ 188 w 687"/>
                <a:gd name="T23" fmla="*/ 193 h 546"/>
                <a:gd name="T24" fmla="*/ 0 w 687"/>
                <a:gd name="T25" fmla="*/ 5 h 546"/>
                <a:gd name="T26" fmla="*/ 5 w 687"/>
                <a:gd name="T27" fmla="*/ 0 h 546"/>
                <a:gd name="T28" fmla="*/ 192 w 687"/>
                <a:gd name="T29" fmla="*/ 187 h 546"/>
                <a:gd name="T30" fmla="*/ 210 w 687"/>
                <a:gd name="T31" fmla="*/ 187 h 546"/>
                <a:gd name="T32" fmla="*/ 213 w 687"/>
                <a:gd name="T33" fmla="*/ 188 h 546"/>
                <a:gd name="T34" fmla="*/ 403 w 687"/>
                <a:gd name="T35" fmla="*/ 378 h 546"/>
                <a:gd name="T36" fmla="*/ 488 w 687"/>
                <a:gd name="T37" fmla="*/ 378 h 546"/>
                <a:gd name="T38" fmla="*/ 491 w 687"/>
                <a:gd name="T39" fmla="*/ 379 h 546"/>
                <a:gd name="T40" fmla="*/ 601 w 687"/>
                <a:gd name="T41" fmla="*/ 489 h 546"/>
                <a:gd name="T42" fmla="*/ 628 w 687"/>
                <a:gd name="T43" fmla="*/ 489 h 546"/>
                <a:gd name="T44" fmla="*/ 631 w 687"/>
                <a:gd name="T45" fmla="*/ 490 h 546"/>
                <a:gd name="T46" fmla="*/ 679 w 687"/>
                <a:gd name="T47" fmla="*/ 539 h 546"/>
                <a:gd name="T48" fmla="*/ 687 w 687"/>
                <a:gd name="T49" fmla="*/ 539 h 546"/>
                <a:gd name="T50" fmla="*/ 687 w 687"/>
                <a:gd name="T51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87" h="546">
                  <a:moveTo>
                    <a:pt x="687" y="546"/>
                  </a:moveTo>
                  <a:cubicBezTo>
                    <a:pt x="678" y="546"/>
                    <a:pt x="678" y="546"/>
                    <a:pt x="678" y="546"/>
                  </a:cubicBezTo>
                  <a:cubicBezTo>
                    <a:pt x="677" y="546"/>
                    <a:pt x="676" y="546"/>
                    <a:pt x="675" y="545"/>
                  </a:cubicBezTo>
                  <a:cubicBezTo>
                    <a:pt x="627" y="496"/>
                    <a:pt x="627" y="496"/>
                    <a:pt x="627" y="496"/>
                  </a:cubicBezTo>
                  <a:cubicBezTo>
                    <a:pt x="600" y="496"/>
                    <a:pt x="600" y="496"/>
                    <a:pt x="600" y="496"/>
                  </a:cubicBezTo>
                  <a:cubicBezTo>
                    <a:pt x="599" y="496"/>
                    <a:pt x="598" y="496"/>
                    <a:pt x="597" y="495"/>
                  </a:cubicBezTo>
                  <a:cubicBezTo>
                    <a:pt x="487" y="385"/>
                    <a:pt x="487" y="385"/>
                    <a:pt x="487" y="385"/>
                  </a:cubicBezTo>
                  <a:cubicBezTo>
                    <a:pt x="402" y="385"/>
                    <a:pt x="402" y="385"/>
                    <a:pt x="402" y="385"/>
                  </a:cubicBezTo>
                  <a:cubicBezTo>
                    <a:pt x="401" y="385"/>
                    <a:pt x="400" y="385"/>
                    <a:pt x="399" y="384"/>
                  </a:cubicBezTo>
                  <a:cubicBezTo>
                    <a:pt x="209" y="194"/>
                    <a:pt x="209" y="194"/>
                    <a:pt x="209" y="194"/>
                  </a:cubicBezTo>
                  <a:cubicBezTo>
                    <a:pt x="190" y="194"/>
                    <a:pt x="190" y="194"/>
                    <a:pt x="190" y="194"/>
                  </a:cubicBezTo>
                  <a:cubicBezTo>
                    <a:pt x="189" y="194"/>
                    <a:pt x="188" y="193"/>
                    <a:pt x="188" y="19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92" y="187"/>
                    <a:pt x="192" y="187"/>
                    <a:pt x="192" y="187"/>
                  </a:cubicBezTo>
                  <a:cubicBezTo>
                    <a:pt x="210" y="187"/>
                    <a:pt x="210" y="187"/>
                    <a:pt x="210" y="187"/>
                  </a:cubicBezTo>
                  <a:cubicBezTo>
                    <a:pt x="211" y="187"/>
                    <a:pt x="212" y="187"/>
                    <a:pt x="213" y="188"/>
                  </a:cubicBezTo>
                  <a:cubicBezTo>
                    <a:pt x="403" y="378"/>
                    <a:pt x="403" y="378"/>
                    <a:pt x="403" y="378"/>
                  </a:cubicBezTo>
                  <a:cubicBezTo>
                    <a:pt x="488" y="378"/>
                    <a:pt x="488" y="378"/>
                    <a:pt x="488" y="378"/>
                  </a:cubicBezTo>
                  <a:cubicBezTo>
                    <a:pt x="489" y="378"/>
                    <a:pt x="490" y="378"/>
                    <a:pt x="491" y="379"/>
                  </a:cubicBezTo>
                  <a:cubicBezTo>
                    <a:pt x="601" y="489"/>
                    <a:pt x="601" y="489"/>
                    <a:pt x="601" y="489"/>
                  </a:cubicBezTo>
                  <a:cubicBezTo>
                    <a:pt x="628" y="489"/>
                    <a:pt x="628" y="489"/>
                    <a:pt x="628" y="489"/>
                  </a:cubicBezTo>
                  <a:cubicBezTo>
                    <a:pt x="629" y="489"/>
                    <a:pt x="630" y="490"/>
                    <a:pt x="631" y="490"/>
                  </a:cubicBezTo>
                  <a:cubicBezTo>
                    <a:pt x="679" y="539"/>
                    <a:pt x="679" y="539"/>
                    <a:pt x="679" y="539"/>
                  </a:cubicBezTo>
                  <a:cubicBezTo>
                    <a:pt x="687" y="539"/>
                    <a:pt x="687" y="539"/>
                    <a:pt x="687" y="539"/>
                  </a:cubicBezTo>
                  <a:lnTo>
                    <a:pt x="687" y="54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0" name="Freeform 535"/>
            <p:cNvSpPr>
              <a:spLocks/>
            </p:cNvSpPr>
            <p:nvPr/>
          </p:nvSpPr>
          <p:spPr bwMode="auto">
            <a:xfrm flipV="1">
              <a:off x="617539" y="5299074"/>
              <a:ext cx="2701925" cy="2660650"/>
            </a:xfrm>
            <a:custGeom>
              <a:avLst/>
              <a:gdLst>
                <a:gd name="T0" fmla="*/ 720 w 720"/>
                <a:gd name="T1" fmla="*/ 709 h 709"/>
                <a:gd name="T2" fmla="*/ 690 w 720"/>
                <a:gd name="T3" fmla="*/ 709 h 709"/>
                <a:gd name="T4" fmla="*/ 689 w 720"/>
                <a:gd name="T5" fmla="*/ 708 h 709"/>
                <a:gd name="T6" fmla="*/ 648 w 720"/>
                <a:gd name="T7" fmla="*/ 667 h 709"/>
                <a:gd name="T8" fmla="*/ 647 w 720"/>
                <a:gd name="T9" fmla="*/ 665 h 709"/>
                <a:gd name="T10" fmla="*/ 647 w 720"/>
                <a:gd name="T11" fmla="*/ 635 h 709"/>
                <a:gd name="T12" fmla="*/ 648 w 720"/>
                <a:gd name="T13" fmla="*/ 634 h 709"/>
                <a:gd name="T14" fmla="*/ 665 w 720"/>
                <a:gd name="T15" fmla="*/ 617 h 709"/>
                <a:gd name="T16" fmla="*/ 665 w 720"/>
                <a:gd name="T17" fmla="*/ 601 h 709"/>
                <a:gd name="T18" fmla="*/ 619 w 720"/>
                <a:gd name="T19" fmla="*/ 556 h 709"/>
                <a:gd name="T20" fmla="*/ 607 w 720"/>
                <a:gd name="T21" fmla="*/ 556 h 709"/>
                <a:gd name="T22" fmla="*/ 606 w 720"/>
                <a:gd name="T23" fmla="*/ 556 h 709"/>
                <a:gd name="T24" fmla="*/ 567 w 720"/>
                <a:gd name="T25" fmla="*/ 517 h 709"/>
                <a:gd name="T26" fmla="*/ 566 w 720"/>
                <a:gd name="T27" fmla="*/ 515 h 709"/>
                <a:gd name="T28" fmla="*/ 566 w 720"/>
                <a:gd name="T29" fmla="*/ 470 h 709"/>
                <a:gd name="T30" fmla="*/ 494 w 720"/>
                <a:gd name="T31" fmla="*/ 398 h 709"/>
                <a:gd name="T32" fmla="*/ 447 w 720"/>
                <a:gd name="T33" fmla="*/ 398 h 709"/>
                <a:gd name="T34" fmla="*/ 446 w 720"/>
                <a:gd name="T35" fmla="*/ 397 h 709"/>
                <a:gd name="T36" fmla="*/ 355 w 720"/>
                <a:gd name="T37" fmla="*/ 306 h 709"/>
                <a:gd name="T38" fmla="*/ 304 w 720"/>
                <a:gd name="T39" fmla="*/ 306 h 709"/>
                <a:gd name="T40" fmla="*/ 303 w 720"/>
                <a:gd name="T41" fmla="*/ 305 h 709"/>
                <a:gd name="T42" fmla="*/ 0 w 720"/>
                <a:gd name="T43" fmla="*/ 2 h 709"/>
                <a:gd name="T44" fmla="*/ 2 w 720"/>
                <a:gd name="T45" fmla="*/ 0 h 709"/>
                <a:gd name="T46" fmla="*/ 305 w 720"/>
                <a:gd name="T47" fmla="*/ 302 h 709"/>
                <a:gd name="T48" fmla="*/ 355 w 720"/>
                <a:gd name="T49" fmla="*/ 302 h 709"/>
                <a:gd name="T50" fmla="*/ 356 w 720"/>
                <a:gd name="T51" fmla="*/ 303 h 709"/>
                <a:gd name="T52" fmla="*/ 448 w 720"/>
                <a:gd name="T53" fmla="*/ 394 h 709"/>
                <a:gd name="T54" fmla="*/ 495 w 720"/>
                <a:gd name="T55" fmla="*/ 394 h 709"/>
                <a:gd name="T56" fmla="*/ 496 w 720"/>
                <a:gd name="T57" fmla="*/ 395 h 709"/>
                <a:gd name="T58" fmla="*/ 569 w 720"/>
                <a:gd name="T59" fmla="*/ 468 h 709"/>
                <a:gd name="T60" fmla="*/ 570 w 720"/>
                <a:gd name="T61" fmla="*/ 469 h 709"/>
                <a:gd name="T62" fmla="*/ 570 w 720"/>
                <a:gd name="T63" fmla="*/ 515 h 709"/>
                <a:gd name="T64" fmla="*/ 608 w 720"/>
                <a:gd name="T65" fmla="*/ 553 h 709"/>
                <a:gd name="T66" fmla="*/ 620 w 720"/>
                <a:gd name="T67" fmla="*/ 553 h 709"/>
                <a:gd name="T68" fmla="*/ 621 w 720"/>
                <a:gd name="T69" fmla="*/ 553 h 709"/>
                <a:gd name="T70" fmla="*/ 668 w 720"/>
                <a:gd name="T71" fmla="*/ 600 h 709"/>
                <a:gd name="T72" fmla="*/ 668 w 720"/>
                <a:gd name="T73" fmla="*/ 601 h 709"/>
                <a:gd name="T74" fmla="*/ 668 w 720"/>
                <a:gd name="T75" fmla="*/ 617 h 709"/>
                <a:gd name="T76" fmla="*/ 668 w 720"/>
                <a:gd name="T77" fmla="*/ 618 h 709"/>
                <a:gd name="T78" fmla="*/ 650 w 720"/>
                <a:gd name="T79" fmla="*/ 636 h 709"/>
                <a:gd name="T80" fmla="*/ 650 w 720"/>
                <a:gd name="T81" fmla="*/ 665 h 709"/>
                <a:gd name="T82" fmla="*/ 691 w 720"/>
                <a:gd name="T83" fmla="*/ 705 h 709"/>
                <a:gd name="T84" fmla="*/ 720 w 720"/>
                <a:gd name="T85" fmla="*/ 705 h 709"/>
                <a:gd name="T86" fmla="*/ 720 w 720"/>
                <a:gd name="T87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20" h="709">
                  <a:moveTo>
                    <a:pt x="720" y="709"/>
                  </a:moveTo>
                  <a:cubicBezTo>
                    <a:pt x="690" y="709"/>
                    <a:pt x="690" y="709"/>
                    <a:pt x="690" y="709"/>
                  </a:cubicBezTo>
                  <a:cubicBezTo>
                    <a:pt x="690" y="709"/>
                    <a:pt x="690" y="709"/>
                    <a:pt x="689" y="708"/>
                  </a:cubicBezTo>
                  <a:cubicBezTo>
                    <a:pt x="648" y="667"/>
                    <a:pt x="648" y="667"/>
                    <a:pt x="648" y="667"/>
                  </a:cubicBezTo>
                  <a:cubicBezTo>
                    <a:pt x="647" y="666"/>
                    <a:pt x="647" y="666"/>
                    <a:pt x="647" y="665"/>
                  </a:cubicBezTo>
                  <a:cubicBezTo>
                    <a:pt x="647" y="635"/>
                    <a:pt x="647" y="635"/>
                    <a:pt x="647" y="635"/>
                  </a:cubicBezTo>
                  <a:cubicBezTo>
                    <a:pt x="647" y="635"/>
                    <a:pt x="647" y="634"/>
                    <a:pt x="648" y="634"/>
                  </a:cubicBezTo>
                  <a:cubicBezTo>
                    <a:pt x="665" y="617"/>
                    <a:pt x="665" y="617"/>
                    <a:pt x="665" y="617"/>
                  </a:cubicBezTo>
                  <a:cubicBezTo>
                    <a:pt x="665" y="601"/>
                    <a:pt x="665" y="601"/>
                    <a:pt x="665" y="601"/>
                  </a:cubicBezTo>
                  <a:cubicBezTo>
                    <a:pt x="619" y="556"/>
                    <a:pt x="619" y="556"/>
                    <a:pt x="619" y="556"/>
                  </a:cubicBezTo>
                  <a:cubicBezTo>
                    <a:pt x="607" y="556"/>
                    <a:pt x="607" y="556"/>
                    <a:pt x="607" y="556"/>
                  </a:cubicBezTo>
                  <a:cubicBezTo>
                    <a:pt x="607" y="556"/>
                    <a:pt x="606" y="556"/>
                    <a:pt x="606" y="556"/>
                  </a:cubicBezTo>
                  <a:cubicBezTo>
                    <a:pt x="567" y="517"/>
                    <a:pt x="567" y="517"/>
                    <a:pt x="567" y="517"/>
                  </a:cubicBezTo>
                  <a:cubicBezTo>
                    <a:pt x="566" y="516"/>
                    <a:pt x="566" y="516"/>
                    <a:pt x="566" y="515"/>
                  </a:cubicBezTo>
                  <a:cubicBezTo>
                    <a:pt x="566" y="470"/>
                    <a:pt x="566" y="470"/>
                    <a:pt x="566" y="470"/>
                  </a:cubicBezTo>
                  <a:cubicBezTo>
                    <a:pt x="494" y="398"/>
                    <a:pt x="494" y="398"/>
                    <a:pt x="494" y="398"/>
                  </a:cubicBezTo>
                  <a:cubicBezTo>
                    <a:pt x="447" y="398"/>
                    <a:pt x="447" y="398"/>
                    <a:pt x="447" y="398"/>
                  </a:cubicBezTo>
                  <a:cubicBezTo>
                    <a:pt x="447" y="398"/>
                    <a:pt x="446" y="398"/>
                    <a:pt x="446" y="397"/>
                  </a:cubicBezTo>
                  <a:cubicBezTo>
                    <a:pt x="355" y="306"/>
                    <a:pt x="355" y="306"/>
                    <a:pt x="355" y="306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06"/>
                    <a:pt x="303" y="305"/>
                    <a:pt x="303" y="30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55" y="302"/>
                    <a:pt x="355" y="302"/>
                    <a:pt x="355" y="302"/>
                  </a:cubicBezTo>
                  <a:cubicBezTo>
                    <a:pt x="356" y="302"/>
                    <a:pt x="356" y="302"/>
                    <a:pt x="356" y="303"/>
                  </a:cubicBezTo>
                  <a:cubicBezTo>
                    <a:pt x="448" y="394"/>
                    <a:pt x="448" y="394"/>
                    <a:pt x="448" y="394"/>
                  </a:cubicBezTo>
                  <a:cubicBezTo>
                    <a:pt x="495" y="394"/>
                    <a:pt x="495" y="394"/>
                    <a:pt x="495" y="394"/>
                  </a:cubicBezTo>
                  <a:cubicBezTo>
                    <a:pt x="495" y="394"/>
                    <a:pt x="496" y="394"/>
                    <a:pt x="496" y="395"/>
                  </a:cubicBezTo>
                  <a:cubicBezTo>
                    <a:pt x="569" y="468"/>
                    <a:pt x="569" y="468"/>
                    <a:pt x="569" y="468"/>
                  </a:cubicBezTo>
                  <a:cubicBezTo>
                    <a:pt x="569" y="468"/>
                    <a:pt x="570" y="469"/>
                    <a:pt x="570" y="469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608" y="553"/>
                    <a:pt x="608" y="553"/>
                    <a:pt x="608" y="553"/>
                  </a:cubicBezTo>
                  <a:cubicBezTo>
                    <a:pt x="620" y="553"/>
                    <a:pt x="620" y="553"/>
                    <a:pt x="620" y="553"/>
                  </a:cubicBezTo>
                  <a:cubicBezTo>
                    <a:pt x="621" y="553"/>
                    <a:pt x="621" y="553"/>
                    <a:pt x="621" y="553"/>
                  </a:cubicBezTo>
                  <a:cubicBezTo>
                    <a:pt x="668" y="600"/>
                    <a:pt x="668" y="600"/>
                    <a:pt x="668" y="600"/>
                  </a:cubicBezTo>
                  <a:cubicBezTo>
                    <a:pt x="668" y="600"/>
                    <a:pt x="668" y="600"/>
                    <a:pt x="668" y="601"/>
                  </a:cubicBezTo>
                  <a:cubicBezTo>
                    <a:pt x="668" y="617"/>
                    <a:pt x="668" y="617"/>
                    <a:pt x="668" y="617"/>
                  </a:cubicBezTo>
                  <a:cubicBezTo>
                    <a:pt x="668" y="618"/>
                    <a:pt x="668" y="618"/>
                    <a:pt x="668" y="618"/>
                  </a:cubicBezTo>
                  <a:cubicBezTo>
                    <a:pt x="650" y="636"/>
                    <a:pt x="650" y="636"/>
                    <a:pt x="650" y="636"/>
                  </a:cubicBezTo>
                  <a:cubicBezTo>
                    <a:pt x="650" y="665"/>
                    <a:pt x="650" y="665"/>
                    <a:pt x="650" y="665"/>
                  </a:cubicBezTo>
                  <a:cubicBezTo>
                    <a:pt x="691" y="705"/>
                    <a:pt x="691" y="705"/>
                    <a:pt x="691" y="705"/>
                  </a:cubicBezTo>
                  <a:cubicBezTo>
                    <a:pt x="720" y="705"/>
                    <a:pt x="720" y="705"/>
                    <a:pt x="720" y="705"/>
                  </a:cubicBezTo>
                  <a:lnTo>
                    <a:pt x="720" y="7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1" name="Freeform 536"/>
            <p:cNvSpPr>
              <a:spLocks/>
            </p:cNvSpPr>
            <p:nvPr/>
          </p:nvSpPr>
          <p:spPr bwMode="auto">
            <a:xfrm flipV="1">
              <a:off x="819152" y="5851524"/>
              <a:ext cx="2293937" cy="2311400"/>
            </a:xfrm>
            <a:custGeom>
              <a:avLst/>
              <a:gdLst>
                <a:gd name="T0" fmla="*/ 609 w 611"/>
                <a:gd name="T1" fmla="*/ 616 h 616"/>
                <a:gd name="T2" fmla="*/ 585 w 611"/>
                <a:gd name="T3" fmla="*/ 592 h 616"/>
                <a:gd name="T4" fmla="*/ 561 w 611"/>
                <a:gd name="T5" fmla="*/ 592 h 616"/>
                <a:gd name="T6" fmla="*/ 560 w 611"/>
                <a:gd name="T7" fmla="*/ 591 h 616"/>
                <a:gd name="T8" fmla="*/ 538 w 611"/>
                <a:gd name="T9" fmla="*/ 570 h 616"/>
                <a:gd name="T10" fmla="*/ 538 w 611"/>
                <a:gd name="T11" fmla="*/ 569 h 616"/>
                <a:gd name="T12" fmla="*/ 538 w 611"/>
                <a:gd name="T13" fmla="*/ 513 h 616"/>
                <a:gd name="T14" fmla="*/ 439 w 611"/>
                <a:gd name="T15" fmla="*/ 413 h 616"/>
                <a:gd name="T16" fmla="*/ 396 w 611"/>
                <a:gd name="T17" fmla="*/ 413 h 616"/>
                <a:gd name="T18" fmla="*/ 395 w 611"/>
                <a:gd name="T19" fmla="*/ 413 h 616"/>
                <a:gd name="T20" fmla="*/ 322 w 611"/>
                <a:gd name="T21" fmla="*/ 339 h 616"/>
                <a:gd name="T22" fmla="*/ 321 w 611"/>
                <a:gd name="T23" fmla="*/ 338 h 616"/>
                <a:gd name="T24" fmla="*/ 321 w 611"/>
                <a:gd name="T25" fmla="*/ 281 h 616"/>
                <a:gd name="T26" fmla="*/ 254 w 611"/>
                <a:gd name="T27" fmla="*/ 214 h 616"/>
                <a:gd name="T28" fmla="*/ 212 w 611"/>
                <a:gd name="T29" fmla="*/ 214 h 616"/>
                <a:gd name="T30" fmla="*/ 211 w 611"/>
                <a:gd name="T31" fmla="*/ 214 h 616"/>
                <a:gd name="T32" fmla="*/ 0 w 611"/>
                <a:gd name="T33" fmla="*/ 2 h 616"/>
                <a:gd name="T34" fmla="*/ 2 w 611"/>
                <a:gd name="T35" fmla="*/ 0 h 616"/>
                <a:gd name="T36" fmla="*/ 213 w 611"/>
                <a:gd name="T37" fmla="*/ 211 h 616"/>
                <a:gd name="T38" fmla="*/ 255 w 611"/>
                <a:gd name="T39" fmla="*/ 211 h 616"/>
                <a:gd name="T40" fmla="*/ 256 w 611"/>
                <a:gd name="T41" fmla="*/ 211 h 616"/>
                <a:gd name="T42" fmla="*/ 324 w 611"/>
                <a:gd name="T43" fmla="*/ 279 h 616"/>
                <a:gd name="T44" fmla="*/ 325 w 611"/>
                <a:gd name="T45" fmla="*/ 280 h 616"/>
                <a:gd name="T46" fmla="*/ 325 w 611"/>
                <a:gd name="T47" fmla="*/ 337 h 616"/>
                <a:gd name="T48" fmla="*/ 397 w 611"/>
                <a:gd name="T49" fmla="*/ 410 h 616"/>
                <a:gd name="T50" fmla="*/ 439 w 611"/>
                <a:gd name="T51" fmla="*/ 410 h 616"/>
                <a:gd name="T52" fmla="*/ 441 w 611"/>
                <a:gd name="T53" fmla="*/ 410 h 616"/>
                <a:gd name="T54" fmla="*/ 541 w 611"/>
                <a:gd name="T55" fmla="*/ 511 h 616"/>
                <a:gd name="T56" fmla="*/ 541 w 611"/>
                <a:gd name="T57" fmla="*/ 512 h 616"/>
                <a:gd name="T58" fmla="*/ 541 w 611"/>
                <a:gd name="T59" fmla="*/ 568 h 616"/>
                <a:gd name="T60" fmla="*/ 562 w 611"/>
                <a:gd name="T61" fmla="*/ 588 h 616"/>
                <a:gd name="T62" fmla="*/ 586 w 611"/>
                <a:gd name="T63" fmla="*/ 588 h 616"/>
                <a:gd name="T64" fmla="*/ 587 w 611"/>
                <a:gd name="T65" fmla="*/ 589 h 616"/>
                <a:gd name="T66" fmla="*/ 611 w 611"/>
                <a:gd name="T67" fmla="*/ 613 h 616"/>
                <a:gd name="T68" fmla="*/ 609 w 611"/>
                <a:gd name="T69" fmla="*/ 61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1" h="616">
                  <a:moveTo>
                    <a:pt x="609" y="616"/>
                  </a:moveTo>
                  <a:cubicBezTo>
                    <a:pt x="585" y="592"/>
                    <a:pt x="585" y="592"/>
                    <a:pt x="585" y="592"/>
                  </a:cubicBezTo>
                  <a:cubicBezTo>
                    <a:pt x="561" y="592"/>
                    <a:pt x="561" y="592"/>
                    <a:pt x="561" y="592"/>
                  </a:cubicBezTo>
                  <a:cubicBezTo>
                    <a:pt x="561" y="592"/>
                    <a:pt x="560" y="592"/>
                    <a:pt x="560" y="591"/>
                  </a:cubicBezTo>
                  <a:cubicBezTo>
                    <a:pt x="538" y="570"/>
                    <a:pt x="538" y="570"/>
                    <a:pt x="538" y="570"/>
                  </a:cubicBezTo>
                  <a:cubicBezTo>
                    <a:pt x="538" y="570"/>
                    <a:pt x="538" y="569"/>
                    <a:pt x="538" y="569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39" y="413"/>
                    <a:pt x="439" y="413"/>
                    <a:pt x="439" y="413"/>
                  </a:cubicBezTo>
                  <a:cubicBezTo>
                    <a:pt x="396" y="413"/>
                    <a:pt x="396" y="413"/>
                    <a:pt x="396" y="413"/>
                  </a:cubicBezTo>
                  <a:cubicBezTo>
                    <a:pt x="396" y="413"/>
                    <a:pt x="395" y="413"/>
                    <a:pt x="395" y="413"/>
                  </a:cubicBezTo>
                  <a:cubicBezTo>
                    <a:pt x="322" y="339"/>
                    <a:pt x="322" y="339"/>
                    <a:pt x="322" y="339"/>
                  </a:cubicBezTo>
                  <a:cubicBezTo>
                    <a:pt x="321" y="339"/>
                    <a:pt x="321" y="338"/>
                    <a:pt x="321" y="338"/>
                  </a:cubicBezTo>
                  <a:cubicBezTo>
                    <a:pt x="321" y="281"/>
                    <a:pt x="321" y="281"/>
                    <a:pt x="321" y="281"/>
                  </a:cubicBezTo>
                  <a:cubicBezTo>
                    <a:pt x="254" y="214"/>
                    <a:pt x="254" y="214"/>
                    <a:pt x="254" y="214"/>
                  </a:cubicBezTo>
                  <a:cubicBezTo>
                    <a:pt x="212" y="214"/>
                    <a:pt x="212" y="214"/>
                    <a:pt x="212" y="214"/>
                  </a:cubicBezTo>
                  <a:cubicBezTo>
                    <a:pt x="212" y="214"/>
                    <a:pt x="211" y="214"/>
                    <a:pt x="211" y="2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55" y="211"/>
                    <a:pt x="255" y="211"/>
                    <a:pt x="255" y="211"/>
                  </a:cubicBezTo>
                  <a:cubicBezTo>
                    <a:pt x="256" y="211"/>
                    <a:pt x="256" y="211"/>
                    <a:pt x="256" y="211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79"/>
                    <a:pt x="325" y="280"/>
                    <a:pt x="325" y="280"/>
                  </a:cubicBezTo>
                  <a:cubicBezTo>
                    <a:pt x="325" y="337"/>
                    <a:pt x="325" y="337"/>
                    <a:pt x="325" y="337"/>
                  </a:cubicBezTo>
                  <a:cubicBezTo>
                    <a:pt x="397" y="410"/>
                    <a:pt x="397" y="410"/>
                    <a:pt x="397" y="410"/>
                  </a:cubicBezTo>
                  <a:cubicBezTo>
                    <a:pt x="439" y="410"/>
                    <a:pt x="439" y="410"/>
                    <a:pt x="439" y="410"/>
                  </a:cubicBezTo>
                  <a:cubicBezTo>
                    <a:pt x="440" y="410"/>
                    <a:pt x="440" y="410"/>
                    <a:pt x="441" y="410"/>
                  </a:cubicBezTo>
                  <a:cubicBezTo>
                    <a:pt x="541" y="511"/>
                    <a:pt x="541" y="511"/>
                    <a:pt x="541" y="511"/>
                  </a:cubicBezTo>
                  <a:cubicBezTo>
                    <a:pt x="541" y="511"/>
                    <a:pt x="541" y="511"/>
                    <a:pt x="541" y="512"/>
                  </a:cubicBezTo>
                  <a:cubicBezTo>
                    <a:pt x="541" y="568"/>
                    <a:pt x="541" y="568"/>
                    <a:pt x="541" y="568"/>
                  </a:cubicBezTo>
                  <a:cubicBezTo>
                    <a:pt x="562" y="588"/>
                    <a:pt x="562" y="588"/>
                    <a:pt x="562" y="588"/>
                  </a:cubicBezTo>
                  <a:cubicBezTo>
                    <a:pt x="586" y="588"/>
                    <a:pt x="586" y="588"/>
                    <a:pt x="586" y="588"/>
                  </a:cubicBezTo>
                  <a:cubicBezTo>
                    <a:pt x="586" y="588"/>
                    <a:pt x="587" y="589"/>
                    <a:pt x="587" y="589"/>
                  </a:cubicBezTo>
                  <a:cubicBezTo>
                    <a:pt x="611" y="613"/>
                    <a:pt x="611" y="613"/>
                    <a:pt x="611" y="613"/>
                  </a:cubicBezTo>
                  <a:lnTo>
                    <a:pt x="609" y="61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2" name="Freeform 537"/>
            <p:cNvSpPr>
              <a:spLocks/>
            </p:cNvSpPr>
            <p:nvPr/>
          </p:nvSpPr>
          <p:spPr bwMode="auto">
            <a:xfrm flipV="1">
              <a:off x="895352" y="5483223"/>
              <a:ext cx="2573337" cy="2754313"/>
            </a:xfrm>
            <a:custGeom>
              <a:avLst/>
              <a:gdLst>
                <a:gd name="T0" fmla="*/ 621 w 686"/>
                <a:gd name="T1" fmla="*/ 734 h 734"/>
                <a:gd name="T2" fmla="*/ 621 w 686"/>
                <a:gd name="T3" fmla="*/ 731 h 734"/>
                <a:gd name="T4" fmla="*/ 663 w 686"/>
                <a:gd name="T5" fmla="*/ 731 h 734"/>
                <a:gd name="T6" fmla="*/ 682 w 686"/>
                <a:gd name="T7" fmla="*/ 712 h 734"/>
                <a:gd name="T8" fmla="*/ 682 w 686"/>
                <a:gd name="T9" fmla="*/ 685 h 734"/>
                <a:gd name="T10" fmla="*/ 593 w 686"/>
                <a:gd name="T11" fmla="*/ 596 h 734"/>
                <a:gd name="T12" fmla="*/ 592 w 686"/>
                <a:gd name="T13" fmla="*/ 595 h 734"/>
                <a:gd name="T14" fmla="*/ 592 w 686"/>
                <a:gd name="T15" fmla="*/ 567 h 734"/>
                <a:gd name="T16" fmla="*/ 430 w 686"/>
                <a:gd name="T17" fmla="*/ 404 h 734"/>
                <a:gd name="T18" fmla="*/ 375 w 686"/>
                <a:gd name="T19" fmla="*/ 404 h 734"/>
                <a:gd name="T20" fmla="*/ 374 w 686"/>
                <a:gd name="T21" fmla="*/ 404 h 734"/>
                <a:gd name="T22" fmla="*/ 334 w 686"/>
                <a:gd name="T23" fmla="*/ 364 h 734"/>
                <a:gd name="T24" fmla="*/ 334 w 686"/>
                <a:gd name="T25" fmla="*/ 363 h 734"/>
                <a:gd name="T26" fmla="*/ 334 w 686"/>
                <a:gd name="T27" fmla="*/ 308 h 734"/>
                <a:gd name="T28" fmla="*/ 219 w 686"/>
                <a:gd name="T29" fmla="*/ 194 h 734"/>
                <a:gd name="T30" fmla="*/ 193 w 686"/>
                <a:gd name="T31" fmla="*/ 194 h 734"/>
                <a:gd name="T32" fmla="*/ 191 w 686"/>
                <a:gd name="T33" fmla="*/ 193 h 734"/>
                <a:gd name="T34" fmla="*/ 0 w 686"/>
                <a:gd name="T35" fmla="*/ 2 h 734"/>
                <a:gd name="T36" fmla="*/ 2 w 686"/>
                <a:gd name="T37" fmla="*/ 0 h 734"/>
                <a:gd name="T38" fmla="*/ 193 w 686"/>
                <a:gd name="T39" fmla="*/ 190 h 734"/>
                <a:gd name="T40" fmla="*/ 220 w 686"/>
                <a:gd name="T41" fmla="*/ 190 h 734"/>
                <a:gd name="T42" fmla="*/ 221 w 686"/>
                <a:gd name="T43" fmla="*/ 191 h 734"/>
                <a:gd name="T44" fmla="*/ 337 w 686"/>
                <a:gd name="T45" fmla="*/ 306 h 734"/>
                <a:gd name="T46" fmla="*/ 337 w 686"/>
                <a:gd name="T47" fmla="*/ 307 h 734"/>
                <a:gd name="T48" fmla="*/ 337 w 686"/>
                <a:gd name="T49" fmla="*/ 362 h 734"/>
                <a:gd name="T50" fmla="*/ 376 w 686"/>
                <a:gd name="T51" fmla="*/ 401 h 734"/>
                <a:gd name="T52" fmla="*/ 430 w 686"/>
                <a:gd name="T53" fmla="*/ 401 h 734"/>
                <a:gd name="T54" fmla="*/ 432 w 686"/>
                <a:gd name="T55" fmla="*/ 401 h 734"/>
                <a:gd name="T56" fmla="*/ 595 w 686"/>
                <a:gd name="T57" fmla="*/ 565 h 734"/>
                <a:gd name="T58" fmla="*/ 596 w 686"/>
                <a:gd name="T59" fmla="*/ 566 h 734"/>
                <a:gd name="T60" fmla="*/ 596 w 686"/>
                <a:gd name="T61" fmla="*/ 594 h 734"/>
                <a:gd name="T62" fmla="*/ 685 w 686"/>
                <a:gd name="T63" fmla="*/ 684 h 734"/>
                <a:gd name="T64" fmla="*/ 686 w 686"/>
                <a:gd name="T65" fmla="*/ 685 h 734"/>
                <a:gd name="T66" fmla="*/ 686 w 686"/>
                <a:gd name="T67" fmla="*/ 712 h 734"/>
                <a:gd name="T68" fmla="*/ 685 w 686"/>
                <a:gd name="T69" fmla="*/ 714 h 734"/>
                <a:gd name="T70" fmla="*/ 665 w 686"/>
                <a:gd name="T71" fmla="*/ 734 h 734"/>
                <a:gd name="T72" fmla="*/ 664 w 686"/>
                <a:gd name="T73" fmla="*/ 734 h 734"/>
                <a:gd name="T74" fmla="*/ 621 w 686"/>
                <a:gd name="T75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6" h="734">
                  <a:moveTo>
                    <a:pt x="621" y="734"/>
                  </a:moveTo>
                  <a:cubicBezTo>
                    <a:pt x="621" y="731"/>
                    <a:pt x="621" y="731"/>
                    <a:pt x="621" y="731"/>
                  </a:cubicBezTo>
                  <a:cubicBezTo>
                    <a:pt x="663" y="731"/>
                    <a:pt x="663" y="731"/>
                    <a:pt x="663" y="731"/>
                  </a:cubicBezTo>
                  <a:cubicBezTo>
                    <a:pt x="682" y="712"/>
                    <a:pt x="682" y="712"/>
                    <a:pt x="682" y="712"/>
                  </a:cubicBezTo>
                  <a:cubicBezTo>
                    <a:pt x="682" y="685"/>
                    <a:pt x="682" y="685"/>
                    <a:pt x="682" y="685"/>
                  </a:cubicBezTo>
                  <a:cubicBezTo>
                    <a:pt x="593" y="596"/>
                    <a:pt x="593" y="596"/>
                    <a:pt x="593" y="596"/>
                  </a:cubicBezTo>
                  <a:cubicBezTo>
                    <a:pt x="592" y="596"/>
                    <a:pt x="592" y="595"/>
                    <a:pt x="592" y="595"/>
                  </a:cubicBezTo>
                  <a:cubicBezTo>
                    <a:pt x="592" y="567"/>
                    <a:pt x="592" y="567"/>
                    <a:pt x="592" y="567"/>
                  </a:cubicBezTo>
                  <a:cubicBezTo>
                    <a:pt x="430" y="404"/>
                    <a:pt x="430" y="404"/>
                    <a:pt x="430" y="404"/>
                  </a:cubicBezTo>
                  <a:cubicBezTo>
                    <a:pt x="375" y="404"/>
                    <a:pt x="375" y="404"/>
                    <a:pt x="375" y="404"/>
                  </a:cubicBezTo>
                  <a:cubicBezTo>
                    <a:pt x="374" y="404"/>
                    <a:pt x="374" y="404"/>
                    <a:pt x="374" y="404"/>
                  </a:cubicBezTo>
                  <a:cubicBezTo>
                    <a:pt x="334" y="364"/>
                    <a:pt x="334" y="364"/>
                    <a:pt x="334" y="364"/>
                  </a:cubicBezTo>
                  <a:cubicBezTo>
                    <a:pt x="334" y="364"/>
                    <a:pt x="334" y="363"/>
                    <a:pt x="334" y="363"/>
                  </a:cubicBezTo>
                  <a:cubicBezTo>
                    <a:pt x="334" y="308"/>
                    <a:pt x="334" y="308"/>
                    <a:pt x="334" y="308"/>
                  </a:cubicBezTo>
                  <a:cubicBezTo>
                    <a:pt x="219" y="194"/>
                    <a:pt x="219" y="194"/>
                    <a:pt x="219" y="194"/>
                  </a:cubicBezTo>
                  <a:cubicBezTo>
                    <a:pt x="193" y="194"/>
                    <a:pt x="193" y="194"/>
                    <a:pt x="193" y="194"/>
                  </a:cubicBezTo>
                  <a:cubicBezTo>
                    <a:pt x="192" y="194"/>
                    <a:pt x="192" y="194"/>
                    <a:pt x="191" y="19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3" y="190"/>
                    <a:pt x="193" y="190"/>
                    <a:pt x="193" y="190"/>
                  </a:cubicBezTo>
                  <a:cubicBezTo>
                    <a:pt x="220" y="190"/>
                    <a:pt x="220" y="190"/>
                    <a:pt x="220" y="190"/>
                  </a:cubicBezTo>
                  <a:cubicBezTo>
                    <a:pt x="221" y="190"/>
                    <a:pt x="221" y="191"/>
                    <a:pt x="221" y="191"/>
                  </a:cubicBezTo>
                  <a:cubicBezTo>
                    <a:pt x="337" y="306"/>
                    <a:pt x="337" y="306"/>
                    <a:pt x="337" y="306"/>
                  </a:cubicBezTo>
                  <a:cubicBezTo>
                    <a:pt x="337" y="306"/>
                    <a:pt x="337" y="307"/>
                    <a:pt x="337" y="307"/>
                  </a:cubicBezTo>
                  <a:cubicBezTo>
                    <a:pt x="337" y="362"/>
                    <a:pt x="337" y="362"/>
                    <a:pt x="337" y="362"/>
                  </a:cubicBezTo>
                  <a:cubicBezTo>
                    <a:pt x="376" y="401"/>
                    <a:pt x="376" y="401"/>
                    <a:pt x="376" y="401"/>
                  </a:cubicBezTo>
                  <a:cubicBezTo>
                    <a:pt x="430" y="401"/>
                    <a:pt x="430" y="401"/>
                    <a:pt x="430" y="401"/>
                  </a:cubicBezTo>
                  <a:cubicBezTo>
                    <a:pt x="431" y="401"/>
                    <a:pt x="431" y="401"/>
                    <a:pt x="432" y="401"/>
                  </a:cubicBezTo>
                  <a:cubicBezTo>
                    <a:pt x="595" y="565"/>
                    <a:pt x="595" y="565"/>
                    <a:pt x="595" y="565"/>
                  </a:cubicBezTo>
                  <a:cubicBezTo>
                    <a:pt x="595" y="565"/>
                    <a:pt x="596" y="566"/>
                    <a:pt x="596" y="566"/>
                  </a:cubicBezTo>
                  <a:cubicBezTo>
                    <a:pt x="596" y="594"/>
                    <a:pt x="596" y="594"/>
                    <a:pt x="596" y="594"/>
                  </a:cubicBezTo>
                  <a:cubicBezTo>
                    <a:pt x="685" y="684"/>
                    <a:pt x="685" y="684"/>
                    <a:pt x="685" y="684"/>
                  </a:cubicBezTo>
                  <a:cubicBezTo>
                    <a:pt x="685" y="684"/>
                    <a:pt x="686" y="684"/>
                    <a:pt x="686" y="685"/>
                  </a:cubicBezTo>
                  <a:cubicBezTo>
                    <a:pt x="686" y="712"/>
                    <a:pt x="686" y="712"/>
                    <a:pt x="686" y="712"/>
                  </a:cubicBezTo>
                  <a:cubicBezTo>
                    <a:pt x="686" y="713"/>
                    <a:pt x="685" y="713"/>
                    <a:pt x="685" y="714"/>
                  </a:cubicBezTo>
                  <a:cubicBezTo>
                    <a:pt x="665" y="734"/>
                    <a:pt x="665" y="734"/>
                    <a:pt x="665" y="734"/>
                  </a:cubicBezTo>
                  <a:cubicBezTo>
                    <a:pt x="664" y="734"/>
                    <a:pt x="664" y="734"/>
                    <a:pt x="664" y="734"/>
                  </a:cubicBezTo>
                  <a:lnTo>
                    <a:pt x="621" y="73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3" name="Freeform 538"/>
            <p:cNvSpPr>
              <a:spLocks/>
            </p:cNvSpPr>
            <p:nvPr/>
          </p:nvSpPr>
          <p:spPr bwMode="auto">
            <a:xfrm flipV="1">
              <a:off x="996952" y="6038848"/>
              <a:ext cx="2303462" cy="2303463"/>
            </a:xfrm>
            <a:custGeom>
              <a:avLst/>
              <a:gdLst>
                <a:gd name="T0" fmla="*/ 1446 w 1451"/>
                <a:gd name="T1" fmla="*/ 1451 h 1451"/>
                <a:gd name="T2" fmla="*/ 0 w 1451"/>
                <a:gd name="T3" fmla="*/ 7 h 1451"/>
                <a:gd name="T4" fmla="*/ 7 w 1451"/>
                <a:gd name="T5" fmla="*/ 0 h 1451"/>
                <a:gd name="T6" fmla="*/ 1451 w 1451"/>
                <a:gd name="T7" fmla="*/ 1446 h 1451"/>
                <a:gd name="T8" fmla="*/ 1446 w 1451"/>
                <a:gd name="T9" fmla="*/ 1451 h 1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1" h="1451">
                  <a:moveTo>
                    <a:pt x="1446" y="1451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451" y="1446"/>
                  </a:lnTo>
                  <a:lnTo>
                    <a:pt x="1446" y="14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4" name="Freeform 539"/>
            <p:cNvSpPr>
              <a:spLocks/>
            </p:cNvSpPr>
            <p:nvPr/>
          </p:nvSpPr>
          <p:spPr bwMode="auto">
            <a:xfrm flipV="1">
              <a:off x="1096964" y="5513386"/>
              <a:ext cx="2544762" cy="2927350"/>
            </a:xfrm>
            <a:custGeom>
              <a:avLst/>
              <a:gdLst>
                <a:gd name="T0" fmla="*/ 659 w 678"/>
                <a:gd name="T1" fmla="*/ 780 h 780"/>
                <a:gd name="T2" fmla="*/ 656 w 678"/>
                <a:gd name="T3" fmla="*/ 777 h 780"/>
                <a:gd name="T4" fmla="*/ 664 w 678"/>
                <a:gd name="T5" fmla="*/ 770 h 780"/>
                <a:gd name="T6" fmla="*/ 664 w 678"/>
                <a:gd name="T7" fmla="*/ 716 h 780"/>
                <a:gd name="T8" fmla="*/ 664 w 678"/>
                <a:gd name="T9" fmla="*/ 714 h 780"/>
                <a:gd name="T10" fmla="*/ 674 w 678"/>
                <a:gd name="T11" fmla="*/ 704 h 780"/>
                <a:gd name="T12" fmla="*/ 674 w 678"/>
                <a:gd name="T13" fmla="*/ 687 h 780"/>
                <a:gd name="T14" fmla="*/ 265 w 678"/>
                <a:gd name="T15" fmla="*/ 277 h 780"/>
                <a:gd name="T16" fmla="*/ 264 w 678"/>
                <a:gd name="T17" fmla="*/ 276 h 780"/>
                <a:gd name="T18" fmla="*/ 264 w 678"/>
                <a:gd name="T19" fmla="*/ 267 h 780"/>
                <a:gd name="T20" fmla="*/ 0 w 678"/>
                <a:gd name="T21" fmla="*/ 2 h 780"/>
                <a:gd name="T22" fmla="*/ 2 w 678"/>
                <a:gd name="T23" fmla="*/ 0 h 780"/>
                <a:gd name="T24" fmla="*/ 267 w 678"/>
                <a:gd name="T25" fmla="*/ 265 h 780"/>
                <a:gd name="T26" fmla="*/ 268 w 678"/>
                <a:gd name="T27" fmla="*/ 266 h 780"/>
                <a:gd name="T28" fmla="*/ 268 w 678"/>
                <a:gd name="T29" fmla="*/ 275 h 780"/>
                <a:gd name="T30" fmla="*/ 677 w 678"/>
                <a:gd name="T31" fmla="*/ 685 h 780"/>
                <a:gd name="T32" fmla="*/ 678 w 678"/>
                <a:gd name="T33" fmla="*/ 686 h 780"/>
                <a:gd name="T34" fmla="*/ 678 w 678"/>
                <a:gd name="T35" fmla="*/ 705 h 780"/>
                <a:gd name="T36" fmla="*/ 677 w 678"/>
                <a:gd name="T37" fmla="*/ 706 h 780"/>
                <a:gd name="T38" fmla="*/ 667 w 678"/>
                <a:gd name="T39" fmla="*/ 716 h 780"/>
                <a:gd name="T40" fmla="*/ 667 w 678"/>
                <a:gd name="T41" fmla="*/ 771 h 780"/>
                <a:gd name="T42" fmla="*/ 667 w 678"/>
                <a:gd name="T43" fmla="*/ 772 h 780"/>
                <a:gd name="T44" fmla="*/ 659 w 678"/>
                <a:gd name="T45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8" h="780">
                  <a:moveTo>
                    <a:pt x="659" y="780"/>
                  </a:moveTo>
                  <a:cubicBezTo>
                    <a:pt x="656" y="777"/>
                    <a:pt x="656" y="777"/>
                    <a:pt x="656" y="777"/>
                  </a:cubicBezTo>
                  <a:cubicBezTo>
                    <a:pt x="664" y="770"/>
                    <a:pt x="664" y="770"/>
                    <a:pt x="664" y="770"/>
                  </a:cubicBezTo>
                  <a:cubicBezTo>
                    <a:pt x="664" y="716"/>
                    <a:pt x="664" y="716"/>
                    <a:pt x="664" y="716"/>
                  </a:cubicBezTo>
                  <a:cubicBezTo>
                    <a:pt x="664" y="715"/>
                    <a:pt x="664" y="715"/>
                    <a:pt x="664" y="714"/>
                  </a:cubicBezTo>
                  <a:cubicBezTo>
                    <a:pt x="674" y="704"/>
                    <a:pt x="674" y="704"/>
                    <a:pt x="674" y="704"/>
                  </a:cubicBezTo>
                  <a:cubicBezTo>
                    <a:pt x="674" y="687"/>
                    <a:pt x="674" y="687"/>
                    <a:pt x="674" y="687"/>
                  </a:cubicBezTo>
                  <a:cubicBezTo>
                    <a:pt x="265" y="277"/>
                    <a:pt x="265" y="277"/>
                    <a:pt x="265" y="277"/>
                  </a:cubicBezTo>
                  <a:cubicBezTo>
                    <a:pt x="264" y="277"/>
                    <a:pt x="264" y="276"/>
                    <a:pt x="264" y="276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67" y="265"/>
                    <a:pt x="267" y="265"/>
                    <a:pt x="267" y="265"/>
                  </a:cubicBezTo>
                  <a:cubicBezTo>
                    <a:pt x="267" y="265"/>
                    <a:pt x="268" y="266"/>
                    <a:pt x="268" y="266"/>
                  </a:cubicBezTo>
                  <a:cubicBezTo>
                    <a:pt x="268" y="275"/>
                    <a:pt x="268" y="275"/>
                    <a:pt x="268" y="275"/>
                  </a:cubicBezTo>
                  <a:cubicBezTo>
                    <a:pt x="677" y="685"/>
                    <a:pt x="677" y="685"/>
                    <a:pt x="677" y="685"/>
                  </a:cubicBezTo>
                  <a:cubicBezTo>
                    <a:pt x="678" y="685"/>
                    <a:pt x="678" y="686"/>
                    <a:pt x="678" y="686"/>
                  </a:cubicBezTo>
                  <a:cubicBezTo>
                    <a:pt x="678" y="705"/>
                    <a:pt x="678" y="705"/>
                    <a:pt x="678" y="705"/>
                  </a:cubicBezTo>
                  <a:cubicBezTo>
                    <a:pt x="678" y="705"/>
                    <a:pt x="678" y="706"/>
                    <a:pt x="677" y="706"/>
                  </a:cubicBezTo>
                  <a:cubicBezTo>
                    <a:pt x="667" y="716"/>
                    <a:pt x="667" y="716"/>
                    <a:pt x="667" y="716"/>
                  </a:cubicBezTo>
                  <a:cubicBezTo>
                    <a:pt x="667" y="771"/>
                    <a:pt x="667" y="771"/>
                    <a:pt x="667" y="771"/>
                  </a:cubicBezTo>
                  <a:cubicBezTo>
                    <a:pt x="667" y="771"/>
                    <a:pt x="667" y="771"/>
                    <a:pt x="667" y="772"/>
                  </a:cubicBezTo>
                  <a:lnTo>
                    <a:pt x="659" y="78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5" name="Freeform 540"/>
            <p:cNvSpPr>
              <a:spLocks/>
            </p:cNvSpPr>
            <p:nvPr/>
          </p:nvSpPr>
          <p:spPr bwMode="auto">
            <a:xfrm flipV="1">
              <a:off x="1173164" y="5711824"/>
              <a:ext cx="2551112" cy="2803525"/>
            </a:xfrm>
            <a:custGeom>
              <a:avLst/>
              <a:gdLst>
                <a:gd name="T0" fmla="*/ 680 w 680"/>
                <a:gd name="T1" fmla="*/ 747 h 747"/>
                <a:gd name="T2" fmla="*/ 676 w 680"/>
                <a:gd name="T3" fmla="*/ 747 h 747"/>
                <a:gd name="T4" fmla="*/ 676 w 680"/>
                <a:gd name="T5" fmla="*/ 705 h 747"/>
                <a:gd name="T6" fmla="*/ 275 w 680"/>
                <a:gd name="T7" fmla="*/ 304 h 747"/>
                <a:gd name="T8" fmla="*/ 275 w 680"/>
                <a:gd name="T9" fmla="*/ 303 h 747"/>
                <a:gd name="T10" fmla="*/ 275 w 680"/>
                <a:gd name="T11" fmla="*/ 277 h 747"/>
                <a:gd name="T12" fmla="*/ 0 w 680"/>
                <a:gd name="T13" fmla="*/ 2 h 747"/>
                <a:gd name="T14" fmla="*/ 2 w 680"/>
                <a:gd name="T15" fmla="*/ 0 h 747"/>
                <a:gd name="T16" fmla="*/ 278 w 680"/>
                <a:gd name="T17" fmla="*/ 275 h 747"/>
                <a:gd name="T18" fmla="*/ 278 w 680"/>
                <a:gd name="T19" fmla="*/ 276 h 747"/>
                <a:gd name="T20" fmla="*/ 278 w 680"/>
                <a:gd name="T21" fmla="*/ 302 h 747"/>
                <a:gd name="T22" fmla="*/ 679 w 680"/>
                <a:gd name="T23" fmla="*/ 703 h 747"/>
                <a:gd name="T24" fmla="*/ 680 w 680"/>
                <a:gd name="T25" fmla="*/ 704 h 747"/>
                <a:gd name="T26" fmla="*/ 680 w 680"/>
                <a:gd name="T27" fmla="*/ 74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0" h="747">
                  <a:moveTo>
                    <a:pt x="680" y="747"/>
                  </a:moveTo>
                  <a:cubicBezTo>
                    <a:pt x="676" y="747"/>
                    <a:pt x="676" y="747"/>
                    <a:pt x="676" y="747"/>
                  </a:cubicBezTo>
                  <a:cubicBezTo>
                    <a:pt x="676" y="705"/>
                    <a:pt x="676" y="705"/>
                    <a:pt x="676" y="705"/>
                  </a:cubicBezTo>
                  <a:cubicBezTo>
                    <a:pt x="275" y="304"/>
                    <a:pt x="275" y="304"/>
                    <a:pt x="275" y="304"/>
                  </a:cubicBezTo>
                  <a:cubicBezTo>
                    <a:pt x="275" y="304"/>
                    <a:pt x="275" y="303"/>
                    <a:pt x="275" y="303"/>
                  </a:cubicBezTo>
                  <a:cubicBezTo>
                    <a:pt x="275" y="277"/>
                    <a:pt x="275" y="277"/>
                    <a:pt x="275" y="27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78" y="275"/>
                    <a:pt x="278" y="275"/>
                    <a:pt x="278" y="275"/>
                  </a:cubicBezTo>
                  <a:cubicBezTo>
                    <a:pt x="278" y="275"/>
                    <a:pt x="278" y="276"/>
                    <a:pt x="278" y="276"/>
                  </a:cubicBezTo>
                  <a:cubicBezTo>
                    <a:pt x="278" y="302"/>
                    <a:pt x="278" y="302"/>
                    <a:pt x="278" y="302"/>
                  </a:cubicBezTo>
                  <a:cubicBezTo>
                    <a:pt x="679" y="703"/>
                    <a:pt x="679" y="703"/>
                    <a:pt x="679" y="703"/>
                  </a:cubicBezTo>
                  <a:cubicBezTo>
                    <a:pt x="680" y="703"/>
                    <a:pt x="680" y="704"/>
                    <a:pt x="680" y="704"/>
                  </a:cubicBezTo>
                  <a:lnTo>
                    <a:pt x="680" y="7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6" name="Freeform 541"/>
            <p:cNvSpPr>
              <a:spLocks/>
            </p:cNvSpPr>
            <p:nvPr/>
          </p:nvSpPr>
          <p:spPr bwMode="auto">
            <a:xfrm flipV="1">
              <a:off x="1250952" y="5876923"/>
              <a:ext cx="2616200" cy="2728913"/>
            </a:xfrm>
            <a:custGeom>
              <a:avLst/>
              <a:gdLst>
                <a:gd name="T0" fmla="*/ 693 w 697"/>
                <a:gd name="T1" fmla="*/ 727 h 727"/>
                <a:gd name="T2" fmla="*/ 675 w 697"/>
                <a:gd name="T3" fmla="*/ 710 h 727"/>
                <a:gd name="T4" fmla="*/ 657 w 697"/>
                <a:gd name="T5" fmla="*/ 710 h 727"/>
                <a:gd name="T6" fmla="*/ 654 w 697"/>
                <a:gd name="T7" fmla="*/ 709 h 727"/>
                <a:gd name="T8" fmla="*/ 300 w 697"/>
                <a:gd name="T9" fmla="*/ 355 h 727"/>
                <a:gd name="T10" fmla="*/ 299 w 697"/>
                <a:gd name="T11" fmla="*/ 353 h 727"/>
                <a:gd name="T12" fmla="*/ 299 w 697"/>
                <a:gd name="T13" fmla="*/ 304 h 727"/>
                <a:gd name="T14" fmla="*/ 0 w 697"/>
                <a:gd name="T15" fmla="*/ 5 h 727"/>
                <a:gd name="T16" fmla="*/ 5 w 697"/>
                <a:gd name="T17" fmla="*/ 0 h 727"/>
                <a:gd name="T18" fmla="*/ 305 w 697"/>
                <a:gd name="T19" fmla="*/ 300 h 727"/>
                <a:gd name="T20" fmla="*/ 306 w 697"/>
                <a:gd name="T21" fmla="*/ 303 h 727"/>
                <a:gd name="T22" fmla="*/ 306 w 697"/>
                <a:gd name="T23" fmla="*/ 351 h 727"/>
                <a:gd name="T24" fmla="*/ 658 w 697"/>
                <a:gd name="T25" fmla="*/ 703 h 727"/>
                <a:gd name="T26" fmla="*/ 677 w 697"/>
                <a:gd name="T27" fmla="*/ 703 h 727"/>
                <a:gd name="T28" fmla="*/ 679 w 697"/>
                <a:gd name="T29" fmla="*/ 704 h 727"/>
                <a:gd name="T30" fmla="*/ 697 w 697"/>
                <a:gd name="T31" fmla="*/ 722 h 727"/>
                <a:gd name="T32" fmla="*/ 693 w 697"/>
                <a:gd name="T33" fmla="*/ 727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7" h="727">
                  <a:moveTo>
                    <a:pt x="693" y="727"/>
                  </a:moveTo>
                  <a:cubicBezTo>
                    <a:pt x="675" y="710"/>
                    <a:pt x="675" y="710"/>
                    <a:pt x="675" y="710"/>
                  </a:cubicBezTo>
                  <a:cubicBezTo>
                    <a:pt x="657" y="710"/>
                    <a:pt x="657" y="710"/>
                    <a:pt x="657" y="710"/>
                  </a:cubicBezTo>
                  <a:cubicBezTo>
                    <a:pt x="656" y="710"/>
                    <a:pt x="655" y="710"/>
                    <a:pt x="654" y="709"/>
                  </a:cubicBezTo>
                  <a:cubicBezTo>
                    <a:pt x="300" y="355"/>
                    <a:pt x="300" y="355"/>
                    <a:pt x="300" y="355"/>
                  </a:cubicBezTo>
                  <a:cubicBezTo>
                    <a:pt x="300" y="354"/>
                    <a:pt x="299" y="354"/>
                    <a:pt x="299" y="353"/>
                  </a:cubicBezTo>
                  <a:cubicBezTo>
                    <a:pt x="299" y="304"/>
                    <a:pt x="299" y="304"/>
                    <a:pt x="299" y="30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306" y="301"/>
                    <a:pt x="306" y="302"/>
                    <a:pt x="306" y="303"/>
                  </a:cubicBezTo>
                  <a:cubicBezTo>
                    <a:pt x="306" y="351"/>
                    <a:pt x="306" y="351"/>
                    <a:pt x="306" y="351"/>
                  </a:cubicBezTo>
                  <a:cubicBezTo>
                    <a:pt x="658" y="703"/>
                    <a:pt x="658" y="703"/>
                    <a:pt x="658" y="703"/>
                  </a:cubicBezTo>
                  <a:cubicBezTo>
                    <a:pt x="677" y="703"/>
                    <a:pt x="677" y="703"/>
                    <a:pt x="677" y="703"/>
                  </a:cubicBezTo>
                  <a:cubicBezTo>
                    <a:pt x="678" y="703"/>
                    <a:pt x="679" y="704"/>
                    <a:pt x="679" y="704"/>
                  </a:cubicBezTo>
                  <a:cubicBezTo>
                    <a:pt x="697" y="722"/>
                    <a:pt x="697" y="722"/>
                    <a:pt x="697" y="722"/>
                  </a:cubicBezTo>
                  <a:lnTo>
                    <a:pt x="693" y="72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7" name="Freeform 542"/>
            <p:cNvSpPr>
              <a:spLocks/>
            </p:cNvSpPr>
            <p:nvPr/>
          </p:nvSpPr>
          <p:spPr bwMode="auto">
            <a:xfrm flipV="1">
              <a:off x="1333502" y="6053136"/>
              <a:ext cx="2717800" cy="2627313"/>
            </a:xfrm>
            <a:custGeom>
              <a:avLst/>
              <a:gdLst>
                <a:gd name="T0" fmla="*/ 720 w 724"/>
                <a:gd name="T1" fmla="*/ 700 h 700"/>
                <a:gd name="T2" fmla="*/ 712 w 724"/>
                <a:gd name="T3" fmla="*/ 692 h 700"/>
                <a:gd name="T4" fmla="*/ 629 w 724"/>
                <a:gd name="T5" fmla="*/ 692 h 700"/>
                <a:gd name="T6" fmla="*/ 628 w 724"/>
                <a:gd name="T7" fmla="*/ 691 h 700"/>
                <a:gd name="T8" fmla="*/ 319 w 724"/>
                <a:gd name="T9" fmla="*/ 382 h 700"/>
                <a:gd name="T10" fmla="*/ 318 w 724"/>
                <a:gd name="T11" fmla="*/ 380 h 700"/>
                <a:gd name="T12" fmla="*/ 318 w 724"/>
                <a:gd name="T13" fmla="*/ 322 h 700"/>
                <a:gd name="T14" fmla="*/ 0 w 724"/>
                <a:gd name="T15" fmla="*/ 3 h 700"/>
                <a:gd name="T16" fmla="*/ 3 w 724"/>
                <a:gd name="T17" fmla="*/ 0 h 700"/>
                <a:gd name="T18" fmla="*/ 323 w 724"/>
                <a:gd name="T19" fmla="*/ 319 h 700"/>
                <a:gd name="T20" fmla="*/ 323 w 724"/>
                <a:gd name="T21" fmla="*/ 321 h 700"/>
                <a:gd name="T22" fmla="*/ 323 w 724"/>
                <a:gd name="T23" fmla="*/ 379 h 700"/>
                <a:gd name="T24" fmla="*/ 630 w 724"/>
                <a:gd name="T25" fmla="*/ 687 h 700"/>
                <a:gd name="T26" fmla="*/ 713 w 724"/>
                <a:gd name="T27" fmla="*/ 687 h 700"/>
                <a:gd name="T28" fmla="*/ 715 w 724"/>
                <a:gd name="T29" fmla="*/ 687 h 700"/>
                <a:gd name="T30" fmla="*/ 724 w 724"/>
                <a:gd name="T31" fmla="*/ 696 h 700"/>
                <a:gd name="T32" fmla="*/ 720 w 724"/>
                <a:gd name="T33" fmla="*/ 70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4" h="700">
                  <a:moveTo>
                    <a:pt x="720" y="700"/>
                  </a:moveTo>
                  <a:cubicBezTo>
                    <a:pt x="712" y="692"/>
                    <a:pt x="712" y="692"/>
                    <a:pt x="712" y="692"/>
                  </a:cubicBezTo>
                  <a:cubicBezTo>
                    <a:pt x="629" y="692"/>
                    <a:pt x="629" y="692"/>
                    <a:pt x="629" y="692"/>
                  </a:cubicBezTo>
                  <a:cubicBezTo>
                    <a:pt x="629" y="692"/>
                    <a:pt x="628" y="691"/>
                    <a:pt x="628" y="691"/>
                  </a:cubicBezTo>
                  <a:cubicBezTo>
                    <a:pt x="319" y="382"/>
                    <a:pt x="319" y="382"/>
                    <a:pt x="319" y="382"/>
                  </a:cubicBezTo>
                  <a:cubicBezTo>
                    <a:pt x="318" y="382"/>
                    <a:pt x="318" y="381"/>
                    <a:pt x="318" y="380"/>
                  </a:cubicBezTo>
                  <a:cubicBezTo>
                    <a:pt x="318" y="322"/>
                    <a:pt x="318" y="322"/>
                    <a:pt x="318" y="3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23" y="319"/>
                    <a:pt x="323" y="319"/>
                    <a:pt x="323" y="319"/>
                  </a:cubicBezTo>
                  <a:cubicBezTo>
                    <a:pt x="323" y="319"/>
                    <a:pt x="323" y="320"/>
                    <a:pt x="323" y="321"/>
                  </a:cubicBezTo>
                  <a:cubicBezTo>
                    <a:pt x="323" y="379"/>
                    <a:pt x="323" y="379"/>
                    <a:pt x="323" y="379"/>
                  </a:cubicBezTo>
                  <a:cubicBezTo>
                    <a:pt x="630" y="687"/>
                    <a:pt x="630" y="687"/>
                    <a:pt x="630" y="687"/>
                  </a:cubicBezTo>
                  <a:cubicBezTo>
                    <a:pt x="713" y="687"/>
                    <a:pt x="713" y="687"/>
                    <a:pt x="713" y="687"/>
                  </a:cubicBezTo>
                  <a:cubicBezTo>
                    <a:pt x="714" y="687"/>
                    <a:pt x="714" y="687"/>
                    <a:pt x="715" y="687"/>
                  </a:cubicBezTo>
                  <a:cubicBezTo>
                    <a:pt x="724" y="696"/>
                    <a:pt x="724" y="696"/>
                    <a:pt x="724" y="696"/>
                  </a:cubicBezTo>
                  <a:lnTo>
                    <a:pt x="720" y="7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8" name="Freeform 543"/>
            <p:cNvSpPr>
              <a:spLocks/>
            </p:cNvSpPr>
            <p:nvPr/>
          </p:nvSpPr>
          <p:spPr bwMode="auto">
            <a:xfrm flipV="1">
              <a:off x="1487489" y="6451598"/>
              <a:ext cx="2263775" cy="2379663"/>
            </a:xfrm>
            <a:custGeom>
              <a:avLst/>
              <a:gdLst>
                <a:gd name="T0" fmla="*/ 603 w 603"/>
                <a:gd name="T1" fmla="*/ 634 h 634"/>
                <a:gd name="T2" fmla="*/ 599 w 603"/>
                <a:gd name="T3" fmla="*/ 634 h 634"/>
                <a:gd name="T4" fmla="*/ 599 w 603"/>
                <a:gd name="T5" fmla="*/ 602 h 634"/>
                <a:gd name="T6" fmla="*/ 0 w 603"/>
                <a:gd name="T7" fmla="*/ 2 h 634"/>
                <a:gd name="T8" fmla="*/ 2 w 603"/>
                <a:gd name="T9" fmla="*/ 0 h 634"/>
                <a:gd name="T10" fmla="*/ 602 w 603"/>
                <a:gd name="T11" fmla="*/ 600 h 634"/>
                <a:gd name="T12" fmla="*/ 603 w 603"/>
                <a:gd name="T13" fmla="*/ 601 h 634"/>
                <a:gd name="T14" fmla="*/ 603 w 603"/>
                <a:gd name="T15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634">
                  <a:moveTo>
                    <a:pt x="603" y="634"/>
                  </a:moveTo>
                  <a:cubicBezTo>
                    <a:pt x="599" y="634"/>
                    <a:pt x="599" y="634"/>
                    <a:pt x="599" y="634"/>
                  </a:cubicBezTo>
                  <a:cubicBezTo>
                    <a:pt x="599" y="602"/>
                    <a:pt x="599" y="602"/>
                    <a:pt x="599" y="60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2" y="600"/>
                    <a:pt x="602" y="600"/>
                    <a:pt x="602" y="600"/>
                  </a:cubicBezTo>
                  <a:cubicBezTo>
                    <a:pt x="603" y="600"/>
                    <a:pt x="603" y="601"/>
                    <a:pt x="603" y="601"/>
                  </a:cubicBezTo>
                  <a:lnTo>
                    <a:pt x="603" y="6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9" name="Freeform 544"/>
            <p:cNvSpPr>
              <a:spLocks/>
            </p:cNvSpPr>
            <p:nvPr/>
          </p:nvSpPr>
          <p:spPr bwMode="auto">
            <a:xfrm flipV="1">
              <a:off x="2095502" y="6819898"/>
              <a:ext cx="1658937" cy="1808163"/>
            </a:xfrm>
            <a:custGeom>
              <a:avLst/>
              <a:gdLst>
                <a:gd name="T0" fmla="*/ 439 w 442"/>
                <a:gd name="T1" fmla="*/ 482 h 482"/>
                <a:gd name="T2" fmla="*/ 314 w 442"/>
                <a:gd name="T3" fmla="*/ 356 h 482"/>
                <a:gd name="T4" fmla="*/ 313 w 442"/>
                <a:gd name="T5" fmla="*/ 355 h 482"/>
                <a:gd name="T6" fmla="*/ 313 w 442"/>
                <a:gd name="T7" fmla="*/ 274 h 482"/>
                <a:gd name="T8" fmla="*/ 42 w 442"/>
                <a:gd name="T9" fmla="*/ 3 h 482"/>
                <a:gd name="T10" fmla="*/ 17 w 442"/>
                <a:gd name="T11" fmla="*/ 3 h 482"/>
                <a:gd name="T12" fmla="*/ 4 w 442"/>
                <a:gd name="T13" fmla="*/ 16 h 482"/>
                <a:gd name="T14" fmla="*/ 4 w 442"/>
                <a:gd name="T15" fmla="*/ 46 h 482"/>
                <a:gd name="T16" fmla="*/ 231 w 442"/>
                <a:gd name="T17" fmla="*/ 273 h 482"/>
                <a:gd name="T18" fmla="*/ 228 w 442"/>
                <a:gd name="T19" fmla="*/ 276 h 482"/>
                <a:gd name="T20" fmla="*/ 1 w 442"/>
                <a:gd name="T21" fmla="*/ 48 h 482"/>
                <a:gd name="T22" fmla="*/ 0 w 442"/>
                <a:gd name="T23" fmla="*/ 47 h 482"/>
                <a:gd name="T24" fmla="*/ 0 w 442"/>
                <a:gd name="T25" fmla="*/ 16 h 482"/>
                <a:gd name="T26" fmla="*/ 1 w 442"/>
                <a:gd name="T27" fmla="*/ 15 h 482"/>
                <a:gd name="T28" fmla="*/ 15 w 442"/>
                <a:gd name="T29" fmla="*/ 0 h 482"/>
                <a:gd name="T30" fmla="*/ 16 w 442"/>
                <a:gd name="T31" fmla="*/ 0 h 482"/>
                <a:gd name="T32" fmla="*/ 43 w 442"/>
                <a:gd name="T33" fmla="*/ 0 h 482"/>
                <a:gd name="T34" fmla="*/ 44 w 442"/>
                <a:gd name="T35" fmla="*/ 0 h 482"/>
                <a:gd name="T36" fmla="*/ 316 w 442"/>
                <a:gd name="T37" fmla="*/ 272 h 482"/>
                <a:gd name="T38" fmla="*/ 317 w 442"/>
                <a:gd name="T39" fmla="*/ 274 h 482"/>
                <a:gd name="T40" fmla="*/ 317 w 442"/>
                <a:gd name="T41" fmla="*/ 354 h 482"/>
                <a:gd name="T42" fmla="*/ 442 w 442"/>
                <a:gd name="T43" fmla="*/ 479 h 482"/>
                <a:gd name="T44" fmla="*/ 439 w 442"/>
                <a:gd name="T45" fmla="*/ 48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2" h="482">
                  <a:moveTo>
                    <a:pt x="439" y="482"/>
                  </a:moveTo>
                  <a:cubicBezTo>
                    <a:pt x="314" y="356"/>
                    <a:pt x="314" y="356"/>
                    <a:pt x="314" y="356"/>
                  </a:cubicBezTo>
                  <a:cubicBezTo>
                    <a:pt x="313" y="356"/>
                    <a:pt x="313" y="355"/>
                    <a:pt x="313" y="355"/>
                  </a:cubicBezTo>
                  <a:cubicBezTo>
                    <a:pt x="313" y="274"/>
                    <a:pt x="313" y="274"/>
                    <a:pt x="313" y="27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31" y="273"/>
                    <a:pt x="231" y="273"/>
                    <a:pt x="231" y="273"/>
                  </a:cubicBezTo>
                  <a:cubicBezTo>
                    <a:pt x="228" y="276"/>
                    <a:pt x="228" y="276"/>
                    <a:pt x="228" y="276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7"/>
                    <a:pt x="0" y="4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0"/>
                    <a:pt x="44" y="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3"/>
                    <a:pt x="317" y="273"/>
                    <a:pt x="317" y="274"/>
                  </a:cubicBezTo>
                  <a:cubicBezTo>
                    <a:pt x="317" y="354"/>
                    <a:pt x="317" y="354"/>
                    <a:pt x="317" y="354"/>
                  </a:cubicBezTo>
                  <a:cubicBezTo>
                    <a:pt x="442" y="479"/>
                    <a:pt x="442" y="479"/>
                    <a:pt x="442" y="479"/>
                  </a:cubicBezTo>
                  <a:lnTo>
                    <a:pt x="439" y="4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0" name="Freeform 545"/>
            <p:cNvSpPr>
              <a:spLocks/>
            </p:cNvSpPr>
            <p:nvPr/>
          </p:nvSpPr>
          <p:spPr bwMode="auto">
            <a:xfrm flipV="1">
              <a:off x="2009777" y="6635749"/>
              <a:ext cx="1914525" cy="2079625"/>
            </a:xfrm>
            <a:custGeom>
              <a:avLst/>
              <a:gdLst>
                <a:gd name="T0" fmla="*/ 508 w 510"/>
                <a:gd name="T1" fmla="*/ 554 h 554"/>
                <a:gd name="T2" fmla="*/ 499 w 510"/>
                <a:gd name="T3" fmla="*/ 546 h 554"/>
                <a:gd name="T4" fmla="*/ 499 w 510"/>
                <a:gd name="T5" fmla="*/ 545 h 554"/>
                <a:gd name="T6" fmla="*/ 499 w 510"/>
                <a:gd name="T7" fmla="*/ 500 h 554"/>
                <a:gd name="T8" fmla="*/ 364 w 510"/>
                <a:gd name="T9" fmla="*/ 365 h 554"/>
                <a:gd name="T10" fmla="*/ 364 w 510"/>
                <a:gd name="T11" fmla="*/ 364 h 554"/>
                <a:gd name="T12" fmla="*/ 364 w 510"/>
                <a:gd name="T13" fmla="*/ 299 h 554"/>
                <a:gd name="T14" fmla="*/ 68 w 510"/>
                <a:gd name="T15" fmla="*/ 3 h 554"/>
                <a:gd name="T16" fmla="*/ 34 w 510"/>
                <a:gd name="T17" fmla="*/ 3 h 554"/>
                <a:gd name="T18" fmla="*/ 4 w 510"/>
                <a:gd name="T19" fmla="*/ 34 h 554"/>
                <a:gd name="T20" fmla="*/ 4 w 510"/>
                <a:gd name="T21" fmla="*/ 73 h 554"/>
                <a:gd name="T22" fmla="*/ 210 w 510"/>
                <a:gd name="T23" fmla="*/ 279 h 554"/>
                <a:gd name="T24" fmla="*/ 207 w 510"/>
                <a:gd name="T25" fmla="*/ 282 h 554"/>
                <a:gd name="T26" fmla="*/ 1 w 510"/>
                <a:gd name="T27" fmla="*/ 75 h 554"/>
                <a:gd name="T28" fmla="*/ 0 w 510"/>
                <a:gd name="T29" fmla="*/ 74 h 554"/>
                <a:gd name="T30" fmla="*/ 0 w 510"/>
                <a:gd name="T31" fmla="*/ 33 h 554"/>
                <a:gd name="T32" fmla="*/ 1 w 510"/>
                <a:gd name="T33" fmla="*/ 32 h 554"/>
                <a:gd name="T34" fmla="*/ 32 w 510"/>
                <a:gd name="T35" fmla="*/ 0 h 554"/>
                <a:gd name="T36" fmla="*/ 34 w 510"/>
                <a:gd name="T37" fmla="*/ 0 h 554"/>
                <a:gd name="T38" fmla="*/ 34 w 510"/>
                <a:gd name="T39" fmla="*/ 0 h 554"/>
                <a:gd name="T40" fmla="*/ 68 w 510"/>
                <a:gd name="T41" fmla="*/ 0 h 554"/>
                <a:gd name="T42" fmla="*/ 70 w 510"/>
                <a:gd name="T43" fmla="*/ 0 h 554"/>
                <a:gd name="T44" fmla="*/ 366 w 510"/>
                <a:gd name="T45" fmla="*/ 297 h 554"/>
                <a:gd name="T46" fmla="*/ 367 w 510"/>
                <a:gd name="T47" fmla="*/ 298 h 554"/>
                <a:gd name="T48" fmla="*/ 367 w 510"/>
                <a:gd name="T49" fmla="*/ 363 h 554"/>
                <a:gd name="T50" fmla="*/ 502 w 510"/>
                <a:gd name="T51" fmla="*/ 498 h 554"/>
                <a:gd name="T52" fmla="*/ 502 w 510"/>
                <a:gd name="T53" fmla="*/ 499 h 554"/>
                <a:gd name="T54" fmla="*/ 502 w 510"/>
                <a:gd name="T55" fmla="*/ 544 h 554"/>
                <a:gd name="T56" fmla="*/ 510 w 510"/>
                <a:gd name="T57" fmla="*/ 552 h 554"/>
                <a:gd name="T58" fmla="*/ 508 w 510"/>
                <a:gd name="T59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0" h="554">
                  <a:moveTo>
                    <a:pt x="508" y="554"/>
                  </a:moveTo>
                  <a:cubicBezTo>
                    <a:pt x="499" y="546"/>
                    <a:pt x="499" y="546"/>
                    <a:pt x="499" y="546"/>
                  </a:cubicBezTo>
                  <a:cubicBezTo>
                    <a:pt x="499" y="546"/>
                    <a:pt x="499" y="545"/>
                    <a:pt x="499" y="545"/>
                  </a:cubicBezTo>
                  <a:cubicBezTo>
                    <a:pt x="499" y="500"/>
                    <a:pt x="499" y="500"/>
                    <a:pt x="499" y="500"/>
                  </a:cubicBezTo>
                  <a:cubicBezTo>
                    <a:pt x="364" y="365"/>
                    <a:pt x="364" y="365"/>
                    <a:pt x="364" y="365"/>
                  </a:cubicBezTo>
                  <a:cubicBezTo>
                    <a:pt x="364" y="365"/>
                    <a:pt x="364" y="364"/>
                    <a:pt x="364" y="364"/>
                  </a:cubicBezTo>
                  <a:cubicBezTo>
                    <a:pt x="364" y="299"/>
                    <a:pt x="364" y="299"/>
                    <a:pt x="364" y="299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210" y="279"/>
                    <a:pt x="210" y="279"/>
                    <a:pt x="210" y="27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0" y="75"/>
                    <a:pt x="0" y="7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2"/>
                    <a:pt x="1" y="32"/>
                    <a:pt x="1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366" y="297"/>
                    <a:pt x="366" y="297"/>
                    <a:pt x="366" y="297"/>
                  </a:cubicBezTo>
                  <a:cubicBezTo>
                    <a:pt x="367" y="297"/>
                    <a:pt x="367" y="298"/>
                    <a:pt x="367" y="298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502" y="498"/>
                    <a:pt x="502" y="498"/>
                    <a:pt x="502" y="498"/>
                  </a:cubicBezTo>
                  <a:cubicBezTo>
                    <a:pt x="502" y="498"/>
                    <a:pt x="502" y="499"/>
                    <a:pt x="502" y="499"/>
                  </a:cubicBezTo>
                  <a:cubicBezTo>
                    <a:pt x="502" y="544"/>
                    <a:pt x="502" y="544"/>
                    <a:pt x="502" y="544"/>
                  </a:cubicBezTo>
                  <a:cubicBezTo>
                    <a:pt x="510" y="552"/>
                    <a:pt x="510" y="552"/>
                    <a:pt x="510" y="552"/>
                  </a:cubicBezTo>
                  <a:lnTo>
                    <a:pt x="508" y="5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1" name="Freeform 546"/>
            <p:cNvSpPr>
              <a:spLocks/>
            </p:cNvSpPr>
            <p:nvPr/>
          </p:nvSpPr>
          <p:spPr bwMode="auto">
            <a:xfrm flipV="1">
              <a:off x="2171702" y="6492874"/>
              <a:ext cx="2044700" cy="2060575"/>
            </a:xfrm>
            <a:custGeom>
              <a:avLst/>
              <a:gdLst>
                <a:gd name="T0" fmla="*/ 480 w 545"/>
                <a:gd name="T1" fmla="*/ 549 h 549"/>
                <a:gd name="T2" fmla="*/ 453 w 545"/>
                <a:gd name="T3" fmla="*/ 549 h 549"/>
                <a:gd name="T4" fmla="*/ 451 w 545"/>
                <a:gd name="T5" fmla="*/ 548 h 549"/>
                <a:gd name="T6" fmla="*/ 438 w 545"/>
                <a:gd name="T7" fmla="*/ 535 h 549"/>
                <a:gd name="T8" fmla="*/ 437 w 545"/>
                <a:gd name="T9" fmla="*/ 534 h 549"/>
                <a:gd name="T10" fmla="*/ 437 w 545"/>
                <a:gd name="T11" fmla="*/ 520 h 549"/>
                <a:gd name="T12" fmla="*/ 275 w 545"/>
                <a:gd name="T13" fmla="*/ 357 h 549"/>
                <a:gd name="T14" fmla="*/ 274 w 545"/>
                <a:gd name="T15" fmla="*/ 356 h 549"/>
                <a:gd name="T16" fmla="*/ 274 w 545"/>
                <a:gd name="T17" fmla="*/ 256 h 549"/>
                <a:gd name="T18" fmla="*/ 22 w 545"/>
                <a:gd name="T19" fmla="*/ 3 h 549"/>
                <a:gd name="T20" fmla="*/ 9 w 545"/>
                <a:gd name="T21" fmla="*/ 3 h 549"/>
                <a:gd name="T22" fmla="*/ 3 w 545"/>
                <a:gd name="T23" fmla="*/ 9 h 549"/>
                <a:gd name="T24" fmla="*/ 3 w 545"/>
                <a:gd name="T25" fmla="*/ 17 h 549"/>
                <a:gd name="T26" fmla="*/ 194 w 545"/>
                <a:gd name="T27" fmla="*/ 208 h 549"/>
                <a:gd name="T28" fmla="*/ 192 w 545"/>
                <a:gd name="T29" fmla="*/ 211 h 549"/>
                <a:gd name="T30" fmla="*/ 0 w 545"/>
                <a:gd name="T31" fmla="*/ 19 h 549"/>
                <a:gd name="T32" fmla="*/ 0 w 545"/>
                <a:gd name="T33" fmla="*/ 18 h 549"/>
                <a:gd name="T34" fmla="*/ 0 w 545"/>
                <a:gd name="T35" fmla="*/ 8 h 549"/>
                <a:gd name="T36" fmla="*/ 0 w 545"/>
                <a:gd name="T37" fmla="*/ 7 h 549"/>
                <a:gd name="T38" fmla="*/ 7 w 545"/>
                <a:gd name="T39" fmla="*/ 0 h 549"/>
                <a:gd name="T40" fmla="*/ 8 w 545"/>
                <a:gd name="T41" fmla="*/ 0 h 549"/>
                <a:gd name="T42" fmla="*/ 8 w 545"/>
                <a:gd name="T43" fmla="*/ 0 h 549"/>
                <a:gd name="T44" fmla="*/ 22 w 545"/>
                <a:gd name="T45" fmla="*/ 0 h 549"/>
                <a:gd name="T46" fmla="*/ 24 w 545"/>
                <a:gd name="T47" fmla="*/ 0 h 549"/>
                <a:gd name="T48" fmla="*/ 277 w 545"/>
                <a:gd name="T49" fmla="*/ 254 h 549"/>
                <a:gd name="T50" fmla="*/ 278 w 545"/>
                <a:gd name="T51" fmla="*/ 255 h 549"/>
                <a:gd name="T52" fmla="*/ 278 w 545"/>
                <a:gd name="T53" fmla="*/ 355 h 549"/>
                <a:gd name="T54" fmla="*/ 440 w 545"/>
                <a:gd name="T55" fmla="*/ 518 h 549"/>
                <a:gd name="T56" fmla="*/ 441 w 545"/>
                <a:gd name="T57" fmla="*/ 519 h 549"/>
                <a:gd name="T58" fmla="*/ 441 w 545"/>
                <a:gd name="T59" fmla="*/ 533 h 549"/>
                <a:gd name="T60" fmla="*/ 453 w 545"/>
                <a:gd name="T61" fmla="*/ 545 h 549"/>
                <a:gd name="T62" fmla="*/ 480 w 545"/>
                <a:gd name="T63" fmla="*/ 545 h 549"/>
                <a:gd name="T64" fmla="*/ 500 w 545"/>
                <a:gd name="T65" fmla="*/ 525 h 549"/>
                <a:gd name="T66" fmla="*/ 501 w 545"/>
                <a:gd name="T67" fmla="*/ 524 h 549"/>
                <a:gd name="T68" fmla="*/ 545 w 545"/>
                <a:gd name="T69" fmla="*/ 524 h 549"/>
                <a:gd name="T70" fmla="*/ 545 w 545"/>
                <a:gd name="T71" fmla="*/ 528 h 549"/>
                <a:gd name="T72" fmla="*/ 502 w 545"/>
                <a:gd name="T73" fmla="*/ 528 h 549"/>
                <a:gd name="T74" fmla="*/ 481 w 545"/>
                <a:gd name="T75" fmla="*/ 548 h 549"/>
                <a:gd name="T76" fmla="*/ 480 w 545"/>
                <a:gd name="T77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5" h="549">
                  <a:moveTo>
                    <a:pt x="480" y="549"/>
                  </a:moveTo>
                  <a:cubicBezTo>
                    <a:pt x="453" y="549"/>
                    <a:pt x="453" y="549"/>
                    <a:pt x="453" y="549"/>
                  </a:cubicBezTo>
                  <a:cubicBezTo>
                    <a:pt x="452" y="549"/>
                    <a:pt x="452" y="548"/>
                    <a:pt x="451" y="548"/>
                  </a:cubicBezTo>
                  <a:cubicBezTo>
                    <a:pt x="438" y="535"/>
                    <a:pt x="438" y="535"/>
                    <a:pt x="438" y="535"/>
                  </a:cubicBezTo>
                  <a:cubicBezTo>
                    <a:pt x="438" y="534"/>
                    <a:pt x="437" y="534"/>
                    <a:pt x="437" y="534"/>
                  </a:cubicBezTo>
                  <a:cubicBezTo>
                    <a:pt x="437" y="520"/>
                    <a:pt x="437" y="520"/>
                    <a:pt x="437" y="520"/>
                  </a:cubicBezTo>
                  <a:cubicBezTo>
                    <a:pt x="275" y="357"/>
                    <a:pt x="275" y="357"/>
                    <a:pt x="275" y="357"/>
                  </a:cubicBezTo>
                  <a:cubicBezTo>
                    <a:pt x="274" y="357"/>
                    <a:pt x="274" y="356"/>
                    <a:pt x="274" y="356"/>
                  </a:cubicBezTo>
                  <a:cubicBezTo>
                    <a:pt x="274" y="256"/>
                    <a:pt x="274" y="256"/>
                    <a:pt x="274" y="256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94" y="208"/>
                    <a:pt x="194" y="208"/>
                    <a:pt x="194" y="208"/>
                  </a:cubicBezTo>
                  <a:cubicBezTo>
                    <a:pt x="192" y="211"/>
                    <a:pt x="192" y="211"/>
                    <a:pt x="192" y="2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8"/>
                    <a:pt x="0" y="1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77" y="254"/>
                    <a:pt x="277" y="254"/>
                    <a:pt x="277" y="254"/>
                  </a:cubicBezTo>
                  <a:cubicBezTo>
                    <a:pt x="277" y="254"/>
                    <a:pt x="278" y="255"/>
                    <a:pt x="278" y="255"/>
                  </a:cubicBezTo>
                  <a:cubicBezTo>
                    <a:pt x="278" y="355"/>
                    <a:pt x="278" y="355"/>
                    <a:pt x="278" y="355"/>
                  </a:cubicBezTo>
                  <a:cubicBezTo>
                    <a:pt x="440" y="518"/>
                    <a:pt x="440" y="518"/>
                    <a:pt x="440" y="518"/>
                  </a:cubicBezTo>
                  <a:cubicBezTo>
                    <a:pt x="441" y="518"/>
                    <a:pt x="441" y="519"/>
                    <a:pt x="441" y="519"/>
                  </a:cubicBezTo>
                  <a:cubicBezTo>
                    <a:pt x="441" y="533"/>
                    <a:pt x="441" y="533"/>
                    <a:pt x="441" y="533"/>
                  </a:cubicBezTo>
                  <a:cubicBezTo>
                    <a:pt x="453" y="545"/>
                    <a:pt x="453" y="545"/>
                    <a:pt x="453" y="545"/>
                  </a:cubicBezTo>
                  <a:cubicBezTo>
                    <a:pt x="480" y="545"/>
                    <a:pt x="480" y="545"/>
                    <a:pt x="480" y="545"/>
                  </a:cubicBezTo>
                  <a:cubicBezTo>
                    <a:pt x="500" y="525"/>
                    <a:pt x="500" y="525"/>
                    <a:pt x="500" y="525"/>
                  </a:cubicBezTo>
                  <a:cubicBezTo>
                    <a:pt x="500" y="525"/>
                    <a:pt x="501" y="524"/>
                    <a:pt x="501" y="524"/>
                  </a:cubicBezTo>
                  <a:cubicBezTo>
                    <a:pt x="545" y="524"/>
                    <a:pt x="545" y="524"/>
                    <a:pt x="545" y="524"/>
                  </a:cubicBezTo>
                  <a:cubicBezTo>
                    <a:pt x="545" y="528"/>
                    <a:pt x="545" y="528"/>
                    <a:pt x="545" y="528"/>
                  </a:cubicBezTo>
                  <a:cubicBezTo>
                    <a:pt x="502" y="528"/>
                    <a:pt x="502" y="528"/>
                    <a:pt x="502" y="528"/>
                  </a:cubicBezTo>
                  <a:cubicBezTo>
                    <a:pt x="481" y="548"/>
                    <a:pt x="481" y="548"/>
                    <a:pt x="481" y="548"/>
                  </a:cubicBezTo>
                  <a:cubicBezTo>
                    <a:pt x="481" y="548"/>
                    <a:pt x="481" y="549"/>
                    <a:pt x="480" y="5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2" name="Freeform 547"/>
            <p:cNvSpPr>
              <a:spLocks/>
            </p:cNvSpPr>
            <p:nvPr/>
          </p:nvSpPr>
          <p:spPr bwMode="auto">
            <a:xfrm flipV="1">
              <a:off x="1874839" y="6440486"/>
              <a:ext cx="2644775" cy="2781300"/>
            </a:xfrm>
            <a:custGeom>
              <a:avLst/>
              <a:gdLst>
                <a:gd name="T0" fmla="*/ 699 w 705"/>
                <a:gd name="T1" fmla="*/ 741 h 741"/>
                <a:gd name="T2" fmla="*/ 697 w 705"/>
                <a:gd name="T3" fmla="*/ 739 h 741"/>
                <a:gd name="T4" fmla="*/ 701 w 705"/>
                <a:gd name="T5" fmla="*/ 734 h 741"/>
                <a:gd name="T6" fmla="*/ 701 w 705"/>
                <a:gd name="T7" fmla="*/ 703 h 741"/>
                <a:gd name="T8" fmla="*/ 656 w 705"/>
                <a:gd name="T9" fmla="*/ 657 h 741"/>
                <a:gd name="T10" fmla="*/ 627 w 705"/>
                <a:gd name="T11" fmla="*/ 657 h 741"/>
                <a:gd name="T12" fmla="*/ 607 w 705"/>
                <a:gd name="T13" fmla="*/ 678 h 741"/>
                <a:gd name="T14" fmla="*/ 606 w 705"/>
                <a:gd name="T15" fmla="*/ 678 h 741"/>
                <a:gd name="T16" fmla="*/ 606 w 705"/>
                <a:gd name="T17" fmla="*/ 678 h 741"/>
                <a:gd name="T18" fmla="*/ 579 w 705"/>
                <a:gd name="T19" fmla="*/ 678 h 741"/>
                <a:gd name="T20" fmla="*/ 578 w 705"/>
                <a:gd name="T21" fmla="*/ 678 h 741"/>
                <a:gd name="T22" fmla="*/ 564 w 705"/>
                <a:gd name="T23" fmla="*/ 664 h 741"/>
                <a:gd name="T24" fmla="*/ 564 w 705"/>
                <a:gd name="T25" fmla="*/ 663 h 741"/>
                <a:gd name="T26" fmla="*/ 564 w 705"/>
                <a:gd name="T27" fmla="*/ 634 h 741"/>
                <a:gd name="T28" fmla="*/ 564 w 705"/>
                <a:gd name="T29" fmla="*/ 633 h 741"/>
                <a:gd name="T30" fmla="*/ 584 w 705"/>
                <a:gd name="T31" fmla="*/ 614 h 741"/>
                <a:gd name="T32" fmla="*/ 584 w 705"/>
                <a:gd name="T33" fmla="*/ 586 h 741"/>
                <a:gd name="T34" fmla="*/ 0 w 705"/>
                <a:gd name="T35" fmla="*/ 3 h 741"/>
                <a:gd name="T36" fmla="*/ 3 w 705"/>
                <a:gd name="T37" fmla="*/ 0 h 741"/>
                <a:gd name="T38" fmla="*/ 587 w 705"/>
                <a:gd name="T39" fmla="*/ 584 h 741"/>
                <a:gd name="T40" fmla="*/ 587 w 705"/>
                <a:gd name="T41" fmla="*/ 585 h 741"/>
                <a:gd name="T42" fmla="*/ 587 w 705"/>
                <a:gd name="T43" fmla="*/ 614 h 741"/>
                <a:gd name="T44" fmla="*/ 587 w 705"/>
                <a:gd name="T45" fmla="*/ 615 h 741"/>
                <a:gd name="T46" fmla="*/ 567 w 705"/>
                <a:gd name="T47" fmla="*/ 635 h 741"/>
                <a:gd name="T48" fmla="*/ 567 w 705"/>
                <a:gd name="T49" fmla="*/ 662 h 741"/>
                <a:gd name="T50" fmla="*/ 580 w 705"/>
                <a:gd name="T51" fmla="*/ 675 h 741"/>
                <a:gd name="T52" fmla="*/ 605 w 705"/>
                <a:gd name="T53" fmla="*/ 675 h 741"/>
                <a:gd name="T54" fmla="*/ 625 w 705"/>
                <a:gd name="T55" fmla="*/ 654 h 741"/>
                <a:gd name="T56" fmla="*/ 627 w 705"/>
                <a:gd name="T57" fmla="*/ 654 h 741"/>
                <a:gd name="T58" fmla="*/ 656 w 705"/>
                <a:gd name="T59" fmla="*/ 654 h 741"/>
                <a:gd name="T60" fmla="*/ 658 w 705"/>
                <a:gd name="T61" fmla="*/ 654 h 741"/>
                <a:gd name="T62" fmla="*/ 704 w 705"/>
                <a:gd name="T63" fmla="*/ 701 h 741"/>
                <a:gd name="T64" fmla="*/ 705 w 705"/>
                <a:gd name="T65" fmla="*/ 702 h 741"/>
                <a:gd name="T66" fmla="*/ 705 w 705"/>
                <a:gd name="T67" fmla="*/ 735 h 741"/>
                <a:gd name="T68" fmla="*/ 704 w 705"/>
                <a:gd name="T69" fmla="*/ 736 h 741"/>
                <a:gd name="T70" fmla="*/ 699 w 705"/>
                <a:gd name="T71" fmla="*/ 74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5" h="741">
                  <a:moveTo>
                    <a:pt x="699" y="741"/>
                  </a:moveTo>
                  <a:cubicBezTo>
                    <a:pt x="697" y="739"/>
                    <a:pt x="697" y="739"/>
                    <a:pt x="697" y="739"/>
                  </a:cubicBezTo>
                  <a:cubicBezTo>
                    <a:pt x="701" y="734"/>
                    <a:pt x="701" y="734"/>
                    <a:pt x="701" y="734"/>
                  </a:cubicBezTo>
                  <a:cubicBezTo>
                    <a:pt x="701" y="703"/>
                    <a:pt x="701" y="703"/>
                    <a:pt x="701" y="703"/>
                  </a:cubicBezTo>
                  <a:cubicBezTo>
                    <a:pt x="656" y="657"/>
                    <a:pt x="656" y="657"/>
                    <a:pt x="656" y="657"/>
                  </a:cubicBezTo>
                  <a:cubicBezTo>
                    <a:pt x="627" y="657"/>
                    <a:pt x="627" y="657"/>
                    <a:pt x="627" y="657"/>
                  </a:cubicBezTo>
                  <a:cubicBezTo>
                    <a:pt x="607" y="678"/>
                    <a:pt x="607" y="678"/>
                    <a:pt x="607" y="678"/>
                  </a:cubicBezTo>
                  <a:cubicBezTo>
                    <a:pt x="607" y="678"/>
                    <a:pt x="606" y="678"/>
                    <a:pt x="606" y="678"/>
                  </a:cubicBezTo>
                  <a:cubicBezTo>
                    <a:pt x="606" y="678"/>
                    <a:pt x="606" y="678"/>
                    <a:pt x="606" y="678"/>
                  </a:cubicBezTo>
                  <a:cubicBezTo>
                    <a:pt x="579" y="678"/>
                    <a:pt x="579" y="678"/>
                    <a:pt x="579" y="678"/>
                  </a:cubicBezTo>
                  <a:cubicBezTo>
                    <a:pt x="579" y="678"/>
                    <a:pt x="578" y="678"/>
                    <a:pt x="578" y="678"/>
                  </a:cubicBezTo>
                  <a:cubicBezTo>
                    <a:pt x="564" y="664"/>
                    <a:pt x="564" y="664"/>
                    <a:pt x="564" y="664"/>
                  </a:cubicBezTo>
                  <a:cubicBezTo>
                    <a:pt x="564" y="664"/>
                    <a:pt x="564" y="663"/>
                    <a:pt x="564" y="663"/>
                  </a:cubicBezTo>
                  <a:cubicBezTo>
                    <a:pt x="564" y="634"/>
                    <a:pt x="564" y="634"/>
                    <a:pt x="564" y="634"/>
                  </a:cubicBezTo>
                  <a:cubicBezTo>
                    <a:pt x="564" y="634"/>
                    <a:pt x="564" y="633"/>
                    <a:pt x="564" y="633"/>
                  </a:cubicBezTo>
                  <a:cubicBezTo>
                    <a:pt x="584" y="614"/>
                    <a:pt x="584" y="614"/>
                    <a:pt x="584" y="614"/>
                  </a:cubicBezTo>
                  <a:cubicBezTo>
                    <a:pt x="584" y="586"/>
                    <a:pt x="584" y="586"/>
                    <a:pt x="584" y="58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87" y="584"/>
                    <a:pt x="587" y="584"/>
                    <a:pt x="587" y="584"/>
                  </a:cubicBezTo>
                  <a:cubicBezTo>
                    <a:pt x="587" y="584"/>
                    <a:pt x="587" y="585"/>
                    <a:pt x="587" y="585"/>
                  </a:cubicBezTo>
                  <a:cubicBezTo>
                    <a:pt x="587" y="614"/>
                    <a:pt x="587" y="614"/>
                    <a:pt x="587" y="614"/>
                  </a:cubicBezTo>
                  <a:cubicBezTo>
                    <a:pt x="587" y="615"/>
                    <a:pt x="587" y="615"/>
                    <a:pt x="587" y="615"/>
                  </a:cubicBezTo>
                  <a:cubicBezTo>
                    <a:pt x="567" y="635"/>
                    <a:pt x="567" y="635"/>
                    <a:pt x="567" y="635"/>
                  </a:cubicBezTo>
                  <a:cubicBezTo>
                    <a:pt x="567" y="662"/>
                    <a:pt x="567" y="662"/>
                    <a:pt x="567" y="662"/>
                  </a:cubicBezTo>
                  <a:cubicBezTo>
                    <a:pt x="580" y="675"/>
                    <a:pt x="580" y="675"/>
                    <a:pt x="580" y="675"/>
                  </a:cubicBezTo>
                  <a:cubicBezTo>
                    <a:pt x="605" y="675"/>
                    <a:pt x="605" y="675"/>
                    <a:pt x="605" y="675"/>
                  </a:cubicBezTo>
                  <a:cubicBezTo>
                    <a:pt x="625" y="654"/>
                    <a:pt x="625" y="654"/>
                    <a:pt x="625" y="654"/>
                  </a:cubicBezTo>
                  <a:cubicBezTo>
                    <a:pt x="626" y="654"/>
                    <a:pt x="626" y="654"/>
                    <a:pt x="627" y="654"/>
                  </a:cubicBezTo>
                  <a:cubicBezTo>
                    <a:pt x="656" y="654"/>
                    <a:pt x="656" y="654"/>
                    <a:pt x="656" y="654"/>
                  </a:cubicBezTo>
                  <a:cubicBezTo>
                    <a:pt x="657" y="654"/>
                    <a:pt x="657" y="654"/>
                    <a:pt x="658" y="654"/>
                  </a:cubicBezTo>
                  <a:cubicBezTo>
                    <a:pt x="704" y="701"/>
                    <a:pt x="704" y="701"/>
                    <a:pt x="704" y="701"/>
                  </a:cubicBezTo>
                  <a:cubicBezTo>
                    <a:pt x="705" y="701"/>
                    <a:pt x="705" y="702"/>
                    <a:pt x="705" y="702"/>
                  </a:cubicBezTo>
                  <a:cubicBezTo>
                    <a:pt x="705" y="735"/>
                    <a:pt x="705" y="735"/>
                    <a:pt x="705" y="735"/>
                  </a:cubicBezTo>
                  <a:cubicBezTo>
                    <a:pt x="705" y="735"/>
                    <a:pt x="705" y="736"/>
                    <a:pt x="704" y="736"/>
                  </a:cubicBezTo>
                  <a:lnTo>
                    <a:pt x="699" y="74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3" name="Freeform 548"/>
            <p:cNvSpPr>
              <a:spLocks/>
            </p:cNvSpPr>
            <p:nvPr/>
          </p:nvSpPr>
          <p:spPr bwMode="auto">
            <a:xfrm flipV="1">
              <a:off x="1922464" y="6811961"/>
              <a:ext cx="2260600" cy="2454275"/>
            </a:xfrm>
            <a:custGeom>
              <a:avLst/>
              <a:gdLst>
                <a:gd name="T0" fmla="*/ 594 w 602"/>
                <a:gd name="T1" fmla="*/ 654 h 654"/>
                <a:gd name="T2" fmla="*/ 591 w 602"/>
                <a:gd name="T3" fmla="*/ 651 h 654"/>
                <a:gd name="T4" fmla="*/ 598 w 602"/>
                <a:gd name="T5" fmla="*/ 644 h 654"/>
                <a:gd name="T6" fmla="*/ 598 w 602"/>
                <a:gd name="T7" fmla="*/ 601 h 654"/>
                <a:gd name="T8" fmla="*/ 0 w 602"/>
                <a:gd name="T9" fmla="*/ 2 h 654"/>
                <a:gd name="T10" fmla="*/ 2 w 602"/>
                <a:gd name="T11" fmla="*/ 0 h 654"/>
                <a:gd name="T12" fmla="*/ 601 w 602"/>
                <a:gd name="T13" fmla="*/ 599 h 654"/>
                <a:gd name="T14" fmla="*/ 602 w 602"/>
                <a:gd name="T15" fmla="*/ 600 h 654"/>
                <a:gd name="T16" fmla="*/ 602 w 602"/>
                <a:gd name="T17" fmla="*/ 645 h 654"/>
                <a:gd name="T18" fmla="*/ 601 w 602"/>
                <a:gd name="T19" fmla="*/ 646 h 654"/>
                <a:gd name="T20" fmla="*/ 594 w 602"/>
                <a:gd name="T21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2" h="654">
                  <a:moveTo>
                    <a:pt x="594" y="654"/>
                  </a:moveTo>
                  <a:cubicBezTo>
                    <a:pt x="591" y="651"/>
                    <a:pt x="591" y="651"/>
                    <a:pt x="591" y="651"/>
                  </a:cubicBezTo>
                  <a:cubicBezTo>
                    <a:pt x="598" y="644"/>
                    <a:pt x="598" y="644"/>
                    <a:pt x="598" y="644"/>
                  </a:cubicBezTo>
                  <a:cubicBezTo>
                    <a:pt x="598" y="601"/>
                    <a:pt x="598" y="601"/>
                    <a:pt x="598" y="60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1" y="599"/>
                    <a:pt x="601" y="599"/>
                    <a:pt x="601" y="599"/>
                  </a:cubicBezTo>
                  <a:cubicBezTo>
                    <a:pt x="602" y="599"/>
                    <a:pt x="602" y="600"/>
                    <a:pt x="602" y="600"/>
                  </a:cubicBezTo>
                  <a:cubicBezTo>
                    <a:pt x="602" y="645"/>
                    <a:pt x="602" y="645"/>
                    <a:pt x="602" y="645"/>
                  </a:cubicBezTo>
                  <a:cubicBezTo>
                    <a:pt x="602" y="645"/>
                    <a:pt x="602" y="646"/>
                    <a:pt x="601" y="646"/>
                  </a:cubicBezTo>
                  <a:lnTo>
                    <a:pt x="594" y="65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4" name="Freeform 549"/>
            <p:cNvSpPr>
              <a:spLocks/>
            </p:cNvSpPr>
            <p:nvPr/>
          </p:nvSpPr>
          <p:spPr bwMode="auto">
            <a:xfrm flipV="1">
              <a:off x="2249489" y="6627811"/>
              <a:ext cx="2371725" cy="2701925"/>
            </a:xfrm>
            <a:custGeom>
              <a:avLst/>
              <a:gdLst>
                <a:gd name="T0" fmla="*/ 630 w 632"/>
                <a:gd name="T1" fmla="*/ 720 h 720"/>
                <a:gd name="T2" fmla="*/ 624 w 632"/>
                <a:gd name="T3" fmla="*/ 714 h 720"/>
                <a:gd name="T4" fmla="*/ 623 w 632"/>
                <a:gd name="T5" fmla="*/ 713 h 720"/>
                <a:gd name="T6" fmla="*/ 623 w 632"/>
                <a:gd name="T7" fmla="*/ 670 h 720"/>
                <a:gd name="T8" fmla="*/ 591 w 632"/>
                <a:gd name="T9" fmla="*/ 639 h 720"/>
                <a:gd name="T10" fmla="*/ 562 w 632"/>
                <a:gd name="T11" fmla="*/ 639 h 720"/>
                <a:gd name="T12" fmla="*/ 560 w 632"/>
                <a:gd name="T13" fmla="*/ 638 h 720"/>
                <a:gd name="T14" fmla="*/ 404 w 632"/>
                <a:gd name="T15" fmla="*/ 482 h 720"/>
                <a:gd name="T16" fmla="*/ 404 w 632"/>
                <a:gd name="T17" fmla="*/ 481 h 720"/>
                <a:gd name="T18" fmla="*/ 404 w 632"/>
                <a:gd name="T19" fmla="*/ 436 h 720"/>
                <a:gd name="T20" fmla="*/ 57 w 632"/>
                <a:gd name="T21" fmla="*/ 89 h 720"/>
                <a:gd name="T22" fmla="*/ 31 w 632"/>
                <a:gd name="T23" fmla="*/ 89 h 720"/>
                <a:gd name="T24" fmla="*/ 30 w 632"/>
                <a:gd name="T25" fmla="*/ 88 h 720"/>
                <a:gd name="T26" fmla="*/ 0 w 632"/>
                <a:gd name="T27" fmla="*/ 59 h 720"/>
                <a:gd name="T28" fmla="*/ 0 w 632"/>
                <a:gd name="T29" fmla="*/ 58 h 720"/>
                <a:gd name="T30" fmla="*/ 0 w 632"/>
                <a:gd name="T31" fmla="*/ 21 h 720"/>
                <a:gd name="T32" fmla="*/ 0 w 632"/>
                <a:gd name="T33" fmla="*/ 20 h 720"/>
                <a:gd name="T34" fmla="*/ 21 w 632"/>
                <a:gd name="T35" fmla="*/ 0 h 720"/>
                <a:gd name="T36" fmla="*/ 24 w 632"/>
                <a:gd name="T37" fmla="*/ 2 h 720"/>
                <a:gd name="T38" fmla="*/ 3 w 632"/>
                <a:gd name="T39" fmla="*/ 22 h 720"/>
                <a:gd name="T40" fmla="*/ 3 w 632"/>
                <a:gd name="T41" fmla="*/ 57 h 720"/>
                <a:gd name="T42" fmla="*/ 32 w 632"/>
                <a:gd name="T43" fmla="*/ 85 h 720"/>
                <a:gd name="T44" fmla="*/ 57 w 632"/>
                <a:gd name="T45" fmla="*/ 85 h 720"/>
                <a:gd name="T46" fmla="*/ 59 w 632"/>
                <a:gd name="T47" fmla="*/ 86 h 720"/>
                <a:gd name="T48" fmla="*/ 407 w 632"/>
                <a:gd name="T49" fmla="*/ 434 h 720"/>
                <a:gd name="T50" fmla="*/ 407 w 632"/>
                <a:gd name="T51" fmla="*/ 435 h 720"/>
                <a:gd name="T52" fmla="*/ 407 w 632"/>
                <a:gd name="T53" fmla="*/ 480 h 720"/>
                <a:gd name="T54" fmla="*/ 562 w 632"/>
                <a:gd name="T55" fmla="*/ 635 h 720"/>
                <a:gd name="T56" fmla="*/ 592 w 632"/>
                <a:gd name="T57" fmla="*/ 635 h 720"/>
                <a:gd name="T58" fmla="*/ 593 w 632"/>
                <a:gd name="T59" fmla="*/ 636 h 720"/>
                <a:gd name="T60" fmla="*/ 626 w 632"/>
                <a:gd name="T61" fmla="*/ 669 h 720"/>
                <a:gd name="T62" fmla="*/ 627 w 632"/>
                <a:gd name="T63" fmla="*/ 670 h 720"/>
                <a:gd name="T64" fmla="*/ 627 w 632"/>
                <a:gd name="T65" fmla="*/ 712 h 720"/>
                <a:gd name="T66" fmla="*/ 632 w 632"/>
                <a:gd name="T67" fmla="*/ 717 h 720"/>
                <a:gd name="T68" fmla="*/ 630 w 632"/>
                <a:gd name="T69" fmla="*/ 72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20">
                  <a:moveTo>
                    <a:pt x="630" y="720"/>
                  </a:moveTo>
                  <a:cubicBezTo>
                    <a:pt x="624" y="714"/>
                    <a:pt x="624" y="714"/>
                    <a:pt x="624" y="714"/>
                  </a:cubicBezTo>
                  <a:cubicBezTo>
                    <a:pt x="623" y="714"/>
                    <a:pt x="623" y="713"/>
                    <a:pt x="623" y="713"/>
                  </a:cubicBezTo>
                  <a:cubicBezTo>
                    <a:pt x="623" y="670"/>
                    <a:pt x="623" y="670"/>
                    <a:pt x="623" y="670"/>
                  </a:cubicBezTo>
                  <a:cubicBezTo>
                    <a:pt x="591" y="639"/>
                    <a:pt x="591" y="639"/>
                    <a:pt x="591" y="639"/>
                  </a:cubicBezTo>
                  <a:cubicBezTo>
                    <a:pt x="562" y="639"/>
                    <a:pt x="562" y="639"/>
                    <a:pt x="562" y="639"/>
                  </a:cubicBezTo>
                  <a:cubicBezTo>
                    <a:pt x="561" y="639"/>
                    <a:pt x="561" y="638"/>
                    <a:pt x="560" y="638"/>
                  </a:cubicBezTo>
                  <a:cubicBezTo>
                    <a:pt x="404" y="482"/>
                    <a:pt x="404" y="482"/>
                    <a:pt x="404" y="482"/>
                  </a:cubicBezTo>
                  <a:cubicBezTo>
                    <a:pt x="404" y="482"/>
                    <a:pt x="404" y="481"/>
                    <a:pt x="404" y="481"/>
                  </a:cubicBezTo>
                  <a:cubicBezTo>
                    <a:pt x="404" y="436"/>
                    <a:pt x="404" y="436"/>
                    <a:pt x="404" y="436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8" y="86"/>
                    <a:pt x="59" y="86"/>
                  </a:cubicBezTo>
                  <a:cubicBezTo>
                    <a:pt x="407" y="434"/>
                    <a:pt x="407" y="434"/>
                    <a:pt x="407" y="434"/>
                  </a:cubicBezTo>
                  <a:cubicBezTo>
                    <a:pt x="407" y="434"/>
                    <a:pt x="407" y="435"/>
                    <a:pt x="407" y="435"/>
                  </a:cubicBezTo>
                  <a:cubicBezTo>
                    <a:pt x="407" y="480"/>
                    <a:pt x="407" y="480"/>
                    <a:pt x="407" y="480"/>
                  </a:cubicBezTo>
                  <a:cubicBezTo>
                    <a:pt x="562" y="635"/>
                    <a:pt x="562" y="635"/>
                    <a:pt x="562" y="635"/>
                  </a:cubicBezTo>
                  <a:cubicBezTo>
                    <a:pt x="592" y="635"/>
                    <a:pt x="592" y="635"/>
                    <a:pt x="592" y="635"/>
                  </a:cubicBezTo>
                  <a:cubicBezTo>
                    <a:pt x="593" y="635"/>
                    <a:pt x="593" y="635"/>
                    <a:pt x="593" y="636"/>
                  </a:cubicBezTo>
                  <a:cubicBezTo>
                    <a:pt x="626" y="669"/>
                    <a:pt x="626" y="669"/>
                    <a:pt x="626" y="669"/>
                  </a:cubicBezTo>
                  <a:cubicBezTo>
                    <a:pt x="627" y="669"/>
                    <a:pt x="627" y="669"/>
                    <a:pt x="627" y="670"/>
                  </a:cubicBezTo>
                  <a:cubicBezTo>
                    <a:pt x="627" y="712"/>
                    <a:pt x="627" y="712"/>
                    <a:pt x="627" y="712"/>
                  </a:cubicBezTo>
                  <a:cubicBezTo>
                    <a:pt x="632" y="717"/>
                    <a:pt x="632" y="717"/>
                    <a:pt x="632" y="717"/>
                  </a:cubicBezTo>
                  <a:lnTo>
                    <a:pt x="630" y="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5" name="Freeform 550"/>
            <p:cNvSpPr>
              <a:spLocks/>
            </p:cNvSpPr>
            <p:nvPr/>
          </p:nvSpPr>
          <p:spPr bwMode="auto">
            <a:xfrm flipV="1">
              <a:off x="2406652" y="6234111"/>
              <a:ext cx="2371725" cy="2919413"/>
            </a:xfrm>
            <a:custGeom>
              <a:avLst/>
              <a:gdLst>
                <a:gd name="T0" fmla="*/ 507 w 632"/>
                <a:gd name="T1" fmla="*/ 778 h 778"/>
                <a:gd name="T2" fmla="*/ 507 w 632"/>
                <a:gd name="T3" fmla="*/ 774 h 778"/>
                <a:gd name="T4" fmla="*/ 554 w 632"/>
                <a:gd name="T5" fmla="*/ 774 h 778"/>
                <a:gd name="T6" fmla="*/ 629 w 632"/>
                <a:gd name="T7" fmla="*/ 699 h 778"/>
                <a:gd name="T8" fmla="*/ 629 w 632"/>
                <a:gd name="T9" fmla="*/ 661 h 778"/>
                <a:gd name="T10" fmla="*/ 609 w 632"/>
                <a:gd name="T11" fmla="*/ 641 h 778"/>
                <a:gd name="T12" fmla="*/ 609 w 632"/>
                <a:gd name="T13" fmla="*/ 640 h 778"/>
                <a:gd name="T14" fmla="*/ 609 w 632"/>
                <a:gd name="T15" fmla="*/ 614 h 778"/>
                <a:gd name="T16" fmla="*/ 563 w 632"/>
                <a:gd name="T17" fmla="*/ 568 h 778"/>
                <a:gd name="T18" fmla="*/ 522 w 632"/>
                <a:gd name="T19" fmla="*/ 568 h 778"/>
                <a:gd name="T20" fmla="*/ 520 w 632"/>
                <a:gd name="T21" fmla="*/ 568 h 778"/>
                <a:gd name="T22" fmla="*/ 394 w 632"/>
                <a:gd name="T23" fmla="*/ 441 h 778"/>
                <a:gd name="T24" fmla="*/ 393 w 632"/>
                <a:gd name="T25" fmla="*/ 440 h 778"/>
                <a:gd name="T26" fmla="*/ 393 w 632"/>
                <a:gd name="T27" fmla="*/ 371 h 778"/>
                <a:gd name="T28" fmla="*/ 25 w 632"/>
                <a:gd name="T29" fmla="*/ 3 h 778"/>
                <a:gd name="T30" fmla="*/ 0 w 632"/>
                <a:gd name="T31" fmla="*/ 3 h 778"/>
                <a:gd name="T32" fmla="*/ 0 w 632"/>
                <a:gd name="T33" fmla="*/ 0 h 778"/>
                <a:gd name="T34" fmla="*/ 26 w 632"/>
                <a:gd name="T35" fmla="*/ 0 h 778"/>
                <a:gd name="T36" fmla="*/ 27 w 632"/>
                <a:gd name="T37" fmla="*/ 0 h 778"/>
                <a:gd name="T38" fmla="*/ 396 w 632"/>
                <a:gd name="T39" fmla="*/ 369 h 778"/>
                <a:gd name="T40" fmla="*/ 397 w 632"/>
                <a:gd name="T41" fmla="*/ 371 h 778"/>
                <a:gd name="T42" fmla="*/ 397 w 632"/>
                <a:gd name="T43" fmla="*/ 439 h 778"/>
                <a:gd name="T44" fmla="*/ 522 w 632"/>
                <a:gd name="T45" fmla="*/ 565 h 778"/>
                <a:gd name="T46" fmla="*/ 564 w 632"/>
                <a:gd name="T47" fmla="*/ 565 h 778"/>
                <a:gd name="T48" fmla="*/ 565 w 632"/>
                <a:gd name="T49" fmla="*/ 565 h 778"/>
                <a:gd name="T50" fmla="*/ 612 w 632"/>
                <a:gd name="T51" fmla="*/ 612 h 778"/>
                <a:gd name="T52" fmla="*/ 612 w 632"/>
                <a:gd name="T53" fmla="*/ 613 h 778"/>
                <a:gd name="T54" fmla="*/ 612 w 632"/>
                <a:gd name="T55" fmla="*/ 640 h 778"/>
                <a:gd name="T56" fmla="*/ 632 w 632"/>
                <a:gd name="T57" fmla="*/ 659 h 778"/>
                <a:gd name="T58" fmla="*/ 632 w 632"/>
                <a:gd name="T59" fmla="*/ 660 h 778"/>
                <a:gd name="T60" fmla="*/ 632 w 632"/>
                <a:gd name="T61" fmla="*/ 700 h 778"/>
                <a:gd name="T62" fmla="*/ 632 w 632"/>
                <a:gd name="T63" fmla="*/ 701 h 778"/>
                <a:gd name="T64" fmla="*/ 556 w 632"/>
                <a:gd name="T65" fmla="*/ 777 h 778"/>
                <a:gd name="T66" fmla="*/ 554 w 632"/>
                <a:gd name="T67" fmla="*/ 778 h 778"/>
                <a:gd name="T68" fmla="*/ 507 w 632"/>
                <a:gd name="T69" fmla="*/ 778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78">
                  <a:moveTo>
                    <a:pt x="507" y="778"/>
                  </a:moveTo>
                  <a:cubicBezTo>
                    <a:pt x="507" y="774"/>
                    <a:pt x="507" y="774"/>
                    <a:pt x="507" y="774"/>
                  </a:cubicBezTo>
                  <a:cubicBezTo>
                    <a:pt x="554" y="774"/>
                    <a:pt x="554" y="774"/>
                    <a:pt x="554" y="774"/>
                  </a:cubicBezTo>
                  <a:cubicBezTo>
                    <a:pt x="629" y="699"/>
                    <a:pt x="629" y="699"/>
                    <a:pt x="629" y="699"/>
                  </a:cubicBezTo>
                  <a:cubicBezTo>
                    <a:pt x="629" y="661"/>
                    <a:pt x="629" y="661"/>
                    <a:pt x="629" y="661"/>
                  </a:cubicBezTo>
                  <a:cubicBezTo>
                    <a:pt x="609" y="641"/>
                    <a:pt x="609" y="641"/>
                    <a:pt x="609" y="641"/>
                  </a:cubicBezTo>
                  <a:cubicBezTo>
                    <a:pt x="609" y="641"/>
                    <a:pt x="609" y="641"/>
                    <a:pt x="609" y="640"/>
                  </a:cubicBezTo>
                  <a:cubicBezTo>
                    <a:pt x="609" y="614"/>
                    <a:pt x="609" y="614"/>
                    <a:pt x="609" y="614"/>
                  </a:cubicBezTo>
                  <a:cubicBezTo>
                    <a:pt x="563" y="568"/>
                    <a:pt x="563" y="568"/>
                    <a:pt x="563" y="568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1" y="568"/>
                    <a:pt x="521" y="568"/>
                    <a:pt x="520" y="568"/>
                  </a:cubicBezTo>
                  <a:cubicBezTo>
                    <a:pt x="394" y="441"/>
                    <a:pt x="394" y="441"/>
                    <a:pt x="394" y="441"/>
                  </a:cubicBezTo>
                  <a:cubicBezTo>
                    <a:pt x="393" y="441"/>
                    <a:pt x="393" y="441"/>
                    <a:pt x="393" y="440"/>
                  </a:cubicBezTo>
                  <a:cubicBezTo>
                    <a:pt x="393" y="371"/>
                    <a:pt x="393" y="371"/>
                    <a:pt x="393" y="371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396" y="369"/>
                    <a:pt x="396" y="369"/>
                    <a:pt x="396" y="369"/>
                  </a:cubicBezTo>
                  <a:cubicBezTo>
                    <a:pt x="396" y="370"/>
                    <a:pt x="397" y="370"/>
                    <a:pt x="397" y="371"/>
                  </a:cubicBezTo>
                  <a:cubicBezTo>
                    <a:pt x="397" y="439"/>
                    <a:pt x="397" y="439"/>
                    <a:pt x="397" y="439"/>
                  </a:cubicBezTo>
                  <a:cubicBezTo>
                    <a:pt x="522" y="565"/>
                    <a:pt x="522" y="565"/>
                    <a:pt x="522" y="565"/>
                  </a:cubicBezTo>
                  <a:cubicBezTo>
                    <a:pt x="564" y="565"/>
                    <a:pt x="564" y="565"/>
                    <a:pt x="564" y="565"/>
                  </a:cubicBezTo>
                  <a:cubicBezTo>
                    <a:pt x="565" y="565"/>
                    <a:pt x="565" y="565"/>
                    <a:pt x="565" y="565"/>
                  </a:cubicBezTo>
                  <a:cubicBezTo>
                    <a:pt x="612" y="612"/>
                    <a:pt x="612" y="612"/>
                    <a:pt x="612" y="612"/>
                  </a:cubicBezTo>
                  <a:cubicBezTo>
                    <a:pt x="612" y="612"/>
                    <a:pt x="612" y="612"/>
                    <a:pt x="612" y="613"/>
                  </a:cubicBezTo>
                  <a:cubicBezTo>
                    <a:pt x="612" y="640"/>
                    <a:pt x="612" y="640"/>
                    <a:pt x="612" y="640"/>
                  </a:cubicBezTo>
                  <a:cubicBezTo>
                    <a:pt x="632" y="659"/>
                    <a:pt x="632" y="659"/>
                    <a:pt x="632" y="659"/>
                  </a:cubicBezTo>
                  <a:cubicBezTo>
                    <a:pt x="632" y="660"/>
                    <a:pt x="632" y="660"/>
                    <a:pt x="632" y="660"/>
                  </a:cubicBezTo>
                  <a:cubicBezTo>
                    <a:pt x="632" y="700"/>
                    <a:pt x="632" y="700"/>
                    <a:pt x="632" y="700"/>
                  </a:cubicBezTo>
                  <a:cubicBezTo>
                    <a:pt x="632" y="700"/>
                    <a:pt x="632" y="700"/>
                    <a:pt x="632" y="701"/>
                  </a:cubicBezTo>
                  <a:cubicBezTo>
                    <a:pt x="556" y="777"/>
                    <a:pt x="556" y="777"/>
                    <a:pt x="556" y="777"/>
                  </a:cubicBezTo>
                  <a:cubicBezTo>
                    <a:pt x="555" y="777"/>
                    <a:pt x="555" y="778"/>
                    <a:pt x="554" y="778"/>
                  </a:cubicBezTo>
                  <a:lnTo>
                    <a:pt x="507" y="77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6" name="Freeform 551"/>
            <p:cNvSpPr>
              <a:spLocks/>
            </p:cNvSpPr>
            <p:nvPr/>
          </p:nvSpPr>
          <p:spPr bwMode="auto">
            <a:xfrm flipV="1">
              <a:off x="2235202" y="6778623"/>
              <a:ext cx="2641600" cy="2798763"/>
            </a:xfrm>
            <a:custGeom>
              <a:avLst/>
              <a:gdLst>
                <a:gd name="T0" fmla="*/ 702 w 704"/>
                <a:gd name="T1" fmla="*/ 746 h 746"/>
                <a:gd name="T2" fmla="*/ 632 w 704"/>
                <a:gd name="T3" fmla="*/ 676 h 746"/>
                <a:gd name="T4" fmla="*/ 631 w 704"/>
                <a:gd name="T5" fmla="*/ 675 h 746"/>
                <a:gd name="T6" fmla="*/ 631 w 704"/>
                <a:gd name="T7" fmla="*/ 633 h 746"/>
                <a:gd name="T8" fmla="*/ 0 w 704"/>
                <a:gd name="T9" fmla="*/ 2 h 746"/>
                <a:gd name="T10" fmla="*/ 2 w 704"/>
                <a:gd name="T11" fmla="*/ 0 h 746"/>
                <a:gd name="T12" fmla="*/ 634 w 704"/>
                <a:gd name="T13" fmla="*/ 632 h 746"/>
                <a:gd name="T14" fmla="*/ 635 w 704"/>
                <a:gd name="T15" fmla="*/ 633 h 746"/>
                <a:gd name="T16" fmla="*/ 635 w 704"/>
                <a:gd name="T17" fmla="*/ 674 h 746"/>
                <a:gd name="T18" fmla="*/ 704 w 704"/>
                <a:gd name="T19" fmla="*/ 744 h 746"/>
                <a:gd name="T20" fmla="*/ 702 w 704"/>
                <a:gd name="T21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4" h="746">
                  <a:moveTo>
                    <a:pt x="702" y="746"/>
                  </a:moveTo>
                  <a:cubicBezTo>
                    <a:pt x="632" y="676"/>
                    <a:pt x="632" y="676"/>
                    <a:pt x="632" y="676"/>
                  </a:cubicBezTo>
                  <a:cubicBezTo>
                    <a:pt x="632" y="676"/>
                    <a:pt x="631" y="675"/>
                    <a:pt x="631" y="675"/>
                  </a:cubicBezTo>
                  <a:cubicBezTo>
                    <a:pt x="631" y="633"/>
                    <a:pt x="631" y="633"/>
                    <a:pt x="631" y="6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34" y="632"/>
                    <a:pt x="634" y="632"/>
                    <a:pt x="634" y="632"/>
                  </a:cubicBezTo>
                  <a:cubicBezTo>
                    <a:pt x="635" y="632"/>
                    <a:pt x="635" y="632"/>
                    <a:pt x="635" y="633"/>
                  </a:cubicBezTo>
                  <a:cubicBezTo>
                    <a:pt x="635" y="674"/>
                    <a:pt x="635" y="674"/>
                    <a:pt x="635" y="674"/>
                  </a:cubicBezTo>
                  <a:cubicBezTo>
                    <a:pt x="704" y="744"/>
                    <a:pt x="704" y="744"/>
                    <a:pt x="704" y="744"/>
                  </a:cubicBezTo>
                  <a:lnTo>
                    <a:pt x="702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7" name="Freeform 552"/>
            <p:cNvSpPr>
              <a:spLocks/>
            </p:cNvSpPr>
            <p:nvPr/>
          </p:nvSpPr>
          <p:spPr bwMode="auto">
            <a:xfrm flipV="1">
              <a:off x="2879727" y="7400924"/>
              <a:ext cx="1812925" cy="1854200"/>
            </a:xfrm>
            <a:custGeom>
              <a:avLst/>
              <a:gdLst>
                <a:gd name="T0" fmla="*/ 464 w 483"/>
                <a:gd name="T1" fmla="*/ 494 h 494"/>
                <a:gd name="T2" fmla="*/ 461 w 483"/>
                <a:gd name="T3" fmla="*/ 494 h 494"/>
                <a:gd name="T4" fmla="*/ 461 w 483"/>
                <a:gd name="T5" fmla="*/ 465 h 494"/>
                <a:gd name="T6" fmla="*/ 462 w 483"/>
                <a:gd name="T7" fmla="*/ 463 h 494"/>
                <a:gd name="T8" fmla="*/ 480 w 483"/>
                <a:gd name="T9" fmla="*/ 445 h 494"/>
                <a:gd name="T10" fmla="*/ 480 w 483"/>
                <a:gd name="T11" fmla="*/ 429 h 494"/>
                <a:gd name="T12" fmla="*/ 269 w 483"/>
                <a:gd name="T13" fmla="*/ 218 h 494"/>
                <a:gd name="T14" fmla="*/ 217 w 483"/>
                <a:gd name="T15" fmla="*/ 218 h 494"/>
                <a:gd name="T16" fmla="*/ 215 w 483"/>
                <a:gd name="T17" fmla="*/ 218 h 494"/>
                <a:gd name="T18" fmla="*/ 0 w 483"/>
                <a:gd name="T19" fmla="*/ 2 h 494"/>
                <a:gd name="T20" fmla="*/ 2 w 483"/>
                <a:gd name="T21" fmla="*/ 0 h 494"/>
                <a:gd name="T22" fmla="*/ 217 w 483"/>
                <a:gd name="T23" fmla="*/ 215 h 494"/>
                <a:gd name="T24" fmla="*/ 270 w 483"/>
                <a:gd name="T25" fmla="*/ 215 h 494"/>
                <a:gd name="T26" fmla="*/ 271 w 483"/>
                <a:gd name="T27" fmla="*/ 215 h 494"/>
                <a:gd name="T28" fmla="*/ 483 w 483"/>
                <a:gd name="T29" fmla="*/ 427 h 494"/>
                <a:gd name="T30" fmla="*/ 483 w 483"/>
                <a:gd name="T31" fmla="*/ 428 h 494"/>
                <a:gd name="T32" fmla="*/ 483 w 483"/>
                <a:gd name="T33" fmla="*/ 446 h 494"/>
                <a:gd name="T34" fmla="*/ 483 w 483"/>
                <a:gd name="T35" fmla="*/ 447 h 494"/>
                <a:gd name="T36" fmla="*/ 464 w 483"/>
                <a:gd name="T37" fmla="*/ 465 h 494"/>
                <a:gd name="T38" fmla="*/ 464 w 483"/>
                <a:gd name="T39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4">
                  <a:moveTo>
                    <a:pt x="464" y="494"/>
                  </a:moveTo>
                  <a:cubicBezTo>
                    <a:pt x="461" y="494"/>
                    <a:pt x="461" y="494"/>
                    <a:pt x="461" y="494"/>
                  </a:cubicBezTo>
                  <a:cubicBezTo>
                    <a:pt x="461" y="465"/>
                    <a:pt x="461" y="465"/>
                    <a:pt x="461" y="465"/>
                  </a:cubicBezTo>
                  <a:cubicBezTo>
                    <a:pt x="461" y="464"/>
                    <a:pt x="461" y="464"/>
                    <a:pt x="462" y="463"/>
                  </a:cubicBezTo>
                  <a:cubicBezTo>
                    <a:pt x="480" y="445"/>
                    <a:pt x="480" y="445"/>
                    <a:pt x="480" y="445"/>
                  </a:cubicBezTo>
                  <a:cubicBezTo>
                    <a:pt x="480" y="429"/>
                    <a:pt x="480" y="429"/>
                    <a:pt x="480" y="429"/>
                  </a:cubicBezTo>
                  <a:cubicBezTo>
                    <a:pt x="269" y="218"/>
                    <a:pt x="269" y="218"/>
                    <a:pt x="269" y="218"/>
                  </a:cubicBezTo>
                  <a:cubicBezTo>
                    <a:pt x="217" y="218"/>
                    <a:pt x="217" y="218"/>
                    <a:pt x="217" y="218"/>
                  </a:cubicBezTo>
                  <a:cubicBezTo>
                    <a:pt x="216" y="218"/>
                    <a:pt x="216" y="218"/>
                    <a:pt x="215" y="2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70" y="215"/>
                    <a:pt x="270" y="215"/>
                    <a:pt x="270" y="215"/>
                  </a:cubicBezTo>
                  <a:cubicBezTo>
                    <a:pt x="270" y="215"/>
                    <a:pt x="271" y="215"/>
                    <a:pt x="271" y="215"/>
                  </a:cubicBezTo>
                  <a:cubicBezTo>
                    <a:pt x="483" y="427"/>
                    <a:pt x="483" y="427"/>
                    <a:pt x="483" y="427"/>
                  </a:cubicBezTo>
                  <a:cubicBezTo>
                    <a:pt x="483" y="427"/>
                    <a:pt x="483" y="428"/>
                    <a:pt x="483" y="428"/>
                  </a:cubicBezTo>
                  <a:cubicBezTo>
                    <a:pt x="483" y="446"/>
                    <a:pt x="483" y="446"/>
                    <a:pt x="483" y="446"/>
                  </a:cubicBezTo>
                  <a:cubicBezTo>
                    <a:pt x="483" y="446"/>
                    <a:pt x="483" y="447"/>
                    <a:pt x="483" y="447"/>
                  </a:cubicBezTo>
                  <a:cubicBezTo>
                    <a:pt x="464" y="465"/>
                    <a:pt x="464" y="465"/>
                    <a:pt x="464" y="465"/>
                  </a:cubicBezTo>
                  <a:lnTo>
                    <a:pt x="464" y="4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8" name="Freeform 553"/>
            <p:cNvSpPr>
              <a:spLocks/>
            </p:cNvSpPr>
            <p:nvPr/>
          </p:nvSpPr>
          <p:spPr bwMode="auto">
            <a:xfrm flipV="1">
              <a:off x="2786064" y="6770686"/>
              <a:ext cx="2360612" cy="2897188"/>
            </a:xfrm>
            <a:custGeom>
              <a:avLst/>
              <a:gdLst>
                <a:gd name="T0" fmla="*/ 629 w 629"/>
                <a:gd name="T1" fmla="*/ 772 h 772"/>
                <a:gd name="T2" fmla="*/ 590 w 629"/>
                <a:gd name="T3" fmla="*/ 772 h 772"/>
                <a:gd name="T4" fmla="*/ 587 w 629"/>
                <a:gd name="T5" fmla="*/ 771 h 772"/>
                <a:gd name="T6" fmla="*/ 505 w 629"/>
                <a:gd name="T7" fmla="*/ 688 h 772"/>
                <a:gd name="T8" fmla="*/ 504 w 629"/>
                <a:gd name="T9" fmla="*/ 686 h 772"/>
                <a:gd name="T10" fmla="*/ 504 w 629"/>
                <a:gd name="T11" fmla="*/ 645 h 772"/>
                <a:gd name="T12" fmla="*/ 505 w 629"/>
                <a:gd name="T13" fmla="*/ 643 h 772"/>
                <a:gd name="T14" fmla="*/ 519 w 629"/>
                <a:gd name="T15" fmla="*/ 628 h 772"/>
                <a:gd name="T16" fmla="*/ 519 w 629"/>
                <a:gd name="T17" fmla="*/ 582 h 772"/>
                <a:gd name="T18" fmla="*/ 520 w 629"/>
                <a:gd name="T19" fmla="*/ 580 h 772"/>
                <a:gd name="T20" fmla="*/ 549 w 629"/>
                <a:gd name="T21" fmla="*/ 551 h 772"/>
                <a:gd name="T22" fmla="*/ 549 w 629"/>
                <a:gd name="T23" fmla="*/ 539 h 772"/>
                <a:gd name="T24" fmla="*/ 294 w 629"/>
                <a:gd name="T25" fmla="*/ 284 h 772"/>
                <a:gd name="T26" fmla="*/ 256 w 629"/>
                <a:gd name="T27" fmla="*/ 284 h 772"/>
                <a:gd name="T28" fmla="*/ 253 w 629"/>
                <a:gd name="T29" fmla="*/ 283 h 772"/>
                <a:gd name="T30" fmla="*/ 175 w 629"/>
                <a:gd name="T31" fmla="*/ 204 h 772"/>
                <a:gd name="T32" fmla="*/ 173 w 629"/>
                <a:gd name="T33" fmla="*/ 201 h 772"/>
                <a:gd name="T34" fmla="*/ 174 w 629"/>
                <a:gd name="T35" fmla="*/ 178 h 772"/>
                <a:gd name="T36" fmla="*/ 0 w 629"/>
                <a:gd name="T37" fmla="*/ 5 h 772"/>
                <a:gd name="T38" fmla="*/ 5 w 629"/>
                <a:gd name="T39" fmla="*/ 0 h 772"/>
                <a:gd name="T40" fmla="*/ 179 w 629"/>
                <a:gd name="T41" fmla="*/ 174 h 772"/>
                <a:gd name="T42" fmla="*/ 180 w 629"/>
                <a:gd name="T43" fmla="*/ 177 h 772"/>
                <a:gd name="T44" fmla="*/ 180 w 629"/>
                <a:gd name="T45" fmla="*/ 200 h 772"/>
                <a:gd name="T46" fmla="*/ 257 w 629"/>
                <a:gd name="T47" fmla="*/ 277 h 772"/>
                <a:gd name="T48" fmla="*/ 295 w 629"/>
                <a:gd name="T49" fmla="*/ 277 h 772"/>
                <a:gd name="T50" fmla="*/ 298 w 629"/>
                <a:gd name="T51" fmla="*/ 278 h 772"/>
                <a:gd name="T52" fmla="*/ 555 w 629"/>
                <a:gd name="T53" fmla="*/ 535 h 772"/>
                <a:gd name="T54" fmla="*/ 556 w 629"/>
                <a:gd name="T55" fmla="*/ 537 h 772"/>
                <a:gd name="T56" fmla="*/ 556 w 629"/>
                <a:gd name="T57" fmla="*/ 552 h 772"/>
                <a:gd name="T58" fmla="*/ 555 w 629"/>
                <a:gd name="T59" fmla="*/ 555 h 772"/>
                <a:gd name="T60" fmla="*/ 526 w 629"/>
                <a:gd name="T61" fmla="*/ 584 h 772"/>
                <a:gd name="T62" fmla="*/ 526 w 629"/>
                <a:gd name="T63" fmla="*/ 630 h 772"/>
                <a:gd name="T64" fmla="*/ 525 w 629"/>
                <a:gd name="T65" fmla="*/ 632 h 772"/>
                <a:gd name="T66" fmla="*/ 511 w 629"/>
                <a:gd name="T67" fmla="*/ 647 h 772"/>
                <a:gd name="T68" fmla="*/ 511 w 629"/>
                <a:gd name="T69" fmla="*/ 684 h 772"/>
                <a:gd name="T70" fmla="*/ 591 w 629"/>
                <a:gd name="T71" fmla="*/ 765 h 772"/>
                <a:gd name="T72" fmla="*/ 629 w 629"/>
                <a:gd name="T73" fmla="*/ 765 h 772"/>
                <a:gd name="T74" fmla="*/ 629 w 629"/>
                <a:gd name="T75" fmla="*/ 772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9" h="772">
                  <a:moveTo>
                    <a:pt x="629" y="772"/>
                  </a:moveTo>
                  <a:cubicBezTo>
                    <a:pt x="590" y="772"/>
                    <a:pt x="590" y="772"/>
                    <a:pt x="590" y="772"/>
                  </a:cubicBezTo>
                  <a:cubicBezTo>
                    <a:pt x="589" y="772"/>
                    <a:pt x="588" y="771"/>
                    <a:pt x="587" y="771"/>
                  </a:cubicBezTo>
                  <a:cubicBezTo>
                    <a:pt x="505" y="688"/>
                    <a:pt x="505" y="688"/>
                    <a:pt x="505" y="688"/>
                  </a:cubicBezTo>
                  <a:cubicBezTo>
                    <a:pt x="504" y="687"/>
                    <a:pt x="504" y="687"/>
                    <a:pt x="504" y="686"/>
                  </a:cubicBezTo>
                  <a:cubicBezTo>
                    <a:pt x="504" y="645"/>
                    <a:pt x="504" y="645"/>
                    <a:pt x="504" y="645"/>
                  </a:cubicBezTo>
                  <a:cubicBezTo>
                    <a:pt x="504" y="644"/>
                    <a:pt x="504" y="644"/>
                    <a:pt x="505" y="643"/>
                  </a:cubicBezTo>
                  <a:cubicBezTo>
                    <a:pt x="519" y="628"/>
                    <a:pt x="519" y="628"/>
                    <a:pt x="519" y="628"/>
                  </a:cubicBezTo>
                  <a:cubicBezTo>
                    <a:pt x="519" y="582"/>
                    <a:pt x="519" y="582"/>
                    <a:pt x="519" y="582"/>
                  </a:cubicBezTo>
                  <a:cubicBezTo>
                    <a:pt x="519" y="581"/>
                    <a:pt x="520" y="580"/>
                    <a:pt x="520" y="580"/>
                  </a:cubicBezTo>
                  <a:cubicBezTo>
                    <a:pt x="549" y="551"/>
                    <a:pt x="549" y="551"/>
                    <a:pt x="549" y="551"/>
                  </a:cubicBezTo>
                  <a:cubicBezTo>
                    <a:pt x="549" y="539"/>
                    <a:pt x="549" y="539"/>
                    <a:pt x="549" y="539"/>
                  </a:cubicBezTo>
                  <a:cubicBezTo>
                    <a:pt x="294" y="284"/>
                    <a:pt x="294" y="284"/>
                    <a:pt x="294" y="284"/>
                  </a:cubicBezTo>
                  <a:cubicBezTo>
                    <a:pt x="256" y="284"/>
                    <a:pt x="256" y="284"/>
                    <a:pt x="256" y="284"/>
                  </a:cubicBezTo>
                  <a:cubicBezTo>
                    <a:pt x="255" y="284"/>
                    <a:pt x="254" y="283"/>
                    <a:pt x="253" y="283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03"/>
                    <a:pt x="173" y="202"/>
                    <a:pt x="173" y="201"/>
                  </a:cubicBezTo>
                  <a:cubicBezTo>
                    <a:pt x="174" y="178"/>
                    <a:pt x="174" y="178"/>
                    <a:pt x="174" y="17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79" y="174"/>
                    <a:pt x="179" y="174"/>
                    <a:pt x="179" y="174"/>
                  </a:cubicBezTo>
                  <a:cubicBezTo>
                    <a:pt x="180" y="175"/>
                    <a:pt x="180" y="176"/>
                    <a:pt x="180" y="177"/>
                  </a:cubicBezTo>
                  <a:cubicBezTo>
                    <a:pt x="180" y="200"/>
                    <a:pt x="180" y="200"/>
                    <a:pt x="180" y="200"/>
                  </a:cubicBezTo>
                  <a:cubicBezTo>
                    <a:pt x="257" y="277"/>
                    <a:pt x="257" y="277"/>
                    <a:pt x="257" y="277"/>
                  </a:cubicBezTo>
                  <a:cubicBezTo>
                    <a:pt x="295" y="277"/>
                    <a:pt x="295" y="277"/>
                    <a:pt x="295" y="277"/>
                  </a:cubicBezTo>
                  <a:cubicBezTo>
                    <a:pt x="296" y="277"/>
                    <a:pt x="297" y="277"/>
                    <a:pt x="298" y="278"/>
                  </a:cubicBezTo>
                  <a:cubicBezTo>
                    <a:pt x="555" y="535"/>
                    <a:pt x="555" y="535"/>
                    <a:pt x="555" y="535"/>
                  </a:cubicBezTo>
                  <a:cubicBezTo>
                    <a:pt x="556" y="536"/>
                    <a:pt x="556" y="536"/>
                    <a:pt x="556" y="537"/>
                  </a:cubicBezTo>
                  <a:cubicBezTo>
                    <a:pt x="556" y="552"/>
                    <a:pt x="556" y="552"/>
                    <a:pt x="556" y="552"/>
                  </a:cubicBezTo>
                  <a:cubicBezTo>
                    <a:pt x="556" y="553"/>
                    <a:pt x="556" y="554"/>
                    <a:pt x="555" y="555"/>
                  </a:cubicBezTo>
                  <a:cubicBezTo>
                    <a:pt x="526" y="584"/>
                    <a:pt x="526" y="584"/>
                    <a:pt x="526" y="584"/>
                  </a:cubicBezTo>
                  <a:cubicBezTo>
                    <a:pt x="526" y="630"/>
                    <a:pt x="526" y="630"/>
                    <a:pt x="526" y="630"/>
                  </a:cubicBezTo>
                  <a:cubicBezTo>
                    <a:pt x="526" y="631"/>
                    <a:pt x="526" y="632"/>
                    <a:pt x="525" y="632"/>
                  </a:cubicBezTo>
                  <a:cubicBezTo>
                    <a:pt x="511" y="647"/>
                    <a:pt x="511" y="647"/>
                    <a:pt x="511" y="647"/>
                  </a:cubicBezTo>
                  <a:cubicBezTo>
                    <a:pt x="511" y="684"/>
                    <a:pt x="511" y="684"/>
                    <a:pt x="511" y="684"/>
                  </a:cubicBezTo>
                  <a:cubicBezTo>
                    <a:pt x="591" y="765"/>
                    <a:pt x="591" y="765"/>
                    <a:pt x="591" y="765"/>
                  </a:cubicBezTo>
                  <a:cubicBezTo>
                    <a:pt x="629" y="765"/>
                    <a:pt x="629" y="765"/>
                    <a:pt x="629" y="765"/>
                  </a:cubicBezTo>
                  <a:lnTo>
                    <a:pt x="629" y="77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9" name="Freeform 554"/>
            <p:cNvSpPr>
              <a:spLocks/>
            </p:cNvSpPr>
            <p:nvPr/>
          </p:nvSpPr>
          <p:spPr bwMode="auto">
            <a:xfrm flipV="1">
              <a:off x="2620964" y="7164386"/>
              <a:ext cx="2536825" cy="2800350"/>
            </a:xfrm>
            <a:custGeom>
              <a:avLst/>
              <a:gdLst>
                <a:gd name="T0" fmla="*/ 589 w 676"/>
                <a:gd name="T1" fmla="*/ 746 h 746"/>
                <a:gd name="T2" fmla="*/ 586 w 676"/>
                <a:gd name="T3" fmla="*/ 746 h 746"/>
                <a:gd name="T4" fmla="*/ 586 w 676"/>
                <a:gd name="T5" fmla="*/ 682 h 746"/>
                <a:gd name="T6" fmla="*/ 586 w 676"/>
                <a:gd name="T7" fmla="*/ 681 h 746"/>
                <a:gd name="T8" fmla="*/ 619 w 676"/>
                <a:gd name="T9" fmla="*/ 648 h 746"/>
                <a:gd name="T10" fmla="*/ 620 w 676"/>
                <a:gd name="T11" fmla="*/ 647 h 746"/>
                <a:gd name="T12" fmla="*/ 663 w 676"/>
                <a:gd name="T13" fmla="*/ 647 h 746"/>
                <a:gd name="T14" fmla="*/ 673 w 676"/>
                <a:gd name="T15" fmla="*/ 638 h 746"/>
                <a:gd name="T16" fmla="*/ 673 w 676"/>
                <a:gd name="T17" fmla="*/ 627 h 746"/>
                <a:gd name="T18" fmla="*/ 381 w 676"/>
                <a:gd name="T19" fmla="*/ 336 h 746"/>
                <a:gd name="T20" fmla="*/ 300 w 676"/>
                <a:gd name="T21" fmla="*/ 336 h 746"/>
                <a:gd name="T22" fmla="*/ 299 w 676"/>
                <a:gd name="T23" fmla="*/ 335 h 746"/>
                <a:gd name="T24" fmla="*/ 255 w 676"/>
                <a:gd name="T25" fmla="*/ 291 h 746"/>
                <a:gd name="T26" fmla="*/ 254 w 676"/>
                <a:gd name="T27" fmla="*/ 290 h 746"/>
                <a:gd name="T28" fmla="*/ 254 w 676"/>
                <a:gd name="T29" fmla="*/ 257 h 746"/>
                <a:gd name="T30" fmla="*/ 0 w 676"/>
                <a:gd name="T31" fmla="*/ 2 h 746"/>
                <a:gd name="T32" fmla="*/ 2 w 676"/>
                <a:gd name="T33" fmla="*/ 0 h 746"/>
                <a:gd name="T34" fmla="*/ 257 w 676"/>
                <a:gd name="T35" fmla="*/ 255 h 746"/>
                <a:gd name="T36" fmla="*/ 258 w 676"/>
                <a:gd name="T37" fmla="*/ 257 h 746"/>
                <a:gd name="T38" fmla="*/ 258 w 676"/>
                <a:gd name="T39" fmla="*/ 290 h 746"/>
                <a:gd name="T40" fmla="*/ 300 w 676"/>
                <a:gd name="T41" fmla="*/ 332 h 746"/>
                <a:gd name="T42" fmla="*/ 382 w 676"/>
                <a:gd name="T43" fmla="*/ 332 h 746"/>
                <a:gd name="T44" fmla="*/ 383 w 676"/>
                <a:gd name="T45" fmla="*/ 333 h 746"/>
                <a:gd name="T46" fmla="*/ 676 w 676"/>
                <a:gd name="T47" fmla="*/ 625 h 746"/>
                <a:gd name="T48" fmla="*/ 676 w 676"/>
                <a:gd name="T49" fmla="*/ 627 h 746"/>
                <a:gd name="T50" fmla="*/ 676 w 676"/>
                <a:gd name="T51" fmla="*/ 638 h 746"/>
                <a:gd name="T52" fmla="*/ 676 w 676"/>
                <a:gd name="T53" fmla="*/ 639 h 746"/>
                <a:gd name="T54" fmla="*/ 665 w 676"/>
                <a:gd name="T55" fmla="*/ 650 h 746"/>
                <a:gd name="T56" fmla="*/ 664 w 676"/>
                <a:gd name="T57" fmla="*/ 651 h 746"/>
                <a:gd name="T58" fmla="*/ 621 w 676"/>
                <a:gd name="T59" fmla="*/ 651 h 746"/>
                <a:gd name="T60" fmla="*/ 589 w 676"/>
                <a:gd name="T61" fmla="*/ 683 h 746"/>
                <a:gd name="T62" fmla="*/ 589 w 676"/>
                <a:gd name="T63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6" h="746">
                  <a:moveTo>
                    <a:pt x="589" y="746"/>
                  </a:moveTo>
                  <a:cubicBezTo>
                    <a:pt x="586" y="746"/>
                    <a:pt x="586" y="746"/>
                    <a:pt x="586" y="746"/>
                  </a:cubicBezTo>
                  <a:cubicBezTo>
                    <a:pt x="586" y="682"/>
                    <a:pt x="586" y="682"/>
                    <a:pt x="586" y="682"/>
                  </a:cubicBezTo>
                  <a:cubicBezTo>
                    <a:pt x="586" y="682"/>
                    <a:pt x="586" y="681"/>
                    <a:pt x="586" y="681"/>
                  </a:cubicBezTo>
                  <a:cubicBezTo>
                    <a:pt x="619" y="648"/>
                    <a:pt x="619" y="648"/>
                    <a:pt x="619" y="648"/>
                  </a:cubicBezTo>
                  <a:cubicBezTo>
                    <a:pt x="619" y="648"/>
                    <a:pt x="620" y="647"/>
                    <a:pt x="620" y="647"/>
                  </a:cubicBezTo>
                  <a:cubicBezTo>
                    <a:pt x="663" y="647"/>
                    <a:pt x="663" y="647"/>
                    <a:pt x="663" y="647"/>
                  </a:cubicBezTo>
                  <a:cubicBezTo>
                    <a:pt x="673" y="638"/>
                    <a:pt x="673" y="638"/>
                    <a:pt x="673" y="638"/>
                  </a:cubicBezTo>
                  <a:cubicBezTo>
                    <a:pt x="673" y="627"/>
                    <a:pt x="673" y="627"/>
                    <a:pt x="673" y="627"/>
                  </a:cubicBezTo>
                  <a:cubicBezTo>
                    <a:pt x="381" y="336"/>
                    <a:pt x="381" y="336"/>
                    <a:pt x="381" y="336"/>
                  </a:cubicBezTo>
                  <a:cubicBezTo>
                    <a:pt x="300" y="336"/>
                    <a:pt x="300" y="336"/>
                    <a:pt x="300" y="336"/>
                  </a:cubicBezTo>
                  <a:cubicBezTo>
                    <a:pt x="299" y="336"/>
                    <a:pt x="299" y="335"/>
                    <a:pt x="299" y="335"/>
                  </a:cubicBezTo>
                  <a:cubicBezTo>
                    <a:pt x="255" y="291"/>
                    <a:pt x="255" y="291"/>
                    <a:pt x="255" y="291"/>
                  </a:cubicBezTo>
                  <a:cubicBezTo>
                    <a:pt x="255" y="291"/>
                    <a:pt x="254" y="291"/>
                    <a:pt x="254" y="290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58" y="256"/>
                    <a:pt x="258" y="256"/>
                    <a:pt x="258" y="257"/>
                  </a:cubicBezTo>
                  <a:cubicBezTo>
                    <a:pt x="258" y="290"/>
                    <a:pt x="258" y="290"/>
                    <a:pt x="258" y="290"/>
                  </a:cubicBezTo>
                  <a:cubicBezTo>
                    <a:pt x="300" y="332"/>
                    <a:pt x="300" y="332"/>
                    <a:pt x="300" y="332"/>
                  </a:cubicBezTo>
                  <a:cubicBezTo>
                    <a:pt x="382" y="332"/>
                    <a:pt x="382" y="332"/>
                    <a:pt x="382" y="332"/>
                  </a:cubicBezTo>
                  <a:cubicBezTo>
                    <a:pt x="382" y="332"/>
                    <a:pt x="383" y="332"/>
                    <a:pt x="383" y="333"/>
                  </a:cubicBezTo>
                  <a:cubicBezTo>
                    <a:pt x="676" y="625"/>
                    <a:pt x="676" y="625"/>
                    <a:pt x="676" y="625"/>
                  </a:cubicBezTo>
                  <a:cubicBezTo>
                    <a:pt x="676" y="626"/>
                    <a:pt x="676" y="626"/>
                    <a:pt x="676" y="627"/>
                  </a:cubicBezTo>
                  <a:cubicBezTo>
                    <a:pt x="676" y="638"/>
                    <a:pt x="676" y="638"/>
                    <a:pt x="676" y="638"/>
                  </a:cubicBezTo>
                  <a:cubicBezTo>
                    <a:pt x="676" y="639"/>
                    <a:pt x="676" y="639"/>
                    <a:pt x="676" y="639"/>
                  </a:cubicBezTo>
                  <a:cubicBezTo>
                    <a:pt x="665" y="650"/>
                    <a:pt x="665" y="650"/>
                    <a:pt x="665" y="650"/>
                  </a:cubicBezTo>
                  <a:cubicBezTo>
                    <a:pt x="664" y="651"/>
                    <a:pt x="664" y="651"/>
                    <a:pt x="664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589" y="683"/>
                    <a:pt x="589" y="683"/>
                    <a:pt x="589" y="683"/>
                  </a:cubicBezTo>
                  <a:lnTo>
                    <a:pt x="589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0" name="Freeform 555"/>
            <p:cNvSpPr>
              <a:spLocks/>
            </p:cNvSpPr>
            <p:nvPr/>
          </p:nvSpPr>
          <p:spPr bwMode="auto">
            <a:xfrm flipV="1">
              <a:off x="1401764" y="6016623"/>
              <a:ext cx="3921125" cy="2751138"/>
            </a:xfrm>
            <a:custGeom>
              <a:avLst/>
              <a:gdLst>
                <a:gd name="T0" fmla="*/ 770 w 1045"/>
                <a:gd name="T1" fmla="*/ 733 h 733"/>
                <a:gd name="T2" fmla="*/ 766 w 1045"/>
                <a:gd name="T3" fmla="*/ 731 h 733"/>
                <a:gd name="T4" fmla="*/ 719 w 1045"/>
                <a:gd name="T5" fmla="*/ 684 h 733"/>
                <a:gd name="T6" fmla="*/ 617 w 1045"/>
                <a:gd name="T7" fmla="*/ 684 h 733"/>
                <a:gd name="T8" fmla="*/ 613 w 1045"/>
                <a:gd name="T9" fmla="*/ 682 h 733"/>
                <a:gd name="T10" fmla="*/ 406 w 1045"/>
                <a:gd name="T11" fmla="*/ 474 h 733"/>
                <a:gd name="T12" fmla="*/ 404 w 1045"/>
                <a:gd name="T13" fmla="*/ 470 h 733"/>
                <a:gd name="T14" fmla="*/ 404 w 1045"/>
                <a:gd name="T15" fmla="*/ 411 h 733"/>
                <a:gd name="T16" fmla="*/ 0 w 1045"/>
                <a:gd name="T17" fmla="*/ 8 h 733"/>
                <a:gd name="T18" fmla="*/ 8 w 1045"/>
                <a:gd name="T19" fmla="*/ 0 h 733"/>
                <a:gd name="T20" fmla="*/ 413 w 1045"/>
                <a:gd name="T21" fmla="*/ 405 h 733"/>
                <a:gd name="T22" fmla="*/ 414 w 1045"/>
                <a:gd name="T23" fmla="*/ 409 h 733"/>
                <a:gd name="T24" fmla="*/ 414 w 1045"/>
                <a:gd name="T25" fmla="*/ 468 h 733"/>
                <a:gd name="T26" fmla="*/ 619 w 1045"/>
                <a:gd name="T27" fmla="*/ 673 h 733"/>
                <a:gd name="T28" fmla="*/ 721 w 1045"/>
                <a:gd name="T29" fmla="*/ 673 h 733"/>
                <a:gd name="T30" fmla="*/ 724 w 1045"/>
                <a:gd name="T31" fmla="*/ 675 h 733"/>
                <a:gd name="T32" fmla="*/ 772 w 1045"/>
                <a:gd name="T33" fmla="*/ 722 h 733"/>
                <a:gd name="T34" fmla="*/ 861 w 1045"/>
                <a:gd name="T35" fmla="*/ 722 h 733"/>
                <a:gd name="T36" fmla="*/ 1013 w 1045"/>
                <a:gd name="T37" fmla="*/ 571 h 733"/>
                <a:gd name="T38" fmla="*/ 1016 w 1045"/>
                <a:gd name="T39" fmla="*/ 569 h 733"/>
                <a:gd name="T40" fmla="*/ 1045 w 1045"/>
                <a:gd name="T41" fmla="*/ 569 h 733"/>
                <a:gd name="T42" fmla="*/ 1045 w 1045"/>
                <a:gd name="T43" fmla="*/ 579 h 733"/>
                <a:gd name="T44" fmla="*/ 1018 w 1045"/>
                <a:gd name="T45" fmla="*/ 579 h 733"/>
                <a:gd name="T46" fmla="*/ 867 w 1045"/>
                <a:gd name="T47" fmla="*/ 731 h 733"/>
                <a:gd name="T48" fmla="*/ 863 w 1045"/>
                <a:gd name="T49" fmla="*/ 733 h 733"/>
                <a:gd name="T50" fmla="*/ 770 w 1045"/>
                <a:gd name="T51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45" h="733">
                  <a:moveTo>
                    <a:pt x="770" y="733"/>
                  </a:moveTo>
                  <a:cubicBezTo>
                    <a:pt x="768" y="733"/>
                    <a:pt x="767" y="732"/>
                    <a:pt x="766" y="731"/>
                  </a:cubicBezTo>
                  <a:cubicBezTo>
                    <a:pt x="719" y="684"/>
                    <a:pt x="719" y="684"/>
                    <a:pt x="719" y="684"/>
                  </a:cubicBezTo>
                  <a:cubicBezTo>
                    <a:pt x="617" y="684"/>
                    <a:pt x="617" y="684"/>
                    <a:pt x="617" y="684"/>
                  </a:cubicBezTo>
                  <a:cubicBezTo>
                    <a:pt x="616" y="684"/>
                    <a:pt x="614" y="683"/>
                    <a:pt x="613" y="682"/>
                  </a:cubicBezTo>
                  <a:cubicBezTo>
                    <a:pt x="406" y="474"/>
                    <a:pt x="406" y="474"/>
                    <a:pt x="406" y="474"/>
                  </a:cubicBezTo>
                  <a:cubicBezTo>
                    <a:pt x="405" y="473"/>
                    <a:pt x="404" y="472"/>
                    <a:pt x="404" y="470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13" y="405"/>
                    <a:pt x="413" y="405"/>
                    <a:pt x="413" y="405"/>
                  </a:cubicBezTo>
                  <a:cubicBezTo>
                    <a:pt x="414" y="406"/>
                    <a:pt x="414" y="408"/>
                    <a:pt x="414" y="409"/>
                  </a:cubicBezTo>
                  <a:cubicBezTo>
                    <a:pt x="414" y="468"/>
                    <a:pt x="414" y="468"/>
                    <a:pt x="414" y="468"/>
                  </a:cubicBezTo>
                  <a:cubicBezTo>
                    <a:pt x="619" y="673"/>
                    <a:pt x="619" y="673"/>
                    <a:pt x="619" y="673"/>
                  </a:cubicBezTo>
                  <a:cubicBezTo>
                    <a:pt x="721" y="673"/>
                    <a:pt x="721" y="673"/>
                    <a:pt x="721" y="673"/>
                  </a:cubicBezTo>
                  <a:cubicBezTo>
                    <a:pt x="722" y="673"/>
                    <a:pt x="723" y="674"/>
                    <a:pt x="724" y="675"/>
                  </a:cubicBezTo>
                  <a:cubicBezTo>
                    <a:pt x="772" y="722"/>
                    <a:pt x="772" y="722"/>
                    <a:pt x="772" y="722"/>
                  </a:cubicBezTo>
                  <a:cubicBezTo>
                    <a:pt x="861" y="722"/>
                    <a:pt x="861" y="722"/>
                    <a:pt x="861" y="722"/>
                  </a:cubicBezTo>
                  <a:cubicBezTo>
                    <a:pt x="1013" y="571"/>
                    <a:pt x="1013" y="571"/>
                    <a:pt x="1013" y="571"/>
                  </a:cubicBezTo>
                  <a:cubicBezTo>
                    <a:pt x="1014" y="570"/>
                    <a:pt x="1015" y="569"/>
                    <a:pt x="1016" y="569"/>
                  </a:cubicBezTo>
                  <a:cubicBezTo>
                    <a:pt x="1045" y="569"/>
                    <a:pt x="1045" y="569"/>
                    <a:pt x="1045" y="569"/>
                  </a:cubicBezTo>
                  <a:cubicBezTo>
                    <a:pt x="1045" y="579"/>
                    <a:pt x="1045" y="579"/>
                    <a:pt x="1045" y="579"/>
                  </a:cubicBezTo>
                  <a:cubicBezTo>
                    <a:pt x="1018" y="579"/>
                    <a:pt x="1018" y="579"/>
                    <a:pt x="1018" y="579"/>
                  </a:cubicBezTo>
                  <a:cubicBezTo>
                    <a:pt x="867" y="731"/>
                    <a:pt x="867" y="731"/>
                    <a:pt x="867" y="731"/>
                  </a:cubicBezTo>
                  <a:cubicBezTo>
                    <a:pt x="866" y="732"/>
                    <a:pt x="865" y="733"/>
                    <a:pt x="863" y="733"/>
                  </a:cubicBezTo>
                  <a:lnTo>
                    <a:pt x="770" y="7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1" name="Oval 556"/>
            <p:cNvSpPr>
              <a:spLocks noChangeArrowheads="1"/>
            </p:cNvSpPr>
            <p:nvPr/>
          </p:nvSpPr>
          <p:spPr bwMode="auto">
            <a:xfrm flipV="1">
              <a:off x="3803652" y="6165849"/>
              <a:ext cx="101600" cy="1016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2" name="Freeform 557"/>
            <p:cNvSpPr>
              <a:spLocks noEditPoints="1"/>
            </p:cNvSpPr>
            <p:nvPr/>
          </p:nvSpPr>
          <p:spPr bwMode="auto">
            <a:xfrm flipV="1">
              <a:off x="2295527" y="53403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3 h 25"/>
                <a:gd name="T12" fmla="*/ 12 w 25"/>
                <a:gd name="T13" fmla="*/ 5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3" name="Freeform 558"/>
            <p:cNvSpPr>
              <a:spLocks noEditPoints="1"/>
            </p:cNvSpPr>
            <p:nvPr/>
          </p:nvSpPr>
          <p:spPr bwMode="auto">
            <a:xfrm flipV="1">
              <a:off x="2681289" y="4984748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5 w 25"/>
                <a:gd name="T23" fmla="*/ 13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4" name="Freeform 559"/>
            <p:cNvSpPr>
              <a:spLocks/>
            </p:cNvSpPr>
            <p:nvPr/>
          </p:nvSpPr>
          <p:spPr bwMode="auto">
            <a:xfrm flipV="1">
              <a:off x="-1900236" y="1797048"/>
              <a:ext cx="3981450" cy="1446213"/>
            </a:xfrm>
            <a:custGeom>
              <a:avLst/>
              <a:gdLst>
                <a:gd name="T0" fmla="*/ 603 w 1061"/>
                <a:gd name="T1" fmla="*/ 385 h 385"/>
                <a:gd name="T2" fmla="*/ 0 w 1061"/>
                <a:gd name="T3" fmla="*/ 385 h 385"/>
                <a:gd name="T4" fmla="*/ 0 w 1061"/>
                <a:gd name="T5" fmla="*/ 371 h 385"/>
                <a:gd name="T6" fmla="*/ 600 w 1061"/>
                <a:gd name="T7" fmla="*/ 371 h 385"/>
                <a:gd name="T8" fmla="*/ 969 w 1061"/>
                <a:gd name="T9" fmla="*/ 2 h 385"/>
                <a:gd name="T10" fmla="*/ 974 w 1061"/>
                <a:gd name="T11" fmla="*/ 0 h 385"/>
                <a:gd name="T12" fmla="*/ 1061 w 1061"/>
                <a:gd name="T13" fmla="*/ 0 h 385"/>
                <a:gd name="T14" fmla="*/ 1061 w 1061"/>
                <a:gd name="T15" fmla="*/ 13 h 385"/>
                <a:gd name="T16" fmla="*/ 977 w 1061"/>
                <a:gd name="T17" fmla="*/ 13 h 385"/>
                <a:gd name="T18" fmla="*/ 607 w 1061"/>
                <a:gd name="T19" fmla="*/ 383 h 385"/>
                <a:gd name="T20" fmla="*/ 603 w 1061"/>
                <a:gd name="T21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1" h="385">
                  <a:moveTo>
                    <a:pt x="603" y="385"/>
                  </a:moveTo>
                  <a:cubicBezTo>
                    <a:pt x="0" y="385"/>
                    <a:pt x="0" y="385"/>
                    <a:pt x="0" y="385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600" y="371"/>
                    <a:pt x="600" y="371"/>
                    <a:pt x="600" y="371"/>
                  </a:cubicBezTo>
                  <a:cubicBezTo>
                    <a:pt x="969" y="2"/>
                    <a:pt x="969" y="2"/>
                    <a:pt x="969" y="2"/>
                  </a:cubicBezTo>
                  <a:cubicBezTo>
                    <a:pt x="971" y="0"/>
                    <a:pt x="972" y="0"/>
                    <a:pt x="974" y="0"/>
                  </a:cubicBezTo>
                  <a:cubicBezTo>
                    <a:pt x="1061" y="0"/>
                    <a:pt x="1061" y="0"/>
                    <a:pt x="1061" y="0"/>
                  </a:cubicBezTo>
                  <a:cubicBezTo>
                    <a:pt x="1061" y="13"/>
                    <a:pt x="1061" y="13"/>
                    <a:pt x="1061" y="13"/>
                  </a:cubicBezTo>
                  <a:cubicBezTo>
                    <a:pt x="977" y="13"/>
                    <a:pt x="977" y="13"/>
                    <a:pt x="977" y="13"/>
                  </a:cubicBezTo>
                  <a:cubicBezTo>
                    <a:pt x="607" y="383"/>
                    <a:pt x="607" y="383"/>
                    <a:pt x="607" y="383"/>
                  </a:cubicBezTo>
                  <a:cubicBezTo>
                    <a:pt x="606" y="384"/>
                    <a:pt x="604" y="385"/>
                    <a:pt x="603" y="3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5" name="Freeform 560"/>
            <p:cNvSpPr>
              <a:spLocks/>
            </p:cNvSpPr>
            <p:nvPr/>
          </p:nvSpPr>
          <p:spPr bwMode="auto">
            <a:xfrm flipV="1">
              <a:off x="-77786" y="3543299"/>
              <a:ext cx="962025" cy="355600"/>
            </a:xfrm>
            <a:custGeom>
              <a:avLst/>
              <a:gdLst>
                <a:gd name="T0" fmla="*/ 253 w 256"/>
                <a:gd name="T1" fmla="*/ 95 h 95"/>
                <a:gd name="T2" fmla="*/ 162 w 256"/>
                <a:gd name="T3" fmla="*/ 3 h 95"/>
                <a:gd name="T4" fmla="*/ 22 w 256"/>
                <a:gd name="T5" fmla="*/ 3 h 95"/>
                <a:gd name="T6" fmla="*/ 3 w 256"/>
                <a:gd name="T7" fmla="*/ 22 h 95"/>
                <a:gd name="T8" fmla="*/ 3 w 256"/>
                <a:gd name="T9" fmla="*/ 47 h 95"/>
                <a:gd name="T10" fmla="*/ 24 w 256"/>
                <a:gd name="T11" fmla="*/ 68 h 95"/>
                <a:gd name="T12" fmla="*/ 99 w 256"/>
                <a:gd name="T13" fmla="*/ 68 h 95"/>
                <a:gd name="T14" fmla="*/ 113 w 256"/>
                <a:gd name="T15" fmla="*/ 53 h 95"/>
                <a:gd name="T16" fmla="*/ 115 w 256"/>
                <a:gd name="T17" fmla="*/ 56 h 95"/>
                <a:gd name="T18" fmla="*/ 100 w 256"/>
                <a:gd name="T19" fmla="*/ 71 h 95"/>
                <a:gd name="T20" fmla="*/ 99 w 256"/>
                <a:gd name="T21" fmla="*/ 71 h 95"/>
                <a:gd name="T22" fmla="*/ 24 w 256"/>
                <a:gd name="T23" fmla="*/ 71 h 95"/>
                <a:gd name="T24" fmla="*/ 22 w 256"/>
                <a:gd name="T25" fmla="*/ 71 h 95"/>
                <a:gd name="T26" fmla="*/ 0 w 256"/>
                <a:gd name="T27" fmla="*/ 49 h 95"/>
                <a:gd name="T28" fmla="*/ 0 w 256"/>
                <a:gd name="T29" fmla="*/ 48 h 95"/>
                <a:gd name="T30" fmla="*/ 0 w 256"/>
                <a:gd name="T31" fmla="*/ 21 h 95"/>
                <a:gd name="T32" fmla="*/ 0 w 256"/>
                <a:gd name="T33" fmla="*/ 20 h 95"/>
                <a:gd name="T34" fmla="*/ 20 w 256"/>
                <a:gd name="T35" fmla="*/ 0 h 95"/>
                <a:gd name="T36" fmla="*/ 22 w 256"/>
                <a:gd name="T37" fmla="*/ 0 h 95"/>
                <a:gd name="T38" fmla="*/ 162 w 256"/>
                <a:gd name="T39" fmla="*/ 0 h 95"/>
                <a:gd name="T40" fmla="*/ 164 w 256"/>
                <a:gd name="T41" fmla="*/ 0 h 95"/>
                <a:gd name="T42" fmla="*/ 256 w 256"/>
                <a:gd name="T43" fmla="*/ 92 h 95"/>
                <a:gd name="T44" fmla="*/ 253 w 256"/>
                <a:gd name="T4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95">
                  <a:moveTo>
                    <a:pt x="253" y="95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00" y="71"/>
                    <a:pt x="100" y="71"/>
                    <a:pt x="100" y="71"/>
                  </a:cubicBezTo>
                  <a:cubicBezTo>
                    <a:pt x="100" y="71"/>
                    <a:pt x="100" y="71"/>
                    <a:pt x="99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3" y="71"/>
                    <a:pt x="23" y="71"/>
                    <a:pt x="22" y="7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3" y="0"/>
                    <a:pt x="163" y="0"/>
                    <a:pt x="164" y="0"/>
                  </a:cubicBezTo>
                  <a:cubicBezTo>
                    <a:pt x="256" y="92"/>
                    <a:pt x="256" y="92"/>
                    <a:pt x="256" y="92"/>
                  </a:cubicBezTo>
                  <a:lnTo>
                    <a:pt x="253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6" name="Freeform 561"/>
            <p:cNvSpPr>
              <a:spLocks noEditPoints="1"/>
            </p:cNvSpPr>
            <p:nvPr/>
          </p:nvSpPr>
          <p:spPr bwMode="auto">
            <a:xfrm flipV="1">
              <a:off x="-2411411" y="43910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4 w 25"/>
                <a:gd name="T19" fmla="*/ 3 h 24"/>
                <a:gd name="T20" fmla="*/ 0 w 25"/>
                <a:gd name="T21" fmla="*/ 12 h 24"/>
                <a:gd name="T22" fmla="*/ 4 w 25"/>
                <a:gd name="T23" fmla="*/ 21 h 24"/>
                <a:gd name="T24" fmla="*/ 12 w 25"/>
                <a:gd name="T25" fmla="*/ 24 h 24"/>
                <a:gd name="T26" fmla="*/ 21 w 25"/>
                <a:gd name="T27" fmla="*/ 21 h 24"/>
                <a:gd name="T28" fmla="*/ 25 w 25"/>
                <a:gd name="T29" fmla="*/ 12 h 24"/>
                <a:gd name="T30" fmla="*/ 21 w 25"/>
                <a:gd name="T31" fmla="*/ 3 h 24"/>
                <a:gd name="T32" fmla="*/ 12 w 25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6" y="6"/>
                    <a:pt x="17" y="7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9"/>
                    <a:pt x="14" y="19"/>
                    <a:pt x="12" y="19"/>
                  </a:cubicBezTo>
                  <a:cubicBezTo>
                    <a:pt x="10" y="19"/>
                    <a:pt x="9" y="19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9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8"/>
                    <a:pt x="25" y="15"/>
                    <a:pt x="25" y="12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7" name="Freeform 562"/>
            <p:cNvSpPr>
              <a:spLocks noEditPoints="1"/>
            </p:cNvSpPr>
            <p:nvPr/>
          </p:nvSpPr>
          <p:spPr bwMode="auto">
            <a:xfrm flipV="1">
              <a:off x="-2212973" y="4379911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9 w 26"/>
                <a:gd name="T3" fmla="*/ 8 h 25"/>
                <a:gd name="T4" fmla="*/ 19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2 h 25"/>
                <a:gd name="T22" fmla="*/ 13 w 26"/>
                <a:gd name="T23" fmla="*/ 25 h 25"/>
                <a:gd name="T24" fmla="*/ 22 w 26"/>
                <a:gd name="T25" fmla="*/ 22 h 25"/>
                <a:gd name="T26" fmla="*/ 26 w 26"/>
                <a:gd name="T27" fmla="*/ 13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7" y="6"/>
                    <a:pt x="19" y="8"/>
                  </a:cubicBezTo>
                  <a:cubicBezTo>
                    <a:pt x="21" y="11"/>
                    <a:pt x="21" y="15"/>
                    <a:pt x="19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2" y="20"/>
                    <a:pt x="10" y="19"/>
                    <a:pt x="8" y="18"/>
                  </a:cubicBezTo>
                  <a:cubicBezTo>
                    <a:pt x="6" y="15"/>
                    <a:pt x="6" y="11"/>
                    <a:pt x="8" y="8"/>
                  </a:cubicBezTo>
                  <a:cubicBezTo>
                    <a:pt x="10" y="6"/>
                    <a:pt x="12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2"/>
                    <a:pt x="5" y="4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7" y="24"/>
                    <a:pt x="10" y="25"/>
                    <a:pt x="13" y="25"/>
                  </a:cubicBezTo>
                  <a:cubicBezTo>
                    <a:pt x="17" y="25"/>
                    <a:pt x="20" y="24"/>
                    <a:pt x="22" y="22"/>
                  </a:cubicBezTo>
                  <a:cubicBezTo>
                    <a:pt x="25" y="19"/>
                    <a:pt x="26" y="16"/>
                    <a:pt x="26" y="13"/>
                  </a:cubicBezTo>
                  <a:cubicBezTo>
                    <a:pt x="26" y="10"/>
                    <a:pt x="25" y="6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8" name="Freeform 563"/>
            <p:cNvSpPr>
              <a:spLocks noEditPoints="1"/>
            </p:cNvSpPr>
            <p:nvPr/>
          </p:nvSpPr>
          <p:spPr bwMode="auto">
            <a:xfrm flipV="1">
              <a:off x="-1893886" y="4132261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18 w 25"/>
                <a:gd name="T3" fmla="*/ 8 h 25"/>
                <a:gd name="T4" fmla="*/ 18 w 25"/>
                <a:gd name="T5" fmla="*/ 18 h 25"/>
                <a:gd name="T6" fmla="*/ 13 w 25"/>
                <a:gd name="T7" fmla="*/ 20 h 25"/>
                <a:gd name="T8" fmla="*/ 8 w 25"/>
                <a:gd name="T9" fmla="*/ 18 h 25"/>
                <a:gd name="T10" fmla="*/ 8 w 25"/>
                <a:gd name="T11" fmla="*/ 8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4 w 25"/>
                <a:gd name="T19" fmla="*/ 4 h 25"/>
                <a:gd name="T20" fmla="*/ 0 w 25"/>
                <a:gd name="T21" fmla="*/ 13 h 25"/>
                <a:gd name="T22" fmla="*/ 4 w 25"/>
                <a:gd name="T23" fmla="*/ 22 h 25"/>
                <a:gd name="T24" fmla="*/ 13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3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5" y="6"/>
                    <a:pt x="16" y="6"/>
                    <a:pt x="18" y="8"/>
                  </a:cubicBezTo>
                  <a:cubicBezTo>
                    <a:pt x="21" y="11"/>
                    <a:pt x="21" y="15"/>
                    <a:pt x="18" y="18"/>
                  </a:cubicBezTo>
                  <a:cubicBezTo>
                    <a:pt x="16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1"/>
                    <a:pt x="8" y="8"/>
                  </a:cubicBezTo>
                  <a:cubicBezTo>
                    <a:pt x="9" y="6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2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1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9"/>
                    <a:pt x="24" y="6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9" name="Freeform 564"/>
            <p:cNvSpPr>
              <a:spLocks noEditPoints="1"/>
            </p:cNvSpPr>
            <p:nvPr/>
          </p:nvSpPr>
          <p:spPr bwMode="auto">
            <a:xfrm flipV="1">
              <a:off x="-1127123" y="3659185"/>
              <a:ext cx="100012" cy="90488"/>
            </a:xfrm>
            <a:custGeom>
              <a:avLst/>
              <a:gdLst>
                <a:gd name="T0" fmla="*/ 14 w 27"/>
                <a:gd name="T1" fmla="*/ 5 h 24"/>
                <a:gd name="T2" fmla="*/ 18 w 27"/>
                <a:gd name="T3" fmla="*/ 7 h 24"/>
                <a:gd name="T4" fmla="*/ 18 w 27"/>
                <a:gd name="T5" fmla="*/ 17 h 24"/>
                <a:gd name="T6" fmla="*/ 14 w 27"/>
                <a:gd name="T7" fmla="*/ 19 h 24"/>
                <a:gd name="T8" fmla="*/ 9 w 27"/>
                <a:gd name="T9" fmla="*/ 17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4"/>
                    <a:pt x="18" y="17"/>
                  </a:cubicBezTo>
                  <a:cubicBezTo>
                    <a:pt x="17" y="18"/>
                    <a:pt x="15" y="19"/>
                    <a:pt x="14" y="19"/>
                  </a:cubicBezTo>
                  <a:cubicBezTo>
                    <a:pt x="12" y="19"/>
                    <a:pt x="10" y="18"/>
                    <a:pt x="9" y="17"/>
                  </a:cubicBezTo>
                  <a:cubicBezTo>
                    <a:pt x="6" y="14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0" name="Freeform 565"/>
            <p:cNvSpPr>
              <a:spLocks noEditPoints="1"/>
            </p:cNvSpPr>
            <p:nvPr/>
          </p:nvSpPr>
          <p:spPr bwMode="auto">
            <a:xfrm flipV="1">
              <a:off x="-1390648" y="3898898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9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13 w 26"/>
                <a:gd name="T17" fmla="*/ 0 h 24"/>
                <a:gd name="T18" fmla="*/ 5 w 26"/>
                <a:gd name="T19" fmla="*/ 3 h 24"/>
                <a:gd name="T20" fmla="*/ 5 w 26"/>
                <a:gd name="T21" fmla="*/ 20 h 24"/>
                <a:gd name="T22" fmla="*/ 13 w 26"/>
                <a:gd name="T23" fmla="*/ 24 h 24"/>
                <a:gd name="T24" fmla="*/ 22 w 26"/>
                <a:gd name="T25" fmla="*/ 20 h 24"/>
                <a:gd name="T26" fmla="*/ 22 w 26"/>
                <a:gd name="T27" fmla="*/ 3 h 24"/>
                <a:gd name="T28" fmla="*/ 13 w 26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7" y="5"/>
                    <a:pt x="18" y="7"/>
                  </a:cubicBezTo>
                  <a:cubicBezTo>
                    <a:pt x="21" y="9"/>
                    <a:pt x="21" y="14"/>
                    <a:pt x="18" y="16"/>
                  </a:cubicBezTo>
                  <a:cubicBezTo>
                    <a:pt x="17" y="18"/>
                    <a:pt x="15" y="19"/>
                    <a:pt x="13" y="19"/>
                  </a:cubicBezTo>
                  <a:cubicBezTo>
                    <a:pt x="11" y="19"/>
                    <a:pt x="10" y="18"/>
                    <a:pt x="8" y="16"/>
                  </a:cubicBezTo>
                  <a:cubicBezTo>
                    <a:pt x="6" y="14"/>
                    <a:pt x="6" y="9"/>
                    <a:pt x="8" y="7"/>
                  </a:cubicBezTo>
                  <a:cubicBezTo>
                    <a:pt x="10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3" y="24"/>
                  </a:cubicBezTo>
                  <a:cubicBezTo>
                    <a:pt x="16" y="24"/>
                    <a:pt x="19" y="22"/>
                    <a:pt x="22" y="20"/>
                  </a:cubicBezTo>
                  <a:cubicBezTo>
                    <a:pt x="26" y="15"/>
                    <a:pt x="26" y="8"/>
                    <a:pt x="22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1" name="Freeform 566"/>
            <p:cNvSpPr>
              <a:spLocks noEditPoints="1"/>
            </p:cNvSpPr>
            <p:nvPr/>
          </p:nvSpPr>
          <p:spPr bwMode="auto">
            <a:xfrm flipV="1">
              <a:off x="-708023" y="3557585"/>
              <a:ext cx="101600" cy="90488"/>
            </a:xfrm>
            <a:custGeom>
              <a:avLst/>
              <a:gdLst>
                <a:gd name="T0" fmla="*/ 14 w 27"/>
                <a:gd name="T1" fmla="*/ 5 h 24"/>
                <a:gd name="T2" fmla="*/ 19 w 27"/>
                <a:gd name="T3" fmla="*/ 7 h 24"/>
                <a:gd name="T4" fmla="*/ 19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5"/>
                    <a:pt x="19" y="7"/>
                  </a:cubicBezTo>
                  <a:cubicBezTo>
                    <a:pt x="21" y="9"/>
                    <a:pt x="21" y="14"/>
                    <a:pt x="19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6" y="14"/>
                    <a:pt x="6" y="9"/>
                    <a:pt x="9" y="7"/>
                  </a:cubicBezTo>
                  <a:cubicBezTo>
                    <a:pt x="10" y="5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5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2" name="Freeform 567"/>
            <p:cNvSpPr>
              <a:spLocks noEditPoints="1"/>
            </p:cNvSpPr>
            <p:nvPr/>
          </p:nvSpPr>
          <p:spPr bwMode="auto">
            <a:xfrm flipV="1">
              <a:off x="-796923" y="3843336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7 w 24"/>
                <a:gd name="T3" fmla="*/ 8 h 24"/>
                <a:gd name="T4" fmla="*/ 17 w 24"/>
                <a:gd name="T5" fmla="*/ 17 h 24"/>
                <a:gd name="T6" fmla="*/ 12 w 24"/>
                <a:gd name="T7" fmla="*/ 19 h 24"/>
                <a:gd name="T8" fmla="*/ 7 w 24"/>
                <a:gd name="T9" fmla="*/ 17 h 24"/>
                <a:gd name="T10" fmla="*/ 7 w 24"/>
                <a:gd name="T11" fmla="*/ 8 h 24"/>
                <a:gd name="T12" fmla="*/ 12 w 24"/>
                <a:gd name="T13" fmla="*/ 6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0 w 24"/>
                <a:gd name="T27" fmla="*/ 21 h 24"/>
                <a:gd name="T28" fmla="*/ 24 w 24"/>
                <a:gd name="T29" fmla="*/ 12 h 24"/>
                <a:gd name="T30" fmla="*/ 20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4" y="6"/>
                    <a:pt x="15" y="6"/>
                    <a:pt x="17" y="8"/>
                  </a:cubicBezTo>
                  <a:cubicBezTo>
                    <a:pt x="19" y="10"/>
                    <a:pt x="19" y="15"/>
                    <a:pt x="17" y="17"/>
                  </a:cubicBezTo>
                  <a:cubicBezTo>
                    <a:pt x="15" y="19"/>
                    <a:pt x="14" y="19"/>
                    <a:pt x="12" y="19"/>
                  </a:cubicBezTo>
                  <a:cubicBezTo>
                    <a:pt x="10" y="19"/>
                    <a:pt x="8" y="19"/>
                    <a:pt x="7" y="17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3" name="Freeform 568"/>
            <p:cNvSpPr>
              <a:spLocks noEditPoints="1"/>
            </p:cNvSpPr>
            <p:nvPr/>
          </p:nvSpPr>
          <p:spPr bwMode="auto">
            <a:xfrm flipV="1">
              <a:off x="-2163761" y="41211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19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3 h 25"/>
                <a:gd name="T20" fmla="*/ 0 w 26"/>
                <a:gd name="T21" fmla="*/ 12 h 25"/>
                <a:gd name="T22" fmla="*/ 4 w 26"/>
                <a:gd name="T23" fmla="*/ 21 h 25"/>
                <a:gd name="T24" fmla="*/ 13 w 26"/>
                <a:gd name="T25" fmla="*/ 25 h 25"/>
                <a:gd name="T26" fmla="*/ 21 w 26"/>
                <a:gd name="T27" fmla="*/ 21 h 25"/>
                <a:gd name="T28" fmla="*/ 21 w 26"/>
                <a:gd name="T29" fmla="*/ 3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6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6" y="16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4" name="Freeform 569"/>
            <p:cNvSpPr>
              <a:spLocks/>
            </p:cNvSpPr>
            <p:nvPr/>
          </p:nvSpPr>
          <p:spPr bwMode="auto">
            <a:xfrm flipV="1">
              <a:off x="-2339973" y="3898899"/>
              <a:ext cx="1568450" cy="657225"/>
            </a:xfrm>
            <a:custGeom>
              <a:avLst/>
              <a:gdLst>
                <a:gd name="T0" fmla="*/ 416 w 418"/>
                <a:gd name="T1" fmla="*/ 175 h 175"/>
                <a:gd name="T2" fmla="*/ 282 w 418"/>
                <a:gd name="T3" fmla="*/ 41 h 175"/>
                <a:gd name="T4" fmla="*/ 108 w 418"/>
                <a:gd name="T5" fmla="*/ 41 h 175"/>
                <a:gd name="T6" fmla="*/ 107 w 418"/>
                <a:gd name="T7" fmla="*/ 41 h 175"/>
                <a:gd name="T8" fmla="*/ 69 w 418"/>
                <a:gd name="T9" fmla="*/ 3 h 175"/>
                <a:gd name="T10" fmla="*/ 25 w 418"/>
                <a:gd name="T11" fmla="*/ 3 h 175"/>
                <a:gd name="T12" fmla="*/ 2 w 418"/>
                <a:gd name="T13" fmla="*/ 26 h 175"/>
                <a:gd name="T14" fmla="*/ 0 w 418"/>
                <a:gd name="T15" fmla="*/ 23 h 175"/>
                <a:gd name="T16" fmla="*/ 23 w 418"/>
                <a:gd name="T17" fmla="*/ 0 h 175"/>
                <a:gd name="T18" fmla="*/ 24 w 418"/>
                <a:gd name="T19" fmla="*/ 0 h 175"/>
                <a:gd name="T20" fmla="*/ 24 w 418"/>
                <a:gd name="T21" fmla="*/ 0 h 175"/>
                <a:gd name="T22" fmla="*/ 70 w 418"/>
                <a:gd name="T23" fmla="*/ 0 h 175"/>
                <a:gd name="T24" fmla="*/ 71 w 418"/>
                <a:gd name="T25" fmla="*/ 0 h 175"/>
                <a:gd name="T26" fmla="*/ 109 w 418"/>
                <a:gd name="T27" fmla="*/ 38 h 175"/>
                <a:gd name="T28" fmla="*/ 283 w 418"/>
                <a:gd name="T29" fmla="*/ 38 h 175"/>
                <a:gd name="T30" fmla="*/ 284 w 418"/>
                <a:gd name="T31" fmla="*/ 38 h 175"/>
                <a:gd name="T32" fmla="*/ 418 w 418"/>
                <a:gd name="T33" fmla="*/ 173 h 175"/>
                <a:gd name="T34" fmla="*/ 416 w 418"/>
                <a:gd name="T3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8" h="175">
                  <a:moveTo>
                    <a:pt x="416" y="175"/>
                  </a:moveTo>
                  <a:cubicBezTo>
                    <a:pt x="282" y="41"/>
                    <a:pt x="282" y="41"/>
                    <a:pt x="282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8" y="41"/>
                    <a:pt x="107" y="41"/>
                    <a:pt x="107" y="41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1" y="0"/>
                    <a:pt x="71" y="0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283" y="38"/>
                    <a:pt x="283" y="38"/>
                    <a:pt x="283" y="38"/>
                  </a:cubicBezTo>
                  <a:cubicBezTo>
                    <a:pt x="283" y="38"/>
                    <a:pt x="283" y="38"/>
                    <a:pt x="284" y="38"/>
                  </a:cubicBezTo>
                  <a:cubicBezTo>
                    <a:pt x="418" y="173"/>
                    <a:pt x="418" y="173"/>
                    <a:pt x="418" y="173"/>
                  </a:cubicBezTo>
                  <a:lnTo>
                    <a:pt x="416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5" name="Freeform 570"/>
            <p:cNvSpPr>
              <a:spLocks/>
            </p:cNvSpPr>
            <p:nvPr/>
          </p:nvSpPr>
          <p:spPr bwMode="auto">
            <a:xfrm flipV="1">
              <a:off x="-2141536" y="3617911"/>
              <a:ext cx="1471612" cy="781050"/>
            </a:xfrm>
            <a:custGeom>
              <a:avLst/>
              <a:gdLst>
                <a:gd name="T0" fmla="*/ 389 w 392"/>
                <a:gd name="T1" fmla="*/ 208 h 208"/>
                <a:gd name="T2" fmla="*/ 211 w 392"/>
                <a:gd name="T3" fmla="*/ 30 h 208"/>
                <a:gd name="T4" fmla="*/ 28 w 392"/>
                <a:gd name="T5" fmla="*/ 30 h 208"/>
                <a:gd name="T6" fmla="*/ 27 w 392"/>
                <a:gd name="T7" fmla="*/ 29 h 208"/>
                <a:gd name="T8" fmla="*/ 0 w 392"/>
                <a:gd name="T9" fmla="*/ 3 h 208"/>
                <a:gd name="T10" fmla="*/ 3 w 392"/>
                <a:gd name="T11" fmla="*/ 0 h 208"/>
                <a:gd name="T12" fmla="*/ 29 w 392"/>
                <a:gd name="T13" fmla="*/ 26 h 208"/>
                <a:gd name="T14" fmla="*/ 211 w 392"/>
                <a:gd name="T15" fmla="*/ 26 h 208"/>
                <a:gd name="T16" fmla="*/ 213 w 392"/>
                <a:gd name="T17" fmla="*/ 27 h 208"/>
                <a:gd name="T18" fmla="*/ 392 w 392"/>
                <a:gd name="T19" fmla="*/ 206 h 208"/>
                <a:gd name="T20" fmla="*/ 389 w 392"/>
                <a:gd name="T21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2" h="208">
                  <a:moveTo>
                    <a:pt x="389" y="208"/>
                  </a:moveTo>
                  <a:cubicBezTo>
                    <a:pt x="211" y="30"/>
                    <a:pt x="211" y="30"/>
                    <a:pt x="211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7" y="2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11" y="26"/>
                    <a:pt x="211" y="26"/>
                    <a:pt x="211" y="26"/>
                  </a:cubicBezTo>
                  <a:cubicBezTo>
                    <a:pt x="212" y="26"/>
                    <a:pt x="212" y="27"/>
                    <a:pt x="213" y="27"/>
                  </a:cubicBezTo>
                  <a:cubicBezTo>
                    <a:pt x="392" y="206"/>
                    <a:pt x="392" y="206"/>
                    <a:pt x="392" y="206"/>
                  </a:cubicBezTo>
                  <a:lnTo>
                    <a:pt x="389" y="2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6" name="Freeform 571"/>
            <p:cNvSpPr>
              <a:spLocks/>
            </p:cNvSpPr>
            <p:nvPr/>
          </p:nvSpPr>
          <p:spPr bwMode="auto">
            <a:xfrm flipV="1">
              <a:off x="-2089148" y="3733798"/>
              <a:ext cx="1020762" cy="417513"/>
            </a:xfrm>
            <a:custGeom>
              <a:avLst/>
              <a:gdLst>
                <a:gd name="T0" fmla="*/ 272 w 272"/>
                <a:gd name="T1" fmla="*/ 111 h 111"/>
                <a:gd name="T2" fmla="*/ 269 w 272"/>
                <a:gd name="T3" fmla="*/ 111 h 111"/>
                <a:gd name="T4" fmla="*/ 269 w 272"/>
                <a:gd name="T5" fmla="*/ 83 h 111"/>
                <a:gd name="T6" fmla="*/ 211 w 272"/>
                <a:gd name="T7" fmla="*/ 25 h 111"/>
                <a:gd name="T8" fmla="*/ 23 w 272"/>
                <a:gd name="T9" fmla="*/ 25 h 111"/>
                <a:gd name="T10" fmla="*/ 22 w 272"/>
                <a:gd name="T11" fmla="*/ 25 h 111"/>
                <a:gd name="T12" fmla="*/ 0 w 272"/>
                <a:gd name="T13" fmla="*/ 3 h 111"/>
                <a:gd name="T14" fmla="*/ 3 w 272"/>
                <a:gd name="T15" fmla="*/ 0 h 111"/>
                <a:gd name="T16" fmla="*/ 24 w 272"/>
                <a:gd name="T17" fmla="*/ 22 h 111"/>
                <a:gd name="T18" fmla="*/ 212 w 272"/>
                <a:gd name="T19" fmla="*/ 22 h 111"/>
                <a:gd name="T20" fmla="*/ 213 w 272"/>
                <a:gd name="T21" fmla="*/ 22 h 111"/>
                <a:gd name="T22" fmla="*/ 271 w 272"/>
                <a:gd name="T23" fmla="*/ 81 h 111"/>
                <a:gd name="T24" fmla="*/ 272 w 272"/>
                <a:gd name="T25" fmla="*/ 82 h 111"/>
                <a:gd name="T26" fmla="*/ 272 w 272"/>
                <a:gd name="T2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2" h="111">
                  <a:moveTo>
                    <a:pt x="272" y="111"/>
                  </a:moveTo>
                  <a:cubicBezTo>
                    <a:pt x="269" y="111"/>
                    <a:pt x="269" y="111"/>
                    <a:pt x="269" y="111"/>
                  </a:cubicBezTo>
                  <a:cubicBezTo>
                    <a:pt x="269" y="83"/>
                    <a:pt x="269" y="83"/>
                    <a:pt x="269" y="83"/>
                  </a:cubicBezTo>
                  <a:cubicBezTo>
                    <a:pt x="211" y="25"/>
                    <a:pt x="211" y="25"/>
                    <a:pt x="211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12" y="22"/>
                    <a:pt x="212" y="22"/>
                    <a:pt x="212" y="22"/>
                  </a:cubicBezTo>
                  <a:cubicBezTo>
                    <a:pt x="212" y="22"/>
                    <a:pt x="213" y="22"/>
                    <a:pt x="213" y="22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2" y="81"/>
                    <a:pt x="272" y="82"/>
                  </a:cubicBezTo>
                  <a:lnTo>
                    <a:pt x="272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7" name="Freeform 572"/>
            <p:cNvSpPr>
              <a:spLocks/>
            </p:cNvSpPr>
            <p:nvPr/>
          </p:nvSpPr>
          <p:spPr bwMode="auto">
            <a:xfrm flipV="1">
              <a:off x="-1814511" y="3625849"/>
              <a:ext cx="869950" cy="561975"/>
            </a:xfrm>
            <a:custGeom>
              <a:avLst/>
              <a:gdLst>
                <a:gd name="T0" fmla="*/ 211 w 232"/>
                <a:gd name="T1" fmla="*/ 150 h 150"/>
                <a:gd name="T2" fmla="*/ 180 w 232"/>
                <a:gd name="T3" fmla="*/ 150 h 150"/>
                <a:gd name="T4" fmla="*/ 179 w 232"/>
                <a:gd name="T5" fmla="*/ 150 h 150"/>
                <a:gd name="T6" fmla="*/ 126 w 232"/>
                <a:gd name="T7" fmla="*/ 96 h 150"/>
                <a:gd name="T8" fmla="*/ 125 w 232"/>
                <a:gd name="T9" fmla="*/ 95 h 150"/>
                <a:gd name="T10" fmla="*/ 125 w 232"/>
                <a:gd name="T11" fmla="*/ 74 h 150"/>
                <a:gd name="T12" fmla="*/ 128 w 232"/>
                <a:gd name="T13" fmla="*/ 74 h 150"/>
                <a:gd name="T14" fmla="*/ 128 w 232"/>
                <a:gd name="T15" fmla="*/ 94 h 150"/>
                <a:gd name="T16" fmla="*/ 181 w 232"/>
                <a:gd name="T17" fmla="*/ 147 h 150"/>
                <a:gd name="T18" fmla="*/ 211 w 232"/>
                <a:gd name="T19" fmla="*/ 147 h 150"/>
                <a:gd name="T20" fmla="*/ 228 w 232"/>
                <a:gd name="T21" fmla="*/ 129 h 150"/>
                <a:gd name="T22" fmla="*/ 228 w 232"/>
                <a:gd name="T23" fmla="*/ 103 h 150"/>
                <a:gd name="T24" fmla="*/ 130 w 232"/>
                <a:gd name="T25" fmla="*/ 4 h 150"/>
                <a:gd name="T26" fmla="*/ 0 w 232"/>
                <a:gd name="T27" fmla="*/ 4 h 150"/>
                <a:gd name="T28" fmla="*/ 0 w 232"/>
                <a:gd name="T29" fmla="*/ 0 h 150"/>
                <a:gd name="T30" fmla="*/ 130 w 232"/>
                <a:gd name="T31" fmla="*/ 0 h 150"/>
                <a:gd name="T32" fmla="*/ 131 w 232"/>
                <a:gd name="T33" fmla="*/ 1 h 150"/>
                <a:gd name="T34" fmla="*/ 231 w 232"/>
                <a:gd name="T35" fmla="*/ 101 h 150"/>
                <a:gd name="T36" fmla="*/ 232 w 232"/>
                <a:gd name="T37" fmla="*/ 102 h 150"/>
                <a:gd name="T38" fmla="*/ 232 w 232"/>
                <a:gd name="T39" fmla="*/ 130 h 150"/>
                <a:gd name="T40" fmla="*/ 231 w 232"/>
                <a:gd name="T41" fmla="*/ 131 h 150"/>
                <a:gd name="T42" fmla="*/ 213 w 232"/>
                <a:gd name="T43" fmla="*/ 150 h 150"/>
                <a:gd name="T44" fmla="*/ 211 w 232"/>
                <a:gd name="T4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50">
                  <a:moveTo>
                    <a:pt x="211" y="150"/>
                  </a:moveTo>
                  <a:cubicBezTo>
                    <a:pt x="180" y="150"/>
                    <a:pt x="180" y="150"/>
                    <a:pt x="180" y="150"/>
                  </a:cubicBezTo>
                  <a:cubicBezTo>
                    <a:pt x="180" y="150"/>
                    <a:pt x="179" y="150"/>
                    <a:pt x="179" y="150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5" y="96"/>
                    <a:pt x="125" y="95"/>
                    <a:pt x="125" y="95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8" y="74"/>
                    <a:pt x="128" y="74"/>
                    <a:pt x="128" y="7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81" y="147"/>
                    <a:pt x="181" y="147"/>
                    <a:pt x="181" y="147"/>
                  </a:cubicBezTo>
                  <a:cubicBezTo>
                    <a:pt x="211" y="147"/>
                    <a:pt x="211" y="147"/>
                    <a:pt x="211" y="147"/>
                  </a:cubicBezTo>
                  <a:cubicBezTo>
                    <a:pt x="228" y="129"/>
                    <a:pt x="228" y="129"/>
                    <a:pt x="228" y="129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1" y="0"/>
                    <a:pt x="131" y="1"/>
                    <a:pt x="131" y="1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1" y="101"/>
                    <a:pt x="232" y="101"/>
                    <a:pt x="232" y="102"/>
                  </a:cubicBezTo>
                  <a:cubicBezTo>
                    <a:pt x="232" y="130"/>
                    <a:pt x="232" y="130"/>
                    <a:pt x="232" y="130"/>
                  </a:cubicBezTo>
                  <a:cubicBezTo>
                    <a:pt x="232" y="130"/>
                    <a:pt x="231" y="131"/>
                    <a:pt x="231" y="131"/>
                  </a:cubicBezTo>
                  <a:cubicBezTo>
                    <a:pt x="213" y="150"/>
                    <a:pt x="213" y="150"/>
                    <a:pt x="213" y="150"/>
                  </a:cubicBezTo>
                  <a:cubicBezTo>
                    <a:pt x="212" y="150"/>
                    <a:pt x="212" y="150"/>
                    <a:pt x="211" y="1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8" name="Freeform 573"/>
            <p:cNvSpPr>
              <a:spLocks noEditPoints="1"/>
            </p:cNvSpPr>
            <p:nvPr/>
          </p:nvSpPr>
          <p:spPr bwMode="auto">
            <a:xfrm flipV="1">
              <a:off x="-3063873" y="3543298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7 w 24"/>
                <a:gd name="T3" fmla="*/ 8 h 25"/>
                <a:gd name="T4" fmla="*/ 17 w 24"/>
                <a:gd name="T5" fmla="*/ 18 h 25"/>
                <a:gd name="T6" fmla="*/ 12 w 24"/>
                <a:gd name="T7" fmla="*/ 20 h 25"/>
                <a:gd name="T8" fmla="*/ 7 w 24"/>
                <a:gd name="T9" fmla="*/ 18 h 25"/>
                <a:gd name="T10" fmla="*/ 7 w 24"/>
                <a:gd name="T11" fmla="*/ 8 h 25"/>
                <a:gd name="T12" fmla="*/ 12 w 24"/>
                <a:gd name="T13" fmla="*/ 5 h 25"/>
                <a:gd name="T14" fmla="*/ 12 w 24"/>
                <a:gd name="T15" fmla="*/ 0 h 25"/>
                <a:gd name="T16" fmla="*/ 12 w 24"/>
                <a:gd name="T17" fmla="*/ 0 h 25"/>
                <a:gd name="T18" fmla="*/ 3 w 24"/>
                <a:gd name="T19" fmla="*/ 4 h 25"/>
                <a:gd name="T20" fmla="*/ 0 w 24"/>
                <a:gd name="T21" fmla="*/ 13 h 25"/>
                <a:gd name="T22" fmla="*/ 3 w 24"/>
                <a:gd name="T23" fmla="*/ 21 h 25"/>
                <a:gd name="T24" fmla="*/ 12 w 24"/>
                <a:gd name="T25" fmla="*/ 25 h 25"/>
                <a:gd name="T26" fmla="*/ 21 w 24"/>
                <a:gd name="T27" fmla="*/ 21 h 25"/>
                <a:gd name="T28" fmla="*/ 24 w 24"/>
                <a:gd name="T29" fmla="*/ 13 h 25"/>
                <a:gd name="T30" fmla="*/ 21 w 24"/>
                <a:gd name="T31" fmla="*/ 4 h 25"/>
                <a:gd name="T32" fmla="*/ 12 w 2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4" y="5"/>
                    <a:pt x="16" y="6"/>
                    <a:pt x="17" y="8"/>
                  </a:cubicBezTo>
                  <a:cubicBezTo>
                    <a:pt x="20" y="10"/>
                    <a:pt x="20" y="15"/>
                    <a:pt x="17" y="18"/>
                  </a:cubicBezTo>
                  <a:cubicBezTo>
                    <a:pt x="16" y="19"/>
                    <a:pt x="14" y="20"/>
                    <a:pt x="12" y="20"/>
                  </a:cubicBezTo>
                  <a:cubicBezTo>
                    <a:pt x="10" y="20"/>
                    <a:pt x="8" y="19"/>
                    <a:pt x="7" y="18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8" y="24"/>
                    <a:pt x="21" y="21"/>
                  </a:cubicBezTo>
                  <a:cubicBezTo>
                    <a:pt x="23" y="19"/>
                    <a:pt x="24" y="16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9" name="Freeform 574"/>
            <p:cNvSpPr>
              <a:spLocks noEditPoints="1"/>
            </p:cNvSpPr>
            <p:nvPr/>
          </p:nvSpPr>
          <p:spPr bwMode="auto">
            <a:xfrm flipV="1">
              <a:off x="-3055936" y="3744911"/>
              <a:ext cx="96837" cy="95250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4 h 25"/>
                <a:gd name="T20" fmla="*/ 0 w 26"/>
                <a:gd name="T21" fmla="*/ 13 h 25"/>
                <a:gd name="T22" fmla="*/ 4 w 26"/>
                <a:gd name="T23" fmla="*/ 21 h 25"/>
                <a:gd name="T24" fmla="*/ 13 w 26"/>
                <a:gd name="T25" fmla="*/ 25 h 25"/>
                <a:gd name="T26" fmla="*/ 22 w 26"/>
                <a:gd name="T27" fmla="*/ 21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10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0" name="Freeform 575"/>
            <p:cNvSpPr>
              <a:spLocks noEditPoints="1"/>
            </p:cNvSpPr>
            <p:nvPr/>
          </p:nvSpPr>
          <p:spPr bwMode="auto">
            <a:xfrm flipV="1">
              <a:off x="-2813048" y="4060823"/>
              <a:ext cx="101600" cy="93663"/>
            </a:xfrm>
            <a:custGeom>
              <a:avLst/>
              <a:gdLst>
                <a:gd name="T0" fmla="*/ 14 w 27"/>
                <a:gd name="T1" fmla="*/ 5 h 25"/>
                <a:gd name="T2" fmla="*/ 19 w 27"/>
                <a:gd name="T3" fmla="*/ 7 h 25"/>
                <a:gd name="T4" fmla="*/ 19 w 27"/>
                <a:gd name="T5" fmla="*/ 17 h 25"/>
                <a:gd name="T6" fmla="*/ 14 w 27"/>
                <a:gd name="T7" fmla="*/ 20 h 25"/>
                <a:gd name="T8" fmla="*/ 9 w 27"/>
                <a:gd name="T9" fmla="*/ 17 h 25"/>
                <a:gd name="T10" fmla="*/ 9 w 27"/>
                <a:gd name="T11" fmla="*/ 7 h 25"/>
                <a:gd name="T12" fmla="*/ 14 w 27"/>
                <a:gd name="T13" fmla="*/ 5 h 25"/>
                <a:gd name="T14" fmla="*/ 14 w 27"/>
                <a:gd name="T15" fmla="*/ 0 h 25"/>
                <a:gd name="T16" fmla="*/ 14 w 27"/>
                <a:gd name="T17" fmla="*/ 0 h 25"/>
                <a:gd name="T18" fmla="*/ 5 w 27"/>
                <a:gd name="T19" fmla="*/ 4 h 25"/>
                <a:gd name="T20" fmla="*/ 5 w 27"/>
                <a:gd name="T21" fmla="*/ 21 h 25"/>
                <a:gd name="T22" fmla="*/ 14 w 27"/>
                <a:gd name="T23" fmla="*/ 25 h 25"/>
                <a:gd name="T24" fmla="*/ 23 w 27"/>
                <a:gd name="T25" fmla="*/ 21 h 25"/>
                <a:gd name="T26" fmla="*/ 23 w 27"/>
                <a:gd name="T27" fmla="*/ 4 h 25"/>
                <a:gd name="T28" fmla="*/ 14 w 27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14" y="5"/>
                  </a:moveTo>
                  <a:cubicBezTo>
                    <a:pt x="16" y="5"/>
                    <a:pt x="17" y="6"/>
                    <a:pt x="19" y="7"/>
                  </a:cubicBezTo>
                  <a:cubicBezTo>
                    <a:pt x="22" y="10"/>
                    <a:pt x="22" y="15"/>
                    <a:pt x="19" y="17"/>
                  </a:cubicBezTo>
                  <a:cubicBezTo>
                    <a:pt x="18" y="19"/>
                    <a:pt x="16" y="20"/>
                    <a:pt x="14" y="20"/>
                  </a:cubicBezTo>
                  <a:cubicBezTo>
                    <a:pt x="12" y="20"/>
                    <a:pt x="10" y="19"/>
                    <a:pt x="9" y="17"/>
                  </a:cubicBezTo>
                  <a:cubicBezTo>
                    <a:pt x="6" y="15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1" y="25"/>
                    <a:pt x="14" y="25"/>
                  </a:cubicBezTo>
                  <a:cubicBezTo>
                    <a:pt x="17" y="25"/>
                    <a:pt x="20" y="23"/>
                    <a:pt x="23" y="21"/>
                  </a:cubicBezTo>
                  <a:cubicBezTo>
                    <a:pt x="27" y="16"/>
                    <a:pt x="27" y="8"/>
                    <a:pt x="23" y="4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1" name="Freeform 576"/>
            <p:cNvSpPr>
              <a:spLocks noEditPoints="1"/>
            </p:cNvSpPr>
            <p:nvPr/>
          </p:nvSpPr>
          <p:spPr bwMode="auto">
            <a:xfrm flipV="1">
              <a:off x="-1052511" y="24923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6 w 24"/>
                <a:gd name="T3" fmla="*/ 7 h 24"/>
                <a:gd name="T4" fmla="*/ 16 w 24"/>
                <a:gd name="T5" fmla="*/ 16 h 24"/>
                <a:gd name="T6" fmla="*/ 12 w 24"/>
                <a:gd name="T7" fmla="*/ 19 h 24"/>
                <a:gd name="T8" fmla="*/ 7 w 24"/>
                <a:gd name="T9" fmla="*/ 16 h 24"/>
                <a:gd name="T10" fmla="*/ 7 w 24"/>
                <a:gd name="T11" fmla="*/ 7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3 w 24"/>
                <a:gd name="T21" fmla="*/ 20 h 24"/>
                <a:gd name="T22" fmla="*/ 12 w 24"/>
                <a:gd name="T23" fmla="*/ 24 h 24"/>
                <a:gd name="T24" fmla="*/ 20 w 24"/>
                <a:gd name="T25" fmla="*/ 20 h 24"/>
                <a:gd name="T26" fmla="*/ 24 w 24"/>
                <a:gd name="T27" fmla="*/ 12 h 24"/>
                <a:gd name="T28" fmla="*/ 20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3" y="5"/>
                    <a:pt x="15" y="5"/>
                    <a:pt x="16" y="7"/>
                  </a:cubicBezTo>
                  <a:cubicBezTo>
                    <a:pt x="19" y="9"/>
                    <a:pt x="19" y="14"/>
                    <a:pt x="16" y="16"/>
                  </a:cubicBezTo>
                  <a:cubicBezTo>
                    <a:pt x="15" y="18"/>
                    <a:pt x="13" y="19"/>
                    <a:pt x="12" y="19"/>
                  </a:cubicBezTo>
                  <a:cubicBezTo>
                    <a:pt x="10" y="19"/>
                    <a:pt x="8" y="18"/>
                    <a:pt x="7" y="16"/>
                  </a:cubicBezTo>
                  <a:cubicBezTo>
                    <a:pt x="4" y="14"/>
                    <a:pt x="4" y="9"/>
                    <a:pt x="7" y="7"/>
                  </a:cubicBezTo>
                  <a:cubicBezTo>
                    <a:pt x="8" y="5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2"/>
                    <a:pt x="8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8"/>
                    <a:pt x="22" y="5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2" name="Freeform 577"/>
            <p:cNvSpPr>
              <a:spLocks noEditPoints="1"/>
            </p:cNvSpPr>
            <p:nvPr/>
          </p:nvSpPr>
          <p:spPr bwMode="auto">
            <a:xfrm flipV="1">
              <a:off x="-1319211" y="2735260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3 w 25"/>
                <a:gd name="T17" fmla="*/ 4 h 24"/>
                <a:gd name="T18" fmla="*/ 0 w 25"/>
                <a:gd name="T19" fmla="*/ 12 h 24"/>
                <a:gd name="T20" fmla="*/ 3 w 25"/>
                <a:gd name="T21" fmla="*/ 21 h 24"/>
                <a:gd name="T22" fmla="*/ 12 w 25"/>
                <a:gd name="T23" fmla="*/ 24 h 24"/>
                <a:gd name="T24" fmla="*/ 20 w 25"/>
                <a:gd name="T25" fmla="*/ 21 h 24"/>
                <a:gd name="T26" fmla="*/ 20 w 25"/>
                <a:gd name="T27" fmla="*/ 4 h 24"/>
                <a:gd name="T28" fmla="*/ 12 w 25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5" y="6"/>
                    <a:pt x="17" y="7"/>
                  </a:cubicBezTo>
                  <a:cubicBezTo>
                    <a:pt x="19" y="10"/>
                    <a:pt x="19" y="14"/>
                    <a:pt x="17" y="17"/>
                  </a:cubicBezTo>
                  <a:cubicBezTo>
                    <a:pt x="15" y="18"/>
                    <a:pt x="14" y="19"/>
                    <a:pt x="12" y="19"/>
                  </a:cubicBezTo>
                  <a:cubicBezTo>
                    <a:pt x="10" y="19"/>
                    <a:pt x="8" y="18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5" y="16"/>
                    <a:pt x="25" y="8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3" name="Freeform 578"/>
            <p:cNvSpPr>
              <a:spLocks noEditPoints="1"/>
            </p:cNvSpPr>
            <p:nvPr/>
          </p:nvSpPr>
          <p:spPr bwMode="auto">
            <a:xfrm flipV="1">
              <a:off x="-636586" y="2390773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8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3 h 24"/>
                <a:gd name="T18" fmla="*/ 4 w 26"/>
                <a:gd name="T19" fmla="*/ 20 h 24"/>
                <a:gd name="T20" fmla="*/ 13 w 26"/>
                <a:gd name="T21" fmla="*/ 24 h 24"/>
                <a:gd name="T22" fmla="*/ 21 w 26"/>
                <a:gd name="T23" fmla="*/ 20 h 24"/>
                <a:gd name="T24" fmla="*/ 21 w 26"/>
                <a:gd name="T25" fmla="*/ 3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4" y="5"/>
                    <a:pt x="16" y="5"/>
                    <a:pt x="18" y="7"/>
                  </a:cubicBezTo>
                  <a:cubicBezTo>
                    <a:pt x="20" y="9"/>
                    <a:pt x="20" y="14"/>
                    <a:pt x="18" y="16"/>
                  </a:cubicBezTo>
                  <a:cubicBezTo>
                    <a:pt x="16" y="18"/>
                    <a:pt x="14" y="18"/>
                    <a:pt x="13" y="18"/>
                  </a:cubicBezTo>
                  <a:cubicBezTo>
                    <a:pt x="11" y="18"/>
                    <a:pt x="9" y="18"/>
                    <a:pt x="8" y="16"/>
                  </a:cubicBezTo>
                  <a:cubicBezTo>
                    <a:pt x="5" y="14"/>
                    <a:pt x="5" y="9"/>
                    <a:pt x="8" y="7"/>
                  </a:cubicBezTo>
                  <a:cubicBezTo>
                    <a:pt x="9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6" y="22"/>
                    <a:pt x="9" y="24"/>
                    <a:pt x="13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6" y="15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4" name="Freeform 579"/>
            <p:cNvSpPr>
              <a:spLocks noEditPoints="1"/>
            </p:cNvSpPr>
            <p:nvPr/>
          </p:nvSpPr>
          <p:spPr bwMode="auto">
            <a:xfrm flipV="1">
              <a:off x="-733423" y="2676523"/>
              <a:ext cx="96837" cy="88900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8 h 24"/>
                <a:gd name="T4" fmla="*/ 18 w 26"/>
                <a:gd name="T5" fmla="*/ 17 h 24"/>
                <a:gd name="T6" fmla="*/ 13 w 26"/>
                <a:gd name="T7" fmla="*/ 19 h 24"/>
                <a:gd name="T8" fmla="*/ 8 w 26"/>
                <a:gd name="T9" fmla="*/ 17 h 24"/>
                <a:gd name="T10" fmla="*/ 8 w 26"/>
                <a:gd name="T11" fmla="*/ 8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1 w 26"/>
                <a:gd name="T23" fmla="*/ 21 h 24"/>
                <a:gd name="T24" fmla="*/ 21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6" y="6"/>
                    <a:pt x="18" y="8"/>
                  </a:cubicBezTo>
                  <a:cubicBezTo>
                    <a:pt x="20" y="10"/>
                    <a:pt x="20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8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6" y="16"/>
                    <a:pt x="26" y="9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5" name="Freeform 580"/>
            <p:cNvSpPr>
              <a:spLocks noEditPoints="1"/>
            </p:cNvSpPr>
            <p:nvPr/>
          </p:nvSpPr>
          <p:spPr bwMode="auto">
            <a:xfrm flipV="1">
              <a:off x="-2801936" y="37909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20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1 h 25"/>
                <a:gd name="T22" fmla="*/ 13 w 26"/>
                <a:gd name="T23" fmla="*/ 25 h 25"/>
                <a:gd name="T24" fmla="*/ 22 w 26"/>
                <a:gd name="T25" fmla="*/ 21 h 25"/>
                <a:gd name="T26" fmla="*/ 26 w 26"/>
                <a:gd name="T27" fmla="*/ 12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10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10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7" y="25"/>
                    <a:pt x="20" y="23"/>
                    <a:pt x="22" y="21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9"/>
                    <a:pt x="24" y="6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6" name="Freeform 581"/>
            <p:cNvSpPr>
              <a:spLocks/>
            </p:cNvSpPr>
            <p:nvPr/>
          </p:nvSpPr>
          <p:spPr bwMode="auto">
            <a:xfrm flipV="1">
              <a:off x="-3003548" y="2555873"/>
              <a:ext cx="1984375" cy="1017588"/>
            </a:xfrm>
            <a:custGeom>
              <a:avLst/>
              <a:gdLst>
                <a:gd name="T0" fmla="*/ 526 w 529"/>
                <a:gd name="T1" fmla="*/ 271 h 271"/>
                <a:gd name="T2" fmla="*/ 512 w 529"/>
                <a:gd name="T3" fmla="*/ 257 h 271"/>
                <a:gd name="T4" fmla="*/ 512 w 529"/>
                <a:gd name="T5" fmla="*/ 256 h 271"/>
                <a:gd name="T6" fmla="*/ 512 w 529"/>
                <a:gd name="T7" fmla="*/ 226 h 271"/>
                <a:gd name="T8" fmla="*/ 418 w 529"/>
                <a:gd name="T9" fmla="*/ 132 h 271"/>
                <a:gd name="T10" fmla="*/ 307 w 529"/>
                <a:gd name="T11" fmla="*/ 132 h 271"/>
                <a:gd name="T12" fmla="*/ 243 w 529"/>
                <a:gd name="T13" fmla="*/ 197 h 271"/>
                <a:gd name="T14" fmla="*/ 242 w 529"/>
                <a:gd name="T15" fmla="*/ 197 h 271"/>
                <a:gd name="T16" fmla="*/ 196 w 529"/>
                <a:gd name="T17" fmla="*/ 197 h 271"/>
                <a:gd name="T18" fmla="*/ 194 w 529"/>
                <a:gd name="T19" fmla="*/ 197 h 271"/>
                <a:gd name="T20" fmla="*/ 0 w 529"/>
                <a:gd name="T21" fmla="*/ 2 h 271"/>
                <a:gd name="T22" fmla="*/ 2 w 529"/>
                <a:gd name="T23" fmla="*/ 0 h 271"/>
                <a:gd name="T24" fmla="*/ 196 w 529"/>
                <a:gd name="T25" fmla="*/ 194 h 271"/>
                <a:gd name="T26" fmla="*/ 241 w 529"/>
                <a:gd name="T27" fmla="*/ 194 h 271"/>
                <a:gd name="T28" fmla="*/ 305 w 529"/>
                <a:gd name="T29" fmla="*/ 129 h 271"/>
                <a:gd name="T30" fmla="*/ 306 w 529"/>
                <a:gd name="T31" fmla="*/ 129 h 271"/>
                <a:gd name="T32" fmla="*/ 419 w 529"/>
                <a:gd name="T33" fmla="*/ 129 h 271"/>
                <a:gd name="T34" fmla="*/ 420 w 529"/>
                <a:gd name="T35" fmla="*/ 129 h 271"/>
                <a:gd name="T36" fmla="*/ 515 w 529"/>
                <a:gd name="T37" fmla="*/ 224 h 271"/>
                <a:gd name="T38" fmla="*/ 515 w 529"/>
                <a:gd name="T39" fmla="*/ 225 h 271"/>
                <a:gd name="T40" fmla="*/ 515 w 529"/>
                <a:gd name="T41" fmla="*/ 255 h 271"/>
                <a:gd name="T42" fmla="*/ 529 w 529"/>
                <a:gd name="T43" fmla="*/ 269 h 271"/>
                <a:gd name="T44" fmla="*/ 526 w 529"/>
                <a:gd name="T45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9" h="271">
                  <a:moveTo>
                    <a:pt x="526" y="271"/>
                  </a:moveTo>
                  <a:cubicBezTo>
                    <a:pt x="512" y="257"/>
                    <a:pt x="512" y="257"/>
                    <a:pt x="512" y="257"/>
                  </a:cubicBezTo>
                  <a:cubicBezTo>
                    <a:pt x="512" y="257"/>
                    <a:pt x="512" y="257"/>
                    <a:pt x="512" y="256"/>
                  </a:cubicBezTo>
                  <a:cubicBezTo>
                    <a:pt x="512" y="226"/>
                    <a:pt x="512" y="226"/>
                    <a:pt x="512" y="226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307" y="132"/>
                    <a:pt x="307" y="132"/>
                    <a:pt x="307" y="132"/>
                  </a:cubicBezTo>
                  <a:cubicBezTo>
                    <a:pt x="243" y="197"/>
                    <a:pt x="243" y="197"/>
                    <a:pt x="243" y="197"/>
                  </a:cubicBezTo>
                  <a:cubicBezTo>
                    <a:pt x="243" y="197"/>
                    <a:pt x="242" y="197"/>
                    <a:pt x="242" y="197"/>
                  </a:cubicBezTo>
                  <a:cubicBezTo>
                    <a:pt x="196" y="197"/>
                    <a:pt x="196" y="197"/>
                    <a:pt x="196" y="197"/>
                  </a:cubicBezTo>
                  <a:cubicBezTo>
                    <a:pt x="195" y="197"/>
                    <a:pt x="195" y="197"/>
                    <a:pt x="194" y="1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241" y="194"/>
                    <a:pt x="241" y="194"/>
                    <a:pt x="241" y="194"/>
                  </a:cubicBezTo>
                  <a:cubicBezTo>
                    <a:pt x="305" y="129"/>
                    <a:pt x="305" y="129"/>
                    <a:pt x="305" y="129"/>
                  </a:cubicBezTo>
                  <a:cubicBezTo>
                    <a:pt x="306" y="129"/>
                    <a:pt x="306" y="129"/>
                    <a:pt x="306" y="129"/>
                  </a:cubicBezTo>
                  <a:cubicBezTo>
                    <a:pt x="419" y="129"/>
                    <a:pt x="419" y="129"/>
                    <a:pt x="419" y="129"/>
                  </a:cubicBezTo>
                  <a:cubicBezTo>
                    <a:pt x="419" y="129"/>
                    <a:pt x="419" y="129"/>
                    <a:pt x="420" y="129"/>
                  </a:cubicBezTo>
                  <a:cubicBezTo>
                    <a:pt x="515" y="224"/>
                    <a:pt x="515" y="224"/>
                    <a:pt x="515" y="224"/>
                  </a:cubicBezTo>
                  <a:cubicBezTo>
                    <a:pt x="515" y="225"/>
                    <a:pt x="515" y="225"/>
                    <a:pt x="515" y="225"/>
                  </a:cubicBezTo>
                  <a:cubicBezTo>
                    <a:pt x="515" y="255"/>
                    <a:pt x="515" y="255"/>
                    <a:pt x="515" y="255"/>
                  </a:cubicBezTo>
                  <a:cubicBezTo>
                    <a:pt x="529" y="269"/>
                    <a:pt x="529" y="269"/>
                    <a:pt x="529" y="269"/>
                  </a:cubicBezTo>
                  <a:lnTo>
                    <a:pt x="526" y="2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7" name="Freeform 582"/>
            <p:cNvSpPr>
              <a:spLocks/>
            </p:cNvSpPr>
            <p:nvPr/>
          </p:nvSpPr>
          <p:spPr bwMode="auto">
            <a:xfrm flipV="1">
              <a:off x="-2992436" y="2412998"/>
              <a:ext cx="2127250" cy="1366838"/>
            </a:xfrm>
            <a:custGeom>
              <a:avLst/>
              <a:gdLst>
                <a:gd name="T0" fmla="*/ 532 w 567"/>
                <a:gd name="T1" fmla="*/ 364 h 364"/>
                <a:gd name="T2" fmla="*/ 494 w 567"/>
                <a:gd name="T3" fmla="*/ 364 h 364"/>
                <a:gd name="T4" fmla="*/ 493 w 567"/>
                <a:gd name="T5" fmla="*/ 364 h 364"/>
                <a:gd name="T6" fmla="*/ 442 w 567"/>
                <a:gd name="T7" fmla="*/ 313 h 364"/>
                <a:gd name="T8" fmla="*/ 442 w 567"/>
                <a:gd name="T9" fmla="*/ 312 h 364"/>
                <a:gd name="T10" fmla="*/ 442 w 567"/>
                <a:gd name="T11" fmla="*/ 280 h 364"/>
                <a:gd name="T12" fmla="*/ 442 w 567"/>
                <a:gd name="T13" fmla="*/ 279 h 364"/>
                <a:gd name="T14" fmla="*/ 452 w 567"/>
                <a:gd name="T15" fmla="*/ 270 h 364"/>
                <a:gd name="T16" fmla="*/ 454 w 567"/>
                <a:gd name="T17" fmla="*/ 272 h 364"/>
                <a:gd name="T18" fmla="*/ 445 w 567"/>
                <a:gd name="T19" fmla="*/ 281 h 364"/>
                <a:gd name="T20" fmla="*/ 445 w 567"/>
                <a:gd name="T21" fmla="*/ 311 h 364"/>
                <a:gd name="T22" fmla="*/ 495 w 567"/>
                <a:gd name="T23" fmla="*/ 361 h 364"/>
                <a:gd name="T24" fmla="*/ 531 w 567"/>
                <a:gd name="T25" fmla="*/ 361 h 364"/>
                <a:gd name="T26" fmla="*/ 564 w 567"/>
                <a:gd name="T27" fmla="*/ 329 h 364"/>
                <a:gd name="T28" fmla="*/ 564 w 567"/>
                <a:gd name="T29" fmla="*/ 288 h 364"/>
                <a:gd name="T30" fmla="*/ 418 w 567"/>
                <a:gd name="T31" fmla="*/ 142 h 364"/>
                <a:gd name="T32" fmla="*/ 291 w 567"/>
                <a:gd name="T33" fmla="*/ 142 h 364"/>
                <a:gd name="T34" fmla="*/ 229 w 567"/>
                <a:gd name="T35" fmla="*/ 204 h 364"/>
                <a:gd name="T36" fmla="*/ 228 w 567"/>
                <a:gd name="T37" fmla="*/ 205 h 364"/>
                <a:gd name="T38" fmla="*/ 202 w 567"/>
                <a:gd name="T39" fmla="*/ 205 h 364"/>
                <a:gd name="T40" fmla="*/ 201 w 567"/>
                <a:gd name="T41" fmla="*/ 204 h 364"/>
                <a:gd name="T42" fmla="*/ 0 w 567"/>
                <a:gd name="T43" fmla="*/ 3 h 364"/>
                <a:gd name="T44" fmla="*/ 2 w 567"/>
                <a:gd name="T45" fmla="*/ 0 h 364"/>
                <a:gd name="T46" fmla="*/ 203 w 567"/>
                <a:gd name="T47" fmla="*/ 201 h 364"/>
                <a:gd name="T48" fmla="*/ 227 w 567"/>
                <a:gd name="T49" fmla="*/ 201 h 364"/>
                <a:gd name="T50" fmla="*/ 289 w 567"/>
                <a:gd name="T51" fmla="*/ 140 h 364"/>
                <a:gd name="T52" fmla="*/ 290 w 567"/>
                <a:gd name="T53" fmla="*/ 139 h 364"/>
                <a:gd name="T54" fmla="*/ 419 w 567"/>
                <a:gd name="T55" fmla="*/ 139 h 364"/>
                <a:gd name="T56" fmla="*/ 420 w 567"/>
                <a:gd name="T57" fmla="*/ 140 h 364"/>
                <a:gd name="T58" fmla="*/ 567 w 567"/>
                <a:gd name="T59" fmla="*/ 286 h 364"/>
                <a:gd name="T60" fmla="*/ 567 w 567"/>
                <a:gd name="T61" fmla="*/ 287 h 364"/>
                <a:gd name="T62" fmla="*/ 567 w 567"/>
                <a:gd name="T63" fmla="*/ 329 h 364"/>
                <a:gd name="T64" fmla="*/ 567 w 567"/>
                <a:gd name="T65" fmla="*/ 330 h 364"/>
                <a:gd name="T66" fmla="*/ 533 w 567"/>
                <a:gd name="T67" fmla="*/ 364 h 364"/>
                <a:gd name="T68" fmla="*/ 532 w 567"/>
                <a:gd name="T6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7" h="364">
                  <a:moveTo>
                    <a:pt x="532" y="364"/>
                  </a:moveTo>
                  <a:cubicBezTo>
                    <a:pt x="494" y="364"/>
                    <a:pt x="494" y="364"/>
                    <a:pt x="494" y="364"/>
                  </a:cubicBezTo>
                  <a:cubicBezTo>
                    <a:pt x="494" y="364"/>
                    <a:pt x="493" y="364"/>
                    <a:pt x="493" y="364"/>
                  </a:cubicBezTo>
                  <a:cubicBezTo>
                    <a:pt x="442" y="313"/>
                    <a:pt x="442" y="313"/>
                    <a:pt x="442" y="313"/>
                  </a:cubicBezTo>
                  <a:cubicBezTo>
                    <a:pt x="442" y="313"/>
                    <a:pt x="442" y="312"/>
                    <a:pt x="442" y="312"/>
                  </a:cubicBezTo>
                  <a:cubicBezTo>
                    <a:pt x="442" y="280"/>
                    <a:pt x="442" y="280"/>
                    <a:pt x="442" y="280"/>
                  </a:cubicBezTo>
                  <a:cubicBezTo>
                    <a:pt x="442" y="280"/>
                    <a:pt x="442" y="279"/>
                    <a:pt x="442" y="279"/>
                  </a:cubicBezTo>
                  <a:cubicBezTo>
                    <a:pt x="452" y="270"/>
                    <a:pt x="452" y="270"/>
                    <a:pt x="452" y="270"/>
                  </a:cubicBezTo>
                  <a:cubicBezTo>
                    <a:pt x="454" y="272"/>
                    <a:pt x="454" y="272"/>
                    <a:pt x="454" y="272"/>
                  </a:cubicBezTo>
                  <a:cubicBezTo>
                    <a:pt x="445" y="281"/>
                    <a:pt x="445" y="281"/>
                    <a:pt x="445" y="281"/>
                  </a:cubicBezTo>
                  <a:cubicBezTo>
                    <a:pt x="445" y="311"/>
                    <a:pt x="445" y="311"/>
                    <a:pt x="445" y="311"/>
                  </a:cubicBezTo>
                  <a:cubicBezTo>
                    <a:pt x="495" y="361"/>
                    <a:pt x="495" y="361"/>
                    <a:pt x="495" y="361"/>
                  </a:cubicBezTo>
                  <a:cubicBezTo>
                    <a:pt x="531" y="361"/>
                    <a:pt x="531" y="361"/>
                    <a:pt x="531" y="361"/>
                  </a:cubicBezTo>
                  <a:cubicBezTo>
                    <a:pt x="564" y="329"/>
                    <a:pt x="564" y="329"/>
                    <a:pt x="564" y="329"/>
                  </a:cubicBezTo>
                  <a:cubicBezTo>
                    <a:pt x="564" y="288"/>
                    <a:pt x="564" y="288"/>
                    <a:pt x="564" y="288"/>
                  </a:cubicBezTo>
                  <a:cubicBezTo>
                    <a:pt x="418" y="142"/>
                    <a:pt x="418" y="142"/>
                    <a:pt x="418" y="142"/>
                  </a:cubicBezTo>
                  <a:cubicBezTo>
                    <a:pt x="291" y="142"/>
                    <a:pt x="291" y="142"/>
                    <a:pt x="291" y="142"/>
                  </a:cubicBezTo>
                  <a:cubicBezTo>
                    <a:pt x="229" y="204"/>
                    <a:pt x="229" y="204"/>
                    <a:pt x="229" y="204"/>
                  </a:cubicBezTo>
                  <a:cubicBezTo>
                    <a:pt x="229" y="205"/>
                    <a:pt x="228" y="205"/>
                    <a:pt x="228" y="205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1" y="20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03" y="201"/>
                    <a:pt x="203" y="201"/>
                    <a:pt x="203" y="201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39"/>
                    <a:pt x="290" y="139"/>
                    <a:pt x="290" y="139"/>
                  </a:cubicBezTo>
                  <a:cubicBezTo>
                    <a:pt x="419" y="139"/>
                    <a:pt x="419" y="139"/>
                    <a:pt x="419" y="139"/>
                  </a:cubicBezTo>
                  <a:cubicBezTo>
                    <a:pt x="420" y="139"/>
                    <a:pt x="420" y="139"/>
                    <a:pt x="420" y="140"/>
                  </a:cubicBezTo>
                  <a:cubicBezTo>
                    <a:pt x="567" y="286"/>
                    <a:pt x="567" y="286"/>
                    <a:pt x="567" y="286"/>
                  </a:cubicBezTo>
                  <a:cubicBezTo>
                    <a:pt x="567" y="286"/>
                    <a:pt x="567" y="287"/>
                    <a:pt x="567" y="287"/>
                  </a:cubicBezTo>
                  <a:cubicBezTo>
                    <a:pt x="567" y="329"/>
                    <a:pt x="567" y="329"/>
                    <a:pt x="567" y="329"/>
                  </a:cubicBezTo>
                  <a:cubicBezTo>
                    <a:pt x="567" y="330"/>
                    <a:pt x="567" y="330"/>
                    <a:pt x="567" y="330"/>
                  </a:cubicBezTo>
                  <a:cubicBezTo>
                    <a:pt x="533" y="364"/>
                    <a:pt x="533" y="364"/>
                    <a:pt x="533" y="364"/>
                  </a:cubicBezTo>
                  <a:cubicBezTo>
                    <a:pt x="533" y="364"/>
                    <a:pt x="532" y="364"/>
                    <a:pt x="532" y="3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8" name="Freeform 583"/>
            <p:cNvSpPr>
              <a:spLocks/>
            </p:cNvSpPr>
            <p:nvPr/>
          </p:nvSpPr>
          <p:spPr bwMode="auto">
            <a:xfrm flipV="1">
              <a:off x="-2725736" y="2451099"/>
              <a:ext cx="2124075" cy="1358900"/>
            </a:xfrm>
            <a:custGeom>
              <a:avLst/>
              <a:gdLst>
                <a:gd name="T0" fmla="*/ 564 w 566"/>
                <a:gd name="T1" fmla="*/ 362 h 362"/>
                <a:gd name="T2" fmla="*/ 509 w 566"/>
                <a:gd name="T3" fmla="*/ 307 h 362"/>
                <a:gd name="T4" fmla="*/ 508 w 566"/>
                <a:gd name="T5" fmla="*/ 306 h 362"/>
                <a:gd name="T6" fmla="*/ 508 w 566"/>
                <a:gd name="T7" fmla="*/ 277 h 362"/>
                <a:gd name="T8" fmla="*/ 355 w 566"/>
                <a:gd name="T9" fmla="*/ 123 h 362"/>
                <a:gd name="T10" fmla="*/ 213 w 566"/>
                <a:gd name="T11" fmla="*/ 123 h 362"/>
                <a:gd name="T12" fmla="*/ 183 w 566"/>
                <a:gd name="T13" fmla="*/ 154 h 362"/>
                <a:gd name="T14" fmla="*/ 181 w 566"/>
                <a:gd name="T15" fmla="*/ 154 h 362"/>
                <a:gd name="T16" fmla="*/ 153 w 566"/>
                <a:gd name="T17" fmla="*/ 154 h 362"/>
                <a:gd name="T18" fmla="*/ 152 w 566"/>
                <a:gd name="T19" fmla="*/ 154 h 362"/>
                <a:gd name="T20" fmla="*/ 0 w 566"/>
                <a:gd name="T21" fmla="*/ 2 h 362"/>
                <a:gd name="T22" fmla="*/ 2 w 566"/>
                <a:gd name="T23" fmla="*/ 0 h 362"/>
                <a:gd name="T24" fmla="*/ 154 w 566"/>
                <a:gd name="T25" fmla="*/ 151 h 362"/>
                <a:gd name="T26" fmla="*/ 181 w 566"/>
                <a:gd name="T27" fmla="*/ 151 h 362"/>
                <a:gd name="T28" fmla="*/ 211 w 566"/>
                <a:gd name="T29" fmla="*/ 120 h 362"/>
                <a:gd name="T30" fmla="*/ 213 w 566"/>
                <a:gd name="T31" fmla="*/ 120 h 362"/>
                <a:gd name="T32" fmla="*/ 355 w 566"/>
                <a:gd name="T33" fmla="*/ 120 h 362"/>
                <a:gd name="T34" fmla="*/ 357 w 566"/>
                <a:gd name="T35" fmla="*/ 120 h 362"/>
                <a:gd name="T36" fmla="*/ 511 w 566"/>
                <a:gd name="T37" fmla="*/ 275 h 362"/>
                <a:gd name="T38" fmla="*/ 512 w 566"/>
                <a:gd name="T39" fmla="*/ 276 h 362"/>
                <a:gd name="T40" fmla="*/ 512 w 566"/>
                <a:gd name="T41" fmla="*/ 305 h 362"/>
                <a:gd name="T42" fmla="*/ 566 w 566"/>
                <a:gd name="T43" fmla="*/ 359 h 362"/>
                <a:gd name="T44" fmla="*/ 564 w 566"/>
                <a:gd name="T45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6" h="362">
                  <a:moveTo>
                    <a:pt x="564" y="362"/>
                  </a:moveTo>
                  <a:cubicBezTo>
                    <a:pt x="509" y="307"/>
                    <a:pt x="509" y="307"/>
                    <a:pt x="509" y="307"/>
                  </a:cubicBezTo>
                  <a:cubicBezTo>
                    <a:pt x="509" y="307"/>
                    <a:pt x="508" y="306"/>
                    <a:pt x="508" y="306"/>
                  </a:cubicBezTo>
                  <a:cubicBezTo>
                    <a:pt x="508" y="277"/>
                    <a:pt x="508" y="277"/>
                    <a:pt x="508" y="277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213" y="123"/>
                    <a:pt x="213" y="123"/>
                    <a:pt x="213" y="123"/>
                  </a:cubicBezTo>
                  <a:cubicBezTo>
                    <a:pt x="183" y="154"/>
                    <a:pt x="183" y="154"/>
                    <a:pt x="183" y="154"/>
                  </a:cubicBezTo>
                  <a:cubicBezTo>
                    <a:pt x="182" y="154"/>
                    <a:pt x="182" y="154"/>
                    <a:pt x="181" y="154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3" y="154"/>
                    <a:pt x="152" y="154"/>
                    <a:pt x="152" y="1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81" y="151"/>
                    <a:pt x="181" y="151"/>
                    <a:pt x="181" y="151"/>
                  </a:cubicBezTo>
                  <a:cubicBezTo>
                    <a:pt x="211" y="120"/>
                    <a:pt x="211" y="120"/>
                    <a:pt x="211" y="120"/>
                  </a:cubicBezTo>
                  <a:cubicBezTo>
                    <a:pt x="212" y="120"/>
                    <a:pt x="212" y="120"/>
                    <a:pt x="213" y="120"/>
                  </a:cubicBezTo>
                  <a:cubicBezTo>
                    <a:pt x="355" y="120"/>
                    <a:pt x="355" y="120"/>
                    <a:pt x="355" y="120"/>
                  </a:cubicBezTo>
                  <a:cubicBezTo>
                    <a:pt x="356" y="120"/>
                    <a:pt x="356" y="120"/>
                    <a:pt x="357" y="120"/>
                  </a:cubicBezTo>
                  <a:cubicBezTo>
                    <a:pt x="511" y="275"/>
                    <a:pt x="511" y="275"/>
                    <a:pt x="511" y="275"/>
                  </a:cubicBezTo>
                  <a:cubicBezTo>
                    <a:pt x="512" y="275"/>
                    <a:pt x="512" y="276"/>
                    <a:pt x="512" y="276"/>
                  </a:cubicBezTo>
                  <a:cubicBezTo>
                    <a:pt x="512" y="305"/>
                    <a:pt x="512" y="305"/>
                    <a:pt x="512" y="305"/>
                  </a:cubicBezTo>
                  <a:cubicBezTo>
                    <a:pt x="566" y="359"/>
                    <a:pt x="566" y="359"/>
                    <a:pt x="566" y="359"/>
                  </a:cubicBezTo>
                  <a:lnTo>
                    <a:pt x="564" y="3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9" name="Freeform 584"/>
            <p:cNvSpPr>
              <a:spLocks/>
            </p:cNvSpPr>
            <p:nvPr/>
          </p:nvSpPr>
          <p:spPr bwMode="auto">
            <a:xfrm flipV="1">
              <a:off x="-2741611" y="2754311"/>
              <a:ext cx="2071687" cy="1333500"/>
            </a:xfrm>
            <a:custGeom>
              <a:avLst/>
              <a:gdLst>
                <a:gd name="T0" fmla="*/ 552 w 552"/>
                <a:gd name="T1" fmla="*/ 355 h 355"/>
                <a:gd name="T2" fmla="*/ 549 w 552"/>
                <a:gd name="T3" fmla="*/ 355 h 355"/>
                <a:gd name="T4" fmla="*/ 549 w 552"/>
                <a:gd name="T5" fmla="*/ 337 h 355"/>
                <a:gd name="T6" fmla="*/ 360 w 552"/>
                <a:gd name="T7" fmla="*/ 148 h 355"/>
                <a:gd name="T8" fmla="*/ 211 w 552"/>
                <a:gd name="T9" fmla="*/ 148 h 355"/>
                <a:gd name="T10" fmla="*/ 195 w 552"/>
                <a:gd name="T11" fmla="*/ 164 h 355"/>
                <a:gd name="T12" fmla="*/ 193 w 552"/>
                <a:gd name="T13" fmla="*/ 165 h 355"/>
                <a:gd name="T14" fmla="*/ 163 w 552"/>
                <a:gd name="T15" fmla="*/ 165 h 355"/>
                <a:gd name="T16" fmla="*/ 162 w 552"/>
                <a:gd name="T17" fmla="*/ 164 h 355"/>
                <a:gd name="T18" fmla="*/ 0 w 552"/>
                <a:gd name="T19" fmla="*/ 2 h 355"/>
                <a:gd name="T20" fmla="*/ 3 w 552"/>
                <a:gd name="T21" fmla="*/ 0 h 355"/>
                <a:gd name="T22" fmla="*/ 164 w 552"/>
                <a:gd name="T23" fmla="*/ 161 h 355"/>
                <a:gd name="T24" fmla="*/ 193 w 552"/>
                <a:gd name="T25" fmla="*/ 161 h 355"/>
                <a:gd name="T26" fmla="*/ 209 w 552"/>
                <a:gd name="T27" fmla="*/ 145 h 355"/>
                <a:gd name="T28" fmla="*/ 210 w 552"/>
                <a:gd name="T29" fmla="*/ 145 h 355"/>
                <a:gd name="T30" fmla="*/ 361 w 552"/>
                <a:gd name="T31" fmla="*/ 145 h 355"/>
                <a:gd name="T32" fmla="*/ 362 w 552"/>
                <a:gd name="T33" fmla="*/ 145 h 355"/>
                <a:gd name="T34" fmla="*/ 552 w 552"/>
                <a:gd name="T35" fmla="*/ 335 h 355"/>
                <a:gd name="T36" fmla="*/ 552 w 552"/>
                <a:gd name="T37" fmla="*/ 336 h 355"/>
                <a:gd name="T38" fmla="*/ 552 w 552"/>
                <a:gd name="T39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2" h="355">
                  <a:moveTo>
                    <a:pt x="552" y="355"/>
                  </a:moveTo>
                  <a:cubicBezTo>
                    <a:pt x="549" y="355"/>
                    <a:pt x="549" y="355"/>
                    <a:pt x="549" y="355"/>
                  </a:cubicBezTo>
                  <a:cubicBezTo>
                    <a:pt x="549" y="337"/>
                    <a:pt x="549" y="337"/>
                    <a:pt x="549" y="337"/>
                  </a:cubicBezTo>
                  <a:cubicBezTo>
                    <a:pt x="360" y="148"/>
                    <a:pt x="360" y="148"/>
                    <a:pt x="360" y="148"/>
                  </a:cubicBezTo>
                  <a:cubicBezTo>
                    <a:pt x="211" y="148"/>
                    <a:pt x="211" y="148"/>
                    <a:pt x="211" y="148"/>
                  </a:cubicBezTo>
                  <a:cubicBezTo>
                    <a:pt x="195" y="164"/>
                    <a:pt x="195" y="164"/>
                    <a:pt x="195" y="164"/>
                  </a:cubicBezTo>
                  <a:cubicBezTo>
                    <a:pt x="194" y="164"/>
                    <a:pt x="194" y="165"/>
                    <a:pt x="193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3" y="165"/>
                    <a:pt x="162" y="164"/>
                    <a:pt x="162" y="16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64" y="161"/>
                    <a:pt x="164" y="161"/>
                    <a:pt x="164" y="161"/>
                  </a:cubicBezTo>
                  <a:cubicBezTo>
                    <a:pt x="193" y="161"/>
                    <a:pt x="193" y="161"/>
                    <a:pt x="193" y="161"/>
                  </a:cubicBezTo>
                  <a:cubicBezTo>
                    <a:pt x="209" y="145"/>
                    <a:pt x="209" y="145"/>
                    <a:pt x="209" y="145"/>
                  </a:cubicBezTo>
                  <a:cubicBezTo>
                    <a:pt x="209" y="145"/>
                    <a:pt x="210" y="145"/>
                    <a:pt x="210" y="145"/>
                  </a:cubicBezTo>
                  <a:cubicBezTo>
                    <a:pt x="361" y="145"/>
                    <a:pt x="361" y="145"/>
                    <a:pt x="361" y="145"/>
                  </a:cubicBezTo>
                  <a:cubicBezTo>
                    <a:pt x="361" y="145"/>
                    <a:pt x="362" y="145"/>
                    <a:pt x="362" y="145"/>
                  </a:cubicBezTo>
                  <a:cubicBezTo>
                    <a:pt x="552" y="335"/>
                    <a:pt x="552" y="335"/>
                    <a:pt x="552" y="335"/>
                  </a:cubicBezTo>
                  <a:cubicBezTo>
                    <a:pt x="552" y="335"/>
                    <a:pt x="552" y="336"/>
                    <a:pt x="552" y="336"/>
                  </a:cubicBezTo>
                  <a:lnTo>
                    <a:pt x="552" y="3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0" name="Freeform 801"/>
            <p:cNvSpPr>
              <a:spLocks noEditPoints="1"/>
            </p:cNvSpPr>
            <p:nvPr/>
          </p:nvSpPr>
          <p:spPr bwMode="auto">
            <a:xfrm flipV="1">
              <a:off x="1960564" y="6110285"/>
              <a:ext cx="98425" cy="90488"/>
            </a:xfrm>
            <a:custGeom>
              <a:avLst/>
              <a:gdLst>
                <a:gd name="T0" fmla="*/ 13 w 26"/>
                <a:gd name="T1" fmla="*/ 6 h 24"/>
                <a:gd name="T2" fmla="*/ 17 w 26"/>
                <a:gd name="T3" fmla="*/ 8 h 24"/>
                <a:gd name="T4" fmla="*/ 17 w 26"/>
                <a:gd name="T5" fmla="*/ 17 h 24"/>
                <a:gd name="T6" fmla="*/ 13 w 26"/>
                <a:gd name="T7" fmla="*/ 18 h 24"/>
                <a:gd name="T8" fmla="*/ 9 w 26"/>
                <a:gd name="T9" fmla="*/ 17 h 24"/>
                <a:gd name="T10" fmla="*/ 9 w 26"/>
                <a:gd name="T11" fmla="*/ 8 h 24"/>
                <a:gd name="T12" fmla="*/ 13 w 26"/>
                <a:gd name="T13" fmla="*/ 6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2 w 26"/>
                <a:gd name="T23" fmla="*/ 21 h 24"/>
                <a:gd name="T24" fmla="*/ 22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8"/>
                    <a:pt x="13" y="18"/>
                  </a:cubicBezTo>
                  <a:cubicBezTo>
                    <a:pt x="11" y="18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1"/>
                    <a:pt x="4" y="4"/>
                  </a:cubicBezTo>
                  <a:cubicBezTo>
                    <a:pt x="0" y="8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2" y="21"/>
                  </a:cubicBezTo>
                  <a:cubicBezTo>
                    <a:pt x="26" y="16"/>
                    <a:pt x="26" y="8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1" name="Freeform 802"/>
            <p:cNvSpPr>
              <a:spLocks noEditPoints="1"/>
            </p:cNvSpPr>
            <p:nvPr/>
          </p:nvSpPr>
          <p:spPr bwMode="auto">
            <a:xfrm flipV="1">
              <a:off x="2609852" y="5637210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7 w 26"/>
                <a:gd name="T3" fmla="*/ 8 h 25"/>
                <a:gd name="T4" fmla="*/ 17 w 26"/>
                <a:gd name="T5" fmla="*/ 17 h 25"/>
                <a:gd name="T6" fmla="*/ 13 w 26"/>
                <a:gd name="T7" fmla="*/ 19 h 25"/>
                <a:gd name="T8" fmla="*/ 9 w 26"/>
                <a:gd name="T9" fmla="*/ 17 h 25"/>
                <a:gd name="T10" fmla="*/ 9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4 w 26"/>
                <a:gd name="T17" fmla="*/ 4 h 25"/>
                <a:gd name="T18" fmla="*/ 4 w 26"/>
                <a:gd name="T19" fmla="*/ 21 h 25"/>
                <a:gd name="T20" fmla="*/ 13 w 26"/>
                <a:gd name="T21" fmla="*/ 25 h 25"/>
                <a:gd name="T22" fmla="*/ 22 w 26"/>
                <a:gd name="T23" fmla="*/ 21 h 25"/>
                <a:gd name="T24" fmla="*/ 22 w 26"/>
                <a:gd name="T25" fmla="*/ 4 h 25"/>
                <a:gd name="T26" fmla="*/ 13 w 26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9"/>
                    <a:pt x="13" y="19"/>
                  </a:cubicBezTo>
                  <a:cubicBezTo>
                    <a:pt x="11" y="19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6" y="25"/>
                    <a:pt x="19" y="23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2" name="Freeform 804"/>
            <p:cNvSpPr>
              <a:spLocks noEditPoints="1"/>
            </p:cNvSpPr>
            <p:nvPr/>
          </p:nvSpPr>
          <p:spPr bwMode="auto">
            <a:xfrm flipV="1">
              <a:off x="2191985" y="3470273"/>
              <a:ext cx="101600" cy="90488"/>
            </a:xfrm>
            <a:custGeom>
              <a:avLst/>
              <a:gdLst>
                <a:gd name="T0" fmla="*/ 14 w 27"/>
                <a:gd name="T1" fmla="*/ 6 h 24"/>
                <a:gd name="T2" fmla="*/ 18 w 27"/>
                <a:gd name="T3" fmla="*/ 8 h 24"/>
                <a:gd name="T4" fmla="*/ 18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8 h 24"/>
                <a:gd name="T12" fmla="*/ 14 w 27"/>
                <a:gd name="T13" fmla="*/ 6 h 24"/>
                <a:gd name="T14" fmla="*/ 14 w 27"/>
                <a:gd name="T15" fmla="*/ 0 h 24"/>
                <a:gd name="T16" fmla="*/ 5 w 27"/>
                <a:gd name="T17" fmla="*/ 3 h 24"/>
                <a:gd name="T18" fmla="*/ 5 w 27"/>
                <a:gd name="T19" fmla="*/ 21 h 24"/>
                <a:gd name="T20" fmla="*/ 14 w 27"/>
                <a:gd name="T21" fmla="*/ 24 h 24"/>
                <a:gd name="T22" fmla="*/ 22 w 27"/>
                <a:gd name="T23" fmla="*/ 21 h 24"/>
                <a:gd name="T24" fmla="*/ 22 w 27"/>
                <a:gd name="T25" fmla="*/ 3 h 24"/>
                <a:gd name="T26" fmla="*/ 14 w 27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4">
                  <a:moveTo>
                    <a:pt x="14" y="6"/>
                  </a:moveTo>
                  <a:cubicBezTo>
                    <a:pt x="15" y="6"/>
                    <a:pt x="17" y="6"/>
                    <a:pt x="18" y="8"/>
                  </a:cubicBezTo>
                  <a:cubicBezTo>
                    <a:pt x="20" y="10"/>
                    <a:pt x="20" y="14"/>
                    <a:pt x="18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7" y="14"/>
                    <a:pt x="7" y="10"/>
                    <a:pt x="9" y="8"/>
                  </a:cubicBezTo>
                  <a:cubicBezTo>
                    <a:pt x="10" y="6"/>
                    <a:pt x="12" y="6"/>
                    <a:pt x="14" y="6"/>
                  </a:cubicBezTo>
                  <a:close/>
                  <a:moveTo>
                    <a:pt x="14" y="0"/>
                  </a:move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4"/>
                    <a:pt x="14" y="24"/>
                  </a:cubicBezTo>
                  <a:cubicBezTo>
                    <a:pt x="17" y="24"/>
                    <a:pt x="20" y="23"/>
                    <a:pt x="22" y="21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3" name="任意多边形 1579"/>
            <p:cNvSpPr>
              <a:spLocks/>
            </p:cNvSpPr>
            <p:nvPr/>
          </p:nvSpPr>
          <p:spPr bwMode="auto">
            <a:xfrm flipV="1">
              <a:off x="3314562" y="4770340"/>
              <a:ext cx="3033852" cy="2698846"/>
            </a:xfrm>
            <a:custGeom>
              <a:avLst/>
              <a:gdLst>
                <a:gd name="connsiteX0" fmla="*/ 17697 w 3033852"/>
                <a:gd name="connsiteY0" fmla="*/ 2698846 h 2698846"/>
                <a:gd name="connsiteX1" fmla="*/ 114308 w 3033852"/>
                <a:gd name="connsiteY1" fmla="*/ 2602405 h 2698846"/>
                <a:gd name="connsiteX2" fmla="*/ 1206037 w 3033852"/>
                <a:gd name="connsiteY2" fmla="*/ 1512600 h 2698846"/>
                <a:gd name="connsiteX3" fmla="*/ 1382438 w 3033852"/>
                <a:gd name="connsiteY3" fmla="*/ 1512600 h 2698846"/>
                <a:gd name="connsiteX4" fmla="*/ 1393698 w 3033852"/>
                <a:gd name="connsiteY4" fmla="*/ 1508846 h 2698846"/>
                <a:gd name="connsiteX5" fmla="*/ 1926654 w 3033852"/>
                <a:gd name="connsiteY5" fmla="*/ 972118 h 2698846"/>
                <a:gd name="connsiteX6" fmla="*/ 2076783 w 3033852"/>
                <a:gd name="connsiteY6" fmla="*/ 972118 h 2698846"/>
                <a:gd name="connsiteX7" fmla="*/ 2084289 w 3033852"/>
                <a:gd name="connsiteY7" fmla="*/ 968364 h 2698846"/>
                <a:gd name="connsiteX8" fmla="*/ 3033852 w 3033852"/>
                <a:gd name="connsiteY8" fmla="*/ 18767 h 2698846"/>
                <a:gd name="connsiteX9" fmla="*/ 3015086 w 3033852"/>
                <a:gd name="connsiteY9" fmla="*/ 0 h 2698846"/>
                <a:gd name="connsiteX10" fmla="*/ 2069277 w 3033852"/>
                <a:gd name="connsiteY10" fmla="*/ 945844 h 2698846"/>
                <a:gd name="connsiteX11" fmla="*/ 1922901 w 3033852"/>
                <a:gd name="connsiteY11" fmla="*/ 945844 h 2698846"/>
                <a:gd name="connsiteX12" fmla="*/ 1911641 w 3033852"/>
                <a:gd name="connsiteY12" fmla="*/ 949597 h 2698846"/>
                <a:gd name="connsiteX13" fmla="*/ 1378685 w 3033852"/>
                <a:gd name="connsiteY13" fmla="*/ 1486326 h 2698846"/>
                <a:gd name="connsiteX14" fmla="*/ 1198531 w 3033852"/>
                <a:gd name="connsiteY14" fmla="*/ 1486326 h 2698846"/>
                <a:gd name="connsiteX15" fmla="*/ 1191025 w 3033852"/>
                <a:gd name="connsiteY15" fmla="*/ 1490080 h 2698846"/>
                <a:gd name="connsiteX16" fmla="*/ 67694 w 3033852"/>
                <a:gd name="connsiteY16" fmla="*/ 2613451 h 2698846"/>
                <a:gd name="connsiteX17" fmla="*/ 0 w 3033852"/>
                <a:gd name="connsiteY17" fmla="*/ 2681148 h 269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33852" h="2698846">
                  <a:moveTo>
                    <a:pt x="17697" y="2698846"/>
                  </a:moveTo>
                  <a:lnTo>
                    <a:pt x="114308" y="2602405"/>
                  </a:lnTo>
                  <a:cubicBezTo>
                    <a:pt x="392924" y="2324280"/>
                    <a:pt x="749553" y="1968280"/>
                    <a:pt x="1206037" y="1512600"/>
                  </a:cubicBezTo>
                  <a:cubicBezTo>
                    <a:pt x="1206037" y="1512600"/>
                    <a:pt x="1206037" y="1512600"/>
                    <a:pt x="1382438" y="1512600"/>
                  </a:cubicBezTo>
                  <a:cubicBezTo>
                    <a:pt x="1386192" y="1512600"/>
                    <a:pt x="1389945" y="1508846"/>
                    <a:pt x="1393698" y="1508846"/>
                  </a:cubicBezTo>
                  <a:cubicBezTo>
                    <a:pt x="1393698" y="1508846"/>
                    <a:pt x="1393698" y="1508846"/>
                    <a:pt x="1926654" y="972118"/>
                  </a:cubicBezTo>
                  <a:cubicBezTo>
                    <a:pt x="1926654" y="972118"/>
                    <a:pt x="1926654" y="972118"/>
                    <a:pt x="2076783" y="972118"/>
                  </a:cubicBezTo>
                  <a:cubicBezTo>
                    <a:pt x="2076783" y="972118"/>
                    <a:pt x="2080536" y="972118"/>
                    <a:pt x="2084289" y="968364"/>
                  </a:cubicBezTo>
                  <a:cubicBezTo>
                    <a:pt x="2084289" y="968364"/>
                    <a:pt x="2084289" y="968364"/>
                    <a:pt x="3033852" y="18767"/>
                  </a:cubicBezTo>
                  <a:cubicBezTo>
                    <a:pt x="3033852" y="18767"/>
                    <a:pt x="3033852" y="18767"/>
                    <a:pt x="3015086" y="0"/>
                  </a:cubicBezTo>
                  <a:cubicBezTo>
                    <a:pt x="3015086" y="0"/>
                    <a:pt x="3015086" y="0"/>
                    <a:pt x="2069277" y="945844"/>
                  </a:cubicBezTo>
                  <a:cubicBezTo>
                    <a:pt x="2069277" y="945844"/>
                    <a:pt x="2069277" y="945844"/>
                    <a:pt x="1922901" y="945844"/>
                  </a:cubicBezTo>
                  <a:cubicBezTo>
                    <a:pt x="1919148" y="945844"/>
                    <a:pt x="1915395" y="949597"/>
                    <a:pt x="1911641" y="949597"/>
                  </a:cubicBezTo>
                  <a:cubicBezTo>
                    <a:pt x="1911641" y="949597"/>
                    <a:pt x="1911641" y="949597"/>
                    <a:pt x="1378685" y="1486326"/>
                  </a:cubicBezTo>
                  <a:cubicBezTo>
                    <a:pt x="1378685" y="1486326"/>
                    <a:pt x="1378685" y="1486326"/>
                    <a:pt x="1198531" y="1486326"/>
                  </a:cubicBezTo>
                  <a:cubicBezTo>
                    <a:pt x="1194778" y="1486326"/>
                    <a:pt x="1191025" y="1486326"/>
                    <a:pt x="1191025" y="1490080"/>
                  </a:cubicBezTo>
                  <a:cubicBezTo>
                    <a:pt x="1191025" y="1490080"/>
                    <a:pt x="1191025" y="1490080"/>
                    <a:pt x="67694" y="2613451"/>
                  </a:cubicBezTo>
                  <a:lnTo>
                    <a:pt x="0" y="268114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4" name="任意多边形 1536"/>
            <p:cNvSpPr>
              <a:spLocks/>
            </p:cNvSpPr>
            <p:nvPr/>
          </p:nvSpPr>
          <p:spPr bwMode="auto">
            <a:xfrm flipV="1">
              <a:off x="2328508" y="3317874"/>
              <a:ext cx="663931" cy="2341563"/>
            </a:xfrm>
            <a:custGeom>
              <a:avLst/>
              <a:gdLst>
                <a:gd name="connsiteX0" fmla="*/ 0 w 663931"/>
                <a:gd name="connsiteY0" fmla="*/ 2341563 h 2341563"/>
                <a:gd name="connsiteX1" fmla="*/ 18755 w 663931"/>
                <a:gd name="connsiteY1" fmla="*/ 2341563 h 2341563"/>
                <a:gd name="connsiteX2" fmla="*/ 18755 w 663931"/>
                <a:gd name="connsiteY2" fmla="*/ 2312254 h 2341563"/>
                <a:gd name="connsiteX3" fmla="*/ 18755 w 663931"/>
                <a:gd name="connsiteY3" fmla="*/ 1756289 h 2341563"/>
                <a:gd name="connsiteX4" fmla="*/ 660180 w 663931"/>
                <a:gd name="connsiteY4" fmla="*/ 1114568 h 2341563"/>
                <a:gd name="connsiteX5" fmla="*/ 663931 w 663931"/>
                <a:gd name="connsiteY5" fmla="*/ 1107063 h 2341563"/>
                <a:gd name="connsiteX6" fmla="*/ 663931 w 663931"/>
                <a:gd name="connsiteY6" fmla="*/ 476600 h 2341563"/>
                <a:gd name="connsiteX7" fmla="*/ 660180 w 663931"/>
                <a:gd name="connsiteY7" fmla="*/ 469095 h 2341563"/>
                <a:gd name="connsiteX8" fmla="*/ 337592 w 663931"/>
                <a:gd name="connsiteY8" fmla="*/ 146358 h 2341563"/>
                <a:gd name="connsiteX9" fmla="*/ 337592 w 663931"/>
                <a:gd name="connsiteY9" fmla="*/ 0 h 2341563"/>
                <a:gd name="connsiteX10" fmla="*/ 315086 w 663931"/>
                <a:gd name="connsiteY10" fmla="*/ 0 h 2341563"/>
                <a:gd name="connsiteX11" fmla="*/ 315086 w 663931"/>
                <a:gd name="connsiteY11" fmla="*/ 150110 h 2341563"/>
                <a:gd name="connsiteX12" fmla="*/ 318837 w 663931"/>
                <a:gd name="connsiteY12" fmla="*/ 157616 h 2341563"/>
                <a:gd name="connsiteX13" fmla="*/ 641425 w 663931"/>
                <a:gd name="connsiteY13" fmla="*/ 480353 h 2341563"/>
                <a:gd name="connsiteX14" fmla="*/ 641425 w 663931"/>
                <a:gd name="connsiteY14" fmla="*/ 1103310 h 2341563"/>
                <a:gd name="connsiteX15" fmla="*/ 0 w 663931"/>
                <a:gd name="connsiteY15" fmla="*/ 1741278 h 2341563"/>
                <a:gd name="connsiteX16" fmla="*/ 0 w 663931"/>
                <a:gd name="connsiteY16" fmla="*/ 1748784 h 2341563"/>
                <a:gd name="connsiteX17" fmla="*/ 0 w 663931"/>
                <a:gd name="connsiteY17" fmla="*/ 2244052 h 234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3931" h="2341563">
                  <a:moveTo>
                    <a:pt x="0" y="2341563"/>
                  </a:moveTo>
                  <a:lnTo>
                    <a:pt x="18755" y="2341563"/>
                  </a:lnTo>
                  <a:lnTo>
                    <a:pt x="18755" y="2312254"/>
                  </a:lnTo>
                  <a:cubicBezTo>
                    <a:pt x="18755" y="2204509"/>
                    <a:pt x="18755" y="2032117"/>
                    <a:pt x="18755" y="1756289"/>
                  </a:cubicBezTo>
                  <a:cubicBezTo>
                    <a:pt x="18755" y="1756289"/>
                    <a:pt x="18755" y="1756289"/>
                    <a:pt x="660180" y="1114568"/>
                  </a:cubicBezTo>
                  <a:cubicBezTo>
                    <a:pt x="663931" y="1110816"/>
                    <a:pt x="663931" y="1110816"/>
                    <a:pt x="663931" y="1107063"/>
                  </a:cubicBezTo>
                  <a:cubicBezTo>
                    <a:pt x="663931" y="1107063"/>
                    <a:pt x="663931" y="1107063"/>
                    <a:pt x="663931" y="476600"/>
                  </a:cubicBezTo>
                  <a:cubicBezTo>
                    <a:pt x="663931" y="472847"/>
                    <a:pt x="663931" y="469095"/>
                    <a:pt x="660180" y="469095"/>
                  </a:cubicBezTo>
                  <a:cubicBezTo>
                    <a:pt x="660180" y="469095"/>
                    <a:pt x="660180" y="469095"/>
                    <a:pt x="337592" y="146358"/>
                  </a:cubicBezTo>
                  <a:cubicBezTo>
                    <a:pt x="337592" y="146358"/>
                    <a:pt x="337592" y="146358"/>
                    <a:pt x="337592" y="0"/>
                  </a:cubicBezTo>
                  <a:cubicBezTo>
                    <a:pt x="337592" y="0"/>
                    <a:pt x="337592" y="0"/>
                    <a:pt x="315086" y="0"/>
                  </a:cubicBezTo>
                  <a:cubicBezTo>
                    <a:pt x="315086" y="0"/>
                    <a:pt x="315086" y="0"/>
                    <a:pt x="315086" y="150110"/>
                  </a:cubicBezTo>
                  <a:cubicBezTo>
                    <a:pt x="315086" y="153863"/>
                    <a:pt x="318837" y="157616"/>
                    <a:pt x="318837" y="157616"/>
                  </a:cubicBezTo>
                  <a:cubicBezTo>
                    <a:pt x="318837" y="157616"/>
                    <a:pt x="318837" y="157616"/>
                    <a:pt x="641425" y="480353"/>
                  </a:cubicBezTo>
                  <a:cubicBezTo>
                    <a:pt x="641425" y="480353"/>
                    <a:pt x="641425" y="480353"/>
                    <a:pt x="641425" y="1103310"/>
                  </a:cubicBezTo>
                  <a:cubicBezTo>
                    <a:pt x="641425" y="1103310"/>
                    <a:pt x="641425" y="1103310"/>
                    <a:pt x="0" y="1741278"/>
                  </a:cubicBezTo>
                  <a:cubicBezTo>
                    <a:pt x="0" y="1745031"/>
                    <a:pt x="0" y="1748784"/>
                    <a:pt x="0" y="1748784"/>
                  </a:cubicBezTo>
                  <a:cubicBezTo>
                    <a:pt x="0" y="1748784"/>
                    <a:pt x="0" y="1748784"/>
                    <a:pt x="0" y="224405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5" name="任意多边形 1539"/>
            <p:cNvSpPr>
              <a:spLocks/>
            </p:cNvSpPr>
            <p:nvPr/>
          </p:nvSpPr>
          <p:spPr bwMode="auto">
            <a:xfrm flipV="1">
              <a:off x="1998243" y="3553617"/>
              <a:ext cx="886246" cy="2578894"/>
            </a:xfrm>
            <a:custGeom>
              <a:avLst/>
              <a:gdLst>
                <a:gd name="connsiteX0" fmla="*/ 232828 w 886246"/>
                <a:gd name="connsiteY0" fmla="*/ 2578894 h 2578894"/>
                <a:gd name="connsiteX1" fmla="*/ 255359 w 886246"/>
                <a:gd name="connsiteY1" fmla="*/ 2578894 h 2578894"/>
                <a:gd name="connsiteX2" fmla="*/ 255359 w 886246"/>
                <a:gd name="connsiteY2" fmla="*/ 2434465 h 2578894"/>
                <a:gd name="connsiteX3" fmla="*/ 255359 w 886246"/>
                <a:gd name="connsiteY3" fmla="*/ 2187952 h 2578894"/>
                <a:gd name="connsiteX4" fmla="*/ 882491 w 886246"/>
                <a:gd name="connsiteY4" fmla="*/ 1557462 h 2578894"/>
                <a:gd name="connsiteX5" fmla="*/ 886246 w 886246"/>
                <a:gd name="connsiteY5" fmla="*/ 1549956 h 2578894"/>
                <a:gd name="connsiteX6" fmla="*/ 886246 w 886246"/>
                <a:gd name="connsiteY6" fmla="*/ 1013288 h 2578894"/>
                <a:gd name="connsiteX7" fmla="*/ 882491 w 886246"/>
                <a:gd name="connsiteY7" fmla="*/ 1005783 h 2578894"/>
                <a:gd name="connsiteX8" fmla="*/ 22532 w 886246"/>
                <a:gd name="connsiteY8" fmla="*/ 142611 h 2578894"/>
                <a:gd name="connsiteX9" fmla="*/ 22532 w 886246"/>
                <a:gd name="connsiteY9" fmla="*/ 0 h 2578894"/>
                <a:gd name="connsiteX10" fmla="*/ 0 w 886246"/>
                <a:gd name="connsiteY10" fmla="*/ 0 h 2578894"/>
                <a:gd name="connsiteX11" fmla="*/ 0 w 886246"/>
                <a:gd name="connsiteY11" fmla="*/ 146364 h 2578894"/>
                <a:gd name="connsiteX12" fmla="*/ 3756 w 886246"/>
                <a:gd name="connsiteY12" fmla="*/ 153870 h 2578894"/>
                <a:gd name="connsiteX13" fmla="*/ 863715 w 886246"/>
                <a:gd name="connsiteY13" fmla="*/ 1017041 h 2578894"/>
                <a:gd name="connsiteX14" fmla="*/ 863715 w 886246"/>
                <a:gd name="connsiteY14" fmla="*/ 1546203 h 2578894"/>
                <a:gd name="connsiteX15" fmla="*/ 236583 w 886246"/>
                <a:gd name="connsiteY15" fmla="*/ 2176693 h 2578894"/>
                <a:gd name="connsiteX16" fmla="*/ 232828 w 886246"/>
                <a:gd name="connsiteY16" fmla="*/ 2184199 h 2578894"/>
                <a:gd name="connsiteX17" fmla="*/ 232828 w 886246"/>
                <a:gd name="connsiteY17" fmla="*/ 2517689 h 257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86246" h="2578894">
                  <a:moveTo>
                    <a:pt x="232828" y="2578894"/>
                  </a:moveTo>
                  <a:lnTo>
                    <a:pt x="255359" y="2578894"/>
                  </a:lnTo>
                  <a:lnTo>
                    <a:pt x="255359" y="2434465"/>
                  </a:lnTo>
                  <a:cubicBezTo>
                    <a:pt x="255359" y="2362991"/>
                    <a:pt x="255359" y="2281306"/>
                    <a:pt x="255359" y="2187952"/>
                  </a:cubicBezTo>
                  <a:cubicBezTo>
                    <a:pt x="255359" y="2187952"/>
                    <a:pt x="255359" y="2187952"/>
                    <a:pt x="882491" y="1557462"/>
                  </a:cubicBezTo>
                  <a:cubicBezTo>
                    <a:pt x="886246" y="1557462"/>
                    <a:pt x="886246" y="1553709"/>
                    <a:pt x="886246" y="1549956"/>
                  </a:cubicBezTo>
                  <a:cubicBezTo>
                    <a:pt x="886246" y="1549956"/>
                    <a:pt x="886246" y="1549956"/>
                    <a:pt x="886246" y="1013288"/>
                  </a:cubicBezTo>
                  <a:cubicBezTo>
                    <a:pt x="886246" y="1009536"/>
                    <a:pt x="886246" y="1005783"/>
                    <a:pt x="882491" y="1005783"/>
                  </a:cubicBezTo>
                  <a:cubicBezTo>
                    <a:pt x="882491" y="1005783"/>
                    <a:pt x="882491" y="1005783"/>
                    <a:pt x="22532" y="142611"/>
                  </a:cubicBezTo>
                  <a:cubicBezTo>
                    <a:pt x="22532" y="142611"/>
                    <a:pt x="22532" y="142611"/>
                    <a:pt x="22532" y="0"/>
                  </a:cubicBezTo>
                  <a:cubicBezTo>
                    <a:pt x="22532" y="0"/>
                    <a:pt x="22532" y="0"/>
                    <a:pt x="0" y="0"/>
                  </a:cubicBezTo>
                  <a:cubicBezTo>
                    <a:pt x="0" y="0"/>
                    <a:pt x="0" y="0"/>
                    <a:pt x="0" y="146364"/>
                  </a:cubicBezTo>
                  <a:cubicBezTo>
                    <a:pt x="0" y="150117"/>
                    <a:pt x="0" y="153870"/>
                    <a:pt x="3756" y="153870"/>
                  </a:cubicBezTo>
                  <a:cubicBezTo>
                    <a:pt x="3756" y="153870"/>
                    <a:pt x="3756" y="153870"/>
                    <a:pt x="863715" y="1017041"/>
                  </a:cubicBezTo>
                  <a:cubicBezTo>
                    <a:pt x="863715" y="1017041"/>
                    <a:pt x="863715" y="1017041"/>
                    <a:pt x="863715" y="1546203"/>
                  </a:cubicBezTo>
                  <a:cubicBezTo>
                    <a:pt x="863715" y="1546203"/>
                    <a:pt x="863715" y="1546203"/>
                    <a:pt x="236583" y="2176693"/>
                  </a:cubicBezTo>
                  <a:cubicBezTo>
                    <a:pt x="232828" y="2176693"/>
                    <a:pt x="232828" y="2180446"/>
                    <a:pt x="232828" y="2184199"/>
                  </a:cubicBezTo>
                  <a:cubicBezTo>
                    <a:pt x="232828" y="2184199"/>
                    <a:pt x="232828" y="2184199"/>
                    <a:pt x="232828" y="251768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6" name="椭圆 1537"/>
            <p:cNvSpPr>
              <a:spLocks noChangeAspect="1"/>
            </p:cNvSpPr>
            <p:nvPr/>
          </p:nvSpPr>
          <p:spPr>
            <a:xfrm>
              <a:off x="2295590" y="3240505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solidFill>
                <a:srgbClr val="4D4D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7" name="椭圆 1540"/>
            <p:cNvSpPr>
              <a:spLocks noChangeAspect="1"/>
            </p:cNvSpPr>
            <p:nvPr/>
          </p:nvSpPr>
          <p:spPr>
            <a:xfrm>
              <a:off x="3254922" y="471169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8" name="椭圆 1541"/>
            <p:cNvSpPr>
              <a:spLocks noChangeAspect="1"/>
            </p:cNvSpPr>
            <p:nvPr/>
          </p:nvSpPr>
          <p:spPr>
            <a:xfrm>
              <a:off x="3495552" y="544896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199" name="椭圆 1542"/>
            <p:cNvSpPr/>
            <p:nvPr/>
          </p:nvSpPr>
          <p:spPr>
            <a:xfrm>
              <a:off x="2318942" y="4220764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0" name="椭圆 1543"/>
            <p:cNvSpPr/>
            <p:nvPr/>
          </p:nvSpPr>
          <p:spPr>
            <a:xfrm>
              <a:off x="1061246" y="29114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1" name="椭圆 1544"/>
            <p:cNvSpPr/>
            <p:nvPr/>
          </p:nvSpPr>
          <p:spPr>
            <a:xfrm>
              <a:off x="1049339" y="328929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2" name="椭圆 1545"/>
            <p:cNvSpPr/>
            <p:nvPr/>
          </p:nvSpPr>
          <p:spPr>
            <a:xfrm>
              <a:off x="680641" y="291345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3" name="椭圆 1546"/>
            <p:cNvSpPr/>
            <p:nvPr/>
          </p:nvSpPr>
          <p:spPr>
            <a:xfrm>
              <a:off x="305992" y="254833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4" name="椭圆 1547"/>
            <p:cNvSpPr/>
            <p:nvPr/>
          </p:nvSpPr>
          <p:spPr>
            <a:xfrm>
              <a:off x="1575198" y="382468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5" name="椭圆 1548"/>
            <p:cNvSpPr/>
            <p:nvPr/>
          </p:nvSpPr>
          <p:spPr>
            <a:xfrm>
              <a:off x="2307036" y="4965299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6" name="椭圆 1549"/>
            <p:cNvSpPr/>
            <p:nvPr/>
          </p:nvSpPr>
          <p:spPr>
            <a:xfrm>
              <a:off x="2694385" y="4996257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7" name="椭圆 1550"/>
            <p:cNvSpPr/>
            <p:nvPr/>
          </p:nvSpPr>
          <p:spPr>
            <a:xfrm>
              <a:off x="2940448" y="564713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8" name="椭圆 1551"/>
            <p:cNvSpPr>
              <a:spLocks noChangeAspect="1"/>
            </p:cNvSpPr>
            <p:nvPr/>
          </p:nvSpPr>
          <p:spPr>
            <a:xfrm>
              <a:off x="3840832" y="5817204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9" name="椭圆 1552"/>
            <p:cNvSpPr/>
            <p:nvPr/>
          </p:nvSpPr>
          <p:spPr>
            <a:xfrm>
              <a:off x="4421585" y="6393258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0" name="椭圆 1553"/>
            <p:cNvSpPr/>
            <p:nvPr/>
          </p:nvSpPr>
          <p:spPr>
            <a:xfrm>
              <a:off x="3898504" y="65690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1" name="椭圆 1554"/>
            <p:cNvSpPr/>
            <p:nvPr/>
          </p:nvSpPr>
          <p:spPr>
            <a:xfrm>
              <a:off x="5148660" y="6750445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84689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260517"/>
            <a:ext cx="6979583" cy="5597483"/>
          </a:xfrm>
          <a:prstGeom prst="rect">
            <a:avLst/>
          </a:prstGeom>
        </p:spPr>
      </p:pic>
      <p:grpSp>
        <p:nvGrpSpPr>
          <p:cNvPr id="15" name="组合 4"/>
          <p:cNvGrpSpPr/>
          <p:nvPr/>
        </p:nvGrpSpPr>
        <p:grpSpPr>
          <a:xfrm>
            <a:off x="0" y="707226"/>
            <a:ext cx="3395006" cy="431295"/>
            <a:chOff x="-22274" y="526055"/>
            <a:chExt cx="3395006" cy="431295"/>
          </a:xfrm>
        </p:grpSpPr>
        <p:grpSp>
          <p:nvGrpSpPr>
            <p:cNvPr id="16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21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22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2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23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8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1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2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26" name="文本框 6"/>
          <p:cNvSpPr txBox="1"/>
          <p:nvPr/>
        </p:nvSpPr>
        <p:spPr>
          <a:xfrm>
            <a:off x="454348" y="166724"/>
            <a:ext cx="7307519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V* and </a:t>
            </a:r>
            <a:r>
              <a:rPr lang="en-US" altLang="zh-CN" sz="2600" b="1" dirty="0" err="1">
                <a:solidFill>
                  <a:prstClr val="black"/>
                </a:solidFill>
                <a:ea typeface="方正清刻本悦宋简体" panose="02000000000000000000" pitchFamily="2" charset="-122"/>
              </a:rPr>
              <a:t>Vov</a:t>
            </a:r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 </a:t>
            </a:r>
            <a:r>
              <a:rPr lang="en-US" altLang="zh-CN" sz="2600" b="1" dirty="0" err="1">
                <a:solidFill>
                  <a:prstClr val="black"/>
                </a:solidFill>
                <a:ea typeface="方正清刻本悦宋简体" panose="02000000000000000000" pitchFamily="2" charset="-122"/>
              </a:rPr>
              <a:t>vs</a:t>
            </a:r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 VGS for PMOS Pass Transistor 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pic>
        <p:nvPicPr>
          <p:cNvPr id="27" name="Picture 2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79583" y="2520210"/>
            <a:ext cx="5212417" cy="2313047"/>
          </a:xfrm>
          <a:prstGeom prst="rect">
            <a:avLst/>
          </a:prstGeom>
        </p:spPr>
      </p:pic>
      <p:sp>
        <p:nvSpPr>
          <p:cNvPr id="29" name="Rounded Rectangle 28"/>
          <p:cNvSpPr/>
          <p:nvPr/>
        </p:nvSpPr>
        <p:spPr>
          <a:xfrm>
            <a:off x="9585791" y="2933579"/>
            <a:ext cx="651934" cy="444621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28" name="组合 1"/>
          <p:cNvGrpSpPr/>
          <p:nvPr/>
        </p:nvGrpSpPr>
        <p:grpSpPr>
          <a:xfrm rot="10359241">
            <a:off x="6347865" y="-5609521"/>
            <a:ext cx="9412287" cy="8794751"/>
            <a:chOff x="-3063873" y="1797048"/>
            <a:chExt cx="9412287" cy="8794751"/>
          </a:xfrm>
        </p:grpSpPr>
        <p:sp>
          <p:nvSpPr>
            <p:cNvPr id="30" name="Freeform 412"/>
            <p:cNvSpPr>
              <a:spLocks noEditPoints="1"/>
            </p:cNvSpPr>
            <p:nvPr/>
          </p:nvSpPr>
          <p:spPr bwMode="auto">
            <a:xfrm flipV="1">
              <a:off x="1371602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2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4 w 25"/>
                <a:gd name="T17" fmla="*/ 3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1 w 25"/>
                <a:gd name="T25" fmla="*/ 21 h 25"/>
                <a:gd name="T26" fmla="*/ 25 w 25"/>
                <a:gd name="T27" fmla="*/ 12 h 25"/>
                <a:gd name="T28" fmla="*/ 21 w 25"/>
                <a:gd name="T29" fmla="*/ 3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 413"/>
            <p:cNvSpPr>
              <a:spLocks noEditPoints="1"/>
            </p:cNvSpPr>
            <p:nvPr/>
          </p:nvSpPr>
          <p:spPr bwMode="auto">
            <a:xfrm flipV="1">
              <a:off x="1038227" y="61436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4 w 25"/>
                <a:gd name="T17" fmla="*/ 3 h 24"/>
                <a:gd name="T18" fmla="*/ 0 w 25"/>
                <a:gd name="T19" fmla="*/ 12 h 24"/>
                <a:gd name="T20" fmla="*/ 12 w 25"/>
                <a:gd name="T21" fmla="*/ 24 h 24"/>
                <a:gd name="T22" fmla="*/ 25 w 25"/>
                <a:gd name="T23" fmla="*/ 12 h 24"/>
                <a:gd name="T24" fmla="*/ 21 w 25"/>
                <a:gd name="T25" fmla="*/ 3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2" name="Freeform 414"/>
            <p:cNvSpPr>
              <a:spLocks noEditPoints="1"/>
            </p:cNvSpPr>
            <p:nvPr/>
          </p:nvSpPr>
          <p:spPr bwMode="auto">
            <a:xfrm flipV="1">
              <a:off x="1165227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3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1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7"/>
                    <a:pt x="5" y="13"/>
                  </a:cubicBezTo>
                  <a:cubicBezTo>
                    <a:pt x="5" y="9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3" name="Freeform 415"/>
            <p:cNvSpPr>
              <a:spLocks noEditPoints="1"/>
            </p:cNvSpPr>
            <p:nvPr/>
          </p:nvSpPr>
          <p:spPr bwMode="auto">
            <a:xfrm flipV="1">
              <a:off x="2106614" y="5149849"/>
              <a:ext cx="106362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6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14 w 28"/>
                <a:gd name="T19" fmla="*/ 0 h 28"/>
                <a:gd name="T20" fmla="*/ 0 w 28"/>
                <a:gd name="T21" fmla="*/ 14 h 28"/>
                <a:gd name="T22" fmla="*/ 14 w 28"/>
                <a:gd name="T23" fmla="*/ 28 h 28"/>
                <a:gd name="T24" fmla="*/ 28 w 28"/>
                <a:gd name="T25" fmla="*/ 1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4" name="Freeform 416"/>
            <p:cNvSpPr>
              <a:spLocks noEditPoints="1"/>
            </p:cNvSpPr>
            <p:nvPr/>
          </p:nvSpPr>
          <p:spPr bwMode="auto">
            <a:xfrm flipV="1">
              <a:off x="2295527" y="4954586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2 w 25"/>
                <a:gd name="T3" fmla="*/ 5 h 25"/>
                <a:gd name="T4" fmla="*/ 20 w 25"/>
                <a:gd name="T5" fmla="*/ 12 h 25"/>
                <a:gd name="T6" fmla="*/ 12 w 25"/>
                <a:gd name="T7" fmla="*/ 20 h 25"/>
                <a:gd name="T8" fmla="*/ 5 w 25"/>
                <a:gd name="T9" fmla="*/ 12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12 w 25"/>
                <a:gd name="T17" fmla="*/ 0 h 25"/>
                <a:gd name="T18" fmla="*/ 0 w 25"/>
                <a:gd name="T19" fmla="*/ 12 h 25"/>
                <a:gd name="T20" fmla="*/ 12 w 25"/>
                <a:gd name="T21" fmla="*/ 25 h 25"/>
                <a:gd name="T22" fmla="*/ 25 w 25"/>
                <a:gd name="T23" fmla="*/ 12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5" name="Freeform 417"/>
            <p:cNvSpPr>
              <a:spLocks noEditPoints="1"/>
            </p:cNvSpPr>
            <p:nvPr/>
          </p:nvSpPr>
          <p:spPr bwMode="auto">
            <a:xfrm flipV="1">
              <a:off x="2684464" y="4600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12 w 24"/>
                <a:gd name="T19" fmla="*/ 0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6" name="Freeform 418"/>
            <p:cNvSpPr>
              <a:spLocks noEditPoints="1"/>
            </p:cNvSpPr>
            <p:nvPr/>
          </p:nvSpPr>
          <p:spPr bwMode="auto">
            <a:xfrm flipV="1">
              <a:off x="2519364" y="44132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2 h 25"/>
                <a:gd name="T4" fmla="*/ 12 w 25"/>
                <a:gd name="T5" fmla="*/ 19 h 25"/>
                <a:gd name="T6" fmla="*/ 12 w 25"/>
                <a:gd name="T7" fmla="*/ 19 h 25"/>
                <a:gd name="T8" fmla="*/ 12 w 25"/>
                <a:gd name="T9" fmla="*/ 19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0 h 25"/>
                <a:gd name="T16" fmla="*/ 12 w 25"/>
                <a:gd name="T17" fmla="*/ 0 h 25"/>
                <a:gd name="T18" fmla="*/ 4 w 25"/>
                <a:gd name="T19" fmla="*/ 3 h 25"/>
                <a:gd name="T20" fmla="*/ 0 w 25"/>
                <a:gd name="T21" fmla="*/ 12 h 25"/>
                <a:gd name="T22" fmla="*/ 12 w 25"/>
                <a:gd name="T23" fmla="*/ 25 h 25"/>
                <a:gd name="T24" fmla="*/ 25 w 25"/>
                <a:gd name="T25" fmla="*/ 12 h 25"/>
                <a:gd name="T26" fmla="*/ 21 w 25"/>
                <a:gd name="T27" fmla="*/ 3 h 25"/>
                <a:gd name="T28" fmla="*/ 12 w 25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7" name="Freeform 419"/>
            <p:cNvSpPr>
              <a:spLocks noEditPoints="1"/>
            </p:cNvSpPr>
            <p:nvPr/>
          </p:nvSpPr>
          <p:spPr bwMode="auto">
            <a:xfrm flipV="1">
              <a:off x="2309814" y="4586286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8" name="Freeform 420"/>
            <p:cNvSpPr>
              <a:spLocks noEditPoints="1"/>
            </p:cNvSpPr>
            <p:nvPr/>
          </p:nvSpPr>
          <p:spPr bwMode="auto">
            <a:xfrm flipV="1">
              <a:off x="2136777" y="4368798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2 w 25"/>
                <a:gd name="T25" fmla="*/ 21 h 25"/>
                <a:gd name="T26" fmla="*/ 25 w 25"/>
                <a:gd name="T27" fmla="*/ 12 h 25"/>
                <a:gd name="T28" fmla="*/ 22 w 25"/>
                <a:gd name="T29" fmla="*/ 4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6"/>
                    <a:pt x="6" y="12"/>
                  </a:cubicBezTo>
                  <a:cubicBezTo>
                    <a:pt x="6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9" name="Freeform 421"/>
            <p:cNvSpPr>
              <a:spLocks noEditPoints="1"/>
            </p:cNvSpPr>
            <p:nvPr/>
          </p:nvSpPr>
          <p:spPr bwMode="auto">
            <a:xfrm flipV="1">
              <a:off x="2301877" y="4203699"/>
              <a:ext cx="104775" cy="104775"/>
            </a:xfrm>
            <a:custGeom>
              <a:avLst/>
              <a:gdLst>
                <a:gd name="T0" fmla="*/ 14 w 28"/>
                <a:gd name="T1" fmla="*/ 7 h 28"/>
                <a:gd name="T2" fmla="*/ 14 w 28"/>
                <a:gd name="T3" fmla="*/ 7 h 28"/>
                <a:gd name="T4" fmla="*/ 21 w 28"/>
                <a:gd name="T5" fmla="*/ 14 h 28"/>
                <a:gd name="T6" fmla="*/ 14 w 28"/>
                <a:gd name="T7" fmla="*/ 21 h 28"/>
                <a:gd name="T8" fmla="*/ 14 w 28"/>
                <a:gd name="T9" fmla="*/ 21 h 28"/>
                <a:gd name="T10" fmla="*/ 7 w 28"/>
                <a:gd name="T11" fmla="*/ 14 h 28"/>
                <a:gd name="T12" fmla="*/ 14 w 28"/>
                <a:gd name="T13" fmla="*/ 7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14 w 28"/>
                <a:gd name="T21" fmla="*/ 28 h 28"/>
                <a:gd name="T22" fmla="*/ 28 w 28"/>
                <a:gd name="T23" fmla="*/ 14 h 28"/>
                <a:gd name="T24" fmla="*/ 24 w 28"/>
                <a:gd name="T25" fmla="*/ 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8" y="7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4" y="7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10"/>
                    <a:pt x="27" y="7"/>
                    <a:pt x="24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0" name="Freeform 422"/>
            <p:cNvSpPr>
              <a:spLocks noEditPoints="1"/>
            </p:cNvSpPr>
            <p:nvPr/>
          </p:nvSpPr>
          <p:spPr bwMode="auto">
            <a:xfrm flipV="1">
              <a:off x="1765302" y="400049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2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5 h 25"/>
                <a:gd name="T16" fmla="*/ 12 w 25"/>
                <a:gd name="T17" fmla="*/ 0 h 25"/>
                <a:gd name="T18" fmla="*/ 12 w 25"/>
                <a:gd name="T19" fmla="*/ 0 h 25"/>
                <a:gd name="T20" fmla="*/ 3 w 25"/>
                <a:gd name="T21" fmla="*/ 4 h 25"/>
                <a:gd name="T22" fmla="*/ 0 w 25"/>
                <a:gd name="T23" fmla="*/ 12 h 25"/>
                <a:gd name="T24" fmla="*/ 3 w 25"/>
                <a:gd name="T25" fmla="*/ 21 h 25"/>
                <a:gd name="T26" fmla="*/ 12 w 25"/>
                <a:gd name="T27" fmla="*/ 25 h 25"/>
                <a:gd name="T28" fmla="*/ 25 w 25"/>
                <a:gd name="T29" fmla="*/ 12 h 25"/>
                <a:gd name="T30" fmla="*/ 12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1" name="Freeform 423"/>
            <p:cNvSpPr>
              <a:spLocks noEditPoints="1"/>
            </p:cNvSpPr>
            <p:nvPr/>
          </p:nvSpPr>
          <p:spPr bwMode="auto">
            <a:xfrm flipV="1">
              <a:off x="2009777" y="38544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0 w 25"/>
                <a:gd name="T15" fmla="*/ 13 h 25"/>
                <a:gd name="T16" fmla="*/ 4 w 25"/>
                <a:gd name="T17" fmla="*/ 21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20" y="9"/>
                    <a:pt x="20" y="13"/>
                  </a:cubicBezTo>
                  <a:cubicBezTo>
                    <a:pt x="20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4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2" name="Freeform 424"/>
            <p:cNvSpPr>
              <a:spLocks noEditPoints="1"/>
            </p:cNvSpPr>
            <p:nvPr/>
          </p:nvSpPr>
          <p:spPr bwMode="auto">
            <a:xfrm flipV="1">
              <a:off x="1563689" y="3813173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2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3" name="Freeform 425"/>
            <p:cNvSpPr>
              <a:spLocks/>
            </p:cNvSpPr>
            <p:nvPr/>
          </p:nvSpPr>
          <p:spPr bwMode="auto">
            <a:xfrm flipV="1">
              <a:off x="309564" y="5400674"/>
              <a:ext cx="2014537" cy="2251075"/>
            </a:xfrm>
            <a:custGeom>
              <a:avLst/>
              <a:gdLst>
                <a:gd name="T0" fmla="*/ 534 w 537"/>
                <a:gd name="T1" fmla="*/ 600 h 600"/>
                <a:gd name="T2" fmla="*/ 345 w 537"/>
                <a:gd name="T3" fmla="*/ 411 h 600"/>
                <a:gd name="T4" fmla="*/ 345 w 537"/>
                <a:gd name="T5" fmla="*/ 410 h 600"/>
                <a:gd name="T6" fmla="*/ 345 w 537"/>
                <a:gd name="T7" fmla="*/ 347 h 600"/>
                <a:gd name="T8" fmla="*/ 0 w 537"/>
                <a:gd name="T9" fmla="*/ 3 h 600"/>
                <a:gd name="T10" fmla="*/ 2 w 537"/>
                <a:gd name="T11" fmla="*/ 0 h 600"/>
                <a:gd name="T12" fmla="*/ 347 w 537"/>
                <a:gd name="T13" fmla="*/ 346 h 600"/>
                <a:gd name="T14" fmla="*/ 348 w 537"/>
                <a:gd name="T15" fmla="*/ 347 h 600"/>
                <a:gd name="T16" fmla="*/ 348 w 537"/>
                <a:gd name="T17" fmla="*/ 409 h 600"/>
                <a:gd name="T18" fmla="*/ 537 w 537"/>
                <a:gd name="T19" fmla="*/ 598 h 600"/>
                <a:gd name="T20" fmla="*/ 534 w 537"/>
                <a:gd name="T21" fmla="*/ 6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7" h="600">
                  <a:moveTo>
                    <a:pt x="534" y="600"/>
                  </a:moveTo>
                  <a:cubicBezTo>
                    <a:pt x="345" y="411"/>
                    <a:pt x="345" y="411"/>
                    <a:pt x="345" y="411"/>
                  </a:cubicBezTo>
                  <a:cubicBezTo>
                    <a:pt x="345" y="411"/>
                    <a:pt x="345" y="410"/>
                    <a:pt x="345" y="410"/>
                  </a:cubicBezTo>
                  <a:cubicBezTo>
                    <a:pt x="345" y="347"/>
                    <a:pt x="345" y="347"/>
                    <a:pt x="345" y="34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47" y="346"/>
                    <a:pt x="347" y="346"/>
                    <a:pt x="347" y="346"/>
                  </a:cubicBezTo>
                  <a:cubicBezTo>
                    <a:pt x="348" y="346"/>
                    <a:pt x="348" y="346"/>
                    <a:pt x="348" y="347"/>
                  </a:cubicBezTo>
                  <a:cubicBezTo>
                    <a:pt x="348" y="409"/>
                    <a:pt x="348" y="409"/>
                    <a:pt x="348" y="409"/>
                  </a:cubicBezTo>
                  <a:cubicBezTo>
                    <a:pt x="537" y="598"/>
                    <a:pt x="537" y="598"/>
                    <a:pt x="537" y="598"/>
                  </a:cubicBezTo>
                  <a:lnTo>
                    <a:pt x="534" y="6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4" name="Freeform 426"/>
            <p:cNvSpPr>
              <a:spLocks/>
            </p:cNvSpPr>
            <p:nvPr/>
          </p:nvSpPr>
          <p:spPr bwMode="auto">
            <a:xfrm flipV="1">
              <a:off x="246064" y="5026024"/>
              <a:ext cx="2446337" cy="2562225"/>
            </a:xfrm>
            <a:custGeom>
              <a:avLst/>
              <a:gdLst>
                <a:gd name="T0" fmla="*/ 652 w 652"/>
                <a:gd name="T1" fmla="*/ 683 h 683"/>
                <a:gd name="T2" fmla="*/ 613 w 652"/>
                <a:gd name="T3" fmla="*/ 683 h 683"/>
                <a:gd name="T4" fmla="*/ 612 w 652"/>
                <a:gd name="T5" fmla="*/ 682 h 683"/>
                <a:gd name="T6" fmla="*/ 335 w 652"/>
                <a:gd name="T7" fmla="*/ 405 h 683"/>
                <a:gd name="T8" fmla="*/ 335 w 652"/>
                <a:gd name="T9" fmla="*/ 404 h 683"/>
                <a:gd name="T10" fmla="*/ 335 w 652"/>
                <a:gd name="T11" fmla="*/ 337 h 683"/>
                <a:gd name="T12" fmla="*/ 0 w 652"/>
                <a:gd name="T13" fmla="*/ 2 h 683"/>
                <a:gd name="T14" fmla="*/ 2 w 652"/>
                <a:gd name="T15" fmla="*/ 0 h 683"/>
                <a:gd name="T16" fmla="*/ 338 w 652"/>
                <a:gd name="T17" fmla="*/ 335 h 683"/>
                <a:gd name="T18" fmla="*/ 338 w 652"/>
                <a:gd name="T19" fmla="*/ 336 h 683"/>
                <a:gd name="T20" fmla="*/ 338 w 652"/>
                <a:gd name="T21" fmla="*/ 403 h 683"/>
                <a:gd name="T22" fmla="*/ 614 w 652"/>
                <a:gd name="T23" fmla="*/ 679 h 683"/>
                <a:gd name="T24" fmla="*/ 652 w 652"/>
                <a:gd name="T25" fmla="*/ 679 h 683"/>
                <a:gd name="T26" fmla="*/ 652 w 652"/>
                <a:gd name="T27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2" h="683">
                  <a:moveTo>
                    <a:pt x="652" y="683"/>
                  </a:moveTo>
                  <a:cubicBezTo>
                    <a:pt x="613" y="683"/>
                    <a:pt x="613" y="683"/>
                    <a:pt x="613" y="683"/>
                  </a:cubicBezTo>
                  <a:cubicBezTo>
                    <a:pt x="613" y="683"/>
                    <a:pt x="612" y="682"/>
                    <a:pt x="612" y="682"/>
                  </a:cubicBezTo>
                  <a:cubicBezTo>
                    <a:pt x="335" y="405"/>
                    <a:pt x="335" y="405"/>
                    <a:pt x="335" y="405"/>
                  </a:cubicBezTo>
                  <a:cubicBezTo>
                    <a:pt x="335" y="405"/>
                    <a:pt x="335" y="404"/>
                    <a:pt x="335" y="404"/>
                  </a:cubicBezTo>
                  <a:cubicBezTo>
                    <a:pt x="335" y="337"/>
                    <a:pt x="335" y="337"/>
                    <a:pt x="335" y="3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38" y="335"/>
                    <a:pt x="338" y="335"/>
                    <a:pt x="338" y="335"/>
                  </a:cubicBezTo>
                  <a:cubicBezTo>
                    <a:pt x="338" y="335"/>
                    <a:pt x="338" y="335"/>
                    <a:pt x="338" y="336"/>
                  </a:cubicBezTo>
                  <a:cubicBezTo>
                    <a:pt x="338" y="403"/>
                    <a:pt x="338" y="403"/>
                    <a:pt x="338" y="403"/>
                  </a:cubicBezTo>
                  <a:cubicBezTo>
                    <a:pt x="614" y="679"/>
                    <a:pt x="614" y="679"/>
                    <a:pt x="614" y="679"/>
                  </a:cubicBezTo>
                  <a:cubicBezTo>
                    <a:pt x="652" y="679"/>
                    <a:pt x="652" y="679"/>
                    <a:pt x="652" y="679"/>
                  </a:cubicBezTo>
                  <a:lnTo>
                    <a:pt x="652" y="68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5" name="Freeform 427"/>
            <p:cNvSpPr>
              <a:spLocks/>
            </p:cNvSpPr>
            <p:nvPr/>
          </p:nvSpPr>
          <p:spPr bwMode="auto">
            <a:xfrm flipV="1">
              <a:off x="174627" y="5929311"/>
              <a:ext cx="1257300" cy="1598613"/>
            </a:xfrm>
            <a:custGeom>
              <a:avLst/>
              <a:gdLst>
                <a:gd name="T0" fmla="*/ 335 w 335"/>
                <a:gd name="T1" fmla="*/ 426 h 426"/>
                <a:gd name="T2" fmla="*/ 328 w 335"/>
                <a:gd name="T3" fmla="*/ 426 h 426"/>
                <a:gd name="T4" fmla="*/ 328 w 335"/>
                <a:gd name="T5" fmla="*/ 333 h 426"/>
                <a:gd name="T6" fmla="*/ 0 w 335"/>
                <a:gd name="T7" fmla="*/ 5 h 426"/>
                <a:gd name="T8" fmla="*/ 5 w 335"/>
                <a:gd name="T9" fmla="*/ 0 h 426"/>
                <a:gd name="T10" fmla="*/ 334 w 335"/>
                <a:gd name="T11" fmla="*/ 329 h 426"/>
                <a:gd name="T12" fmla="*/ 335 w 335"/>
                <a:gd name="T13" fmla="*/ 332 h 426"/>
                <a:gd name="T14" fmla="*/ 335 w 335"/>
                <a:gd name="T15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" h="426">
                  <a:moveTo>
                    <a:pt x="335" y="426"/>
                  </a:moveTo>
                  <a:cubicBezTo>
                    <a:pt x="328" y="426"/>
                    <a:pt x="328" y="426"/>
                    <a:pt x="328" y="426"/>
                  </a:cubicBezTo>
                  <a:cubicBezTo>
                    <a:pt x="328" y="333"/>
                    <a:pt x="328" y="333"/>
                    <a:pt x="328" y="33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34" y="329"/>
                    <a:pt x="334" y="329"/>
                    <a:pt x="334" y="329"/>
                  </a:cubicBezTo>
                  <a:cubicBezTo>
                    <a:pt x="334" y="330"/>
                    <a:pt x="335" y="331"/>
                    <a:pt x="335" y="332"/>
                  </a:cubicBezTo>
                  <a:lnTo>
                    <a:pt x="335" y="4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6" name="Freeform 428"/>
            <p:cNvSpPr>
              <a:spLocks/>
            </p:cNvSpPr>
            <p:nvPr/>
          </p:nvSpPr>
          <p:spPr bwMode="auto">
            <a:xfrm flipV="1">
              <a:off x="106364" y="6226173"/>
              <a:ext cx="984250" cy="1227138"/>
            </a:xfrm>
            <a:custGeom>
              <a:avLst/>
              <a:gdLst>
                <a:gd name="T0" fmla="*/ 259 w 262"/>
                <a:gd name="T1" fmla="*/ 327 h 327"/>
                <a:gd name="T2" fmla="*/ 259 w 262"/>
                <a:gd name="T3" fmla="*/ 261 h 327"/>
                <a:gd name="T4" fmla="*/ 0 w 262"/>
                <a:gd name="T5" fmla="*/ 3 h 327"/>
                <a:gd name="T6" fmla="*/ 3 w 262"/>
                <a:gd name="T7" fmla="*/ 0 h 327"/>
                <a:gd name="T8" fmla="*/ 262 w 262"/>
                <a:gd name="T9" fmla="*/ 259 h 327"/>
                <a:gd name="T10" fmla="*/ 262 w 262"/>
                <a:gd name="T11" fmla="*/ 260 h 327"/>
                <a:gd name="T12" fmla="*/ 262 w 262"/>
                <a:gd name="T13" fmla="*/ 327 h 327"/>
                <a:gd name="T14" fmla="*/ 259 w 262"/>
                <a:gd name="T15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2" h="327">
                  <a:moveTo>
                    <a:pt x="259" y="327"/>
                  </a:moveTo>
                  <a:cubicBezTo>
                    <a:pt x="259" y="261"/>
                    <a:pt x="259" y="261"/>
                    <a:pt x="259" y="26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62" y="259"/>
                    <a:pt x="262" y="259"/>
                    <a:pt x="262" y="259"/>
                  </a:cubicBezTo>
                  <a:cubicBezTo>
                    <a:pt x="262" y="259"/>
                    <a:pt x="262" y="260"/>
                    <a:pt x="262" y="260"/>
                  </a:cubicBezTo>
                  <a:cubicBezTo>
                    <a:pt x="262" y="327"/>
                    <a:pt x="262" y="327"/>
                    <a:pt x="262" y="327"/>
                  </a:cubicBezTo>
                  <a:lnTo>
                    <a:pt x="259" y="327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7" name="Freeform 429"/>
            <p:cNvSpPr>
              <a:spLocks/>
            </p:cNvSpPr>
            <p:nvPr/>
          </p:nvSpPr>
          <p:spPr bwMode="auto">
            <a:xfrm flipV="1">
              <a:off x="-406398" y="5899149"/>
              <a:ext cx="1593850" cy="1685925"/>
            </a:xfrm>
            <a:custGeom>
              <a:avLst/>
              <a:gdLst>
                <a:gd name="T0" fmla="*/ 423 w 425"/>
                <a:gd name="T1" fmla="*/ 449 h 449"/>
                <a:gd name="T2" fmla="*/ 272 w 425"/>
                <a:gd name="T3" fmla="*/ 299 h 449"/>
                <a:gd name="T4" fmla="*/ 272 w 425"/>
                <a:gd name="T5" fmla="*/ 297 h 449"/>
                <a:gd name="T6" fmla="*/ 272 w 425"/>
                <a:gd name="T7" fmla="*/ 285 h 449"/>
                <a:gd name="T8" fmla="*/ 272 w 425"/>
                <a:gd name="T9" fmla="*/ 284 h 449"/>
                <a:gd name="T10" fmla="*/ 304 w 425"/>
                <a:gd name="T11" fmla="*/ 252 h 449"/>
                <a:gd name="T12" fmla="*/ 304 w 425"/>
                <a:gd name="T13" fmla="*/ 237 h 449"/>
                <a:gd name="T14" fmla="*/ 217 w 425"/>
                <a:gd name="T15" fmla="*/ 151 h 449"/>
                <a:gd name="T16" fmla="*/ 207 w 425"/>
                <a:gd name="T17" fmla="*/ 151 h 449"/>
                <a:gd name="T18" fmla="*/ 200 w 425"/>
                <a:gd name="T19" fmla="*/ 158 h 449"/>
                <a:gd name="T20" fmla="*/ 200 w 425"/>
                <a:gd name="T21" fmla="*/ 168 h 449"/>
                <a:gd name="T22" fmla="*/ 232 w 425"/>
                <a:gd name="T23" fmla="*/ 199 h 449"/>
                <a:gd name="T24" fmla="*/ 232 w 425"/>
                <a:gd name="T25" fmla="*/ 201 h 449"/>
                <a:gd name="T26" fmla="*/ 232 w 425"/>
                <a:gd name="T27" fmla="*/ 209 h 449"/>
                <a:gd name="T28" fmla="*/ 232 w 425"/>
                <a:gd name="T29" fmla="*/ 211 h 449"/>
                <a:gd name="T30" fmla="*/ 226 w 425"/>
                <a:gd name="T31" fmla="*/ 216 h 449"/>
                <a:gd name="T32" fmla="*/ 225 w 425"/>
                <a:gd name="T33" fmla="*/ 216 h 449"/>
                <a:gd name="T34" fmla="*/ 225 w 425"/>
                <a:gd name="T35" fmla="*/ 216 h 449"/>
                <a:gd name="T36" fmla="*/ 215 w 425"/>
                <a:gd name="T37" fmla="*/ 216 h 449"/>
                <a:gd name="T38" fmla="*/ 214 w 425"/>
                <a:gd name="T39" fmla="*/ 216 h 449"/>
                <a:gd name="T40" fmla="*/ 0 w 425"/>
                <a:gd name="T41" fmla="*/ 2 h 449"/>
                <a:gd name="T42" fmla="*/ 2 w 425"/>
                <a:gd name="T43" fmla="*/ 0 h 449"/>
                <a:gd name="T44" fmla="*/ 216 w 425"/>
                <a:gd name="T45" fmla="*/ 213 h 449"/>
                <a:gd name="T46" fmla="*/ 225 w 425"/>
                <a:gd name="T47" fmla="*/ 213 h 449"/>
                <a:gd name="T48" fmla="*/ 229 w 425"/>
                <a:gd name="T49" fmla="*/ 209 h 449"/>
                <a:gd name="T50" fmla="*/ 229 w 425"/>
                <a:gd name="T51" fmla="*/ 201 h 449"/>
                <a:gd name="T52" fmla="*/ 197 w 425"/>
                <a:gd name="T53" fmla="*/ 170 h 449"/>
                <a:gd name="T54" fmla="*/ 197 w 425"/>
                <a:gd name="T55" fmla="*/ 169 h 449"/>
                <a:gd name="T56" fmla="*/ 197 w 425"/>
                <a:gd name="T57" fmla="*/ 157 h 449"/>
                <a:gd name="T58" fmla="*/ 197 w 425"/>
                <a:gd name="T59" fmla="*/ 156 h 449"/>
                <a:gd name="T60" fmla="*/ 205 w 425"/>
                <a:gd name="T61" fmla="*/ 148 h 449"/>
                <a:gd name="T62" fmla="*/ 206 w 425"/>
                <a:gd name="T63" fmla="*/ 148 h 449"/>
                <a:gd name="T64" fmla="*/ 206 w 425"/>
                <a:gd name="T65" fmla="*/ 148 h 449"/>
                <a:gd name="T66" fmla="*/ 218 w 425"/>
                <a:gd name="T67" fmla="*/ 148 h 449"/>
                <a:gd name="T68" fmla="*/ 219 w 425"/>
                <a:gd name="T69" fmla="*/ 148 h 449"/>
                <a:gd name="T70" fmla="*/ 307 w 425"/>
                <a:gd name="T71" fmla="*/ 235 h 449"/>
                <a:gd name="T72" fmla="*/ 307 w 425"/>
                <a:gd name="T73" fmla="*/ 237 h 449"/>
                <a:gd name="T74" fmla="*/ 307 w 425"/>
                <a:gd name="T75" fmla="*/ 253 h 449"/>
                <a:gd name="T76" fmla="*/ 307 w 425"/>
                <a:gd name="T77" fmla="*/ 254 h 449"/>
                <a:gd name="T78" fmla="*/ 275 w 425"/>
                <a:gd name="T79" fmla="*/ 286 h 449"/>
                <a:gd name="T80" fmla="*/ 275 w 425"/>
                <a:gd name="T81" fmla="*/ 297 h 449"/>
                <a:gd name="T82" fmla="*/ 425 w 425"/>
                <a:gd name="T83" fmla="*/ 447 h 449"/>
                <a:gd name="T84" fmla="*/ 423 w 425"/>
                <a:gd name="T8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5" h="449">
                  <a:moveTo>
                    <a:pt x="423" y="449"/>
                  </a:moveTo>
                  <a:cubicBezTo>
                    <a:pt x="272" y="299"/>
                    <a:pt x="272" y="299"/>
                    <a:pt x="272" y="299"/>
                  </a:cubicBezTo>
                  <a:cubicBezTo>
                    <a:pt x="272" y="298"/>
                    <a:pt x="272" y="298"/>
                    <a:pt x="272" y="297"/>
                  </a:cubicBezTo>
                  <a:cubicBezTo>
                    <a:pt x="272" y="285"/>
                    <a:pt x="272" y="285"/>
                    <a:pt x="272" y="285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304" y="252"/>
                    <a:pt x="304" y="252"/>
                    <a:pt x="304" y="252"/>
                  </a:cubicBezTo>
                  <a:cubicBezTo>
                    <a:pt x="304" y="237"/>
                    <a:pt x="304" y="237"/>
                    <a:pt x="304" y="237"/>
                  </a:cubicBezTo>
                  <a:cubicBezTo>
                    <a:pt x="217" y="151"/>
                    <a:pt x="217" y="151"/>
                    <a:pt x="217" y="151"/>
                  </a:cubicBezTo>
                  <a:cubicBezTo>
                    <a:pt x="207" y="151"/>
                    <a:pt x="207" y="151"/>
                    <a:pt x="207" y="151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32" y="199"/>
                    <a:pt x="232" y="199"/>
                    <a:pt x="232" y="199"/>
                  </a:cubicBezTo>
                  <a:cubicBezTo>
                    <a:pt x="232" y="200"/>
                    <a:pt x="232" y="200"/>
                    <a:pt x="232" y="201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10"/>
                    <a:pt x="232" y="210"/>
                    <a:pt x="232" y="211"/>
                  </a:cubicBezTo>
                  <a:cubicBezTo>
                    <a:pt x="226" y="216"/>
                    <a:pt x="226" y="216"/>
                    <a:pt x="226" y="216"/>
                  </a:cubicBezTo>
                  <a:cubicBezTo>
                    <a:pt x="226" y="216"/>
                    <a:pt x="226" y="216"/>
                    <a:pt x="225" y="216"/>
                  </a:cubicBezTo>
                  <a:cubicBezTo>
                    <a:pt x="225" y="216"/>
                    <a:pt x="225" y="216"/>
                    <a:pt x="225" y="216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6"/>
                    <a:pt x="214" y="216"/>
                    <a:pt x="214" y="2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6" y="213"/>
                    <a:pt x="216" y="213"/>
                    <a:pt x="216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9" y="209"/>
                    <a:pt x="229" y="209"/>
                    <a:pt x="229" y="209"/>
                  </a:cubicBezTo>
                  <a:cubicBezTo>
                    <a:pt x="229" y="201"/>
                    <a:pt x="229" y="201"/>
                    <a:pt x="229" y="201"/>
                  </a:cubicBezTo>
                  <a:cubicBezTo>
                    <a:pt x="197" y="170"/>
                    <a:pt x="197" y="170"/>
                    <a:pt x="197" y="170"/>
                  </a:cubicBezTo>
                  <a:cubicBezTo>
                    <a:pt x="197" y="170"/>
                    <a:pt x="197" y="169"/>
                    <a:pt x="197" y="169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7" y="157"/>
                    <a:pt x="197" y="156"/>
                    <a:pt x="197" y="156"/>
                  </a:cubicBezTo>
                  <a:cubicBezTo>
                    <a:pt x="205" y="148"/>
                    <a:pt x="205" y="148"/>
                    <a:pt x="205" y="148"/>
                  </a:cubicBezTo>
                  <a:cubicBezTo>
                    <a:pt x="205" y="148"/>
                    <a:pt x="206" y="148"/>
                    <a:pt x="206" y="148"/>
                  </a:cubicBezTo>
                  <a:cubicBezTo>
                    <a:pt x="206" y="148"/>
                    <a:pt x="206" y="148"/>
                    <a:pt x="206" y="148"/>
                  </a:cubicBezTo>
                  <a:cubicBezTo>
                    <a:pt x="218" y="148"/>
                    <a:pt x="218" y="148"/>
                    <a:pt x="218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307" y="235"/>
                    <a:pt x="307" y="235"/>
                    <a:pt x="307" y="235"/>
                  </a:cubicBezTo>
                  <a:cubicBezTo>
                    <a:pt x="307" y="236"/>
                    <a:pt x="307" y="236"/>
                    <a:pt x="307" y="237"/>
                  </a:cubicBezTo>
                  <a:cubicBezTo>
                    <a:pt x="307" y="253"/>
                    <a:pt x="307" y="253"/>
                    <a:pt x="307" y="253"/>
                  </a:cubicBezTo>
                  <a:cubicBezTo>
                    <a:pt x="307" y="253"/>
                    <a:pt x="307" y="254"/>
                    <a:pt x="307" y="254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97"/>
                    <a:pt x="275" y="297"/>
                    <a:pt x="275" y="297"/>
                  </a:cubicBezTo>
                  <a:cubicBezTo>
                    <a:pt x="425" y="447"/>
                    <a:pt x="425" y="447"/>
                    <a:pt x="425" y="447"/>
                  </a:cubicBezTo>
                  <a:lnTo>
                    <a:pt x="423" y="44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8" name="Freeform 430"/>
            <p:cNvSpPr>
              <a:spLocks/>
            </p:cNvSpPr>
            <p:nvPr/>
          </p:nvSpPr>
          <p:spPr bwMode="auto">
            <a:xfrm flipV="1">
              <a:off x="-485773" y="5243511"/>
              <a:ext cx="2663825" cy="2292350"/>
            </a:xfrm>
            <a:custGeom>
              <a:avLst/>
              <a:gdLst>
                <a:gd name="T0" fmla="*/ 710 w 710"/>
                <a:gd name="T1" fmla="*/ 611 h 611"/>
                <a:gd name="T2" fmla="*/ 700 w 710"/>
                <a:gd name="T3" fmla="*/ 611 h 611"/>
                <a:gd name="T4" fmla="*/ 700 w 710"/>
                <a:gd name="T5" fmla="*/ 596 h 611"/>
                <a:gd name="T6" fmla="*/ 586 w 710"/>
                <a:gd name="T7" fmla="*/ 482 h 611"/>
                <a:gd name="T8" fmla="*/ 447 w 710"/>
                <a:gd name="T9" fmla="*/ 482 h 611"/>
                <a:gd name="T10" fmla="*/ 443 w 710"/>
                <a:gd name="T11" fmla="*/ 480 h 611"/>
                <a:gd name="T12" fmla="*/ 221 w 710"/>
                <a:gd name="T13" fmla="*/ 258 h 611"/>
                <a:gd name="T14" fmla="*/ 219 w 710"/>
                <a:gd name="T15" fmla="*/ 254 h 611"/>
                <a:gd name="T16" fmla="*/ 219 w 710"/>
                <a:gd name="T17" fmla="*/ 227 h 611"/>
                <a:gd name="T18" fmla="*/ 0 w 710"/>
                <a:gd name="T19" fmla="*/ 7 h 611"/>
                <a:gd name="T20" fmla="*/ 7 w 710"/>
                <a:gd name="T21" fmla="*/ 0 h 611"/>
                <a:gd name="T22" fmla="*/ 228 w 710"/>
                <a:gd name="T23" fmla="*/ 221 h 611"/>
                <a:gd name="T24" fmla="*/ 229 w 710"/>
                <a:gd name="T25" fmla="*/ 225 h 611"/>
                <a:gd name="T26" fmla="*/ 229 w 710"/>
                <a:gd name="T27" fmla="*/ 252 h 611"/>
                <a:gd name="T28" fmla="*/ 449 w 710"/>
                <a:gd name="T29" fmla="*/ 472 h 611"/>
                <a:gd name="T30" fmla="*/ 588 w 710"/>
                <a:gd name="T31" fmla="*/ 472 h 611"/>
                <a:gd name="T32" fmla="*/ 591 w 710"/>
                <a:gd name="T33" fmla="*/ 473 h 611"/>
                <a:gd name="T34" fmla="*/ 709 w 710"/>
                <a:gd name="T35" fmla="*/ 591 h 611"/>
                <a:gd name="T36" fmla="*/ 710 w 710"/>
                <a:gd name="T37" fmla="*/ 594 h 611"/>
                <a:gd name="T38" fmla="*/ 710 w 71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0" h="611">
                  <a:moveTo>
                    <a:pt x="710" y="611"/>
                  </a:moveTo>
                  <a:cubicBezTo>
                    <a:pt x="700" y="611"/>
                    <a:pt x="700" y="611"/>
                    <a:pt x="700" y="611"/>
                  </a:cubicBezTo>
                  <a:cubicBezTo>
                    <a:pt x="700" y="596"/>
                    <a:pt x="700" y="596"/>
                    <a:pt x="700" y="596"/>
                  </a:cubicBezTo>
                  <a:cubicBezTo>
                    <a:pt x="586" y="482"/>
                    <a:pt x="586" y="482"/>
                    <a:pt x="586" y="482"/>
                  </a:cubicBezTo>
                  <a:cubicBezTo>
                    <a:pt x="447" y="482"/>
                    <a:pt x="447" y="482"/>
                    <a:pt x="447" y="482"/>
                  </a:cubicBezTo>
                  <a:cubicBezTo>
                    <a:pt x="445" y="482"/>
                    <a:pt x="444" y="481"/>
                    <a:pt x="443" y="480"/>
                  </a:cubicBezTo>
                  <a:cubicBezTo>
                    <a:pt x="221" y="258"/>
                    <a:pt x="221" y="258"/>
                    <a:pt x="221" y="258"/>
                  </a:cubicBezTo>
                  <a:cubicBezTo>
                    <a:pt x="220" y="257"/>
                    <a:pt x="219" y="256"/>
                    <a:pt x="219" y="254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28" y="221"/>
                    <a:pt x="228" y="221"/>
                    <a:pt x="228" y="221"/>
                  </a:cubicBezTo>
                  <a:cubicBezTo>
                    <a:pt x="229" y="222"/>
                    <a:pt x="229" y="223"/>
                    <a:pt x="229" y="225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449" y="472"/>
                    <a:pt x="449" y="472"/>
                    <a:pt x="449" y="472"/>
                  </a:cubicBezTo>
                  <a:cubicBezTo>
                    <a:pt x="588" y="472"/>
                    <a:pt x="588" y="472"/>
                    <a:pt x="588" y="472"/>
                  </a:cubicBezTo>
                  <a:cubicBezTo>
                    <a:pt x="589" y="472"/>
                    <a:pt x="590" y="472"/>
                    <a:pt x="591" y="473"/>
                  </a:cubicBezTo>
                  <a:cubicBezTo>
                    <a:pt x="709" y="591"/>
                    <a:pt x="709" y="591"/>
                    <a:pt x="709" y="591"/>
                  </a:cubicBezTo>
                  <a:cubicBezTo>
                    <a:pt x="710" y="591"/>
                    <a:pt x="710" y="593"/>
                    <a:pt x="710" y="594"/>
                  </a:cubicBezTo>
                  <a:lnTo>
                    <a:pt x="71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9" name="Freeform 431"/>
            <p:cNvSpPr>
              <a:spLocks/>
            </p:cNvSpPr>
            <p:nvPr/>
          </p:nvSpPr>
          <p:spPr bwMode="auto">
            <a:xfrm flipV="1">
              <a:off x="-565148" y="4995861"/>
              <a:ext cx="2871787" cy="2484438"/>
            </a:xfrm>
            <a:custGeom>
              <a:avLst/>
              <a:gdLst>
                <a:gd name="T0" fmla="*/ 738 w 765"/>
                <a:gd name="T1" fmla="*/ 662 h 662"/>
                <a:gd name="T2" fmla="*/ 737 w 765"/>
                <a:gd name="T3" fmla="*/ 662 h 662"/>
                <a:gd name="T4" fmla="*/ 566 w 765"/>
                <a:gd name="T5" fmla="*/ 490 h 662"/>
                <a:gd name="T6" fmla="*/ 459 w 765"/>
                <a:gd name="T7" fmla="*/ 490 h 662"/>
                <a:gd name="T8" fmla="*/ 457 w 765"/>
                <a:gd name="T9" fmla="*/ 490 h 662"/>
                <a:gd name="T10" fmla="*/ 218 w 765"/>
                <a:gd name="T11" fmla="*/ 251 h 662"/>
                <a:gd name="T12" fmla="*/ 217 w 765"/>
                <a:gd name="T13" fmla="*/ 249 h 662"/>
                <a:gd name="T14" fmla="*/ 217 w 765"/>
                <a:gd name="T15" fmla="*/ 221 h 662"/>
                <a:gd name="T16" fmla="*/ 0 w 765"/>
                <a:gd name="T17" fmla="*/ 3 h 662"/>
                <a:gd name="T18" fmla="*/ 3 w 765"/>
                <a:gd name="T19" fmla="*/ 0 h 662"/>
                <a:gd name="T20" fmla="*/ 220 w 765"/>
                <a:gd name="T21" fmla="*/ 219 h 662"/>
                <a:gd name="T22" fmla="*/ 221 w 765"/>
                <a:gd name="T23" fmla="*/ 220 h 662"/>
                <a:gd name="T24" fmla="*/ 221 w 765"/>
                <a:gd name="T25" fmla="*/ 249 h 662"/>
                <a:gd name="T26" fmla="*/ 459 w 765"/>
                <a:gd name="T27" fmla="*/ 487 h 662"/>
                <a:gd name="T28" fmla="*/ 567 w 765"/>
                <a:gd name="T29" fmla="*/ 487 h 662"/>
                <a:gd name="T30" fmla="*/ 568 w 765"/>
                <a:gd name="T31" fmla="*/ 488 h 662"/>
                <a:gd name="T32" fmla="*/ 739 w 765"/>
                <a:gd name="T33" fmla="*/ 659 h 662"/>
                <a:gd name="T34" fmla="*/ 765 w 765"/>
                <a:gd name="T35" fmla="*/ 659 h 662"/>
                <a:gd name="T36" fmla="*/ 765 w 765"/>
                <a:gd name="T37" fmla="*/ 662 h 662"/>
                <a:gd name="T38" fmla="*/ 738 w 765"/>
                <a:gd name="T39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5" h="662">
                  <a:moveTo>
                    <a:pt x="738" y="662"/>
                  </a:moveTo>
                  <a:cubicBezTo>
                    <a:pt x="738" y="662"/>
                    <a:pt x="737" y="662"/>
                    <a:pt x="737" y="662"/>
                  </a:cubicBezTo>
                  <a:cubicBezTo>
                    <a:pt x="566" y="490"/>
                    <a:pt x="566" y="490"/>
                    <a:pt x="566" y="490"/>
                  </a:cubicBezTo>
                  <a:cubicBezTo>
                    <a:pt x="459" y="490"/>
                    <a:pt x="459" y="490"/>
                    <a:pt x="459" y="490"/>
                  </a:cubicBezTo>
                  <a:cubicBezTo>
                    <a:pt x="458" y="490"/>
                    <a:pt x="458" y="490"/>
                    <a:pt x="457" y="490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8" y="250"/>
                    <a:pt x="217" y="250"/>
                    <a:pt x="217" y="249"/>
                  </a:cubicBezTo>
                  <a:cubicBezTo>
                    <a:pt x="217" y="221"/>
                    <a:pt x="217" y="221"/>
                    <a:pt x="217" y="2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1" y="219"/>
                    <a:pt x="221" y="219"/>
                    <a:pt x="221" y="220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459" y="487"/>
                    <a:pt x="459" y="487"/>
                    <a:pt x="459" y="487"/>
                  </a:cubicBezTo>
                  <a:cubicBezTo>
                    <a:pt x="567" y="487"/>
                    <a:pt x="567" y="487"/>
                    <a:pt x="567" y="487"/>
                  </a:cubicBezTo>
                  <a:cubicBezTo>
                    <a:pt x="567" y="487"/>
                    <a:pt x="568" y="487"/>
                    <a:pt x="568" y="488"/>
                  </a:cubicBezTo>
                  <a:cubicBezTo>
                    <a:pt x="739" y="659"/>
                    <a:pt x="739" y="659"/>
                    <a:pt x="739" y="659"/>
                  </a:cubicBezTo>
                  <a:cubicBezTo>
                    <a:pt x="765" y="659"/>
                    <a:pt x="765" y="659"/>
                    <a:pt x="765" y="659"/>
                  </a:cubicBezTo>
                  <a:cubicBezTo>
                    <a:pt x="765" y="662"/>
                    <a:pt x="765" y="662"/>
                    <a:pt x="765" y="662"/>
                  </a:cubicBezTo>
                  <a:lnTo>
                    <a:pt x="738" y="6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0" name="Freeform 432"/>
            <p:cNvSpPr>
              <a:spLocks/>
            </p:cNvSpPr>
            <p:nvPr/>
          </p:nvSpPr>
          <p:spPr bwMode="auto">
            <a:xfrm flipV="1">
              <a:off x="-642936" y="4679949"/>
              <a:ext cx="3379787" cy="2759075"/>
            </a:xfrm>
            <a:custGeom>
              <a:avLst/>
              <a:gdLst>
                <a:gd name="T0" fmla="*/ 901 w 901"/>
                <a:gd name="T1" fmla="*/ 735 h 735"/>
                <a:gd name="T2" fmla="*/ 897 w 901"/>
                <a:gd name="T3" fmla="*/ 735 h 735"/>
                <a:gd name="T4" fmla="*/ 897 w 901"/>
                <a:gd name="T5" fmla="*/ 700 h 735"/>
                <a:gd name="T6" fmla="*/ 868 w 901"/>
                <a:gd name="T7" fmla="*/ 671 h 735"/>
                <a:gd name="T8" fmla="*/ 835 w 901"/>
                <a:gd name="T9" fmla="*/ 671 h 735"/>
                <a:gd name="T10" fmla="*/ 825 w 901"/>
                <a:gd name="T11" fmla="*/ 681 h 735"/>
                <a:gd name="T12" fmla="*/ 824 w 901"/>
                <a:gd name="T13" fmla="*/ 681 h 735"/>
                <a:gd name="T14" fmla="*/ 761 w 901"/>
                <a:gd name="T15" fmla="*/ 681 h 735"/>
                <a:gd name="T16" fmla="*/ 760 w 901"/>
                <a:gd name="T17" fmla="*/ 681 h 735"/>
                <a:gd name="T18" fmla="*/ 588 w 901"/>
                <a:gd name="T19" fmla="*/ 509 h 735"/>
                <a:gd name="T20" fmla="*/ 474 w 901"/>
                <a:gd name="T21" fmla="*/ 509 h 735"/>
                <a:gd name="T22" fmla="*/ 473 w 901"/>
                <a:gd name="T23" fmla="*/ 508 h 735"/>
                <a:gd name="T24" fmla="*/ 212 w 901"/>
                <a:gd name="T25" fmla="*/ 247 h 735"/>
                <a:gd name="T26" fmla="*/ 212 w 901"/>
                <a:gd name="T27" fmla="*/ 246 h 735"/>
                <a:gd name="T28" fmla="*/ 212 w 901"/>
                <a:gd name="T29" fmla="*/ 215 h 735"/>
                <a:gd name="T30" fmla="*/ 0 w 901"/>
                <a:gd name="T31" fmla="*/ 2 h 735"/>
                <a:gd name="T32" fmla="*/ 2 w 901"/>
                <a:gd name="T33" fmla="*/ 0 h 735"/>
                <a:gd name="T34" fmla="*/ 215 w 901"/>
                <a:gd name="T35" fmla="*/ 213 h 735"/>
                <a:gd name="T36" fmla="*/ 215 w 901"/>
                <a:gd name="T37" fmla="*/ 214 h 735"/>
                <a:gd name="T38" fmla="*/ 215 w 901"/>
                <a:gd name="T39" fmla="*/ 245 h 735"/>
                <a:gd name="T40" fmla="*/ 475 w 901"/>
                <a:gd name="T41" fmla="*/ 505 h 735"/>
                <a:gd name="T42" fmla="*/ 589 w 901"/>
                <a:gd name="T43" fmla="*/ 505 h 735"/>
                <a:gd name="T44" fmla="*/ 590 w 901"/>
                <a:gd name="T45" fmla="*/ 506 h 735"/>
                <a:gd name="T46" fmla="*/ 762 w 901"/>
                <a:gd name="T47" fmla="*/ 678 h 735"/>
                <a:gd name="T48" fmla="*/ 823 w 901"/>
                <a:gd name="T49" fmla="*/ 678 h 735"/>
                <a:gd name="T50" fmla="*/ 833 w 901"/>
                <a:gd name="T51" fmla="*/ 668 h 735"/>
                <a:gd name="T52" fmla="*/ 834 w 901"/>
                <a:gd name="T53" fmla="*/ 667 h 735"/>
                <a:gd name="T54" fmla="*/ 869 w 901"/>
                <a:gd name="T55" fmla="*/ 667 h 735"/>
                <a:gd name="T56" fmla="*/ 870 w 901"/>
                <a:gd name="T57" fmla="*/ 668 h 735"/>
                <a:gd name="T58" fmla="*/ 900 w 901"/>
                <a:gd name="T59" fmla="*/ 698 h 735"/>
                <a:gd name="T60" fmla="*/ 901 w 901"/>
                <a:gd name="T61" fmla="*/ 699 h 735"/>
                <a:gd name="T62" fmla="*/ 901 w 901"/>
                <a:gd name="T63" fmla="*/ 735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1" h="735">
                  <a:moveTo>
                    <a:pt x="901" y="735"/>
                  </a:moveTo>
                  <a:cubicBezTo>
                    <a:pt x="897" y="735"/>
                    <a:pt x="897" y="735"/>
                    <a:pt x="897" y="735"/>
                  </a:cubicBezTo>
                  <a:cubicBezTo>
                    <a:pt x="897" y="700"/>
                    <a:pt x="897" y="700"/>
                    <a:pt x="897" y="700"/>
                  </a:cubicBezTo>
                  <a:cubicBezTo>
                    <a:pt x="868" y="671"/>
                    <a:pt x="868" y="671"/>
                    <a:pt x="868" y="671"/>
                  </a:cubicBezTo>
                  <a:cubicBezTo>
                    <a:pt x="835" y="671"/>
                    <a:pt x="835" y="671"/>
                    <a:pt x="835" y="671"/>
                  </a:cubicBezTo>
                  <a:cubicBezTo>
                    <a:pt x="825" y="681"/>
                    <a:pt x="825" y="681"/>
                    <a:pt x="825" y="681"/>
                  </a:cubicBezTo>
                  <a:cubicBezTo>
                    <a:pt x="825" y="681"/>
                    <a:pt x="824" y="681"/>
                    <a:pt x="824" y="681"/>
                  </a:cubicBezTo>
                  <a:cubicBezTo>
                    <a:pt x="761" y="681"/>
                    <a:pt x="761" y="681"/>
                    <a:pt x="761" y="681"/>
                  </a:cubicBezTo>
                  <a:cubicBezTo>
                    <a:pt x="761" y="681"/>
                    <a:pt x="760" y="681"/>
                    <a:pt x="760" y="681"/>
                  </a:cubicBezTo>
                  <a:cubicBezTo>
                    <a:pt x="588" y="509"/>
                    <a:pt x="588" y="509"/>
                    <a:pt x="588" y="509"/>
                  </a:cubicBezTo>
                  <a:cubicBezTo>
                    <a:pt x="474" y="509"/>
                    <a:pt x="474" y="509"/>
                    <a:pt x="474" y="509"/>
                  </a:cubicBezTo>
                  <a:cubicBezTo>
                    <a:pt x="474" y="509"/>
                    <a:pt x="474" y="509"/>
                    <a:pt x="473" y="508"/>
                  </a:cubicBezTo>
                  <a:cubicBezTo>
                    <a:pt x="212" y="247"/>
                    <a:pt x="212" y="247"/>
                    <a:pt x="212" y="247"/>
                  </a:cubicBezTo>
                  <a:cubicBezTo>
                    <a:pt x="212" y="247"/>
                    <a:pt x="212" y="247"/>
                    <a:pt x="212" y="246"/>
                  </a:cubicBezTo>
                  <a:cubicBezTo>
                    <a:pt x="212" y="215"/>
                    <a:pt x="212" y="215"/>
                    <a:pt x="212" y="21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3"/>
                    <a:pt x="215" y="214"/>
                    <a:pt x="215" y="214"/>
                  </a:cubicBezTo>
                  <a:cubicBezTo>
                    <a:pt x="215" y="245"/>
                    <a:pt x="215" y="245"/>
                    <a:pt x="215" y="245"/>
                  </a:cubicBezTo>
                  <a:cubicBezTo>
                    <a:pt x="475" y="505"/>
                    <a:pt x="475" y="505"/>
                    <a:pt x="475" y="505"/>
                  </a:cubicBezTo>
                  <a:cubicBezTo>
                    <a:pt x="589" y="505"/>
                    <a:pt x="589" y="505"/>
                    <a:pt x="589" y="505"/>
                  </a:cubicBezTo>
                  <a:cubicBezTo>
                    <a:pt x="589" y="505"/>
                    <a:pt x="590" y="506"/>
                    <a:pt x="590" y="506"/>
                  </a:cubicBezTo>
                  <a:cubicBezTo>
                    <a:pt x="762" y="678"/>
                    <a:pt x="762" y="678"/>
                    <a:pt x="762" y="678"/>
                  </a:cubicBezTo>
                  <a:cubicBezTo>
                    <a:pt x="823" y="678"/>
                    <a:pt x="823" y="678"/>
                    <a:pt x="823" y="678"/>
                  </a:cubicBezTo>
                  <a:cubicBezTo>
                    <a:pt x="833" y="668"/>
                    <a:pt x="833" y="668"/>
                    <a:pt x="833" y="668"/>
                  </a:cubicBezTo>
                  <a:cubicBezTo>
                    <a:pt x="833" y="668"/>
                    <a:pt x="834" y="667"/>
                    <a:pt x="834" y="667"/>
                  </a:cubicBezTo>
                  <a:cubicBezTo>
                    <a:pt x="869" y="667"/>
                    <a:pt x="869" y="667"/>
                    <a:pt x="869" y="667"/>
                  </a:cubicBezTo>
                  <a:cubicBezTo>
                    <a:pt x="869" y="667"/>
                    <a:pt x="870" y="668"/>
                    <a:pt x="870" y="668"/>
                  </a:cubicBezTo>
                  <a:cubicBezTo>
                    <a:pt x="900" y="698"/>
                    <a:pt x="900" y="698"/>
                    <a:pt x="900" y="698"/>
                  </a:cubicBezTo>
                  <a:cubicBezTo>
                    <a:pt x="900" y="698"/>
                    <a:pt x="901" y="699"/>
                    <a:pt x="901" y="699"/>
                  </a:cubicBezTo>
                  <a:lnTo>
                    <a:pt x="901" y="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1" name="Freeform 433"/>
            <p:cNvSpPr>
              <a:spLocks/>
            </p:cNvSpPr>
            <p:nvPr/>
          </p:nvSpPr>
          <p:spPr bwMode="auto">
            <a:xfrm flipV="1">
              <a:off x="-430211" y="4500561"/>
              <a:ext cx="3001962" cy="2413000"/>
            </a:xfrm>
            <a:custGeom>
              <a:avLst/>
              <a:gdLst>
                <a:gd name="T0" fmla="*/ 797 w 800"/>
                <a:gd name="T1" fmla="*/ 643 h 643"/>
                <a:gd name="T2" fmla="*/ 797 w 800"/>
                <a:gd name="T3" fmla="*/ 609 h 643"/>
                <a:gd name="T4" fmla="*/ 767 w 800"/>
                <a:gd name="T5" fmla="*/ 579 h 643"/>
                <a:gd name="T6" fmla="*/ 693 w 800"/>
                <a:gd name="T7" fmla="*/ 579 h 643"/>
                <a:gd name="T8" fmla="*/ 692 w 800"/>
                <a:gd name="T9" fmla="*/ 578 h 643"/>
                <a:gd name="T10" fmla="*/ 518 w 800"/>
                <a:gd name="T11" fmla="*/ 404 h 643"/>
                <a:gd name="T12" fmla="*/ 402 w 800"/>
                <a:gd name="T13" fmla="*/ 404 h 643"/>
                <a:gd name="T14" fmla="*/ 401 w 800"/>
                <a:gd name="T15" fmla="*/ 404 h 643"/>
                <a:gd name="T16" fmla="*/ 0 w 800"/>
                <a:gd name="T17" fmla="*/ 2 h 643"/>
                <a:gd name="T18" fmla="*/ 2 w 800"/>
                <a:gd name="T19" fmla="*/ 0 h 643"/>
                <a:gd name="T20" fmla="*/ 403 w 800"/>
                <a:gd name="T21" fmla="*/ 401 h 643"/>
                <a:gd name="T22" fmla="*/ 519 w 800"/>
                <a:gd name="T23" fmla="*/ 401 h 643"/>
                <a:gd name="T24" fmla="*/ 520 w 800"/>
                <a:gd name="T25" fmla="*/ 401 h 643"/>
                <a:gd name="T26" fmla="*/ 694 w 800"/>
                <a:gd name="T27" fmla="*/ 575 h 643"/>
                <a:gd name="T28" fmla="*/ 767 w 800"/>
                <a:gd name="T29" fmla="*/ 575 h 643"/>
                <a:gd name="T30" fmla="*/ 768 w 800"/>
                <a:gd name="T31" fmla="*/ 576 h 643"/>
                <a:gd name="T32" fmla="*/ 800 w 800"/>
                <a:gd name="T33" fmla="*/ 607 h 643"/>
                <a:gd name="T34" fmla="*/ 800 w 800"/>
                <a:gd name="T35" fmla="*/ 608 h 643"/>
                <a:gd name="T36" fmla="*/ 800 w 800"/>
                <a:gd name="T37" fmla="*/ 643 h 643"/>
                <a:gd name="T38" fmla="*/ 797 w 800"/>
                <a:gd name="T39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0" h="643">
                  <a:moveTo>
                    <a:pt x="797" y="643"/>
                  </a:moveTo>
                  <a:cubicBezTo>
                    <a:pt x="797" y="609"/>
                    <a:pt x="797" y="609"/>
                    <a:pt x="797" y="609"/>
                  </a:cubicBezTo>
                  <a:cubicBezTo>
                    <a:pt x="767" y="579"/>
                    <a:pt x="767" y="579"/>
                    <a:pt x="767" y="579"/>
                  </a:cubicBezTo>
                  <a:cubicBezTo>
                    <a:pt x="693" y="579"/>
                    <a:pt x="693" y="579"/>
                    <a:pt x="693" y="579"/>
                  </a:cubicBezTo>
                  <a:cubicBezTo>
                    <a:pt x="693" y="579"/>
                    <a:pt x="692" y="579"/>
                    <a:pt x="692" y="578"/>
                  </a:cubicBezTo>
                  <a:cubicBezTo>
                    <a:pt x="518" y="404"/>
                    <a:pt x="518" y="404"/>
                    <a:pt x="518" y="404"/>
                  </a:cubicBezTo>
                  <a:cubicBezTo>
                    <a:pt x="402" y="404"/>
                    <a:pt x="402" y="404"/>
                    <a:pt x="402" y="404"/>
                  </a:cubicBezTo>
                  <a:cubicBezTo>
                    <a:pt x="402" y="404"/>
                    <a:pt x="401" y="404"/>
                    <a:pt x="401" y="40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519" y="401"/>
                    <a:pt x="519" y="401"/>
                    <a:pt x="519" y="401"/>
                  </a:cubicBezTo>
                  <a:cubicBezTo>
                    <a:pt x="519" y="401"/>
                    <a:pt x="519" y="401"/>
                    <a:pt x="520" y="401"/>
                  </a:cubicBezTo>
                  <a:cubicBezTo>
                    <a:pt x="694" y="575"/>
                    <a:pt x="694" y="575"/>
                    <a:pt x="694" y="575"/>
                  </a:cubicBezTo>
                  <a:cubicBezTo>
                    <a:pt x="767" y="575"/>
                    <a:pt x="767" y="575"/>
                    <a:pt x="767" y="575"/>
                  </a:cubicBezTo>
                  <a:cubicBezTo>
                    <a:pt x="768" y="575"/>
                    <a:pt x="768" y="576"/>
                    <a:pt x="768" y="576"/>
                  </a:cubicBezTo>
                  <a:cubicBezTo>
                    <a:pt x="800" y="607"/>
                    <a:pt x="800" y="607"/>
                    <a:pt x="800" y="607"/>
                  </a:cubicBezTo>
                  <a:cubicBezTo>
                    <a:pt x="800" y="607"/>
                    <a:pt x="800" y="608"/>
                    <a:pt x="800" y="608"/>
                  </a:cubicBezTo>
                  <a:cubicBezTo>
                    <a:pt x="800" y="643"/>
                    <a:pt x="800" y="643"/>
                    <a:pt x="800" y="643"/>
                  </a:cubicBezTo>
                  <a:lnTo>
                    <a:pt x="797" y="64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2" name="Freeform 434"/>
            <p:cNvSpPr>
              <a:spLocks/>
            </p:cNvSpPr>
            <p:nvPr/>
          </p:nvSpPr>
          <p:spPr bwMode="auto">
            <a:xfrm flipV="1">
              <a:off x="-538161" y="4627561"/>
              <a:ext cx="2859087" cy="2176463"/>
            </a:xfrm>
            <a:custGeom>
              <a:avLst/>
              <a:gdLst>
                <a:gd name="T0" fmla="*/ 720 w 762"/>
                <a:gd name="T1" fmla="*/ 580 h 580"/>
                <a:gd name="T2" fmla="*/ 719 w 762"/>
                <a:gd name="T3" fmla="*/ 580 h 580"/>
                <a:gd name="T4" fmla="*/ 549 w 762"/>
                <a:gd name="T5" fmla="*/ 410 h 580"/>
                <a:gd name="T6" fmla="*/ 409 w 762"/>
                <a:gd name="T7" fmla="*/ 410 h 580"/>
                <a:gd name="T8" fmla="*/ 407 w 762"/>
                <a:gd name="T9" fmla="*/ 410 h 580"/>
                <a:gd name="T10" fmla="*/ 0 w 762"/>
                <a:gd name="T11" fmla="*/ 2 h 580"/>
                <a:gd name="T12" fmla="*/ 2 w 762"/>
                <a:gd name="T13" fmla="*/ 0 h 580"/>
                <a:gd name="T14" fmla="*/ 409 w 762"/>
                <a:gd name="T15" fmla="*/ 407 h 580"/>
                <a:gd name="T16" fmla="*/ 550 w 762"/>
                <a:gd name="T17" fmla="*/ 407 h 580"/>
                <a:gd name="T18" fmla="*/ 551 w 762"/>
                <a:gd name="T19" fmla="*/ 407 h 580"/>
                <a:gd name="T20" fmla="*/ 721 w 762"/>
                <a:gd name="T21" fmla="*/ 577 h 580"/>
                <a:gd name="T22" fmla="*/ 762 w 762"/>
                <a:gd name="T23" fmla="*/ 577 h 580"/>
                <a:gd name="T24" fmla="*/ 762 w 762"/>
                <a:gd name="T25" fmla="*/ 580 h 580"/>
                <a:gd name="T26" fmla="*/ 720 w 762"/>
                <a:gd name="T27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580">
                  <a:moveTo>
                    <a:pt x="720" y="580"/>
                  </a:moveTo>
                  <a:cubicBezTo>
                    <a:pt x="720" y="580"/>
                    <a:pt x="720" y="580"/>
                    <a:pt x="719" y="580"/>
                  </a:cubicBezTo>
                  <a:cubicBezTo>
                    <a:pt x="549" y="410"/>
                    <a:pt x="549" y="410"/>
                    <a:pt x="549" y="410"/>
                  </a:cubicBezTo>
                  <a:cubicBezTo>
                    <a:pt x="409" y="410"/>
                    <a:pt x="409" y="410"/>
                    <a:pt x="409" y="410"/>
                  </a:cubicBezTo>
                  <a:cubicBezTo>
                    <a:pt x="408" y="410"/>
                    <a:pt x="408" y="410"/>
                    <a:pt x="407" y="4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9" y="407"/>
                    <a:pt x="409" y="407"/>
                    <a:pt x="409" y="407"/>
                  </a:cubicBezTo>
                  <a:cubicBezTo>
                    <a:pt x="550" y="407"/>
                    <a:pt x="550" y="407"/>
                    <a:pt x="550" y="407"/>
                  </a:cubicBezTo>
                  <a:cubicBezTo>
                    <a:pt x="550" y="407"/>
                    <a:pt x="551" y="407"/>
                    <a:pt x="551" y="407"/>
                  </a:cubicBezTo>
                  <a:cubicBezTo>
                    <a:pt x="721" y="577"/>
                    <a:pt x="721" y="577"/>
                    <a:pt x="721" y="577"/>
                  </a:cubicBezTo>
                  <a:cubicBezTo>
                    <a:pt x="762" y="577"/>
                    <a:pt x="762" y="577"/>
                    <a:pt x="762" y="577"/>
                  </a:cubicBezTo>
                  <a:cubicBezTo>
                    <a:pt x="762" y="580"/>
                    <a:pt x="762" y="580"/>
                    <a:pt x="762" y="580"/>
                  </a:cubicBezTo>
                  <a:lnTo>
                    <a:pt x="720" y="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3" name="Freeform 435"/>
            <p:cNvSpPr>
              <a:spLocks/>
            </p:cNvSpPr>
            <p:nvPr/>
          </p:nvSpPr>
          <p:spPr bwMode="auto">
            <a:xfrm flipV="1">
              <a:off x="-639761" y="4435473"/>
              <a:ext cx="2806700" cy="2271713"/>
            </a:xfrm>
            <a:custGeom>
              <a:avLst/>
              <a:gdLst>
                <a:gd name="T0" fmla="*/ 745 w 748"/>
                <a:gd name="T1" fmla="*/ 605 h 605"/>
                <a:gd name="T2" fmla="*/ 683 w 748"/>
                <a:gd name="T3" fmla="*/ 543 h 605"/>
                <a:gd name="T4" fmla="*/ 637 w 748"/>
                <a:gd name="T5" fmla="*/ 543 h 605"/>
                <a:gd name="T6" fmla="*/ 635 w 748"/>
                <a:gd name="T7" fmla="*/ 543 h 605"/>
                <a:gd name="T8" fmla="*/ 512 w 748"/>
                <a:gd name="T9" fmla="*/ 419 h 605"/>
                <a:gd name="T10" fmla="*/ 375 w 748"/>
                <a:gd name="T11" fmla="*/ 419 h 605"/>
                <a:gd name="T12" fmla="*/ 374 w 748"/>
                <a:gd name="T13" fmla="*/ 419 h 605"/>
                <a:gd name="T14" fmla="*/ 341 w 748"/>
                <a:gd name="T15" fmla="*/ 386 h 605"/>
                <a:gd name="T16" fmla="*/ 340 w 748"/>
                <a:gd name="T17" fmla="*/ 385 h 605"/>
                <a:gd name="T18" fmla="*/ 340 w 748"/>
                <a:gd name="T19" fmla="*/ 343 h 605"/>
                <a:gd name="T20" fmla="*/ 0 w 748"/>
                <a:gd name="T21" fmla="*/ 3 h 605"/>
                <a:gd name="T22" fmla="*/ 3 w 748"/>
                <a:gd name="T23" fmla="*/ 0 h 605"/>
                <a:gd name="T24" fmla="*/ 343 w 748"/>
                <a:gd name="T25" fmla="*/ 341 h 605"/>
                <a:gd name="T26" fmla="*/ 344 w 748"/>
                <a:gd name="T27" fmla="*/ 342 h 605"/>
                <a:gd name="T28" fmla="*/ 344 w 748"/>
                <a:gd name="T29" fmla="*/ 384 h 605"/>
                <a:gd name="T30" fmla="*/ 376 w 748"/>
                <a:gd name="T31" fmla="*/ 416 h 605"/>
                <a:gd name="T32" fmla="*/ 513 w 748"/>
                <a:gd name="T33" fmla="*/ 416 h 605"/>
                <a:gd name="T34" fmla="*/ 514 w 748"/>
                <a:gd name="T35" fmla="*/ 417 h 605"/>
                <a:gd name="T36" fmla="*/ 637 w 748"/>
                <a:gd name="T37" fmla="*/ 540 h 605"/>
                <a:gd name="T38" fmla="*/ 683 w 748"/>
                <a:gd name="T39" fmla="*/ 540 h 605"/>
                <a:gd name="T40" fmla="*/ 685 w 748"/>
                <a:gd name="T41" fmla="*/ 540 h 605"/>
                <a:gd name="T42" fmla="*/ 748 w 748"/>
                <a:gd name="T43" fmla="*/ 603 h 605"/>
                <a:gd name="T44" fmla="*/ 745 w 748"/>
                <a:gd name="T45" fmla="*/ 60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8" h="605">
                  <a:moveTo>
                    <a:pt x="745" y="605"/>
                  </a:moveTo>
                  <a:cubicBezTo>
                    <a:pt x="683" y="543"/>
                    <a:pt x="683" y="543"/>
                    <a:pt x="683" y="543"/>
                  </a:cubicBezTo>
                  <a:cubicBezTo>
                    <a:pt x="637" y="543"/>
                    <a:pt x="637" y="543"/>
                    <a:pt x="637" y="543"/>
                  </a:cubicBezTo>
                  <a:cubicBezTo>
                    <a:pt x="636" y="543"/>
                    <a:pt x="636" y="543"/>
                    <a:pt x="635" y="543"/>
                  </a:cubicBezTo>
                  <a:cubicBezTo>
                    <a:pt x="512" y="419"/>
                    <a:pt x="512" y="419"/>
                    <a:pt x="512" y="419"/>
                  </a:cubicBezTo>
                  <a:cubicBezTo>
                    <a:pt x="375" y="419"/>
                    <a:pt x="375" y="419"/>
                    <a:pt x="375" y="419"/>
                  </a:cubicBezTo>
                  <a:cubicBezTo>
                    <a:pt x="375" y="419"/>
                    <a:pt x="374" y="419"/>
                    <a:pt x="374" y="419"/>
                  </a:cubicBezTo>
                  <a:cubicBezTo>
                    <a:pt x="341" y="386"/>
                    <a:pt x="341" y="386"/>
                    <a:pt x="341" y="386"/>
                  </a:cubicBezTo>
                  <a:cubicBezTo>
                    <a:pt x="341" y="386"/>
                    <a:pt x="340" y="385"/>
                    <a:pt x="340" y="385"/>
                  </a:cubicBezTo>
                  <a:cubicBezTo>
                    <a:pt x="340" y="343"/>
                    <a:pt x="340" y="343"/>
                    <a:pt x="340" y="34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3" y="341"/>
                    <a:pt x="343" y="341"/>
                    <a:pt x="343" y="341"/>
                  </a:cubicBezTo>
                  <a:cubicBezTo>
                    <a:pt x="344" y="341"/>
                    <a:pt x="344" y="342"/>
                    <a:pt x="344" y="342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76" y="416"/>
                    <a:pt x="376" y="416"/>
                    <a:pt x="376" y="416"/>
                  </a:cubicBezTo>
                  <a:cubicBezTo>
                    <a:pt x="513" y="416"/>
                    <a:pt x="513" y="416"/>
                    <a:pt x="513" y="416"/>
                  </a:cubicBezTo>
                  <a:cubicBezTo>
                    <a:pt x="513" y="416"/>
                    <a:pt x="514" y="416"/>
                    <a:pt x="514" y="417"/>
                  </a:cubicBezTo>
                  <a:cubicBezTo>
                    <a:pt x="637" y="540"/>
                    <a:pt x="637" y="540"/>
                    <a:pt x="637" y="540"/>
                  </a:cubicBezTo>
                  <a:cubicBezTo>
                    <a:pt x="683" y="540"/>
                    <a:pt x="683" y="540"/>
                    <a:pt x="683" y="540"/>
                  </a:cubicBezTo>
                  <a:cubicBezTo>
                    <a:pt x="684" y="540"/>
                    <a:pt x="684" y="540"/>
                    <a:pt x="685" y="540"/>
                  </a:cubicBezTo>
                  <a:cubicBezTo>
                    <a:pt x="748" y="603"/>
                    <a:pt x="748" y="603"/>
                    <a:pt x="748" y="603"/>
                  </a:cubicBezTo>
                  <a:lnTo>
                    <a:pt x="745" y="605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4" name="Freeform 436"/>
            <p:cNvSpPr>
              <a:spLocks/>
            </p:cNvSpPr>
            <p:nvPr/>
          </p:nvSpPr>
          <p:spPr bwMode="auto">
            <a:xfrm flipV="1">
              <a:off x="-835023" y="4233861"/>
              <a:ext cx="3152775" cy="2292350"/>
            </a:xfrm>
            <a:custGeom>
              <a:avLst/>
              <a:gdLst>
                <a:gd name="T0" fmla="*/ 840 w 840"/>
                <a:gd name="T1" fmla="*/ 611 h 611"/>
                <a:gd name="T2" fmla="*/ 800 w 840"/>
                <a:gd name="T3" fmla="*/ 611 h 611"/>
                <a:gd name="T4" fmla="*/ 796 w 840"/>
                <a:gd name="T5" fmla="*/ 609 h 611"/>
                <a:gd name="T6" fmla="*/ 718 w 840"/>
                <a:gd name="T7" fmla="*/ 531 h 611"/>
                <a:gd name="T8" fmla="*/ 665 w 840"/>
                <a:gd name="T9" fmla="*/ 531 h 611"/>
                <a:gd name="T10" fmla="*/ 661 w 840"/>
                <a:gd name="T11" fmla="*/ 530 h 611"/>
                <a:gd name="T12" fmla="*/ 542 w 840"/>
                <a:gd name="T13" fmla="*/ 410 h 611"/>
                <a:gd name="T14" fmla="*/ 405 w 840"/>
                <a:gd name="T15" fmla="*/ 410 h 611"/>
                <a:gd name="T16" fmla="*/ 402 w 840"/>
                <a:gd name="T17" fmla="*/ 409 h 611"/>
                <a:gd name="T18" fmla="*/ 0 w 840"/>
                <a:gd name="T19" fmla="*/ 7 h 611"/>
                <a:gd name="T20" fmla="*/ 7 w 840"/>
                <a:gd name="T21" fmla="*/ 0 h 611"/>
                <a:gd name="T22" fmla="*/ 407 w 840"/>
                <a:gd name="T23" fmla="*/ 400 h 611"/>
                <a:gd name="T24" fmla="*/ 544 w 840"/>
                <a:gd name="T25" fmla="*/ 400 h 611"/>
                <a:gd name="T26" fmla="*/ 548 w 840"/>
                <a:gd name="T27" fmla="*/ 401 h 611"/>
                <a:gd name="T28" fmla="*/ 667 w 840"/>
                <a:gd name="T29" fmla="*/ 521 h 611"/>
                <a:gd name="T30" fmla="*/ 721 w 840"/>
                <a:gd name="T31" fmla="*/ 521 h 611"/>
                <a:gd name="T32" fmla="*/ 724 w 840"/>
                <a:gd name="T33" fmla="*/ 522 h 611"/>
                <a:gd name="T34" fmla="*/ 802 w 840"/>
                <a:gd name="T35" fmla="*/ 600 h 611"/>
                <a:gd name="T36" fmla="*/ 840 w 840"/>
                <a:gd name="T37" fmla="*/ 600 h 611"/>
                <a:gd name="T38" fmla="*/ 840 w 84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40" h="611">
                  <a:moveTo>
                    <a:pt x="840" y="611"/>
                  </a:moveTo>
                  <a:cubicBezTo>
                    <a:pt x="800" y="611"/>
                    <a:pt x="800" y="611"/>
                    <a:pt x="800" y="611"/>
                  </a:cubicBezTo>
                  <a:cubicBezTo>
                    <a:pt x="799" y="611"/>
                    <a:pt x="797" y="610"/>
                    <a:pt x="796" y="609"/>
                  </a:cubicBezTo>
                  <a:cubicBezTo>
                    <a:pt x="718" y="531"/>
                    <a:pt x="718" y="531"/>
                    <a:pt x="718" y="531"/>
                  </a:cubicBezTo>
                  <a:cubicBezTo>
                    <a:pt x="665" y="531"/>
                    <a:pt x="665" y="531"/>
                    <a:pt x="665" y="531"/>
                  </a:cubicBezTo>
                  <a:cubicBezTo>
                    <a:pt x="664" y="531"/>
                    <a:pt x="662" y="531"/>
                    <a:pt x="661" y="530"/>
                  </a:cubicBezTo>
                  <a:cubicBezTo>
                    <a:pt x="542" y="410"/>
                    <a:pt x="542" y="410"/>
                    <a:pt x="542" y="410"/>
                  </a:cubicBezTo>
                  <a:cubicBezTo>
                    <a:pt x="405" y="410"/>
                    <a:pt x="405" y="410"/>
                    <a:pt x="405" y="410"/>
                  </a:cubicBezTo>
                  <a:cubicBezTo>
                    <a:pt x="404" y="410"/>
                    <a:pt x="403" y="410"/>
                    <a:pt x="402" y="40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07" y="400"/>
                    <a:pt x="407" y="400"/>
                    <a:pt x="407" y="400"/>
                  </a:cubicBezTo>
                  <a:cubicBezTo>
                    <a:pt x="544" y="400"/>
                    <a:pt x="544" y="400"/>
                    <a:pt x="544" y="400"/>
                  </a:cubicBezTo>
                  <a:cubicBezTo>
                    <a:pt x="545" y="400"/>
                    <a:pt x="547" y="400"/>
                    <a:pt x="548" y="401"/>
                  </a:cubicBezTo>
                  <a:cubicBezTo>
                    <a:pt x="667" y="521"/>
                    <a:pt x="667" y="521"/>
                    <a:pt x="667" y="521"/>
                  </a:cubicBezTo>
                  <a:cubicBezTo>
                    <a:pt x="721" y="521"/>
                    <a:pt x="721" y="521"/>
                    <a:pt x="721" y="521"/>
                  </a:cubicBezTo>
                  <a:cubicBezTo>
                    <a:pt x="722" y="521"/>
                    <a:pt x="723" y="521"/>
                    <a:pt x="724" y="522"/>
                  </a:cubicBezTo>
                  <a:cubicBezTo>
                    <a:pt x="802" y="600"/>
                    <a:pt x="802" y="600"/>
                    <a:pt x="802" y="600"/>
                  </a:cubicBezTo>
                  <a:cubicBezTo>
                    <a:pt x="840" y="600"/>
                    <a:pt x="840" y="600"/>
                    <a:pt x="840" y="600"/>
                  </a:cubicBezTo>
                  <a:lnTo>
                    <a:pt x="84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5" name="Freeform 437"/>
            <p:cNvSpPr>
              <a:spLocks/>
            </p:cNvSpPr>
            <p:nvPr/>
          </p:nvSpPr>
          <p:spPr bwMode="auto">
            <a:xfrm flipV="1">
              <a:off x="-1131886" y="4090986"/>
              <a:ext cx="2949575" cy="2120900"/>
            </a:xfrm>
            <a:custGeom>
              <a:avLst/>
              <a:gdLst>
                <a:gd name="T0" fmla="*/ 786 w 786"/>
                <a:gd name="T1" fmla="*/ 565 h 565"/>
                <a:gd name="T2" fmla="*/ 782 w 786"/>
                <a:gd name="T3" fmla="*/ 565 h 565"/>
                <a:gd name="T4" fmla="*/ 782 w 786"/>
                <a:gd name="T5" fmla="*/ 517 h 565"/>
                <a:gd name="T6" fmla="*/ 621 w 786"/>
                <a:gd name="T7" fmla="*/ 356 h 565"/>
                <a:gd name="T8" fmla="*/ 354 w 786"/>
                <a:gd name="T9" fmla="*/ 356 h 565"/>
                <a:gd name="T10" fmla="*/ 353 w 786"/>
                <a:gd name="T11" fmla="*/ 355 h 565"/>
                <a:gd name="T12" fmla="*/ 0 w 786"/>
                <a:gd name="T13" fmla="*/ 2 h 565"/>
                <a:gd name="T14" fmla="*/ 2 w 786"/>
                <a:gd name="T15" fmla="*/ 0 h 565"/>
                <a:gd name="T16" fmla="*/ 355 w 786"/>
                <a:gd name="T17" fmla="*/ 352 h 565"/>
                <a:gd name="T18" fmla="*/ 622 w 786"/>
                <a:gd name="T19" fmla="*/ 352 h 565"/>
                <a:gd name="T20" fmla="*/ 623 w 786"/>
                <a:gd name="T21" fmla="*/ 353 h 565"/>
                <a:gd name="T22" fmla="*/ 785 w 786"/>
                <a:gd name="T23" fmla="*/ 515 h 565"/>
                <a:gd name="T24" fmla="*/ 786 w 786"/>
                <a:gd name="T25" fmla="*/ 516 h 565"/>
                <a:gd name="T26" fmla="*/ 786 w 786"/>
                <a:gd name="T27" fmla="*/ 565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6" h="565">
                  <a:moveTo>
                    <a:pt x="786" y="565"/>
                  </a:moveTo>
                  <a:cubicBezTo>
                    <a:pt x="782" y="565"/>
                    <a:pt x="782" y="565"/>
                    <a:pt x="782" y="565"/>
                  </a:cubicBezTo>
                  <a:cubicBezTo>
                    <a:pt x="782" y="517"/>
                    <a:pt x="782" y="517"/>
                    <a:pt x="782" y="517"/>
                  </a:cubicBezTo>
                  <a:cubicBezTo>
                    <a:pt x="621" y="356"/>
                    <a:pt x="621" y="356"/>
                    <a:pt x="621" y="356"/>
                  </a:cubicBezTo>
                  <a:cubicBezTo>
                    <a:pt x="354" y="356"/>
                    <a:pt x="354" y="356"/>
                    <a:pt x="354" y="356"/>
                  </a:cubicBezTo>
                  <a:cubicBezTo>
                    <a:pt x="354" y="356"/>
                    <a:pt x="354" y="356"/>
                    <a:pt x="353" y="35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55" y="352"/>
                    <a:pt x="355" y="352"/>
                    <a:pt x="355" y="352"/>
                  </a:cubicBezTo>
                  <a:cubicBezTo>
                    <a:pt x="622" y="352"/>
                    <a:pt x="622" y="352"/>
                    <a:pt x="622" y="352"/>
                  </a:cubicBezTo>
                  <a:cubicBezTo>
                    <a:pt x="622" y="352"/>
                    <a:pt x="623" y="353"/>
                    <a:pt x="623" y="353"/>
                  </a:cubicBezTo>
                  <a:cubicBezTo>
                    <a:pt x="785" y="515"/>
                    <a:pt x="785" y="515"/>
                    <a:pt x="785" y="515"/>
                  </a:cubicBezTo>
                  <a:cubicBezTo>
                    <a:pt x="786" y="515"/>
                    <a:pt x="786" y="516"/>
                    <a:pt x="786" y="516"/>
                  </a:cubicBezTo>
                  <a:lnTo>
                    <a:pt x="786" y="5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6" name="Freeform 438"/>
            <p:cNvSpPr>
              <a:spLocks/>
            </p:cNvSpPr>
            <p:nvPr/>
          </p:nvSpPr>
          <p:spPr bwMode="auto">
            <a:xfrm flipV="1">
              <a:off x="-1330323" y="3827461"/>
              <a:ext cx="3370262" cy="2189163"/>
            </a:xfrm>
            <a:custGeom>
              <a:avLst/>
              <a:gdLst>
                <a:gd name="T0" fmla="*/ 843 w 898"/>
                <a:gd name="T1" fmla="*/ 583 h 583"/>
                <a:gd name="T2" fmla="*/ 842 w 898"/>
                <a:gd name="T3" fmla="*/ 582 h 583"/>
                <a:gd name="T4" fmla="*/ 753 w 898"/>
                <a:gd name="T5" fmla="*/ 493 h 583"/>
                <a:gd name="T6" fmla="*/ 752 w 898"/>
                <a:gd name="T7" fmla="*/ 492 h 583"/>
                <a:gd name="T8" fmla="*/ 752 w 898"/>
                <a:gd name="T9" fmla="*/ 428 h 583"/>
                <a:gd name="T10" fmla="*/ 666 w 898"/>
                <a:gd name="T11" fmla="*/ 342 h 583"/>
                <a:gd name="T12" fmla="*/ 341 w 898"/>
                <a:gd name="T13" fmla="*/ 342 h 583"/>
                <a:gd name="T14" fmla="*/ 339 w 898"/>
                <a:gd name="T15" fmla="*/ 342 h 583"/>
                <a:gd name="T16" fmla="*/ 0 w 898"/>
                <a:gd name="T17" fmla="*/ 3 h 583"/>
                <a:gd name="T18" fmla="*/ 3 w 898"/>
                <a:gd name="T19" fmla="*/ 0 h 583"/>
                <a:gd name="T20" fmla="*/ 341 w 898"/>
                <a:gd name="T21" fmla="*/ 339 h 583"/>
                <a:gd name="T22" fmla="*/ 666 w 898"/>
                <a:gd name="T23" fmla="*/ 339 h 583"/>
                <a:gd name="T24" fmla="*/ 668 w 898"/>
                <a:gd name="T25" fmla="*/ 339 h 583"/>
                <a:gd name="T26" fmla="*/ 755 w 898"/>
                <a:gd name="T27" fmla="*/ 426 h 583"/>
                <a:gd name="T28" fmla="*/ 755 w 898"/>
                <a:gd name="T29" fmla="*/ 428 h 583"/>
                <a:gd name="T30" fmla="*/ 755 w 898"/>
                <a:gd name="T31" fmla="*/ 491 h 583"/>
                <a:gd name="T32" fmla="*/ 844 w 898"/>
                <a:gd name="T33" fmla="*/ 579 h 583"/>
                <a:gd name="T34" fmla="*/ 886 w 898"/>
                <a:gd name="T35" fmla="*/ 579 h 583"/>
                <a:gd name="T36" fmla="*/ 895 w 898"/>
                <a:gd name="T37" fmla="*/ 570 h 583"/>
                <a:gd name="T38" fmla="*/ 898 w 898"/>
                <a:gd name="T39" fmla="*/ 572 h 583"/>
                <a:gd name="T40" fmla="*/ 888 w 898"/>
                <a:gd name="T41" fmla="*/ 582 h 583"/>
                <a:gd name="T42" fmla="*/ 887 w 898"/>
                <a:gd name="T43" fmla="*/ 583 h 583"/>
                <a:gd name="T44" fmla="*/ 843 w 898"/>
                <a:gd name="T45" fmla="*/ 58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583">
                  <a:moveTo>
                    <a:pt x="843" y="583"/>
                  </a:moveTo>
                  <a:cubicBezTo>
                    <a:pt x="842" y="583"/>
                    <a:pt x="842" y="583"/>
                    <a:pt x="842" y="582"/>
                  </a:cubicBezTo>
                  <a:cubicBezTo>
                    <a:pt x="753" y="493"/>
                    <a:pt x="753" y="493"/>
                    <a:pt x="753" y="493"/>
                  </a:cubicBezTo>
                  <a:cubicBezTo>
                    <a:pt x="752" y="493"/>
                    <a:pt x="752" y="492"/>
                    <a:pt x="752" y="492"/>
                  </a:cubicBezTo>
                  <a:cubicBezTo>
                    <a:pt x="752" y="428"/>
                    <a:pt x="752" y="428"/>
                    <a:pt x="752" y="428"/>
                  </a:cubicBezTo>
                  <a:cubicBezTo>
                    <a:pt x="666" y="342"/>
                    <a:pt x="666" y="342"/>
                    <a:pt x="666" y="342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0" y="342"/>
                    <a:pt x="340" y="342"/>
                    <a:pt x="339" y="34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1" y="339"/>
                    <a:pt x="341" y="339"/>
                    <a:pt x="341" y="339"/>
                  </a:cubicBezTo>
                  <a:cubicBezTo>
                    <a:pt x="666" y="339"/>
                    <a:pt x="666" y="339"/>
                    <a:pt x="666" y="339"/>
                  </a:cubicBezTo>
                  <a:cubicBezTo>
                    <a:pt x="667" y="339"/>
                    <a:pt x="667" y="339"/>
                    <a:pt x="668" y="339"/>
                  </a:cubicBezTo>
                  <a:cubicBezTo>
                    <a:pt x="755" y="426"/>
                    <a:pt x="755" y="426"/>
                    <a:pt x="755" y="426"/>
                  </a:cubicBezTo>
                  <a:cubicBezTo>
                    <a:pt x="755" y="427"/>
                    <a:pt x="755" y="427"/>
                    <a:pt x="755" y="428"/>
                  </a:cubicBezTo>
                  <a:cubicBezTo>
                    <a:pt x="755" y="491"/>
                    <a:pt x="755" y="491"/>
                    <a:pt x="755" y="491"/>
                  </a:cubicBezTo>
                  <a:cubicBezTo>
                    <a:pt x="844" y="579"/>
                    <a:pt x="844" y="579"/>
                    <a:pt x="844" y="579"/>
                  </a:cubicBezTo>
                  <a:cubicBezTo>
                    <a:pt x="886" y="579"/>
                    <a:pt x="886" y="579"/>
                    <a:pt x="886" y="579"/>
                  </a:cubicBezTo>
                  <a:cubicBezTo>
                    <a:pt x="895" y="570"/>
                    <a:pt x="895" y="570"/>
                    <a:pt x="895" y="570"/>
                  </a:cubicBezTo>
                  <a:cubicBezTo>
                    <a:pt x="898" y="572"/>
                    <a:pt x="898" y="572"/>
                    <a:pt x="898" y="572"/>
                  </a:cubicBezTo>
                  <a:cubicBezTo>
                    <a:pt x="888" y="582"/>
                    <a:pt x="888" y="582"/>
                    <a:pt x="888" y="582"/>
                  </a:cubicBezTo>
                  <a:cubicBezTo>
                    <a:pt x="887" y="583"/>
                    <a:pt x="887" y="583"/>
                    <a:pt x="887" y="583"/>
                  </a:cubicBezTo>
                  <a:lnTo>
                    <a:pt x="843" y="5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7" name="Freeform 439"/>
            <p:cNvSpPr>
              <a:spLocks/>
            </p:cNvSpPr>
            <p:nvPr/>
          </p:nvSpPr>
          <p:spPr bwMode="auto">
            <a:xfrm flipV="1">
              <a:off x="-1619248" y="3881436"/>
              <a:ext cx="3205162" cy="1846263"/>
            </a:xfrm>
            <a:custGeom>
              <a:avLst/>
              <a:gdLst>
                <a:gd name="T0" fmla="*/ 671 w 854"/>
                <a:gd name="T1" fmla="*/ 312 h 492"/>
                <a:gd name="T2" fmla="*/ 654 w 854"/>
                <a:gd name="T3" fmla="*/ 315 h 492"/>
                <a:gd name="T4" fmla="*/ 722 w 854"/>
                <a:gd name="T5" fmla="*/ 392 h 492"/>
                <a:gd name="T6" fmla="*/ 723 w 854"/>
                <a:gd name="T7" fmla="*/ 402 h 492"/>
                <a:gd name="T8" fmla="*/ 715 w 854"/>
                <a:gd name="T9" fmla="*/ 410 h 492"/>
                <a:gd name="T10" fmla="*/ 705 w 854"/>
                <a:gd name="T11" fmla="*/ 410 h 492"/>
                <a:gd name="T12" fmla="*/ 603 w 854"/>
                <a:gd name="T13" fmla="*/ 309 h 492"/>
                <a:gd name="T14" fmla="*/ 469 w 854"/>
                <a:gd name="T15" fmla="*/ 319 h 492"/>
                <a:gd name="T16" fmla="*/ 475 w 854"/>
                <a:gd name="T17" fmla="*/ 333 h 492"/>
                <a:gd name="T18" fmla="*/ 575 w 854"/>
                <a:gd name="T19" fmla="*/ 333 h 492"/>
                <a:gd name="T20" fmla="*/ 583 w 854"/>
                <a:gd name="T21" fmla="*/ 342 h 492"/>
                <a:gd name="T22" fmla="*/ 583 w 854"/>
                <a:gd name="T23" fmla="*/ 353 h 492"/>
                <a:gd name="T24" fmla="*/ 573 w 854"/>
                <a:gd name="T25" fmla="*/ 362 h 492"/>
                <a:gd name="T26" fmla="*/ 354 w 854"/>
                <a:gd name="T27" fmla="*/ 362 h 492"/>
                <a:gd name="T28" fmla="*/ 247 w 854"/>
                <a:gd name="T29" fmla="*/ 255 h 492"/>
                <a:gd name="T30" fmla="*/ 248 w 854"/>
                <a:gd name="T31" fmla="*/ 240 h 492"/>
                <a:gd name="T32" fmla="*/ 259 w 854"/>
                <a:gd name="T33" fmla="*/ 229 h 492"/>
                <a:gd name="T34" fmla="*/ 273 w 854"/>
                <a:gd name="T35" fmla="*/ 230 h 492"/>
                <a:gd name="T36" fmla="*/ 387 w 854"/>
                <a:gd name="T37" fmla="*/ 332 h 492"/>
                <a:gd name="T38" fmla="*/ 397 w 854"/>
                <a:gd name="T39" fmla="*/ 311 h 492"/>
                <a:gd name="T40" fmla="*/ 118 w 854"/>
                <a:gd name="T41" fmla="*/ 43 h 492"/>
                <a:gd name="T42" fmla="*/ 108 w 854"/>
                <a:gd name="T43" fmla="*/ 65 h 492"/>
                <a:gd name="T44" fmla="*/ 199 w 854"/>
                <a:gd name="T45" fmla="*/ 157 h 492"/>
                <a:gd name="T46" fmla="*/ 199 w 854"/>
                <a:gd name="T47" fmla="*/ 167 h 492"/>
                <a:gd name="T48" fmla="*/ 187 w 854"/>
                <a:gd name="T49" fmla="*/ 178 h 492"/>
                <a:gd name="T50" fmla="*/ 176 w 854"/>
                <a:gd name="T51" fmla="*/ 178 h 492"/>
                <a:gd name="T52" fmla="*/ 0 w 854"/>
                <a:gd name="T53" fmla="*/ 3 h 492"/>
                <a:gd name="T54" fmla="*/ 177 w 854"/>
                <a:gd name="T55" fmla="*/ 174 h 492"/>
                <a:gd name="T56" fmla="*/ 196 w 854"/>
                <a:gd name="T57" fmla="*/ 165 h 492"/>
                <a:gd name="T58" fmla="*/ 105 w 854"/>
                <a:gd name="T59" fmla="*/ 67 h 492"/>
                <a:gd name="T60" fmla="*/ 104 w 854"/>
                <a:gd name="T61" fmla="*/ 53 h 492"/>
                <a:gd name="T62" fmla="*/ 116 w 854"/>
                <a:gd name="T63" fmla="*/ 40 h 492"/>
                <a:gd name="T64" fmla="*/ 130 w 854"/>
                <a:gd name="T65" fmla="*/ 40 h 492"/>
                <a:gd name="T66" fmla="*/ 400 w 854"/>
                <a:gd name="T67" fmla="*/ 309 h 492"/>
                <a:gd name="T68" fmla="*/ 400 w 854"/>
                <a:gd name="T69" fmla="*/ 323 h 492"/>
                <a:gd name="T70" fmla="*/ 389 w 854"/>
                <a:gd name="T71" fmla="*/ 335 h 492"/>
                <a:gd name="T72" fmla="*/ 374 w 854"/>
                <a:gd name="T73" fmla="*/ 335 h 492"/>
                <a:gd name="T74" fmla="*/ 271 w 854"/>
                <a:gd name="T75" fmla="*/ 233 h 492"/>
                <a:gd name="T76" fmla="*/ 251 w 854"/>
                <a:gd name="T77" fmla="*/ 242 h 492"/>
                <a:gd name="T78" fmla="*/ 356 w 854"/>
                <a:gd name="T79" fmla="*/ 359 h 492"/>
                <a:gd name="T80" fmla="*/ 580 w 854"/>
                <a:gd name="T81" fmla="*/ 351 h 492"/>
                <a:gd name="T82" fmla="*/ 573 w 854"/>
                <a:gd name="T83" fmla="*/ 336 h 492"/>
                <a:gd name="T84" fmla="*/ 473 w 854"/>
                <a:gd name="T85" fmla="*/ 336 h 492"/>
                <a:gd name="T86" fmla="*/ 465 w 854"/>
                <a:gd name="T87" fmla="*/ 327 h 492"/>
                <a:gd name="T88" fmla="*/ 466 w 854"/>
                <a:gd name="T89" fmla="*/ 317 h 492"/>
                <a:gd name="T90" fmla="*/ 478 w 854"/>
                <a:gd name="T91" fmla="*/ 306 h 492"/>
                <a:gd name="T92" fmla="*/ 605 w 854"/>
                <a:gd name="T93" fmla="*/ 306 h 492"/>
                <a:gd name="T94" fmla="*/ 713 w 854"/>
                <a:gd name="T95" fmla="*/ 407 h 492"/>
                <a:gd name="T96" fmla="*/ 720 w 854"/>
                <a:gd name="T97" fmla="*/ 394 h 492"/>
                <a:gd name="T98" fmla="*/ 651 w 854"/>
                <a:gd name="T99" fmla="*/ 324 h 492"/>
                <a:gd name="T100" fmla="*/ 651 w 854"/>
                <a:gd name="T101" fmla="*/ 313 h 492"/>
                <a:gd name="T102" fmla="*/ 657 w 854"/>
                <a:gd name="T103" fmla="*/ 308 h 492"/>
                <a:gd name="T104" fmla="*/ 672 w 854"/>
                <a:gd name="T105" fmla="*/ 309 h 492"/>
                <a:gd name="T106" fmla="*/ 851 w 854"/>
                <a:gd name="T107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54" h="492">
                  <a:moveTo>
                    <a:pt x="851" y="492"/>
                  </a:moveTo>
                  <a:cubicBezTo>
                    <a:pt x="671" y="312"/>
                    <a:pt x="671" y="312"/>
                    <a:pt x="671" y="312"/>
                  </a:cubicBezTo>
                  <a:cubicBezTo>
                    <a:pt x="658" y="312"/>
                    <a:pt x="658" y="312"/>
                    <a:pt x="658" y="312"/>
                  </a:cubicBezTo>
                  <a:cubicBezTo>
                    <a:pt x="654" y="315"/>
                    <a:pt x="654" y="315"/>
                    <a:pt x="654" y="315"/>
                  </a:cubicBezTo>
                  <a:cubicBezTo>
                    <a:pt x="654" y="324"/>
                    <a:pt x="654" y="324"/>
                    <a:pt x="654" y="324"/>
                  </a:cubicBezTo>
                  <a:cubicBezTo>
                    <a:pt x="722" y="392"/>
                    <a:pt x="722" y="392"/>
                    <a:pt x="722" y="392"/>
                  </a:cubicBezTo>
                  <a:cubicBezTo>
                    <a:pt x="723" y="392"/>
                    <a:pt x="723" y="393"/>
                    <a:pt x="723" y="393"/>
                  </a:cubicBezTo>
                  <a:cubicBezTo>
                    <a:pt x="723" y="402"/>
                    <a:pt x="723" y="402"/>
                    <a:pt x="723" y="402"/>
                  </a:cubicBezTo>
                  <a:cubicBezTo>
                    <a:pt x="723" y="402"/>
                    <a:pt x="723" y="402"/>
                    <a:pt x="722" y="403"/>
                  </a:cubicBezTo>
                  <a:cubicBezTo>
                    <a:pt x="715" y="410"/>
                    <a:pt x="715" y="410"/>
                    <a:pt x="715" y="410"/>
                  </a:cubicBezTo>
                  <a:cubicBezTo>
                    <a:pt x="715" y="410"/>
                    <a:pt x="715" y="410"/>
                    <a:pt x="714" y="410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704" y="410"/>
                    <a:pt x="704" y="410"/>
                    <a:pt x="704" y="410"/>
                  </a:cubicBezTo>
                  <a:cubicBezTo>
                    <a:pt x="603" y="309"/>
                    <a:pt x="603" y="309"/>
                    <a:pt x="603" y="309"/>
                  </a:cubicBezTo>
                  <a:cubicBezTo>
                    <a:pt x="479" y="309"/>
                    <a:pt x="479" y="309"/>
                    <a:pt x="479" y="309"/>
                  </a:cubicBezTo>
                  <a:cubicBezTo>
                    <a:pt x="469" y="319"/>
                    <a:pt x="469" y="319"/>
                    <a:pt x="469" y="319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75" y="333"/>
                    <a:pt x="475" y="333"/>
                    <a:pt x="475" y="333"/>
                  </a:cubicBezTo>
                  <a:cubicBezTo>
                    <a:pt x="574" y="333"/>
                    <a:pt x="574" y="333"/>
                    <a:pt x="574" y="333"/>
                  </a:cubicBezTo>
                  <a:cubicBezTo>
                    <a:pt x="574" y="333"/>
                    <a:pt x="575" y="333"/>
                    <a:pt x="575" y="333"/>
                  </a:cubicBezTo>
                  <a:cubicBezTo>
                    <a:pt x="583" y="341"/>
                    <a:pt x="583" y="341"/>
                    <a:pt x="583" y="341"/>
                  </a:cubicBezTo>
                  <a:cubicBezTo>
                    <a:pt x="583" y="341"/>
                    <a:pt x="583" y="342"/>
                    <a:pt x="583" y="342"/>
                  </a:cubicBezTo>
                  <a:cubicBezTo>
                    <a:pt x="583" y="352"/>
                    <a:pt x="583" y="352"/>
                    <a:pt x="583" y="352"/>
                  </a:cubicBezTo>
                  <a:cubicBezTo>
                    <a:pt x="583" y="352"/>
                    <a:pt x="583" y="353"/>
                    <a:pt x="583" y="353"/>
                  </a:cubicBezTo>
                  <a:cubicBezTo>
                    <a:pt x="574" y="362"/>
                    <a:pt x="574" y="362"/>
                    <a:pt x="574" y="362"/>
                  </a:cubicBezTo>
                  <a:cubicBezTo>
                    <a:pt x="574" y="362"/>
                    <a:pt x="573" y="362"/>
                    <a:pt x="573" y="362"/>
                  </a:cubicBezTo>
                  <a:cubicBezTo>
                    <a:pt x="355" y="362"/>
                    <a:pt x="355" y="362"/>
                    <a:pt x="355" y="362"/>
                  </a:cubicBezTo>
                  <a:cubicBezTo>
                    <a:pt x="355" y="362"/>
                    <a:pt x="354" y="362"/>
                    <a:pt x="354" y="362"/>
                  </a:cubicBezTo>
                  <a:cubicBezTo>
                    <a:pt x="248" y="256"/>
                    <a:pt x="248" y="256"/>
                    <a:pt x="248" y="256"/>
                  </a:cubicBezTo>
                  <a:cubicBezTo>
                    <a:pt x="248" y="256"/>
                    <a:pt x="247" y="255"/>
                    <a:pt x="247" y="255"/>
                  </a:cubicBezTo>
                  <a:cubicBezTo>
                    <a:pt x="247" y="241"/>
                    <a:pt x="247" y="241"/>
                    <a:pt x="247" y="241"/>
                  </a:cubicBezTo>
                  <a:cubicBezTo>
                    <a:pt x="247" y="241"/>
                    <a:pt x="248" y="240"/>
                    <a:pt x="248" y="240"/>
                  </a:cubicBezTo>
                  <a:cubicBezTo>
                    <a:pt x="258" y="230"/>
                    <a:pt x="258" y="230"/>
                    <a:pt x="258" y="230"/>
                  </a:cubicBezTo>
                  <a:cubicBezTo>
                    <a:pt x="259" y="230"/>
                    <a:pt x="259" y="229"/>
                    <a:pt x="259" y="229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9"/>
                    <a:pt x="273" y="229"/>
                    <a:pt x="273" y="230"/>
                  </a:cubicBezTo>
                  <a:cubicBezTo>
                    <a:pt x="375" y="332"/>
                    <a:pt x="375" y="332"/>
                    <a:pt x="375" y="332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97" y="322"/>
                    <a:pt x="397" y="322"/>
                    <a:pt x="397" y="322"/>
                  </a:cubicBezTo>
                  <a:cubicBezTo>
                    <a:pt x="397" y="311"/>
                    <a:pt x="397" y="311"/>
                    <a:pt x="397" y="311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99" y="156"/>
                    <a:pt x="199" y="156"/>
                    <a:pt x="199" y="156"/>
                  </a:cubicBezTo>
                  <a:cubicBezTo>
                    <a:pt x="199" y="156"/>
                    <a:pt x="199" y="157"/>
                    <a:pt x="199" y="157"/>
                  </a:cubicBezTo>
                  <a:cubicBezTo>
                    <a:pt x="199" y="166"/>
                    <a:pt x="199" y="166"/>
                    <a:pt x="199" y="166"/>
                  </a:cubicBezTo>
                  <a:cubicBezTo>
                    <a:pt x="199" y="166"/>
                    <a:pt x="199" y="167"/>
                    <a:pt x="199" y="167"/>
                  </a:cubicBezTo>
                  <a:cubicBezTo>
                    <a:pt x="189" y="177"/>
                    <a:pt x="189" y="177"/>
                    <a:pt x="189" y="177"/>
                  </a:cubicBezTo>
                  <a:cubicBezTo>
                    <a:pt x="188" y="177"/>
                    <a:pt x="188" y="178"/>
                    <a:pt x="187" y="178"/>
                  </a:cubicBezTo>
                  <a:cubicBezTo>
                    <a:pt x="187" y="178"/>
                    <a:pt x="187" y="178"/>
                    <a:pt x="187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5" y="178"/>
                    <a:pt x="175" y="177"/>
                    <a:pt x="175" y="17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77" y="174"/>
                    <a:pt x="177" y="174"/>
                    <a:pt x="17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96" y="165"/>
                    <a:pt x="196" y="165"/>
                    <a:pt x="196" y="165"/>
                  </a:cubicBezTo>
                  <a:cubicBezTo>
                    <a:pt x="196" y="158"/>
                    <a:pt x="196" y="158"/>
                    <a:pt x="196" y="158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4" y="67"/>
                    <a:pt x="104" y="66"/>
                    <a:pt x="104" y="6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4" y="53"/>
                    <a:pt x="104" y="52"/>
                    <a:pt x="105" y="52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7" y="40"/>
                    <a:pt x="117" y="40"/>
                    <a:pt x="118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0"/>
                    <a:pt x="131" y="40"/>
                    <a:pt x="131" y="40"/>
                  </a:cubicBezTo>
                  <a:cubicBezTo>
                    <a:pt x="400" y="309"/>
                    <a:pt x="400" y="309"/>
                    <a:pt x="400" y="309"/>
                  </a:cubicBezTo>
                  <a:cubicBezTo>
                    <a:pt x="400" y="309"/>
                    <a:pt x="400" y="310"/>
                    <a:pt x="400" y="310"/>
                  </a:cubicBezTo>
                  <a:cubicBezTo>
                    <a:pt x="400" y="323"/>
                    <a:pt x="400" y="323"/>
                    <a:pt x="400" y="323"/>
                  </a:cubicBezTo>
                  <a:cubicBezTo>
                    <a:pt x="400" y="323"/>
                    <a:pt x="400" y="324"/>
                    <a:pt x="400" y="324"/>
                  </a:cubicBezTo>
                  <a:cubicBezTo>
                    <a:pt x="389" y="335"/>
                    <a:pt x="389" y="335"/>
                    <a:pt x="389" y="335"/>
                  </a:cubicBezTo>
                  <a:cubicBezTo>
                    <a:pt x="389" y="335"/>
                    <a:pt x="388" y="335"/>
                    <a:pt x="388" y="335"/>
                  </a:cubicBezTo>
                  <a:cubicBezTo>
                    <a:pt x="374" y="335"/>
                    <a:pt x="374" y="335"/>
                    <a:pt x="374" y="335"/>
                  </a:cubicBezTo>
                  <a:cubicBezTo>
                    <a:pt x="374" y="335"/>
                    <a:pt x="373" y="335"/>
                    <a:pt x="373" y="335"/>
                  </a:cubicBezTo>
                  <a:cubicBezTo>
                    <a:pt x="271" y="233"/>
                    <a:pt x="271" y="233"/>
                    <a:pt x="271" y="233"/>
                  </a:cubicBezTo>
                  <a:cubicBezTo>
                    <a:pt x="260" y="233"/>
                    <a:pt x="260" y="233"/>
                    <a:pt x="260" y="233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356" y="359"/>
                    <a:pt x="356" y="359"/>
                    <a:pt x="356" y="359"/>
                  </a:cubicBezTo>
                  <a:cubicBezTo>
                    <a:pt x="572" y="359"/>
                    <a:pt x="572" y="359"/>
                    <a:pt x="572" y="359"/>
                  </a:cubicBezTo>
                  <a:cubicBezTo>
                    <a:pt x="580" y="351"/>
                    <a:pt x="580" y="351"/>
                    <a:pt x="580" y="351"/>
                  </a:cubicBezTo>
                  <a:cubicBezTo>
                    <a:pt x="580" y="343"/>
                    <a:pt x="580" y="343"/>
                    <a:pt x="580" y="343"/>
                  </a:cubicBezTo>
                  <a:cubicBezTo>
                    <a:pt x="573" y="336"/>
                    <a:pt x="573" y="336"/>
                    <a:pt x="573" y="336"/>
                  </a:cubicBezTo>
                  <a:cubicBezTo>
                    <a:pt x="474" y="336"/>
                    <a:pt x="474" y="336"/>
                    <a:pt x="474" y="336"/>
                  </a:cubicBezTo>
                  <a:cubicBezTo>
                    <a:pt x="474" y="336"/>
                    <a:pt x="473" y="336"/>
                    <a:pt x="473" y="336"/>
                  </a:cubicBezTo>
                  <a:cubicBezTo>
                    <a:pt x="466" y="328"/>
                    <a:pt x="466" y="328"/>
                    <a:pt x="466" y="328"/>
                  </a:cubicBezTo>
                  <a:cubicBezTo>
                    <a:pt x="465" y="328"/>
                    <a:pt x="465" y="328"/>
                    <a:pt x="465" y="327"/>
                  </a:cubicBezTo>
                  <a:cubicBezTo>
                    <a:pt x="465" y="319"/>
                    <a:pt x="465" y="319"/>
                    <a:pt x="465" y="319"/>
                  </a:cubicBezTo>
                  <a:cubicBezTo>
                    <a:pt x="465" y="318"/>
                    <a:pt x="465" y="318"/>
                    <a:pt x="466" y="317"/>
                  </a:cubicBezTo>
                  <a:cubicBezTo>
                    <a:pt x="477" y="306"/>
                    <a:pt x="477" y="306"/>
                    <a:pt x="477" y="306"/>
                  </a:cubicBezTo>
                  <a:cubicBezTo>
                    <a:pt x="477" y="306"/>
                    <a:pt x="478" y="306"/>
                    <a:pt x="478" y="306"/>
                  </a:cubicBezTo>
                  <a:cubicBezTo>
                    <a:pt x="603" y="306"/>
                    <a:pt x="603" y="306"/>
                    <a:pt x="603" y="306"/>
                  </a:cubicBezTo>
                  <a:cubicBezTo>
                    <a:pt x="604" y="306"/>
                    <a:pt x="604" y="306"/>
                    <a:pt x="605" y="306"/>
                  </a:cubicBezTo>
                  <a:cubicBezTo>
                    <a:pt x="705" y="407"/>
                    <a:pt x="705" y="407"/>
                    <a:pt x="705" y="407"/>
                  </a:cubicBezTo>
                  <a:cubicBezTo>
                    <a:pt x="713" y="407"/>
                    <a:pt x="713" y="407"/>
                    <a:pt x="713" y="407"/>
                  </a:cubicBezTo>
                  <a:cubicBezTo>
                    <a:pt x="720" y="401"/>
                    <a:pt x="720" y="401"/>
                    <a:pt x="720" y="401"/>
                  </a:cubicBezTo>
                  <a:cubicBezTo>
                    <a:pt x="720" y="394"/>
                    <a:pt x="720" y="394"/>
                    <a:pt x="720" y="394"/>
                  </a:cubicBezTo>
                  <a:cubicBezTo>
                    <a:pt x="651" y="326"/>
                    <a:pt x="651" y="326"/>
                    <a:pt x="651" y="326"/>
                  </a:cubicBezTo>
                  <a:cubicBezTo>
                    <a:pt x="651" y="325"/>
                    <a:pt x="651" y="325"/>
                    <a:pt x="651" y="324"/>
                  </a:cubicBezTo>
                  <a:cubicBezTo>
                    <a:pt x="651" y="315"/>
                    <a:pt x="651" y="315"/>
                    <a:pt x="651" y="315"/>
                  </a:cubicBezTo>
                  <a:cubicBezTo>
                    <a:pt x="651" y="314"/>
                    <a:pt x="651" y="314"/>
                    <a:pt x="651" y="313"/>
                  </a:cubicBezTo>
                  <a:cubicBezTo>
                    <a:pt x="656" y="309"/>
                    <a:pt x="656" y="309"/>
                    <a:pt x="656" y="309"/>
                  </a:cubicBezTo>
                  <a:cubicBezTo>
                    <a:pt x="656" y="308"/>
                    <a:pt x="657" y="308"/>
                    <a:pt x="657" y="308"/>
                  </a:cubicBezTo>
                  <a:cubicBezTo>
                    <a:pt x="671" y="308"/>
                    <a:pt x="671" y="308"/>
                    <a:pt x="671" y="308"/>
                  </a:cubicBezTo>
                  <a:cubicBezTo>
                    <a:pt x="672" y="308"/>
                    <a:pt x="672" y="308"/>
                    <a:pt x="672" y="309"/>
                  </a:cubicBezTo>
                  <a:cubicBezTo>
                    <a:pt x="854" y="490"/>
                    <a:pt x="854" y="490"/>
                    <a:pt x="854" y="490"/>
                  </a:cubicBezTo>
                  <a:lnTo>
                    <a:pt x="851" y="4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8" name="Freeform 440"/>
            <p:cNvSpPr>
              <a:spLocks noEditPoints="1"/>
            </p:cNvSpPr>
            <p:nvPr/>
          </p:nvSpPr>
          <p:spPr bwMode="auto">
            <a:xfrm flipV="1">
              <a:off x="1792289" y="3648073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0 h 28"/>
                <a:gd name="T12" fmla="*/ 14 w 28"/>
                <a:gd name="T13" fmla="*/ 0 h 28"/>
                <a:gd name="T14" fmla="*/ 0 w 28"/>
                <a:gd name="T15" fmla="*/ 14 h 28"/>
                <a:gd name="T16" fmla="*/ 4 w 28"/>
                <a:gd name="T17" fmla="*/ 24 h 28"/>
                <a:gd name="T18" fmla="*/ 14 w 28"/>
                <a:gd name="T19" fmla="*/ 28 h 28"/>
                <a:gd name="T20" fmla="*/ 28 w 28"/>
                <a:gd name="T21" fmla="*/ 14 h 28"/>
                <a:gd name="T22" fmla="*/ 14 w 28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7" y="26"/>
                    <a:pt x="10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9" name="Freeform 441"/>
            <p:cNvSpPr>
              <a:spLocks noEditPoints="1"/>
            </p:cNvSpPr>
            <p:nvPr/>
          </p:nvSpPr>
          <p:spPr bwMode="auto">
            <a:xfrm flipV="1">
              <a:off x="2058989" y="3163886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14 w 28"/>
                <a:gd name="T3" fmla="*/ 6 h 28"/>
                <a:gd name="T4" fmla="*/ 14 w 28"/>
                <a:gd name="T5" fmla="*/ 6 h 28"/>
                <a:gd name="T6" fmla="*/ 21 w 28"/>
                <a:gd name="T7" fmla="*/ 14 h 28"/>
                <a:gd name="T8" fmla="*/ 14 w 28"/>
                <a:gd name="T9" fmla="*/ 21 h 28"/>
                <a:gd name="T10" fmla="*/ 6 w 28"/>
                <a:gd name="T11" fmla="*/ 14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4 w 28"/>
                <a:gd name="T21" fmla="*/ 24 h 28"/>
                <a:gd name="T22" fmla="*/ 14 w 28"/>
                <a:gd name="T23" fmla="*/ 28 h 28"/>
                <a:gd name="T24" fmla="*/ 24 w 28"/>
                <a:gd name="T25" fmla="*/ 24 h 28"/>
                <a:gd name="T26" fmla="*/ 28 w 28"/>
                <a:gd name="T27" fmla="*/ 14 h 28"/>
                <a:gd name="T28" fmla="*/ 14 w 28"/>
                <a:gd name="T2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6" y="18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6" y="26"/>
                    <a:pt x="10" y="28"/>
                    <a:pt x="14" y="28"/>
                  </a:cubicBezTo>
                  <a:cubicBezTo>
                    <a:pt x="17" y="28"/>
                    <a:pt x="21" y="26"/>
                    <a:pt x="24" y="24"/>
                  </a:cubicBezTo>
                  <a:cubicBezTo>
                    <a:pt x="26" y="21"/>
                    <a:pt x="28" y="17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0" name="Freeform 442"/>
            <p:cNvSpPr>
              <a:spLocks noEditPoints="1"/>
            </p:cNvSpPr>
            <p:nvPr/>
          </p:nvSpPr>
          <p:spPr bwMode="auto">
            <a:xfrm flipV="1">
              <a:off x="1401764" y="3295648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0 h 24"/>
                <a:gd name="T12" fmla="*/ 12 w 25"/>
                <a:gd name="T13" fmla="*/ 0 h 24"/>
                <a:gd name="T14" fmla="*/ 0 w 25"/>
                <a:gd name="T15" fmla="*/ 12 h 24"/>
                <a:gd name="T16" fmla="*/ 12 w 25"/>
                <a:gd name="T17" fmla="*/ 24 h 24"/>
                <a:gd name="T18" fmla="*/ 25 w 25"/>
                <a:gd name="T19" fmla="*/ 12 h 24"/>
                <a:gd name="T20" fmla="*/ 12 w 25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1" name="Freeform 443"/>
            <p:cNvSpPr>
              <a:spLocks noEditPoints="1"/>
            </p:cNvSpPr>
            <p:nvPr/>
          </p:nvSpPr>
          <p:spPr bwMode="auto">
            <a:xfrm flipV="1">
              <a:off x="1250952" y="3430585"/>
              <a:ext cx="93662" cy="93663"/>
            </a:xfrm>
            <a:custGeom>
              <a:avLst/>
              <a:gdLst>
                <a:gd name="T0" fmla="*/ 12 w 25"/>
                <a:gd name="T1" fmla="*/ 6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6 h 25"/>
                <a:gd name="T12" fmla="*/ 12 w 25"/>
                <a:gd name="T13" fmla="*/ 6 h 25"/>
                <a:gd name="T14" fmla="*/ 12 w 25"/>
                <a:gd name="T15" fmla="*/ 6 h 25"/>
                <a:gd name="T16" fmla="*/ 12 w 25"/>
                <a:gd name="T17" fmla="*/ 0 h 25"/>
                <a:gd name="T18" fmla="*/ 12 w 25"/>
                <a:gd name="T19" fmla="*/ 0 h 25"/>
                <a:gd name="T20" fmla="*/ 0 w 25"/>
                <a:gd name="T21" fmla="*/ 13 h 25"/>
                <a:gd name="T22" fmla="*/ 3 w 25"/>
                <a:gd name="T23" fmla="*/ 22 h 25"/>
                <a:gd name="T24" fmla="*/ 12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2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2" y="6"/>
                  </a:moveTo>
                  <a:cubicBezTo>
                    <a:pt x="16" y="6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2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9" y="24"/>
                    <a:pt x="21" y="22"/>
                  </a:cubicBezTo>
                  <a:cubicBezTo>
                    <a:pt x="23" y="19"/>
                    <a:pt x="25" y="16"/>
                    <a:pt x="25" y="13"/>
                  </a:cubicBezTo>
                  <a:cubicBezTo>
                    <a:pt x="25" y="10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2" name="Freeform 444"/>
            <p:cNvSpPr>
              <a:spLocks noEditPoints="1"/>
            </p:cNvSpPr>
            <p:nvPr/>
          </p:nvSpPr>
          <p:spPr bwMode="auto">
            <a:xfrm flipV="1">
              <a:off x="854077" y="3479798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3" name="Freeform 445"/>
            <p:cNvSpPr>
              <a:spLocks noEditPoints="1"/>
            </p:cNvSpPr>
            <p:nvPr/>
          </p:nvSpPr>
          <p:spPr bwMode="auto">
            <a:xfrm flipV="1">
              <a:off x="666752" y="3284536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12 w 25"/>
                <a:gd name="T7" fmla="*/ 19 h 24"/>
                <a:gd name="T8" fmla="*/ 5 w 25"/>
                <a:gd name="T9" fmla="*/ 12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0 w 25"/>
                <a:gd name="T17" fmla="*/ 12 h 24"/>
                <a:gd name="T18" fmla="*/ 12 w 25"/>
                <a:gd name="T19" fmla="*/ 24 h 24"/>
                <a:gd name="T20" fmla="*/ 25 w 25"/>
                <a:gd name="T21" fmla="*/ 12 h 24"/>
                <a:gd name="T22" fmla="*/ 12 w 2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4" name="Freeform 446"/>
            <p:cNvSpPr>
              <a:spLocks noEditPoints="1"/>
            </p:cNvSpPr>
            <p:nvPr/>
          </p:nvSpPr>
          <p:spPr bwMode="auto">
            <a:xfrm flipV="1">
              <a:off x="857252" y="3084510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9 w 24"/>
                <a:gd name="T3" fmla="*/ 13 h 25"/>
                <a:gd name="T4" fmla="*/ 12 w 24"/>
                <a:gd name="T5" fmla="*/ 20 h 25"/>
                <a:gd name="T6" fmla="*/ 12 w 24"/>
                <a:gd name="T7" fmla="*/ 20 h 25"/>
                <a:gd name="T8" fmla="*/ 5 w 24"/>
                <a:gd name="T9" fmla="*/ 13 h 25"/>
                <a:gd name="T10" fmla="*/ 12 w 24"/>
                <a:gd name="T11" fmla="*/ 5 h 25"/>
                <a:gd name="T12" fmla="*/ 12 w 24"/>
                <a:gd name="T13" fmla="*/ 0 h 25"/>
                <a:gd name="T14" fmla="*/ 0 w 24"/>
                <a:gd name="T15" fmla="*/ 13 h 25"/>
                <a:gd name="T16" fmla="*/ 3 w 24"/>
                <a:gd name="T17" fmla="*/ 21 h 25"/>
                <a:gd name="T18" fmla="*/ 12 w 24"/>
                <a:gd name="T19" fmla="*/ 25 h 25"/>
                <a:gd name="T20" fmla="*/ 24 w 24"/>
                <a:gd name="T21" fmla="*/ 13 h 25"/>
                <a:gd name="T22" fmla="*/ 21 w 24"/>
                <a:gd name="T23" fmla="*/ 4 h 25"/>
                <a:gd name="T24" fmla="*/ 12 w 24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4" y="19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5" name="Freeform 448"/>
            <p:cNvSpPr>
              <a:spLocks noEditPoints="1"/>
            </p:cNvSpPr>
            <p:nvPr/>
          </p:nvSpPr>
          <p:spPr bwMode="auto">
            <a:xfrm flipV="1">
              <a:off x="666752" y="29051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2 w 25"/>
                <a:gd name="T3" fmla="*/ 5 h 24"/>
                <a:gd name="T4" fmla="*/ 19 w 25"/>
                <a:gd name="T5" fmla="*/ 12 h 24"/>
                <a:gd name="T6" fmla="*/ 12 w 25"/>
                <a:gd name="T7" fmla="*/ 19 h 24"/>
                <a:gd name="T8" fmla="*/ 12 w 25"/>
                <a:gd name="T9" fmla="*/ 19 h 24"/>
                <a:gd name="T10" fmla="*/ 6 w 25"/>
                <a:gd name="T11" fmla="*/ 12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6" name="Freeform 449"/>
            <p:cNvSpPr>
              <a:spLocks noEditPoints="1"/>
            </p:cNvSpPr>
            <p:nvPr/>
          </p:nvSpPr>
          <p:spPr bwMode="auto">
            <a:xfrm flipV="1">
              <a:off x="846139" y="272414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4 w 24"/>
                <a:gd name="T27" fmla="*/ 21 h 24"/>
                <a:gd name="T28" fmla="*/ 12 w 24"/>
                <a:gd name="T29" fmla="*/ 24 h 24"/>
                <a:gd name="T30" fmla="*/ 21 w 24"/>
                <a:gd name="T31" fmla="*/ 20 h 24"/>
                <a:gd name="T32" fmla="*/ 24 w 24"/>
                <a:gd name="T33" fmla="*/ 12 h 24"/>
                <a:gd name="T34" fmla="*/ 21 w 24"/>
                <a:gd name="T35" fmla="*/ 4 h 24"/>
                <a:gd name="T36" fmla="*/ 12 w 24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7" name="Freeform 450"/>
            <p:cNvSpPr>
              <a:spLocks noEditPoints="1"/>
            </p:cNvSpPr>
            <p:nvPr/>
          </p:nvSpPr>
          <p:spPr bwMode="auto">
            <a:xfrm flipV="1">
              <a:off x="474664" y="2717798"/>
              <a:ext cx="101600" cy="100013"/>
            </a:xfrm>
            <a:custGeom>
              <a:avLst/>
              <a:gdLst>
                <a:gd name="T0" fmla="*/ 14 w 27"/>
                <a:gd name="T1" fmla="*/ 6 h 27"/>
                <a:gd name="T2" fmla="*/ 21 w 27"/>
                <a:gd name="T3" fmla="*/ 13 h 27"/>
                <a:gd name="T4" fmla="*/ 14 w 27"/>
                <a:gd name="T5" fmla="*/ 20 h 27"/>
                <a:gd name="T6" fmla="*/ 14 w 27"/>
                <a:gd name="T7" fmla="*/ 20 h 27"/>
                <a:gd name="T8" fmla="*/ 7 w 27"/>
                <a:gd name="T9" fmla="*/ 13 h 27"/>
                <a:gd name="T10" fmla="*/ 14 w 27"/>
                <a:gd name="T11" fmla="*/ 6 h 27"/>
                <a:gd name="T12" fmla="*/ 14 w 27"/>
                <a:gd name="T13" fmla="*/ 6 h 27"/>
                <a:gd name="T14" fmla="*/ 14 w 27"/>
                <a:gd name="T15" fmla="*/ 0 h 27"/>
                <a:gd name="T16" fmla="*/ 14 w 27"/>
                <a:gd name="T17" fmla="*/ 0 h 27"/>
                <a:gd name="T18" fmla="*/ 0 w 27"/>
                <a:gd name="T19" fmla="*/ 13 h 27"/>
                <a:gd name="T20" fmla="*/ 4 w 27"/>
                <a:gd name="T21" fmla="*/ 23 h 27"/>
                <a:gd name="T22" fmla="*/ 14 w 27"/>
                <a:gd name="T23" fmla="*/ 27 h 27"/>
                <a:gd name="T24" fmla="*/ 27 w 27"/>
                <a:gd name="T25" fmla="*/ 13 h 27"/>
                <a:gd name="T26" fmla="*/ 14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4" y="6"/>
                  </a:moveTo>
                  <a:cubicBezTo>
                    <a:pt x="18" y="6"/>
                    <a:pt x="21" y="10"/>
                    <a:pt x="21" y="13"/>
                  </a:cubicBezTo>
                  <a:cubicBezTo>
                    <a:pt x="21" y="17"/>
                    <a:pt x="18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0" y="20"/>
                    <a:pt x="7" y="17"/>
                    <a:pt x="7" y="13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7" y="26"/>
                    <a:pt x="10" y="27"/>
                    <a:pt x="14" y="27"/>
                  </a:cubicBezTo>
                  <a:cubicBezTo>
                    <a:pt x="21" y="27"/>
                    <a:pt x="27" y="21"/>
                    <a:pt x="27" y="13"/>
                  </a:cubicBezTo>
                  <a:cubicBezTo>
                    <a:pt x="27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8" name="Freeform 451"/>
            <p:cNvSpPr>
              <a:spLocks noEditPoints="1"/>
            </p:cNvSpPr>
            <p:nvPr/>
          </p:nvSpPr>
          <p:spPr bwMode="auto">
            <a:xfrm flipV="1">
              <a:off x="-17461" y="2600323"/>
              <a:ext cx="101600" cy="101600"/>
            </a:xfrm>
            <a:custGeom>
              <a:avLst/>
              <a:gdLst>
                <a:gd name="T0" fmla="*/ 13 w 27"/>
                <a:gd name="T1" fmla="*/ 7 h 27"/>
                <a:gd name="T2" fmla="*/ 20 w 27"/>
                <a:gd name="T3" fmla="*/ 14 h 27"/>
                <a:gd name="T4" fmla="*/ 13 w 27"/>
                <a:gd name="T5" fmla="*/ 21 h 27"/>
                <a:gd name="T6" fmla="*/ 13 w 27"/>
                <a:gd name="T7" fmla="*/ 21 h 27"/>
                <a:gd name="T8" fmla="*/ 7 w 27"/>
                <a:gd name="T9" fmla="*/ 14 h 27"/>
                <a:gd name="T10" fmla="*/ 13 w 27"/>
                <a:gd name="T11" fmla="*/ 7 h 27"/>
                <a:gd name="T12" fmla="*/ 13 w 27"/>
                <a:gd name="T13" fmla="*/ 7 h 27"/>
                <a:gd name="T14" fmla="*/ 13 w 27"/>
                <a:gd name="T15" fmla="*/ 0 h 27"/>
                <a:gd name="T16" fmla="*/ 13 w 27"/>
                <a:gd name="T17" fmla="*/ 0 h 27"/>
                <a:gd name="T18" fmla="*/ 0 w 27"/>
                <a:gd name="T19" fmla="*/ 14 h 27"/>
                <a:gd name="T20" fmla="*/ 13 w 27"/>
                <a:gd name="T21" fmla="*/ 27 h 27"/>
                <a:gd name="T22" fmla="*/ 27 w 27"/>
                <a:gd name="T23" fmla="*/ 14 h 27"/>
                <a:gd name="T24" fmla="*/ 23 w 27"/>
                <a:gd name="T25" fmla="*/ 4 h 27"/>
                <a:gd name="T26" fmla="*/ 13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3" y="7"/>
                  </a:moveTo>
                  <a:cubicBezTo>
                    <a:pt x="17" y="7"/>
                    <a:pt x="20" y="10"/>
                    <a:pt x="20" y="14"/>
                  </a:cubicBezTo>
                  <a:cubicBezTo>
                    <a:pt x="20" y="18"/>
                    <a:pt x="17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21" y="27"/>
                    <a:pt x="27" y="21"/>
                    <a:pt x="27" y="14"/>
                  </a:cubicBezTo>
                  <a:cubicBezTo>
                    <a:pt x="27" y="10"/>
                    <a:pt x="26" y="7"/>
                    <a:pt x="23" y="4"/>
                  </a:cubicBezTo>
                  <a:cubicBezTo>
                    <a:pt x="21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9" name="Freeform 452"/>
            <p:cNvSpPr>
              <a:spLocks noEditPoints="1"/>
            </p:cNvSpPr>
            <p:nvPr/>
          </p:nvSpPr>
          <p:spPr bwMode="auto">
            <a:xfrm flipV="1">
              <a:off x="295277" y="2905123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0 h 24"/>
                <a:gd name="T28" fmla="*/ 24 w 24"/>
                <a:gd name="T29" fmla="*/ 12 h 24"/>
                <a:gd name="T30" fmla="*/ 21 w 24"/>
                <a:gd name="T31" fmla="*/ 3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0" name="Freeform 453"/>
            <p:cNvSpPr>
              <a:spLocks noEditPoints="1"/>
            </p:cNvSpPr>
            <p:nvPr/>
          </p:nvSpPr>
          <p:spPr bwMode="auto">
            <a:xfrm flipV="1">
              <a:off x="-815973" y="3062285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1" name="Freeform 454"/>
            <p:cNvSpPr>
              <a:spLocks noEditPoints="1"/>
            </p:cNvSpPr>
            <p:nvPr/>
          </p:nvSpPr>
          <p:spPr bwMode="auto">
            <a:xfrm flipV="1">
              <a:off x="-614361" y="324961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2" name="Freeform 455"/>
            <p:cNvSpPr>
              <a:spLocks noEditPoints="1"/>
            </p:cNvSpPr>
            <p:nvPr/>
          </p:nvSpPr>
          <p:spPr bwMode="auto">
            <a:xfrm flipV="1">
              <a:off x="-366711" y="3213098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1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5"/>
                    <a:pt x="2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3" name="Freeform 456"/>
            <p:cNvSpPr>
              <a:spLocks noEditPoints="1"/>
            </p:cNvSpPr>
            <p:nvPr/>
          </p:nvSpPr>
          <p:spPr bwMode="auto">
            <a:xfrm flipV="1">
              <a:off x="-820736" y="32686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4" name="Freeform 457"/>
            <p:cNvSpPr>
              <a:spLocks noEditPoints="1"/>
            </p:cNvSpPr>
            <p:nvPr/>
          </p:nvSpPr>
          <p:spPr bwMode="auto">
            <a:xfrm flipV="1">
              <a:off x="-573086" y="3006723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3 h 24"/>
                <a:gd name="T18" fmla="*/ 0 w 24"/>
                <a:gd name="T19" fmla="*/ 12 h 24"/>
                <a:gd name="T20" fmla="*/ 4 w 24"/>
                <a:gd name="T21" fmla="*/ 20 h 24"/>
                <a:gd name="T22" fmla="*/ 12 w 24"/>
                <a:gd name="T23" fmla="*/ 24 h 24"/>
                <a:gd name="T24" fmla="*/ 21 w 24"/>
                <a:gd name="T25" fmla="*/ 20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5" name="Freeform 458"/>
            <p:cNvSpPr>
              <a:spLocks noEditPoints="1"/>
            </p:cNvSpPr>
            <p:nvPr/>
          </p:nvSpPr>
          <p:spPr bwMode="auto">
            <a:xfrm flipV="1">
              <a:off x="-23811" y="36893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6" name="Freeform 459"/>
            <p:cNvSpPr>
              <a:spLocks noEditPoints="1"/>
            </p:cNvSpPr>
            <p:nvPr/>
          </p:nvSpPr>
          <p:spPr bwMode="auto">
            <a:xfrm flipV="1">
              <a:off x="331789" y="367029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7" name="Freeform 460"/>
            <p:cNvSpPr>
              <a:spLocks noEditPoints="1"/>
            </p:cNvSpPr>
            <p:nvPr/>
          </p:nvSpPr>
          <p:spPr bwMode="auto">
            <a:xfrm flipV="1">
              <a:off x="-392111" y="39147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8" name="Freeform 461"/>
            <p:cNvSpPr>
              <a:spLocks noEditPoints="1"/>
            </p:cNvSpPr>
            <p:nvPr/>
          </p:nvSpPr>
          <p:spPr bwMode="auto">
            <a:xfrm flipV="1">
              <a:off x="-125411" y="40465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0 w 24"/>
                <a:gd name="T17" fmla="*/ 12 h 24"/>
                <a:gd name="T18" fmla="*/ 4 w 24"/>
                <a:gd name="T19" fmla="*/ 20 h 24"/>
                <a:gd name="T20" fmla="*/ 12 w 24"/>
                <a:gd name="T21" fmla="*/ 24 h 24"/>
                <a:gd name="T22" fmla="*/ 21 w 24"/>
                <a:gd name="T23" fmla="*/ 20 h 24"/>
                <a:gd name="T24" fmla="*/ 24 w 24"/>
                <a:gd name="T25" fmla="*/ 12 h 24"/>
                <a:gd name="T26" fmla="*/ 21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9" name="Freeform 462"/>
            <p:cNvSpPr>
              <a:spLocks noEditPoints="1"/>
            </p:cNvSpPr>
            <p:nvPr/>
          </p:nvSpPr>
          <p:spPr bwMode="auto">
            <a:xfrm flipV="1">
              <a:off x="295277" y="254158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0" name="Freeform 463"/>
            <p:cNvSpPr>
              <a:spLocks noEditPoints="1"/>
            </p:cNvSpPr>
            <p:nvPr/>
          </p:nvSpPr>
          <p:spPr bwMode="auto">
            <a:xfrm flipV="1">
              <a:off x="488952" y="23574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3 w 24"/>
                <a:gd name="T17" fmla="*/ 21 h 24"/>
                <a:gd name="T18" fmla="*/ 12 w 24"/>
                <a:gd name="T19" fmla="*/ 24 h 24"/>
                <a:gd name="T20" fmla="*/ 20 w 24"/>
                <a:gd name="T21" fmla="*/ 21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1" name="Freeform 464"/>
            <p:cNvSpPr>
              <a:spLocks noEditPoints="1"/>
            </p:cNvSpPr>
            <p:nvPr/>
          </p:nvSpPr>
          <p:spPr bwMode="auto">
            <a:xfrm flipV="1">
              <a:off x="1038227" y="3279773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2" name="Freeform 465"/>
            <p:cNvSpPr>
              <a:spLocks noEditPoints="1"/>
            </p:cNvSpPr>
            <p:nvPr/>
          </p:nvSpPr>
          <p:spPr bwMode="auto">
            <a:xfrm flipV="1">
              <a:off x="1049339" y="2897185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5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5 w 25"/>
                <a:gd name="T25" fmla="*/ 12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3" name="Freeform 466"/>
            <p:cNvSpPr>
              <a:spLocks/>
            </p:cNvSpPr>
            <p:nvPr/>
          </p:nvSpPr>
          <p:spPr bwMode="auto">
            <a:xfrm flipV="1">
              <a:off x="-1776411" y="3678236"/>
              <a:ext cx="3582987" cy="1906588"/>
            </a:xfrm>
            <a:custGeom>
              <a:avLst/>
              <a:gdLst>
                <a:gd name="T0" fmla="*/ 955 w 955"/>
                <a:gd name="T1" fmla="*/ 508 h 508"/>
                <a:gd name="T2" fmla="*/ 906 w 955"/>
                <a:gd name="T3" fmla="*/ 508 h 508"/>
                <a:gd name="T4" fmla="*/ 903 w 955"/>
                <a:gd name="T5" fmla="*/ 506 h 508"/>
                <a:gd name="T6" fmla="*/ 807 w 955"/>
                <a:gd name="T7" fmla="*/ 410 h 508"/>
                <a:gd name="T8" fmla="*/ 698 w 955"/>
                <a:gd name="T9" fmla="*/ 410 h 508"/>
                <a:gd name="T10" fmla="*/ 694 w 955"/>
                <a:gd name="T11" fmla="*/ 409 h 508"/>
                <a:gd name="T12" fmla="*/ 655 w 955"/>
                <a:gd name="T13" fmla="*/ 370 h 508"/>
                <a:gd name="T14" fmla="*/ 365 w 955"/>
                <a:gd name="T15" fmla="*/ 370 h 508"/>
                <a:gd name="T16" fmla="*/ 362 w 955"/>
                <a:gd name="T17" fmla="*/ 369 h 508"/>
                <a:gd name="T18" fmla="*/ 0 w 955"/>
                <a:gd name="T19" fmla="*/ 7 h 508"/>
                <a:gd name="T20" fmla="*/ 7 w 955"/>
                <a:gd name="T21" fmla="*/ 0 h 508"/>
                <a:gd name="T22" fmla="*/ 367 w 955"/>
                <a:gd name="T23" fmla="*/ 360 h 508"/>
                <a:gd name="T24" fmla="*/ 657 w 955"/>
                <a:gd name="T25" fmla="*/ 360 h 508"/>
                <a:gd name="T26" fmla="*/ 661 w 955"/>
                <a:gd name="T27" fmla="*/ 361 h 508"/>
                <a:gd name="T28" fmla="*/ 700 w 955"/>
                <a:gd name="T29" fmla="*/ 400 h 508"/>
                <a:gd name="T30" fmla="*/ 809 w 955"/>
                <a:gd name="T31" fmla="*/ 400 h 508"/>
                <a:gd name="T32" fmla="*/ 812 w 955"/>
                <a:gd name="T33" fmla="*/ 401 h 508"/>
                <a:gd name="T34" fmla="*/ 908 w 955"/>
                <a:gd name="T35" fmla="*/ 497 h 508"/>
                <a:gd name="T36" fmla="*/ 955 w 955"/>
                <a:gd name="T37" fmla="*/ 497 h 508"/>
                <a:gd name="T38" fmla="*/ 955 w 955"/>
                <a:gd name="T39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5" h="508">
                  <a:moveTo>
                    <a:pt x="955" y="508"/>
                  </a:moveTo>
                  <a:cubicBezTo>
                    <a:pt x="906" y="508"/>
                    <a:pt x="906" y="508"/>
                    <a:pt x="906" y="508"/>
                  </a:cubicBezTo>
                  <a:cubicBezTo>
                    <a:pt x="905" y="508"/>
                    <a:pt x="904" y="507"/>
                    <a:pt x="903" y="506"/>
                  </a:cubicBezTo>
                  <a:cubicBezTo>
                    <a:pt x="807" y="410"/>
                    <a:pt x="807" y="410"/>
                    <a:pt x="807" y="410"/>
                  </a:cubicBezTo>
                  <a:cubicBezTo>
                    <a:pt x="698" y="410"/>
                    <a:pt x="698" y="410"/>
                    <a:pt x="698" y="410"/>
                  </a:cubicBezTo>
                  <a:cubicBezTo>
                    <a:pt x="696" y="410"/>
                    <a:pt x="695" y="410"/>
                    <a:pt x="694" y="409"/>
                  </a:cubicBezTo>
                  <a:cubicBezTo>
                    <a:pt x="655" y="370"/>
                    <a:pt x="655" y="370"/>
                    <a:pt x="655" y="370"/>
                  </a:cubicBezTo>
                  <a:cubicBezTo>
                    <a:pt x="365" y="370"/>
                    <a:pt x="365" y="370"/>
                    <a:pt x="365" y="370"/>
                  </a:cubicBezTo>
                  <a:cubicBezTo>
                    <a:pt x="364" y="370"/>
                    <a:pt x="363" y="369"/>
                    <a:pt x="362" y="36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67" y="360"/>
                    <a:pt x="367" y="360"/>
                    <a:pt x="367" y="360"/>
                  </a:cubicBezTo>
                  <a:cubicBezTo>
                    <a:pt x="657" y="360"/>
                    <a:pt x="657" y="360"/>
                    <a:pt x="657" y="360"/>
                  </a:cubicBezTo>
                  <a:cubicBezTo>
                    <a:pt x="659" y="360"/>
                    <a:pt x="660" y="360"/>
                    <a:pt x="661" y="361"/>
                  </a:cubicBezTo>
                  <a:cubicBezTo>
                    <a:pt x="700" y="400"/>
                    <a:pt x="700" y="400"/>
                    <a:pt x="700" y="400"/>
                  </a:cubicBezTo>
                  <a:cubicBezTo>
                    <a:pt x="809" y="400"/>
                    <a:pt x="809" y="400"/>
                    <a:pt x="809" y="400"/>
                  </a:cubicBezTo>
                  <a:cubicBezTo>
                    <a:pt x="810" y="400"/>
                    <a:pt x="811" y="400"/>
                    <a:pt x="812" y="401"/>
                  </a:cubicBezTo>
                  <a:cubicBezTo>
                    <a:pt x="908" y="497"/>
                    <a:pt x="908" y="497"/>
                    <a:pt x="908" y="497"/>
                  </a:cubicBezTo>
                  <a:cubicBezTo>
                    <a:pt x="955" y="497"/>
                    <a:pt x="955" y="497"/>
                    <a:pt x="955" y="497"/>
                  </a:cubicBezTo>
                  <a:lnTo>
                    <a:pt x="955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4" name="Freeform 467"/>
            <p:cNvSpPr>
              <a:spLocks/>
            </p:cNvSpPr>
            <p:nvPr/>
          </p:nvSpPr>
          <p:spPr bwMode="auto">
            <a:xfrm flipV="1">
              <a:off x="-50798" y="3378198"/>
              <a:ext cx="1504950" cy="715963"/>
            </a:xfrm>
            <a:custGeom>
              <a:avLst/>
              <a:gdLst>
                <a:gd name="T0" fmla="*/ 401 w 401"/>
                <a:gd name="T1" fmla="*/ 191 h 191"/>
                <a:gd name="T2" fmla="*/ 398 w 401"/>
                <a:gd name="T3" fmla="*/ 191 h 191"/>
                <a:gd name="T4" fmla="*/ 398 w 401"/>
                <a:gd name="T5" fmla="*/ 158 h 191"/>
                <a:gd name="T6" fmla="*/ 366 w 401"/>
                <a:gd name="T7" fmla="*/ 127 h 191"/>
                <a:gd name="T8" fmla="*/ 313 w 401"/>
                <a:gd name="T9" fmla="*/ 127 h 191"/>
                <a:gd name="T10" fmla="*/ 312 w 401"/>
                <a:gd name="T11" fmla="*/ 127 h 191"/>
                <a:gd name="T12" fmla="*/ 189 w 401"/>
                <a:gd name="T13" fmla="*/ 4 h 191"/>
                <a:gd name="T14" fmla="*/ 0 w 401"/>
                <a:gd name="T15" fmla="*/ 4 h 191"/>
                <a:gd name="T16" fmla="*/ 0 w 401"/>
                <a:gd name="T17" fmla="*/ 0 h 191"/>
                <a:gd name="T18" fmla="*/ 190 w 401"/>
                <a:gd name="T19" fmla="*/ 0 h 191"/>
                <a:gd name="T20" fmla="*/ 191 w 401"/>
                <a:gd name="T21" fmla="*/ 1 h 191"/>
                <a:gd name="T22" fmla="*/ 314 w 401"/>
                <a:gd name="T23" fmla="*/ 124 h 191"/>
                <a:gd name="T24" fmla="*/ 367 w 401"/>
                <a:gd name="T25" fmla="*/ 124 h 191"/>
                <a:gd name="T26" fmla="*/ 368 w 401"/>
                <a:gd name="T27" fmla="*/ 124 h 191"/>
                <a:gd name="T28" fmla="*/ 401 w 401"/>
                <a:gd name="T29" fmla="*/ 156 h 191"/>
                <a:gd name="T30" fmla="*/ 401 w 401"/>
                <a:gd name="T31" fmla="*/ 158 h 191"/>
                <a:gd name="T32" fmla="*/ 401 w 401"/>
                <a:gd name="T33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1" h="191">
                  <a:moveTo>
                    <a:pt x="401" y="191"/>
                  </a:moveTo>
                  <a:cubicBezTo>
                    <a:pt x="398" y="191"/>
                    <a:pt x="398" y="191"/>
                    <a:pt x="398" y="191"/>
                  </a:cubicBezTo>
                  <a:cubicBezTo>
                    <a:pt x="398" y="158"/>
                    <a:pt x="398" y="158"/>
                    <a:pt x="398" y="158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13" y="127"/>
                    <a:pt x="313" y="127"/>
                    <a:pt x="313" y="127"/>
                  </a:cubicBezTo>
                  <a:cubicBezTo>
                    <a:pt x="313" y="127"/>
                    <a:pt x="312" y="127"/>
                    <a:pt x="312" y="127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91" y="0"/>
                    <a:pt x="191" y="1"/>
                  </a:cubicBezTo>
                  <a:cubicBezTo>
                    <a:pt x="314" y="124"/>
                    <a:pt x="314" y="124"/>
                    <a:pt x="314" y="124"/>
                  </a:cubicBezTo>
                  <a:cubicBezTo>
                    <a:pt x="367" y="124"/>
                    <a:pt x="367" y="124"/>
                    <a:pt x="367" y="124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7"/>
                    <a:pt x="401" y="157"/>
                    <a:pt x="401" y="158"/>
                  </a:cubicBezTo>
                  <a:lnTo>
                    <a:pt x="401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5" name="Freeform 468"/>
            <p:cNvSpPr>
              <a:spLocks/>
            </p:cNvSpPr>
            <p:nvPr/>
          </p:nvSpPr>
          <p:spPr bwMode="auto">
            <a:xfrm flipV="1">
              <a:off x="-320673" y="3467098"/>
              <a:ext cx="1576387" cy="496888"/>
            </a:xfrm>
            <a:custGeom>
              <a:avLst/>
              <a:gdLst>
                <a:gd name="T0" fmla="*/ 420 w 420"/>
                <a:gd name="T1" fmla="*/ 132 h 132"/>
                <a:gd name="T2" fmla="*/ 382 w 420"/>
                <a:gd name="T3" fmla="*/ 132 h 132"/>
                <a:gd name="T4" fmla="*/ 381 w 420"/>
                <a:gd name="T5" fmla="*/ 132 h 132"/>
                <a:gd name="T6" fmla="*/ 252 w 420"/>
                <a:gd name="T7" fmla="*/ 3 h 132"/>
                <a:gd name="T8" fmla="*/ 0 w 420"/>
                <a:gd name="T9" fmla="*/ 3 h 132"/>
                <a:gd name="T10" fmla="*/ 0 w 420"/>
                <a:gd name="T11" fmla="*/ 0 h 132"/>
                <a:gd name="T12" fmla="*/ 253 w 420"/>
                <a:gd name="T13" fmla="*/ 0 h 132"/>
                <a:gd name="T14" fmla="*/ 254 w 420"/>
                <a:gd name="T15" fmla="*/ 0 h 132"/>
                <a:gd name="T16" fmla="*/ 383 w 420"/>
                <a:gd name="T17" fmla="*/ 129 h 132"/>
                <a:gd name="T18" fmla="*/ 420 w 420"/>
                <a:gd name="T19" fmla="*/ 129 h 132"/>
                <a:gd name="T20" fmla="*/ 420 w 420"/>
                <a:gd name="T2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0" h="132">
                  <a:moveTo>
                    <a:pt x="420" y="132"/>
                  </a:move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252" y="3"/>
                    <a:pt x="252" y="3"/>
                    <a:pt x="25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53" y="0"/>
                    <a:pt x="254" y="0"/>
                    <a:pt x="254" y="0"/>
                  </a:cubicBezTo>
                  <a:cubicBezTo>
                    <a:pt x="383" y="129"/>
                    <a:pt x="383" y="129"/>
                    <a:pt x="383" y="129"/>
                  </a:cubicBezTo>
                  <a:cubicBezTo>
                    <a:pt x="420" y="129"/>
                    <a:pt x="420" y="129"/>
                    <a:pt x="420" y="129"/>
                  </a:cubicBezTo>
                  <a:lnTo>
                    <a:pt x="42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6" name="Freeform 469"/>
            <p:cNvSpPr>
              <a:spLocks/>
            </p:cNvSpPr>
            <p:nvPr/>
          </p:nvSpPr>
          <p:spPr bwMode="auto">
            <a:xfrm flipV="1">
              <a:off x="34927" y="3325811"/>
              <a:ext cx="1009650" cy="514350"/>
            </a:xfrm>
            <a:custGeom>
              <a:avLst/>
              <a:gdLst>
                <a:gd name="T0" fmla="*/ 237 w 269"/>
                <a:gd name="T1" fmla="*/ 137 h 137"/>
                <a:gd name="T2" fmla="*/ 236 w 269"/>
                <a:gd name="T3" fmla="*/ 136 h 137"/>
                <a:gd name="T4" fmla="*/ 103 w 269"/>
                <a:gd name="T5" fmla="*/ 3 h 137"/>
                <a:gd name="T6" fmla="*/ 22 w 269"/>
                <a:gd name="T7" fmla="*/ 3 h 137"/>
                <a:gd name="T8" fmla="*/ 2 w 269"/>
                <a:gd name="T9" fmla="*/ 24 h 137"/>
                <a:gd name="T10" fmla="*/ 0 w 269"/>
                <a:gd name="T11" fmla="*/ 21 h 137"/>
                <a:gd name="T12" fmla="*/ 20 w 269"/>
                <a:gd name="T13" fmla="*/ 0 h 137"/>
                <a:gd name="T14" fmla="*/ 22 w 269"/>
                <a:gd name="T15" fmla="*/ 0 h 137"/>
                <a:gd name="T16" fmla="*/ 22 w 269"/>
                <a:gd name="T17" fmla="*/ 0 h 137"/>
                <a:gd name="T18" fmla="*/ 104 w 269"/>
                <a:gd name="T19" fmla="*/ 0 h 137"/>
                <a:gd name="T20" fmla="*/ 105 w 269"/>
                <a:gd name="T21" fmla="*/ 0 h 137"/>
                <a:gd name="T22" fmla="*/ 238 w 269"/>
                <a:gd name="T23" fmla="*/ 133 h 137"/>
                <a:gd name="T24" fmla="*/ 269 w 269"/>
                <a:gd name="T25" fmla="*/ 133 h 137"/>
                <a:gd name="T26" fmla="*/ 269 w 269"/>
                <a:gd name="T27" fmla="*/ 137 h 137"/>
                <a:gd name="T28" fmla="*/ 237 w 269"/>
                <a:gd name="T29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9" h="137">
                  <a:moveTo>
                    <a:pt x="237" y="137"/>
                  </a:moveTo>
                  <a:cubicBezTo>
                    <a:pt x="237" y="137"/>
                    <a:pt x="237" y="136"/>
                    <a:pt x="236" y="136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238" y="133"/>
                    <a:pt x="238" y="133"/>
                    <a:pt x="238" y="133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7"/>
                    <a:pt x="269" y="137"/>
                    <a:pt x="269" y="137"/>
                  </a:cubicBezTo>
                  <a:lnTo>
                    <a:pt x="237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7" name="Freeform 470"/>
            <p:cNvSpPr>
              <a:spLocks/>
            </p:cNvSpPr>
            <p:nvPr/>
          </p:nvSpPr>
          <p:spPr bwMode="auto">
            <a:xfrm flipV="1">
              <a:off x="-2035173" y="3171823"/>
              <a:ext cx="2941637" cy="2135188"/>
            </a:xfrm>
            <a:custGeom>
              <a:avLst/>
              <a:gdLst>
                <a:gd name="T0" fmla="*/ 784 w 784"/>
                <a:gd name="T1" fmla="*/ 569 h 569"/>
                <a:gd name="T2" fmla="*/ 781 w 784"/>
                <a:gd name="T3" fmla="*/ 569 h 569"/>
                <a:gd name="T4" fmla="*/ 781 w 784"/>
                <a:gd name="T5" fmla="*/ 536 h 569"/>
                <a:gd name="T6" fmla="*/ 687 w 784"/>
                <a:gd name="T7" fmla="*/ 441 h 569"/>
                <a:gd name="T8" fmla="*/ 672 w 784"/>
                <a:gd name="T9" fmla="*/ 441 h 569"/>
                <a:gd name="T10" fmla="*/ 646 w 784"/>
                <a:gd name="T11" fmla="*/ 467 h 569"/>
                <a:gd name="T12" fmla="*/ 645 w 784"/>
                <a:gd name="T13" fmla="*/ 467 h 569"/>
                <a:gd name="T14" fmla="*/ 466 w 784"/>
                <a:gd name="T15" fmla="*/ 467 h 569"/>
                <a:gd name="T16" fmla="*/ 465 w 784"/>
                <a:gd name="T17" fmla="*/ 467 h 569"/>
                <a:gd name="T18" fmla="*/ 0 w 784"/>
                <a:gd name="T19" fmla="*/ 2 h 569"/>
                <a:gd name="T20" fmla="*/ 2 w 784"/>
                <a:gd name="T21" fmla="*/ 0 h 569"/>
                <a:gd name="T22" fmla="*/ 467 w 784"/>
                <a:gd name="T23" fmla="*/ 464 h 569"/>
                <a:gd name="T24" fmla="*/ 644 w 784"/>
                <a:gd name="T25" fmla="*/ 464 h 569"/>
                <a:gd name="T26" fmla="*/ 670 w 784"/>
                <a:gd name="T27" fmla="*/ 439 h 569"/>
                <a:gd name="T28" fmla="*/ 671 w 784"/>
                <a:gd name="T29" fmla="*/ 438 h 569"/>
                <a:gd name="T30" fmla="*/ 687 w 784"/>
                <a:gd name="T31" fmla="*/ 438 h 569"/>
                <a:gd name="T32" fmla="*/ 689 w 784"/>
                <a:gd name="T33" fmla="*/ 439 h 569"/>
                <a:gd name="T34" fmla="*/ 784 w 784"/>
                <a:gd name="T35" fmla="*/ 534 h 569"/>
                <a:gd name="T36" fmla="*/ 784 w 784"/>
                <a:gd name="T37" fmla="*/ 535 h 569"/>
                <a:gd name="T38" fmla="*/ 784 w 784"/>
                <a:gd name="T39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4" h="569">
                  <a:moveTo>
                    <a:pt x="784" y="569"/>
                  </a:moveTo>
                  <a:cubicBezTo>
                    <a:pt x="781" y="569"/>
                    <a:pt x="781" y="569"/>
                    <a:pt x="781" y="569"/>
                  </a:cubicBezTo>
                  <a:cubicBezTo>
                    <a:pt x="781" y="536"/>
                    <a:pt x="781" y="536"/>
                    <a:pt x="781" y="536"/>
                  </a:cubicBezTo>
                  <a:cubicBezTo>
                    <a:pt x="687" y="441"/>
                    <a:pt x="687" y="441"/>
                    <a:pt x="687" y="441"/>
                  </a:cubicBezTo>
                  <a:cubicBezTo>
                    <a:pt x="672" y="441"/>
                    <a:pt x="672" y="441"/>
                    <a:pt x="672" y="441"/>
                  </a:cubicBezTo>
                  <a:cubicBezTo>
                    <a:pt x="646" y="467"/>
                    <a:pt x="646" y="467"/>
                    <a:pt x="646" y="467"/>
                  </a:cubicBezTo>
                  <a:cubicBezTo>
                    <a:pt x="646" y="467"/>
                    <a:pt x="646" y="467"/>
                    <a:pt x="645" y="467"/>
                  </a:cubicBezTo>
                  <a:cubicBezTo>
                    <a:pt x="466" y="467"/>
                    <a:pt x="466" y="467"/>
                    <a:pt x="466" y="467"/>
                  </a:cubicBezTo>
                  <a:cubicBezTo>
                    <a:pt x="465" y="467"/>
                    <a:pt x="465" y="467"/>
                    <a:pt x="465" y="4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67" y="464"/>
                    <a:pt x="467" y="464"/>
                    <a:pt x="467" y="464"/>
                  </a:cubicBezTo>
                  <a:cubicBezTo>
                    <a:pt x="644" y="464"/>
                    <a:pt x="644" y="464"/>
                    <a:pt x="644" y="464"/>
                  </a:cubicBezTo>
                  <a:cubicBezTo>
                    <a:pt x="670" y="439"/>
                    <a:pt x="670" y="439"/>
                    <a:pt x="670" y="439"/>
                  </a:cubicBezTo>
                  <a:cubicBezTo>
                    <a:pt x="670" y="438"/>
                    <a:pt x="671" y="438"/>
                    <a:pt x="671" y="438"/>
                  </a:cubicBezTo>
                  <a:cubicBezTo>
                    <a:pt x="687" y="438"/>
                    <a:pt x="687" y="438"/>
                    <a:pt x="687" y="438"/>
                  </a:cubicBezTo>
                  <a:cubicBezTo>
                    <a:pt x="688" y="438"/>
                    <a:pt x="688" y="438"/>
                    <a:pt x="689" y="439"/>
                  </a:cubicBezTo>
                  <a:cubicBezTo>
                    <a:pt x="784" y="534"/>
                    <a:pt x="784" y="534"/>
                    <a:pt x="784" y="534"/>
                  </a:cubicBezTo>
                  <a:cubicBezTo>
                    <a:pt x="784" y="534"/>
                    <a:pt x="784" y="535"/>
                    <a:pt x="784" y="535"/>
                  </a:cubicBezTo>
                  <a:lnTo>
                    <a:pt x="784" y="5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8" name="Freeform 471"/>
            <p:cNvSpPr>
              <a:spLocks/>
            </p:cNvSpPr>
            <p:nvPr/>
          </p:nvSpPr>
          <p:spPr bwMode="auto">
            <a:xfrm flipV="1">
              <a:off x="-763586" y="3328986"/>
              <a:ext cx="1452562" cy="206375"/>
            </a:xfrm>
            <a:custGeom>
              <a:avLst/>
              <a:gdLst>
                <a:gd name="T0" fmla="*/ 3 w 387"/>
                <a:gd name="T1" fmla="*/ 55 h 55"/>
                <a:gd name="T2" fmla="*/ 0 w 387"/>
                <a:gd name="T3" fmla="*/ 52 h 55"/>
                <a:gd name="T4" fmla="*/ 52 w 387"/>
                <a:gd name="T5" fmla="*/ 1 h 55"/>
                <a:gd name="T6" fmla="*/ 53 w 387"/>
                <a:gd name="T7" fmla="*/ 0 h 55"/>
                <a:gd name="T8" fmla="*/ 53 w 387"/>
                <a:gd name="T9" fmla="*/ 0 h 55"/>
                <a:gd name="T10" fmla="*/ 80 w 387"/>
                <a:gd name="T11" fmla="*/ 0 h 55"/>
                <a:gd name="T12" fmla="*/ 81 w 387"/>
                <a:gd name="T13" fmla="*/ 1 h 55"/>
                <a:gd name="T14" fmla="*/ 93 w 387"/>
                <a:gd name="T15" fmla="*/ 13 h 55"/>
                <a:gd name="T16" fmla="*/ 305 w 387"/>
                <a:gd name="T17" fmla="*/ 13 h 55"/>
                <a:gd name="T18" fmla="*/ 306 w 387"/>
                <a:gd name="T19" fmla="*/ 13 h 55"/>
                <a:gd name="T20" fmla="*/ 326 w 387"/>
                <a:gd name="T21" fmla="*/ 33 h 55"/>
                <a:gd name="T22" fmla="*/ 373 w 387"/>
                <a:gd name="T23" fmla="*/ 33 h 55"/>
                <a:gd name="T24" fmla="*/ 374 w 387"/>
                <a:gd name="T25" fmla="*/ 34 h 55"/>
                <a:gd name="T26" fmla="*/ 387 w 387"/>
                <a:gd name="T27" fmla="*/ 46 h 55"/>
                <a:gd name="T28" fmla="*/ 384 w 387"/>
                <a:gd name="T29" fmla="*/ 48 h 55"/>
                <a:gd name="T30" fmla="*/ 372 w 387"/>
                <a:gd name="T31" fmla="*/ 37 h 55"/>
                <a:gd name="T32" fmla="*/ 325 w 387"/>
                <a:gd name="T33" fmla="*/ 37 h 55"/>
                <a:gd name="T34" fmla="*/ 324 w 387"/>
                <a:gd name="T35" fmla="*/ 36 h 55"/>
                <a:gd name="T36" fmla="*/ 304 w 387"/>
                <a:gd name="T37" fmla="*/ 16 h 55"/>
                <a:gd name="T38" fmla="*/ 93 w 387"/>
                <a:gd name="T39" fmla="*/ 16 h 55"/>
                <a:gd name="T40" fmla="*/ 91 w 387"/>
                <a:gd name="T41" fmla="*/ 16 h 55"/>
                <a:gd name="T42" fmla="*/ 79 w 387"/>
                <a:gd name="T43" fmla="*/ 4 h 55"/>
                <a:gd name="T44" fmla="*/ 54 w 387"/>
                <a:gd name="T45" fmla="*/ 4 h 55"/>
                <a:gd name="T46" fmla="*/ 3 w 387"/>
                <a:gd name="T4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7" h="55">
                  <a:moveTo>
                    <a:pt x="3" y="55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1" y="0"/>
                    <a:pt x="81" y="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305" y="13"/>
                    <a:pt x="305" y="13"/>
                    <a:pt x="305" y="13"/>
                  </a:cubicBezTo>
                  <a:cubicBezTo>
                    <a:pt x="305" y="13"/>
                    <a:pt x="306" y="13"/>
                    <a:pt x="306" y="1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73" y="33"/>
                    <a:pt x="373" y="33"/>
                    <a:pt x="373" y="33"/>
                  </a:cubicBezTo>
                  <a:cubicBezTo>
                    <a:pt x="374" y="33"/>
                    <a:pt x="374" y="33"/>
                    <a:pt x="374" y="34"/>
                  </a:cubicBezTo>
                  <a:cubicBezTo>
                    <a:pt x="387" y="46"/>
                    <a:pt x="387" y="46"/>
                    <a:pt x="387" y="46"/>
                  </a:cubicBezTo>
                  <a:cubicBezTo>
                    <a:pt x="384" y="48"/>
                    <a:pt x="384" y="48"/>
                    <a:pt x="384" y="48"/>
                  </a:cubicBezTo>
                  <a:cubicBezTo>
                    <a:pt x="372" y="37"/>
                    <a:pt x="372" y="37"/>
                    <a:pt x="372" y="37"/>
                  </a:cubicBezTo>
                  <a:cubicBezTo>
                    <a:pt x="325" y="37"/>
                    <a:pt x="325" y="37"/>
                    <a:pt x="325" y="37"/>
                  </a:cubicBezTo>
                  <a:cubicBezTo>
                    <a:pt x="325" y="37"/>
                    <a:pt x="324" y="37"/>
                    <a:pt x="324" y="36"/>
                  </a:cubicBezTo>
                  <a:cubicBezTo>
                    <a:pt x="304" y="16"/>
                    <a:pt x="304" y="16"/>
                    <a:pt x="304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2" y="16"/>
                    <a:pt x="92" y="16"/>
                    <a:pt x="91" y="16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54" y="4"/>
                    <a:pt x="54" y="4"/>
                    <a:pt x="54" y="4"/>
                  </a:cubicBezTo>
                  <a:lnTo>
                    <a:pt x="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9" name="Freeform 472"/>
            <p:cNvSpPr>
              <a:spLocks/>
            </p:cNvSpPr>
            <p:nvPr/>
          </p:nvSpPr>
          <p:spPr bwMode="auto">
            <a:xfrm flipV="1">
              <a:off x="-306386" y="2938460"/>
              <a:ext cx="1362075" cy="465138"/>
            </a:xfrm>
            <a:custGeom>
              <a:avLst/>
              <a:gdLst>
                <a:gd name="T0" fmla="*/ 363 w 363"/>
                <a:gd name="T1" fmla="*/ 124 h 124"/>
                <a:gd name="T2" fmla="*/ 320 w 363"/>
                <a:gd name="T3" fmla="*/ 124 h 124"/>
                <a:gd name="T4" fmla="*/ 319 w 363"/>
                <a:gd name="T5" fmla="*/ 124 h 124"/>
                <a:gd name="T6" fmla="*/ 229 w 363"/>
                <a:gd name="T7" fmla="*/ 33 h 124"/>
                <a:gd name="T8" fmla="*/ 201 w 363"/>
                <a:gd name="T9" fmla="*/ 33 h 124"/>
                <a:gd name="T10" fmla="*/ 200 w 363"/>
                <a:gd name="T11" fmla="*/ 33 h 124"/>
                <a:gd name="T12" fmla="*/ 171 w 363"/>
                <a:gd name="T13" fmla="*/ 4 h 124"/>
                <a:gd name="T14" fmla="*/ 34 w 363"/>
                <a:gd name="T15" fmla="*/ 4 h 124"/>
                <a:gd name="T16" fmla="*/ 2 w 363"/>
                <a:gd name="T17" fmla="*/ 35 h 124"/>
                <a:gd name="T18" fmla="*/ 0 w 363"/>
                <a:gd name="T19" fmla="*/ 33 h 124"/>
                <a:gd name="T20" fmla="*/ 32 w 363"/>
                <a:gd name="T21" fmla="*/ 1 h 124"/>
                <a:gd name="T22" fmla="*/ 33 w 363"/>
                <a:gd name="T23" fmla="*/ 0 h 124"/>
                <a:gd name="T24" fmla="*/ 172 w 363"/>
                <a:gd name="T25" fmla="*/ 0 h 124"/>
                <a:gd name="T26" fmla="*/ 173 w 363"/>
                <a:gd name="T27" fmla="*/ 1 h 124"/>
                <a:gd name="T28" fmla="*/ 202 w 363"/>
                <a:gd name="T29" fmla="*/ 30 h 124"/>
                <a:gd name="T30" fmla="*/ 230 w 363"/>
                <a:gd name="T31" fmla="*/ 30 h 124"/>
                <a:gd name="T32" fmla="*/ 231 w 363"/>
                <a:gd name="T33" fmla="*/ 31 h 124"/>
                <a:gd name="T34" fmla="*/ 321 w 363"/>
                <a:gd name="T35" fmla="*/ 121 h 124"/>
                <a:gd name="T36" fmla="*/ 363 w 363"/>
                <a:gd name="T37" fmla="*/ 121 h 124"/>
                <a:gd name="T38" fmla="*/ 363 w 363"/>
                <a:gd name="T3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3" h="124">
                  <a:moveTo>
                    <a:pt x="363" y="124"/>
                  </a:moveTo>
                  <a:cubicBezTo>
                    <a:pt x="320" y="124"/>
                    <a:pt x="320" y="124"/>
                    <a:pt x="320" y="124"/>
                  </a:cubicBezTo>
                  <a:cubicBezTo>
                    <a:pt x="320" y="124"/>
                    <a:pt x="320" y="124"/>
                    <a:pt x="319" y="124"/>
                  </a:cubicBezTo>
                  <a:cubicBezTo>
                    <a:pt x="229" y="33"/>
                    <a:pt x="229" y="33"/>
                    <a:pt x="229" y="33"/>
                  </a:cubicBezTo>
                  <a:cubicBezTo>
                    <a:pt x="201" y="33"/>
                    <a:pt x="201" y="33"/>
                    <a:pt x="201" y="33"/>
                  </a:cubicBezTo>
                  <a:cubicBezTo>
                    <a:pt x="201" y="33"/>
                    <a:pt x="201" y="33"/>
                    <a:pt x="200" y="33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0"/>
                    <a:pt x="173" y="1"/>
                    <a:pt x="173" y="1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30" y="30"/>
                    <a:pt x="230" y="30"/>
                    <a:pt x="230" y="30"/>
                  </a:cubicBezTo>
                  <a:cubicBezTo>
                    <a:pt x="230" y="30"/>
                    <a:pt x="231" y="30"/>
                    <a:pt x="231" y="31"/>
                  </a:cubicBezTo>
                  <a:cubicBezTo>
                    <a:pt x="321" y="121"/>
                    <a:pt x="321" y="121"/>
                    <a:pt x="321" y="121"/>
                  </a:cubicBezTo>
                  <a:cubicBezTo>
                    <a:pt x="363" y="121"/>
                    <a:pt x="363" y="121"/>
                    <a:pt x="363" y="121"/>
                  </a:cubicBezTo>
                  <a:lnTo>
                    <a:pt x="363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0" name="Freeform 473"/>
            <p:cNvSpPr>
              <a:spLocks/>
            </p:cNvSpPr>
            <p:nvPr/>
          </p:nvSpPr>
          <p:spPr bwMode="auto">
            <a:xfrm flipV="1">
              <a:off x="-755648" y="2795585"/>
              <a:ext cx="1079500" cy="354013"/>
            </a:xfrm>
            <a:custGeom>
              <a:avLst/>
              <a:gdLst>
                <a:gd name="T0" fmla="*/ 115 w 288"/>
                <a:gd name="T1" fmla="*/ 94 h 94"/>
                <a:gd name="T2" fmla="*/ 78 w 288"/>
                <a:gd name="T3" fmla="*/ 94 h 94"/>
                <a:gd name="T4" fmla="*/ 77 w 288"/>
                <a:gd name="T5" fmla="*/ 94 h 94"/>
                <a:gd name="T6" fmla="*/ 0 w 288"/>
                <a:gd name="T7" fmla="*/ 18 h 94"/>
                <a:gd name="T8" fmla="*/ 3 w 288"/>
                <a:gd name="T9" fmla="*/ 15 h 94"/>
                <a:gd name="T10" fmla="*/ 79 w 288"/>
                <a:gd name="T11" fmla="*/ 91 h 94"/>
                <a:gd name="T12" fmla="*/ 115 w 288"/>
                <a:gd name="T13" fmla="*/ 91 h 94"/>
                <a:gd name="T14" fmla="*/ 205 w 288"/>
                <a:gd name="T15" fmla="*/ 1 h 94"/>
                <a:gd name="T16" fmla="*/ 206 w 288"/>
                <a:gd name="T17" fmla="*/ 0 h 94"/>
                <a:gd name="T18" fmla="*/ 244 w 288"/>
                <a:gd name="T19" fmla="*/ 0 h 94"/>
                <a:gd name="T20" fmla="*/ 245 w 288"/>
                <a:gd name="T21" fmla="*/ 1 h 94"/>
                <a:gd name="T22" fmla="*/ 288 w 288"/>
                <a:gd name="T23" fmla="*/ 44 h 94"/>
                <a:gd name="T24" fmla="*/ 285 w 288"/>
                <a:gd name="T25" fmla="*/ 46 h 94"/>
                <a:gd name="T26" fmla="*/ 243 w 288"/>
                <a:gd name="T27" fmla="*/ 4 h 94"/>
                <a:gd name="T28" fmla="*/ 207 w 288"/>
                <a:gd name="T29" fmla="*/ 4 h 94"/>
                <a:gd name="T30" fmla="*/ 117 w 288"/>
                <a:gd name="T31" fmla="*/ 94 h 94"/>
                <a:gd name="T32" fmla="*/ 115 w 288"/>
                <a:gd name="T3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8" h="94">
                  <a:moveTo>
                    <a:pt x="115" y="94"/>
                  </a:moveTo>
                  <a:cubicBezTo>
                    <a:pt x="78" y="94"/>
                    <a:pt x="78" y="94"/>
                    <a:pt x="78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115" y="91"/>
                    <a:pt x="115" y="91"/>
                    <a:pt x="115" y="9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5" y="0"/>
                    <a:pt x="206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44" y="0"/>
                    <a:pt x="245" y="1"/>
                    <a:pt x="245" y="1"/>
                  </a:cubicBezTo>
                  <a:cubicBezTo>
                    <a:pt x="288" y="44"/>
                    <a:pt x="288" y="44"/>
                    <a:pt x="288" y="44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6" y="94"/>
                    <a:pt x="116" y="94"/>
                    <a:pt x="115" y="9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1" name="Freeform 474"/>
            <p:cNvSpPr>
              <a:spLocks/>
            </p:cNvSpPr>
            <p:nvPr/>
          </p:nvSpPr>
          <p:spPr bwMode="auto">
            <a:xfrm flipV="1">
              <a:off x="-441323" y="2363785"/>
              <a:ext cx="930275" cy="649288"/>
            </a:xfrm>
            <a:custGeom>
              <a:avLst/>
              <a:gdLst>
                <a:gd name="T0" fmla="*/ 56 w 248"/>
                <a:gd name="T1" fmla="*/ 173 h 173"/>
                <a:gd name="T2" fmla="*/ 28 w 248"/>
                <a:gd name="T3" fmla="*/ 173 h 173"/>
                <a:gd name="T4" fmla="*/ 24 w 248"/>
                <a:gd name="T5" fmla="*/ 171 h 173"/>
                <a:gd name="T6" fmla="*/ 1 w 248"/>
                <a:gd name="T7" fmla="*/ 148 h 173"/>
                <a:gd name="T8" fmla="*/ 0 w 248"/>
                <a:gd name="T9" fmla="*/ 144 h 173"/>
                <a:gd name="T10" fmla="*/ 0 w 248"/>
                <a:gd name="T11" fmla="*/ 115 h 173"/>
                <a:gd name="T12" fmla="*/ 1 w 248"/>
                <a:gd name="T13" fmla="*/ 112 h 173"/>
                <a:gd name="T14" fmla="*/ 111 w 248"/>
                <a:gd name="T15" fmla="*/ 2 h 173"/>
                <a:gd name="T16" fmla="*/ 115 w 248"/>
                <a:gd name="T17" fmla="*/ 0 h 173"/>
                <a:gd name="T18" fmla="*/ 115 w 248"/>
                <a:gd name="T19" fmla="*/ 0 h 173"/>
                <a:gd name="T20" fmla="*/ 145 w 248"/>
                <a:gd name="T21" fmla="*/ 0 h 173"/>
                <a:gd name="T22" fmla="*/ 149 w 248"/>
                <a:gd name="T23" fmla="*/ 2 h 173"/>
                <a:gd name="T24" fmla="*/ 207 w 248"/>
                <a:gd name="T25" fmla="*/ 60 h 173"/>
                <a:gd name="T26" fmla="*/ 248 w 248"/>
                <a:gd name="T27" fmla="*/ 60 h 173"/>
                <a:gd name="T28" fmla="*/ 248 w 248"/>
                <a:gd name="T29" fmla="*/ 70 h 173"/>
                <a:gd name="T30" fmla="*/ 205 w 248"/>
                <a:gd name="T31" fmla="*/ 70 h 173"/>
                <a:gd name="T32" fmla="*/ 201 w 248"/>
                <a:gd name="T33" fmla="*/ 69 h 173"/>
                <a:gd name="T34" fmla="*/ 143 w 248"/>
                <a:gd name="T35" fmla="*/ 11 h 173"/>
                <a:gd name="T36" fmla="*/ 117 w 248"/>
                <a:gd name="T37" fmla="*/ 11 h 173"/>
                <a:gd name="T38" fmla="*/ 10 w 248"/>
                <a:gd name="T39" fmla="*/ 117 h 173"/>
                <a:gd name="T40" fmla="*/ 10 w 248"/>
                <a:gd name="T41" fmla="*/ 142 h 173"/>
                <a:gd name="T42" fmla="*/ 30 w 248"/>
                <a:gd name="T43" fmla="*/ 162 h 173"/>
                <a:gd name="T44" fmla="*/ 54 w 248"/>
                <a:gd name="T45" fmla="*/ 162 h 173"/>
                <a:gd name="T46" fmla="*/ 116 w 248"/>
                <a:gd name="T47" fmla="*/ 100 h 173"/>
                <a:gd name="T48" fmla="*/ 123 w 248"/>
                <a:gd name="T49" fmla="*/ 107 h 173"/>
                <a:gd name="T50" fmla="*/ 60 w 248"/>
                <a:gd name="T51" fmla="*/ 171 h 173"/>
                <a:gd name="T52" fmla="*/ 56 w 248"/>
                <a:gd name="T53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173">
                  <a:moveTo>
                    <a:pt x="56" y="173"/>
                  </a:moveTo>
                  <a:cubicBezTo>
                    <a:pt x="28" y="173"/>
                    <a:pt x="28" y="173"/>
                    <a:pt x="28" y="173"/>
                  </a:cubicBezTo>
                  <a:cubicBezTo>
                    <a:pt x="27" y="173"/>
                    <a:pt x="25" y="172"/>
                    <a:pt x="24" y="171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0" y="147"/>
                    <a:pt x="0" y="146"/>
                    <a:pt x="0" y="144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0" y="113"/>
                    <a:pt x="1" y="11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3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7" y="0"/>
                    <a:pt x="148" y="1"/>
                    <a:pt x="149" y="2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48" y="60"/>
                    <a:pt x="248" y="60"/>
                    <a:pt x="248" y="60"/>
                  </a:cubicBezTo>
                  <a:cubicBezTo>
                    <a:pt x="248" y="70"/>
                    <a:pt x="248" y="70"/>
                    <a:pt x="248" y="70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4" y="70"/>
                    <a:pt x="202" y="70"/>
                    <a:pt x="201" y="69"/>
                  </a:cubicBezTo>
                  <a:cubicBezTo>
                    <a:pt x="143" y="11"/>
                    <a:pt x="143" y="11"/>
                    <a:pt x="143" y="11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116" y="100"/>
                    <a:pt x="116" y="100"/>
                    <a:pt x="116" y="100"/>
                  </a:cubicBezTo>
                  <a:cubicBezTo>
                    <a:pt x="123" y="107"/>
                    <a:pt x="123" y="107"/>
                    <a:pt x="123" y="107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59" y="172"/>
                    <a:pt x="57" y="173"/>
                    <a:pt x="56" y="1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2" name="Freeform 475"/>
            <p:cNvSpPr>
              <a:spLocks/>
            </p:cNvSpPr>
            <p:nvPr/>
          </p:nvSpPr>
          <p:spPr bwMode="auto">
            <a:xfrm flipV="1">
              <a:off x="-554036" y="2946398"/>
              <a:ext cx="1227137" cy="371475"/>
            </a:xfrm>
            <a:custGeom>
              <a:avLst/>
              <a:gdLst>
                <a:gd name="T0" fmla="*/ 327 w 327"/>
                <a:gd name="T1" fmla="*/ 99 h 99"/>
                <a:gd name="T2" fmla="*/ 296 w 327"/>
                <a:gd name="T3" fmla="*/ 99 h 99"/>
                <a:gd name="T4" fmla="*/ 295 w 327"/>
                <a:gd name="T5" fmla="*/ 98 h 99"/>
                <a:gd name="T6" fmla="*/ 200 w 327"/>
                <a:gd name="T7" fmla="*/ 3 h 99"/>
                <a:gd name="T8" fmla="*/ 120 w 327"/>
                <a:gd name="T9" fmla="*/ 3 h 99"/>
                <a:gd name="T10" fmla="*/ 67 w 327"/>
                <a:gd name="T11" fmla="*/ 57 h 99"/>
                <a:gd name="T12" fmla="*/ 66 w 327"/>
                <a:gd name="T13" fmla="*/ 57 h 99"/>
                <a:gd name="T14" fmla="*/ 45 w 327"/>
                <a:gd name="T15" fmla="*/ 57 h 99"/>
                <a:gd name="T16" fmla="*/ 44 w 327"/>
                <a:gd name="T17" fmla="*/ 57 h 99"/>
                <a:gd name="T18" fmla="*/ 0 w 327"/>
                <a:gd name="T19" fmla="*/ 13 h 99"/>
                <a:gd name="T20" fmla="*/ 2 w 327"/>
                <a:gd name="T21" fmla="*/ 10 h 99"/>
                <a:gd name="T22" fmla="*/ 46 w 327"/>
                <a:gd name="T23" fmla="*/ 54 h 99"/>
                <a:gd name="T24" fmla="*/ 65 w 327"/>
                <a:gd name="T25" fmla="*/ 54 h 99"/>
                <a:gd name="T26" fmla="*/ 118 w 327"/>
                <a:gd name="T27" fmla="*/ 0 h 99"/>
                <a:gd name="T28" fmla="*/ 119 w 327"/>
                <a:gd name="T29" fmla="*/ 0 h 99"/>
                <a:gd name="T30" fmla="*/ 201 w 327"/>
                <a:gd name="T31" fmla="*/ 0 h 99"/>
                <a:gd name="T32" fmla="*/ 202 w 327"/>
                <a:gd name="T33" fmla="*/ 0 h 99"/>
                <a:gd name="T34" fmla="*/ 297 w 327"/>
                <a:gd name="T35" fmla="*/ 95 h 99"/>
                <a:gd name="T36" fmla="*/ 327 w 327"/>
                <a:gd name="T37" fmla="*/ 95 h 99"/>
                <a:gd name="T38" fmla="*/ 327 w 327"/>
                <a:gd name="T3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7" h="99">
                  <a:moveTo>
                    <a:pt x="327" y="99"/>
                  </a:moveTo>
                  <a:cubicBezTo>
                    <a:pt x="296" y="99"/>
                    <a:pt x="296" y="99"/>
                    <a:pt x="296" y="99"/>
                  </a:cubicBezTo>
                  <a:cubicBezTo>
                    <a:pt x="296" y="99"/>
                    <a:pt x="295" y="98"/>
                    <a:pt x="295" y="98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67" y="57"/>
                    <a:pt x="67" y="57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2" y="0"/>
                    <a:pt x="202" y="0"/>
                  </a:cubicBezTo>
                  <a:cubicBezTo>
                    <a:pt x="297" y="95"/>
                    <a:pt x="297" y="95"/>
                    <a:pt x="297" y="95"/>
                  </a:cubicBezTo>
                  <a:cubicBezTo>
                    <a:pt x="327" y="95"/>
                    <a:pt x="327" y="95"/>
                    <a:pt x="327" y="95"/>
                  </a:cubicBezTo>
                  <a:lnTo>
                    <a:pt x="327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3" name="Freeform 476"/>
            <p:cNvSpPr>
              <a:spLocks/>
            </p:cNvSpPr>
            <p:nvPr/>
          </p:nvSpPr>
          <p:spPr bwMode="auto">
            <a:xfrm flipV="1">
              <a:off x="-512761" y="2762248"/>
              <a:ext cx="1366837" cy="495300"/>
            </a:xfrm>
            <a:custGeom>
              <a:avLst/>
              <a:gdLst>
                <a:gd name="T0" fmla="*/ 364 w 364"/>
                <a:gd name="T1" fmla="*/ 132 h 132"/>
                <a:gd name="T2" fmla="*/ 314 w 364"/>
                <a:gd name="T3" fmla="*/ 132 h 132"/>
                <a:gd name="T4" fmla="*/ 312 w 364"/>
                <a:gd name="T5" fmla="*/ 131 h 132"/>
                <a:gd name="T6" fmla="*/ 184 w 364"/>
                <a:gd name="T7" fmla="*/ 3 h 132"/>
                <a:gd name="T8" fmla="*/ 122 w 364"/>
                <a:gd name="T9" fmla="*/ 3 h 132"/>
                <a:gd name="T10" fmla="*/ 44 w 364"/>
                <a:gd name="T11" fmla="*/ 81 h 132"/>
                <a:gd name="T12" fmla="*/ 43 w 364"/>
                <a:gd name="T13" fmla="*/ 82 h 132"/>
                <a:gd name="T14" fmla="*/ 21 w 364"/>
                <a:gd name="T15" fmla="*/ 82 h 132"/>
                <a:gd name="T16" fmla="*/ 20 w 364"/>
                <a:gd name="T17" fmla="*/ 81 h 132"/>
                <a:gd name="T18" fmla="*/ 0 w 364"/>
                <a:gd name="T19" fmla="*/ 61 h 132"/>
                <a:gd name="T20" fmla="*/ 2 w 364"/>
                <a:gd name="T21" fmla="*/ 59 h 132"/>
                <a:gd name="T22" fmla="*/ 22 w 364"/>
                <a:gd name="T23" fmla="*/ 78 h 132"/>
                <a:gd name="T24" fmla="*/ 42 w 364"/>
                <a:gd name="T25" fmla="*/ 78 h 132"/>
                <a:gd name="T26" fmla="*/ 120 w 364"/>
                <a:gd name="T27" fmla="*/ 0 h 132"/>
                <a:gd name="T28" fmla="*/ 122 w 364"/>
                <a:gd name="T29" fmla="*/ 0 h 132"/>
                <a:gd name="T30" fmla="*/ 185 w 364"/>
                <a:gd name="T31" fmla="*/ 0 h 132"/>
                <a:gd name="T32" fmla="*/ 186 w 364"/>
                <a:gd name="T33" fmla="*/ 0 h 132"/>
                <a:gd name="T34" fmla="*/ 314 w 364"/>
                <a:gd name="T35" fmla="*/ 128 h 132"/>
                <a:gd name="T36" fmla="*/ 364 w 364"/>
                <a:gd name="T37" fmla="*/ 128 h 132"/>
                <a:gd name="T38" fmla="*/ 364 w 364"/>
                <a:gd name="T39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4" h="132">
                  <a:moveTo>
                    <a:pt x="364" y="132"/>
                  </a:moveTo>
                  <a:cubicBezTo>
                    <a:pt x="314" y="132"/>
                    <a:pt x="314" y="132"/>
                    <a:pt x="314" y="132"/>
                  </a:cubicBezTo>
                  <a:cubicBezTo>
                    <a:pt x="313" y="132"/>
                    <a:pt x="313" y="132"/>
                    <a:pt x="312" y="131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4" y="82"/>
                    <a:pt x="44" y="82"/>
                    <a:pt x="43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0" y="82"/>
                    <a:pt x="20" y="8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0"/>
                    <a:pt x="121" y="0"/>
                    <a:pt x="122" y="0"/>
                  </a:cubicBez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314" y="128"/>
                    <a:pt x="314" y="128"/>
                    <a:pt x="314" y="128"/>
                  </a:cubicBezTo>
                  <a:cubicBezTo>
                    <a:pt x="364" y="128"/>
                    <a:pt x="364" y="128"/>
                    <a:pt x="364" y="128"/>
                  </a:cubicBezTo>
                  <a:lnTo>
                    <a:pt x="364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4" name="Freeform 477"/>
            <p:cNvSpPr>
              <a:spLocks/>
            </p:cNvSpPr>
            <p:nvPr/>
          </p:nvSpPr>
          <p:spPr bwMode="auto">
            <a:xfrm flipV="1">
              <a:off x="-2117723" y="2217736"/>
              <a:ext cx="2424112" cy="387350"/>
            </a:xfrm>
            <a:custGeom>
              <a:avLst/>
              <a:gdLst>
                <a:gd name="T0" fmla="*/ 545 w 646"/>
                <a:gd name="T1" fmla="*/ 103 h 103"/>
                <a:gd name="T2" fmla="*/ 0 w 646"/>
                <a:gd name="T3" fmla="*/ 103 h 103"/>
                <a:gd name="T4" fmla="*/ 0 w 646"/>
                <a:gd name="T5" fmla="*/ 99 h 103"/>
                <a:gd name="T6" fmla="*/ 544 w 646"/>
                <a:gd name="T7" fmla="*/ 99 h 103"/>
                <a:gd name="T8" fmla="*/ 566 w 646"/>
                <a:gd name="T9" fmla="*/ 77 h 103"/>
                <a:gd name="T10" fmla="*/ 566 w 646"/>
                <a:gd name="T11" fmla="*/ 49 h 103"/>
                <a:gd name="T12" fmla="*/ 567 w 646"/>
                <a:gd name="T13" fmla="*/ 48 h 103"/>
                <a:gd name="T14" fmla="*/ 613 w 646"/>
                <a:gd name="T15" fmla="*/ 1 h 103"/>
                <a:gd name="T16" fmla="*/ 614 w 646"/>
                <a:gd name="T17" fmla="*/ 0 h 103"/>
                <a:gd name="T18" fmla="*/ 646 w 646"/>
                <a:gd name="T19" fmla="*/ 0 h 103"/>
                <a:gd name="T20" fmla="*/ 646 w 646"/>
                <a:gd name="T21" fmla="*/ 4 h 103"/>
                <a:gd name="T22" fmla="*/ 615 w 646"/>
                <a:gd name="T23" fmla="*/ 4 h 103"/>
                <a:gd name="T24" fmla="*/ 570 w 646"/>
                <a:gd name="T25" fmla="*/ 49 h 103"/>
                <a:gd name="T26" fmla="*/ 570 w 646"/>
                <a:gd name="T27" fmla="*/ 78 h 103"/>
                <a:gd name="T28" fmla="*/ 569 w 646"/>
                <a:gd name="T29" fmla="*/ 79 h 103"/>
                <a:gd name="T30" fmla="*/ 546 w 646"/>
                <a:gd name="T31" fmla="*/ 102 h 103"/>
                <a:gd name="T32" fmla="*/ 545 w 646"/>
                <a:gd name="T3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6" h="103">
                  <a:moveTo>
                    <a:pt x="545" y="103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544" y="99"/>
                    <a:pt x="544" y="99"/>
                    <a:pt x="544" y="99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6" y="49"/>
                    <a:pt x="566" y="49"/>
                    <a:pt x="566" y="49"/>
                  </a:cubicBezTo>
                  <a:cubicBezTo>
                    <a:pt x="566" y="48"/>
                    <a:pt x="566" y="48"/>
                    <a:pt x="567" y="48"/>
                  </a:cubicBezTo>
                  <a:cubicBezTo>
                    <a:pt x="613" y="1"/>
                    <a:pt x="613" y="1"/>
                    <a:pt x="613" y="1"/>
                  </a:cubicBezTo>
                  <a:cubicBezTo>
                    <a:pt x="614" y="1"/>
                    <a:pt x="614" y="0"/>
                    <a:pt x="614" y="0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615" y="4"/>
                    <a:pt x="615" y="4"/>
                    <a:pt x="615" y="4"/>
                  </a:cubicBezTo>
                  <a:cubicBezTo>
                    <a:pt x="570" y="49"/>
                    <a:pt x="570" y="49"/>
                    <a:pt x="570" y="49"/>
                  </a:cubicBezTo>
                  <a:cubicBezTo>
                    <a:pt x="570" y="78"/>
                    <a:pt x="570" y="78"/>
                    <a:pt x="570" y="78"/>
                  </a:cubicBezTo>
                  <a:cubicBezTo>
                    <a:pt x="570" y="79"/>
                    <a:pt x="569" y="79"/>
                    <a:pt x="569" y="79"/>
                  </a:cubicBezTo>
                  <a:cubicBezTo>
                    <a:pt x="546" y="102"/>
                    <a:pt x="546" y="102"/>
                    <a:pt x="546" y="102"/>
                  </a:cubicBezTo>
                  <a:cubicBezTo>
                    <a:pt x="546" y="103"/>
                    <a:pt x="546" y="103"/>
                    <a:pt x="545" y="1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5" name="Freeform 478"/>
            <p:cNvSpPr>
              <a:spLocks/>
            </p:cNvSpPr>
            <p:nvPr/>
          </p:nvSpPr>
          <p:spPr bwMode="auto">
            <a:xfrm flipV="1">
              <a:off x="-1949448" y="1989136"/>
              <a:ext cx="2443162" cy="428625"/>
            </a:xfrm>
            <a:custGeom>
              <a:avLst/>
              <a:gdLst>
                <a:gd name="T0" fmla="*/ 496 w 651"/>
                <a:gd name="T1" fmla="*/ 114 h 114"/>
                <a:gd name="T2" fmla="*/ 0 w 651"/>
                <a:gd name="T3" fmla="*/ 114 h 114"/>
                <a:gd name="T4" fmla="*/ 0 w 651"/>
                <a:gd name="T5" fmla="*/ 110 h 114"/>
                <a:gd name="T6" fmla="*/ 496 w 651"/>
                <a:gd name="T7" fmla="*/ 110 h 114"/>
                <a:gd name="T8" fmla="*/ 606 w 651"/>
                <a:gd name="T9" fmla="*/ 0 h 114"/>
                <a:gd name="T10" fmla="*/ 607 w 651"/>
                <a:gd name="T11" fmla="*/ 0 h 114"/>
                <a:gd name="T12" fmla="*/ 651 w 651"/>
                <a:gd name="T13" fmla="*/ 0 h 114"/>
                <a:gd name="T14" fmla="*/ 651 w 651"/>
                <a:gd name="T15" fmla="*/ 3 h 114"/>
                <a:gd name="T16" fmla="*/ 608 w 651"/>
                <a:gd name="T17" fmla="*/ 3 h 114"/>
                <a:gd name="T18" fmla="*/ 498 w 651"/>
                <a:gd name="T19" fmla="*/ 113 h 114"/>
                <a:gd name="T20" fmla="*/ 496 w 651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1" h="114">
                  <a:moveTo>
                    <a:pt x="496" y="114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496" y="110"/>
                    <a:pt x="496" y="110"/>
                    <a:pt x="496" y="11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6" y="0"/>
                    <a:pt x="606" y="0"/>
                    <a:pt x="607" y="0"/>
                  </a:cubicBezTo>
                  <a:cubicBezTo>
                    <a:pt x="651" y="0"/>
                    <a:pt x="651" y="0"/>
                    <a:pt x="651" y="0"/>
                  </a:cubicBezTo>
                  <a:cubicBezTo>
                    <a:pt x="651" y="3"/>
                    <a:pt x="651" y="3"/>
                    <a:pt x="651" y="3"/>
                  </a:cubicBezTo>
                  <a:cubicBezTo>
                    <a:pt x="608" y="3"/>
                    <a:pt x="608" y="3"/>
                    <a:pt x="608" y="3"/>
                  </a:cubicBezTo>
                  <a:cubicBezTo>
                    <a:pt x="498" y="113"/>
                    <a:pt x="498" y="113"/>
                    <a:pt x="498" y="113"/>
                  </a:cubicBezTo>
                  <a:cubicBezTo>
                    <a:pt x="497" y="114"/>
                    <a:pt x="497" y="114"/>
                    <a:pt x="496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6" name="Freeform 479"/>
            <p:cNvSpPr>
              <a:spLocks noEditPoints="1"/>
            </p:cNvSpPr>
            <p:nvPr/>
          </p:nvSpPr>
          <p:spPr bwMode="auto">
            <a:xfrm flipV="1">
              <a:off x="5311777" y="6561136"/>
              <a:ext cx="101600" cy="100013"/>
            </a:xfrm>
            <a:custGeom>
              <a:avLst/>
              <a:gdLst>
                <a:gd name="T0" fmla="*/ 13 w 27"/>
                <a:gd name="T1" fmla="*/ 6 h 27"/>
                <a:gd name="T2" fmla="*/ 13 w 27"/>
                <a:gd name="T3" fmla="*/ 6 h 27"/>
                <a:gd name="T4" fmla="*/ 13 w 27"/>
                <a:gd name="T5" fmla="*/ 6 h 27"/>
                <a:gd name="T6" fmla="*/ 20 w 27"/>
                <a:gd name="T7" fmla="*/ 13 h 27"/>
                <a:gd name="T8" fmla="*/ 13 w 27"/>
                <a:gd name="T9" fmla="*/ 20 h 27"/>
                <a:gd name="T10" fmla="*/ 13 w 27"/>
                <a:gd name="T11" fmla="*/ 20 h 27"/>
                <a:gd name="T12" fmla="*/ 13 w 27"/>
                <a:gd name="T13" fmla="*/ 20 h 27"/>
                <a:gd name="T14" fmla="*/ 6 w 27"/>
                <a:gd name="T15" fmla="*/ 13 h 27"/>
                <a:gd name="T16" fmla="*/ 13 w 27"/>
                <a:gd name="T17" fmla="*/ 6 h 27"/>
                <a:gd name="T18" fmla="*/ 13 w 27"/>
                <a:gd name="T19" fmla="*/ 0 h 27"/>
                <a:gd name="T20" fmla="*/ 13 w 27"/>
                <a:gd name="T21" fmla="*/ 0 h 27"/>
                <a:gd name="T22" fmla="*/ 13 w 27"/>
                <a:gd name="T23" fmla="*/ 0 h 27"/>
                <a:gd name="T24" fmla="*/ 4 w 27"/>
                <a:gd name="T25" fmla="*/ 4 h 27"/>
                <a:gd name="T26" fmla="*/ 0 w 27"/>
                <a:gd name="T27" fmla="*/ 13 h 27"/>
                <a:gd name="T28" fmla="*/ 13 w 27"/>
                <a:gd name="T29" fmla="*/ 27 h 27"/>
                <a:gd name="T30" fmla="*/ 23 w 27"/>
                <a:gd name="T31" fmla="*/ 23 h 27"/>
                <a:gd name="T32" fmla="*/ 27 w 27"/>
                <a:gd name="T33" fmla="*/ 13 h 27"/>
                <a:gd name="T34" fmla="*/ 13 w 27"/>
                <a:gd name="T3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7">
                  <a:moveTo>
                    <a:pt x="13" y="6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7" y="6"/>
                    <a:pt x="20" y="10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10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6"/>
                    <a:pt x="0" y="10"/>
                    <a:pt x="0" y="13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17" y="27"/>
                    <a:pt x="20" y="26"/>
                    <a:pt x="23" y="23"/>
                  </a:cubicBezTo>
                  <a:cubicBezTo>
                    <a:pt x="26" y="20"/>
                    <a:pt x="27" y="17"/>
                    <a:pt x="27" y="13"/>
                  </a:cubicBezTo>
                  <a:cubicBezTo>
                    <a:pt x="27" y="6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7" name="Freeform 480"/>
            <p:cNvSpPr>
              <a:spLocks noEditPoints="1"/>
            </p:cNvSpPr>
            <p:nvPr/>
          </p:nvSpPr>
          <p:spPr bwMode="auto">
            <a:xfrm flipV="1">
              <a:off x="5322889" y="6924673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8" name="Freeform 481"/>
            <p:cNvSpPr>
              <a:spLocks noEditPoints="1"/>
            </p:cNvSpPr>
            <p:nvPr/>
          </p:nvSpPr>
          <p:spPr bwMode="auto">
            <a:xfrm flipV="1">
              <a:off x="3360739" y="99790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9" name="Freeform 482"/>
            <p:cNvSpPr>
              <a:spLocks noEditPoints="1"/>
            </p:cNvSpPr>
            <p:nvPr/>
          </p:nvSpPr>
          <p:spPr bwMode="auto">
            <a:xfrm flipV="1">
              <a:off x="5138739" y="67405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0" name="Freeform 483"/>
            <p:cNvSpPr>
              <a:spLocks noEditPoints="1"/>
            </p:cNvSpPr>
            <p:nvPr/>
          </p:nvSpPr>
          <p:spPr bwMode="auto">
            <a:xfrm flipV="1">
              <a:off x="2733677" y="96345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1" name="Freeform 484"/>
            <p:cNvSpPr>
              <a:spLocks noEditPoints="1"/>
            </p:cNvSpPr>
            <p:nvPr/>
          </p:nvSpPr>
          <p:spPr bwMode="auto">
            <a:xfrm flipV="1">
              <a:off x="4973639" y="69167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0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2" name="Freeform 485"/>
            <p:cNvSpPr>
              <a:spLocks noEditPoints="1"/>
            </p:cNvSpPr>
            <p:nvPr/>
          </p:nvSpPr>
          <p:spPr bwMode="auto">
            <a:xfrm flipV="1">
              <a:off x="3698877" y="8823323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3" name="Freeform 486"/>
            <p:cNvSpPr>
              <a:spLocks noEditPoints="1"/>
            </p:cNvSpPr>
            <p:nvPr/>
          </p:nvSpPr>
          <p:spPr bwMode="auto">
            <a:xfrm flipV="1">
              <a:off x="497363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5"/>
                    <a:pt x="15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4" name="Freeform 487"/>
            <p:cNvSpPr>
              <a:spLocks noEditPoints="1"/>
            </p:cNvSpPr>
            <p:nvPr/>
          </p:nvSpPr>
          <p:spPr bwMode="auto">
            <a:xfrm flipV="1">
              <a:off x="3041652" y="99948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5" name="Freeform 488"/>
            <p:cNvSpPr>
              <a:spLocks noEditPoints="1"/>
            </p:cNvSpPr>
            <p:nvPr/>
          </p:nvSpPr>
          <p:spPr bwMode="auto">
            <a:xfrm flipV="1">
              <a:off x="532288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0 w 24"/>
                <a:gd name="T19" fmla="*/ 20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6" name="Freeform 489"/>
            <p:cNvSpPr>
              <a:spLocks noEditPoints="1"/>
            </p:cNvSpPr>
            <p:nvPr/>
          </p:nvSpPr>
          <p:spPr bwMode="auto">
            <a:xfrm flipV="1">
              <a:off x="3187702" y="99901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4 w 24"/>
                <a:gd name="T15" fmla="*/ 4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7" name="Freeform 490"/>
            <p:cNvSpPr>
              <a:spLocks noEditPoints="1"/>
            </p:cNvSpPr>
            <p:nvPr/>
          </p:nvSpPr>
          <p:spPr bwMode="auto">
            <a:xfrm flipV="1">
              <a:off x="5492752" y="7097711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8" name="Freeform 491"/>
            <p:cNvSpPr>
              <a:spLocks noEditPoints="1"/>
            </p:cNvSpPr>
            <p:nvPr/>
          </p:nvSpPr>
          <p:spPr bwMode="auto">
            <a:xfrm flipV="1">
              <a:off x="2973389" y="10133011"/>
              <a:ext cx="90487" cy="93663"/>
            </a:xfrm>
            <a:custGeom>
              <a:avLst/>
              <a:gdLst>
                <a:gd name="T0" fmla="*/ 12 w 24"/>
                <a:gd name="T1" fmla="*/ 6 h 25"/>
                <a:gd name="T2" fmla="*/ 12 w 24"/>
                <a:gd name="T3" fmla="*/ 6 h 25"/>
                <a:gd name="T4" fmla="*/ 19 w 24"/>
                <a:gd name="T5" fmla="*/ 13 h 25"/>
                <a:gd name="T6" fmla="*/ 12 w 24"/>
                <a:gd name="T7" fmla="*/ 19 h 25"/>
                <a:gd name="T8" fmla="*/ 5 w 24"/>
                <a:gd name="T9" fmla="*/ 13 h 25"/>
                <a:gd name="T10" fmla="*/ 12 w 24"/>
                <a:gd name="T11" fmla="*/ 6 h 25"/>
                <a:gd name="T12" fmla="*/ 12 w 24"/>
                <a:gd name="T13" fmla="*/ 0 h 25"/>
                <a:gd name="T14" fmla="*/ 12 w 24"/>
                <a:gd name="T15" fmla="*/ 0 h 25"/>
                <a:gd name="T16" fmla="*/ 3 w 24"/>
                <a:gd name="T17" fmla="*/ 4 h 25"/>
                <a:gd name="T18" fmla="*/ 0 w 24"/>
                <a:gd name="T19" fmla="*/ 13 h 25"/>
                <a:gd name="T20" fmla="*/ 12 w 24"/>
                <a:gd name="T21" fmla="*/ 25 h 25"/>
                <a:gd name="T22" fmla="*/ 20 w 24"/>
                <a:gd name="T23" fmla="*/ 21 h 25"/>
                <a:gd name="T24" fmla="*/ 24 w 24"/>
                <a:gd name="T25" fmla="*/ 12 h 25"/>
                <a:gd name="T26" fmla="*/ 12 w 24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5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3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5" y="25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9" name="Oval 492"/>
            <p:cNvSpPr>
              <a:spLocks noChangeArrowheads="1"/>
            </p:cNvSpPr>
            <p:nvPr/>
          </p:nvSpPr>
          <p:spPr bwMode="auto">
            <a:xfrm flipV="1">
              <a:off x="5514977" y="6913561"/>
              <a:ext cx="107950" cy="1079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0" name="Freeform 493"/>
            <p:cNvSpPr>
              <a:spLocks/>
            </p:cNvSpPr>
            <p:nvPr/>
          </p:nvSpPr>
          <p:spPr bwMode="auto">
            <a:xfrm flipV="1">
              <a:off x="3049589" y="7156449"/>
              <a:ext cx="2944812" cy="3028950"/>
            </a:xfrm>
            <a:custGeom>
              <a:avLst/>
              <a:gdLst>
                <a:gd name="T0" fmla="*/ 673 w 785"/>
                <a:gd name="T1" fmla="*/ 807 h 807"/>
                <a:gd name="T2" fmla="*/ 670 w 785"/>
                <a:gd name="T3" fmla="*/ 804 h 807"/>
                <a:gd name="T4" fmla="*/ 688 w 785"/>
                <a:gd name="T5" fmla="*/ 787 h 807"/>
                <a:gd name="T6" fmla="*/ 689 w 785"/>
                <a:gd name="T7" fmla="*/ 786 h 807"/>
                <a:gd name="T8" fmla="*/ 728 w 785"/>
                <a:gd name="T9" fmla="*/ 786 h 807"/>
                <a:gd name="T10" fmla="*/ 782 w 785"/>
                <a:gd name="T11" fmla="*/ 733 h 807"/>
                <a:gd name="T12" fmla="*/ 782 w 785"/>
                <a:gd name="T13" fmla="*/ 692 h 807"/>
                <a:gd name="T14" fmla="*/ 93 w 785"/>
                <a:gd name="T15" fmla="*/ 3 h 807"/>
                <a:gd name="T16" fmla="*/ 0 w 785"/>
                <a:gd name="T17" fmla="*/ 3 h 807"/>
                <a:gd name="T18" fmla="*/ 0 w 785"/>
                <a:gd name="T19" fmla="*/ 0 h 807"/>
                <a:gd name="T20" fmla="*/ 94 w 785"/>
                <a:gd name="T21" fmla="*/ 0 h 807"/>
                <a:gd name="T22" fmla="*/ 95 w 785"/>
                <a:gd name="T23" fmla="*/ 0 h 807"/>
                <a:gd name="T24" fmla="*/ 785 w 785"/>
                <a:gd name="T25" fmla="*/ 690 h 807"/>
                <a:gd name="T26" fmla="*/ 785 w 785"/>
                <a:gd name="T27" fmla="*/ 692 h 807"/>
                <a:gd name="T28" fmla="*/ 785 w 785"/>
                <a:gd name="T29" fmla="*/ 733 h 807"/>
                <a:gd name="T30" fmla="*/ 785 w 785"/>
                <a:gd name="T31" fmla="*/ 735 h 807"/>
                <a:gd name="T32" fmla="*/ 730 w 785"/>
                <a:gd name="T33" fmla="*/ 789 h 807"/>
                <a:gd name="T34" fmla="*/ 729 w 785"/>
                <a:gd name="T35" fmla="*/ 790 h 807"/>
                <a:gd name="T36" fmla="*/ 690 w 785"/>
                <a:gd name="T37" fmla="*/ 790 h 807"/>
                <a:gd name="T38" fmla="*/ 673 w 785"/>
                <a:gd name="T3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5" h="807">
                  <a:moveTo>
                    <a:pt x="673" y="807"/>
                  </a:moveTo>
                  <a:cubicBezTo>
                    <a:pt x="670" y="804"/>
                    <a:pt x="670" y="804"/>
                    <a:pt x="670" y="804"/>
                  </a:cubicBezTo>
                  <a:cubicBezTo>
                    <a:pt x="688" y="787"/>
                    <a:pt x="688" y="787"/>
                    <a:pt x="688" y="787"/>
                  </a:cubicBezTo>
                  <a:cubicBezTo>
                    <a:pt x="688" y="787"/>
                    <a:pt x="689" y="786"/>
                    <a:pt x="689" y="786"/>
                  </a:cubicBezTo>
                  <a:cubicBezTo>
                    <a:pt x="728" y="786"/>
                    <a:pt x="728" y="786"/>
                    <a:pt x="728" y="786"/>
                  </a:cubicBezTo>
                  <a:cubicBezTo>
                    <a:pt x="782" y="733"/>
                    <a:pt x="782" y="733"/>
                    <a:pt x="782" y="733"/>
                  </a:cubicBezTo>
                  <a:cubicBezTo>
                    <a:pt x="782" y="692"/>
                    <a:pt x="782" y="692"/>
                    <a:pt x="782" y="692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0"/>
                  </a:cubicBezTo>
                  <a:cubicBezTo>
                    <a:pt x="785" y="690"/>
                    <a:pt x="785" y="690"/>
                    <a:pt x="785" y="690"/>
                  </a:cubicBezTo>
                  <a:cubicBezTo>
                    <a:pt x="785" y="691"/>
                    <a:pt x="785" y="691"/>
                    <a:pt x="785" y="692"/>
                  </a:cubicBezTo>
                  <a:cubicBezTo>
                    <a:pt x="785" y="733"/>
                    <a:pt x="785" y="733"/>
                    <a:pt x="785" y="733"/>
                  </a:cubicBezTo>
                  <a:cubicBezTo>
                    <a:pt x="785" y="734"/>
                    <a:pt x="785" y="734"/>
                    <a:pt x="785" y="735"/>
                  </a:cubicBezTo>
                  <a:cubicBezTo>
                    <a:pt x="730" y="789"/>
                    <a:pt x="730" y="789"/>
                    <a:pt x="730" y="789"/>
                  </a:cubicBezTo>
                  <a:cubicBezTo>
                    <a:pt x="730" y="790"/>
                    <a:pt x="729" y="790"/>
                    <a:pt x="729" y="790"/>
                  </a:cubicBezTo>
                  <a:cubicBezTo>
                    <a:pt x="690" y="790"/>
                    <a:pt x="690" y="790"/>
                    <a:pt x="690" y="790"/>
                  </a:cubicBezTo>
                  <a:lnTo>
                    <a:pt x="673" y="8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1" name="Freeform 494"/>
            <p:cNvSpPr>
              <a:spLocks/>
            </p:cNvSpPr>
            <p:nvPr/>
          </p:nvSpPr>
          <p:spPr bwMode="auto">
            <a:xfrm flipV="1">
              <a:off x="3297239" y="7007223"/>
              <a:ext cx="2435225" cy="2998788"/>
            </a:xfrm>
            <a:custGeom>
              <a:avLst/>
              <a:gdLst>
                <a:gd name="T0" fmla="*/ 550 w 649"/>
                <a:gd name="T1" fmla="*/ 799 h 799"/>
                <a:gd name="T2" fmla="*/ 550 w 649"/>
                <a:gd name="T3" fmla="*/ 764 h 799"/>
                <a:gd name="T4" fmla="*/ 551 w 649"/>
                <a:gd name="T5" fmla="*/ 762 h 799"/>
                <a:gd name="T6" fmla="*/ 646 w 649"/>
                <a:gd name="T7" fmla="*/ 671 h 799"/>
                <a:gd name="T8" fmla="*/ 646 w 649"/>
                <a:gd name="T9" fmla="*/ 644 h 799"/>
                <a:gd name="T10" fmla="*/ 216 w 649"/>
                <a:gd name="T11" fmla="*/ 214 h 799"/>
                <a:gd name="T12" fmla="*/ 164 w 649"/>
                <a:gd name="T13" fmla="*/ 214 h 799"/>
                <a:gd name="T14" fmla="*/ 162 w 649"/>
                <a:gd name="T15" fmla="*/ 214 h 799"/>
                <a:gd name="T16" fmla="*/ 0 w 649"/>
                <a:gd name="T17" fmla="*/ 52 h 799"/>
                <a:gd name="T18" fmla="*/ 0 w 649"/>
                <a:gd name="T19" fmla="*/ 51 h 799"/>
                <a:gd name="T20" fmla="*/ 0 w 649"/>
                <a:gd name="T21" fmla="*/ 22 h 799"/>
                <a:gd name="T22" fmla="*/ 0 w 649"/>
                <a:gd name="T23" fmla="*/ 21 h 799"/>
                <a:gd name="T24" fmla="*/ 22 w 649"/>
                <a:gd name="T25" fmla="*/ 0 h 799"/>
                <a:gd name="T26" fmla="*/ 24 w 649"/>
                <a:gd name="T27" fmla="*/ 2 h 799"/>
                <a:gd name="T28" fmla="*/ 3 w 649"/>
                <a:gd name="T29" fmla="*/ 23 h 799"/>
                <a:gd name="T30" fmla="*/ 3 w 649"/>
                <a:gd name="T31" fmla="*/ 50 h 799"/>
                <a:gd name="T32" fmla="*/ 164 w 649"/>
                <a:gd name="T33" fmla="*/ 211 h 799"/>
                <a:gd name="T34" fmla="*/ 217 w 649"/>
                <a:gd name="T35" fmla="*/ 211 h 799"/>
                <a:gd name="T36" fmla="*/ 218 w 649"/>
                <a:gd name="T37" fmla="*/ 211 h 799"/>
                <a:gd name="T38" fmla="*/ 649 w 649"/>
                <a:gd name="T39" fmla="*/ 642 h 799"/>
                <a:gd name="T40" fmla="*/ 649 w 649"/>
                <a:gd name="T41" fmla="*/ 644 h 799"/>
                <a:gd name="T42" fmla="*/ 649 w 649"/>
                <a:gd name="T43" fmla="*/ 671 h 799"/>
                <a:gd name="T44" fmla="*/ 649 w 649"/>
                <a:gd name="T45" fmla="*/ 673 h 799"/>
                <a:gd name="T46" fmla="*/ 554 w 649"/>
                <a:gd name="T47" fmla="*/ 764 h 799"/>
                <a:gd name="T48" fmla="*/ 554 w 649"/>
                <a:gd name="T49" fmla="*/ 799 h 799"/>
                <a:gd name="T50" fmla="*/ 550 w 649"/>
                <a:gd name="T51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9" h="799">
                  <a:moveTo>
                    <a:pt x="550" y="799"/>
                  </a:moveTo>
                  <a:cubicBezTo>
                    <a:pt x="550" y="764"/>
                    <a:pt x="550" y="764"/>
                    <a:pt x="550" y="764"/>
                  </a:cubicBezTo>
                  <a:cubicBezTo>
                    <a:pt x="550" y="763"/>
                    <a:pt x="550" y="763"/>
                    <a:pt x="551" y="762"/>
                  </a:cubicBezTo>
                  <a:cubicBezTo>
                    <a:pt x="646" y="671"/>
                    <a:pt x="646" y="671"/>
                    <a:pt x="646" y="671"/>
                  </a:cubicBezTo>
                  <a:cubicBezTo>
                    <a:pt x="646" y="644"/>
                    <a:pt x="646" y="644"/>
                    <a:pt x="646" y="644"/>
                  </a:cubicBezTo>
                  <a:cubicBezTo>
                    <a:pt x="216" y="214"/>
                    <a:pt x="216" y="214"/>
                    <a:pt x="216" y="214"/>
                  </a:cubicBezTo>
                  <a:cubicBezTo>
                    <a:pt x="164" y="214"/>
                    <a:pt x="164" y="214"/>
                    <a:pt x="164" y="214"/>
                  </a:cubicBezTo>
                  <a:cubicBezTo>
                    <a:pt x="163" y="214"/>
                    <a:pt x="163" y="214"/>
                    <a:pt x="162" y="2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0" y="5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164" y="211"/>
                    <a:pt x="164" y="211"/>
                    <a:pt x="164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7" y="211"/>
                    <a:pt x="218" y="211"/>
                    <a:pt x="218" y="211"/>
                  </a:cubicBezTo>
                  <a:cubicBezTo>
                    <a:pt x="649" y="642"/>
                    <a:pt x="649" y="642"/>
                    <a:pt x="649" y="642"/>
                  </a:cubicBezTo>
                  <a:cubicBezTo>
                    <a:pt x="649" y="643"/>
                    <a:pt x="649" y="643"/>
                    <a:pt x="649" y="644"/>
                  </a:cubicBezTo>
                  <a:cubicBezTo>
                    <a:pt x="649" y="671"/>
                    <a:pt x="649" y="671"/>
                    <a:pt x="649" y="671"/>
                  </a:cubicBezTo>
                  <a:cubicBezTo>
                    <a:pt x="649" y="672"/>
                    <a:pt x="649" y="672"/>
                    <a:pt x="649" y="673"/>
                  </a:cubicBezTo>
                  <a:cubicBezTo>
                    <a:pt x="554" y="764"/>
                    <a:pt x="554" y="764"/>
                    <a:pt x="554" y="764"/>
                  </a:cubicBezTo>
                  <a:cubicBezTo>
                    <a:pt x="554" y="799"/>
                    <a:pt x="554" y="799"/>
                    <a:pt x="554" y="799"/>
                  </a:cubicBezTo>
                  <a:lnTo>
                    <a:pt x="550" y="7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2" name="Freeform 495"/>
            <p:cNvSpPr>
              <a:spLocks/>
            </p:cNvSpPr>
            <p:nvPr/>
          </p:nvSpPr>
          <p:spPr bwMode="auto">
            <a:xfrm flipV="1">
              <a:off x="3127377" y="7356474"/>
              <a:ext cx="2330450" cy="2663825"/>
            </a:xfrm>
            <a:custGeom>
              <a:avLst/>
              <a:gdLst>
                <a:gd name="T0" fmla="*/ 606 w 621"/>
                <a:gd name="T1" fmla="*/ 710 h 710"/>
                <a:gd name="T2" fmla="*/ 603 w 621"/>
                <a:gd name="T3" fmla="*/ 707 h 710"/>
                <a:gd name="T4" fmla="*/ 617 w 621"/>
                <a:gd name="T5" fmla="*/ 693 h 710"/>
                <a:gd name="T6" fmla="*/ 617 w 621"/>
                <a:gd name="T7" fmla="*/ 621 h 710"/>
                <a:gd name="T8" fmla="*/ 247 w 621"/>
                <a:gd name="T9" fmla="*/ 250 h 710"/>
                <a:gd name="T10" fmla="*/ 200 w 621"/>
                <a:gd name="T11" fmla="*/ 250 h 710"/>
                <a:gd name="T12" fmla="*/ 198 w 621"/>
                <a:gd name="T13" fmla="*/ 250 h 710"/>
                <a:gd name="T14" fmla="*/ 0 w 621"/>
                <a:gd name="T15" fmla="*/ 52 h 710"/>
                <a:gd name="T16" fmla="*/ 0 w 621"/>
                <a:gd name="T17" fmla="*/ 50 h 710"/>
                <a:gd name="T18" fmla="*/ 0 w 621"/>
                <a:gd name="T19" fmla="*/ 23 h 710"/>
                <a:gd name="T20" fmla="*/ 0 w 621"/>
                <a:gd name="T21" fmla="*/ 22 h 710"/>
                <a:gd name="T22" fmla="*/ 22 w 621"/>
                <a:gd name="T23" fmla="*/ 0 h 710"/>
                <a:gd name="T24" fmla="*/ 24 w 621"/>
                <a:gd name="T25" fmla="*/ 2 h 710"/>
                <a:gd name="T26" fmla="*/ 3 w 621"/>
                <a:gd name="T27" fmla="*/ 24 h 710"/>
                <a:gd name="T28" fmla="*/ 3 w 621"/>
                <a:gd name="T29" fmla="*/ 50 h 710"/>
                <a:gd name="T30" fmla="*/ 200 w 621"/>
                <a:gd name="T31" fmla="*/ 247 h 710"/>
                <a:gd name="T32" fmla="*/ 248 w 621"/>
                <a:gd name="T33" fmla="*/ 247 h 710"/>
                <a:gd name="T34" fmla="*/ 249 w 621"/>
                <a:gd name="T35" fmla="*/ 247 h 710"/>
                <a:gd name="T36" fmla="*/ 620 w 621"/>
                <a:gd name="T37" fmla="*/ 619 h 710"/>
                <a:gd name="T38" fmla="*/ 621 w 621"/>
                <a:gd name="T39" fmla="*/ 620 h 710"/>
                <a:gd name="T40" fmla="*/ 621 w 621"/>
                <a:gd name="T41" fmla="*/ 694 h 710"/>
                <a:gd name="T42" fmla="*/ 620 w 621"/>
                <a:gd name="T43" fmla="*/ 695 h 710"/>
                <a:gd name="T44" fmla="*/ 606 w 621"/>
                <a:gd name="T45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1" h="710">
                  <a:moveTo>
                    <a:pt x="606" y="710"/>
                  </a:moveTo>
                  <a:cubicBezTo>
                    <a:pt x="603" y="707"/>
                    <a:pt x="603" y="707"/>
                    <a:pt x="603" y="707"/>
                  </a:cubicBezTo>
                  <a:cubicBezTo>
                    <a:pt x="617" y="693"/>
                    <a:pt x="617" y="693"/>
                    <a:pt x="617" y="693"/>
                  </a:cubicBezTo>
                  <a:cubicBezTo>
                    <a:pt x="617" y="621"/>
                    <a:pt x="617" y="621"/>
                    <a:pt x="617" y="621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00" y="250"/>
                    <a:pt x="200" y="250"/>
                    <a:pt x="200" y="250"/>
                  </a:cubicBezTo>
                  <a:cubicBezTo>
                    <a:pt x="199" y="250"/>
                    <a:pt x="199" y="250"/>
                    <a:pt x="198" y="25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1"/>
                    <a:pt x="0" y="51"/>
                    <a:pt x="0" y="5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00" y="247"/>
                    <a:pt x="200" y="247"/>
                    <a:pt x="200" y="247"/>
                  </a:cubicBezTo>
                  <a:cubicBezTo>
                    <a:pt x="248" y="247"/>
                    <a:pt x="248" y="247"/>
                    <a:pt x="248" y="247"/>
                  </a:cubicBezTo>
                  <a:cubicBezTo>
                    <a:pt x="248" y="247"/>
                    <a:pt x="248" y="247"/>
                    <a:pt x="249" y="247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1" y="619"/>
                    <a:pt x="621" y="620"/>
                  </a:cubicBezTo>
                  <a:cubicBezTo>
                    <a:pt x="621" y="694"/>
                    <a:pt x="621" y="694"/>
                    <a:pt x="621" y="694"/>
                  </a:cubicBezTo>
                  <a:cubicBezTo>
                    <a:pt x="621" y="695"/>
                    <a:pt x="620" y="695"/>
                    <a:pt x="620" y="695"/>
                  </a:cubicBezTo>
                  <a:lnTo>
                    <a:pt x="606" y="7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3" name="Freeform 496"/>
            <p:cNvSpPr>
              <a:spLocks/>
            </p:cNvSpPr>
            <p:nvPr/>
          </p:nvSpPr>
          <p:spPr bwMode="auto">
            <a:xfrm flipV="1">
              <a:off x="2986089" y="7318373"/>
              <a:ext cx="2389187" cy="2706688"/>
            </a:xfrm>
            <a:custGeom>
              <a:avLst/>
              <a:gdLst>
                <a:gd name="T0" fmla="*/ 552 w 637"/>
                <a:gd name="T1" fmla="*/ 721 h 721"/>
                <a:gd name="T2" fmla="*/ 552 w 637"/>
                <a:gd name="T3" fmla="*/ 716 h 721"/>
                <a:gd name="T4" fmla="*/ 593 w 637"/>
                <a:gd name="T5" fmla="*/ 716 h 721"/>
                <a:gd name="T6" fmla="*/ 632 w 637"/>
                <a:gd name="T7" fmla="*/ 677 h 721"/>
                <a:gd name="T8" fmla="*/ 632 w 637"/>
                <a:gd name="T9" fmla="*/ 635 h 721"/>
                <a:gd name="T10" fmla="*/ 279 w 637"/>
                <a:gd name="T11" fmla="*/ 283 h 721"/>
                <a:gd name="T12" fmla="*/ 219 w 637"/>
                <a:gd name="T13" fmla="*/ 283 h 721"/>
                <a:gd name="T14" fmla="*/ 217 w 637"/>
                <a:gd name="T15" fmla="*/ 282 h 721"/>
                <a:gd name="T16" fmla="*/ 1 w 637"/>
                <a:gd name="T17" fmla="*/ 66 h 721"/>
                <a:gd name="T18" fmla="*/ 0 w 637"/>
                <a:gd name="T19" fmla="*/ 64 h 721"/>
                <a:gd name="T20" fmla="*/ 0 w 637"/>
                <a:gd name="T21" fmla="*/ 20 h 721"/>
                <a:gd name="T22" fmla="*/ 1 w 637"/>
                <a:gd name="T23" fmla="*/ 18 h 721"/>
                <a:gd name="T24" fmla="*/ 19 w 637"/>
                <a:gd name="T25" fmla="*/ 0 h 721"/>
                <a:gd name="T26" fmla="*/ 23 w 637"/>
                <a:gd name="T27" fmla="*/ 3 h 721"/>
                <a:gd name="T28" fmla="*/ 5 w 637"/>
                <a:gd name="T29" fmla="*/ 21 h 721"/>
                <a:gd name="T30" fmla="*/ 5 w 637"/>
                <a:gd name="T31" fmla="*/ 63 h 721"/>
                <a:gd name="T32" fmla="*/ 220 w 637"/>
                <a:gd name="T33" fmla="*/ 277 h 721"/>
                <a:gd name="T34" fmla="*/ 280 w 637"/>
                <a:gd name="T35" fmla="*/ 277 h 721"/>
                <a:gd name="T36" fmla="*/ 282 w 637"/>
                <a:gd name="T37" fmla="*/ 278 h 721"/>
                <a:gd name="T38" fmla="*/ 636 w 637"/>
                <a:gd name="T39" fmla="*/ 633 h 721"/>
                <a:gd name="T40" fmla="*/ 637 w 637"/>
                <a:gd name="T41" fmla="*/ 634 h 721"/>
                <a:gd name="T42" fmla="*/ 637 w 637"/>
                <a:gd name="T43" fmla="*/ 678 h 721"/>
                <a:gd name="T44" fmla="*/ 636 w 637"/>
                <a:gd name="T45" fmla="*/ 680 h 721"/>
                <a:gd name="T46" fmla="*/ 596 w 637"/>
                <a:gd name="T47" fmla="*/ 720 h 721"/>
                <a:gd name="T48" fmla="*/ 594 w 637"/>
                <a:gd name="T49" fmla="*/ 721 h 721"/>
                <a:gd name="T50" fmla="*/ 552 w 637"/>
                <a:gd name="T51" fmla="*/ 72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7" h="721">
                  <a:moveTo>
                    <a:pt x="552" y="721"/>
                  </a:moveTo>
                  <a:cubicBezTo>
                    <a:pt x="552" y="716"/>
                    <a:pt x="552" y="716"/>
                    <a:pt x="552" y="716"/>
                  </a:cubicBezTo>
                  <a:cubicBezTo>
                    <a:pt x="593" y="716"/>
                    <a:pt x="593" y="716"/>
                    <a:pt x="593" y="716"/>
                  </a:cubicBezTo>
                  <a:cubicBezTo>
                    <a:pt x="632" y="677"/>
                    <a:pt x="632" y="677"/>
                    <a:pt x="632" y="677"/>
                  </a:cubicBezTo>
                  <a:cubicBezTo>
                    <a:pt x="632" y="635"/>
                    <a:pt x="632" y="635"/>
                    <a:pt x="632" y="635"/>
                  </a:cubicBezTo>
                  <a:cubicBezTo>
                    <a:pt x="279" y="283"/>
                    <a:pt x="279" y="283"/>
                    <a:pt x="279" y="283"/>
                  </a:cubicBezTo>
                  <a:cubicBezTo>
                    <a:pt x="219" y="283"/>
                    <a:pt x="219" y="283"/>
                    <a:pt x="219" y="283"/>
                  </a:cubicBezTo>
                  <a:cubicBezTo>
                    <a:pt x="218" y="283"/>
                    <a:pt x="218" y="282"/>
                    <a:pt x="217" y="282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0" y="65"/>
                    <a:pt x="0" y="6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9"/>
                    <a:pt x="1" y="18"/>
                    <a:pt x="1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220" y="277"/>
                    <a:pt x="220" y="277"/>
                    <a:pt x="220" y="277"/>
                  </a:cubicBezTo>
                  <a:cubicBezTo>
                    <a:pt x="280" y="277"/>
                    <a:pt x="280" y="277"/>
                    <a:pt x="280" y="277"/>
                  </a:cubicBezTo>
                  <a:cubicBezTo>
                    <a:pt x="281" y="277"/>
                    <a:pt x="282" y="278"/>
                    <a:pt x="282" y="278"/>
                  </a:cubicBezTo>
                  <a:cubicBezTo>
                    <a:pt x="636" y="633"/>
                    <a:pt x="636" y="633"/>
                    <a:pt x="636" y="633"/>
                  </a:cubicBezTo>
                  <a:cubicBezTo>
                    <a:pt x="637" y="633"/>
                    <a:pt x="637" y="634"/>
                    <a:pt x="637" y="634"/>
                  </a:cubicBezTo>
                  <a:cubicBezTo>
                    <a:pt x="637" y="678"/>
                    <a:pt x="637" y="678"/>
                    <a:pt x="637" y="678"/>
                  </a:cubicBezTo>
                  <a:cubicBezTo>
                    <a:pt x="637" y="679"/>
                    <a:pt x="637" y="680"/>
                    <a:pt x="636" y="680"/>
                  </a:cubicBezTo>
                  <a:cubicBezTo>
                    <a:pt x="596" y="720"/>
                    <a:pt x="596" y="720"/>
                    <a:pt x="596" y="720"/>
                  </a:cubicBezTo>
                  <a:cubicBezTo>
                    <a:pt x="596" y="721"/>
                    <a:pt x="595" y="721"/>
                    <a:pt x="594" y="721"/>
                  </a:cubicBezTo>
                  <a:lnTo>
                    <a:pt x="552" y="72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4" name="Freeform 497"/>
            <p:cNvSpPr>
              <a:spLocks/>
            </p:cNvSpPr>
            <p:nvPr/>
          </p:nvSpPr>
          <p:spPr bwMode="auto">
            <a:xfrm flipV="1">
              <a:off x="3776664" y="7004048"/>
              <a:ext cx="1512887" cy="1871663"/>
            </a:xfrm>
            <a:custGeom>
              <a:avLst/>
              <a:gdLst>
                <a:gd name="T0" fmla="*/ 333 w 403"/>
                <a:gd name="T1" fmla="*/ 499 h 499"/>
                <a:gd name="T2" fmla="*/ 328 w 403"/>
                <a:gd name="T3" fmla="*/ 499 h 499"/>
                <a:gd name="T4" fmla="*/ 328 w 403"/>
                <a:gd name="T5" fmla="*/ 468 h 499"/>
                <a:gd name="T6" fmla="*/ 300 w 403"/>
                <a:gd name="T7" fmla="*/ 440 h 499"/>
                <a:gd name="T8" fmla="*/ 299 w 403"/>
                <a:gd name="T9" fmla="*/ 438 h 499"/>
                <a:gd name="T10" fmla="*/ 299 w 403"/>
                <a:gd name="T11" fmla="*/ 398 h 499"/>
                <a:gd name="T12" fmla="*/ 300 w 403"/>
                <a:gd name="T13" fmla="*/ 396 h 499"/>
                <a:gd name="T14" fmla="*/ 322 w 403"/>
                <a:gd name="T15" fmla="*/ 374 h 499"/>
                <a:gd name="T16" fmla="*/ 323 w 403"/>
                <a:gd name="T17" fmla="*/ 374 h 499"/>
                <a:gd name="T18" fmla="*/ 374 w 403"/>
                <a:gd name="T19" fmla="*/ 374 h 499"/>
                <a:gd name="T20" fmla="*/ 398 w 403"/>
                <a:gd name="T21" fmla="*/ 349 h 499"/>
                <a:gd name="T22" fmla="*/ 398 w 403"/>
                <a:gd name="T23" fmla="*/ 340 h 499"/>
                <a:gd name="T24" fmla="*/ 63 w 403"/>
                <a:gd name="T25" fmla="*/ 5 h 499"/>
                <a:gd name="T26" fmla="*/ 0 w 403"/>
                <a:gd name="T27" fmla="*/ 5 h 499"/>
                <a:gd name="T28" fmla="*/ 0 w 403"/>
                <a:gd name="T29" fmla="*/ 0 h 499"/>
                <a:gd name="T30" fmla="*/ 64 w 403"/>
                <a:gd name="T31" fmla="*/ 0 h 499"/>
                <a:gd name="T32" fmla="*/ 66 w 403"/>
                <a:gd name="T33" fmla="*/ 0 h 499"/>
                <a:gd name="T34" fmla="*/ 403 w 403"/>
                <a:gd name="T35" fmla="*/ 337 h 499"/>
                <a:gd name="T36" fmla="*/ 403 w 403"/>
                <a:gd name="T37" fmla="*/ 339 h 499"/>
                <a:gd name="T38" fmla="*/ 403 w 403"/>
                <a:gd name="T39" fmla="*/ 350 h 499"/>
                <a:gd name="T40" fmla="*/ 403 w 403"/>
                <a:gd name="T41" fmla="*/ 352 h 499"/>
                <a:gd name="T42" fmla="*/ 377 w 403"/>
                <a:gd name="T43" fmla="*/ 378 h 499"/>
                <a:gd name="T44" fmla="*/ 375 w 403"/>
                <a:gd name="T45" fmla="*/ 379 h 499"/>
                <a:gd name="T46" fmla="*/ 325 w 403"/>
                <a:gd name="T47" fmla="*/ 379 h 499"/>
                <a:gd name="T48" fmla="*/ 304 w 403"/>
                <a:gd name="T49" fmla="*/ 399 h 499"/>
                <a:gd name="T50" fmla="*/ 304 w 403"/>
                <a:gd name="T51" fmla="*/ 437 h 499"/>
                <a:gd name="T52" fmla="*/ 332 w 403"/>
                <a:gd name="T53" fmla="*/ 465 h 499"/>
                <a:gd name="T54" fmla="*/ 333 w 403"/>
                <a:gd name="T55" fmla="*/ 467 h 499"/>
                <a:gd name="T56" fmla="*/ 333 w 403"/>
                <a:gd name="T57" fmla="*/ 49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3" h="499">
                  <a:moveTo>
                    <a:pt x="333" y="499"/>
                  </a:moveTo>
                  <a:cubicBezTo>
                    <a:pt x="328" y="499"/>
                    <a:pt x="328" y="499"/>
                    <a:pt x="328" y="499"/>
                  </a:cubicBezTo>
                  <a:cubicBezTo>
                    <a:pt x="328" y="468"/>
                    <a:pt x="328" y="468"/>
                    <a:pt x="328" y="468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9" y="439"/>
                    <a:pt x="299" y="438"/>
                    <a:pt x="299" y="438"/>
                  </a:cubicBezTo>
                  <a:cubicBezTo>
                    <a:pt x="299" y="398"/>
                    <a:pt x="299" y="398"/>
                    <a:pt x="299" y="398"/>
                  </a:cubicBezTo>
                  <a:cubicBezTo>
                    <a:pt x="299" y="397"/>
                    <a:pt x="299" y="397"/>
                    <a:pt x="300" y="396"/>
                  </a:cubicBezTo>
                  <a:cubicBezTo>
                    <a:pt x="322" y="374"/>
                    <a:pt x="322" y="374"/>
                    <a:pt x="322" y="374"/>
                  </a:cubicBezTo>
                  <a:cubicBezTo>
                    <a:pt x="322" y="374"/>
                    <a:pt x="323" y="374"/>
                    <a:pt x="323" y="374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98" y="349"/>
                    <a:pt x="398" y="349"/>
                    <a:pt x="398" y="349"/>
                  </a:cubicBezTo>
                  <a:cubicBezTo>
                    <a:pt x="398" y="340"/>
                    <a:pt x="398" y="340"/>
                    <a:pt x="398" y="340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5" y="0"/>
                    <a:pt x="66" y="0"/>
                    <a:pt x="66" y="0"/>
                  </a:cubicBezTo>
                  <a:cubicBezTo>
                    <a:pt x="403" y="337"/>
                    <a:pt x="403" y="337"/>
                    <a:pt x="403" y="337"/>
                  </a:cubicBezTo>
                  <a:cubicBezTo>
                    <a:pt x="403" y="337"/>
                    <a:pt x="403" y="338"/>
                    <a:pt x="403" y="339"/>
                  </a:cubicBezTo>
                  <a:cubicBezTo>
                    <a:pt x="403" y="350"/>
                    <a:pt x="403" y="350"/>
                    <a:pt x="403" y="350"/>
                  </a:cubicBezTo>
                  <a:cubicBezTo>
                    <a:pt x="403" y="351"/>
                    <a:pt x="403" y="351"/>
                    <a:pt x="403" y="352"/>
                  </a:cubicBezTo>
                  <a:cubicBezTo>
                    <a:pt x="377" y="378"/>
                    <a:pt x="377" y="378"/>
                    <a:pt x="377" y="378"/>
                  </a:cubicBezTo>
                  <a:cubicBezTo>
                    <a:pt x="376" y="378"/>
                    <a:pt x="375" y="379"/>
                    <a:pt x="375" y="379"/>
                  </a:cubicBezTo>
                  <a:cubicBezTo>
                    <a:pt x="325" y="379"/>
                    <a:pt x="325" y="379"/>
                    <a:pt x="325" y="379"/>
                  </a:cubicBezTo>
                  <a:cubicBezTo>
                    <a:pt x="304" y="399"/>
                    <a:pt x="304" y="399"/>
                    <a:pt x="304" y="399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32" y="465"/>
                    <a:pt x="332" y="465"/>
                    <a:pt x="332" y="465"/>
                  </a:cubicBezTo>
                  <a:cubicBezTo>
                    <a:pt x="333" y="465"/>
                    <a:pt x="333" y="466"/>
                    <a:pt x="333" y="467"/>
                  </a:cubicBezTo>
                  <a:lnTo>
                    <a:pt x="333" y="49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5" name="Freeform 498"/>
            <p:cNvSpPr>
              <a:spLocks/>
            </p:cNvSpPr>
            <p:nvPr/>
          </p:nvSpPr>
          <p:spPr bwMode="auto">
            <a:xfrm flipV="1">
              <a:off x="3228977" y="6650036"/>
              <a:ext cx="3013075" cy="3941763"/>
            </a:xfrm>
            <a:custGeom>
              <a:avLst/>
              <a:gdLst>
                <a:gd name="T0" fmla="*/ 564 w 803"/>
                <a:gd name="T1" fmla="*/ 1050 h 1050"/>
                <a:gd name="T2" fmla="*/ 564 w 803"/>
                <a:gd name="T3" fmla="*/ 1017 h 1050"/>
                <a:gd name="T4" fmla="*/ 566 w 803"/>
                <a:gd name="T5" fmla="*/ 1013 h 1050"/>
                <a:gd name="T6" fmla="*/ 660 w 803"/>
                <a:gd name="T7" fmla="*/ 920 h 1050"/>
                <a:gd name="T8" fmla="*/ 663 w 803"/>
                <a:gd name="T9" fmla="*/ 918 h 1050"/>
                <a:gd name="T10" fmla="*/ 663 w 803"/>
                <a:gd name="T11" fmla="*/ 918 h 1050"/>
                <a:gd name="T12" fmla="*/ 706 w 803"/>
                <a:gd name="T13" fmla="*/ 918 h 1050"/>
                <a:gd name="T14" fmla="*/ 793 w 803"/>
                <a:gd name="T15" fmla="*/ 832 h 1050"/>
                <a:gd name="T16" fmla="*/ 793 w 803"/>
                <a:gd name="T17" fmla="*/ 800 h 1050"/>
                <a:gd name="T18" fmla="*/ 0 w 803"/>
                <a:gd name="T19" fmla="*/ 7 h 1050"/>
                <a:gd name="T20" fmla="*/ 7 w 803"/>
                <a:gd name="T21" fmla="*/ 0 h 1050"/>
                <a:gd name="T22" fmla="*/ 802 w 803"/>
                <a:gd name="T23" fmla="*/ 794 h 1050"/>
                <a:gd name="T24" fmla="*/ 803 w 803"/>
                <a:gd name="T25" fmla="*/ 797 h 1050"/>
                <a:gd name="T26" fmla="*/ 803 w 803"/>
                <a:gd name="T27" fmla="*/ 834 h 1050"/>
                <a:gd name="T28" fmla="*/ 802 w 803"/>
                <a:gd name="T29" fmla="*/ 837 h 1050"/>
                <a:gd name="T30" fmla="*/ 712 w 803"/>
                <a:gd name="T31" fmla="*/ 927 h 1050"/>
                <a:gd name="T32" fmla="*/ 708 w 803"/>
                <a:gd name="T33" fmla="*/ 929 h 1050"/>
                <a:gd name="T34" fmla="*/ 708 w 803"/>
                <a:gd name="T35" fmla="*/ 929 h 1050"/>
                <a:gd name="T36" fmla="*/ 665 w 803"/>
                <a:gd name="T37" fmla="*/ 928 h 1050"/>
                <a:gd name="T38" fmla="*/ 575 w 803"/>
                <a:gd name="T39" fmla="*/ 1019 h 1050"/>
                <a:gd name="T40" fmla="*/ 575 w 803"/>
                <a:gd name="T41" fmla="*/ 1050 h 1050"/>
                <a:gd name="T42" fmla="*/ 564 w 803"/>
                <a:gd name="T43" fmla="*/ 105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3" h="1050">
                  <a:moveTo>
                    <a:pt x="564" y="1050"/>
                  </a:moveTo>
                  <a:cubicBezTo>
                    <a:pt x="564" y="1017"/>
                    <a:pt x="564" y="1017"/>
                    <a:pt x="564" y="1017"/>
                  </a:cubicBezTo>
                  <a:cubicBezTo>
                    <a:pt x="564" y="1016"/>
                    <a:pt x="565" y="1014"/>
                    <a:pt x="566" y="1013"/>
                  </a:cubicBezTo>
                  <a:cubicBezTo>
                    <a:pt x="660" y="920"/>
                    <a:pt x="660" y="920"/>
                    <a:pt x="660" y="920"/>
                  </a:cubicBezTo>
                  <a:cubicBezTo>
                    <a:pt x="661" y="919"/>
                    <a:pt x="662" y="918"/>
                    <a:pt x="663" y="918"/>
                  </a:cubicBezTo>
                  <a:cubicBezTo>
                    <a:pt x="663" y="918"/>
                    <a:pt x="663" y="918"/>
                    <a:pt x="663" y="918"/>
                  </a:cubicBezTo>
                  <a:cubicBezTo>
                    <a:pt x="706" y="918"/>
                    <a:pt x="706" y="918"/>
                    <a:pt x="706" y="918"/>
                  </a:cubicBezTo>
                  <a:cubicBezTo>
                    <a:pt x="793" y="832"/>
                    <a:pt x="793" y="832"/>
                    <a:pt x="793" y="832"/>
                  </a:cubicBezTo>
                  <a:cubicBezTo>
                    <a:pt x="793" y="800"/>
                    <a:pt x="793" y="800"/>
                    <a:pt x="793" y="80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02" y="794"/>
                    <a:pt x="802" y="794"/>
                    <a:pt x="802" y="794"/>
                  </a:cubicBezTo>
                  <a:cubicBezTo>
                    <a:pt x="803" y="795"/>
                    <a:pt x="803" y="796"/>
                    <a:pt x="803" y="797"/>
                  </a:cubicBezTo>
                  <a:cubicBezTo>
                    <a:pt x="803" y="834"/>
                    <a:pt x="803" y="834"/>
                    <a:pt x="803" y="834"/>
                  </a:cubicBezTo>
                  <a:cubicBezTo>
                    <a:pt x="803" y="835"/>
                    <a:pt x="803" y="836"/>
                    <a:pt x="802" y="837"/>
                  </a:cubicBezTo>
                  <a:cubicBezTo>
                    <a:pt x="712" y="927"/>
                    <a:pt x="712" y="927"/>
                    <a:pt x="712" y="927"/>
                  </a:cubicBezTo>
                  <a:cubicBezTo>
                    <a:pt x="711" y="928"/>
                    <a:pt x="710" y="929"/>
                    <a:pt x="708" y="929"/>
                  </a:cubicBezTo>
                  <a:cubicBezTo>
                    <a:pt x="708" y="929"/>
                    <a:pt x="708" y="929"/>
                    <a:pt x="708" y="929"/>
                  </a:cubicBezTo>
                  <a:cubicBezTo>
                    <a:pt x="665" y="928"/>
                    <a:pt x="665" y="928"/>
                    <a:pt x="665" y="928"/>
                  </a:cubicBezTo>
                  <a:cubicBezTo>
                    <a:pt x="575" y="1019"/>
                    <a:pt x="575" y="1019"/>
                    <a:pt x="575" y="1019"/>
                  </a:cubicBezTo>
                  <a:cubicBezTo>
                    <a:pt x="575" y="1050"/>
                    <a:pt x="575" y="1050"/>
                    <a:pt x="575" y="1050"/>
                  </a:cubicBezTo>
                  <a:lnTo>
                    <a:pt x="564" y="1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6" name="Freeform 499"/>
            <p:cNvSpPr>
              <a:spLocks noEditPoints="1"/>
            </p:cNvSpPr>
            <p:nvPr/>
          </p:nvSpPr>
          <p:spPr bwMode="auto">
            <a:xfrm flipV="1">
              <a:off x="4595814" y="65611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0 w 24"/>
                <a:gd name="T23" fmla="*/ 21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7" name="Freeform 500"/>
            <p:cNvSpPr>
              <a:spLocks noEditPoints="1"/>
            </p:cNvSpPr>
            <p:nvPr/>
          </p:nvSpPr>
          <p:spPr bwMode="auto">
            <a:xfrm flipV="1">
              <a:off x="2309814" y="9299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8" name="Freeform 501"/>
            <p:cNvSpPr>
              <a:spLocks noEditPoints="1"/>
            </p:cNvSpPr>
            <p:nvPr/>
          </p:nvSpPr>
          <p:spPr bwMode="auto">
            <a:xfrm flipV="1">
              <a:off x="4854577" y="670718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4 w 24"/>
                <a:gd name="T17" fmla="*/ 20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9" name="Freeform 502"/>
            <p:cNvSpPr>
              <a:spLocks noEditPoints="1"/>
            </p:cNvSpPr>
            <p:nvPr/>
          </p:nvSpPr>
          <p:spPr bwMode="auto">
            <a:xfrm flipV="1">
              <a:off x="4572002" y="73151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0" name="Freeform 503"/>
            <p:cNvSpPr>
              <a:spLocks noEditPoints="1"/>
            </p:cNvSpPr>
            <p:nvPr/>
          </p:nvSpPr>
          <p:spPr bwMode="auto">
            <a:xfrm flipV="1">
              <a:off x="2816227" y="92281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1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1" name="Freeform 504"/>
            <p:cNvSpPr>
              <a:spLocks noEditPoints="1"/>
            </p:cNvSpPr>
            <p:nvPr/>
          </p:nvSpPr>
          <p:spPr bwMode="auto">
            <a:xfrm flipV="1">
              <a:off x="4775202" y="707866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2" name="Freeform 505"/>
            <p:cNvSpPr>
              <a:spLocks noEditPoints="1"/>
            </p:cNvSpPr>
            <p:nvPr/>
          </p:nvSpPr>
          <p:spPr bwMode="auto">
            <a:xfrm flipV="1">
              <a:off x="4411664" y="63833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3" name="Freeform 506"/>
            <p:cNvSpPr>
              <a:spLocks noEditPoints="1"/>
            </p:cNvSpPr>
            <p:nvPr/>
          </p:nvSpPr>
          <p:spPr bwMode="auto">
            <a:xfrm flipV="1">
              <a:off x="4227514" y="619601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4" name="Freeform 507"/>
            <p:cNvSpPr>
              <a:spLocks noEditPoints="1"/>
            </p:cNvSpPr>
            <p:nvPr/>
          </p:nvSpPr>
          <p:spPr bwMode="auto">
            <a:xfrm flipV="1">
              <a:off x="2336802" y="91043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5" name="Freeform 508"/>
            <p:cNvSpPr>
              <a:spLocks noEditPoints="1"/>
            </p:cNvSpPr>
            <p:nvPr/>
          </p:nvSpPr>
          <p:spPr bwMode="auto">
            <a:xfrm flipV="1">
              <a:off x="4213227" y="65262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6" name="Freeform 509"/>
            <p:cNvSpPr>
              <a:spLocks noEditPoints="1"/>
            </p:cNvSpPr>
            <p:nvPr/>
          </p:nvSpPr>
          <p:spPr bwMode="auto">
            <a:xfrm flipV="1">
              <a:off x="3889377" y="65611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4 w 24"/>
                <a:gd name="T21" fmla="*/ 4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7" name="Freeform 510"/>
            <p:cNvSpPr>
              <a:spLocks noEditPoints="1"/>
            </p:cNvSpPr>
            <p:nvPr/>
          </p:nvSpPr>
          <p:spPr bwMode="auto">
            <a:xfrm flipV="1">
              <a:off x="4065589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5" y="16"/>
                    <a:pt x="5" y="12"/>
                  </a:cubicBezTo>
                  <a:cubicBezTo>
                    <a:pt x="5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8" name="Freeform 511"/>
            <p:cNvSpPr>
              <a:spLocks noEditPoints="1"/>
            </p:cNvSpPr>
            <p:nvPr/>
          </p:nvSpPr>
          <p:spPr bwMode="auto">
            <a:xfrm flipV="1">
              <a:off x="3724277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1 w 24"/>
                <a:gd name="T19" fmla="*/ 21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9" name="Freeform 512"/>
            <p:cNvSpPr>
              <a:spLocks noEditPoints="1"/>
            </p:cNvSpPr>
            <p:nvPr/>
          </p:nvSpPr>
          <p:spPr bwMode="auto">
            <a:xfrm flipV="1">
              <a:off x="2767014" y="7593011"/>
              <a:ext cx="90487" cy="88900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6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0" name="Freeform 513"/>
            <p:cNvSpPr>
              <a:spLocks noEditPoints="1"/>
            </p:cNvSpPr>
            <p:nvPr/>
          </p:nvSpPr>
          <p:spPr bwMode="auto">
            <a:xfrm flipV="1">
              <a:off x="2928939" y="75326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9" y="18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1" name="Freeform 514"/>
            <p:cNvSpPr>
              <a:spLocks noEditPoints="1"/>
            </p:cNvSpPr>
            <p:nvPr/>
          </p:nvSpPr>
          <p:spPr bwMode="auto">
            <a:xfrm flipV="1">
              <a:off x="2876552" y="76977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3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2" name="Freeform 515"/>
            <p:cNvSpPr>
              <a:spLocks noEditPoints="1"/>
            </p:cNvSpPr>
            <p:nvPr/>
          </p:nvSpPr>
          <p:spPr bwMode="auto">
            <a:xfrm flipV="1">
              <a:off x="3698877" y="63690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3" name="Freeform 516"/>
            <p:cNvSpPr>
              <a:spLocks noEditPoints="1"/>
            </p:cNvSpPr>
            <p:nvPr/>
          </p:nvSpPr>
          <p:spPr bwMode="auto">
            <a:xfrm flipV="1">
              <a:off x="3836989" y="58133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12 w 24"/>
                <a:gd name="T13" fmla="*/ 19 h 24"/>
                <a:gd name="T14" fmla="*/ 5 w 24"/>
                <a:gd name="T15" fmla="*/ 12 h 24"/>
                <a:gd name="T16" fmla="*/ 12 w 24"/>
                <a:gd name="T17" fmla="*/ 5 h 24"/>
                <a:gd name="T18" fmla="*/ 12 w 24"/>
                <a:gd name="T19" fmla="*/ 0 h 24"/>
                <a:gd name="T20" fmla="*/ 12 w 24"/>
                <a:gd name="T21" fmla="*/ 0 h 24"/>
                <a:gd name="T22" fmla="*/ 12 w 24"/>
                <a:gd name="T23" fmla="*/ 0 h 24"/>
                <a:gd name="T24" fmla="*/ 4 w 24"/>
                <a:gd name="T25" fmla="*/ 4 h 24"/>
                <a:gd name="T26" fmla="*/ 0 w 24"/>
                <a:gd name="T27" fmla="*/ 12 h 24"/>
                <a:gd name="T28" fmla="*/ 12 w 24"/>
                <a:gd name="T29" fmla="*/ 24 h 24"/>
                <a:gd name="T30" fmla="*/ 24 w 24"/>
                <a:gd name="T31" fmla="*/ 12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4" name="Freeform 517"/>
            <p:cNvSpPr>
              <a:spLocks noEditPoints="1"/>
            </p:cNvSpPr>
            <p:nvPr/>
          </p:nvSpPr>
          <p:spPr bwMode="auto">
            <a:xfrm flipV="1">
              <a:off x="3671889" y="5629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4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5" name="Freeform 518"/>
            <p:cNvSpPr>
              <a:spLocks noEditPoints="1"/>
            </p:cNvSpPr>
            <p:nvPr/>
          </p:nvSpPr>
          <p:spPr bwMode="auto">
            <a:xfrm flipV="1">
              <a:off x="3492502" y="5445122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21 w 24"/>
                <a:gd name="T23" fmla="*/ 3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 w="317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6" name="Freeform 519"/>
            <p:cNvSpPr>
              <a:spLocks noEditPoints="1"/>
            </p:cNvSpPr>
            <p:nvPr/>
          </p:nvSpPr>
          <p:spPr bwMode="auto">
            <a:xfrm flipV="1">
              <a:off x="3308352" y="52625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7" name="Freeform 520"/>
            <p:cNvSpPr>
              <a:spLocks noEditPoints="1"/>
            </p:cNvSpPr>
            <p:nvPr/>
          </p:nvSpPr>
          <p:spPr bwMode="auto">
            <a:xfrm flipV="1">
              <a:off x="3138489" y="54451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8" name="Freeform 521"/>
            <p:cNvSpPr>
              <a:spLocks noEditPoints="1"/>
            </p:cNvSpPr>
            <p:nvPr/>
          </p:nvSpPr>
          <p:spPr bwMode="auto">
            <a:xfrm flipV="1">
              <a:off x="3090864" y="5788024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9" name="Freeform 522"/>
            <p:cNvSpPr>
              <a:spLocks noEditPoints="1"/>
            </p:cNvSpPr>
            <p:nvPr/>
          </p:nvSpPr>
          <p:spPr bwMode="auto">
            <a:xfrm flipV="1">
              <a:off x="3275014" y="5970586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9" y="19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0" name="Freeform 523"/>
            <p:cNvSpPr>
              <a:spLocks noEditPoints="1"/>
            </p:cNvSpPr>
            <p:nvPr/>
          </p:nvSpPr>
          <p:spPr bwMode="auto">
            <a:xfrm flipV="1">
              <a:off x="4024314" y="59896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1" name="Freeform 524"/>
            <p:cNvSpPr>
              <a:spLocks noEditPoints="1"/>
            </p:cNvSpPr>
            <p:nvPr/>
          </p:nvSpPr>
          <p:spPr bwMode="auto">
            <a:xfrm flipV="1">
              <a:off x="2928939" y="5637211"/>
              <a:ext cx="93662" cy="90488"/>
            </a:xfrm>
            <a:custGeom>
              <a:avLst/>
              <a:gdLst>
                <a:gd name="T0" fmla="*/ 12 w 25"/>
                <a:gd name="T1" fmla="*/ 6 h 24"/>
                <a:gd name="T2" fmla="*/ 19 w 25"/>
                <a:gd name="T3" fmla="*/ 12 h 24"/>
                <a:gd name="T4" fmla="*/ 12 w 25"/>
                <a:gd name="T5" fmla="*/ 19 h 24"/>
                <a:gd name="T6" fmla="*/ 6 w 25"/>
                <a:gd name="T7" fmla="*/ 12 h 24"/>
                <a:gd name="T8" fmla="*/ 12 w 25"/>
                <a:gd name="T9" fmla="*/ 6 h 24"/>
                <a:gd name="T10" fmla="*/ 12 w 25"/>
                <a:gd name="T11" fmla="*/ 0 h 24"/>
                <a:gd name="T12" fmla="*/ 12 w 25"/>
                <a:gd name="T13" fmla="*/ 0 h 24"/>
                <a:gd name="T14" fmla="*/ 4 w 25"/>
                <a:gd name="T15" fmla="*/ 4 h 24"/>
                <a:gd name="T16" fmla="*/ 0 w 25"/>
                <a:gd name="T17" fmla="*/ 12 h 24"/>
                <a:gd name="T18" fmla="*/ 12 w 25"/>
                <a:gd name="T19" fmla="*/ 24 h 24"/>
                <a:gd name="T20" fmla="*/ 21 w 25"/>
                <a:gd name="T21" fmla="*/ 21 h 24"/>
                <a:gd name="T22" fmla="*/ 24 w 25"/>
                <a:gd name="T23" fmla="*/ 12 h 24"/>
                <a:gd name="T24" fmla="*/ 12 w 25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9"/>
                    <a:pt x="25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2" name="Freeform 525"/>
            <p:cNvSpPr>
              <a:spLocks noEditPoints="1"/>
            </p:cNvSpPr>
            <p:nvPr/>
          </p:nvSpPr>
          <p:spPr bwMode="auto">
            <a:xfrm flipV="1">
              <a:off x="2538414" y="600551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0 w 24"/>
                <a:gd name="T29" fmla="*/ 21 h 24"/>
                <a:gd name="T30" fmla="*/ 24 w 24"/>
                <a:gd name="T31" fmla="*/ 12 h 24"/>
                <a:gd name="T32" fmla="*/ 20 w 24"/>
                <a:gd name="T33" fmla="*/ 4 h 24"/>
                <a:gd name="T34" fmla="*/ 12 w 24"/>
                <a:gd name="T3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9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3" name="Freeform 526"/>
            <p:cNvSpPr>
              <a:spLocks noEditPoints="1"/>
            </p:cNvSpPr>
            <p:nvPr/>
          </p:nvSpPr>
          <p:spPr bwMode="auto">
            <a:xfrm flipV="1">
              <a:off x="1773239" y="66389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4" name="Freeform 527"/>
            <p:cNvSpPr>
              <a:spLocks noEditPoints="1"/>
            </p:cNvSpPr>
            <p:nvPr/>
          </p:nvSpPr>
          <p:spPr bwMode="auto">
            <a:xfrm flipV="1">
              <a:off x="1825627" y="70072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3 w 24"/>
                <a:gd name="T15" fmla="*/ 3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0 w 24"/>
                <a:gd name="T23" fmla="*/ 20 h 24"/>
                <a:gd name="T24" fmla="*/ 24 w 24"/>
                <a:gd name="T25" fmla="*/ 12 h 24"/>
                <a:gd name="T26" fmla="*/ 20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5" name="Freeform 528"/>
            <p:cNvSpPr>
              <a:spLocks noEditPoints="1"/>
            </p:cNvSpPr>
            <p:nvPr/>
          </p:nvSpPr>
          <p:spPr bwMode="auto">
            <a:xfrm flipV="1">
              <a:off x="1663702" y="70516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3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6" name="Oval 529"/>
            <p:cNvSpPr>
              <a:spLocks noChangeArrowheads="1"/>
            </p:cNvSpPr>
            <p:nvPr/>
          </p:nvSpPr>
          <p:spPr bwMode="auto">
            <a:xfrm flipV="1">
              <a:off x="2501902" y="7304086"/>
              <a:ext cx="69850" cy="71438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7" name="Freeform 530"/>
            <p:cNvSpPr>
              <a:spLocks/>
            </p:cNvSpPr>
            <p:nvPr/>
          </p:nvSpPr>
          <p:spPr bwMode="auto">
            <a:xfrm flipV="1">
              <a:off x="681039" y="7100886"/>
              <a:ext cx="990600" cy="927100"/>
            </a:xfrm>
            <a:custGeom>
              <a:avLst/>
              <a:gdLst>
                <a:gd name="T0" fmla="*/ 264 w 264"/>
                <a:gd name="T1" fmla="*/ 247 h 247"/>
                <a:gd name="T2" fmla="*/ 245 w 264"/>
                <a:gd name="T3" fmla="*/ 247 h 247"/>
                <a:gd name="T4" fmla="*/ 244 w 264"/>
                <a:gd name="T5" fmla="*/ 246 h 247"/>
                <a:gd name="T6" fmla="*/ 0 w 264"/>
                <a:gd name="T7" fmla="*/ 3 h 247"/>
                <a:gd name="T8" fmla="*/ 3 w 264"/>
                <a:gd name="T9" fmla="*/ 0 h 247"/>
                <a:gd name="T10" fmla="*/ 246 w 264"/>
                <a:gd name="T11" fmla="*/ 243 h 247"/>
                <a:gd name="T12" fmla="*/ 264 w 264"/>
                <a:gd name="T13" fmla="*/ 243 h 247"/>
                <a:gd name="T14" fmla="*/ 264 w 264"/>
                <a:gd name="T1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47">
                  <a:moveTo>
                    <a:pt x="264" y="247"/>
                  </a:moveTo>
                  <a:cubicBezTo>
                    <a:pt x="245" y="247"/>
                    <a:pt x="245" y="247"/>
                    <a:pt x="245" y="247"/>
                  </a:cubicBezTo>
                  <a:cubicBezTo>
                    <a:pt x="245" y="247"/>
                    <a:pt x="244" y="247"/>
                    <a:pt x="244" y="24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6" y="243"/>
                    <a:pt x="246" y="243"/>
                    <a:pt x="246" y="243"/>
                  </a:cubicBezTo>
                  <a:cubicBezTo>
                    <a:pt x="264" y="243"/>
                    <a:pt x="264" y="243"/>
                    <a:pt x="264" y="243"/>
                  </a:cubicBezTo>
                  <a:lnTo>
                    <a:pt x="264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8" name="Freeform 531"/>
            <p:cNvSpPr>
              <a:spLocks/>
            </p:cNvSpPr>
            <p:nvPr/>
          </p:nvSpPr>
          <p:spPr bwMode="auto">
            <a:xfrm flipV="1">
              <a:off x="760414" y="7092949"/>
              <a:ext cx="1114425" cy="1009650"/>
            </a:xfrm>
            <a:custGeom>
              <a:avLst/>
              <a:gdLst>
                <a:gd name="T0" fmla="*/ 297 w 297"/>
                <a:gd name="T1" fmla="*/ 269 h 269"/>
                <a:gd name="T2" fmla="*/ 294 w 297"/>
                <a:gd name="T3" fmla="*/ 269 h 269"/>
                <a:gd name="T4" fmla="*/ 294 w 297"/>
                <a:gd name="T5" fmla="*/ 253 h 269"/>
                <a:gd name="T6" fmla="*/ 268 w 297"/>
                <a:gd name="T7" fmla="*/ 227 h 269"/>
                <a:gd name="T8" fmla="*/ 226 w 297"/>
                <a:gd name="T9" fmla="*/ 227 h 269"/>
                <a:gd name="T10" fmla="*/ 225 w 297"/>
                <a:gd name="T11" fmla="*/ 226 h 269"/>
                <a:gd name="T12" fmla="*/ 0 w 297"/>
                <a:gd name="T13" fmla="*/ 2 h 269"/>
                <a:gd name="T14" fmla="*/ 3 w 297"/>
                <a:gd name="T15" fmla="*/ 0 h 269"/>
                <a:gd name="T16" fmla="*/ 226 w 297"/>
                <a:gd name="T17" fmla="*/ 223 h 269"/>
                <a:gd name="T18" fmla="*/ 269 w 297"/>
                <a:gd name="T19" fmla="*/ 223 h 269"/>
                <a:gd name="T20" fmla="*/ 270 w 297"/>
                <a:gd name="T21" fmla="*/ 224 h 269"/>
                <a:gd name="T22" fmla="*/ 297 w 297"/>
                <a:gd name="T23" fmla="*/ 251 h 269"/>
                <a:gd name="T24" fmla="*/ 297 w 297"/>
                <a:gd name="T25" fmla="*/ 252 h 269"/>
                <a:gd name="T26" fmla="*/ 297 w 297"/>
                <a:gd name="T2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7" h="269">
                  <a:moveTo>
                    <a:pt x="297" y="269"/>
                  </a:moveTo>
                  <a:cubicBezTo>
                    <a:pt x="294" y="269"/>
                    <a:pt x="294" y="269"/>
                    <a:pt x="294" y="269"/>
                  </a:cubicBezTo>
                  <a:cubicBezTo>
                    <a:pt x="294" y="253"/>
                    <a:pt x="294" y="253"/>
                    <a:pt x="294" y="253"/>
                  </a:cubicBezTo>
                  <a:cubicBezTo>
                    <a:pt x="268" y="227"/>
                    <a:pt x="268" y="227"/>
                    <a:pt x="268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5" y="227"/>
                    <a:pt x="225" y="227"/>
                    <a:pt x="225" y="22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69" y="223"/>
                    <a:pt x="269" y="223"/>
                    <a:pt x="269" y="223"/>
                  </a:cubicBezTo>
                  <a:cubicBezTo>
                    <a:pt x="269" y="223"/>
                    <a:pt x="269" y="224"/>
                    <a:pt x="270" y="224"/>
                  </a:cubicBezTo>
                  <a:cubicBezTo>
                    <a:pt x="297" y="251"/>
                    <a:pt x="297" y="251"/>
                    <a:pt x="297" y="251"/>
                  </a:cubicBezTo>
                  <a:cubicBezTo>
                    <a:pt x="297" y="251"/>
                    <a:pt x="297" y="252"/>
                    <a:pt x="297" y="252"/>
                  </a:cubicBezTo>
                  <a:lnTo>
                    <a:pt x="297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9" name="Freeform 532"/>
            <p:cNvSpPr>
              <a:spLocks/>
            </p:cNvSpPr>
            <p:nvPr/>
          </p:nvSpPr>
          <p:spPr bwMode="auto">
            <a:xfrm flipV="1">
              <a:off x="530227" y="6677024"/>
              <a:ext cx="1250950" cy="1196975"/>
            </a:xfrm>
            <a:custGeom>
              <a:avLst/>
              <a:gdLst>
                <a:gd name="T0" fmla="*/ 317 w 333"/>
                <a:gd name="T1" fmla="*/ 319 h 319"/>
                <a:gd name="T2" fmla="*/ 316 w 333"/>
                <a:gd name="T3" fmla="*/ 318 h 319"/>
                <a:gd name="T4" fmla="*/ 0 w 333"/>
                <a:gd name="T5" fmla="*/ 2 h 319"/>
                <a:gd name="T6" fmla="*/ 2 w 333"/>
                <a:gd name="T7" fmla="*/ 0 h 319"/>
                <a:gd name="T8" fmla="*/ 318 w 333"/>
                <a:gd name="T9" fmla="*/ 315 h 319"/>
                <a:gd name="T10" fmla="*/ 333 w 333"/>
                <a:gd name="T11" fmla="*/ 315 h 319"/>
                <a:gd name="T12" fmla="*/ 333 w 333"/>
                <a:gd name="T13" fmla="*/ 319 h 319"/>
                <a:gd name="T14" fmla="*/ 317 w 333"/>
                <a:gd name="T1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19">
                  <a:moveTo>
                    <a:pt x="317" y="319"/>
                  </a:moveTo>
                  <a:cubicBezTo>
                    <a:pt x="317" y="319"/>
                    <a:pt x="316" y="319"/>
                    <a:pt x="316" y="3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18" y="315"/>
                    <a:pt x="318" y="315"/>
                    <a:pt x="318" y="315"/>
                  </a:cubicBezTo>
                  <a:cubicBezTo>
                    <a:pt x="333" y="315"/>
                    <a:pt x="333" y="315"/>
                    <a:pt x="333" y="315"/>
                  </a:cubicBezTo>
                  <a:cubicBezTo>
                    <a:pt x="333" y="319"/>
                    <a:pt x="333" y="319"/>
                    <a:pt x="333" y="319"/>
                  </a:cubicBezTo>
                  <a:cubicBezTo>
                    <a:pt x="317" y="319"/>
                    <a:pt x="317" y="319"/>
                    <a:pt x="317" y="3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0" name="Freeform 533"/>
            <p:cNvSpPr>
              <a:spLocks/>
            </p:cNvSpPr>
            <p:nvPr/>
          </p:nvSpPr>
          <p:spPr bwMode="auto">
            <a:xfrm flipV="1">
              <a:off x="433389" y="6064249"/>
              <a:ext cx="2135187" cy="1724025"/>
            </a:xfrm>
            <a:custGeom>
              <a:avLst/>
              <a:gdLst>
                <a:gd name="T0" fmla="*/ 564 w 569"/>
                <a:gd name="T1" fmla="*/ 459 h 459"/>
                <a:gd name="T2" fmla="*/ 435 w 569"/>
                <a:gd name="T3" fmla="*/ 330 h 459"/>
                <a:gd name="T4" fmla="*/ 345 w 569"/>
                <a:gd name="T5" fmla="*/ 330 h 459"/>
                <a:gd name="T6" fmla="*/ 343 w 569"/>
                <a:gd name="T7" fmla="*/ 329 h 459"/>
                <a:gd name="T8" fmla="*/ 205 w 569"/>
                <a:gd name="T9" fmla="*/ 191 h 459"/>
                <a:gd name="T10" fmla="*/ 187 w 569"/>
                <a:gd name="T11" fmla="*/ 191 h 459"/>
                <a:gd name="T12" fmla="*/ 185 w 569"/>
                <a:gd name="T13" fmla="*/ 190 h 459"/>
                <a:gd name="T14" fmla="*/ 0 w 569"/>
                <a:gd name="T15" fmla="*/ 5 h 459"/>
                <a:gd name="T16" fmla="*/ 5 w 569"/>
                <a:gd name="T17" fmla="*/ 0 h 459"/>
                <a:gd name="T18" fmla="*/ 189 w 569"/>
                <a:gd name="T19" fmla="*/ 184 h 459"/>
                <a:gd name="T20" fmla="*/ 206 w 569"/>
                <a:gd name="T21" fmla="*/ 184 h 459"/>
                <a:gd name="T22" fmla="*/ 209 w 569"/>
                <a:gd name="T23" fmla="*/ 185 h 459"/>
                <a:gd name="T24" fmla="*/ 347 w 569"/>
                <a:gd name="T25" fmla="*/ 323 h 459"/>
                <a:gd name="T26" fmla="*/ 436 w 569"/>
                <a:gd name="T27" fmla="*/ 323 h 459"/>
                <a:gd name="T28" fmla="*/ 439 w 569"/>
                <a:gd name="T29" fmla="*/ 324 h 459"/>
                <a:gd name="T30" fmla="*/ 569 w 569"/>
                <a:gd name="T31" fmla="*/ 454 h 459"/>
                <a:gd name="T32" fmla="*/ 564 w 569"/>
                <a:gd name="T33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9" h="459">
                  <a:moveTo>
                    <a:pt x="564" y="459"/>
                  </a:moveTo>
                  <a:cubicBezTo>
                    <a:pt x="435" y="330"/>
                    <a:pt x="435" y="330"/>
                    <a:pt x="435" y="330"/>
                  </a:cubicBezTo>
                  <a:cubicBezTo>
                    <a:pt x="345" y="330"/>
                    <a:pt x="345" y="330"/>
                    <a:pt x="345" y="330"/>
                  </a:cubicBezTo>
                  <a:cubicBezTo>
                    <a:pt x="344" y="330"/>
                    <a:pt x="343" y="330"/>
                    <a:pt x="343" y="329"/>
                  </a:cubicBezTo>
                  <a:cubicBezTo>
                    <a:pt x="205" y="191"/>
                    <a:pt x="205" y="191"/>
                    <a:pt x="205" y="191"/>
                  </a:cubicBezTo>
                  <a:cubicBezTo>
                    <a:pt x="187" y="191"/>
                    <a:pt x="187" y="191"/>
                    <a:pt x="187" y="191"/>
                  </a:cubicBezTo>
                  <a:cubicBezTo>
                    <a:pt x="186" y="191"/>
                    <a:pt x="185" y="191"/>
                    <a:pt x="185" y="19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89" y="184"/>
                    <a:pt x="189" y="184"/>
                    <a:pt x="189" y="184"/>
                  </a:cubicBezTo>
                  <a:cubicBezTo>
                    <a:pt x="206" y="184"/>
                    <a:pt x="206" y="184"/>
                    <a:pt x="206" y="184"/>
                  </a:cubicBezTo>
                  <a:cubicBezTo>
                    <a:pt x="207" y="184"/>
                    <a:pt x="208" y="184"/>
                    <a:pt x="209" y="185"/>
                  </a:cubicBezTo>
                  <a:cubicBezTo>
                    <a:pt x="347" y="323"/>
                    <a:pt x="347" y="323"/>
                    <a:pt x="347" y="323"/>
                  </a:cubicBezTo>
                  <a:cubicBezTo>
                    <a:pt x="436" y="323"/>
                    <a:pt x="436" y="323"/>
                    <a:pt x="436" y="323"/>
                  </a:cubicBezTo>
                  <a:cubicBezTo>
                    <a:pt x="437" y="323"/>
                    <a:pt x="438" y="323"/>
                    <a:pt x="439" y="324"/>
                  </a:cubicBezTo>
                  <a:cubicBezTo>
                    <a:pt x="569" y="454"/>
                    <a:pt x="569" y="454"/>
                    <a:pt x="569" y="454"/>
                  </a:cubicBezTo>
                  <a:lnTo>
                    <a:pt x="564" y="45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1" name="Freeform 534"/>
            <p:cNvSpPr>
              <a:spLocks/>
            </p:cNvSpPr>
            <p:nvPr/>
          </p:nvSpPr>
          <p:spPr bwMode="auto">
            <a:xfrm flipV="1">
              <a:off x="361952" y="5667373"/>
              <a:ext cx="2578100" cy="2049463"/>
            </a:xfrm>
            <a:custGeom>
              <a:avLst/>
              <a:gdLst>
                <a:gd name="T0" fmla="*/ 687 w 687"/>
                <a:gd name="T1" fmla="*/ 546 h 546"/>
                <a:gd name="T2" fmla="*/ 678 w 687"/>
                <a:gd name="T3" fmla="*/ 546 h 546"/>
                <a:gd name="T4" fmla="*/ 675 w 687"/>
                <a:gd name="T5" fmla="*/ 545 h 546"/>
                <a:gd name="T6" fmla="*/ 627 w 687"/>
                <a:gd name="T7" fmla="*/ 496 h 546"/>
                <a:gd name="T8" fmla="*/ 600 w 687"/>
                <a:gd name="T9" fmla="*/ 496 h 546"/>
                <a:gd name="T10" fmla="*/ 597 w 687"/>
                <a:gd name="T11" fmla="*/ 495 h 546"/>
                <a:gd name="T12" fmla="*/ 487 w 687"/>
                <a:gd name="T13" fmla="*/ 385 h 546"/>
                <a:gd name="T14" fmla="*/ 402 w 687"/>
                <a:gd name="T15" fmla="*/ 385 h 546"/>
                <a:gd name="T16" fmla="*/ 399 w 687"/>
                <a:gd name="T17" fmla="*/ 384 h 546"/>
                <a:gd name="T18" fmla="*/ 209 w 687"/>
                <a:gd name="T19" fmla="*/ 194 h 546"/>
                <a:gd name="T20" fmla="*/ 190 w 687"/>
                <a:gd name="T21" fmla="*/ 194 h 546"/>
                <a:gd name="T22" fmla="*/ 188 w 687"/>
                <a:gd name="T23" fmla="*/ 193 h 546"/>
                <a:gd name="T24" fmla="*/ 0 w 687"/>
                <a:gd name="T25" fmla="*/ 5 h 546"/>
                <a:gd name="T26" fmla="*/ 5 w 687"/>
                <a:gd name="T27" fmla="*/ 0 h 546"/>
                <a:gd name="T28" fmla="*/ 192 w 687"/>
                <a:gd name="T29" fmla="*/ 187 h 546"/>
                <a:gd name="T30" fmla="*/ 210 w 687"/>
                <a:gd name="T31" fmla="*/ 187 h 546"/>
                <a:gd name="T32" fmla="*/ 213 w 687"/>
                <a:gd name="T33" fmla="*/ 188 h 546"/>
                <a:gd name="T34" fmla="*/ 403 w 687"/>
                <a:gd name="T35" fmla="*/ 378 h 546"/>
                <a:gd name="T36" fmla="*/ 488 w 687"/>
                <a:gd name="T37" fmla="*/ 378 h 546"/>
                <a:gd name="T38" fmla="*/ 491 w 687"/>
                <a:gd name="T39" fmla="*/ 379 h 546"/>
                <a:gd name="T40" fmla="*/ 601 w 687"/>
                <a:gd name="T41" fmla="*/ 489 h 546"/>
                <a:gd name="T42" fmla="*/ 628 w 687"/>
                <a:gd name="T43" fmla="*/ 489 h 546"/>
                <a:gd name="T44" fmla="*/ 631 w 687"/>
                <a:gd name="T45" fmla="*/ 490 h 546"/>
                <a:gd name="T46" fmla="*/ 679 w 687"/>
                <a:gd name="T47" fmla="*/ 539 h 546"/>
                <a:gd name="T48" fmla="*/ 687 w 687"/>
                <a:gd name="T49" fmla="*/ 539 h 546"/>
                <a:gd name="T50" fmla="*/ 687 w 687"/>
                <a:gd name="T51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87" h="546">
                  <a:moveTo>
                    <a:pt x="687" y="546"/>
                  </a:moveTo>
                  <a:cubicBezTo>
                    <a:pt x="678" y="546"/>
                    <a:pt x="678" y="546"/>
                    <a:pt x="678" y="546"/>
                  </a:cubicBezTo>
                  <a:cubicBezTo>
                    <a:pt x="677" y="546"/>
                    <a:pt x="676" y="546"/>
                    <a:pt x="675" y="545"/>
                  </a:cubicBezTo>
                  <a:cubicBezTo>
                    <a:pt x="627" y="496"/>
                    <a:pt x="627" y="496"/>
                    <a:pt x="627" y="496"/>
                  </a:cubicBezTo>
                  <a:cubicBezTo>
                    <a:pt x="600" y="496"/>
                    <a:pt x="600" y="496"/>
                    <a:pt x="600" y="496"/>
                  </a:cubicBezTo>
                  <a:cubicBezTo>
                    <a:pt x="599" y="496"/>
                    <a:pt x="598" y="496"/>
                    <a:pt x="597" y="495"/>
                  </a:cubicBezTo>
                  <a:cubicBezTo>
                    <a:pt x="487" y="385"/>
                    <a:pt x="487" y="385"/>
                    <a:pt x="487" y="385"/>
                  </a:cubicBezTo>
                  <a:cubicBezTo>
                    <a:pt x="402" y="385"/>
                    <a:pt x="402" y="385"/>
                    <a:pt x="402" y="385"/>
                  </a:cubicBezTo>
                  <a:cubicBezTo>
                    <a:pt x="401" y="385"/>
                    <a:pt x="400" y="385"/>
                    <a:pt x="399" y="384"/>
                  </a:cubicBezTo>
                  <a:cubicBezTo>
                    <a:pt x="209" y="194"/>
                    <a:pt x="209" y="194"/>
                    <a:pt x="209" y="194"/>
                  </a:cubicBezTo>
                  <a:cubicBezTo>
                    <a:pt x="190" y="194"/>
                    <a:pt x="190" y="194"/>
                    <a:pt x="190" y="194"/>
                  </a:cubicBezTo>
                  <a:cubicBezTo>
                    <a:pt x="189" y="194"/>
                    <a:pt x="188" y="193"/>
                    <a:pt x="188" y="19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92" y="187"/>
                    <a:pt x="192" y="187"/>
                    <a:pt x="192" y="187"/>
                  </a:cubicBezTo>
                  <a:cubicBezTo>
                    <a:pt x="210" y="187"/>
                    <a:pt x="210" y="187"/>
                    <a:pt x="210" y="187"/>
                  </a:cubicBezTo>
                  <a:cubicBezTo>
                    <a:pt x="211" y="187"/>
                    <a:pt x="212" y="187"/>
                    <a:pt x="213" y="188"/>
                  </a:cubicBezTo>
                  <a:cubicBezTo>
                    <a:pt x="403" y="378"/>
                    <a:pt x="403" y="378"/>
                    <a:pt x="403" y="378"/>
                  </a:cubicBezTo>
                  <a:cubicBezTo>
                    <a:pt x="488" y="378"/>
                    <a:pt x="488" y="378"/>
                    <a:pt x="488" y="378"/>
                  </a:cubicBezTo>
                  <a:cubicBezTo>
                    <a:pt x="489" y="378"/>
                    <a:pt x="490" y="378"/>
                    <a:pt x="491" y="379"/>
                  </a:cubicBezTo>
                  <a:cubicBezTo>
                    <a:pt x="601" y="489"/>
                    <a:pt x="601" y="489"/>
                    <a:pt x="601" y="489"/>
                  </a:cubicBezTo>
                  <a:cubicBezTo>
                    <a:pt x="628" y="489"/>
                    <a:pt x="628" y="489"/>
                    <a:pt x="628" y="489"/>
                  </a:cubicBezTo>
                  <a:cubicBezTo>
                    <a:pt x="629" y="489"/>
                    <a:pt x="630" y="490"/>
                    <a:pt x="631" y="490"/>
                  </a:cubicBezTo>
                  <a:cubicBezTo>
                    <a:pt x="679" y="539"/>
                    <a:pt x="679" y="539"/>
                    <a:pt x="679" y="539"/>
                  </a:cubicBezTo>
                  <a:cubicBezTo>
                    <a:pt x="687" y="539"/>
                    <a:pt x="687" y="539"/>
                    <a:pt x="687" y="539"/>
                  </a:cubicBezTo>
                  <a:lnTo>
                    <a:pt x="687" y="54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2" name="Freeform 535"/>
            <p:cNvSpPr>
              <a:spLocks/>
            </p:cNvSpPr>
            <p:nvPr/>
          </p:nvSpPr>
          <p:spPr bwMode="auto">
            <a:xfrm flipV="1">
              <a:off x="617539" y="5299074"/>
              <a:ext cx="2701925" cy="2660650"/>
            </a:xfrm>
            <a:custGeom>
              <a:avLst/>
              <a:gdLst>
                <a:gd name="T0" fmla="*/ 720 w 720"/>
                <a:gd name="T1" fmla="*/ 709 h 709"/>
                <a:gd name="T2" fmla="*/ 690 w 720"/>
                <a:gd name="T3" fmla="*/ 709 h 709"/>
                <a:gd name="T4" fmla="*/ 689 w 720"/>
                <a:gd name="T5" fmla="*/ 708 h 709"/>
                <a:gd name="T6" fmla="*/ 648 w 720"/>
                <a:gd name="T7" fmla="*/ 667 h 709"/>
                <a:gd name="T8" fmla="*/ 647 w 720"/>
                <a:gd name="T9" fmla="*/ 665 h 709"/>
                <a:gd name="T10" fmla="*/ 647 w 720"/>
                <a:gd name="T11" fmla="*/ 635 h 709"/>
                <a:gd name="T12" fmla="*/ 648 w 720"/>
                <a:gd name="T13" fmla="*/ 634 h 709"/>
                <a:gd name="T14" fmla="*/ 665 w 720"/>
                <a:gd name="T15" fmla="*/ 617 h 709"/>
                <a:gd name="T16" fmla="*/ 665 w 720"/>
                <a:gd name="T17" fmla="*/ 601 h 709"/>
                <a:gd name="T18" fmla="*/ 619 w 720"/>
                <a:gd name="T19" fmla="*/ 556 h 709"/>
                <a:gd name="T20" fmla="*/ 607 w 720"/>
                <a:gd name="T21" fmla="*/ 556 h 709"/>
                <a:gd name="T22" fmla="*/ 606 w 720"/>
                <a:gd name="T23" fmla="*/ 556 h 709"/>
                <a:gd name="T24" fmla="*/ 567 w 720"/>
                <a:gd name="T25" fmla="*/ 517 h 709"/>
                <a:gd name="T26" fmla="*/ 566 w 720"/>
                <a:gd name="T27" fmla="*/ 515 h 709"/>
                <a:gd name="T28" fmla="*/ 566 w 720"/>
                <a:gd name="T29" fmla="*/ 470 h 709"/>
                <a:gd name="T30" fmla="*/ 494 w 720"/>
                <a:gd name="T31" fmla="*/ 398 h 709"/>
                <a:gd name="T32" fmla="*/ 447 w 720"/>
                <a:gd name="T33" fmla="*/ 398 h 709"/>
                <a:gd name="T34" fmla="*/ 446 w 720"/>
                <a:gd name="T35" fmla="*/ 397 h 709"/>
                <a:gd name="T36" fmla="*/ 355 w 720"/>
                <a:gd name="T37" fmla="*/ 306 h 709"/>
                <a:gd name="T38" fmla="*/ 304 w 720"/>
                <a:gd name="T39" fmla="*/ 306 h 709"/>
                <a:gd name="T40" fmla="*/ 303 w 720"/>
                <a:gd name="T41" fmla="*/ 305 h 709"/>
                <a:gd name="T42" fmla="*/ 0 w 720"/>
                <a:gd name="T43" fmla="*/ 2 h 709"/>
                <a:gd name="T44" fmla="*/ 2 w 720"/>
                <a:gd name="T45" fmla="*/ 0 h 709"/>
                <a:gd name="T46" fmla="*/ 305 w 720"/>
                <a:gd name="T47" fmla="*/ 302 h 709"/>
                <a:gd name="T48" fmla="*/ 355 w 720"/>
                <a:gd name="T49" fmla="*/ 302 h 709"/>
                <a:gd name="T50" fmla="*/ 356 w 720"/>
                <a:gd name="T51" fmla="*/ 303 h 709"/>
                <a:gd name="T52" fmla="*/ 448 w 720"/>
                <a:gd name="T53" fmla="*/ 394 h 709"/>
                <a:gd name="T54" fmla="*/ 495 w 720"/>
                <a:gd name="T55" fmla="*/ 394 h 709"/>
                <a:gd name="T56" fmla="*/ 496 w 720"/>
                <a:gd name="T57" fmla="*/ 395 h 709"/>
                <a:gd name="T58" fmla="*/ 569 w 720"/>
                <a:gd name="T59" fmla="*/ 468 h 709"/>
                <a:gd name="T60" fmla="*/ 570 w 720"/>
                <a:gd name="T61" fmla="*/ 469 h 709"/>
                <a:gd name="T62" fmla="*/ 570 w 720"/>
                <a:gd name="T63" fmla="*/ 515 h 709"/>
                <a:gd name="T64" fmla="*/ 608 w 720"/>
                <a:gd name="T65" fmla="*/ 553 h 709"/>
                <a:gd name="T66" fmla="*/ 620 w 720"/>
                <a:gd name="T67" fmla="*/ 553 h 709"/>
                <a:gd name="T68" fmla="*/ 621 w 720"/>
                <a:gd name="T69" fmla="*/ 553 h 709"/>
                <a:gd name="T70" fmla="*/ 668 w 720"/>
                <a:gd name="T71" fmla="*/ 600 h 709"/>
                <a:gd name="T72" fmla="*/ 668 w 720"/>
                <a:gd name="T73" fmla="*/ 601 h 709"/>
                <a:gd name="T74" fmla="*/ 668 w 720"/>
                <a:gd name="T75" fmla="*/ 617 h 709"/>
                <a:gd name="T76" fmla="*/ 668 w 720"/>
                <a:gd name="T77" fmla="*/ 618 h 709"/>
                <a:gd name="T78" fmla="*/ 650 w 720"/>
                <a:gd name="T79" fmla="*/ 636 h 709"/>
                <a:gd name="T80" fmla="*/ 650 w 720"/>
                <a:gd name="T81" fmla="*/ 665 h 709"/>
                <a:gd name="T82" fmla="*/ 691 w 720"/>
                <a:gd name="T83" fmla="*/ 705 h 709"/>
                <a:gd name="T84" fmla="*/ 720 w 720"/>
                <a:gd name="T85" fmla="*/ 705 h 709"/>
                <a:gd name="T86" fmla="*/ 720 w 720"/>
                <a:gd name="T87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20" h="709">
                  <a:moveTo>
                    <a:pt x="720" y="709"/>
                  </a:moveTo>
                  <a:cubicBezTo>
                    <a:pt x="690" y="709"/>
                    <a:pt x="690" y="709"/>
                    <a:pt x="690" y="709"/>
                  </a:cubicBezTo>
                  <a:cubicBezTo>
                    <a:pt x="690" y="709"/>
                    <a:pt x="690" y="709"/>
                    <a:pt x="689" y="708"/>
                  </a:cubicBezTo>
                  <a:cubicBezTo>
                    <a:pt x="648" y="667"/>
                    <a:pt x="648" y="667"/>
                    <a:pt x="648" y="667"/>
                  </a:cubicBezTo>
                  <a:cubicBezTo>
                    <a:pt x="647" y="666"/>
                    <a:pt x="647" y="666"/>
                    <a:pt x="647" y="665"/>
                  </a:cubicBezTo>
                  <a:cubicBezTo>
                    <a:pt x="647" y="635"/>
                    <a:pt x="647" y="635"/>
                    <a:pt x="647" y="635"/>
                  </a:cubicBezTo>
                  <a:cubicBezTo>
                    <a:pt x="647" y="635"/>
                    <a:pt x="647" y="634"/>
                    <a:pt x="648" y="634"/>
                  </a:cubicBezTo>
                  <a:cubicBezTo>
                    <a:pt x="665" y="617"/>
                    <a:pt x="665" y="617"/>
                    <a:pt x="665" y="617"/>
                  </a:cubicBezTo>
                  <a:cubicBezTo>
                    <a:pt x="665" y="601"/>
                    <a:pt x="665" y="601"/>
                    <a:pt x="665" y="601"/>
                  </a:cubicBezTo>
                  <a:cubicBezTo>
                    <a:pt x="619" y="556"/>
                    <a:pt x="619" y="556"/>
                    <a:pt x="619" y="556"/>
                  </a:cubicBezTo>
                  <a:cubicBezTo>
                    <a:pt x="607" y="556"/>
                    <a:pt x="607" y="556"/>
                    <a:pt x="607" y="556"/>
                  </a:cubicBezTo>
                  <a:cubicBezTo>
                    <a:pt x="607" y="556"/>
                    <a:pt x="606" y="556"/>
                    <a:pt x="606" y="556"/>
                  </a:cubicBezTo>
                  <a:cubicBezTo>
                    <a:pt x="567" y="517"/>
                    <a:pt x="567" y="517"/>
                    <a:pt x="567" y="517"/>
                  </a:cubicBezTo>
                  <a:cubicBezTo>
                    <a:pt x="566" y="516"/>
                    <a:pt x="566" y="516"/>
                    <a:pt x="566" y="515"/>
                  </a:cubicBezTo>
                  <a:cubicBezTo>
                    <a:pt x="566" y="470"/>
                    <a:pt x="566" y="470"/>
                    <a:pt x="566" y="470"/>
                  </a:cubicBezTo>
                  <a:cubicBezTo>
                    <a:pt x="494" y="398"/>
                    <a:pt x="494" y="398"/>
                    <a:pt x="494" y="398"/>
                  </a:cubicBezTo>
                  <a:cubicBezTo>
                    <a:pt x="447" y="398"/>
                    <a:pt x="447" y="398"/>
                    <a:pt x="447" y="398"/>
                  </a:cubicBezTo>
                  <a:cubicBezTo>
                    <a:pt x="447" y="398"/>
                    <a:pt x="446" y="398"/>
                    <a:pt x="446" y="397"/>
                  </a:cubicBezTo>
                  <a:cubicBezTo>
                    <a:pt x="355" y="306"/>
                    <a:pt x="355" y="306"/>
                    <a:pt x="355" y="306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06"/>
                    <a:pt x="303" y="305"/>
                    <a:pt x="303" y="30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55" y="302"/>
                    <a:pt x="355" y="302"/>
                    <a:pt x="355" y="302"/>
                  </a:cubicBezTo>
                  <a:cubicBezTo>
                    <a:pt x="356" y="302"/>
                    <a:pt x="356" y="302"/>
                    <a:pt x="356" y="303"/>
                  </a:cubicBezTo>
                  <a:cubicBezTo>
                    <a:pt x="448" y="394"/>
                    <a:pt x="448" y="394"/>
                    <a:pt x="448" y="394"/>
                  </a:cubicBezTo>
                  <a:cubicBezTo>
                    <a:pt x="495" y="394"/>
                    <a:pt x="495" y="394"/>
                    <a:pt x="495" y="394"/>
                  </a:cubicBezTo>
                  <a:cubicBezTo>
                    <a:pt x="495" y="394"/>
                    <a:pt x="496" y="394"/>
                    <a:pt x="496" y="395"/>
                  </a:cubicBezTo>
                  <a:cubicBezTo>
                    <a:pt x="569" y="468"/>
                    <a:pt x="569" y="468"/>
                    <a:pt x="569" y="468"/>
                  </a:cubicBezTo>
                  <a:cubicBezTo>
                    <a:pt x="569" y="468"/>
                    <a:pt x="570" y="469"/>
                    <a:pt x="570" y="469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608" y="553"/>
                    <a:pt x="608" y="553"/>
                    <a:pt x="608" y="553"/>
                  </a:cubicBezTo>
                  <a:cubicBezTo>
                    <a:pt x="620" y="553"/>
                    <a:pt x="620" y="553"/>
                    <a:pt x="620" y="553"/>
                  </a:cubicBezTo>
                  <a:cubicBezTo>
                    <a:pt x="621" y="553"/>
                    <a:pt x="621" y="553"/>
                    <a:pt x="621" y="553"/>
                  </a:cubicBezTo>
                  <a:cubicBezTo>
                    <a:pt x="668" y="600"/>
                    <a:pt x="668" y="600"/>
                    <a:pt x="668" y="600"/>
                  </a:cubicBezTo>
                  <a:cubicBezTo>
                    <a:pt x="668" y="600"/>
                    <a:pt x="668" y="600"/>
                    <a:pt x="668" y="601"/>
                  </a:cubicBezTo>
                  <a:cubicBezTo>
                    <a:pt x="668" y="617"/>
                    <a:pt x="668" y="617"/>
                    <a:pt x="668" y="617"/>
                  </a:cubicBezTo>
                  <a:cubicBezTo>
                    <a:pt x="668" y="618"/>
                    <a:pt x="668" y="618"/>
                    <a:pt x="668" y="618"/>
                  </a:cubicBezTo>
                  <a:cubicBezTo>
                    <a:pt x="650" y="636"/>
                    <a:pt x="650" y="636"/>
                    <a:pt x="650" y="636"/>
                  </a:cubicBezTo>
                  <a:cubicBezTo>
                    <a:pt x="650" y="665"/>
                    <a:pt x="650" y="665"/>
                    <a:pt x="650" y="665"/>
                  </a:cubicBezTo>
                  <a:cubicBezTo>
                    <a:pt x="691" y="705"/>
                    <a:pt x="691" y="705"/>
                    <a:pt x="691" y="705"/>
                  </a:cubicBezTo>
                  <a:cubicBezTo>
                    <a:pt x="720" y="705"/>
                    <a:pt x="720" y="705"/>
                    <a:pt x="720" y="705"/>
                  </a:cubicBezTo>
                  <a:lnTo>
                    <a:pt x="720" y="7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3" name="Freeform 536"/>
            <p:cNvSpPr>
              <a:spLocks/>
            </p:cNvSpPr>
            <p:nvPr/>
          </p:nvSpPr>
          <p:spPr bwMode="auto">
            <a:xfrm flipV="1">
              <a:off x="819152" y="5851524"/>
              <a:ext cx="2293937" cy="2311400"/>
            </a:xfrm>
            <a:custGeom>
              <a:avLst/>
              <a:gdLst>
                <a:gd name="T0" fmla="*/ 609 w 611"/>
                <a:gd name="T1" fmla="*/ 616 h 616"/>
                <a:gd name="T2" fmla="*/ 585 w 611"/>
                <a:gd name="T3" fmla="*/ 592 h 616"/>
                <a:gd name="T4" fmla="*/ 561 w 611"/>
                <a:gd name="T5" fmla="*/ 592 h 616"/>
                <a:gd name="T6" fmla="*/ 560 w 611"/>
                <a:gd name="T7" fmla="*/ 591 h 616"/>
                <a:gd name="T8" fmla="*/ 538 w 611"/>
                <a:gd name="T9" fmla="*/ 570 h 616"/>
                <a:gd name="T10" fmla="*/ 538 w 611"/>
                <a:gd name="T11" fmla="*/ 569 h 616"/>
                <a:gd name="T12" fmla="*/ 538 w 611"/>
                <a:gd name="T13" fmla="*/ 513 h 616"/>
                <a:gd name="T14" fmla="*/ 439 w 611"/>
                <a:gd name="T15" fmla="*/ 413 h 616"/>
                <a:gd name="T16" fmla="*/ 396 w 611"/>
                <a:gd name="T17" fmla="*/ 413 h 616"/>
                <a:gd name="T18" fmla="*/ 395 w 611"/>
                <a:gd name="T19" fmla="*/ 413 h 616"/>
                <a:gd name="T20" fmla="*/ 322 w 611"/>
                <a:gd name="T21" fmla="*/ 339 h 616"/>
                <a:gd name="T22" fmla="*/ 321 w 611"/>
                <a:gd name="T23" fmla="*/ 338 h 616"/>
                <a:gd name="T24" fmla="*/ 321 w 611"/>
                <a:gd name="T25" fmla="*/ 281 h 616"/>
                <a:gd name="T26" fmla="*/ 254 w 611"/>
                <a:gd name="T27" fmla="*/ 214 h 616"/>
                <a:gd name="T28" fmla="*/ 212 w 611"/>
                <a:gd name="T29" fmla="*/ 214 h 616"/>
                <a:gd name="T30" fmla="*/ 211 w 611"/>
                <a:gd name="T31" fmla="*/ 214 h 616"/>
                <a:gd name="T32" fmla="*/ 0 w 611"/>
                <a:gd name="T33" fmla="*/ 2 h 616"/>
                <a:gd name="T34" fmla="*/ 2 w 611"/>
                <a:gd name="T35" fmla="*/ 0 h 616"/>
                <a:gd name="T36" fmla="*/ 213 w 611"/>
                <a:gd name="T37" fmla="*/ 211 h 616"/>
                <a:gd name="T38" fmla="*/ 255 w 611"/>
                <a:gd name="T39" fmla="*/ 211 h 616"/>
                <a:gd name="T40" fmla="*/ 256 w 611"/>
                <a:gd name="T41" fmla="*/ 211 h 616"/>
                <a:gd name="T42" fmla="*/ 324 w 611"/>
                <a:gd name="T43" fmla="*/ 279 h 616"/>
                <a:gd name="T44" fmla="*/ 325 w 611"/>
                <a:gd name="T45" fmla="*/ 280 h 616"/>
                <a:gd name="T46" fmla="*/ 325 w 611"/>
                <a:gd name="T47" fmla="*/ 337 h 616"/>
                <a:gd name="T48" fmla="*/ 397 w 611"/>
                <a:gd name="T49" fmla="*/ 410 h 616"/>
                <a:gd name="T50" fmla="*/ 439 w 611"/>
                <a:gd name="T51" fmla="*/ 410 h 616"/>
                <a:gd name="T52" fmla="*/ 441 w 611"/>
                <a:gd name="T53" fmla="*/ 410 h 616"/>
                <a:gd name="T54" fmla="*/ 541 w 611"/>
                <a:gd name="T55" fmla="*/ 511 h 616"/>
                <a:gd name="T56" fmla="*/ 541 w 611"/>
                <a:gd name="T57" fmla="*/ 512 h 616"/>
                <a:gd name="T58" fmla="*/ 541 w 611"/>
                <a:gd name="T59" fmla="*/ 568 h 616"/>
                <a:gd name="T60" fmla="*/ 562 w 611"/>
                <a:gd name="T61" fmla="*/ 588 h 616"/>
                <a:gd name="T62" fmla="*/ 586 w 611"/>
                <a:gd name="T63" fmla="*/ 588 h 616"/>
                <a:gd name="T64" fmla="*/ 587 w 611"/>
                <a:gd name="T65" fmla="*/ 589 h 616"/>
                <a:gd name="T66" fmla="*/ 611 w 611"/>
                <a:gd name="T67" fmla="*/ 613 h 616"/>
                <a:gd name="T68" fmla="*/ 609 w 611"/>
                <a:gd name="T69" fmla="*/ 61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1" h="616">
                  <a:moveTo>
                    <a:pt x="609" y="616"/>
                  </a:moveTo>
                  <a:cubicBezTo>
                    <a:pt x="585" y="592"/>
                    <a:pt x="585" y="592"/>
                    <a:pt x="585" y="592"/>
                  </a:cubicBezTo>
                  <a:cubicBezTo>
                    <a:pt x="561" y="592"/>
                    <a:pt x="561" y="592"/>
                    <a:pt x="561" y="592"/>
                  </a:cubicBezTo>
                  <a:cubicBezTo>
                    <a:pt x="561" y="592"/>
                    <a:pt x="560" y="592"/>
                    <a:pt x="560" y="591"/>
                  </a:cubicBezTo>
                  <a:cubicBezTo>
                    <a:pt x="538" y="570"/>
                    <a:pt x="538" y="570"/>
                    <a:pt x="538" y="570"/>
                  </a:cubicBezTo>
                  <a:cubicBezTo>
                    <a:pt x="538" y="570"/>
                    <a:pt x="538" y="569"/>
                    <a:pt x="538" y="569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39" y="413"/>
                    <a:pt x="439" y="413"/>
                    <a:pt x="439" y="413"/>
                  </a:cubicBezTo>
                  <a:cubicBezTo>
                    <a:pt x="396" y="413"/>
                    <a:pt x="396" y="413"/>
                    <a:pt x="396" y="413"/>
                  </a:cubicBezTo>
                  <a:cubicBezTo>
                    <a:pt x="396" y="413"/>
                    <a:pt x="395" y="413"/>
                    <a:pt x="395" y="413"/>
                  </a:cubicBezTo>
                  <a:cubicBezTo>
                    <a:pt x="322" y="339"/>
                    <a:pt x="322" y="339"/>
                    <a:pt x="322" y="339"/>
                  </a:cubicBezTo>
                  <a:cubicBezTo>
                    <a:pt x="321" y="339"/>
                    <a:pt x="321" y="338"/>
                    <a:pt x="321" y="338"/>
                  </a:cubicBezTo>
                  <a:cubicBezTo>
                    <a:pt x="321" y="281"/>
                    <a:pt x="321" y="281"/>
                    <a:pt x="321" y="281"/>
                  </a:cubicBezTo>
                  <a:cubicBezTo>
                    <a:pt x="254" y="214"/>
                    <a:pt x="254" y="214"/>
                    <a:pt x="254" y="214"/>
                  </a:cubicBezTo>
                  <a:cubicBezTo>
                    <a:pt x="212" y="214"/>
                    <a:pt x="212" y="214"/>
                    <a:pt x="212" y="214"/>
                  </a:cubicBezTo>
                  <a:cubicBezTo>
                    <a:pt x="212" y="214"/>
                    <a:pt x="211" y="214"/>
                    <a:pt x="211" y="2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55" y="211"/>
                    <a:pt x="255" y="211"/>
                    <a:pt x="255" y="211"/>
                  </a:cubicBezTo>
                  <a:cubicBezTo>
                    <a:pt x="256" y="211"/>
                    <a:pt x="256" y="211"/>
                    <a:pt x="256" y="211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79"/>
                    <a:pt x="325" y="280"/>
                    <a:pt x="325" y="280"/>
                  </a:cubicBezTo>
                  <a:cubicBezTo>
                    <a:pt x="325" y="337"/>
                    <a:pt x="325" y="337"/>
                    <a:pt x="325" y="337"/>
                  </a:cubicBezTo>
                  <a:cubicBezTo>
                    <a:pt x="397" y="410"/>
                    <a:pt x="397" y="410"/>
                    <a:pt x="397" y="410"/>
                  </a:cubicBezTo>
                  <a:cubicBezTo>
                    <a:pt x="439" y="410"/>
                    <a:pt x="439" y="410"/>
                    <a:pt x="439" y="410"/>
                  </a:cubicBezTo>
                  <a:cubicBezTo>
                    <a:pt x="440" y="410"/>
                    <a:pt x="440" y="410"/>
                    <a:pt x="441" y="410"/>
                  </a:cubicBezTo>
                  <a:cubicBezTo>
                    <a:pt x="541" y="511"/>
                    <a:pt x="541" y="511"/>
                    <a:pt x="541" y="511"/>
                  </a:cubicBezTo>
                  <a:cubicBezTo>
                    <a:pt x="541" y="511"/>
                    <a:pt x="541" y="511"/>
                    <a:pt x="541" y="512"/>
                  </a:cubicBezTo>
                  <a:cubicBezTo>
                    <a:pt x="541" y="568"/>
                    <a:pt x="541" y="568"/>
                    <a:pt x="541" y="568"/>
                  </a:cubicBezTo>
                  <a:cubicBezTo>
                    <a:pt x="562" y="588"/>
                    <a:pt x="562" y="588"/>
                    <a:pt x="562" y="588"/>
                  </a:cubicBezTo>
                  <a:cubicBezTo>
                    <a:pt x="586" y="588"/>
                    <a:pt x="586" y="588"/>
                    <a:pt x="586" y="588"/>
                  </a:cubicBezTo>
                  <a:cubicBezTo>
                    <a:pt x="586" y="588"/>
                    <a:pt x="587" y="589"/>
                    <a:pt x="587" y="589"/>
                  </a:cubicBezTo>
                  <a:cubicBezTo>
                    <a:pt x="611" y="613"/>
                    <a:pt x="611" y="613"/>
                    <a:pt x="611" y="613"/>
                  </a:cubicBezTo>
                  <a:lnTo>
                    <a:pt x="609" y="61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4" name="Freeform 537"/>
            <p:cNvSpPr>
              <a:spLocks/>
            </p:cNvSpPr>
            <p:nvPr/>
          </p:nvSpPr>
          <p:spPr bwMode="auto">
            <a:xfrm flipV="1">
              <a:off x="895352" y="5483223"/>
              <a:ext cx="2573337" cy="2754313"/>
            </a:xfrm>
            <a:custGeom>
              <a:avLst/>
              <a:gdLst>
                <a:gd name="T0" fmla="*/ 621 w 686"/>
                <a:gd name="T1" fmla="*/ 734 h 734"/>
                <a:gd name="T2" fmla="*/ 621 w 686"/>
                <a:gd name="T3" fmla="*/ 731 h 734"/>
                <a:gd name="T4" fmla="*/ 663 w 686"/>
                <a:gd name="T5" fmla="*/ 731 h 734"/>
                <a:gd name="T6" fmla="*/ 682 w 686"/>
                <a:gd name="T7" fmla="*/ 712 h 734"/>
                <a:gd name="T8" fmla="*/ 682 w 686"/>
                <a:gd name="T9" fmla="*/ 685 h 734"/>
                <a:gd name="T10" fmla="*/ 593 w 686"/>
                <a:gd name="T11" fmla="*/ 596 h 734"/>
                <a:gd name="T12" fmla="*/ 592 w 686"/>
                <a:gd name="T13" fmla="*/ 595 h 734"/>
                <a:gd name="T14" fmla="*/ 592 w 686"/>
                <a:gd name="T15" fmla="*/ 567 h 734"/>
                <a:gd name="T16" fmla="*/ 430 w 686"/>
                <a:gd name="T17" fmla="*/ 404 h 734"/>
                <a:gd name="T18" fmla="*/ 375 w 686"/>
                <a:gd name="T19" fmla="*/ 404 h 734"/>
                <a:gd name="T20" fmla="*/ 374 w 686"/>
                <a:gd name="T21" fmla="*/ 404 h 734"/>
                <a:gd name="T22" fmla="*/ 334 w 686"/>
                <a:gd name="T23" fmla="*/ 364 h 734"/>
                <a:gd name="T24" fmla="*/ 334 w 686"/>
                <a:gd name="T25" fmla="*/ 363 h 734"/>
                <a:gd name="T26" fmla="*/ 334 w 686"/>
                <a:gd name="T27" fmla="*/ 308 h 734"/>
                <a:gd name="T28" fmla="*/ 219 w 686"/>
                <a:gd name="T29" fmla="*/ 194 h 734"/>
                <a:gd name="T30" fmla="*/ 193 w 686"/>
                <a:gd name="T31" fmla="*/ 194 h 734"/>
                <a:gd name="T32" fmla="*/ 191 w 686"/>
                <a:gd name="T33" fmla="*/ 193 h 734"/>
                <a:gd name="T34" fmla="*/ 0 w 686"/>
                <a:gd name="T35" fmla="*/ 2 h 734"/>
                <a:gd name="T36" fmla="*/ 2 w 686"/>
                <a:gd name="T37" fmla="*/ 0 h 734"/>
                <a:gd name="T38" fmla="*/ 193 w 686"/>
                <a:gd name="T39" fmla="*/ 190 h 734"/>
                <a:gd name="T40" fmla="*/ 220 w 686"/>
                <a:gd name="T41" fmla="*/ 190 h 734"/>
                <a:gd name="T42" fmla="*/ 221 w 686"/>
                <a:gd name="T43" fmla="*/ 191 h 734"/>
                <a:gd name="T44" fmla="*/ 337 w 686"/>
                <a:gd name="T45" fmla="*/ 306 h 734"/>
                <a:gd name="T46" fmla="*/ 337 w 686"/>
                <a:gd name="T47" fmla="*/ 307 h 734"/>
                <a:gd name="T48" fmla="*/ 337 w 686"/>
                <a:gd name="T49" fmla="*/ 362 h 734"/>
                <a:gd name="T50" fmla="*/ 376 w 686"/>
                <a:gd name="T51" fmla="*/ 401 h 734"/>
                <a:gd name="T52" fmla="*/ 430 w 686"/>
                <a:gd name="T53" fmla="*/ 401 h 734"/>
                <a:gd name="T54" fmla="*/ 432 w 686"/>
                <a:gd name="T55" fmla="*/ 401 h 734"/>
                <a:gd name="T56" fmla="*/ 595 w 686"/>
                <a:gd name="T57" fmla="*/ 565 h 734"/>
                <a:gd name="T58" fmla="*/ 596 w 686"/>
                <a:gd name="T59" fmla="*/ 566 h 734"/>
                <a:gd name="T60" fmla="*/ 596 w 686"/>
                <a:gd name="T61" fmla="*/ 594 h 734"/>
                <a:gd name="T62" fmla="*/ 685 w 686"/>
                <a:gd name="T63" fmla="*/ 684 h 734"/>
                <a:gd name="T64" fmla="*/ 686 w 686"/>
                <a:gd name="T65" fmla="*/ 685 h 734"/>
                <a:gd name="T66" fmla="*/ 686 w 686"/>
                <a:gd name="T67" fmla="*/ 712 h 734"/>
                <a:gd name="T68" fmla="*/ 685 w 686"/>
                <a:gd name="T69" fmla="*/ 714 h 734"/>
                <a:gd name="T70" fmla="*/ 665 w 686"/>
                <a:gd name="T71" fmla="*/ 734 h 734"/>
                <a:gd name="T72" fmla="*/ 664 w 686"/>
                <a:gd name="T73" fmla="*/ 734 h 734"/>
                <a:gd name="T74" fmla="*/ 621 w 686"/>
                <a:gd name="T75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6" h="734">
                  <a:moveTo>
                    <a:pt x="621" y="734"/>
                  </a:moveTo>
                  <a:cubicBezTo>
                    <a:pt x="621" y="731"/>
                    <a:pt x="621" y="731"/>
                    <a:pt x="621" y="731"/>
                  </a:cubicBezTo>
                  <a:cubicBezTo>
                    <a:pt x="663" y="731"/>
                    <a:pt x="663" y="731"/>
                    <a:pt x="663" y="731"/>
                  </a:cubicBezTo>
                  <a:cubicBezTo>
                    <a:pt x="682" y="712"/>
                    <a:pt x="682" y="712"/>
                    <a:pt x="682" y="712"/>
                  </a:cubicBezTo>
                  <a:cubicBezTo>
                    <a:pt x="682" y="685"/>
                    <a:pt x="682" y="685"/>
                    <a:pt x="682" y="685"/>
                  </a:cubicBezTo>
                  <a:cubicBezTo>
                    <a:pt x="593" y="596"/>
                    <a:pt x="593" y="596"/>
                    <a:pt x="593" y="596"/>
                  </a:cubicBezTo>
                  <a:cubicBezTo>
                    <a:pt x="592" y="596"/>
                    <a:pt x="592" y="595"/>
                    <a:pt x="592" y="595"/>
                  </a:cubicBezTo>
                  <a:cubicBezTo>
                    <a:pt x="592" y="567"/>
                    <a:pt x="592" y="567"/>
                    <a:pt x="592" y="567"/>
                  </a:cubicBezTo>
                  <a:cubicBezTo>
                    <a:pt x="430" y="404"/>
                    <a:pt x="430" y="404"/>
                    <a:pt x="430" y="404"/>
                  </a:cubicBezTo>
                  <a:cubicBezTo>
                    <a:pt x="375" y="404"/>
                    <a:pt x="375" y="404"/>
                    <a:pt x="375" y="404"/>
                  </a:cubicBezTo>
                  <a:cubicBezTo>
                    <a:pt x="374" y="404"/>
                    <a:pt x="374" y="404"/>
                    <a:pt x="374" y="404"/>
                  </a:cubicBezTo>
                  <a:cubicBezTo>
                    <a:pt x="334" y="364"/>
                    <a:pt x="334" y="364"/>
                    <a:pt x="334" y="364"/>
                  </a:cubicBezTo>
                  <a:cubicBezTo>
                    <a:pt x="334" y="364"/>
                    <a:pt x="334" y="363"/>
                    <a:pt x="334" y="363"/>
                  </a:cubicBezTo>
                  <a:cubicBezTo>
                    <a:pt x="334" y="308"/>
                    <a:pt x="334" y="308"/>
                    <a:pt x="334" y="308"/>
                  </a:cubicBezTo>
                  <a:cubicBezTo>
                    <a:pt x="219" y="194"/>
                    <a:pt x="219" y="194"/>
                    <a:pt x="219" y="194"/>
                  </a:cubicBezTo>
                  <a:cubicBezTo>
                    <a:pt x="193" y="194"/>
                    <a:pt x="193" y="194"/>
                    <a:pt x="193" y="194"/>
                  </a:cubicBezTo>
                  <a:cubicBezTo>
                    <a:pt x="192" y="194"/>
                    <a:pt x="192" y="194"/>
                    <a:pt x="191" y="19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3" y="190"/>
                    <a:pt x="193" y="190"/>
                    <a:pt x="193" y="190"/>
                  </a:cubicBezTo>
                  <a:cubicBezTo>
                    <a:pt x="220" y="190"/>
                    <a:pt x="220" y="190"/>
                    <a:pt x="220" y="190"/>
                  </a:cubicBezTo>
                  <a:cubicBezTo>
                    <a:pt x="221" y="190"/>
                    <a:pt x="221" y="191"/>
                    <a:pt x="221" y="191"/>
                  </a:cubicBezTo>
                  <a:cubicBezTo>
                    <a:pt x="337" y="306"/>
                    <a:pt x="337" y="306"/>
                    <a:pt x="337" y="306"/>
                  </a:cubicBezTo>
                  <a:cubicBezTo>
                    <a:pt x="337" y="306"/>
                    <a:pt x="337" y="307"/>
                    <a:pt x="337" y="307"/>
                  </a:cubicBezTo>
                  <a:cubicBezTo>
                    <a:pt x="337" y="362"/>
                    <a:pt x="337" y="362"/>
                    <a:pt x="337" y="362"/>
                  </a:cubicBezTo>
                  <a:cubicBezTo>
                    <a:pt x="376" y="401"/>
                    <a:pt x="376" y="401"/>
                    <a:pt x="376" y="401"/>
                  </a:cubicBezTo>
                  <a:cubicBezTo>
                    <a:pt x="430" y="401"/>
                    <a:pt x="430" y="401"/>
                    <a:pt x="430" y="401"/>
                  </a:cubicBezTo>
                  <a:cubicBezTo>
                    <a:pt x="431" y="401"/>
                    <a:pt x="431" y="401"/>
                    <a:pt x="432" y="401"/>
                  </a:cubicBezTo>
                  <a:cubicBezTo>
                    <a:pt x="595" y="565"/>
                    <a:pt x="595" y="565"/>
                    <a:pt x="595" y="565"/>
                  </a:cubicBezTo>
                  <a:cubicBezTo>
                    <a:pt x="595" y="565"/>
                    <a:pt x="596" y="566"/>
                    <a:pt x="596" y="566"/>
                  </a:cubicBezTo>
                  <a:cubicBezTo>
                    <a:pt x="596" y="594"/>
                    <a:pt x="596" y="594"/>
                    <a:pt x="596" y="594"/>
                  </a:cubicBezTo>
                  <a:cubicBezTo>
                    <a:pt x="685" y="684"/>
                    <a:pt x="685" y="684"/>
                    <a:pt x="685" y="684"/>
                  </a:cubicBezTo>
                  <a:cubicBezTo>
                    <a:pt x="685" y="684"/>
                    <a:pt x="686" y="684"/>
                    <a:pt x="686" y="685"/>
                  </a:cubicBezTo>
                  <a:cubicBezTo>
                    <a:pt x="686" y="712"/>
                    <a:pt x="686" y="712"/>
                    <a:pt x="686" y="712"/>
                  </a:cubicBezTo>
                  <a:cubicBezTo>
                    <a:pt x="686" y="713"/>
                    <a:pt x="685" y="713"/>
                    <a:pt x="685" y="714"/>
                  </a:cubicBezTo>
                  <a:cubicBezTo>
                    <a:pt x="665" y="734"/>
                    <a:pt x="665" y="734"/>
                    <a:pt x="665" y="734"/>
                  </a:cubicBezTo>
                  <a:cubicBezTo>
                    <a:pt x="664" y="734"/>
                    <a:pt x="664" y="734"/>
                    <a:pt x="664" y="734"/>
                  </a:cubicBezTo>
                  <a:lnTo>
                    <a:pt x="621" y="73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5" name="Freeform 538"/>
            <p:cNvSpPr>
              <a:spLocks/>
            </p:cNvSpPr>
            <p:nvPr/>
          </p:nvSpPr>
          <p:spPr bwMode="auto">
            <a:xfrm flipV="1">
              <a:off x="996952" y="6038848"/>
              <a:ext cx="2303462" cy="2303463"/>
            </a:xfrm>
            <a:custGeom>
              <a:avLst/>
              <a:gdLst>
                <a:gd name="T0" fmla="*/ 1446 w 1451"/>
                <a:gd name="T1" fmla="*/ 1451 h 1451"/>
                <a:gd name="T2" fmla="*/ 0 w 1451"/>
                <a:gd name="T3" fmla="*/ 7 h 1451"/>
                <a:gd name="T4" fmla="*/ 7 w 1451"/>
                <a:gd name="T5" fmla="*/ 0 h 1451"/>
                <a:gd name="T6" fmla="*/ 1451 w 1451"/>
                <a:gd name="T7" fmla="*/ 1446 h 1451"/>
                <a:gd name="T8" fmla="*/ 1446 w 1451"/>
                <a:gd name="T9" fmla="*/ 1451 h 1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1" h="1451">
                  <a:moveTo>
                    <a:pt x="1446" y="1451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451" y="1446"/>
                  </a:lnTo>
                  <a:lnTo>
                    <a:pt x="1446" y="14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6" name="Freeform 539"/>
            <p:cNvSpPr>
              <a:spLocks/>
            </p:cNvSpPr>
            <p:nvPr/>
          </p:nvSpPr>
          <p:spPr bwMode="auto">
            <a:xfrm flipV="1">
              <a:off x="1096964" y="5513386"/>
              <a:ext cx="2544762" cy="2927350"/>
            </a:xfrm>
            <a:custGeom>
              <a:avLst/>
              <a:gdLst>
                <a:gd name="T0" fmla="*/ 659 w 678"/>
                <a:gd name="T1" fmla="*/ 780 h 780"/>
                <a:gd name="T2" fmla="*/ 656 w 678"/>
                <a:gd name="T3" fmla="*/ 777 h 780"/>
                <a:gd name="T4" fmla="*/ 664 w 678"/>
                <a:gd name="T5" fmla="*/ 770 h 780"/>
                <a:gd name="T6" fmla="*/ 664 w 678"/>
                <a:gd name="T7" fmla="*/ 716 h 780"/>
                <a:gd name="T8" fmla="*/ 664 w 678"/>
                <a:gd name="T9" fmla="*/ 714 h 780"/>
                <a:gd name="T10" fmla="*/ 674 w 678"/>
                <a:gd name="T11" fmla="*/ 704 h 780"/>
                <a:gd name="T12" fmla="*/ 674 w 678"/>
                <a:gd name="T13" fmla="*/ 687 h 780"/>
                <a:gd name="T14" fmla="*/ 265 w 678"/>
                <a:gd name="T15" fmla="*/ 277 h 780"/>
                <a:gd name="T16" fmla="*/ 264 w 678"/>
                <a:gd name="T17" fmla="*/ 276 h 780"/>
                <a:gd name="T18" fmla="*/ 264 w 678"/>
                <a:gd name="T19" fmla="*/ 267 h 780"/>
                <a:gd name="T20" fmla="*/ 0 w 678"/>
                <a:gd name="T21" fmla="*/ 2 h 780"/>
                <a:gd name="T22" fmla="*/ 2 w 678"/>
                <a:gd name="T23" fmla="*/ 0 h 780"/>
                <a:gd name="T24" fmla="*/ 267 w 678"/>
                <a:gd name="T25" fmla="*/ 265 h 780"/>
                <a:gd name="T26" fmla="*/ 268 w 678"/>
                <a:gd name="T27" fmla="*/ 266 h 780"/>
                <a:gd name="T28" fmla="*/ 268 w 678"/>
                <a:gd name="T29" fmla="*/ 275 h 780"/>
                <a:gd name="T30" fmla="*/ 677 w 678"/>
                <a:gd name="T31" fmla="*/ 685 h 780"/>
                <a:gd name="T32" fmla="*/ 678 w 678"/>
                <a:gd name="T33" fmla="*/ 686 h 780"/>
                <a:gd name="T34" fmla="*/ 678 w 678"/>
                <a:gd name="T35" fmla="*/ 705 h 780"/>
                <a:gd name="T36" fmla="*/ 677 w 678"/>
                <a:gd name="T37" fmla="*/ 706 h 780"/>
                <a:gd name="T38" fmla="*/ 667 w 678"/>
                <a:gd name="T39" fmla="*/ 716 h 780"/>
                <a:gd name="T40" fmla="*/ 667 w 678"/>
                <a:gd name="T41" fmla="*/ 771 h 780"/>
                <a:gd name="T42" fmla="*/ 667 w 678"/>
                <a:gd name="T43" fmla="*/ 772 h 780"/>
                <a:gd name="T44" fmla="*/ 659 w 678"/>
                <a:gd name="T45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8" h="780">
                  <a:moveTo>
                    <a:pt x="659" y="780"/>
                  </a:moveTo>
                  <a:cubicBezTo>
                    <a:pt x="656" y="777"/>
                    <a:pt x="656" y="777"/>
                    <a:pt x="656" y="777"/>
                  </a:cubicBezTo>
                  <a:cubicBezTo>
                    <a:pt x="664" y="770"/>
                    <a:pt x="664" y="770"/>
                    <a:pt x="664" y="770"/>
                  </a:cubicBezTo>
                  <a:cubicBezTo>
                    <a:pt x="664" y="716"/>
                    <a:pt x="664" y="716"/>
                    <a:pt x="664" y="716"/>
                  </a:cubicBezTo>
                  <a:cubicBezTo>
                    <a:pt x="664" y="715"/>
                    <a:pt x="664" y="715"/>
                    <a:pt x="664" y="714"/>
                  </a:cubicBezTo>
                  <a:cubicBezTo>
                    <a:pt x="674" y="704"/>
                    <a:pt x="674" y="704"/>
                    <a:pt x="674" y="704"/>
                  </a:cubicBezTo>
                  <a:cubicBezTo>
                    <a:pt x="674" y="687"/>
                    <a:pt x="674" y="687"/>
                    <a:pt x="674" y="687"/>
                  </a:cubicBezTo>
                  <a:cubicBezTo>
                    <a:pt x="265" y="277"/>
                    <a:pt x="265" y="277"/>
                    <a:pt x="265" y="277"/>
                  </a:cubicBezTo>
                  <a:cubicBezTo>
                    <a:pt x="264" y="277"/>
                    <a:pt x="264" y="276"/>
                    <a:pt x="264" y="276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67" y="265"/>
                    <a:pt x="267" y="265"/>
                    <a:pt x="267" y="265"/>
                  </a:cubicBezTo>
                  <a:cubicBezTo>
                    <a:pt x="267" y="265"/>
                    <a:pt x="268" y="266"/>
                    <a:pt x="268" y="266"/>
                  </a:cubicBezTo>
                  <a:cubicBezTo>
                    <a:pt x="268" y="275"/>
                    <a:pt x="268" y="275"/>
                    <a:pt x="268" y="275"/>
                  </a:cubicBezTo>
                  <a:cubicBezTo>
                    <a:pt x="677" y="685"/>
                    <a:pt x="677" y="685"/>
                    <a:pt x="677" y="685"/>
                  </a:cubicBezTo>
                  <a:cubicBezTo>
                    <a:pt x="678" y="685"/>
                    <a:pt x="678" y="686"/>
                    <a:pt x="678" y="686"/>
                  </a:cubicBezTo>
                  <a:cubicBezTo>
                    <a:pt x="678" y="705"/>
                    <a:pt x="678" y="705"/>
                    <a:pt x="678" y="705"/>
                  </a:cubicBezTo>
                  <a:cubicBezTo>
                    <a:pt x="678" y="705"/>
                    <a:pt x="678" y="706"/>
                    <a:pt x="677" y="706"/>
                  </a:cubicBezTo>
                  <a:cubicBezTo>
                    <a:pt x="667" y="716"/>
                    <a:pt x="667" y="716"/>
                    <a:pt x="667" y="716"/>
                  </a:cubicBezTo>
                  <a:cubicBezTo>
                    <a:pt x="667" y="771"/>
                    <a:pt x="667" y="771"/>
                    <a:pt x="667" y="771"/>
                  </a:cubicBezTo>
                  <a:cubicBezTo>
                    <a:pt x="667" y="771"/>
                    <a:pt x="667" y="771"/>
                    <a:pt x="667" y="772"/>
                  </a:cubicBezTo>
                  <a:lnTo>
                    <a:pt x="659" y="78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7" name="Freeform 540"/>
            <p:cNvSpPr>
              <a:spLocks/>
            </p:cNvSpPr>
            <p:nvPr/>
          </p:nvSpPr>
          <p:spPr bwMode="auto">
            <a:xfrm flipV="1">
              <a:off x="1173164" y="5711824"/>
              <a:ext cx="2551112" cy="2803525"/>
            </a:xfrm>
            <a:custGeom>
              <a:avLst/>
              <a:gdLst>
                <a:gd name="T0" fmla="*/ 680 w 680"/>
                <a:gd name="T1" fmla="*/ 747 h 747"/>
                <a:gd name="T2" fmla="*/ 676 w 680"/>
                <a:gd name="T3" fmla="*/ 747 h 747"/>
                <a:gd name="T4" fmla="*/ 676 w 680"/>
                <a:gd name="T5" fmla="*/ 705 h 747"/>
                <a:gd name="T6" fmla="*/ 275 w 680"/>
                <a:gd name="T7" fmla="*/ 304 h 747"/>
                <a:gd name="T8" fmla="*/ 275 w 680"/>
                <a:gd name="T9" fmla="*/ 303 h 747"/>
                <a:gd name="T10" fmla="*/ 275 w 680"/>
                <a:gd name="T11" fmla="*/ 277 h 747"/>
                <a:gd name="T12" fmla="*/ 0 w 680"/>
                <a:gd name="T13" fmla="*/ 2 h 747"/>
                <a:gd name="T14" fmla="*/ 2 w 680"/>
                <a:gd name="T15" fmla="*/ 0 h 747"/>
                <a:gd name="T16" fmla="*/ 278 w 680"/>
                <a:gd name="T17" fmla="*/ 275 h 747"/>
                <a:gd name="T18" fmla="*/ 278 w 680"/>
                <a:gd name="T19" fmla="*/ 276 h 747"/>
                <a:gd name="T20" fmla="*/ 278 w 680"/>
                <a:gd name="T21" fmla="*/ 302 h 747"/>
                <a:gd name="T22" fmla="*/ 679 w 680"/>
                <a:gd name="T23" fmla="*/ 703 h 747"/>
                <a:gd name="T24" fmla="*/ 680 w 680"/>
                <a:gd name="T25" fmla="*/ 704 h 747"/>
                <a:gd name="T26" fmla="*/ 680 w 680"/>
                <a:gd name="T27" fmla="*/ 74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0" h="747">
                  <a:moveTo>
                    <a:pt x="680" y="747"/>
                  </a:moveTo>
                  <a:cubicBezTo>
                    <a:pt x="676" y="747"/>
                    <a:pt x="676" y="747"/>
                    <a:pt x="676" y="747"/>
                  </a:cubicBezTo>
                  <a:cubicBezTo>
                    <a:pt x="676" y="705"/>
                    <a:pt x="676" y="705"/>
                    <a:pt x="676" y="705"/>
                  </a:cubicBezTo>
                  <a:cubicBezTo>
                    <a:pt x="275" y="304"/>
                    <a:pt x="275" y="304"/>
                    <a:pt x="275" y="304"/>
                  </a:cubicBezTo>
                  <a:cubicBezTo>
                    <a:pt x="275" y="304"/>
                    <a:pt x="275" y="303"/>
                    <a:pt x="275" y="303"/>
                  </a:cubicBezTo>
                  <a:cubicBezTo>
                    <a:pt x="275" y="277"/>
                    <a:pt x="275" y="277"/>
                    <a:pt x="275" y="27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78" y="275"/>
                    <a:pt x="278" y="275"/>
                    <a:pt x="278" y="275"/>
                  </a:cubicBezTo>
                  <a:cubicBezTo>
                    <a:pt x="278" y="275"/>
                    <a:pt x="278" y="276"/>
                    <a:pt x="278" y="276"/>
                  </a:cubicBezTo>
                  <a:cubicBezTo>
                    <a:pt x="278" y="302"/>
                    <a:pt x="278" y="302"/>
                    <a:pt x="278" y="302"/>
                  </a:cubicBezTo>
                  <a:cubicBezTo>
                    <a:pt x="679" y="703"/>
                    <a:pt x="679" y="703"/>
                    <a:pt x="679" y="703"/>
                  </a:cubicBezTo>
                  <a:cubicBezTo>
                    <a:pt x="680" y="703"/>
                    <a:pt x="680" y="704"/>
                    <a:pt x="680" y="704"/>
                  </a:cubicBezTo>
                  <a:lnTo>
                    <a:pt x="680" y="7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8" name="Freeform 541"/>
            <p:cNvSpPr>
              <a:spLocks/>
            </p:cNvSpPr>
            <p:nvPr/>
          </p:nvSpPr>
          <p:spPr bwMode="auto">
            <a:xfrm flipV="1">
              <a:off x="1250952" y="5876923"/>
              <a:ext cx="2616200" cy="2728913"/>
            </a:xfrm>
            <a:custGeom>
              <a:avLst/>
              <a:gdLst>
                <a:gd name="T0" fmla="*/ 693 w 697"/>
                <a:gd name="T1" fmla="*/ 727 h 727"/>
                <a:gd name="T2" fmla="*/ 675 w 697"/>
                <a:gd name="T3" fmla="*/ 710 h 727"/>
                <a:gd name="T4" fmla="*/ 657 w 697"/>
                <a:gd name="T5" fmla="*/ 710 h 727"/>
                <a:gd name="T6" fmla="*/ 654 w 697"/>
                <a:gd name="T7" fmla="*/ 709 h 727"/>
                <a:gd name="T8" fmla="*/ 300 w 697"/>
                <a:gd name="T9" fmla="*/ 355 h 727"/>
                <a:gd name="T10" fmla="*/ 299 w 697"/>
                <a:gd name="T11" fmla="*/ 353 h 727"/>
                <a:gd name="T12" fmla="*/ 299 w 697"/>
                <a:gd name="T13" fmla="*/ 304 h 727"/>
                <a:gd name="T14" fmla="*/ 0 w 697"/>
                <a:gd name="T15" fmla="*/ 5 h 727"/>
                <a:gd name="T16" fmla="*/ 5 w 697"/>
                <a:gd name="T17" fmla="*/ 0 h 727"/>
                <a:gd name="T18" fmla="*/ 305 w 697"/>
                <a:gd name="T19" fmla="*/ 300 h 727"/>
                <a:gd name="T20" fmla="*/ 306 w 697"/>
                <a:gd name="T21" fmla="*/ 303 h 727"/>
                <a:gd name="T22" fmla="*/ 306 w 697"/>
                <a:gd name="T23" fmla="*/ 351 h 727"/>
                <a:gd name="T24" fmla="*/ 658 w 697"/>
                <a:gd name="T25" fmla="*/ 703 h 727"/>
                <a:gd name="T26" fmla="*/ 677 w 697"/>
                <a:gd name="T27" fmla="*/ 703 h 727"/>
                <a:gd name="T28" fmla="*/ 679 w 697"/>
                <a:gd name="T29" fmla="*/ 704 h 727"/>
                <a:gd name="T30" fmla="*/ 697 w 697"/>
                <a:gd name="T31" fmla="*/ 722 h 727"/>
                <a:gd name="T32" fmla="*/ 693 w 697"/>
                <a:gd name="T33" fmla="*/ 727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7" h="727">
                  <a:moveTo>
                    <a:pt x="693" y="727"/>
                  </a:moveTo>
                  <a:cubicBezTo>
                    <a:pt x="675" y="710"/>
                    <a:pt x="675" y="710"/>
                    <a:pt x="675" y="710"/>
                  </a:cubicBezTo>
                  <a:cubicBezTo>
                    <a:pt x="657" y="710"/>
                    <a:pt x="657" y="710"/>
                    <a:pt x="657" y="710"/>
                  </a:cubicBezTo>
                  <a:cubicBezTo>
                    <a:pt x="656" y="710"/>
                    <a:pt x="655" y="710"/>
                    <a:pt x="654" y="709"/>
                  </a:cubicBezTo>
                  <a:cubicBezTo>
                    <a:pt x="300" y="355"/>
                    <a:pt x="300" y="355"/>
                    <a:pt x="300" y="355"/>
                  </a:cubicBezTo>
                  <a:cubicBezTo>
                    <a:pt x="300" y="354"/>
                    <a:pt x="299" y="354"/>
                    <a:pt x="299" y="353"/>
                  </a:cubicBezTo>
                  <a:cubicBezTo>
                    <a:pt x="299" y="304"/>
                    <a:pt x="299" y="304"/>
                    <a:pt x="299" y="30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306" y="301"/>
                    <a:pt x="306" y="302"/>
                    <a:pt x="306" y="303"/>
                  </a:cubicBezTo>
                  <a:cubicBezTo>
                    <a:pt x="306" y="351"/>
                    <a:pt x="306" y="351"/>
                    <a:pt x="306" y="351"/>
                  </a:cubicBezTo>
                  <a:cubicBezTo>
                    <a:pt x="658" y="703"/>
                    <a:pt x="658" y="703"/>
                    <a:pt x="658" y="703"/>
                  </a:cubicBezTo>
                  <a:cubicBezTo>
                    <a:pt x="677" y="703"/>
                    <a:pt x="677" y="703"/>
                    <a:pt x="677" y="703"/>
                  </a:cubicBezTo>
                  <a:cubicBezTo>
                    <a:pt x="678" y="703"/>
                    <a:pt x="679" y="704"/>
                    <a:pt x="679" y="704"/>
                  </a:cubicBezTo>
                  <a:cubicBezTo>
                    <a:pt x="697" y="722"/>
                    <a:pt x="697" y="722"/>
                    <a:pt x="697" y="722"/>
                  </a:cubicBezTo>
                  <a:lnTo>
                    <a:pt x="693" y="72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9" name="Freeform 542"/>
            <p:cNvSpPr>
              <a:spLocks/>
            </p:cNvSpPr>
            <p:nvPr/>
          </p:nvSpPr>
          <p:spPr bwMode="auto">
            <a:xfrm flipV="1">
              <a:off x="1333502" y="6053136"/>
              <a:ext cx="2717800" cy="2627313"/>
            </a:xfrm>
            <a:custGeom>
              <a:avLst/>
              <a:gdLst>
                <a:gd name="T0" fmla="*/ 720 w 724"/>
                <a:gd name="T1" fmla="*/ 700 h 700"/>
                <a:gd name="T2" fmla="*/ 712 w 724"/>
                <a:gd name="T3" fmla="*/ 692 h 700"/>
                <a:gd name="T4" fmla="*/ 629 w 724"/>
                <a:gd name="T5" fmla="*/ 692 h 700"/>
                <a:gd name="T6" fmla="*/ 628 w 724"/>
                <a:gd name="T7" fmla="*/ 691 h 700"/>
                <a:gd name="T8" fmla="*/ 319 w 724"/>
                <a:gd name="T9" fmla="*/ 382 h 700"/>
                <a:gd name="T10" fmla="*/ 318 w 724"/>
                <a:gd name="T11" fmla="*/ 380 h 700"/>
                <a:gd name="T12" fmla="*/ 318 w 724"/>
                <a:gd name="T13" fmla="*/ 322 h 700"/>
                <a:gd name="T14" fmla="*/ 0 w 724"/>
                <a:gd name="T15" fmla="*/ 3 h 700"/>
                <a:gd name="T16" fmla="*/ 3 w 724"/>
                <a:gd name="T17" fmla="*/ 0 h 700"/>
                <a:gd name="T18" fmla="*/ 323 w 724"/>
                <a:gd name="T19" fmla="*/ 319 h 700"/>
                <a:gd name="T20" fmla="*/ 323 w 724"/>
                <a:gd name="T21" fmla="*/ 321 h 700"/>
                <a:gd name="T22" fmla="*/ 323 w 724"/>
                <a:gd name="T23" fmla="*/ 379 h 700"/>
                <a:gd name="T24" fmla="*/ 630 w 724"/>
                <a:gd name="T25" fmla="*/ 687 h 700"/>
                <a:gd name="T26" fmla="*/ 713 w 724"/>
                <a:gd name="T27" fmla="*/ 687 h 700"/>
                <a:gd name="T28" fmla="*/ 715 w 724"/>
                <a:gd name="T29" fmla="*/ 687 h 700"/>
                <a:gd name="T30" fmla="*/ 724 w 724"/>
                <a:gd name="T31" fmla="*/ 696 h 700"/>
                <a:gd name="T32" fmla="*/ 720 w 724"/>
                <a:gd name="T33" fmla="*/ 70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4" h="700">
                  <a:moveTo>
                    <a:pt x="720" y="700"/>
                  </a:moveTo>
                  <a:cubicBezTo>
                    <a:pt x="712" y="692"/>
                    <a:pt x="712" y="692"/>
                    <a:pt x="712" y="692"/>
                  </a:cubicBezTo>
                  <a:cubicBezTo>
                    <a:pt x="629" y="692"/>
                    <a:pt x="629" y="692"/>
                    <a:pt x="629" y="692"/>
                  </a:cubicBezTo>
                  <a:cubicBezTo>
                    <a:pt x="629" y="692"/>
                    <a:pt x="628" y="691"/>
                    <a:pt x="628" y="691"/>
                  </a:cubicBezTo>
                  <a:cubicBezTo>
                    <a:pt x="319" y="382"/>
                    <a:pt x="319" y="382"/>
                    <a:pt x="319" y="382"/>
                  </a:cubicBezTo>
                  <a:cubicBezTo>
                    <a:pt x="318" y="382"/>
                    <a:pt x="318" y="381"/>
                    <a:pt x="318" y="380"/>
                  </a:cubicBezTo>
                  <a:cubicBezTo>
                    <a:pt x="318" y="322"/>
                    <a:pt x="318" y="322"/>
                    <a:pt x="318" y="3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23" y="319"/>
                    <a:pt x="323" y="319"/>
                    <a:pt x="323" y="319"/>
                  </a:cubicBezTo>
                  <a:cubicBezTo>
                    <a:pt x="323" y="319"/>
                    <a:pt x="323" y="320"/>
                    <a:pt x="323" y="321"/>
                  </a:cubicBezTo>
                  <a:cubicBezTo>
                    <a:pt x="323" y="379"/>
                    <a:pt x="323" y="379"/>
                    <a:pt x="323" y="379"/>
                  </a:cubicBezTo>
                  <a:cubicBezTo>
                    <a:pt x="630" y="687"/>
                    <a:pt x="630" y="687"/>
                    <a:pt x="630" y="687"/>
                  </a:cubicBezTo>
                  <a:cubicBezTo>
                    <a:pt x="713" y="687"/>
                    <a:pt x="713" y="687"/>
                    <a:pt x="713" y="687"/>
                  </a:cubicBezTo>
                  <a:cubicBezTo>
                    <a:pt x="714" y="687"/>
                    <a:pt x="714" y="687"/>
                    <a:pt x="715" y="687"/>
                  </a:cubicBezTo>
                  <a:cubicBezTo>
                    <a:pt x="724" y="696"/>
                    <a:pt x="724" y="696"/>
                    <a:pt x="724" y="696"/>
                  </a:cubicBezTo>
                  <a:lnTo>
                    <a:pt x="720" y="7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0" name="Freeform 543"/>
            <p:cNvSpPr>
              <a:spLocks/>
            </p:cNvSpPr>
            <p:nvPr/>
          </p:nvSpPr>
          <p:spPr bwMode="auto">
            <a:xfrm flipV="1">
              <a:off x="1487489" y="6451598"/>
              <a:ext cx="2263775" cy="2379663"/>
            </a:xfrm>
            <a:custGeom>
              <a:avLst/>
              <a:gdLst>
                <a:gd name="T0" fmla="*/ 603 w 603"/>
                <a:gd name="T1" fmla="*/ 634 h 634"/>
                <a:gd name="T2" fmla="*/ 599 w 603"/>
                <a:gd name="T3" fmla="*/ 634 h 634"/>
                <a:gd name="T4" fmla="*/ 599 w 603"/>
                <a:gd name="T5" fmla="*/ 602 h 634"/>
                <a:gd name="T6" fmla="*/ 0 w 603"/>
                <a:gd name="T7" fmla="*/ 2 h 634"/>
                <a:gd name="T8" fmla="*/ 2 w 603"/>
                <a:gd name="T9" fmla="*/ 0 h 634"/>
                <a:gd name="T10" fmla="*/ 602 w 603"/>
                <a:gd name="T11" fmla="*/ 600 h 634"/>
                <a:gd name="T12" fmla="*/ 603 w 603"/>
                <a:gd name="T13" fmla="*/ 601 h 634"/>
                <a:gd name="T14" fmla="*/ 603 w 603"/>
                <a:gd name="T15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634">
                  <a:moveTo>
                    <a:pt x="603" y="634"/>
                  </a:moveTo>
                  <a:cubicBezTo>
                    <a:pt x="599" y="634"/>
                    <a:pt x="599" y="634"/>
                    <a:pt x="599" y="634"/>
                  </a:cubicBezTo>
                  <a:cubicBezTo>
                    <a:pt x="599" y="602"/>
                    <a:pt x="599" y="602"/>
                    <a:pt x="599" y="60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2" y="600"/>
                    <a:pt x="602" y="600"/>
                    <a:pt x="602" y="600"/>
                  </a:cubicBezTo>
                  <a:cubicBezTo>
                    <a:pt x="603" y="600"/>
                    <a:pt x="603" y="601"/>
                    <a:pt x="603" y="601"/>
                  </a:cubicBezTo>
                  <a:lnTo>
                    <a:pt x="603" y="6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1" name="Freeform 544"/>
            <p:cNvSpPr>
              <a:spLocks/>
            </p:cNvSpPr>
            <p:nvPr/>
          </p:nvSpPr>
          <p:spPr bwMode="auto">
            <a:xfrm flipV="1">
              <a:off x="2095502" y="6819898"/>
              <a:ext cx="1658937" cy="1808163"/>
            </a:xfrm>
            <a:custGeom>
              <a:avLst/>
              <a:gdLst>
                <a:gd name="T0" fmla="*/ 439 w 442"/>
                <a:gd name="T1" fmla="*/ 482 h 482"/>
                <a:gd name="T2" fmla="*/ 314 w 442"/>
                <a:gd name="T3" fmla="*/ 356 h 482"/>
                <a:gd name="T4" fmla="*/ 313 w 442"/>
                <a:gd name="T5" fmla="*/ 355 h 482"/>
                <a:gd name="T6" fmla="*/ 313 w 442"/>
                <a:gd name="T7" fmla="*/ 274 h 482"/>
                <a:gd name="T8" fmla="*/ 42 w 442"/>
                <a:gd name="T9" fmla="*/ 3 h 482"/>
                <a:gd name="T10" fmla="*/ 17 w 442"/>
                <a:gd name="T11" fmla="*/ 3 h 482"/>
                <a:gd name="T12" fmla="*/ 4 w 442"/>
                <a:gd name="T13" fmla="*/ 16 h 482"/>
                <a:gd name="T14" fmla="*/ 4 w 442"/>
                <a:gd name="T15" fmla="*/ 46 h 482"/>
                <a:gd name="T16" fmla="*/ 231 w 442"/>
                <a:gd name="T17" fmla="*/ 273 h 482"/>
                <a:gd name="T18" fmla="*/ 228 w 442"/>
                <a:gd name="T19" fmla="*/ 276 h 482"/>
                <a:gd name="T20" fmla="*/ 1 w 442"/>
                <a:gd name="T21" fmla="*/ 48 h 482"/>
                <a:gd name="T22" fmla="*/ 0 w 442"/>
                <a:gd name="T23" fmla="*/ 47 h 482"/>
                <a:gd name="T24" fmla="*/ 0 w 442"/>
                <a:gd name="T25" fmla="*/ 16 h 482"/>
                <a:gd name="T26" fmla="*/ 1 w 442"/>
                <a:gd name="T27" fmla="*/ 15 h 482"/>
                <a:gd name="T28" fmla="*/ 15 w 442"/>
                <a:gd name="T29" fmla="*/ 0 h 482"/>
                <a:gd name="T30" fmla="*/ 16 w 442"/>
                <a:gd name="T31" fmla="*/ 0 h 482"/>
                <a:gd name="T32" fmla="*/ 43 w 442"/>
                <a:gd name="T33" fmla="*/ 0 h 482"/>
                <a:gd name="T34" fmla="*/ 44 w 442"/>
                <a:gd name="T35" fmla="*/ 0 h 482"/>
                <a:gd name="T36" fmla="*/ 316 w 442"/>
                <a:gd name="T37" fmla="*/ 272 h 482"/>
                <a:gd name="T38" fmla="*/ 317 w 442"/>
                <a:gd name="T39" fmla="*/ 274 h 482"/>
                <a:gd name="T40" fmla="*/ 317 w 442"/>
                <a:gd name="T41" fmla="*/ 354 h 482"/>
                <a:gd name="T42" fmla="*/ 442 w 442"/>
                <a:gd name="T43" fmla="*/ 479 h 482"/>
                <a:gd name="T44" fmla="*/ 439 w 442"/>
                <a:gd name="T45" fmla="*/ 48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2" h="482">
                  <a:moveTo>
                    <a:pt x="439" y="482"/>
                  </a:moveTo>
                  <a:cubicBezTo>
                    <a:pt x="314" y="356"/>
                    <a:pt x="314" y="356"/>
                    <a:pt x="314" y="356"/>
                  </a:cubicBezTo>
                  <a:cubicBezTo>
                    <a:pt x="313" y="356"/>
                    <a:pt x="313" y="355"/>
                    <a:pt x="313" y="355"/>
                  </a:cubicBezTo>
                  <a:cubicBezTo>
                    <a:pt x="313" y="274"/>
                    <a:pt x="313" y="274"/>
                    <a:pt x="313" y="27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31" y="273"/>
                    <a:pt x="231" y="273"/>
                    <a:pt x="231" y="273"/>
                  </a:cubicBezTo>
                  <a:cubicBezTo>
                    <a:pt x="228" y="276"/>
                    <a:pt x="228" y="276"/>
                    <a:pt x="228" y="276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7"/>
                    <a:pt x="0" y="4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0"/>
                    <a:pt x="44" y="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3"/>
                    <a:pt x="317" y="273"/>
                    <a:pt x="317" y="274"/>
                  </a:cubicBezTo>
                  <a:cubicBezTo>
                    <a:pt x="317" y="354"/>
                    <a:pt x="317" y="354"/>
                    <a:pt x="317" y="354"/>
                  </a:cubicBezTo>
                  <a:cubicBezTo>
                    <a:pt x="442" y="479"/>
                    <a:pt x="442" y="479"/>
                    <a:pt x="442" y="479"/>
                  </a:cubicBezTo>
                  <a:lnTo>
                    <a:pt x="439" y="4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2" name="Freeform 545"/>
            <p:cNvSpPr>
              <a:spLocks/>
            </p:cNvSpPr>
            <p:nvPr/>
          </p:nvSpPr>
          <p:spPr bwMode="auto">
            <a:xfrm flipV="1">
              <a:off x="2009777" y="6635749"/>
              <a:ext cx="1914525" cy="2079625"/>
            </a:xfrm>
            <a:custGeom>
              <a:avLst/>
              <a:gdLst>
                <a:gd name="T0" fmla="*/ 508 w 510"/>
                <a:gd name="T1" fmla="*/ 554 h 554"/>
                <a:gd name="T2" fmla="*/ 499 w 510"/>
                <a:gd name="T3" fmla="*/ 546 h 554"/>
                <a:gd name="T4" fmla="*/ 499 w 510"/>
                <a:gd name="T5" fmla="*/ 545 h 554"/>
                <a:gd name="T6" fmla="*/ 499 w 510"/>
                <a:gd name="T7" fmla="*/ 500 h 554"/>
                <a:gd name="T8" fmla="*/ 364 w 510"/>
                <a:gd name="T9" fmla="*/ 365 h 554"/>
                <a:gd name="T10" fmla="*/ 364 w 510"/>
                <a:gd name="T11" fmla="*/ 364 h 554"/>
                <a:gd name="T12" fmla="*/ 364 w 510"/>
                <a:gd name="T13" fmla="*/ 299 h 554"/>
                <a:gd name="T14" fmla="*/ 68 w 510"/>
                <a:gd name="T15" fmla="*/ 3 h 554"/>
                <a:gd name="T16" fmla="*/ 34 w 510"/>
                <a:gd name="T17" fmla="*/ 3 h 554"/>
                <a:gd name="T18" fmla="*/ 4 w 510"/>
                <a:gd name="T19" fmla="*/ 34 h 554"/>
                <a:gd name="T20" fmla="*/ 4 w 510"/>
                <a:gd name="T21" fmla="*/ 73 h 554"/>
                <a:gd name="T22" fmla="*/ 210 w 510"/>
                <a:gd name="T23" fmla="*/ 279 h 554"/>
                <a:gd name="T24" fmla="*/ 207 w 510"/>
                <a:gd name="T25" fmla="*/ 282 h 554"/>
                <a:gd name="T26" fmla="*/ 1 w 510"/>
                <a:gd name="T27" fmla="*/ 75 h 554"/>
                <a:gd name="T28" fmla="*/ 0 w 510"/>
                <a:gd name="T29" fmla="*/ 74 h 554"/>
                <a:gd name="T30" fmla="*/ 0 w 510"/>
                <a:gd name="T31" fmla="*/ 33 h 554"/>
                <a:gd name="T32" fmla="*/ 1 w 510"/>
                <a:gd name="T33" fmla="*/ 32 h 554"/>
                <a:gd name="T34" fmla="*/ 32 w 510"/>
                <a:gd name="T35" fmla="*/ 0 h 554"/>
                <a:gd name="T36" fmla="*/ 34 w 510"/>
                <a:gd name="T37" fmla="*/ 0 h 554"/>
                <a:gd name="T38" fmla="*/ 34 w 510"/>
                <a:gd name="T39" fmla="*/ 0 h 554"/>
                <a:gd name="T40" fmla="*/ 68 w 510"/>
                <a:gd name="T41" fmla="*/ 0 h 554"/>
                <a:gd name="T42" fmla="*/ 70 w 510"/>
                <a:gd name="T43" fmla="*/ 0 h 554"/>
                <a:gd name="T44" fmla="*/ 366 w 510"/>
                <a:gd name="T45" fmla="*/ 297 h 554"/>
                <a:gd name="T46" fmla="*/ 367 w 510"/>
                <a:gd name="T47" fmla="*/ 298 h 554"/>
                <a:gd name="T48" fmla="*/ 367 w 510"/>
                <a:gd name="T49" fmla="*/ 363 h 554"/>
                <a:gd name="T50" fmla="*/ 502 w 510"/>
                <a:gd name="T51" fmla="*/ 498 h 554"/>
                <a:gd name="T52" fmla="*/ 502 w 510"/>
                <a:gd name="T53" fmla="*/ 499 h 554"/>
                <a:gd name="T54" fmla="*/ 502 w 510"/>
                <a:gd name="T55" fmla="*/ 544 h 554"/>
                <a:gd name="T56" fmla="*/ 510 w 510"/>
                <a:gd name="T57" fmla="*/ 552 h 554"/>
                <a:gd name="T58" fmla="*/ 508 w 510"/>
                <a:gd name="T59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0" h="554">
                  <a:moveTo>
                    <a:pt x="508" y="554"/>
                  </a:moveTo>
                  <a:cubicBezTo>
                    <a:pt x="499" y="546"/>
                    <a:pt x="499" y="546"/>
                    <a:pt x="499" y="546"/>
                  </a:cubicBezTo>
                  <a:cubicBezTo>
                    <a:pt x="499" y="546"/>
                    <a:pt x="499" y="545"/>
                    <a:pt x="499" y="545"/>
                  </a:cubicBezTo>
                  <a:cubicBezTo>
                    <a:pt x="499" y="500"/>
                    <a:pt x="499" y="500"/>
                    <a:pt x="499" y="500"/>
                  </a:cubicBezTo>
                  <a:cubicBezTo>
                    <a:pt x="364" y="365"/>
                    <a:pt x="364" y="365"/>
                    <a:pt x="364" y="365"/>
                  </a:cubicBezTo>
                  <a:cubicBezTo>
                    <a:pt x="364" y="365"/>
                    <a:pt x="364" y="364"/>
                    <a:pt x="364" y="364"/>
                  </a:cubicBezTo>
                  <a:cubicBezTo>
                    <a:pt x="364" y="299"/>
                    <a:pt x="364" y="299"/>
                    <a:pt x="364" y="299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210" y="279"/>
                    <a:pt x="210" y="279"/>
                    <a:pt x="210" y="27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0" y="75"/>
                    <a:pt x="0" y="7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2"/>
                    <a:pt x="1" y="32"/>
                    <a:pt x="1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366" y="297"/>
                    <a:pt x="366" y="297"/>
                    <a:pt x="366" y="297"/>
                  </a:cubicBezTo>
                  <a:cubicBezTo>
                    <a:pt x="367" y="297"/>
                    <a:pt x="367" y="298"/>
                    <a:pt x="367" y="298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502" y="498"/>
                    <a:pt x="502" y="498"/>
                    <a:pt x="502" y="498"/>
                  </a:cubicBezTo>
                  <a:cubicBezTo>
                    <a:pt x="502" y="498"/>
                    <a:pt x="502" y="499"/>
                    <a:pt x="502" y="499"/>
                  </a:cubicBezTo>
                  <a:cubicBezTo>
                    <a:pt x="502" y="544"/>
                    <a:pt x="502" y="544"/>
                    <a:pt x="502" y="544"/>
                  </a:cubicBezTo>
                  <a:cubicBezTo>
                    <a:pt x="510" y="552"/>
                    <a:pt x="510" y="552"/>
                    <a:pt x="510" y="552"/>
                  </a:cubicBezTo>
                  <a:lnTo>
                    <a:pt x="508" y="5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3" name="Freeform 546"/>
            <p:cNvSpPr>
              <a:spLocks/>
            </p:cNvSpPr>
            <p:nvPr/>
          </p:nvSpPr>
          <p:spPr bwMode="auto">
            <a:xfrm flipV="1">
              <a:off x="2171702" y="6492874"/>
              <a:ext cx="2044700" cy="2060575"/>
            </a:xfrm>
            <a:custGeom>
              <a:avLst/>
              <a:gdLst>
                <a:gd name="T0" fmla="*/ 480 w 545"/>
                <a:gd name="T1" fmla="*/ 549 h 549"/>
                <a:gd name="T2" fmla="*/ 453 w 545"/>
                <a:gd name="T3" fmla="*/ 549 h 549"/>
                <a:gd name="T4" fmla="*/ 451 w 545"/>
                <a:gd name="T5" fmla="*/ 548 h 549"/>
                <a:gd name="T6" fmla="*/ 438 w 545"/>
                <a:gd name="T7" fmla="*/ 535 h 549"/>
                <a:gd name="T8" fmla="*/ 437 w 545"/>
                <a:gd name="T9" fmla="*/ 534 h 549"/>
                <a:gd name="T10" fmla="*/ 437 w 545"/>
                <a:gd name="T11" fmla="*/ 520 h 549"/>
                <a:gd name="T12" fmla="*/ 275 w 545"/>
                <a:gd name="T13" fmla="*/ 357 h 549"/>
                <a:gd name="T14" fmla="*/ 274 w 545"/>
                <a:gd name="T15" fmla="*/ 356 h 549"/>
                <a:gd name="T16" fmla="*/ 274 w 545"/>
                <a:gd name="T17" fmla="*/ 256 h 549"/>
                <a:gd name="T18" fmla="*/ 22 w 545"/>
                <a:gd name="T19" fmla="*/ 3 h 549"/>
                <a:gd name="T20" fmla="*/ 9 w 545"/>
                <a:gd name="T21" fmla="*/ 3 h 549"/>
                <a:gd name="T22" fmla="*/ 3 w 545"/>
                <a:gd name="T23" fmla="*/ 9 h 549"/>
                <a:gd name="T24" fmla="*/ 3 w 545"/>
                <a:gd name="T25" fmla="*/ 17 h 549"/>
                <a:gd name="T26" fmla="*/ 194 w 545"/>
                <a:gd name="T27" fmla="*/ 208 h 549"/>
                <a:gd name="T28" fmla="*/ 192 w 545"/>
                <a:gd name="T29" fmla="*/ 211 h 549"/>
                <a:gd name="T30" fmla="*/ 0 w 545"/>
                <a:gd name="T31" fmla="*/ 19 h 549"/>
                <a:gd name="T32" fmla="*/ 0 w 545"/>
                <a:gd name="T33" fmla="*/ 18 h 549"/>
                <a:gd name="T34" fmla="*/ 0 w 545"/>
                <a:gd name="T35" fmla="*/ 8 h 549"/>
                <a:gd name="T36" fmla="*/ 0 w 545"/>
                <a:gd name="T37" fmla="*/ 7 h 549"/>
                <a:gd name="T38" fmla="*/ 7 w 545"/>
                <a:gd name="T39" fmla="*/ 0 h 549"/>
                <a:gd name="T40" fmla="*/ 8 w 545"/>
                <a:gd name="T41" fmla="*/ 0 h 549"/>
                <a:gd name="T42" fmla="*/ 8 w 545"/>
                <a:gd name="T43" fmla="*/ 0 h 549"/>
                <a:gd name="T44" fmla="*/ 22 w 545"/>
                <a:gd name="T45" fmla="*/ 0 h 549"/>
                <a:gd name="T46" fmla="*/ 24 w 545"/>
                <a:gd name="T47" fmla="*/ 0 h 549"/>
                <a:gd name="T48" fmla="*/ 277 w 545"/>
                <a:gd name="T49" fmla="*/ 254 h 549"/>
                <a:gd name="T50" fmla="*/ 278 w 545"/>
                <a:gd name="T51" fmla="*/ 255 h 549"/>
                <a:gd name="T52" fmla="*/ 278 w 545"/>
                <a:gd name="T53" fmla="*/ 355 h 549"/>
                <a:gd name="T54" fmla="*/ 440 w 545"/>
                <a:gd name="T55" fmla="*/ 518 h 549"/>
                <a:gd name="T56" fmla="*/ 441 w 545"/>
                <a:gd name="T57" fmla="*/ 519 h 549"/>
                <a:gd name="T58" fmla="*/ 441 w 545"/>
                <a:gd name="T59" fmla="*/ 533 h 549"/>
                <a:gd name="T60" fmla="*/ 453 w 545"/>
                <a:gd name="T61" fmla="*/ 545 h 549"/>
                <a:gd name="T62" fmla="*/ 480 w 545"/>
                <a:gd name="T63" fmla="*/ 545 h 549"/>
                <a:gd name="T64" fmla="*/ 500 w 545"/>
                <a:gd name="T65" fmla="*/ 525 h 549"/>
                <a:gd name="T66" fmla="*/ 501 w 545"/>
                <a:gd name="T67" fmla="*/ 524 h 549"/>
                <a:gd name="T68" fmla="*/ 545 w 545"/>
                <a:gd name="T69" fmla="*/ 524 h 549"/>
                <a:gd name="T70" fmla="*/ 545 w 545"/>
                <a:gd name="T71" fmla="*/ 528 h 549"/>
                <a:gd name="T72" fmla="*/ 502 w 545"/>
                <a:gd name="T73" fmla="*/ 528 h 549"/>
                <a:gd name="T74" fmla="*/ 481 w 545"/>
                <a:gd name="T75" fmla="*/ 548 h 549"/>
                <a:gd name="T76" fmla="*/ 480 w 545"/>
                <a:gd name="T77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5" h="549">
                  <a:moveTo>
                    <a:pt x="480" y="549"/>
                  </a:moveTo>
                  <a:cubicBezTo>
                    <a:pt x="453" y="549"/>
                    <a:pt x="453" y="549"/>
                    <a:pt x="453" y="549"/>
                  </a:cubicBezTo>
                  <a:cubicBezTo>
                    <a:pt x="452" y="549"/>
                    <a:pt x="452" y="548"/>
                    <a:pt x="451" y="548"/>
                  </a:cubicBezTo>
                  <a:cubicBezTo>
                    <a:pt x="438" y="535"/>
                    <a:pt x="438" y="535"/>
                    <a:pt x="438" y="535"/>
                  </a:cubicBezTo>
                  <a:cubicBezTo>
                    <a:pt x="438" y="534"/>
                    <a:pt x="437" y="534"/>
                    <a:pt x="437" y="534"/>
                  </a:cubicBezTo>
                  <a:cubicBezTo>
                    <a:pt x="437" y="520"/>
                    <a:pt x="437" y="520"/>
                    <a:pt x="437" y="520"/>
                  </a:cubicBezTo>
                  <a:cubicBezTo>
                    <a:pt x="275" y="357"/>
                    <a:pt x="275" y="357"/>
                    <a:pt x="275" y="357"/>
                  </a:cubicBezTo>
                  <a:cubicBezTo>
                    <a:pt x="274" y="357"/>
                    <a:pt x="274" y="356"/>
                    <a:pt x="274" y="356"/>
                  </a:cubicBezTo>
                  <a:cubicBezTo>
                    <a:pt x="274" y="256"/>
                    <a:pt x="274" y="256"/>
                    <a:pt x="274" y="256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94" y="208"/>
                    <a:pt x="194" y="208"/>
                    <a:pt x="194" y="208"/>
                  </a:cubicBezTo>
                  <a:cubicBezTo>
                    <a:pt x="192" y="211"/>
                    <a:pt x="192" y="211"/>
                    <a:pt x="192" y="2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8"/>
                    <a:pt x="0" y="1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77" y="254"/>
                    <a:pt x="277" y="254"/>
                    <a:pt x="277" y="254"/>
                  </a:cubicBezTo>
                  <a:cubicBezTo>
                    <a:pt x="277" y="254"/>
                    <a:pt x="278" y="255"/>
                    <a:pt x="278" y="255"/>
                  </a:cubicBezTo>
                  <a:cubicBezTo>
                    <a:pt x="278" y="355"/>
                    <a:pt x="278" y="355"/>
                    <a:pt x="278" y="355"/>
                  </a:cubicBezTo>
                  <a:cubicBezTo>
                    <a:pt x="440" y="518"/>
                    <a:pt x="440" y="518"/>
                    <a:pt x="440" y="518"/>
                  </a:cubicBezTo>
                  <a:cubicBezTo>
                    <a:pt x="441" y="518"/>
                    <a:pt x="441" y="519"/>
                    <a:pt x="441" y="519"/>
                  </a:cubicBezTo>
                  <a:cubicBezTo>
                    <a:pt x="441" y="533"/>
                    <a:pt x="441" y="533"/>
                    <a:pt x="441" y="533"/>
                  </a:cubicBezTo>
                  <a:cubicBezTo>
                    <a:pt x="453" y="545"/>
                    <a:pt x="453" y="545"/>
                    <a:pt x="453" y="545"/>
                  </a:cubicBezTo>
                  <a:cubicBezTo>
                    <a:pt x="480" y="545"/>
                    <a:pt x="480" y="545"/>
                    <a:pt x="480" y="545"/>
                  </a:cubicBezTo>
                  <a:cubicBezTo>
                    <a:pt x="500" y="525"/>
                    <a:pt x="500" y="525"/>
                    <a:pt x="500" y="525"/>
                  </a:cubicBezTo>
                  <a:cubicBezTo>
                    <a:pt x="500" y="525"/>
                    <a:pt x="501" y="524"/>
                    <a:pt x="501" y="524"/>
                  </a:cubicBezTo>
                  <a:cubicBezTo>
                    <a:pt x="545" y="524"/>
                    <a:pt x="545" y="524"/>
                    <a:pt x="545" y="524"/>
                  </a:cubicBezTo>
                  <a:cubicBezTo>
                    <a:pt x="545" y="528"/>
                    <a:pt x="545" y="528"/>
                    <a:pt x="545" y="528"/>
                  </a:cubicBezTo>
                  <a:cubicBezTo>
                    <a:pt x="502" y="528"/>
                    <a:pt x="502" y="528"/>
                    <a:pt x="502" y="528"/>
                  </a:cubicBezTo>
                  <a:cubicBezTo>
                    <a:pt x="481" y="548"/>
                    <a:pt x="481" y="548"/>
                    <a:pt x="481" y="548"/>
                  </a:cubicBezTo>
                  <a:cubicBezTo>
                    <a:pt x="481" y="548"/>
                    <a:pt x="481" y="549"/>
                    <a:pt x="480" y="5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4" name="Freeform 547"/>
            <p:cNvSpPr>
              <a:spLocks/>
            </p:cNvSpPr>
            <p:nvPr/>
          </p:nvSpPr>
          <p:spPr bwMode="auto">
            <a:xfrm flipV="1">
              <a:off x="1874839" y="6440486"/>
              <a:ext cx="2644775" cy="2781300"/>
            </a:xfrm>
            <a:custGeom>
              <a:avLst/>
              <a:gdLst>
                <a:gd name="T0" fmla="*/ 699 w 705"/>
                <a:gd name="T1" fmla="*/ 741 h 741"/>
                <a:gd name="T2" fmla="*/ 697 w 705"/>
                <a:gd name="T3" fmla="*/ 739 h 741"/>
                <a:gd name="T4" fmla="*/ 701 w 705"/>
                <a:gd name="T5" fmla="*/ 734 h 741"/>
                <a:gd name="T6" fmla="*/ 701 w 705"/>
                <a:gd name="T7" fmla="*/ 703 h 741"/>
                <a:gd name="T8" fmla="*/ 656 w 705"/>
                <a:gd name="T9" fmla="*/ 657 h 741"/>
                <a:gd name="T10" fmla="*/ 627 w 705"/>
                <a:gd name="T11" fmla="*/ 657 h 741"/>
                <a:gd name="T12" fmla="*/ 607 w 705"/>
                <a:gd name="T13" fmla="*/ 678 h 741"/>
                <a:gd name="T14" fmla="*/ 606 w 705"/>
                <a:gd name="T15" fmla="*/ 678 h 741"/>
                <a:gd name="T16" fmla="*/ 606 w 705"/>
                <a:gd name="T17" fmla="*/ 678 h 741"/>
                <a:gd name="T18" fmla="*/ 579 w 705"/>
                <a:gd name="T19" fmla="*/ 678 h 741"/>
                <a:gd name="T20" fmla="*/ 578 w 705"/>
                <a:gd name="T21" fmla="*/ 678 h 741"/>
                <a:gd name="T22" fmla="*/ 564 w 705"/>
                <a:gd name="T23" fmla="*/ 664 h 741"/>
                <a:gd name="T24" fmla="*/ 564 w 705"/>
                <a:gd name="T25" fmla="*/ 663 h 741"/>
                <a:gd name="T26" fmla="*/ 564 w 705"/>
                <a:gd name="T27" fmla="*/ 634 h 741"/>
                <a:gd name="T28" fmla="*/ 564 w 705"/>
                <a:gd name="T29" fmla="*/ 633 h 741"/>
                <a:gd name="T30" fmla="*/ 584 w 705"/>
                <a:gd name="T31" fmla="*/ 614 h 741"/>
                <a:gd name="T32" fmla="*/ 584 w 705"/>
                <a:gd name="T33" fmla="*/ 586 h 741"/>
                <a:gd name="T34" fmla="*/ 0 w 705"/>
                <a:gd name="T35" fmla="*/ 3 h 741"/>
                <a:gd name="T36" fmla="*/ 3 w 705"/>
                <a:gd name="T37" fmla="*/ 0 h 741"/>
                <a:gd name="T38" fmla="*/ 587 w 705"/>
                <a:gd name="T39" fmla="*/ 584 h 741"/>
                <a:gd name="T40" fmla="*/ 587 w 705"/>
                <a:gd name="T41" fmla="*/ 585 h 741"/>
                <a:gd name="T42" fmla="*/ 587 w 705"/>
                <a:gd name="T43" fmla="*/ 614 h 741"/>
                <a:gd name="T44" fmla="*/ 587 w 705"/>
                <a:gd name="T45" fmla="*/ 615 h 741"/>
                <a:gd name="T46" fmla="*/ 567 w 705"/>
                <a:gd name="T47" fmla="*/ 635 h 741"/>
                <a:gd name="T48" fmla="*/ 567 w 705"/>
                <a:gd name="T49" fmla="*/ 662 h 741"/>
                <a:gd name="T50" fmla="*/ 580 w 705"/>
                <a:gd name="T51" fmla="*/ 675 h 741"/>
                <a:gd name="T52" fmla="*/ 605 w 705"/>
                <a:gd name="T53" fmla="*/ 675 h 741"/>
                <a:gd name="T54" fmla="*/ 625 w 705"/>
                <a:gd name="T55" fmla="*/ 654 h 741"/>
                <a:gd name="T56" fmla="*/ 627 w 705"/>
                <a:gd name="T57" fmla="*/ 654 h 741"/>
                <a:gd name="T58" fmla="*/ 656 w 705"/>
                <a:gd name="T59" fmla="*/ 654 h 741"/>
                <a:gd name="T60" fmla="*/ 658 w 705"/>
                <a:gd name="T61" fmla="*/ 654 h 741"/>
                <a:gd name="T62" fmla="*/ 704 w 705"/>
                <a:gd name="T63" fmla="*/ 701 h 741"/>
                <a:gd name="T64" fmla="*/ 705 w 705"/>
                <a:gd name="T65" fmla="*/ 702 h 741"/>
                <a:gd name="T66" fmla="*/ 705 w 705"/>
                <a:gd name="T67" fmla="*/ 735 h 741"/>
                <a:gd name="T68" fmla="*/ 704 w 705"/>
                <a:gd name="T69" fmla="*/ 736 h 741"/>
                <a:gd name="T70" fmla="*/ 699 w 705"/>
                <a:gd name="T71" fmla="*/ 74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5" h="741">
                  <a:moveTo>
                    <a:pt x="699" y="741"/>
                  </a:moveTo>
                  <a:cubicBezTo>
                    <a:pt x="697" y="739"/>
                    <a:pt x="697" y="739"/>
                    <a:pt x="697" y="739"/>
                  </a:cubicBezTo>
                  <a:cubicBezTo>
                    <a:pt x="701" y="734"/>
                    <a:pt x="701" y="734"/>
                    <a:pt x="701" y="734"/>
                  </a:cubicBezTo>
                  <a:cubicBezTo>
                    <a:pt x="701" y="703"/>
                    <a:pt x="701" y="703"/>
                    <a:pt x="701" y="703"/>
                  </a:cubicBezTo>
                  <a:cubicBezTo>
                    <a:pt x="656" y="657"/>
                    <a:pt x="656" y="657"/>
                    <a:pt x="656" y="657"/>
                  </a:cubicBezTo>
                  <a:cubicBezTo>
                    <a:pt x="627" y="657"/>
                    <a:pt x="627" y="657"/>
                    <a:pt x="627" y="657"/>
                  </a:cubicBezTo>
                  <a:cubicBezTo>
                    <a:pt x="607" y="678"/>
                    <a:pt x="607" y="678"/>
                    <a:pt x="607" y="678"/>
                  </a:cubicBezTo>
                  <a:cubicBezTo>
                    <a:pt x="607" y="678"/>
                    <a:pt x="606" y="678"/>
                    <a:pt x="606" y="678"/>
                  </a:cubicBezTo>
                  <a:cubicBezTo>
                    <a:pt x="606" y="678"/>
                    <a:pt x="606" y="678"/>
                    <a:pt x="606" y="678"/>
                  </a:cubicBezTo>
                  <a:cubicBezTo>
                    <a:pt x="579" y="678"/>
                    <a:pt x="579" y="678"/>
                    <a:pt x="579" y="678"/>
                  </a:cubicBezTo>
                  <a:cubicBezTo>
                    <a:pt x="579" y="678"/>
                    <a:pt x="578" y="678"/>
                    <a:pt x="578" y="678"/>
                  </a:cubicBezTo>
                  <a:cubicBezTo>
                    <a:pt x="564" y="664"/>
                    <a:pt x="564" y="664"/>
                    <a:pt x="564" y="664"/>
                  </a:cubicBezTo>
                  <a:cubicBezTo>
                    <a:pt x="564" y="664"/>
                    <a:pt x="564" y="663"/>
                    <a:pt x="564" y="663"/>
                  </a:cubicBezTo>
                  <a:cubicBezTo>
                    <a:pt x="564" y="634"/>
                    <a:pt x="564" y="634"/>
                    <a:pt x="564" y="634"/>
                  </a:cubicBezTo>
                  <a:cubicBezTo>
                    <a:pt x="564" y="634"/>
                    <a:pt x="564" y="633"/>
                    <a:pt x="564" y="633"/>
                  </a:cubicBezTo>
                  <a:cubicBezTo>
                    <a:pt x="584" y="614"/>
                    <a:pt x="584" y="614"/>
                    <a:pt x="584" y="614"/>
                  </a:cubicBezTo>
                  <a:cubicBezTo>
                    <a:pt x="584" y="586"/>
                    <a:pt x="584" y="586"/>
                    <a:pt x="584" y="58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87" y="584"/>
                    <a:pt x="587" y="584"/>
                    <a:pt x="587" y="584"/>
                  </a:cubicBezTo>
                  <a:cubicBezTo>
                    <a:pt x="587" y="584"/>
                    <a:pt x="587" y="585"/>
                    <a:pt x="587" y="585"/>
                  </a:cubicBezTo>
                  <a:cubicBezTo>
                    <a:pt x="587" y="614"/>
                    <a:pt x="587" y="614"/>
                    <a:pt x="587" y="614"/>
                  </a:cubicBezTo>
                  <a:cubicBezTo>
                    <a:pt x="587" y="615"/>
                    <a:pt x="587" y="615"/>
                    <a:pt x="587" y="615"/>
                  </a:cubicBezTo>
                  <a:cubicBezTo>
                    <a:pt x="567" y="635"/>
                    <a:pt x="567" y="635"/>
                    <a:pt x="567" y="635"/>
                  </a:cubicBezTo>
                  <a:cubicBezTo>
                    <a:pt x="567" y="662"/>
                    <a:pt x="567" y="662"/>
                    <a:pt x="567" y="662"/>
                  </a:cubicBezTo>
                  <a:cubicBezTo>
                    <a:pt x="580" y="675"/>
                    <a:pt x="580" y="675"/>
                    <a:pt x="580" y="675"/>
                  </a:cubicBezTo>
                  <a:cubicBezTo>
                    <a:pt x="605" y="675"/>
                    <a:pt x="605" y="675"/>
                    <a:pt x="605" y="675"/>
                  </a:cubicBezTo>
                  <a:cubicBezTo>
                    <a:pt x="625" y="654"/>
                    <a:pt x="625" y="654"/>
                    <a:pt x="625" y="654"/>
                  </a:cubicBezTo>
                  <a:cubicBezTo>
                    <a:pt x="626" y="654"/>
                    <a:pt x="626" y="654"/>
                    <a:pt x="627" y="654"/>
                  </a:cubicBezTo>
                  <a:cubicBezTo>
                    <a:pt x="656" y="654"/>
                    <a:pt x="656" y="654"/>
                    <a:pt x="656" y="654"/>
                  </a:cubicBezTo>
                  <a:cubicBezTo>
                    <a:pt x="657" y="654"/>
                    <a:pt x="657" y="654"/>
                    <a:pt x="658" y="654"/>
                  </a:cubicBezTo>
                  <a:cubicBezTo>
                    <a:pt x="704" y="701"/>
                    <a:pt x="704" y="701"/>
                    <a:pt x="704" y="701"/>
                  </a:cubicBezTo>
                  <a:cubicBezTo>
                    <a:pt x="705" y="701"/>
                    <a:pt x="705" y="702"/>
                    <a:pt x="705" y="702"/>
                  </a:cubicBezTo>
                  <a:cubicBezTo>
                    <a:pt x="705" y="735"/>
                    <a:pt x="705" y="735"/>
                    <a:pt x="705" y="735"/>
                  </a:cubicBezTo>
                  <a:cubicBezTo>
                    <a:pt x="705" y="735"/>
                    <a:pt x="705" y="736"/>
                    <a:pt x="704" y="736"/>
                  </a:cubicBezTo>
                  <a:lnTo>
                    <a:pt x="699" y="74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5" name="Freeform 548"/>
            <p:cNvSpPr>
              <a:spLocks/>
            </p:cNvSpPr>
            <p:nvPr/>
          </p:nvSpPr>
          <p:spPr bwMode="auto">
            <a:xfrm flipV="1">
              <a:off x="1922464" y="6811961"/>
              <a:ext cx="2260600" cy="2454275"/>
            </a:xfrm>
            <a:custGeom>
              <a:avLst/>
              <a:gdLst>
                <a:gd name="T0" fmla="*/ 594 w 602"/>
                <a:gd name="T1" fmla="*/ 654 h 654"/>
                <a:gd name="T2" fmla="*/ 591 w 602"/>
                <a:gd name="T3" fmla="*/ 651 h 654"/>
                <a:gd name="T4" fmla="*/ 598 w 602"/>
                <a:gd name="T5" fmla="*/ 644 h 654"/>
                <a:gd name="T6" fmla="*/ 598 w 602"/>
                <a:gd name="T7" fmla="*/ 601 h 654"/>
                <a:gd name="T8" fmla="*/ 0 w 602"/>
                <a:gd name="T9" fmla="*/ 2 h 654"/>
                <a:gd name="T10" fmla="*/ 2 w 602"/>
                <a:gd name="T11" fmla="*/ 0 h 654"/>
                <a:gd name="T12" fmla="*/ 601 w 602"/>
                <a:gd name="T13" fmla="*/ 599 h 654"/>
                <a:gd name="T14" fmla="*/ 602 w 602"/>
                <a:gd name="T15" fmla="*/ 600 h 654"/>
                <a:gd name="T16" fmla="*/ 602 w 602"/>
                <a:gd name="T17" fmla="*/ 645 h 654"/>
                <a:gd name="T18" fmla="*/ 601 w 602"/>
                <a:gd name="T19" fmla="*/ 646 h 654"/>
                <a:gd name="T20" fmla="*/ 594 w 602"/>
                <a:gd name="T21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2" h="654">
                  <a:moveTo>
                    <a:pt x="594" y="654"/>
                  </a:moveTo>
                  <a:cubicBezTo>
                    <a:pt x="591" y="651"/>
                    <a:pt x="591" y="651"/>
                    <a:pt x="591" y="651"/>
                  </a:cubicBezTo>
                  <a:cubicBezTo>
                    <a:pt x="598" y="644"/>
                    <a:pt x="598" y="644"/>
                    <a:pt x="598" y="644"/>
                  </a:cubicBezTo>
                  <a:cubicBezTo>
                    <a:pt x="598" y="601"/>
                    <a:pt x="598" y="601"/>
                    <a:pt x="598" y="60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1" y="599"/>
                    <a:pt x="601" y="599"/>
                    <a:pt x="601" y="599"/>
                  </a:cubicBezTo>
                  <a:cubicBezTo>
                    <a:pt x="602" y="599"/>
                    <a:pt x="602" y="600"/>
                    <a:pt x="602" y="600"/>
                  </a:cubicBezTo>
                  <a:cubicBezTo>
                    <a:pt x="602" y="645"/>
                    <a:pt x="602" y="645"/>
                    <a:pt x="602" y="645"/>
                  </a:cubicBezTo>
                  <a:cubicBezTo>
                    <a:pt x="602" y="645"/>
                    <a:pt x="602" y="646"/>
                    <a:pt x="601" y="646"/>
                  </a:cubicBezTo>
                  <a:lnTo>
                    <a:pt x="594" y="65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6" name="Freeform 549"/>
            <p:cNvSpPr>
              <a:spLocks/>
            </p:cNvSpPr>
            <p:nvPr/>
          </p:nvSpPr>
          <p:spPr bwMode="auto">
            <a:xfrm flipV="1">
              <a:off x="2249489" y="6627811"/>
              <a:ext cx="2371725" cy="2701925"/>
            </a:xfrm>
            <a:custGeom>
              <a:avLst/>
              <a:gdLst>
                <a:gd name="T0" fmla="*/ 630 w 632"/>
                <a:gd name="T1" fmla="*/ 720 h 720"/>
                <a:gd name="T2" fmla="*/ 624 w 632"/>
                <a:gd name="T3" fmla="*/ 714 h 720"/>
                <a:gd name="T4" fmla="*/ 623 w 632"/>
                <a:gd name="T5" fmla="*/ 713 h 720"/>
                <a:gd name="T6" fmla="*/ 623 w 632"/>
                <a:gd name="T7" fmla="*/ 670 h 720"/>
                <a:gd name="T8" fmla="*/ 591 w 632"/>
                <a:gd name="T9" fmla="*/ 639 h 720"/>
                <a:gd name="T10" fmla="*/ 562 w 632"/>
                <a:gd name="T11" fmla="*/ 639 h 720"/>
                <a:gd name="T12" fmla="*/ 560 w 632"/>
                <a:gd name="T13" fmla="*/ 638 h 720"/>
                <a:gd name="T14" fmla="*/ 404 w 632"/>
                <a:gd name="T15" fmla="*/ 482 h 720"/>
                <a:gd name="T16" fmla="*/ 404 w 632"/>
                <a:gd name="T17" fmla="*/ 481 h 720"/>
                <a:gd name="T18" fmla="*/ 404 w 632"/>
                <a:gd name="T19" fmla="*/ 436 h 720"/>
                <a:gd name="T20" fmla="*/ 57 w 632"/>
                <a:gd name="T21" fmla="*/ 89 h 720"/>
                <a:gd name="T22" fmla="*/ 31 w 632"/>
                <a:gd name="T23" fmla="*/ 89 h 720"/>
                <a:gd name="T24" fmla="*/ 30 w 632"/>
                <a:gd name="T25" fmla="*/ 88 h 720"/>
                <a:gd name="T26" fmla="*/ 0 w 632"/>
                <a:gd name="T27" fmla="*/ 59 h 720"/>
                <a:gd name="T28" fmla="*/ 0 w 632"/>
                <a:gd name="T29" fmla="*/ 58 h 720"/>
                <a:gd name="T30" fmla="*/ 0 w 632"/>
                <a:gd name="T31" fmla="*/ 21 h 720"/>
                <a:gd name="T32" fmla="*/ 0 w 632"/>
                <a:gd name="T33" fmla="*/ 20 h 720"/>
                <a:gd name="T34" fmla="*/ 21 w 632"/>
                <a:gd name="T35" fmla="*/ 0 h 720"/>
                <a:gd name="T36" fmla="*/ 24 w 632"/>
                <a:gd name="T37" fmla="*/ 2 h 720"/>
                <a:gd name="T38" fmla="*/ 3 w 632"/>
                <a:gd name="T39" fmla="*/ 22 h 720"/>
                <a:gd name="T40" fmla="*/ 3 w 632"/>
                <a:gd name="T41" fmla="*/ 57 h 720"/>
                <a:gd name="T42" fmla="*/ 32 w 632"/>
                <a:gd name="T43" fmla="*/ 85 h 720"/>
                <a:gd name="T44" fmla="*/ 57 w 632"/>
                <a:gd name="T45" fmla="*/ 85 h 720"/>
                <a:gd name="T46" fmla="*/ 59 w 632"/>
                <a:gd name="T47" fmla="*/ 86 h 720"/>
                <a:gd name="T48" fmla="*/ 407 w 632"/>
                <a:gd name="T49" fmla="*/ 434 h 720"/>
                <a:gd name="T50" fmla="*/ 407 w 632"/>
                <a:gd name="T51" fmla="*/ 435 h 720"/>
                <a:gd name="T52" fmla="*/ 407 w 632"/>
                <a:gd name="T53" fmla="*/ 480 h 720"/>
                <a:gd name="T54" fmla="*/ 562 w 632"/>
                <a:gd name="T55" fmla="*/ 635 h 720"/>
                <a:gd name="T56" fmla="*/ 592 w 632"/>
                <a:gd name="T57" fmla="*/ 635 h 720"/>
                <a:gd name="T58" fmla="*/ 593 w 632"/>
                <a:gd name="T59" fmla="*/ 636 h 720"/>
                <a:gd name="T60" fmla="*/ 626 w 632"/>
                <a:gd name="T61" fmla="*/ 669 h 720"/>
                <a:gd name="T62" fmla="*/ 627 w 632"/>
                <a:gd name="T63" fmla="*/ 670 h 720"/>
                <a:gd name="T64" fmla="*/ 627 w 632"/>
                <a:gd name="T65" fmla="*/ 712 h 720"/>
                <a:gd name="T66" fmla="*/ 632 w 632"/>
                <a:gd name="T67" fmla="*/ 717 h 720"/>
                <a:gd name="T68" fmla="*/ 630 w 632"/>
                <a:gd name="T69" fmla="*/ 72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20">
                  <a:moveTo>
                    <a:pt x="630" y="720"/>
                  </a:moveTo>
                  <a:cubicBezTo>
                    <a:pt x="624" y="714"/>
                    <a:pt x="624" y="714"/>
                    <a:pt x="624" y="714"/>
                  </a:cubicBezTo>
                  <a:cubicBezTo>
                    <a:pt x="623" y="714"/>
                    <a:pt x="623" y="713"/>
                    <a:pt x="623" y="713"/>
                  </a:cubicBezTo>
                  <a:cubicBezTo>
                    <a:pt x="623" y="670"/>
                    <a:pt x="623" y="670"/>
                    <a:pt x="623" y="670"/>
                  </a:cubicBezTo>
                  <a:cubicBezTo>
                    <a:pt x="591" y="639"/>
                    <a:pt x="591" y="639"/>
                    <a:pt x="591" y="639"/>
                  </a:cubicBezTo>
                  <a:cubicBezTo>
                    <a:pt x="562" y="639"/>
                    <a:pt x="562" y="639"/>
                    <a:pt x="562" y="639"/>
                  </a:cubicBezTo>
                  <a:cubicBezTo>
                    <a:pt x="561" y="639"/>
                    <a:pt x="561" y="638"/>
                    <a:pt x="560" y="638"/>
                  </a:cubicBezTo>
                  <a:cubicBezTo>
                    <a:pt x="404" y="482"/>
                    <a:pt x="404" y="482"/>
                    <a:pt x="404" y="482"/>
                  </a:cubicBezTo>
                  <a:cubicBezTo>
                    <a:pt x="404" y="482"/>
                    <a:pt x="404" y="481"/>
                    <a:pt x="404" y="481"/>
                  </a:cubicBezTo>
                  <a:cubicBezTo>
                    <a:pt x="404" y="436"/>
                    <a:pt x="404" y="436"/>
                    <a:pt x="404" y="436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8" y="86"/>
                    <a:pt x="59" y="86"/>
                  </a:cubicBezTo>
                  <a:cubicBezTo>
                    <a:pt x="407" y="434"/>
                    <a:pt x="407" y="434"/>
                    <a:pt x="407" y="434"/>
                  </a:cubicBezTo>
                  <a:cubicBezTo>
                    <a:pt x="407" y="434"/>
                    <a:pt x="407" y="435"/>
                    <a:pt x="407" y="435"/>
                  </a:cubicBezTo>
                  <a:cubicBezTo>
                    <a:pt x="407" y="480"/>
                    <a:pt x="407" y="480"/>
                    <a:pt x="407" y="480"/>
                  </a:cubicBezTo>
                  <a:cubicBezTo>
                    <a:pt x="562" y="635"/>
                    <a:pt x="562" y="635"/>
                    <a:pt x="562" y="635"/>
                  </a:cubicBezTo>
                  <a:cubicBezTo>
                    <a:pt x="592" y="635"/>
                    <a:pt x="592" y="635"/>
                    <a:pt x="592" y="635"/>
                  </a:cubicBezTo>
                  <a:cubicBezTo>
                    <a:pt x="593" y="635"/>
                    <a:pt x="593" y="635"/>
                    <a:pt x="593" y="636"/>
                  </a:cubicBezTo>
                  <a:cubicBezTo>
                    <a:pt x="626" y="669"/>
                    <a:pt x="626" y="669"/>
                    <a:pt x="626" y="669"/>
                  </a:cubicBezTo>
                  <a:cubicBezTo>
                    <a:pt x="627" y="669"/>
                    <a:pt x="627" y="669"/>
                    <a:pt x="627" y="670"/>
                  </a:cubicBezTo>
                  <a:cubicBezTo>
                    <a:pt x="627" y="712"/>
                    <a:pt x="627" y="712"/>
                    <a:pt x="627" y="712"/>
                  </a:cubicBezTo>
                  <a:cubicBezTo>
                    <a:pt x="632" y="717"/>
                    <a:pt x="632" y="717"/>
                    <a:pt x="632" y="717"/>
                  </a:cubicBezTo>
                  <a:lnTo>
                    <a:pt x="630" y="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7" name="Freeform 550"/>
            <p:cNvSpPr>
              <a:spLocks/>
            </p:cNvSpPr>
            <p:nvPr/>
          </p:nvSpPr>
          <p:spPr bwMode="auto">
            <a:xfrm flipV="1">
              <a:off x="2406652" y="6234111"/>
              <a:ext cx="2371725" cy="2919413"/>
            </a:xfrm>
            <a:custGeom>
              <a:avLst/>
              <a:gdLst>
                <a:gd name="T0" fmla="*/ 507 w 632"/>
                <a:gd name="T1" fmla="*/ 778 h 778"/>
                <a:gd name="T2" fmla="*/ 507 w 632"/>
                <a:gd name="T3" fmla="*/ 774 h 778"/>
                <a:gd name="T4" fmla="*/ 554 w 632"/>
                <a:gd name="T5" fmla="*/ 774 h 778"/>
                <a:gd name="T6" fmla="*/ 629 w 632"/>
                <a:gd name="T7" fmla="*/ 699 h 778"/>
                <a:gd name="T8" fmla="*/ 629 w 632"/>
                <a:gd name="T9" fmla="*/ 661 h 778"/>
                <a:gd name="T10" fmla="*/ 609 w 632"/>
                <a:gd name="T11" fmla="*/ 641 h 778"/>
                <a:gd name="T12" fmla="*/ 609 w 632"/>
                <a:gd name="T13" fmla="*/ 640 h 778"/>
                <a:gd name="T14" fmla="*/ 609 w 632"/>
                <a:gd name="T15" fmla="*/ 614 h 778"/>
                <a:gd name="T16" fmla="*/ 563 w 632"/>
                <a:gd name="T17" fmla="*/ 568 h 778"/>
                <a:gd name="T18" fmla="*/ 522 w 632"/>
                <a:gd name="T19" fmla="*/ 568 h 778"/>
                <a:gd name="T20" fmla="*/ 520 w 632"/>
                <a:gd name="T21" fmla="*/ 568 h 778"/>
                <a:gd name="T22" fmla="*/ 394 w 632"/>
                <a:gd name="T23" fmla="*/ 441 h 778"/>
                <a:gd name="T24" fmla="*/ 393 w 632"/>
                <a:gd name="T25" fmla="*/ 440 h 778"/>
                <a:gd name="T26" fmla="*/ 393 w 632"/>
                <a:gd name="T27" fmla="*/ 371 h 778"/>
                <a:gd name="T28" fmla="*/ 25 w 632"/>
                <a:gd name="T29" fmla="*/ 3 h 778"/>
                <a:gd name="T30" fmla="*/ 0 w 632"/>
                <a:gd name="T31" fmla="*/ 3 h 778"/>
                <a:gd name="T32" fmla="*/ 0 w 632"/>
                <a:gd name="T33" fmla="*/ 0 h 778"/>
                <a:gd name="T34" fmla="*/ 26 w 632"/>
                <a:gd name="T35" fmla="*/ 0 h 778"/>
                <a:gd name="T36" fmla="*/ 27 w 632"/>
                <a:gd name="T37" fmla="*/ 0 h 778"/>
                <a:gd name="T38" fmla="*/ 396 w 632"/>
                <a:gd name="T39" fmla="*/ 369 h 778"/>
                <a:gd name="T40" fmla="*/ 397 w 632"/>
                <a:gd name="T41" fmla="*/ 371 h 778"/>
                <a:gd name="T42" fmla="*/ 397 w 632"/>
                <a:gd name="T43" fmla="*/ 439 h 778"/>
                <a:gd name="T44" fmla="*/ 522 w 632"/>
                <a:gd name="T45" fmla="*/ 565 h 778"/>
                <a:gd name="T46" fmla="*/ 564 w 632"/>
                <a:gd name="T47" fmla="*/ 565 h 778"/>
                <a:gd name="T48" fmla="*/ 565 w 632"/>
                <a:gd name="T49" fmla="*/ 565 h 778"/>
                <a:gd name="T50" fmla="*/ 612 w 632"/>
                <a:gd name="T51" fmla="*/ 612 h 778"/>
                <a:gd name="T52" fmla="*/ 612 w 632"/>
                <a:gd name="T53" fmla="*/ 613 h 778"/>
                <a:gd name="T54" fmla="*/ 612 w 632"/>
                <a:gd name="T55" fmla="*/ 640 h 778"/>
                <a:gd name="T56" fmla="*/ 632 w 632"/>
                <a:gd name="T57" fmla="*/ 659 h 778"/>
                <a:gd name="T58" fmla="*/ 632 w 632"/>
                <a:gd name="T59" fmla="*/ 660 h 778"/>
                <a:gd name="T60" fmla="*/ 632 w 632"/>
                <a:gd name="T61" fmla="*/ 700 h 778"/>
                <a:gd name="T62" fmla="*/ 632 w 632"/>
                <a:gd name="T63" fmla="*/ 701 h 778"/>
                <a:gd name="T64" fmla="*/ 556 w 632"/>
                <a:gd name="T65" fmla="*/ 777 h 778"/>
                <a:gd name="T66" fmla="*/ 554 w 632"/>
                <a:gd name="T67" fmla="*/ 778 h 778"/>
                <a:gd name="T68" fmla="*/ 507 w 632"/>
                <a:gd name="T69" fmla="*/ 778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78">
                  <a:moveTo>
                    <a:pt x="507" y="778"/>
                  </a:moveTo>
                  <a:cubicBezTo>
                    <a:pt x="507" y="774"/>
                    <a:pt x="507" y="774"/>
                    <a:pt x="507" y="774"/>
                  </a:cubicBezTo>
                  <a:cubicBezTo>
                    <a:pt x="554" y="774"/>
                    <a:pt x="554" y="774"/>
                    <a:pt x="554" y="774"/>
                  </a:cubicBezTo>
                  <a:cubicBezTo>
                    <a:pt x="629" y="699"/>
                    <a:pt x="629" y="699"/>
                    <a:pt x="629" y="699"/>
                  </a:cubicBezTo>
                  <a:cubicBezTo>
                    <a:pt x="629" y="661"/>
                    <a:pt x="629" y="661"/>
                    <a:pt x="629" y="661"/>
                  </a:cubicBezTo>
                  <a:cubicBezTo>
                    <a:pt x="609" y="641"/>
                    <a:pt x="609" y="641"/>
                    <a:pt x="609" y="641"/>
                  </a:cubicBezTo>
                  <a:cubicBezTo>
                    <a:pt x="609" y="641"/>
                    <a:pt x="609" y="641"/>
                    <a:pt x="609" y="640"/>
                  </a:cubicBezTo>
                  <a:cubicBezTo>
                    <a:pt x="609" y="614"/>
                    <a:pt x="609" y="614"/>
                    <a:pt x="609" y="614"/>
                  </a:cubicBezTo>
                  <a:cubicBezTo>
                    <a:pt x="563" y="568"/>
                    <a:pt x="563" y="568"/>
                    <a:pt x="563" y="568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1" y="568"/>
                    <a:pt x="521" y="568"/>
                    <a:pt x="520" y="568"/>
                  </a:cubicBezTo>
                  <a:cubicBezTo>
                    <a:pt x="394" y="441"/>
                    <a:pt x="394" y="441"/>
                    <a:pt x="394" y="441"/>
                  </a:cubicBezTo>
                  <a:cubicBezTo>
                    <a:pt x="393" y="441"/>
                    <a:pt x="393" y="441"/>
                    <a:pt x="393" y="440"/>
                  </a:cubicBezTo>
                  <a:cubicBezTo>
                    <a:pt x="393" y="371"/>
                    <a:pt x="393" y="371"/>
                    <a:pt x="393" y="371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396" y="369"/>
                    <a:pt x="396" y="369"/>
                    <a:pt x="396" y="369"/>
                  </a:cubicBezTo>
                  <a:cubicBezTo>
                    <a:pt x="396" y="370"/>
                    <a:pt x="397" y="370"/>
                    <a:pt x="397" y="371"/>
                  </a:cubicBezTo>
                  <a:cubicBezTo>
                    <a:pt x="397" y="439"/>
                    <a:pt x="397" y="439"/>
                    <a:pt x="397" y="439"/>
                  </a:cubicBezTo>
                  <a:cubicBezTo>
                    <a:pt x="522" y="565"/>
                    <a:pt x="522" y="565"/>
                    <a:pt x="522" y="565"/>
                  </a:cubicBezTo>
                  <a:cubicBezTo>
                    <a:pt x="564" y="565"/>
                    <a:pt x="564" y="565"/>
                    <a:pt x="564" y="565"/>
                  </a:cubicBezTo>
                  <a:cubicBezTo>
                    <a:pt x="565" y="565"/>
                    <a:pt x="565" y="565"/>
                    <a:pt x="565" y="565"/>
                  </a:cubicBezTo>
                  <a:cubicBezTo>
                    <a:pt x="612" y="612"/>
                    <a:pt x="612" y="612"/>
                    <a:pt x="612" y="612"/>
                  </a:cubicBezTo>
                  <a:cubicBezTo>
                    <a:pt x="612" y="612"/>
                    <a:pt x="612" y="612"/>
                    <a:pt x="612" y="613"/>
                  </a:cubicBezTo>
                  <a:cubicBezTo>
                    <a:pt x="612" y="640"/>
                    <a:pt x="612" y="640"/>
                    <a:pt x="612" y="640"/>
                  </a:cubicBezTo>
                  <a:cubicBezTo>
                    <a:pt x="632" y="659"/>
                    <a:pt x="632" y="659"/>
                    <a:pt x="632" y="659"/>
                  </a:cubicBezTo>
                  <a:cubicBezTo>
                    <a:pt x="632" y="660"/>
                    <a:pt x="632" y="660"/>
                    <a:pt x="632" y="660"/>
                  </a:cubicBezTo>
                  <a:cubicBezTo>
                    <a:pt x="632" y="700"/>
                    <a:pt x="632" y="700"/>
                    <a:pt x="632" y="700"/>
                  </a:cubicBezTo>
                  <a:cubicBezTo>
                    <a:pt x="632" y="700"/>
                    <a:pt x="632" y="700"/>
                    <a:pt x="632" y="701"/>
                  </a:cubicBezTo>
                  <a:cubicBezTo>
                    <a:pt x="556" y="777"/>
                    <a:pt x="556" y="777"/>
                    <a:pt x="556" y="777"/>
                  </a:cubicBezTo>
                  <a:cubicBezTo>
                    <a:pt x="555" y="777"/>
                    <a:pt x="555" y="778"/>
                    <a:pt x="554" y="778"/>
                  </a:cubicBezTo>
                  <a:lnTo>
                    <a:pt x="507" y="77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8" name="Freeform 551"/>
            <p:cNvSpPr>
              <a:spLocks/>
            </p:cNvSpPr>
            <p:nvPr/>
          </p:nvSpPr>
          <p:spPr bwMode="auto">
            <a:xfrm flipV="1">
              <a:off x="2235202" y="6778623"/>
              <a:ext cx="2641600" cy="2798763"/>
            </a:xfrm>
            <a:custGeom>
              <a:avLst/>
              <a:gdLst>
                <a:gd name="T0" fmla="*/ 702 w 704"/>
                <a:gd name="T1" fmla="*/ 746 h 746"/>
                <a:gd name="T2" fmla="*/ 632 w 704"/>
                <a:gd name="T3" fmla="*/ 676 h 746"/>
                <a:gd name="T4" fmla="*/ 631 w 704"/>
                <a:gd name="T5" fmla="*/ 675 h 746"/>
                <a:gd name="T6" fmla="*/ 631 w 704"/>
                <a:gd name="T7" fmla="*/ 633 h 746"/>
                <a:gd name="T8" fmla="*/ 0 w 704"/>
                <a:gd name="T9" fmla="*/ 2 h 746"/>
                <a:gd name="T10" fmla="*/ 2 w 704"/>
                <a:gd name="T11" fmla="*/ 0 h 746"/>
                <a:gd name="T12" fmla="*/ 634 w 704"/>
                <a:gd name="T13" fmla="*/ 632 h 746"/>
                <a:gd name="T14" fmla="*/ 635 w 704"/>
                <a:gd name="T15" fmla="*/ 633 h 746"/>
                <a:gd name="T16" fmla="*/ 635 w 704"/>
                <a:gd name="T17" fmla="*/ 674 h 746"/>
                <a:gd name="T18" fmla="*/ 704 w 704"/>
                <a:gd name="T19" fmla="*/ 744 h 746"/>
                <a:gd name="T20" fmla="*/ 702 w 704"/>
                <a:gd name="T21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4" h="746">
                  <a:moveTo>
                    <a:pt x="702" y="746"/>
                  </a:moveTo>
                  <a:cubicBezTo>
                    <a:pt x="632" y="676"/>
                    <a:pt x="632" y="676"/>
                    <a:pt x="632" y="676"/>
                  </a:cubicBezTo>
                  <a:cubicBezTo>
                    <a:pt x="632" y="676"/>
                    <a:pt x="631" y="675"/>
                    <a:pt x="631" y="675"/>
                  </a:cubicBezTo>
                  <a:cubicBezTo>
                    <a:pt x="631" y="633"/>
                    <a:pt x="631" y="633"/>
                    <a:pt x="631" y="6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34" y="632"/>
                    <a:pt x="634" y="632"/>
                    <a:pt x="634" y="632"/>
                  </a:cubicBezTo>
                  <a:cubicBezTo>
                    <a:pt x="635" y="632"/>
                    <a:pt x="635" y="632"/>
                    <a:pt x="635" y="633"/>
                  </a:cubicBezTo>
                  <a:cubicBezTo>
                    <a:pt x="635" y="674"/>
                    <a:pt x="635" y="674"/>
                    <a:pt x="635" y="674"/>
                  </a:cubicBezTo>
                  <a:cubicBezTo>
                    <a:pt x="704" y="744"/>
                    <a:pt x="704" y="744"/>
                    <a:pt x="704" y="744"/>
                  </a:cubicBezTo>
                  <a:lnTo>
                    <a:pt x="702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9" name="Freeform 552"/>
            <p:cNvSpPr>
              <a:spLocks/>
            </p:cNvSpPr>
            <p:nvPr/>
          </p:nvSpPr>
          <p:spPr bwMode="auto">
            <a:xfrm flipV="1">
              <a:off x="2879727" y="7400924"/>
              <a:ext cx="1812925" cy="1854200"/>
            </a:xfrm>
            <a:custGeom>
              <a:avLst/>
              <a:gdLst>
                <a:gd name="T0" fmla="*/ 464 w 483"/>
                <a:gd name="T1" fmla="*/ 494 h 494"/>
                <a:gd name="T2" fmla="*/ 461 w 483"/>
                <a:gd name="T3" fmla="*/ 494 h 494"/>
                <a:gd name="T4" fmla="*/ 461 w 483"/>
                <a:gd name="T5" fmla="*/ 465 h 494"/>
                <a:gd name="T6" fmla="*/ 462 w 483"/>
                <a:gd name="T7" fmla="*/ 463 h 494"/>
                <a:gd name="T8" fmla="*/ 480 w 483"/>
                <a:gd name="T9" fmla="*/ 445 h 494"/>
                <a:gd name="T10" fmla="*/ 480 w 483"/>
                <a:gd name="T11" fmla="*/ 429 h 494"/>
                <a:gd name="T12" fmla="*/ 269 w 483"/>
                <a:gd name="T13" fmla="*/ 218 h 494"/>
                <a:gd name="T14" fmla="*/ 217 w 483"/>
                <a:gd name="T15" fmla="*/ 218 h 494"/>
                <a:gd name="T16" fmla="*/ 215 w 483"/>
                <a:gd name="T17" fmla="*/ 218 h 494"/>
                <a:gd name="T18" fmla="*/ 0 w 483"/>
                <a:gd name="T19" fmla="*/ 2 h 494"/>
                <a:gd name="T20" fmla="*/ 2 w 483"/>
                <a:gd name="T21" fmla="*/ 0 h 494"/>
                <a:gd name="T22" fmla="*/ 217 w 483"/>
                <a:gd name="T23" fmla="*/ 215 h 494"/>
                <a:gd name="T24" fmla="*/ 270 w 483"/>
                <a:gd name="T25" fmla="*/ 215 h 494"/>
                <a:gd name="T26" fmla="*/ 271 w 483"/>
                <a:gd name="T27" fmla="*/ 215 h 494"/>
                <a:gd name="T28" fmla="*/ 483 w 483"/>
                <a:gd name="T29" fmla="*/ 427 h 494"/>
                <a:gd name="T30" fmla="*/ 483 w 483"/>
                <a:gd name="T31" fmla="*/ 428 h 494"/>
                <a:gd name="T32" fmla="*/ 483 w 483"/>
                <a:gd name="T33" fmla="*/ 446 h 494"/>
                <a:gd name="T34" fmla="*/ 483 w 483"/>
                <a:gd name="T35" fmla="*/ 447 h 494"/>
                <a:gd name="T36" fmla="*/ 464 w 483"/>
                <a:gd name="T37" fmla="*/ 465 h 494"/>
                <a:gd name="T38" fmla="*/ 464 w 483"/>
                <a:gd name="T39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4">
                  <a:moveTo>
                    <a:pt x="464" y="494"/>
                  </a:moveTo>
                  <a:cubicBezTo>
                    <a:pt x="461" y="494"/>
                    <a:pt x="461" y="494"/>
                    <a:pt x="461" y="494"/>
                  </a:cubicBezTo>
                  <a:cubicBezTo>
                    <a:pt x="461" y="465"/>
                    <a:pt x="461" y="465"/>
                    <a:pt x="461" y="465"/>
                  </a:cubicBezTo>
                  <a:cubicBezTo>
                    <a:pt x="461" y="464"/>
                    <a:pt x="461" y="464"/>
                    <a:pt x="462" y="463"/>
                  </a:cubicBezTo>
                  <a:cubicBezTo>
                    <a:pt x="480" y="445"/>
                    <a:pt x="480" y="445"/>
                    <a:pt x="480" y="445"/>
                  </a:cubicBezTo>
                  <a:cubicBezTo>
                    <a:pt x="480" y="429"/>
                    <a:pt x="480" y="429"/>
                    <a:pt x="480" y="429"/>
                  </a:cubicBezTo>
                  <a:cubicBezTo>
                    <a:pt x="269" y="218"/>
                    <a:pt x="269" y="218"/>
                    <a:pt x="269" y="218"/>
                  </a:cubicBezTo>
                  <a:cubicBezTo>
                    <a:pt x="217" y="218"/>
                    <a:pt x="217" y="218"/>
                    <a:pt x="217" y="218"/>
                  </a:cubicBezTo>
                  <a:cubicBezTo>
                    <a:pt x="216" y="218"/>
                    <a:pt x="216" y="218"/>
                    <a:pt x="215" y="2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70" y="215"/>
                    <a:pt x="270" y="215"/>
                    <a:pt x="270" y="215"/>
                  </a:cubicBezTo>
                  <a:cubicBezTo>
                    <a:pt x="270" y="215"/>
                    <a:pt x="271" y="215"/>
                    <a:pt x="271" y="215"/>
                  </a:cubicBezTo>
                  <a:cubicBezTo>
                    <a:pt x="483" y="427"/>
                    <a:pt x="483" y="427"/>
                    <a:pt x="483" y="427"/>
                  </a:cubicBezTo>
                  <a:cubicBezTo>
                    <a:pt x="483" y="427"/>
                    <a:pt x="483" y="428"/>
                    <a:pt x="483" y="428"/>
                  </a:cubicBezTo>
                  <a:cubicBezTo>
                    <a:pt x="483" y="446"/>
                    <a:pt x="483" y="446"/>
                    <a:pt x="483" y="446"/>
                  </a:cubicBezTo>
                  <a:cubicBezTo>
                    <a:pt x="483" y="446"/>
                    <a:pt x="483" y="447"/>
                    <a:pt x="483" y="447"/>
                  </a:cubicBezTo>
                  <a:cubicBezTo>
                    <a:pt x="464" y="465"/>
                    <a:pt x="464" y="465"/>
                    <a:pt x="464" y="465"/>
                  </a:cubicBezTo>
                  <a:lnTo>
                    <a:pt x="464" y="4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0" name="Freeform 553"/>
            <p:cNvSpPr>
              <a:spLocks/>
            </p:cNvSpPr>
            <p:nvPr/>
          </p:nvSpPr>
          <p:spPr bwMode="auto">
            <a:xfrm flipV="1">
              <a:off x="2786064" y="6770686"/>
              <a:ext cx="2360612" cy="2897188"/>
            </a:xfrm>
            <a:custGeom>
              <a:avLst/>
              <a:gdLst>
                <a:gd name="T0" fmla="*/ 629 w 629"/>
                <a:gd name="T1" fmla="*/ 772 h 772"/>
                <a:gd name="T2" fmla="*/ 590 w 629"/>
                <a:gd name="T3" fmla="*/ 772 h 772"/>
                <a:gd name="T4" fmla="*/ 587 w 629"/>
                <a:gd name="T5" fmla="*/ 771 h 772"/>
                <a:gd name="T6" fmla="*/ 505 w 629"/>
                <a:gd name="T7" fmla="*/ 688 h 772"/>
                <a:gd name="T8" fmla="*/ 504 w 629"/>
                <a:gd name="T9" fmla="*/ 686 h 772"/>
                <a:gd name="T10" fmla="*/ 504 w 629"/>
                <a:gd name="T11" fmla="*/ 645 h 772"/>
                <a:gd name="T12" fmla="*/ 505 w 629"/>
                <a:gd name="T13" fmla="*/ 643 h 772"/>
                <a:gd name="T14" fmla="*/ 519 w 629"/>
                <a:gd name="T15" fmla="*/ 628 h 772"/>
                <a:gd name="T16" fmla="*/ 519 w 629"/>
                <a:gd name="T17" fmla="*/ 582 h 772"/>
                <a:gd name="T18" fmla="*/ 520 w 629"/>
                <a:gd name="T19" fmla="*/ 580 h 772"/>
                <a:gd name="T20" fmla="*/ 549 w 629"/>
                <a:gd name="T21" fmla="*/ 551 h 772"/>
                <a:gd name="T22" fmla="*/ 549 w 629"/>
                <a:gd name="T23" fmla="*/ 539 h 772"/>
                <a:gd name="T24" fmla="*/ 294 w 629"/>
                <a:gd name="T25" fmla="*/ 284 h 772"/>
                <a:gd name="T26" fmla="*/ 256 w 629"/>
                <a:gd name="T27" fmla="*/ 284 h 772"/>
                <a:gd name="T28" fmla="*/ 253 w 629"/>
                <a:gd name="T29" fmla="*/ 283 h 772"/>
                <a:gd name="T30" fmla="*/ 175 w 629"/>
                <a:gd name="T31" fmla="*/ 204 h 772"/>
                <a:gd name="T32" fmla="*/ 173 w 629"/>
                <a:gd name="T33" fmla="*/ 201 h 772"/>
                <a:gd name="T34" fmla="*/ 174 w 629"/>
                <a:gd name="T35" fmla="*/ 178 h 772"/>
                <a:gd name="T36" fmla="*/ 0 w 629"/>
                <a:gd name="T37" fmla="*/ 5 h 772"/>
                <a:gd name="T38" fmla="*/ 5 w 629"/>
                <a:gd name="T39" fmla="*/ 0 h 772"/>
                <a:gd name="T40" fmla="*/ 179 w 629"/>
                <a:gd name="T41" fmla="*/ 174 h 772"/>
                <a:gd name="T42" fmla="*/ 180 w 629"/>
                <a:gd name="T43" fmla="*/ 177 h 772"/>
                <a:gd name="T44" fmla="*/ 180 w 629"/>
                <a:gd name="T45" fmla="*/ 200 h 772"/>
                <a:gd name="T46" fmla="*/ 257 w 629"/>
                <a:gd name="T47" fmla="*/ 277 h 772"/>
                <a:gd name="T48" fmla="*/ 295 w 629"/>
                <a:gd name="T49" fmla="*/ 277 h 772"/>
                <a:gd name="T50" fmla="*/ 298 w 629"/>
                <a:gd name="T51" fmla="*/ 278 h 772"/>
                <a:gd name="T52" fmla="*/ 555 w 629"/>
                <a:gd name="T53" fmla="*/ 535 h 772"/>
                <a:gd name="T54" fmla="*/ 556 w 629"/>
                <a:gd name="T55" fmla="*/ 537 h 772"/>
                <a:gd name="T56" fmla="*/ 556 w 629"/>
                <a:gd name="T57" fmla="*/ 552 h 772"/>
                <a:gd name="T58" fmla="*/ 555 w 629"/>
                <a:gd name="T59" fmla="*/ 555 h 772"/>
                <a:gd name="T60" fmla="*/ 526 w 629"/>
                <a:gd name="T61" fmla="*/ 584 h 772"/>
                <a:gd name="T62" fmla="*/ 526 w 629"/>
                <a:gd name="T63" fmla="*/ 630 h 772"/>
                <a:gd name="T64" fmla="*/ 525 w 629"/>
                <a:gd name="T65" fmla="*/ 632 h 772"/>
                <a:gd name="T66" fmla="*/ 511 w 629"/>
                <a:gd name="T67" fmla="*/ 647 h 772"/>
                <a:gd name="T68" fmla="*/ 511 w 629"/>
                <a:gd name="T69" fmla="*/ 684 h 772"/>
                <a:gd name="T70" fmla="*/ 591 w 629"/>
                <a:gd name="T71" fmla="*/ 765 h 772"/>
                <a:gd name="T72" fmla="*/ 629 w 629"/>
                <a:gd name="T73" fmla="*/ 765 h 772"/>
                <a:gd name="T74" fmla="*/ 629 w 629"/>
                <a:gd name="T75" fmla="*/ 772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9" h="772">
                  <a:moveTo>
                    <a:pt x="629" y="772"/>
                  </a:moveTo>
                  <a:cubicBezTo>
                    <a:pt x="590" y="772"/>
                    <a:pt x="590" y="772"/>
                    <a:pt x="590" y="772"/>
                  </a:cubicBezTo>
                  <a:cubicBezTo>
                    <a:pt x="589" y="772"/>
                    <a:pt x="588" y="771"/>
                    <a:pt x="587" y="771"/>
                  </a:cubicBezTo>
                  <a:cubicBezTo>
                    <a:pt x="505" y="688"/>
                    <a:pt x="505" y="688"/>
                    <a:pt x="505" y="688"/>
                  </a:cubicBezTo>
                  <a:cubicBezTo>
                    <a:pt x="504" y="687"/>
                    <a:pt x="504" y="687"/>
                    <a:pt x="504" y="686"/>
                  </a:cubicBezTo>
                  <a:cubicBezTo>
                    <a:pt x="504" y="645"/>
                    <a:pt x="504" y="645"/>
                    <a:pt x="504" y="645"/>
                  </a:cubicBezTo>
                  <a:cubicBezTo>
                    <a:pt x="504" y="644"/>
                    <a:pt x="504" y="644"/>
                    <a:pt x="505" y="643"/>
                  </a:cubicBezTo>
                  <a:cubicBezTo>
                    <a:pt x="519" y="628"/>
                    <a:pt x="519" y="628"/>
                    <a:pt x="519" y="628"/>
                  </a:cubicBezTo>
                  <a:cubicBezTo>
                    <a:pt x="519" y="582"/>
                    <a:pt x="519" y="582"/>
                    <a:pt x="519" y="582"/>
                  </a:cubicBezTo>
                  <a:cubicBezTo>
                    <a:pt x="519" y="581"/>
                    <a:pt x="520" y="580"/>
                    <a:pt x="520" y="580"/>
                  </a:cubicBezTo>
                  <a:cubicBezTo>
                    <a:pt x="549" y="551"/>
                    <a:pt x="549" y="551"/>
                    <a:pt x="549" y="551"/>
                  </a:cubicBezTo>
                  <a:cubicBezTo>
                    <a:pt x="549" y="539"/>
                    <a:pt x="549" y="539"/>
                    <a:pt x="549" y="539"/>
                  </a:cubicBezTo>
                  <a:cubicBezTo>
                    <a:pt x="294" y="284"/>
                    <a:pt x="294" y="284"/>
                    <a:pt x="294" y="284"/>
                  </a:cubicBezTo>
                  <a:cubicBezTo>
                    <a:pt x="256" y="284"/>
                    <a:pt x="256" y="284"/>
                    <a:pt x="256" y="284"/>
                  </a:cubicBezTo>
                  <a:cubicBezTo>
                    <a:pt x="255" y="284"/>
                    <a:pt x="254" y="283"/>
                    <a:pt x="253" y="283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03"/>
                    <a:pt x="173" y="202"/>
                    <a:pt x="173" y="201"/>
                  </a:cubicBezTo>
                  <a:cubicBezTo>
                    <a:pt x="174" y="178"/>
                    <a:pt x="174" y="178"/>
                    <a:pt x="174" y="17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79" y="174"/>
                    <a:pt x="179" y="174"/>
                    <a:pt x="179" y="174"/>
                  </a:cubicBezTo>
                  <a:cubicBezTo>
                    <a:pt x="180" y="175"/>
                    <a:pt x="180" y="176"/>
                    <a:pt x="180" y="177"/>
                  </a:cubicBezTo>
                  <a:cubicBezTo>
                    <a:pt x="180" y="200"/>
                    <a:pt x="180" y="200"/>
                    <a:pt x="180" y="200"/>
                  </a:cubicBezTo>
                  <a:cubicBezTo>
                    <a:pt x="257" y="277"/>
                    <a:pt x="257" y="277"/>
                    <a:pt x="257" y="277"/>
                  </a:cubicBezTo>
                  <a:cubicBezTo>
                    <a:pt x="295" y="277"/>
                    <a:pt x="295" y="277"/>
                    <a:pt x="295" y="277"/>
                  </a:cubicBezTo>
                  <a:cubicBezTo>
                    <a:pt x="296" y="277"/>
                    <a:pt x="297" y="277"/>
                    <a:pt x="298" y="278"/>
                  </a:cubicBezTo>
                  <a:cubicBezTo>
                    <a:pt x="555" y="535"/>
                    <a:pt x="555" y="535"/>
                    <a:pt x="555" y="535"/>
                  </a:cubicBezTo>
                  <a:cubicBezTo>
                    <a:pt x="556" y="536"/>
                    <a:pt x="556" y="536"/>
                    <a:pt x="556" y="537"/>
                  </a:cubicBezTo>
                  <a:cubicBezTo>
                    <a:pt x="556" y="552"/>
                    <a:pt x="556" y="552"/>
                    <a:pt x="556" y="552"/>
                  </a:cubicBezTo>
                  <a:cubicBezTo>
                    <a:pt x="556" y="553"/>
                    <a:pt x="556" y="554"/>
                    <a:pt x="555" y="555"/>
                  </a:cubicBezTo>
                  <a:cubicBezTo>
                    <a:pt x="526" y="584"/>
                    <a:pt x="526" y="584"/>
                    <a:pt x="526" y="584"/>
                  </a:cubicBezTo>
                  <a:cubicBezTo>
                    <a:pt x="526" y="630"/>
                    <a:pt x="526" y="630"/>
                    <a:pt x="526" y="630"/>
                  </a:cubicBezTo>
                  <a:cubicBezTo>
                    <a:pt x="526" y="631"/>
                    <a:pt x="526" y="632"/>
                    <a:pt x="525" y="632"/>
                  </a:cubicBezTo>
                  <a:cubicBezTo>
                    <a:pt x="511" y="647"/>
                    <a:pt x="511" y="647"/>
                    <a:pt x="511" y="647"/>
                  </a:cubicBezTo>
                  <a:cubicBezTo>
                    <a:pt x="511" y="684"/>
                    <a:pt x="511" y="684"/>
                    <a:pt x="511" y="684"/>
                  </a:cubicBezTo>
                  <a:cubicBezTo>
                    <a:pt x="591" y="765"/>
                    <a:pt x="591" y="765"/>
                    <a:pt x="591" y="765"/>
                  </a:cubicBezTo>
                  <a:cubicBezTo>
                    <a:pt x="629" y="765"/>
                    <a:pt x="629" y="765"/>
                    <a:pt x="629" y="765"/>
                  </a:cubicBezTo>
                  <a:lnTo>
                    <a:pt x="629" y="77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1" name="Freeform 554"/>
            <p:cNvSpPr>
              <a:spLocks/>
            </p:cNvSpPr>
            <p:nvPr/>
          </p:nvSpPr>
          <p:spPr bwMode="auto">
            <a:xfrm flipV="1">
              <a:off x="2620964" y="7164386"/>
              <a:ext cx="2536825" cy="2800350"/>
            </a:xfrm>
            <a:custGeom>
              <a:avLst/>
              <a:gdLst>
                <a:gd name="T0" fmla="*/ 589 w 676"/>
                <a:gd name="T1" fmla="*/ 746 h 746"/>
                <a:gd name="T2" fmla="*/ 586 w 676"/>
                <a:gd name="T3" fmla="*/ 746 h 746"/>
                <a:gd name="T4" fmla="*/ 586 w 676"/>
                <a:gd name="T5" fmla="*/ 682 h 746"/>
                <a:gd name="T6" fmla="*/ 586 w 676"/>
                <a:gd name="T7" fmla="*/ 681 h 746"/>
                <a:gd name="T8" fmla="*/ 619 w 676"/>
                <a:gd name="T9" fmla="*/ 648 h 746"/>
                <a:gd name="T10" fmla="*/ 620 w 676"/>
                <a:gd name="T11" fmla="*/ 647 h 746"/>
                <a:gd name="T12" fmla="*/ 663 w 676"/>
                <a:gd name="T13" fmla="*/ 647 h 746"/>
                <a:gd name="T14" fmla="*/ 673 w 676"/>
                <a:gd name="T15" fmla="*/ 638 h 746"/>
                <a:gd name="T16" fmla="*/ 673 w 676"/>
                <a:gd name="T17" fmla="*/ 627 h 746"/>
                <a:gd name="T18" fmla="*/ 381 w 676"/>
                <a:gd name="T19" fmla="*/ 336 h 746"/>
                <a:gd name="T20" fmla="*/ 300 w 676"/>
                <a:gd name="T21" fmla="*/ 336 h 746"/>
                <a:gd name="T22" fmla="*/ 299 w 676"/>
                <a:gd name="T23" fmla="*/ 335 h 746"/>
                <a:gd name="T24" fmla="*/ 255 w 676"/>
                <a:gd name="T25" fmla="*/ 291 h 746"/>
                <a:gd name="T26" fmla="*/ 254 w 676"/>
                <a:gd name="T27" fmla="*/ 290 h 746"/>
                <a:gd name="T28" fmla="*/ 254 w 676"/>
                <a:gd name="T29" fmla="*/ 257 h 746"/>
                <a:gd name="T30" fmla="*/ 0 w 676"/>
                <a:gd name="T31" fmla="*/ 2 h 746"/>
                <a:gd name="T32" fmla="*/ 2 w 676"/>
                <a:gd name="T33" fmla="*/ 0 h 746"/>
                <a:gd name="T34" fmla="*/ 257 w 676"/>
                <a:gd name="T35" fmla="*/ 255 h 746"/>
                <a:gd name="T36" fmla="*/ 258 w 676"/>
                <a:gd name="T37" fmla="*/ 257 h 746"/>
                <a:gd name="T38" fmla="*/ 258 w 676"/>
                <a:gd name="T39" fmla="*/ 290 h 746"/>
                <a:gd name="T40" fmla="*/ 300 w 676"/>
                <a:gd name="T41" fmla="*/ 332 h 746"/>
                <a:gd name="T42" fmla="*/ 382 w 676"/>
                <a:gd name="T43" fmla="*/ 332 h 746"/>
                <a:gd name="T44" fmla="*/ 383 w 676"/>
                <a:gd name="T45" fmla="*/ 333 h 746"/>
                <a:gd name="T46" fmla="*/ 676 w 676"/>
                <a:gd name="T47" fmla="*/ 625 h 746"/>
                <a:gd name="T48" fmla="*/ 676 w 676"/>
                <a:gd name="T49" fmla="*/ 627 h 746"/>
                <a:gd name="T50" fmla="*/ 676 w 676"/>
                <a:gd name="T51" fmla="*/ 638 h 746"/>
                <a:gd name="T52" fmla="*/ 676 w 676"/>
                <a:gd name="T53" fmla="*/ 639 h 746"/>
                <a:gd name="T54" fmla="*/ 665 w 676"/>
                <a:gd name="T55" fmla="*/ 650 h 746"/>
                <a:gd name="T56" fmla="*/ 664 w 676"/>
                <a:gd name="T57" fmla="*/ 651 h 746"/>
                <a:gd name="T58" fmla="*/ 621 w 676"/>
                <a:gd name="T59" fmla="*/ 651 h 746"/>
                <a:gd name="T60" fmla="*/ 589 w 676"/>
                <a:gd name="T61" fmla="*/ 683 h 746"/>
                <a:gd name="T62" fmla="*/ 589 w 676"/>
                <a:gd name="T63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6" h="746">
                  <a:moveTo>
                    <a:pt x="589" y="746"/>
                  </a:moveTo>
                  <a:cubicBezTo>
                    <a:pt x="586" y="746"/>
                    <a:pt x="586" y="746"/>
                    <a:pt x="586" y="746"/>
                  </a:cubicBezTo>
                  <a:cubicBezTo>
                    <a:pt x="586" y="682"/>
                    <a:pt x="586" y="682"/>
                    <a:pt x="586" y="682"/>
                  </a:cubicBezTo>
                  <a:cubicBezTo>
                    <a:pt x="586" y="682"/>
                    <a:pt x="586" y="681"/>
                    <a:pt x="586" y="681"/>
                  </a:cubicBezTo>
                  <a:cubicBezTo>
                    <a:pt x="619" y="648"/>
                    <a:pt x="619" y="648"/>
                    <a:pt x="619" y="648"/>
                  </a:cubicBezTo>
                  <a:cubicBezTo>
                    <a:pt x="619" y="648"/>
                    <a:pt x="620" y="647"/>
                    <a:pt x="620" y="647"/>
                  </a:cubicBezTo>
                  <a:cubicBezTo>
                    <a:pt x="663" y="647"/>
                    <a:pt x="663" y="647"/>
                    <a:pt x="663" y="647"/>
                  </a:cubicBezTo>
                  <a:cubicBezTo>
                    <a:pt x="673" y="638"/>
                    <a:pt x="673" y="638"/>
                    <a:pt x="673" y="638"/>
                  </a:cubicBezTo>
                  <a:cubicBezTo>
                    <a:pt x="673" y="627"/>
                    <a:pt x="673" y="627"/>
                    <a:pt x="673" y="627"/>
                  </a:cubicBezTo>
                  <a:cubicBezTo>
                    <a:pt x="381" y="336"/>
                    <a:pt x="381" y="336"/>
                    <a:pt x="381" y="336"/>
                  </a:cubicBezTo>
                  <a:cubicBezTo>
                    <a:pt x="300" y="336"/>
                    <a:pt x="300" y="336"/>
                    <a:pt x="300" y="336"/>
                  </a:cubicBezTo>
                  <a:cubicBezTo>
                    <a:pt x="299" y="336"/>
                    <a:pt x="299" y="335"/>
                    <a:pt x="299" y="335"/>
                  </a:cubicBezTo>
                  <a:cubicBezTo>
                    <a:pt x="255" y="291"/>
                    <a:pt x="255" y="291"/>
                    <a:pt x="255" y="291"/>
                  </a:cubicBezTo>
                  <a:cubicBezTo>
                    <a:pt x="255" y="291"/>
                    <a:pt x="254" y="291"/>
                    <a:pt x="254" y="290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58" y="256"/>
                    <a:pt x="258" y="256"/>
                    <a:pt x="258" y="257"/>
                  </a:cubicBezTo>
                  <a:cubicBezTo>
                    <a:pt x="258" y="290"/>
                    <a:pt x="258" y="290"/>
                    <a:pt x="258" y="290"/>
                  </a:cubicBezTo>
                  <a:cubicBezTo>
                    <a:pt x="300" y="332"/>
                    <a:pt x="300" y="332"/>
                    <a:pt x="300" y="332"/>
                  </a:cubicBezTo>
                  <a:cubicBezTo>
                    <a:pt x="382" y="332"/>
                    <a:pt x="382" y="332"/>
                    <a:pt x="382" y="332"/>
                  </a:cubicBezTo>
                  <a:cubicBezTo>
                    <a:pt x="382" y="332"/>
                    <a:pt x="383" y="332"/>
                    <a:pt x="383" y="333"/>
                  </a:cubicBezTo>
                  <a:cubicBezTo>
                    <a:pt x="676" y="625"/>
                    <a:pt x="676" y="625"/>
                    <a:pt x="676" y="625"/>
                  </a:cubicBezTo>
                  <a:cubicBezTo>
                    <a:pt x="676" y="626"/>
                    <a:pt x="676" y="626"/>
                    <a:pt x="676" y="627"/>
                  </a:cubicBezTo>
                  <a:cubicBezTo>
                    <a:pt x="676" y="638"/>
                    <a:pt x="676" y="638"/>
                    <a:pt x="676" y="638"/>
                  </a:cubicBezTo>
                  <a:cubicBezTo>
                    <a:pt x="676" y="639"/>
                    <a:pt x="676" y="639"/>
                    <a:pt x="676" y="639"/>
                  </a:cubicBezTo>
                  <a:cubicBezTo>
                    <a:pt x="665" y="650"/>
                    <a:pt x="665" y="650"/>
                    <a:pt x="665" y="650"/>
                  </a:cubicBezTo>
                  <a:cubicBezTo>
                    <a:pt x="664" y="651"/>
                    <a:pt x="664" y="651"/>
                    <a:pt x="664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589" y="683"/>
                    <a:pt x="589" y="683"/>
                    <a:pt x="589" y="683"/>
                  </a:cubicBezTo>
                  <a:lnTo>
                    <a:pt x="589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2" name="Freeform 555"/>
            <p:cNvSpPr>
              <a:spLocks/>
            </p:cNvSpPr>
            <p:nvPr/>
          </p:nvSpPr>
          <p:spPr bwMode="auto">
            <a:xfrm flipV="1">
              <a:off x="1401764" y="6016623"/>
              <a:ext cx="3921125" cy="2751138"/>
            </a:xfrm>
            <a:custGeom>
              <a:avLst/>
              <a:gdLst>
                <a:gd name="T0" fmla="*/ 770 w 1045"/>
                <a:gd name="T1" fmla="*/ 733 h 733"/>
                <a:gd name="T2" fmla="*/ 766 w 1045"/>
                <a:gd name="T3" fmla="*/ 731 h 733"/>
                <a:gd name="T4" fmla="*/ 719 w 1045"/>
                <a:gd name="T5" fmla="*/ 684 h 733"/>
                <a:gd name="T6" fmla="*/ 617 w 1045"/>
                <a:gd name="T7" fmla="*/ 684 h 733"/>
                <a:gd name="T8" fmla="*/ 613 w 1045"/>
                <a:gd name="T9" fmla="*/ 682 h 733"/>
                <a:gd name="T10" fmla="*/ 406 w 1045"/>
                <a:gd name="T11" fmla="*/ 474 h 733"/>
                <a:gd name="T12" fmla="*/ 404 w 1045"/>
                <a:gd name="T13" fmla="*/ 470 h 733"/>
                <a:gd name="T14" fmla="*/ 404 w 1045"/>
                <a:gd name="T15" fmla="*/ 411 h 733"/>
                <a:gd name="T16" fmla="*/ 0 w 1045"/>
                <a:gd name="T17" fmla="*/ 8 h 733"/>
                <a:gd name="T18" fmla="*/ 8 w 1045"/>
                <a:gd name="T19" fmla="*/ 0 h 733"/>
                <a:gd name="T20" fmla="*/ 413 w 1045"/>
                <a:gd name="T21" fmla="*/ 405 h 733"/>
                <a:gd name="T22" fmla="*/ 414 w 1045"/>
                <a:gd name="T23" fmla="*/ 409 h 733"/>
                <a:gd name="T24" fmla="*/ 414 w 1045"/>
                <a:gd name="T25" fmla="*/ 468 h 733"/>
                <a:gd name="T26" fmla="*/ 619 w 1045"/>
                <a:gd name="T27" fmla="*/ 673 h 733"/>
                <a:gd name="T28" fmla="*/ 721 w 1045"/>
                <a:gd name="T29" fmla="*/ 673 h 733"/>
                <a:gd name="T30" fmla="*/ 724 w 1045"/>
                <a:gd name="T31" fmla="*/ 675 h 733"/>
                <a:gd name="T32" fmla="*/ 772 w 1045"/>
                <a:gd name="T33" fmla="*/ 722 h 733"/>
                <a:gd name="T34" fmla="*/ 861 w 1045"/>
                <a:gd name="T35" fmla="*/ 722 h 733"/>
                <a:gd name="T36" fmla="*/ 1013 w 1045"/>
                <a:gd name="T37" fmla="*/ 571 h 733"/>
                <a:gd name="T38" fmla="*/ 1016 w 1045"/>
                <a:gd name="T39" fmla="*/ 569 h 733"/>
                <a:gd name="T40" fmla="*/ 1045 w 1045"/>
                <a:gd name="T41" fmla="*/ 569 h 733"/>
                <a:gd name="T42" fmla="*/ 1045 w 1045"/>
                <a:gd name="T43" fmla="*/ 579 h 733"/>
                <a:gd name="T44" fmla="*/ 1018 w 1045"/>
                <a:gd name="T45" fmla="*/ 579 h 733"/>
                <a:gd name="T46" fmla="*/ 867 w 1045"/>
                <a:gd name="T47" fmla="*/ 731 h 733"/>
                <a:gd name="T48" fmla="*/ 863 w 1045"/>
                <a:gd name="T49" fmla="*/ 733 h 733"/>
                <a:gd name="T50" fmla="*/ 770 w 1045"/>
                <a:gd name="T51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45" h="733">
                  <a:moveTo>
                    <a:pt x="770" y="733"/>
                  </a:moveTo>
                  <a:cubicBezTo>
                    <a:pt x="768" y="733"/>
                    <a:pt x="767" y="732"/>
                    <a:pt x="766" y="731"/>
                  </a:cubicBezTo>
                  <a:cubicBezTo>
                    <a:pt x="719" y="684"/>
                    <a:pt x="719" y="684"/>
                    <a:pt x="719" y="684"/>
                  </a:cubicBezTo>
                  <a:cubicBezTo>
                    <a:pt x="617" y="684"/>
                    <a:pt x="617" y="684"/>
                    <a:pt x="617" y="684"/>
                  </a:cubicBezTo>
                  <a:cubicBezTo>
                    <a:pt x="616" y="684"/>
                    <a:pt x="614" y="683"/>
                    <a:pt x="613" y="682"/>
                  </a:cubicBezTo>
                  <a:cubicBezTo>
                    <a:pt x="406" y="474"/>
                    <a:pt x="406" y="474"/>
                    <a:pt x="406" y="474"/>
                  </a:cubicBezTo>
                  <a:cubicBezTo>
                    <a:pt x="405" y="473"/>
                    <a:pt x="404" y="472"/>
                    <a:pt x="404" y="470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13" y="405"/>
                    <a:pt x="413" y="405"/>
                    <a:pt x="413" y="405"/>
                  </a:cubicBezTo>
                  <a:cubicBezTo>
                    <a:pt x="414" y="406"/>
                    <a:pt x="414" y="408"/>
                    <a:pt x="414" y="409"/>
                  </a:cubicBezTo>
                  <a:cubicBezTo>
                    <a:pt x="414" y="468"/>
                    <a:pt x="414" y="468"/>
                    <a:pt x="414" y="468"/>
                  </a:cubicBezTo>
                  <a:cubicBezTo>
                    <a:pt x="619" y="673"/>
                    <a:pt x="619" y="673"/>
                    <a:pt x="619" y="673"/>
                  </a:cubicBezTo>
                  <a:cubicBezTo>
                    <a:pt x="721" y="673"/>
                    <a:pt x="721" y="673"/>
                    <a:pt x="721" y="673"/>
                  </a:cubicBezTo>
                  <a:cubicBezTo>
                    <a:pt x="722" y="673"/>
                    <a:pt x="723" y="674"/>
                    <a:pt x="724" y="675"/>
                  </a:cubicBezTo>
                  <a:cubicBezTo>
                    <a:pt x="772" y="722"/>
                    <a:pt x="772" y="722"/>
                    <a:pt x="772" y="722"/>
                  </a:cubicBezTo>
                  <a:cubicBezTo>
                    <a:pt x="861" y="722"/>
                    <a:pt x="861" y="722"/>
                    <a:pt x="861" y="722"/>
                  </a:cubicBezTo>
                  <a:cubicBezTo>
                    <a:pt x="1013" y="571"/>
                    <a:pt x="1013" y="571"/>
                    <a:pt x="1013" y="571"/>
                  </a:cubicBezTo>
                  <a:cubicBezTo>
                    <a:pt x="1014" y="570"/>
                    <a:pt x="1015" y="569"/>
                    <a:pt x="1016" y="569"/>
                  </a:cubicBezTo>
                  <a:cubicBezTo>
                    <a:pt x="1045" y="569"/>
                    <a:pt x="1045" y="569"/>
                    <a:pt x="1045" y="569"/>
                  </a:cubicBezTo>
                  <a:cubicBezTo>
                    <a:pt x="1045" y="579"/>
                    <a:pt x="1045" y="579"/>
                    <a:pt x="1045" y="579"/>
                  </a:cubicBezTo>
                  <a:cubicBezTo>
                    <a:pt x="1018" y="579"/>
                    <a:pt x="1018" y="579"/>
                    <a:pt x="1018" y="579"/>
                  </a:cubicBezTo>
                  <a:cubicBezTo>
                    <a:pt x="867" y="731"/>
                    <a:pt x="867" y="731"/>
                    <a:pt x="867" y="731"/>
                  </a:cubicBezTo>
                  <a:cubicBezTo>
                    <a:pt x="866" y="732"/>
                    <a:pt x="865" y="733"/>
                    <a:pt x="863" y="733"/>
                  </a:cubicBezTo>
                  <a:lnTo>
                    <a:pt x="770" y="7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3" name="Oval 556"/>
            <p:cNvSpPr>
              <a:spLocks noChangeArrowheads="1"/>
            </p:cNvSpPr>
            <p:nvPr/>
          </p:nvSpPr>
          <p:spPr bwMode="auto">
            <a:xfrm flipV="1">
              <a:off x="3803652" y="6165849"/>
              <a:ext cx="101600" cy="1016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4" name="Freeform 557"/>
            <p:cNvSpPr>
              <a:spLocks noEditPoints="1"/>
            </p:cNvSpPr>
            <p:nvPr/>
          </p:nvSpPr>
          <p:spPr bwMode="auto">
            <a:xfrm flipV="1">
              <a:off x="2295527" y="53403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3 h 25"/>
                <a:gd name="T12" fmla="*/ 12 w 25"/>
                <a:gd name="T13" fmla="*/ 5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5" name="Freeform 558"/>
            <p:cNvSpPr>
              <a:spLocks noEditPoints="1"/>
            </p:cNvSpPr>
            <p:nvPr/>
          </p:nvSpPr>
          <p:spPr bwMode="auto">
            <a:xfrm flipV="1">
              <a:off x="2681289" y="4984748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5 w 25"/>
                <a:gd name="T23" fmla="*/ 13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6" name="Freeform 559"/>
            <p:cNvSpPr>
              <a:spLocks/>
            </p:cNvSpPr>
            <p:nvPr/>
          </p:nvSpPr>
          <p:spPr bwMode="auto">
            <a:xfrm flipV="1">
              <a:off x="-1900236" y="1797048"/>
              <a:ext cx="3981450" cy="1446213"/>
            </a:xfrm>
            <a:custGeom>
              <a:avLst/>
              <a:gdLst>
                <a:gd name="T0" fmla="*/ 603 w 1061"/>
                <a:gd name="T1" fmla="*/ 385 h 385"/>
                <a:gd name="T2" fmla="*/ 0 w 1061"/>
                <a:gd name="T3" fmla="*/ 385 h 385"/>
                <a:gd name="T4" fmla="*/ 0 w 1061"/>
                <a:gd name="T5" fmla="*/ 371 h 385"/>
                <a:gd name="T6" fmla="*/ 600 w 1061"/>
                <a:gd name="T7" fmla="*/ 371 h 385"/>
                <a:gd name="T8" fmla="*/ 969 w 1061"/>
                <a:gd name="T9" fmla="*/ 2 h 385"/>
                <a:gd name="T10" fmla="*/ 974 w 1061"/>
                <a:gd name="T11" fmla="*/ 0 h 385"/>
                <a:gd name="T12" fmla="*/ 1061 w 1061"/>
                <a:gd name="T13" fmla="*/ 0 h 385"/>
                <a:gd name="T14" fmla="*/ 1061 w 1061"/>
                <a:gd name="T15" fmla="*/ 13 h 385"/>
                <a:gd name="T16" fmla="*/ 977 w 1061"/>
                <a:gd name="T17" fmla="*/ 13 h 385"/>
                <a:gd name="T18" fmla="*/ 607 w 1061"/>
                <a:gd name="T19" fmla="*/ 383 h 385"/>
                <a:gd name="T20" fmla="*/ 603 w 1061"/>
                <a:gd name="T21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1" h="385">
                  <a:moveTo>
                    <a:pt x="603" y="385"/>
                  </a:moveTo>
                  <a:cubicBezTo>
                    <a:pt x="0" y="385"/>
                    <a:pt x="0" y="385"/>
                    <a:pt x="0" y="385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600" y="371"/>
                    <a:pt x="600" y="371"/>
                    <a:pt x="600" y="371"/>
                  </a:cubicBezTo>
                  <a:cubicBezTo>
                    <a:pt x="969" y="2"/>
                    <a:pt x="969" y="2"/>
                    <a:pt x="969" y="2"/>
                  </a:cubicBezTo>
                  <a:cubicBezTo>
                    <a:pt x="971" y="0"/>
                    <a:pt x="972" y="0"/>
                    <a:pt x="974" y="0"/>
                  </a:cubicBezTo>
                  <a:cubicBezTo>
                    <a:pt x="1061" y="0"/>
                    <a:pt x="1061" y="0"/>
                    <a:pt x="1061" y="0"/>
                  </a:cubicBezTo>
                  <a:cubicBezTo>
                    <a:pt x="1061" y="13"/>
                    <a:pt x="1061" y="13"/>
                    <a:pt x="1061" y="13"/>
                  </a:cubicBezTo>
                  <a:cubicBezTo>
                    <a:pt x="977" y="13"/>
                    <a:pt x="977" y="13"/>
                    <a:pt x="977" y="13"/>
                  </a:cubicBezTo>
                  <a:cubicBezTo>
                    <a:pt x="607" y="383"/>
                    <a:pt x="607" y="383"/>
                    <a:pt x="607" y="383"/>
                  </a:cubicBezTo>
                  <a:cubicBezTo>
                    <a:pt x="606" y="384"/>
                    <a:pt x="604" y="385"/>
                    <a:pt x="603" y="3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7" name="Freeform 560"/>
            <p:cNvSpPr>
              <a:spLocks/>
            </p:cNvSpPr>
            <p:nvPr/>
          </p:nvSpPr>
          <p:spPr bwMode="auto">
            <a:xfrm flipV="1">
              <a:off x="-77786" y="3543299"/>
              <a:ext cx="962025" cy="355600"/>
            </a:xfrm>
            <a:custGeom>
              <a:avLst/>
              <a:gdLst>
                <a:gd name="T0" fmla="*/ 253 w 256"/>
                <a:gd name="T1" fmla="*/ 95 h 95"/>
                <a:gd name="T2" fmla="*/ 162 w 256"/>
                <a:gd name="T3" fmla="*/ 3 h 95"/>
                <a:gd name="T4" fmla="*/ 22 w 256"/>
                <a:gd name="T5" fmla="*/ 3 h 95"/>
                <a:gd name="T6" fmla="*/ 3 w 256"/>
                <a:gd name="T7" fmla="*/ 22 h 95"/>
                <a:gd name="T8" fmla="*/ 3 w 256"/>
                <a:gd name="T9" fmla="*/ 47 h 95"/>
                <a:gd name="T10" fmla="*/ 24 w 256"/>
                <a:gd name="T11" fmla="*/ 68 h 95"/>
                <a:gd name="T12" fmla="*/ 99 w 256"/>
                <a:gd name="T13" fmla="*/ 68 h 95"/>
                <a:gd name="T14" fmla="*/ 113 w 256"/>
                <a:gd name="T15" fmla="*/ 53 h 95"/>
                <a:gd name="T16" fmla="*/ 115 w 256"/>
                <a:gd name="T17" fmla="*/ 56 h 95"/>
                <a:gd name="T18" fmla="*/ 100 w 256"/>
                <a:gd name="T19" fmla="*/ 71 h 95"/>
                <a:gd name="T20" fmla="*/ 99 w 256"/>
                <a:gd name="T21" fmla="*/ 71 h 95"/>
                <a:gd name="T22" fmla="*/ 24 w 256"/>
                <a:gd name="T23" fmla="*/ 71 h 95"/>
                <a:gd name="T24" fmla="*/ 22 w 256"/>
                <a:gd name="T25" fmla="*/ 71 h 95"/>
                <a:gd name="T26" fmla="*/ 0 w 256"/>
                <a:gd name="T27" fmla="*/ 49 h 95"/>
                <a:gd name="T28" fmla="*/ 0 w 256"/>
                <a:gd name="T29" fmla="*/ 48 h 95"/>
                <a:gd name="T30" fmla="*/ 0 w 256"/>
                <a:gd name="T31" fmla="*/ 21 h 95"/>
                <a:gd name="T32" fmla="*/ 0 w 256"/>
                <a:gd name="T33" fmla="*/ 20 h 95"/>
                <a:gd name="T34" fmla="*/ 20 w 256"/>
                <a:gd name="T35" fmla="*/ 0 h 95"/>
                <a:gd name="T36" fmla="*/ 22 w 256"/>
                <a:gd name="T37" fmla="*/ 0 h 95"/>
                <a:gd name="T38" fmla="*/ 162 w 256"/>
                <a:gd name="T39" fmla="*/ 0 h 95"/>
                <a:gd name="T40" fmla="*/ 164 w 256"/>
                <a:gd name="T41" fmla="*/ 0 h 95"/>
                <a:gd name="T42" fmla="*/ 256 w 256"/>
                <a:gd name="T43" fmla="*/ 92 h 95"/>
                <a:gd name="T44" fmla="*/ 253 w 256"/>
                <a:gd name="T4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95">
                  <a:moveTo>
                    <a:pt x="253" y="95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00" y="71"/>
                    <a:pt x="100" y="71"/>
                    <a:pt x="100" y="71"/>
                  </a:cubicBezTo>
                  <a:cubicBezTo>
                    <a:pt x="100" y="71"/>
                    <a:pt x="100" y="71"/>
                    <a:pt x="99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3" y="71"/>
                    <a:pt x="23" y="71"/>
                    <a:pt x="22" y="7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3" y="0"/>
                    <a:pt x="163" y="0"/>
                    <a:pt x="164" y="0"/>
                  </a:cubicBezTo>
                  <a:cubicBezTo>
                    <a:pt x="256" y="92"/>
                    <a:pt x="256" y="92"/>
                    <a:pt x="256" y="92"/>
                  </a:cubicBezTo>
                  <a:lnTo>
                    <a:pt x="253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8" name="Freeform 561"/>
            <p:cNvSpPr>
              <a:spLocks noEditPoints="1"/>
            </p:cNvSpPr>
            <p:nvPr/>
          </p:nvSpPr>
          <p:spPr bwMode="auto">
            <a:xfrm flipV="1">
              <a:off x="-2411411" y="43910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4 w 25"/>
                <a:gd name="T19" fmla="*/ 3 h 24"/>
                <a:gd name="T20" fmla="*/ 0 w 25"/>
                <a:gd name="T21" fmla="*/ 12 h 24"/>
                <a:gd name="T22" fmla="*/ 4 w 25"/>
                <a:gd name="T23" fmla="*/ 21 h 24"/>
                <a:gd name="T24" fmla="*/ 12 w 25"/>
                <a:gd name="T25" fmla="*/ 24 h 24"/>
                <a:gd name="T26" fmla="*/ 21 w 25"/>
                <a:gd name="T27" fmla="*/ 21 h 24"/>
                <a:gd name="T28" fmla="*/ 25 w 25"/>
                <a:gd name="T29" fmla="*/ 12 h 24"/>
                <a:gd name="T30" fmla="*/ 21 w 25"/>
                <a:gd name="T31" fmla="*/ 3 h 24"/>
                <a:gd name="T32" fmla="*/ 12 w 25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6" y="6"/>
                    <a:pt x="17" y="7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9"/>
                    <a:pt x="14" y="19"/>
                    <a:pt x="12" y="19"/>
                  </a:cubicBezTo>
                  <a:cubicBezTo>
                    <a:pt x="10" y="19"/>
                    <a:pt x="9" y="19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9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8"/>
                    <a:pt x="25" y="15"/>
                    <a:pt x="25" y="12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9" name="Freeform 562"/>
            <p:cNvSpPr>
              <a:spLocks noEditPoints="1"/>
            </p:cNvSpPr>
            <p:nvPr/>
          </p:nvSpPr>
          <p:spPr bwMode="auto">
            <a:xfrm flipV="1">
              <a:off x="-2212973" y="4379911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9 w 26"/>
                <a:gd name="T3" fmla="*/ 8 h 25"/>
                <a:gd name="T4" fmla="*/ 19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2 h 25"/>
                <a:gd name="T22" fmla="*/ 13 w 26"/>
                <a:gd name="T23" fmla="*/ 25 h 25"/>
                <a:gd name="T24" fmla="*/ 22 w 26"/>
                <a:gd name="T25" fmla="*/ 22 h 25"/>
                <a:gd name="T26" fmla="*/ 26 w 26"/>
                <a:gd name="T27" fmla="*/ 13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7" y="6"/>
                    <a:pt x="19" y="8"/>
                  </a:cubicBezTo>
                  <a:cubicBezTo>
                    <a:pt x="21" y="11"/>
                    <a:pt x="21" y="15"/>
                    <a:pt x="19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2" y="20"/>
                    <a:pt x="10" y="19"/>
                    <a:pt x="8" y="18"/>
                  </a:cubicBezTo>
                  <a:cubicBezTo>
                    <a:pt x="6" y="15"/>
                    <a:pt x="6" y="11"/>
                    <a:pt x="8" y="8"/>
                  </a:cubicBezTo>
                  <a:cubicBezTo>
                    <a:pt x="10" y="6"/>
                    <a:pt x="12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2"/>
                    <a:pt x="5" y="4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7" y="24"/>
                    <a:pt x="10" y="25"/>
                    <a:pt x="13" y="25"/>
                  </a:cubicBezTo>
                  <a:cubicBezTo>
                    <a:pt x="17" y="25"/>
                    <a:pt x="20" y="24"/>
                    <a:pt x="22" y="22"/>
                  </a:cubicBezTo>
                  <a:cubicBezTo>
                    <a:pt x="25" y="19"/>
                    <a:pt x="26" y="16"/>
                    <a:pt x="26" y="13"/>
                  </a:cubicBezTo>
                  <a:cubicBezTo>
                    <a:pt x="26" y="10"/>
                    <a:pt x="25" y="6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0" name="Freeform 563"/>
            <p:cNvSpPr>
              <a:spLocks noEditPoints="1"/>
            </p:cNvSpPr>
            <p:nvPr/>
          </p:nvSpPr>
          <p:spPr bwMode="auto">
            <a:xfrm flipV="1">
              <a:off x="-1893886" y="4132261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18 w 25"/>
                <a:gd name="T3" fmla="*/ 8 h 25"/>
                <a:gd name="T4" fmla="*/ 18 w 25"/>
                <a:gd name="T5" fmla="*/ 18 h 25"/>
                <a:gd name="T6" fmla="*/ 13 w 25"/>
                <a:gd name="T7" fmla="*/ 20 h 25"/>
                <a:gd name="T8" fmla="*/ 8 w 25"/>
                <a:gd name="T9" fmla="*/ 18 h 25"/>
                <a:gd name="T10" fmla="*/ 8 w 25"/>
                <a:gd name="T11" fmla="*/ 8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4 w 25"/>
                <a:gd name="T19" fmla="*/ 4 h 25"/>
                <a:gd name="T20" fmla="*/ 0 w 25"/>
                <a:gd name="T21" fmla="*/ 13 h 25"/>
                <a:gd name="T22" fmla="*/ 4 w 25"/>
                <a:gd name="T23" fmla="*/ 22 h 25"/>
                <a:gd name="T24" fmla="*/ 13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3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5" y="6"/>
                    <a:pt x="16" y="6"/>
                    <a:pt x="18" y="8"/>
                  </a:cubicBezTo>
                  <a:cubicBezTo>
                    <a:pt x="21" y="11"/>
                    <a:pt x="21" y="15"/>
                    <a:pt x="18" y="18"/>
                  </a:cubicBezTo>
                  <a:cubicBezTo>
                    <a:pt x="16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1"/>
                    <a:pt x="8" y="8"/>
                  </a:cubicBezTo>
                  <a:cubicBezTo>
                    <a:pt x="9" y="6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2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1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9"/>
                    <a:pt x="24" y="6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1" name="Freeform 564"/>
            <p:cNvSpPr>
              <a:spLocks noEditPoints="1"/>
            </p:cNvSpPr>
            <p:nvPr/>
          </p:nvSpPr>
          <p:spPr bwMode="auto">
            <a:xfrm flipV="1">
              <a:off x="-1127123" y="3659185"/>
              <a:ext cx="100012" cy="90488"/>
            </a:xfrm>
            <a:custGeom>
              <a:avLst/>
              <a:gdLst>
                <a:gd name="T0" fmla="*/ 14 w 27"/>
                <a:gd name="T1" fmla="*/ 5 h 24"/>
                <a:gd name="T2" fmla="*/ 18 w 27"/>
                <a:gd name="T3" fmla="*/ 7 h 24"/>
                <a:gd name="T4" fmla="*/ 18 w 27"/>
                <a:gd name="T5" fmla="*/ 17 h 24"/>
                <a:gd name="T6" fmla="*/ 14 w 27"/>
                <a:gd name="T7" fmla="*/ 19 h 24"/>
                <a:gd name="T8" fmla="*/ 9 w 27"/>
                <a:gd name="T9" fmla="*/ 17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4"/>
                    <a:pt x="18" y="17"/>
                  </a:cubicBezTo>
                  <a:cubicBezTo>
                    <a:pt x="17" y="18"/>
                    <a:pt x="15" y="19"/>
                    <a:pt x="14" y="19"/>
                  </a:cubicBezTo>
                  <a:cubicBezTo>
                    <a:pt x="12" y="19"/>
                    <a:pt x="10" y="18"/>
                    <a:pt x="9" y="17"/>
                  </a:cubicBezTo>
                  <a:cubicBezTo>
                    <a:pt x="6" y="14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2" name="Freeform 565"/>
            <p:cNvSpPr>
              <a:spLocks noEditPoints="1"/>
            </p:cNvSpPr>
            <p:nvPr/>
          </p:nvSpPr>
          <p:spPr bwMode="auto">
            <a:xfrm flipV="1">
              <a:off x="-1390648" y="3898898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9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13 w 26"/>
                <a:gd name="T17" fmla="*/ 0 h 24"/>
                <a:gd name="T18" fmla="*/ 5 w 26"/>
                <a:gd name="T19" fmla="*/ 3 h 24"/>
                <a:gd name="T20" fmla="*/ 5 w 26"/>
                <a:gd name="T21" fmla="*/ 20 h 24"/>
                <a:gd name="T22" fmla="*/ 13 w 26"/>
                <a:gd name="T23" fmla="*/ 24 h 24"/>
                <a:gd name="T24" fmla="*/ 22 w 26"/>
                <a:gd name="T25" fmla="*/ 20 h 24"/>
                <a:gd name="T26" fmla="*/ 22 w 26"/>
                <a:gd name="T27" fmla="*/ 3 h 24"/>
                <a:gd name="T28" fmla="*/ 13 w 26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7" y="5"/>
                    <a:pt x="18" y="7"/>
                  </a:cubicBezTo>
                  <a:cubicBezTo>
                    <a:pt x="21" y="9"/>
                    <a:pt x="21" y="14"/>
                    <a:pt x="18" y="16"/>
                  </a:cubicBezTo>
                  <a:cubicBezTo>
                    <a:pt x="17" y="18"/>
                    <a:pt x="15" y="19"/>
                    <a:pt x="13" y="19"/>
                  </a:cubicBezTo>
                  <a:cubicBezTo>
                    <a:pt x="11" y="19"/>
                    <a:pt x="10" y="18"/>
                    <a:pt x="8" y="16"/>
                  </a:cubicBezTo>
                  <a:cubicBezTo>
                    <a:pt x="6" y="14"/>
                    <a:pt x="6" y="9"/>
                    <a:pt x="8" y="7"/>
                  </a:cubicBezTo>
                  <a:cubicBezTo>
                    <a:pt x="10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3" y="24"/>
                  </a:cubicBezTo>
                  <a:cubicBezTo>
                    <a:pt x="16" y="24"/>
                    <a:pt x="19" y="22"/>
                    <a:pt x="22" y="20"/>
                  </a:cubicBezTo>
                  <a:cubicBezTo>
                    <a:pt x="26" y="15"/>
                    <a:pt x="26" y="8"/>
                    <a:pt x="22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3" name="Freeform 566"/>
            <p:cNvSpPr>
              <a:spLocks noEditPoints="1"/>
            </p:cNvSpPr>
            <p:nvPr/>
          </p:nvSpPr>
          <p:spPr bwMode="auto">
            <a:xfrm flipV="1">
              <a:off x="-708023" y="3557585"/>
              <a:ext cx="101600" cy="90488"/>
            </a:xfrm>
            <a:custGeom>
              <a:avLst/>
              <a:gdLst>
                <a:gd name="T0" fmla="*/ 14 w 27"/>
                <a:gd name="T1" fmla="*/ 5 h 24"/>
                <a:gd name="T2" fmla="*/ 19 w 27"/>
                <a:gd name="T3" fmla="*/ 7 h 24"/>
                <a:gd name="T4" fmla="*/ 19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5"/>
                    <a:pt x="19" y="7"/>
                  </a:cubicBezTo>
                  <a:cubicBezTo>
                    <a:pt x="21" y="9"/>
                    <a:pt x="21" y="14"/>
                    <a:pt x="19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6" y="14"/>
                    <a:pt x="6" y="9"/>
                    <a:pt x="9" y="7"/>
                  </a:cubicBezTo>
                  <a:cubicBezTo>
                    <a:pt x="10" y="5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5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4" name="Freeform 567"/>
            <p:cNvSpPr>
              <a:spLocks noEditPoints="1"/>
            </p:cNvSpPr>
            <p:nvPr/>
          </p:nvSpPr>
          <p:spPr bwMode="auto">
            <a:xfrm flipV="1">
              <a:off x="-796923" y="3843336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7 w 24"/>
                <a:gd name="T3" fmla="*/ 8 h 24"/>
                <a:gd name="T4" fmla="*/ 17 w 24"/>
                <a:gd name="T5" fmla="*/ 17 h 24"/>
                <a:gd name="T6" fmla="*/ 12 w 24"/>
                <a:gd name="T7" fmla="*/ 19 h 24"/>
                <a:gd name="T8" fmla="*/ 7 w 24"/>
                <a:gd name="T9" fmla="*/ 17 h 24"/>
                <a:gd name="T10" fmla="*/ 7 w 24"/>
                <a:gd name="T11" fmla="*/ 8 h 24"/>
                <a:gd name="T12" fmla="*/ 12 w 24"/>
                <a:gd name="T13" fmla="*/ 6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0 w 24"/>
                <a:gd name="T27" fmla="*/ 21 h 24"/>
                <a:gd name="T28" fmla="*/ 24 w 24"/>
                <a:gd name="T29" fmla="*/ 12 h 24"/>
                <a:gd name="T30" fmla="*/ 20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4" y="6"/>
                    <a:pt x="15" y="6"/>
                    <a:pt x="17" y="8"/>
                  </a:cubicBezTo>
                  <a:cubicBezTo>
                    <a:pt x="19" y="10"/>
                    <a:pt x="19" y="15"/>
                    <a:pt x="17" y="17"/>
                  </a:cubicBezTo>
                  <a:cubicBezTo>
                    <a:pt x="15" y="19"/>
                    <a:pt x="14" y="19"/>
                    <a:pt x="12" y="19"/>
                  </a:cubicBezTo>
                  <a:cubicBezTo>
                    <a:pt x="10" y="19"/>
                    <a:pt x="8" y="19"/>
                    <a:pt x="7" y="17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5" name="Freeform 568"/>
            <p:cNvSpPr>
              <a:spLocks noEditPoints="1"/>
            </p:cNvSpPr>
            <p:nvPr/>
          </p:nvSpPr>
          <p:spPr bwMode="auto">
            <a:xfrm flipV="1">
              <a:off x="-2163761" y="41211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19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3 h 25"/>
                <a:gd name="T20" fmla="*/ 0 w 26"/>
                <a:gd name="T21" fmla="*/ 12 h 25"/>
                <a:gd name="T22" fmla="*/ 4 w 26"/>
                <a:gd name="T23" fmla="*/ 21 h 25"/>
                <a:gd name="T24" fmla="*/ 13 w 26"/>
                <a:gd name="T25" fmla="*/ 25 h 25"/>
                <a:gd name="T26" fmla="*/ 21 w 26"/>
                <a:gd name="T27" fmla="*/ 21 h 25"/>
                <a:gd name="T28" fmla="*/ 21 w 26"/>
                <a:gd name="T29" fmla="*/ 3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6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6" y="16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6" name="Freeform 569"/>
            <p:cNvSpPr>
              <a:spLocks/>
            </p:cNvSpPr>
            <p:nvPr/>
          </p:nvSpPr>
          <p:spPr bwMode="auto">
            <a:xfrm flipV="1">
              <a:off x="-2339973" y="3898899"/>
              <a:ext cx="1568450" cy="657225"/>
            </a:xfrm>
            <a:custGeom>
              <a:avLst/>
              <a:gdLst>
                <a:gd name="T0" fmla="*/ 416 w 418"/>
                <a:gd name="T1" fmla="*/ 175 h 175"/>
                <a:gd name="T2" fmla="*/ 282 w 418"/>
                <a:gd name="T3" fmla="*/ 41 h 175"/>
                <a:gd name="T4" fmla="*/ 108 w 418"/>
                <a:gd name="T5" fmla="*/ 41 h 175"/>
                <a:gd name="T6" fmla="*/ 107 w 418"/>
                <a:gd name="T7" fmla="*/ 41 h 175"/>
                <a:gd name="T8" fmla="*/ 69 w 418"/>
                <a:gd name="T9" fmla="*/ 3 h 175"/>
                <a:gd name="T10" fmla="*/ 25 w 418"/>
                <a:gd name="T11" fmla="*/ 3 h 175"/>
                <a:gd name="T12" fmla="*/ 2 w 418"/>
                <a:gd name="T13" fmla="*/ 26 h 175"/>
                <a:gd name="T14" fmla="*/ 0 w 418"/>
                <a:gd name="T15" fmla="*/ 23 h 175"/>
                <a:gd name="T16" fmla="*/ 23 w 418"/>
                <a:gd name="T17" fmla="*/ 0 h 175"/>
                <a:gd name="T18" fmla="*/ 24 w 418"/>
                <a:gd name="T19" fmla="*/ 0 h 175"/>
                <a:gd name="T20" fmla="*/ 24 w 418"/>
                <a:gd name="T21" fmla="*/ 0 h 175"/>
                <a:gd name="T22" fmla="*/ 70 w 418"/>
                <a:gd name="T23" fmla="*/ 0 h 175"/>
                <a:gd name="T24" fmla="*/ 71 w 418"/>
                <a:gd name="T25" fmla="*/ 0 h 175"/>
                <a:gd name="T26" fmla="*/ 109 w 418"/>
                <a:gd name="T27" fmla="*/ 38 h 175"/>
                <a:gd name="T28" fmla="*/ 283 w 418"/>
                <a:gd name="T29" fmla="*/ 38 h 175"/>
                <a:gd name="T30" fmla="*/ 284 w 418"/>
                <a:gd name="T31" fmla="*/ 38 h 175"/>
                <a:gd name="T32" fmla="*/ 418 w 418"/>
                <a:gd name="T33" fmla="*/ 173 h 175"/>
                <a:gd name="T34" fmla="*/ 416 w 418"/>
                <a:gd name="T3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8" h="175">
                  <a:moveTo>
                    <a:pt x="416" y="175"/>
                  </a:moveTo>
                  <a:cubicBezTo>
                    <a:pt x="282" y="41"/>
                    <a:pt x="282" y="41"/>
                    <a:pt x="282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8" y="41"/>
                    <a:pt x="107" y="41"/>
                    <a:pt x="107" y="41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1" y="0"/>
                    <a:pt x="71" y="0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283" y="38"/>
                    <a:pt x="283" y="38"/>
                    <a:pt x="283" y="38"/>
                  </a:cubicBezTo>
                  <a:cubicBezTo>
                    <a:pt x="283" y="38"/>
                    <a:pt x="283" y="38"/>
                    <a:pt x="284" y="38"/>
                  </a:cubicBezTo>
                  <a:cubicBezTo>
                    <a:pt x="418" y="173"/>
                    <a:pt x="418" y="173"/>
                    <a:pt x="418" y="173"/>
                  </a:cubicBezTo>
                  <a:lnTo>
                    <a:pt x="416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7" name="Freeform 570"/>
            <p:cNvSpPr>
              <a:spLocks/>
            </p:cNvSpPr>
            <p:nvPr/>
          </p:nvSpPr>
          <p:spPr bwMode="auto">
            <a:xfrm flipV="1">
              <a:off x="-2141536" y="3617911"/>
              <a:ext cx="1471612" cy="781050"/>
            </a:xfrm>
            <a:custGeom>
              <a:avLst/>
              <a:gdLst>
                <a:gd name="T0" fmla="*/ 389 w 392"/>
                <a:gd name="T1" fmla="*/ 208 h 208"/>
                <a:gd name="T2" fmla="*/ 211 w 392"/>
                <a:gd name="T3" fmla="*/ 30 h 208"/>
                <a:gd name="T4" fmla="*/ 28 w 392"/>
                <a:gd name="T5" fmla="*/ 30 h 208"/>
                <a:gd name="T6" fmla="*/ 27 w 392"/>
                <a:gd name="T7" fmla="*/ 29 h 208"/>
                <a:gd name="T8" fmla="*/ 0 w 392"/>
                <a:gd name="T9" fmla="*/ 3 h 208"/>
                <a:gd name="T10" fmla="*/ 3 w 392"/>
                <a:gd name="T11" fmla="*/ 0 h 208"/>
                <a:gd name="T12" fmla="*/ 29 w 392"/>
                <a:gd name="T13" fmla="*/ 26 h 208"/>
                <a:gd name="T14" fmla="*/ 211 w 392"/>
                <a:gd name="T15" fmla="*/ 26 h 208"/>
                <a:gd name="T16" fmla="*/ 213 w 392"/>
                <a:gd name="T17" fmla="*/ 27 h 208"/>
                <a:gd name="T18" fmla="*/ 392 w 392"/>
                <a:gd name="T19" fmla="*/ 206 h 208"/>
                <a:gd name="T20" fmla="*/ 389 w 392"/>
                <a:gd name="T21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2" h="208">
                  <a:moveTo>
                    <a:pt x="389" y="208"/>
                  </a:moveTo>
                  <a:cubicBezTo>
                    <a:pt x="211" y="30"/>
                    <a:pt x="211" y="30"/>
                    <a:pt x="211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7" y="2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11" y="26"/>
                    <a:pt x="211" y="26"/>
                    <a:pt x="211" y="26"/>
                  </a:cubicBezTo>
                  <a:cubicBezTo>
                    <a:pt x="212" y="26"/>
                    <a:pt x="212" y="27"/>
                    <a:pt x="213" y="27"/>
                  </a:cubicBezTo>
                  <a:cubicBezTo>
                    <a:pt x="392" y="206"/>
                    <a:pt x="392" y="206"/>
                    <a:pt x="392" y="206"/>
                  </a:cubicBezTo>
                  <a:lnTo>
                    <a:pt x="389" y="2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8" name="Freeform 571"/>
            <p:cNvSpPr>
              <a:spLocks/>
            </p:cNvSpPr>
            <p:nvPr/>
          </p:nvSpPr>
          <p:spPr bwMode="auto">
            <a:xfrm flipV="1">
              <a:off x="-2089148" y="3733798"/>
              <a:ext cx="1020762" cy="417513"/>
            </a:xfrm>
            <a:custGeom>
              <a:avLst/>
              <a:gdLst>
                <a:gd name="T0" fmla="*/ 272 w 272"/>
                <a:gd name="T1" fmla="*/ 111 h 111"/>
                <a:gd name="T2" fmla="*/ 269 w 272"/>
                <a:gd name="T3" fmla="*/ 111 h 111"/>
                <a:gd name="T4" fmla="*/ 269 w 272"/>
                <a:gd name="T5" fmla="*/ 83 h 111"/>
                <a:gd name="T6" fmla="*/ 211 w 272"/>
                <a:gd name="T7" fmla="*/ 25 h 111"/>
                <a:gd name="T8" fmla="*/ 23 w 272"/>
                <a:gd name="T9" fmla="*/ 25 h 111"/>
                <a:gd name="T10" fmla="*/ 22 w 272"/>
                <a:gd name="T11" fmla="*/ 25 h 111"/>
                <a:gd name="T12" fmla="*/ 0 w 272"/>
                <a:gd name="T13" fmla="*/ 3 h 111"/>
                <a:gd name="T14" fmla="*/ 3 w 272"/>
                <a:gd name="T15" fmla="*/ 0 h 111"/>
                <a:gd name="T16" fmla="*/ 24 w 272"/>
                <a:gd name="T17" fmla="*/ 22 h 111"/>
                <a:gd name="T18" fmla="*/ 212 w 272"/>
                <a:gd name="T19" fmla="*/ 22 h 111"/>
                <a:gd name="T20" fmla="*/ 213 w 272"/>
                <a:gd name="T21" fmla="*/ 22 h 111"/>
                <a:gd name="T22" fmla="*/ 271 w 272"/>
                <a:gd name="T23" fmla="*/ 81 h 111"/>
                <a:gd name="T24" fmla="*/ 272 w 272"/>
                <a:gd name="T25" fmla="*/ 82 h 111"/>
                <a:gd name="T26" fmla="*/ 272 w 272"/>
                <a:gd name="T2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2" h="111">
                  <a:moveTo>
                    <a:pt x="272" y="111"/>
                  </a:moveTo>
                  <a:cubicBezTo>
                    <a:pt x="269" y="111"/>
                    <a:pt x="269" y="111"/>
                    <a:pt x="269" y="111"/>
                  </a:cubicBezTo>
                  <a:cubicBezTo>
                    <a:pt x="269" y="83"/>
                    <a:pt x="269" y="83"/>
                    <a:pt x="269" y="83"/>
                  </a:cubicBezTo>
                  <a:cubicBezTo>
                    <a:pt x="211" y="25"/>
                    <a:pt x="211" y="25"/>
                    <a:pt x="211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12" y="22"/>
                    <a:pt x="212" y="22"/>
                    <a:pt x="212" y="22"/>
                  </a:cubicBezTo>
                  <a:cubicBezTo>
                    <a:pt x="212" y="22"/>
                    <a:pt x="213" y="22"/>
                    <a:pt x="213" y="22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2" y="81"/>
                    <a:pt x="272" y="82"/>
                  </a:cubicBezTo>
                  <a:lnTo>
                    <a:pt x="272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9" name="Freeform 572"/>
            <p:cNvSpPr>
              <a:spLocks/>
            </p:cNvSpPr>
            <p:nvPr/>
          </p:nvSpPr>
          <p:spPr bwMode="auto">
            <a:xfrm flipV="1">
              <a:off x="-1814511" y="3625849"/>
              <a:ext cx="869950" cy="561975"/>
            </a:xfrm>
            <a:custGeom>
              <a:avLst/>
              <a:gdLst>
                <a:gd name="T0" fmla="*/ 211 w 232"/>
                <a:gd name="T1" fmla="*/ 150 h 150"/>
                <a:gd name="T2" fmla="*/ 180 w 232"/>
                <a:gd name="T3" fmla="*/ 150 h 150"/>
                <a:gd name="T4" fmla="*/ 179 w 232"/>
                <a:gd name="T5" fmla="*/ 150 h 150"/>
                <a:gd name="T6" fmla="*/ 126 w 232"/>
                <a:gd name="T7" fmla="*/ 96 h 150"/>
                <a:gd name="T8" fmla="*/ 125 w 232"/>
                <a:gd name="T9" fmla="*/ 95 h 150"/>
                <a:gd name="T10" fmla="*/ 125 w 232"/>
                <a:gd name="T11" fmla="*/ 74 h 150"/>
                <a:gd name="T12" fmla="*/ 128 w 232"/>
                <a:gd name="T13" fmla="*/ 74 h 150"/>
                <a:gd name="T14" fmla="*/ 128 w 232"/>
                <a:gd name="T15" fmla="*/ 94 h 150"/>
                <a:gd name="T16" fmla="*/ 181 w 232"/>
                <a:gd name="T17" fmla="*/ 147 h 150"/>
                <a:gd name="T18" fmla="*/ 211 w 232"/>
                <a:gd name="T19" fmla="*/ 147 h 150"/>
                <a:gd name="T20" fmla="*/ 228 w 232"/>
                <a:gd name="T21" fmla="*/ 129 h 150"/>
                <a:gd name="T22" fmla="*/ 228 w 232"/>
                <a:gd name="T23" fmla="*/ 103 h 150"/>
                <a:gd name="T24" fmla="*/ 130 w 232"/>
                <a:gd name="T25" fmla="*/ 4 h 150"/>
                <a:gd name="T26" fmla="*/ 0 w 232"/>
                <a:gd name="T27" fmla="*/ 4 h 150"/>
                <a:gd name="T28" fmla="*/ 0 w 232"/>
                <a:gd name="T29" fmla="*/ 0 h 150"/>
                <a:gd name="T30" fmla="*/ 130 w 232"/>
                <a:gd name="T31" fmla="*/ 0 h 150"/>
                <a:gd name="T32" fmla="*/ 131 w 232"/>
                <a:gd name="T33" fmla="*/ 1 h 150"/>
                <a:gd name="T34" fmla="*/ 231 w 232"/>
                <a:gd name="T35" fmla="*/ 101 h 150"/>
                <a:gd name="T36" fmla="*/ 232 w 232"/>
                <a:gd name="T37" fmla="*/ 102 h 150"/>
                <a:gd name="T38" fmla="*/ 232 w 232"/>
                <a:gd name="T39" fmla="*/ 130 h 150"/>
                <a:gd name="T40" fmla="*/ 231 w 232"/>
                <a:gd name="T41" fmla="*/ 131 h 150"/>
                <a:gd name="T42" fmla="*/ 213 w 232"/>
                <a:gd name="T43" fmla="*/ 150 h 150"/>
                <a:gd name="T44" fmla="*/ 211 w 232"/>
                <a:gd name="T4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50">
                  <a:moveTo>
                    <a:pt x="211" y="150"/>
                  </a:moveTo>
                  <a:cubicBezTo>
                    <a:pt x="180" y="150"/>
                    <a:pt x="180" y="150"/>
                    <a:pt x="180" y="150"/>
                  </a:cubicBezTo>
                  <a:cubicBezTo>
                    <a:pt x="180" y="150"/>
                    <a:pt x="179" y="150"/>
                    <a:pt x="179" y="150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5" y="96"/>
                    <a:pt x="125" y="95"/>
                    <a:pt x="125" y="95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8" y="74"/>
                    <a:pt x="128" y="74"/>
                    <a:pt x="128" y="7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81" y="147"/>
                    <a:pt x="181" y="147"/>
                    <a:pt x="181" y="147"/>
                  </a:cubicBezTo>
                  <a:cubicBezTo>
                    <a:pt x="211" y="147"/>
                    <a:pt x="211" y="147"/>
                    <a:pt x="211" y="147"/>
                  </a:cubicBezTo>
                  <a:cubicBezTo>
                    <a:pt x="228" y="129"/>
                    <a:pt x="228" y="129"/>
                    <a:pt x="228" y="129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1" y="0"/>
                    <a:pt x="131" y="1"/>
                    <a:pt x="131" y="1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1" y="101"/>
                    <a:pt x="232" y="101"/>
                    <a:pt x="232" y="102"/>
                  </a:cubicBezTo>
                  <a:cubicBezTo>
                    <a:pt x="232" y="130"/>
                    <a:pt x="232" y="130"/>
                    <a:pt x="232" y="130"/>
                  </a:cubicBezTo>
                  <a:cubicBezTo>
                    <a:pt x="232" y="130"/>
                    <a:pt x="231" y="131"/>
                    <a:pt x="231" y="131"/>
                  </a:cubicBezTo>
                  <a:cubicBezTo>
                    <a:pt x="213" y="150"/>
                    <a:pt x="213" y="150"/>
                    <a:pt x="213" y="150"/>
                  </a:cubicBezTo>
                  <a:cubicBezTo>
                    <a:pt x="212" y="150"/>
                    <a:pt x="212" y="150"/>
                    <a:pt x="211" y="1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0" name="Freeform 573"/>
            <p:cNvSpPr>
              <a:spLocks noEditPoints="1"/>
            </p:cNvSpPr>
            <p:nvPr/>
          </p:nvSpPr>
          <p:spPr bwMode="auto">
            <a:xfrm flipV="1">
              <a:off x="-3063873" y="3543298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7 w 24"/>
                <a:gd name="T3" fmla="*/ 8 h 25"/>
                <a:gd name="T4" fmla="*/ 17 w 24"/>
                <a:gd name="T5" fmla="*/ 18 h 25"/>
                <a:gd name="T6" fmla="*/ 12 w 24"/>
                <a:gd name="T7" fmla="*/ 20 h 25"/>
                <a:gd name="T8" fmla="*/ 7 w 24"/>
                <a:gd name="T9" fmla="*/ 18 h 25"/>
                <a:gd name="T10" fmla="*/ 7 w 24"/>
                <a:gd name="T11" fmla="*/ 8 h 25"/>
                <a:gd name="T12" fmla="*/ 12 w 24"/>
                <a:gd name="T13" fmla="*/ 5 h 25"/>
                <a:gd name="T14" fmla="*/ 12 w 24"/>
                <a:gd name="T15" fmla="*/ 0 h 25"/>
                <a:gd name="T16" fmla="*/ 12 w 24"/>
                <a:gd name="T17" fmla="*/ 0 h 25"/>
                <a:gd name="T18" fmla="*/ 3 w 24"/>
                <a:gd name="T19" fmla="*/ 4 h 25"/>
                <a:gd name="T20" fmla="*/ 0 w 24"/>
                <a:gd name="T21" fmla="*/ 13 h 25"/>
                <a:gd name="T22" fmla="*/ 3 w 24"/>
                <a:gd name="T23" fmla="*/ 21 h 25"/>
                <a:gd name="T24" fmla="*/ 12 w 24"/>
                <a:gd name="T25" fmla="*/ 25 h 25"/>
                <a:gd name="T26" fmla="*/ 21 w 24"/>
                <a:gd name="T27" fmla="*/ 21 h 25"/>
                <a:gd name="T28" fmla="*/ 24 w 24"/>
                <a:gd name="T29" fmla="*/ 13 h 25"/>
                <a:gd name="T30" fmla="*/ 21 w 24"/>
                <a:gd name="T31" fmla="*/ 4 h 25"/>
                <a:gd name="T32" fmla="*/ 12 w 2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4" y="5"/>
                    <a:pt x="16" y="6"/>
                    <a:pt x="17" y="8"/>
                  </a:cubicBezTo>
                  <a:cubicBezTo>
                    <a:pt x="20" y="10"/>
                    <a:pt x="20" y="15"/>
                    <a:pt x="17" y="18"/>
                  </a:cubicBezTo>
                  <a:cubicBezTo>
                    <a:pt x="16" y="19"/>
                    <a:pt x="14" y="20"/>
                    <a:pt x="12" y="20"/>
                  </a:cubicBezTo>
                  <a:cubicBezTo>
                    <a:pt x="10" y="20"/>
                    <a:pt x="8" y="19"/>
                    <a:pt x="7" y="18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8" y="24"/>
                    <a:pt x="21" y="21"/>
                  </a:cubicBezTo>
                  <a:cubicBezTo>
                    <a:pt x="23" y="19"/>
                    <a:pt x="24" y="16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1" name="Freeform 574"/>
            <p:cNvSpPr>
              <a:spLocks noEditPoints="1"/>
            </p:cNvSpPr>
            <p:nvPr/>
          </p:nvSpPr>
          <p:spPr bwMode="auto">
            <a:xfrm flipV="1">
              <a:off x="-3055936" y="3744911"/>
              <a:ext cx="96837" cy="95250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4 h 25"/>
                <a:gd name="T20" fmla="*/ 0 w 26"/>
                <a:gd name="T21" fmla="*/ 13 h 25"/>
                <a:gd name="T22" fmla="*/ 4 w 26"/>
                <a:gd name="T23" fmla="*/ 21 h 25"/>
                <a:gd name="T24" fmla="*/ 13 w 26"/>
                <a:gd name="T25" fmla="*/ 25 h 25"/>
                <a:gd name="T26" fmla="*/ 22 w 26"/>
                <a:gd name="T27" fmla="*/ 21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10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2" name="Freeform 575"/>
            <p:cNvSpPr>
              <a:spLocks noEditPoints="1"/>
            </p:cNvSpPr>
            <p:nvPr/>
          </p:nvSpPr>
          <p:spPr bwMode="auto">
            <a:xfrm flipV="1">
              <a:off x="-2813048" y="4060823"/>
              <a:ext cx="101600" cy="93663"/>
            </a:xfrm>
            <a:custGeom>
              <a:avLst/>
              <a:gdLst>
                <a:gd name="T0" fmla="*/ 14 w 27"/>
                <a:gd name="T1" fmla="*/ 5 h 25"/>
                <a:gd name="T2" fmla="*/ 19 w 27"/>
                <a:gd name="T3" fmla="*/ 7 h 25"/>
                <a:gd name="T4" fmla="*/ 19 w 27"/>
                <a:gd name="T5" fmla="*/ 17 h 25"/>
                <a:gd name="T6" fmla="*/ 14 w 27"/>
                <a:gd name="T7" fmla="*/ 20 h 25"/>
                <a:gd name="T8" fmla="*/ 9 w 27"/>
                <a:gd name="T9" fmla="*/ 17 h 25"/>
                <a:gd name="T10" fmla="*/ 9 w 27"/>
                <a:gd name="T11" fmla="*/ 7 h 25"/>
                <a:gd name="T12" fmla="*/ 14 w 27"/>
                <a:gd name="T13" fmla="*/ 5 h 25"/>
                <a:gd name="T14" fmla="*/ 14 w 27"/>
                <a:gd name="T15" fmla="*/ 0 h 25"/>
                <a:gd name="T16" fmla="*/ 14 w 27"/>
                <a:gd name="T17" fmla="*/ 0 h 25"/>
                <a:gd name="T18" fmla="*/ 5 w 27"/>
                <a:gd name="T19" fmla="*/ 4 h 25"/>
                <a:gd name="T20" fmla="*/ 5 w 27"/>
                <a:gd name="T21" fmla="*/ 21 h 25"/>
                <a:gd name="T22" fmla="*/ 14 w 27"/>
                <a:gd name="T23" fmla="*/ 25 h 25"/>
                <a:gd name="T24" fmla="*/ 23 w 27"/>
                <a:gd name="T25" fmla="*/ 21 h 25"/>
                <a:gd name="T26" fmla="*/ 23 w 27"/>
                <a:gd name="T27" fmla="*/ 4 h 25"/>
                <a:gd name="T28" fmla="*/ 14 w 27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14" y="5"/>
                  </a:moveTo>
                  <a:cubicBezTo>
                    <a:pt x="16" y="5"/>
                    <a:pt x="17" y="6"/>
                    <a:pt x="19" y="7"/>
                  </a:cubicBezTo>
                  <a:cubicBezTo>
                    <a:pt x="22" y="10"/>
                    <a:pt x="22" y="15"/>
                    <a:pt x="19" y="17"/>
                  </a:cubicBezTo>
                  <a:cubicBezTo>
                    <a:pt x="18" y="19"/>
                    <a:pt x="16" y="20"/>
                    <a:pt x="14" y="20"/>
                  </a:cubicBezTo>
                  <a:cubicBezTo>
                    <a:pt x="12" y="20"/>
                    <a:pt x="10" y="19"/>
                    <a:pt x="9" y="17"/>
                  </a:cubicBezTo>
                  <a:cubicBezTo>
                    <a:pt x="6" y="15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1" y="25"/>
                    <a:pt x="14" y="25"/>
                  </a:cubicBezTo>
                  <a:cubicBezTo>
                    <a:pt x="17" y="25"/>
                    <a:pt x="20" y="23"/>
                    <a:pt x="23" y="21"/>
                  </a:cubicBezTo>
                  <a:cubicBezTo>
                    <a:pt x="27" y="16"/>
                    <a:pt x="27" y="8"/>
                    <a:pt x="23" y="4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3" name="Freeform 576"/>
            <p:cNvSpPr>
              <a:spLocks noEditPoints="1"/>
            </p:cNvSpPr>
            <p:nvPr/>
          </p:nvSpPr>
          <p:spPr bwMode="auto">
            <a:xfrm flipV="1">
              <a:off x="-1052511" y="24923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6 w 24"/>
                <a:gd name="T3" fmla="*/ 7 h 24"/>
                <a:gd name="T4" fmla="*/ 16 w 24"/>
                <a:gd name="T5" fmla="*/ 16 h 24"/>
                <a:gd name="T6" fmla="*/ 12 w 24"/>
                <a:gd name="T7" fmla="*/ 19 h 24"/>
                <a:gd name="T8" fmla="*/ 7 w 24"/>
                <a:gd name="T9" fmla="*/ 16 h 24"/>
                <a:gd name="T10" fmla="*/ 7 w 24"/>
                <a:gd name="T11" fmla="*/ 7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3 w 24"/>
                <a:gd name="T21" fmla="*/ 20 h 24"/>
                <a:gd name="T22" fmla="*/ 12 w 24"/>
                <a:gd name="T23" fmla="*/ 24 h 24"/>
                <a:gd name="T24" fmla="*/ 20 w 24"/>
                <a:gd name="T25" fmla="*/ 20 h 24"/>
                <a:gd name="T26" fmla="*/ 24 w 24"/>
                <a:gd name="T27" fmla="*/ 12 h 24"/>
                <a:gd name="T28" fmla="*/ 20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3" y="5"/>
                    <a:pt x="15" y="5"/>
                    <a:pt x="16" y="7"/>
                  </a:cubicBezTo>
                  <a:cubicBezTo>
                    <a:pt x="19" y="9"/>
                    <a:pt x="19" y="14"/>
                    <a:pt x="16" y="16"/>
                  </a:cubicBezTo>
                  <a:cubicBezTo>
                    <a:pt x="15" y="18"/>
                    <a:pt x="13" y="19"/>
                    <a:pt x="12" y="19"/>
                  </a:cubicBezTo>
                  <a:cubicBezTo>
                    <a:pt x="10" y="19"/>
                    <a:pt x="8" y="18"/>
                    <a:pt x="7" y="16"/>
                  </a:cubicBezTo>
                  <a:cubicBezTo>
                    <a:pt x="4" y="14"/>
                    <a:pt x="4" y="9"/>
                    <a:pt x="7" y="7"/>
                  </a:cubicBezTo>
                  <a:cubicBezTo>
                    <a:pt x="8" y="5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2"/>
                    <a:pt x="8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8"/>
                    <a:pt x="22" y="5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4" name="Freeform 577"/>
            <p:cNvSpPr>
              <a:spLocks noEditPoints="1"/>
            </p:cNvSpPr>
            <p:nvPr/>
          </p:nvSpPr>
          <p:spPr bwMode="auto">
            <a:xfrm flipV="1">
              <a:off x="-1319211" y="2735260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3 w 25"/>
                <a:gd name="T17" fmla="*/ 4 h 24"/>
                <a:gd name="T18" fmla="*/ 0 w 25"/>
                <a:gd name="T19" fmla="*/ 12 h 24"/>
                <a:gd name="T20" fmla="*/ 3 w 25"/>
                <a:gd name="T21" fmla="*/ 21 h 24"/>
                <a:gd name="T22" fmla="*/ 12 w 25"/>
                <a:gd name="T23" fmla="*/ 24 h 24"/>
                <a:gd name="T24" fmla="*/ 20 w 25"/>
                <a:gd name="T25" fmla="*/ 21 h 24"/>
                <a:gd name="T26" fmla="*/ 20 w 25"/>
                <a:gd name="T27" fmla="*/ 4 h 24"/>
                <a:gd name="T28" fmla="*/ 12 w 25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5" y="6"/>
                    <a:pt x="17" y="7"/>
                  </a:cubicBezTo>
                  <a:cubicBezTo>
                    <a:pt x="19" y="10"/>
                    <a:pt x="19" y="14"/>
                    <a:pt x="17" y="17"/>
                  </a:cubicBezTo>
                  <a:cubicBezTo>
                    <a:pt x="15" y="18"/>
                    <a:pt x="14" y="19"/>
                    <a:pt x="12" y="19"/>
                  </a:cubicBezTo>
                  <a:cubicBezTo>
                    <a:pt x="10" y="19"/>
                    <a:pt x="8" y="18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5" y="16"/>
                    <a:pt x="25" y="8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5" name="Freeform 578"/>
            <p:cNvSpPr>
              <a:spLocks noEditPoints="1"/>
            </p:cNvSpPr>
            <p:nvPr/>
          </p:nvSpPr>
          <p:spPr bwMode="auto">
            <a:xfrm flipV="1">
              <a:off x="-636586" y="2390773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8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3 h 24"/>
                <a:gd name="T18" fmla="*/ 4 w 26"/>
                <a:gd name="T19" fmla="*/ 20 h 24"/>
                <a:gd name="T20" fmla="*/ 13 w 26"/>
                <a:gd name="T21" fmla="*/ 24 h 24"/>
                <a:gd name="T22" fmla="*/ 21 w 26"/>
                <a:gd name="T23" fmla="*/ 20 h 24"/>
                <a:gd name="T24" fmla="*/ 21 w 26"/>
                <a:gd name="T25" fmla="*/ 3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4" y="5"/>
                    <a:pt x="16" y="5"/>
                    <a:pt x="18" y="7"/>
                  </a:cubicBezTo>
                  <a:cubicBezTo>
                    <a:pt x="20" y="9"/>
                    <a:pt x="20" y="14"/>
                    <a:pt x="18" y="16"/>
                  </a:cubicBezTo>
                  <a:cubicBezTo>
                    <a:pt x="16" y="18"/>
                    <a:pt x="14" y="18"/>
                    <a:pt x="13" y="18"/>
                  </a:cubicBezTo>
                  <a:cubicBezTo>
                    <a:pt x="11" y="18"/>
                    <a:pt x="9" y="18"/>
                    <a:pt x="8" y="16"/>
                  </a:cubicBezTo>
                  <a:cubicBezTo>
                    <a:pt x="5" y="14"/>
                    <a:pt x="5" y="9"/>
                    <a:pt x="8" y="7"/>
                  </a:cubicBezTo>
                  <a:cubicBezTo>
                    <a:pt x="9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6" y="22"/>
                    <a:pt x="9" y="24"/>
                    <a:pt x="13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6" y="15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6" name="Freeform 579"/>
            <p:cNvSpPr>
              <a:spLocks noEditPoints="1"/>
            </p:cNvSpPr>
            <p:nvPr/>
          </p:nvSpPr>
          <p:spPr bwMode="auto">
            <a:xfrm flipV="1">
              <a:off x="-733423" y="2676523"/>
              <a:ext cx="96837" cy="88900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8 h 24"/>
                <a:gd name="T4" fmla="*/ 18 w 26"/>
                <a:gd name="T5" fmla="*/ 17 h 24"/>
                <a:gd name="T6" fmla="*/ 13 w 26"/>
                <a:gd name="T7" fmla="*/ 19 h 24"/>
                <a:gd name="T8" fmla="*/ 8 w 26"/>
                <a:gd name="T9" fmla="*/ 17 h 24"/>
                <a:gd name="T10" fmla="*/ 8 w 26"/>
                <a:gd name="T11" fmla="*/ 8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1 w 26"/>
                <a:gd name="T23" fmla="*/ 21 h 24"/>
                <a:gd name="T24" fmla="*/ 21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6" y="6"/>
                    <a:pt x="18" y="8"/>
                  </a:cubicBezTo>
                  <a:cubicBezTo>
                    <a:pt x="20" y="10"/>
                    <a:pt x="20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8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6" y="16"/>
                    <a:pt x="26" y="9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7" name="Freeform 580"/>
            <p:cNvSpPr>
              <a:spLocks noEditPoints="1"/>
            </p:cNvSpPr>
            <p:nvPr/>
          </p:nvSpPr>
          <p:spPr bwMode="auto">
            <a:xfrm flipV="1">
              <a:off x="-2801936" y="37909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20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1 h 25"/>
                <a:gd name="T22" fmla="*/ 13 w 26"/>
                <a:gd name="T23" fmla="*/ 25 h 25"/>
                <a:gd name="T24" fmla="*/ 22 w 26"/>
                <a:gd name="T25" fmla="*/ 21 h 25"/>
                <a:gd name="T26" fmla="*/ 26 w 26"/>
                <a:gd name="T27" fmla="*/ 12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10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10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7" y="25"/>
                    <a:pt x="20" y="23"/>
                    <a:pt x="22" y="21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9"/>
                    <a:pt x="24" y="6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8" name="Freeform 581"/>
            <p:cNvSpPr>
              <a:spLocks/>
            </p:cNvSpPr>
            <p:nvPr/>
          </p:nvSpPr>
          <p:spPr bwMode="auto">
            <a:xfrm flipV="1">
              <a:off x="-3003548" y="2555873"/>
              <a:ext cx="1984375" cy="1017588"/>
            </a:xfrm>
            <a:custGeom>
              <a:avLst/>
              <a:gdLst>
                <a:gd name="T0" fmla="*/ 526 w 529"/>
                <a:gd name="T1" fmla="*/ 271 h 271"/>
                <a:gd name="T2" fmla="*/ 512 w 529"/>
                <a:gd name="T3" fmla="*/ 257 h 271"/>
                <a:gd name="T4" fmla="*/ 512 w 529"/>
                <a:gd name="T5" fmla="*/ 256 h 271"/>
                <a:gd name="T6" fmla="*/ 512 w 529"/>
                <a:gd name="T7" fmla="*/ 226 h 271"/>
                <a:gd name="T8" fmla="*/ 418 w 529"/>
                <a:gd name="T9" fmla="*/ 132 h 271"/>
                <a:gd name="T10" fmla="*/ 307 w 529"/>
                <a:gd name="T11" fmla="*/ 132 h 271"/>
                <a:gd name="T12" fmla="*/ 243 w 529"/>
                <a:gd name="T13" fmla="*/ 197 h 271"/>
                <a:gd name="T14" fmla="*/ 242 w 529"/>
                <a:gd name="T15" fmla="*/ 197 h 271"/>
                <a:gd name="T16" fmla="*/ 196 w 529"/>
                <a:gd name="T17" fmla="*/ 197 h 271"/>
                <a:gd name="T18" fmla="*/ 194 w 529"/>
                <a:gd name="T19" fmla="*/ 197 h 271"/>
                <a:gd name="T20" fmla="*/ 0 w 529"/>
                <a:gd name="T21" fmla="*/ 2 h 271"/>
                <a:gd name="T22" fmla="*/ 2 w 529"/>
                <a:gd name="T23" fmla="*/ 0 h 271"/>
                <a:gd name="T24" fmla="*/ 196 w 529"/>
                <a:gd name="T25" fmla="*/ 194 h 271"/>
                <a:gd name="T26" fmla="*/ 241 w 529"/>
                <a:gd name="T27" fmla="*/ 194 h 271"/>
                <a:gd name="T28" fmla="*/ 305 w 529"/>
                <a:gd name="T29" fmla="*/ 129 h 271"/>
                <a:gd name="T30" fmla="*/ 306 w 529"/>
                <a:gd name="T31" fmla="*/ 129 h 271"/>
                <a:gd name="T32" fmla="*/ 419 w 529"/>
                <a:gd name="T33" fmla="*/ 129 h 271"/>
                <a:gd name="T34" fmla="*/ 420 w 529"/>
                <a:gd name="T35" fmla="*/ 129 h 271"/>
                <a:gd name="T36" fmla="*/ 515 w 529"/>
                <a:gd name="T37" fmla="*/ 224 h 271"/>
                <a:gd name="T38" fmla="*/ 515 w 529"/>
                <a:gd name="T39" fmla="*/ 225 h 271"/>
                <a:gd name="T40" fmla="*/ 515 w 529"/>
                <a:gd name="T41" fmla="*/ 255 h 271"/>
                <a:gd name="T42" fmla="*/ 529 w 529"/>
                <a:gd name="T43" fmla="*/ 269 h 271"/>
                <a:gd name="T44" fmla="*/ 526 w 529"/>
                <a:gd name="T45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9" h="271">
                  <a:moveTo>
                    <a:pt x="526" y="271"/>
                  </a:moveTo>
                  <a:cubicBezTo>
                    <a:pt x="512" y="257"/>
                    <a:pt x="512" y="257"/>
                    <a:pt x="512" y="257"/>
                  </a:cubicBezTo>
                  <a:cubicBezTo>
                    <a:pt x="512" y="257"/>
                    <a:pt x="512" y="257"/>
                    <a:pt x="512" y="256"/>
                  </a:cubicBezTo>
                  <a:cubicBezTo>
                    <a:pt x="512" y="226"/>
                    <a:pt x="512" y="226"/>
                    <a:pt x="512" y="226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307" y="132"/>
                    <a:pt x="307" y="132"/>
                    <a:pt x="307" y="132"/>
                  </a:cubicBezTo>
                  <a:cubicBezTo>
                    <a:pt x="243" y="197"/>
                    <a:pt x="243" y="197"/>
                    <a:pt x="243" y="197"/>
                  </a:cubicBezTo>
                  <a:cubicBezTo>
                    <a:pt x="243" y="197"/>
                    <a:pt x="242" y="197"/>
                    <a:pt x="242" y="197"/>
                  </a:cubicBezTo>
                  <a:cubicBezTo>
                    <a:pt x="196" y="197"/>
                    <a:pt x="196" y="197"/>
                    <a:pt x="196" y="197"/>
                  </a:cubicBezTo>
                  <a:cubicBezTo>
                    <a:pt x="195" y="197"/>
                    <a:pt x="195" y="197"/>
                    <a:pt x="194" y="1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241" y="194"/>
                    <a:pt x="241" y="194"/>
                    <a:pt x="241" y="194"/>
                  </a:cubicBezTo>
                  <a:cubicBezTo>
                    <a:pt x="305" y="129"/>
                    <a:pt x="305" y="129"/>
                    <a:pt x="305" y="129"/>
                  </a:cubicBezTo>
                  <a:cubicBezTo>
                    <a:pt x="306" y="129"/>
                    <a:pt x="306" y="129"/>
                    <a:pt x="306" y="129"/>
                  </a:cubicBezTo>
                  <a:cubicBezTo>
                    <a:pt x="419" y="129"/>
                    <a:pt x="419" y="129"/>
                    <a:pt x="419" y="129"/>
                  </a:cubicBezTo>
                  <a:cubicBezTo>
                    <a:pt x="419" y="129"/>
                    <a:pt x="419" y="129"/>
                    <a:pt x="420" y="129"/>
                  </a:cubicBezTo>
                  <a:cubicBezTo>
                    <a:pt x="515" y="224"/>
                    <a:pt x="515" y="224"/>
                    <a:pt x="515" y="224"/>
                  </a:cubicBezTo>
                  <a:cubicBezTo>
                    <a:pt x="515" y="225"/>
                    <a:pt x="515" y="225"/>
                    <a:pt x="515" y="225"/>
                  </a:cubicBezTo>
                  <a:cubicBezTo>
                    <a:pt x="515" y="255"/>
                    <a:pt x="515" y="255"/>
                    <a:pt x="515" y="255"/>
                  </a:cubicBezTo>
                  <a:cubicBezTo>
                    <a:pt x="529" y="269"/>
                    <a:pt x="529" y="269"/>
                    <a:pt x="529" y="269"/>
                  </a:cubicBezTo>
                  <a:lnTo>
                    <a:pt x="526" y="2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9" name="Freeform 582"/>
            <p:cNvSpPr>
              <a:spLocks/>
            </p:cNvSpPr>
            <p:nvPr/>
          </p:nvSpPr>
          <p:spPr bwMode="auto">
            <a:xfrm flipV="1">
              <a:off x="-2992436" y="2412998"/>
              <a:ext cx="2127250" cy="1366838"/>
            </a:xfrm>
            <a:custGeom>
              <a:avLst/>
              <a:gdLst>
                <a:gd name="T0" fmla="*/ 532 w 567"/>
                <a:gd name="T1" fmla="*/ 364 h 364"/>
                <a:gd name="T2" fmla="*/ 494 w 567"/>
                <a:gd name="T3" fmla="*/ 364 h 364"/>
                <a:gd name="T4" fmla="*/ 493 w 567"/>
                <a:gd name="T5" fmla="*/ 364 h 364"/>
                <a:gd name="T6" fmla="*/ 442 w 567"/>
                <a:gd name="T7" fmla="*/ 313 h 364"/>
                <a:gd name="T8" fmla="*/ 442 w 567"/>
                <a:gd name="T9" fmla="*/ 312 h 364"/>
                <a:gd name="T10" fmla="*/ 442 w 567"/>
                <a:gd name="T11" fmla="*/ 280 h 364"/>
                <a:gd name="T12" fmla="*/ 442 w 567"/>
                <a:gd name="T13" fmla="*/ 279 h 364"/>
                <a:gd name="T14" fmla="*/ 452 w 567"/>
                <a:gd name="T15" fmla="*/ 270 h 364"/>
                <a:gd name="T16" fmla="*/ 454 w 567"/>
                <a:gd name="T17" fmla="*/ 272 h 364"/>
                <a:gd name="T18" fmla="*/ 445 w 567"/>
                <a:gd name="T19" fmla="*/ 281 h 364"/>
                <a:gd name="T20" fmla="*/ 445 w 567"/>
                <a:gd name="T21" fmla="*/ 311 h 364"/>
                <a:gd name="T22" fmla="*/ 495 w 567"/>
                <a:gd name="T23" fmla="*/ 361 h 364"/>
                <a:gd name="T24" fmla="*/ 531 w 567"/>
                <a:gd name="T25" fmla="*/ 361 h 364"/>
                <a:gd name="T26" fmla="*/ 564 w 567"/>
                <a:gd name="T27" fmla="*/ 329 h 364"/>
                <a:gd name="T28" fmla="*/ 564 w 567"/>
                <a:gd name="T29" fmla="*/ 288 h 364"/>
                <a:gd name="T30" fmla="*/ 418 w 567"/>
                <a:gd name="T31" fmla="*/ 142 h 364"/>
                <a:gd name="T32" fmla="*/ 291 w 567"/>
                <a:gd name="T33" fmla="*/ 142 h 364"/>
                <a:gd name="T34" fmla="*/ 229 w 567"/>
                <a:gd name="T35" fmla="*/ 204 h 364"/>
                <a:gd name="T36" fmla="*/ 228 w 567"/>
                <a:gd name="T37" fmla="*/ 205 h 364"/>
                <a:gd name="T38" fmla="*/ 202 w 567"/>
                <a:gd name="T39" fmla="*/ 205 h 364"/>
                <a:gd name="T40" fmla="*/ 201 w 567"/>
                <a:gd name="T41" fmla="*/ 204 h 364"/>
                <a:gd name="T42" fmla="*/ 0 w 567"/>
                <a:gd name="T43" fmla="*/ 3 h 364"/>
                <a:gd name="T44" fmla="*/ 2 w 567"/>
                <a:gd name="T45" fmla="*/ 0 h 364"/>
                <a:gd name="T46" fmla="*/ 203 w 567"/>
                <a:gd name="T47" fmla="*/ 201 h 364"/>
                <a:gd name="T48" fmla="*/ 227 w 567"/>
                <a:gd name="T49" fmla="*/ 201 h 364"/>
                <a:gd name="T50" fmla="*/ 289 w 567"/>
                <a:gd name="T51" fmla="*/ 140 h 364"/>
                <a:gd name="T52" fmla="*/ 290 w 567"/>
                <a:gd name="T53" fmla="*/ 139 h 364"/>
                <a:gd name="T54" fmla="*/ 419 w 567"/>
                <a:gd name="T55" fmla="*/ 139 h 364"/>
                <a:gd name="T56" fmla="*/ 420 w 567"/>
                <a:gd name="T57" fmla="*/ 140 h 364"/>
                <a:gd name="T58" fmla="*/ 567 w 567"/>
                <a:gd name="T59" fmla="*/ 286 h 364"/>
                <a:gd name="T60" fmla="*/ 567 w 567"/>
                <a:gd name="T61" fmla="*/ 287 h 364"/>
                <a:gd name="T62" fmla="*/ 567 w 567"/>
                <a:gd name="T63" fmla="*/ 329 h 364"/>
                <a:gd name="T64" fmla="*/ 567 w 567"/>
                <a:gd name="T65" fmla="*/ 330 h 364"/>
                <a:gd name="T66" fmla="*/ 533 w 567"/>
                <a:gd name="T67" fmla="*/ 364 h 364"/>
                <a:gd name="T68" fmla="*/ 532 w 567"/>
                <a:gd name="T6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7" h="364">
                  <a:moveTo>
                    <a:pt x="532" y="364"/>
                  </a:moveTo>
                  <a:cubicBezTo>
                    <a:pt x="494" y="364"/>
                    <a:pt x="494" y="364"/>
                    <a:pt x="494" y="364"/>
                  </a:cubicBezTo>
                  <a:cubicBezTo>
                    <a:pt x="494" y="364"/>
                    <a:pt x="493" y="364"/>
                    <a:pt x="493" y="364"/>
                  </a:cubicBezTo>
                  <a:cubicBezTo>
                    <a:pt x="442" y="313"/>
                    <a:pt x="442" y="313"/>
                    <a:pt x="442" y="313"/>
                  </a:cubicBezTo>
                  <a:cubicBezTo>
                    <a:pt x="442" y="313"/>
                    <a:pt x="442" y="312"/>
                    <a:pt x="442" y="312"/>
                  </a:cubicBezTo>
                  <a:cubicBezTo>
                    <a:pt x="442" y="280"/>
                    <a:pt x="442" y="280"/>
                    <a:pt x="442" y="280"/>
                  </a:cubicBezTo>
                  <a:cubicBezTo>
                    <a:pt x="442" y="280"/>
                    <a:pt x="442" y="279"/>
                    <a:pt x="442" y="279"/>
                  </a:cubicBezTo>
                  <a:cubicBezTo>
                    <a:pt x="452" y="270"/>
                    <a:pt x="452" y="270"/>
                    <a:pt x="452" y="270"/>
                  </a:cubicBezTo>
                  <a:cubicBezTo>
                    <a:pt x="454" y="272"/>
                    <a:pt x="454" y="272"/>
                    <a:pt x="454" y="272"/>
                  </a:cubicBezTo>
                  <a:cubicBezTo>
                    <a:pt x="445" y="281"/>
                    <a:pt x="445" y="281"/>
                    <a:pt x="445" y="281"/>
                  </a:cubicBezTo>
                  <a:cubicBezTo>
                    <a:pt x="445" y="311"/>
                    <a:pt x="445" y="311"/>
                    <a:pt x="445" y="311"/>
                  </a:cubicBezTo>
                  <a:cubicBezTo>
                    <a:pt x="495" y="361"/>
                    <a:pt x="495" y="361"/>
                    <a:pt x="495" y="361"/>
                  </a:cubicBezTo>
                  <a:cubicBezTo>
                    <a:pt x="531" y="361"/>
                    <a:pt x="531" y="361"/>
                    <a:pt x="531" y="361"/>
                  </a:cubicBezTo>
                  <a:cubicBezTo>
                    <a:pt x="564" y="329"/>
                    <a:pt x="564" y="329"/>
                    <a:pt x="564" y="329"/>
                  </a:cubicBezTo>
                  <a:cubicBezTo>
                    <a:pt x="564" y="288"/>
                    <a:pt x="564" y="288"/>
                    <a:pt x="564" y="288"/>
                  </a:cubicBezTo>
                  <a:cubicBezTo>
                    <a:pt x="418" y="142"/>
                    <a:pt x="418" y="142"/>
                    <a:pt x="418" y="142"/>
                  </a:cubicBezTo>
                  <a:cubicBezTo>
                    <a:pt x="291" y="142"/>
                    <a:pt x="291" y="142"/>
                    <a:pt x="291" y="142"/>
                  </a:cubicBezTo>
                  <a:cubicBezTo>
                    <a:pt x="229" y="204"/>
                    <a:pt x="229" y="204"/>
                    <a:pt x="229" y="204"/>
                  </a:cubicBezTo>
                  <a:cubicBezTo>
                    <a:pt x="229" y="205"/>
                    <a:pt x="228" y="205"/>
                    <a:pt x="228" y="205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1" y="20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03" y="201"/>
                    <a:pt x="203" y="201"/>
                    <a:pt x="203" y="201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39"/>
                    <a:pt x="290" y="139"/>
                    <a:pt x="290" y="139"/>
                  </a:cubicBezTo>
                  <a:cubicBezTo>
                    <a:pt x="419" y="139"/>
                    <a:pt x="419" y="139"/>
                    <a:pt x="419" y="139"/>
                  </a:cubicBezTo>
                  <a:cubicBezTo>
                    <a:pt x="420" y="139"/>
                    <a:pt x="420" y="139"/>
                    <a:pt x="420" y="140"/>
                  </a:cubicBezTo>
                  <a:cubicBezTo>
                    <a:pt x="567" y="286"/>
                    <a:pt x="567" y="286"/>
                    <a:pt x="567" y="286"/>
                  </a:cubicBezTo>
                  <a:cubicBezTo>
                    <a:pt x="567" y="286"/>
                    <a:pt x="567" y="287"/>
                    <a:pt x="567" y="287"/>
                  </a:cubicBezTo>
                  <a:cubicBezTo>
                    <a:pt x="567" y="329"/>
                    <a:pt x="567" y="329"/>
                    <a:pt x="567" y="329"/>
                  </a:cubicBezTo>
                  <a:cubicBezTo>
                    <a:pt x="567" y="330"/>
                    <a:pt x="567" y="330"/>
                    <a:pt x="567" y="330"/>
                  </a:cubicBezTo>
                  <a:cubicBezTo>
                    <a:pt x="533" y="364"/>
                    <a:pt x="533" y="364"/>
                    <a:pt x="533" y="364"/>
                  </a:cubicBezTo>
                  <a:cubicBezTo>
                    <a:pt x="533" y="364"/>
                    <a:pt x="532" y="364"/>
                    <a:pt x="532" y="3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0" name="Freeform 583"/>
            <p:cNvSpPr>
              <a:spLocks/>
            </p:cNvSpPr>
            <p:nvPr/>
          </p:nvSpPr>
          <p:spPr bwMode="auto">
            <a:xfrm flipV="1">
              <a:off x="-2725736" y="2451099"/>
              <a:ext cx="2124075" cy="1358900"/>
            </a:xfrm>
            <a:custGeom>
              <a:avLst/>
              <a:gdLst>
                <a:gd name="T0" fmla="*/ 564 w 566"/>
                <a:gd name="T1" fmla="*/ 362 h 362"/>
                <a:gd name="T2" fmla="*/ 509 w 566"/>
                <a:gd name="T3" fmla="*/ 307 h 362"/>
                <a:gd name="T4" fmla="*/ 508 w 566"/>
                <a:gd name="T5" fmla="*/ 306 h 362"/>
                <a:gd name="T6" fmla="*/ 508 w 566"/>
                <a:gd name="T7" fmla="*/ 277 h 362"/>
                <a:gd name="T8" fmla="*/ 355 w 566"/>
                <a:gd name="T9" fmla="*/ 123 h 362"/>
                <a:gd name="T10" fmla="*/ 213 w 566"/>
                <a:gd name="T11" fmla="*/ 123 h 362"/>
                <a:gd name="T12" fmla="*/ 183 w 566"/>
                <a:gd name="T13" fmla="*/ 154 h 362"/>
                <a:gd name="T14" fmla="*/ 181 w 566"/>
                <a:gd name="T15" fmla="*/ 154 h 362"/>
                <a:gd name="T16" fmla="*/ 153 w 566"/>
                <a:gd name="T17" fmla="*/ 154 h 362"/>
                <a:gd name="T18" fmla="*/ 152 w 566"/>
                <a:gd name="T19" fmla="*/ 154 h 362"/>
                <a:gd name="T20" fmla="*/ 0 w 566"/>
                <a:gd name="T21" fmla="*/ 2 h 362"/>
                <a:gd name="T22" fmla="*/ 2 w 566"/>
                <a:gd name="T23" fmla="*/ 0 h 362"/>
                <a:gd name="T24" fmla="*/ 154 w 566"/>
                <a:gd name="T25" fmla="*/ 151 h 362"/>
                <a:gd name="T26" fmla="*/ 181 w 566"/>
                <a:gd name="T27" fmla="*/ 151 h 362"/>
                <a:gd name="T28" fmla="*/ 211 w 566"/>
                <a:gd name="T29" fmla="*/ 120 h 362"/>
                <a:gd name="T30" fmla="*/ 213 w 566"/>
                <a:gd name="T31" fmla="*/ 120 h 362"/>
                <a:gd name="T32" fmla="*/ 355 w 566"/>
                <a:gd name="T33" fmla="*/ 120 h 362"/>
                <a:gd name="T34" fmla="*/ 357 w 566"/>
                <a:gd name="T35" fmla="*/ 120 h 362"/>
                <a:gd name="T36" fmla="*/ 511 w 566"/>
                <a:gd name="T37" fmla="*/ 275 h 362"/>
                <a:gd name="T38" fmla="*/ 512 w 566"/>
                <a:gd name="T39" fmla="*/ 276 h 362"/>
                <a:gd name="T40" fmla="*/ 512 w 566"/>
                <a:gd name="T41" fmla="*/ 305 h 362"/>
                <a:gd name="T42" fmla="*/ 566 w 566"/>
                <a:gd name="T43" fmla="*/ 359 h 362"/>
                <a:gd name="T44" fmla="*/ 564 w 566"/>
                <a:gd name="T45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6" h="362">
                  <a:moveTo>
                    <a:pt x="564" y="362"/>
                  </a:moveTo>
                  <a:cubicBezTo>
                    <a:pt x="509" y="307"/>
                    <a:pt x="509" y="307"/>
                    <a:pt x="509" y="307"/>
                  </a:cubicBezTo>
                  <a:cubicBezTo>
                    <a:pt x="509" y="307"/>
                    <a:pt x="508" y="306"/>
                    <a:pt x="508" y="306"/>
                  </a:cubicBezTo>
                  <a:cubicBezTo>
                    <a:pt x="508" y="277"/>
                    <a:pt x="508" y="277"/>
                    <a:pt x="508" y="277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213" y="123"/>
                    <a:pt x="213" y="123"/>
                    <a:pt x="213" y="123"/>
                  </a:cubicBezTo>
                  <a:cubicBezTo>
                    <a:pt x="183" y="154"/>
                    <a:pt x="183" y="154"/>
                    <a:pt x="183" y="154"/>
                  </a:cubicBezTo>
                  <a:cubicBezTo>
                    <a:pt x="182" y="154"/>
                    <a:pt x="182" y="154"/>
                    <a:pt x="181" y="154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3" y="154"/>
                    <a:pt x="152" y="154"/>
                    <a:pt x="152" y="1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81" y="151"/>
                    <a:pt x="181" y="151"/>
                    <a:pt x="181" y="151"/>
                  </a:cubicBezTo>
                  <a:cubicBezTo>
                    <a:pt x="211" y="120"/>
                    <a:pt x="211" y="120"/>
                    <a:pt x="211" y="120"/>
                  </a:cubicBezTo>
                  <a:cubicBezTo>
                    <a:pt x="212" y="120"/>
                    <a:pt x="212" y="120"/>
                    <a:pt x="213" y="120"/>
                  </a:cubicBezTo>
                  <a:cubicBezTo>
                    <a:pt x="355" y="120"/>
                    <a:pt x="355" y="120"/>
                    <a:pt x="355" y="120"/>
                  </a:cubicBezTo>
                  <a:cubicBezTo>
                    <a:pt x="356" y="120"/>
                    <a:pt x="356" y="120"/>
                    <a:pt x="357" y="120"/>
                  </a:cubicBezTo>
                  <a:cubicBezTo>
                    <a:pt x="511" y="275"/>
                    <a:pt x="511" y="275"/>
                    <a:pt x="511" y="275"/>
                  </a:cubicBezTo>
                  <a:cubicBezTo>
                    <a:pt x="512" y="275"/>
                    <a:pt x="512" y="276"/>
                    <a:pt x="512" y="276"/>
                  </a:cubicBezTo>
                  <a:cubicBezTo>
                    <a:pt x="512" y="305"/>
                    <a:pt x="512" y="305"/>
                    <a:pt x="512" y="305"/>
                  </a:cubicBezTo>
                  <a:cubicBezTo>
                    <a:pt x="566" y="359"/>
                    <a:pt x="566" y="359"/>
                    <a:pt x="566" y="359"/>
                  </a:cubicBezTo>
                  <a:lnTo>
                    <a:pt x="564" y="3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1" name="Freeform 584"/>
            <p:cNvSpPr>
              <a:spLocks/>
            </p:cNvSpPr>
            <p:nvPr/>
          </p:nvSpPr>
          <p:spPr bwMode="auto">
            <a:xfrm flipV="1">
              <a:off x="-2741611" y="2754311"/>
              <a:ext cx="2071687" cy="1333500"/>
            </a:xfrm>
            <a:custGeom>
              <a:avLst/>
              <a:gdLst>
                <a:gd name="T0" fmla="*/ 552 w 552"/>
                <a:gd name="T1" fmla="*/ 355 h 355"/>
                <a:gd name="T2" fmla="*/ 549 w 552"/>
                <a:gd name="T3" fmla="*/ 355 h 355"/>
                <a:gd name="T4" fmla="*/ 549 w 552"/>
                <a:gd name="T5" fmla="*/ 337 h 355"/>
                <a:gd name="T6" fmla="*/ 360 w 552"/>
                <a:gd name="T7" fmla="*/ 148 h 355"/>
                <a:gd name="T8" fmla="*/ 211 w 552"/>
                <a:gd name="T9" fmla="*/ 148 h 355"/>
                <a:gd name="T10" fmla="*/ 195 w 552"/>
                <a:gd name="T11" fmla="*/ 164 h 355"/>
                <a:gd name="T12" fmla="*/ 193 w 552"/>
                <a:gd name="T13" fmla="*/ 165 h 355"/>
                <a:gd name="T14" fmla="*/ 163 w 552"/>
                <a:gd name="T15" fmla="*/ 165 h 355"/>
                <a:gd name="T16" fmla="*/ 162 w 552"/>
                <a:gd name="T17" fmla="*/ 164 h 355"/>
                <a:gd name="T18" fmla="*/ 0 w 552"/>
                <a:gd name="T19" fmla="*/ 2 h 355"/>
                <a:gd name="T20" fmla="*/ 3 w 552"/>
                <a:gd name="T21" fmla="*/ 0 h 355"/>
                <a:gd name="T22" fmla="*/ 164 w 552"/>
                <a:gd name="T23" fmla="*/ 161 h 355"/>
                <a:gd name="T24" fmla="*/ 193 w 552"/>
                <a:gd name="T25" fmla="*/ 161 h 355"/>
                <a:gd name="T26" fmla="*/ 209 w 552"/>
                <a:gd name="T27" fmla="*/ 145 h 355"/>
                <a:gd name="T28" fmla="*/ 210 w 552"/>
                <a:gd name="T29" fmla="*/ 145 h 355"/>
                <a:gd name="T30" fmla="*/ 361 w 552"/>
                <a:gd name="T31" fmla="*/ 145 h 355"/>
                <a:gd name="T32" fmla="*/ 362 w 552"/>
                <a:gd name="T33" fmla="*/ 145 h 355"/>
                <a:gd name="T34" fmla="*/ 552 w 552"/>
                <a:gd name="T35" fmla="*/ 335 h 355"/>
                <a:gd name="T36" fmla="*/ 552 w 552"/>
                <a:gd name="T37" fmla="*/ 336 h 355"/>
                <a:gd name="T38" fmla="*/ 552 w 552"/>
                <a:gd name="T39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2" h="355">
                  <a:moveTo>
                    <a:pt x="552" y="355"/>
                  </a:moveTo>
                  <a:cubicBezTo>
                    <a:pt x="549" y="355"/>
                    <a:pt x="549" y="355"/>
                    <a:pt x="549" y="355"/>
                  </a:cubicBezTo>
                  <a:cubicBezTo>
                    <a:pt x="549" y="337"/>
                    <a:pt x="549" y="337"/>
                    <a:pt x="549" y="337"/>
                  </a:cubicBezTo>
                  <a:cubicBezTo>
                    <a:pt x="360" y="148"/>
                    <a:pt x="360" y="148"/>
                    <a:pt x="360" y="148"/>
                  </a:cubicBezTo>
                  <a:cubicBezTo>
                    <a:pt x="211" y="148"/>
                    <a:pt x="211" y="148"/>
                    <a:pt x="211" y="148"/>
                  </a:cubicBezTo>
                  <a:cubicBezTo>
                    <a:pt x="195" y="164"/>
                    <a:pt x="195" y="164"/>
                    <a:pt x="195" y="164"/>
                  </a:cubicBezTo>
                  <a:cubicBezTo>
                    <a:pt x="194" y="164"/>
                    <a:pt x="194" y="165"/>
                    <a:pt x="193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3" y="165"/>
                    <a:pt x="162" y="164"/>
                    <a:pt x="162" y="16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64" y="161"/>
                    <a:pt x="164" y="161"/>
                    <a:pt x="164" y="161"/>
                  </a:cubicBezTo>
                  <a:cubicBezTo>
                    <a:pt x="193" y="161"/>
                    <a:pt x="193" y="161"/>
                    <a:pt x="193" y="161"/>
                  </a:cubicBezTo>
                  <a:cubicBezTo>
                    <a:pt x="209" y="145"/>
                    <a:pt x="209" y="145"/>
                    <a:pt x="209" y="145"/>
                  </a:cubicBezTo>
                  <a:cubicBezTo>
                    <a:pt x="209" y="145"/>
                    <a:pt x="210" y="145"/>
                    <a:pt x="210" y="145"/>
                  </a:cubicBezTo>
                  <a:cubicBezTo>
                    <a:pt x="361" y="145"/>
                    <a:pt x="361" y="145"/>
                    <a:pt x="361" y="145"/>
                  </a:cubicBezTo>
                  <a:cubicBezTo>
                    <a:pt x="361" y="145"/>
                    <a:pt x="362" y="145"/>
                    <a:pt x="362" y="145"/>
                  </a:cubicBezTo>
                  <a:cubicBezTo>
                    <a:pt x="552" y="335"/>
                    <a:pt x="552" y="335"/>
                    <a:pt x="552" y="335"/>
                  </a:cubicBezTo>
                  <a:cubicBezTo>
                    <a:pt x="552" y="335"/>
                    <a:pt x="552" y="336"/>
                    <a:pt x="552" y="336"/>
                  </a:cubicBezTo>
                  <a:lnTo>
                    <a:pt x="552" y="3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2" name="Freeform 801"/>
            <p:cNvSpPr>
              <a:spLocks noEditPoints="1"/>
            </p:cNvSpPr>
            <p:nvPr/>
          </p:nvSpPr>
          <p:spPr bwMode="auto">
            <a:xfrm flipV="1">
              <a:off x="1960564" y="6110285"/>
              <a:ext cx="98425" cy="90488"/>
            </a:xfrm>
            <a:custGeom>
              <a:avLst/>
              <a:gdLst>
                <a:gd name="T0" fmla="*/ 13 w 26"/>
                <a:gd name="T1" fmla="*/ 6 h 24"/>
                <a:gd name="T2" fmla="*/ 17 w 26"/>
                <a:gd name="T3" fmla="*/ 8 h 24"/>
                <a:gd name="T4" fmla="*/ 17 w 26"/>
                <a:gd name="T5" fmla="*/ 17 h 24"/>
                <a:gd name="T6" fmla="*/ 13 w 26"/>
                <a:gd name="T7" fmla="*/ 18 h 24"/>
                <a:gd name="T8" fmla="*/ 9 w 26"/>
                <a:gd name="T9" fmla="*/ 17 h 24"/>
                <a:gd name="T10" fmla="*/ 9 w 26"/>
                <a:gd name="T11" fmla="*/ 8 h 24"/>
                <a:gd name="T12" fmla="*/ 13 w 26"/>
                <a:gd name="T13" fmla="*/ 6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2 w 26"/>
                <a:gd name="T23" fmla="*/ 21 h 24"/>
                <a:gd name="T24" fmla="*/ 22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8"/>
                    <a:pt x="13" y="18"/>
                  </a:cubicBezTo>
                  <a:cubicBezTo>
                    <a:pt x="11" y="18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1"/>
                    <a:pt x="4" y="4"/>
                  </a:cubicBezTo>
                  <a:cubicBezTo>
                    <a:pt x="0" y="8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2" y="21"/>
                  </a:cubicBezTo>
                  <a:cubicBezTo>
                    <a:pt x="26" y="16"/>
                    <a:pt x="26" y="8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3" name="Freeform 802"/>
            <p:cNvSpPr>
              <a:spLocks noEditPoints="1"/>
            </p:cNvSpPr>
            <p:nvPr/>
          </p:nvSpPr>
          <p:spPr bwMode="auto">
            <a:xfrm flipV="1">
              <a:off x="2609852" y="5637210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7 w 26"/>
                <a:gd name="T3" fmla="*/ 8 h 25"/>
                <a:gd name="T4" fmla="*/ 17 w 26"/>
                <a:gd name="T5" fmla="*/ 17 h 25"/>
                <a:gd name="T6" fmla="*/ 13 w 26"/>
                <a:gd name="T7" fmla="*/ 19 h 25"/>
                <a:gd name="T8" fmla="*/ 9 w 26"/>
                <a:gd name="T9" fmla="*/ 17 h 25"/>
                <a:gd name="T10" fmla="*/ 9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4 w 26"/>
                <a:gd name="T17" fmla="*/ 4 h 25"/>
                <a:gd name="T18" fmla="*/ 4 w 26"/>
                <a:gd name="T19" fmla="*/ 21 h 25"/>
                <a:gd name="T20" fmla="*/ 13 w 26"/>
                <a:gd name="T21" fmla="*/ 25 h 25"/>
                <a:gd name="T22" fmla="*/ 22 w 26"/>
                <a:gd name="T23" fmla="*/ 21 h 25"/>
                <a:gd name="T24" fmla="*/ 22 w 26"/>
                <a:gd name="T25" fmla="*/ 4 h 25"/>
                <a:gd name="T26" fmla="*/ 13 w 26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9"/>
                    <a:pt x="13" y="19"/>
                  </a:cubicBezTo>
                  <a:cubicBezTo>
                    <a:pt x="11" y="19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6" y="25"/>
                    <a:pt x="19" y="23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4" name="Freeform 804"/>
            <p:cNvSpPr>
              <a:spLocks noEditPoints="1"/>
            </p:cNvSpPr>
            <p:nvPr/>
          </p:nvSpPr>
          <p:spPr bwMode="auto">
            <a:xfrm flipV="1">
              <a:off x="2191985" y="3470273"/>
              <a:ext cx="101600" cy="90488"/>
            </a:xfrm>
            <a:custGeom>
              <a:avLst/>
              <a:gdLst>
                <a:gd name="T0" fmla="*/ 14 w 27"/>
                <a:gd name="T1" fmla="*/ 6 h 24"/>
                <a:gd name="T2" fmla="*/ 18 w 27"/>
                <a:gd name="T3" fmla="*/ 8 h 24"/>
                <a:gd name="T4" fmla="*/ 18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8 h 24"/>
                <a:gd name="T12" fmla="*/ 14 w 27"/>
                <a:gd name="T13" fmla="*/ 6 h 24"/>
                <a:gd name="T14" fmla="*/ 14 w 27"/>
                <a:gd name="T15" fmla="*/ 0 h 24"/>
                <a:gd name="T16" fmla="*/ 5 w 27"/>
                <a:gd name="T17" fmla="*/ 3 h 24"/>
                <a:gd name="T18" fmla="*/ 5 w 27"/>
                <a:gd name="T19" fmla="*/ 21 h 24"/>
                <a:gd name="T20" fmla="*/ 14 w 27"/>
                <a:gd name="T21" fmla="*/ 24 h 24"/>
                <a:gd name="T22" fmla="*/ 22 w 27"/>
                <a:gd name="T23" fmla="*/ 21 h 24"/>
                <a:gd name="T24" fmla="*/ 22 w 27"/>
                <a:gd name="T25" fmla="*/ 3 h 24"/>
                <a:gd name="T26" fmla="*/ 14 w 27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4">
                  <a:moveTo>
                    <a:pt x="14" y="6"/>
                  </a:moveTo>
                  <a:cubicBezTo>
                    <a:pt x="15" y="6"/>
                    <a:pt x="17" y="6"/>
                    <a:pt x="18" y="8"/>
                  </a:cubicBezTo>
                  <a:cubicBezTo>
                    <a:pt x="20" y="10"/>
                    <a:pt x="20" y="14"/>
                    <a:pt x="18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7" y="14"/>
                    <a:pt x="7" y="10"/>
                    <a:pt x="9" y="8"/>
                  </a:cubicBezTo>
                  <a:cubicBezTo>
                    <a:pt x="10" y="6"/>
                    <a:pt x="12" y="6"/>
                    <a:pt x="14" y="6"/>
                  </a:cubicBezTo>
                  <a:close/>
                  <a:moveTo>
                    <a:pt x="14" y="0"/>
                  </a:move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4"/>
                    <a:pt x="14" y="24"/>
                  </a:cubicBezTo>
                  <a:cubicBezTo>
                    <a:pt x="17" y="24"/>
                    <a:pt x="20" y="23"/>
                    <a:pt x="22" y="21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5" name="任意多边形 1579"/>
            <p:cNvSpPr>
              <a:spLocks/>
            </p:cNvSpPr>
            <p:nvPr/>
          </p:nvSpPr>
          <p:spPr bwMode="auto">
            <a:xfrm flipV="1">
              <a:off x="3314562" y="4770340"/>
              <a:ext cx="3033852" cy="2698846"/>
            </a:xfrm>
            <a:custGeom>
              <a:avLst/>
              <a:gdLst>
                <a:gd name="connsiteX0" fmla="*/ 17697 w 3033852"/>
                <a:gd name="connsiteY0" fmla="*/ 2698846 h 2698846"/>
                <a:gd name="connsiteX1" fmla="*/ 114308 w 3033852"/>
                <a:gd name="connsiteY1" fmla="*/ 2602405 h 2698846"/>
                <a:gd name="connsiteX2" fmla="*/ 1206037 w 3033852"/>
                <a:gd name="connsiteY2" fmla="*/ 1512600 h 2698846"/>
                <a:gd name="connsiteX3" fmla="*/ 1382438 w 3033852"/>
                <a:gd name="connsiteY3" fmla="*/ 1512600 h 2698846"/>
                <a:gd name="connsiteX4" fmla="*/ 1393698 w 3033852"/>
                <a:gd name="connsiteY4" fmla="*/ 1508846 h 2698846"/>
                <a:gd name="connsiteX5" fmla="*/ 1926654 w 3033852"/>
                <a:gd name="connsiteY5" fmla="*/ 972118 h 2698846"/>
                <a:gd name="connsiteX6" fmla="*/ 2076783 w 3033852"/>
                <a:gd name="connsiteY6" fmla="*/ 972118 h 2698846"/>
                <a:gd name="connsiteX7" fmla="*/ 2084289 w 3033852"/>
                <a:gd name="connsiteY7" fmla="*/ 968364 h 2698846"/>
                <a:gd name="connsiteX8" fmla="*/ 3033852 w 3033852"/>
                <a:gd name="connsiteY8" fmla="*/ 18767 h 2698846"/>
                <a:gd name="connsiteX9" fmla="*/ 3015086 w 3033852"/>
                <a:gd name="connsiteY9" fmla="*/ 0 h 2698846"/>
                <a:gd name="connsiteX10" fmla="*/ 2069277 w 3033852"/>
                <a:gd name="connsiteY10" fmla="*/ 945844 h 2698846"/>
                <a:gd name="connsiteX11" fmla="*/ 1922901 w 3033852"/>
                <a:gd name="connsiteY11" fmla="*/ 945844 h 2698846"/>
                <a:gd name="connsiteX12" fmla="*/ 1911641 w 3033852"/>
                <a:gd name="connsiteY12" fmla="*/ 949597 h 2698846"/>
                <a:gd name="connsiteX13" fmla="*/ 1378685 w 3033852"/>
                <a:gd name="connsiteY13" fmla="*/ 1486326 h 2698846"/>
                <a:gd name="connsiteX14" fmla="*/ 1198531 w 3033852"/>
                <a:gd name="connsiteY14" fmla="*/ 1486326 h 2698846"/>
                <a:gd name="connsiteX15" fmla="*/ 1191025 w 3033852"/>
                <a:gd name="connsiteY15" fmla="*/ 1490080 h 2698846"/>
                <a:gd name="connsiteX16" fmla="*/ 67694 w 3033852"/>
                <a:gd name="connsiteY16" fmla="*/ 2613451 h 2698846"/>
                <a:gd name="connsiteX17" fmla="*/ 0 w 3033852"/>
                <a:gd name="connsiteY17" fmla="*/ 2681148 h 269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33852" h="2698846">
                  <a:moveTo>
                    <a:pt x="17697" y="2698846"/>
                  </a:moveTo>
                  <a:lnTo>
                    <a:pt x="114308" y="2602405"/>
                  </a:lnTo>
                  <a:cubicBezTo>
                    <a:pt x="392924" y="2324280"/>
                    <a:pt x="749553" y="1968280"/>
                    <a:pt x="1206037" y="1512600"/>
                  </a:cubicBezTo>
                  <a:cubicBezTo>
                    <a:pt x="1206037" y="1512600"/>
                    <a:pt x="1206037" y="1512600"/>
                    <a:pt x="1382438" y="1512600"/>
                  </a:cubicBezTo>
                  <a:cubicBezTo>
                    <a:pt x="1386192" y="1512600"/>
                    <a:pt x="1389945" y="1508846"/>
                    <a:pt x="1393698" y="1508846"/>
                  </a:cubicBezTo>
                  <a:cubicBezTo>
                    <a:pt x="1393698" y="1508846"/>
                    <a:pt x="1393698" y="1508846"/>
                    <a:pt x="1926654" y="972118"/>
                  </a:cubicBezTo>
                  <a:cubicBezTo>
                    <a:pt x="1926654" y="972118"/>
                    <a:pt x="1926654" y="972118"/>
                    <a:pt x="2076783" y="972118"/>
                  </a:cubicBezTo>
                  <a:cubicBezTo>
                    <a:pt x="2076783" y="972118"/>
                    <a:pt x="2080536" y="972118"/>
                    <a:pt x="2084289" y="968364"/>
                  </a:cubicBezTo>
                  <a:cubicBezTo>
                    <a:pt x="2084289" y="968364"/>
                    <a:pt x="2084289" y="968364"/>
                    <a:pt x="3033852" y="18767"/>
                  </a:cubicBezTo>
                  <a:cubicBezTo>
                    <a:pt x="3033852" y="18767"/>
                    <a:pt x="3033852" y="18767"/>
                    <a:pt x="3015086" y="0"/>
                  </a:cubicBezTo>
                  <a:cubicBezTo>
                    <a:pt x="3015086" y="0"/>
                    <a:pt x="3015086" y="0"/>
                    <a:pt x="2069277" y="945844"/>
                  </a:cubicBezTo>
                  <a:cubicBezTo>
                    <a:pt x="2069277" y="945844"/>
                    <a:pt x="2069277" y="945844"/>
                    <a:pt x="1922901" y="945844"/>
                  </a:cubicBezTo>
                  <a:cubicBezTo>
                    <a:pt x="1919148" y="945844"/>
                    <a:pt x="1915395" y="949597"/>
                    <a:pt x="1911641" y="949597"/>
                  </a:cubicBezTo>
                  <a:cubicBezTo>
                    <a:pt x="1911641" y="949597"/>
                    <a:pt x="1911641" y="949597"/>
                    <a:pt x="1378685" y="1486326"/>
                  </a:cubicBezTo>
                  <a:cubicBezTo>
                    <a:pt x="1378685" y="1486326"/>
                    <a:pt x="1378685" y="1486326"/>
                    <a:pt x="1198531" y="1486326"/>
                  </a:cubicBezTo>
                  <a:cubicBezTo>
                    <a:pt x="1194778" y="1486326"/>
                    <a:pt x="1191025" y="1486326"/>
                    <a:pt x="1191025" y="1490080"/>
                  </a:cubicBezTo>
                  <a:cubicBezTo>
                    <a:pt x="1191025" y="1490080"/>
                    <a:pt x="1191025" y="1490080"/>
                    <a:pt x="67694" y="2613451"/>
                  </a:cubicBezTo>
                  <a:lnTo>
                    <a:pt x="0" y="268114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6" name="任意多边形 1536"/>
            <p:cNvSpPr>
              <a:spLocks/>
            </p:cNvSpPr>
            <p:nvPr/>
          </p:nvSpPr>
          <p:spPr bwMode="auto">
            <a:xfrm flipV="1">
              <a:off x="2328508" y="3317874"/>
              <a:ext cx="663931" cy="2341563"/>
            </a:xfrm>
            <a:custGeom>
              <a:avLst/>
              <a:gdLst>
                <a:gd name="connsiteX0" fmla="*/ 0 w 663931"/>
                <a:gd name="connsiteY0" fmla="*/ 2341563 h 2341563"/>
                <a:gd name="connsiteX1" fmla="*/ 18755 w 663931"/>
                <a:gd name="connsiteY1" fmla="*/ 2341563 h 2341563"/>
                <a:gd name="connsiteX2" fmla="*/ 18755 w 663931"/>
                <a:gd name="connsiteY2" fmla="*/ 2312254 h 2341563"/>
                <a:gd name="connsiteX3" fmla="*/ 18755 w 663931"/>
                <a:gd name="connsiteY3" fmla="*/ 1756289 h 2341563"/>
                <a:gd name="connsiteX4" fmla="*/ 660180 w 663931"/>
                <a:gd name="connsiteY4" fmla="*/ 1114568 h 2341563"/>
                <a:gd name="connsiteX5" fmla="*/ 663931 w 663931"/>
                <a:gd name="connsiteY5" fmla="*/ 1107063 h 2341563"/>
                <a:gd name="connsiteX6" fmla="*/ 663931 w 663931"/>
                <a:gd name="connsiteY6" fmla="*/ 476600 h 2341563"/>
                <a:gd name="connsiteX7" fmla="*/ 660180 w 663931"/>
                <a:gd name="connsiteY7" fmla="*/ 469095 h 2341563"/>
                <a:gd name="connsiteX8" fmla="*/ 337592 w 663931"/>
                <a:gd name="connsiteY8" fmla="*/ 146358 h 2341563"/>
                <a:gd name="connsiteX9" fmla="*/ 337592 w 663931"/>
                <a:gd name="connsiteY9" fmla="*/ 0 h 2341563"/>
                <a:gd name="connsiteX10" fmla="*/ 315086 w 663931"/>
                <a:gd name="connsiteY10" fmla="*/ 0 h 2341563"/>
                <a:gd name="connsiteX11" fmla="*/ 315086 w 663931"/>
                <a:gd name="connsiteY11" fmla="*/ 150110 h 2341563"/>
                <a:gd name="connsiteX12" fmla="*/ 318837 w 663931"/>
                <a:gd name="connsiteY12" fmla="*/ 157616 h 2341563"/>
                <a:gd name="connsiteX13" fmla="*/ 641425 w 663931"/>
                <a:gd name="connsiteY13" fmla="*/ 480353 h 2341563"/>
                <a:gd name="connsiteX14" fmla="*/ 641425 w 663931"/>
                <a:gd name="connsiteY14" fmla="*/ 1103310 h 2341563"/>
                <a:gd name="connsiteX15" fmla="*/ 0 w 663931"/>
                <a:gd name="connsiteY15" fmla="*/ 1741278 h 2341563"/>
                <a:gd name="connsiteX16" fmla="*/ 0 w 663931"/>
                <a:gd name="connsiteY16" fmla="*/ 1748784 h 2341563"/>
                <a:gd name="connsiteX17" fmla="*/ 0 w 663931"/>
                <a:gd name="connsiteY17" fmla="*/ 2244052 h 234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3931" h="2341563">
                  <a:moveTo>
                    <a:pt x="0" y="2341563"/>
                  </a:moveTo>
                  <a:lnTo>
                    <a:pt x="18755" y="2341563"/>
                  </a:lnTo>
                  <a:lnTo>
                    <a:pt x="18755" y="2312254"/>
                  </a:lnTo>
                  <a:cubicBezTo>
                    <a:pt x="18755" y="2204509"/>
                    <a:pt x="18755" y="2032117"/>
                    <a:pt x="18755" y="1756289"/>
                  </a:cubicBezTo>
                  <a:cubicBezTo>
                    <a:pt x="18755" y="1756289"/>
                    <a:pt x="18755" y="1756289"/>
                    <a:pt x="660180" y="1114568"/>
                  </a:cubicBezTo>
                  <a:cubicBezTo>
                    <a:pt x="663931" y="1110816"/>
                    <a:pt x="663931" y="1110816"/>
                    <a:pt x="663931" y="1107063"/>
                  </a:cubicBezTo>
                  <a:cubicBezTo>
                    <a:pt x="663931" y="1107063"/>
                    <a:pt x="663931" y="1107063"/>
                    <a:pt x="663931" y="476600"/>
                  </a:cubicBezTo>
                  <a:cubicBezTo>
                    <a:pt x="663931" y="472847"/>
                    <a:pt x="663931" y="469095"/>
                    <a:pt x="660180" y="469095"/>
                  </a:cubicBezTo>
                  <a:cubicBezTo>
                    <a:pt x="660180" y="469095"/>
                    <a:pt x="660180" y="469095"/>
                    <a:pt x="337592" y="146358"/>
                  </a:cubicBezTo>
                  <a:cubicBezTo>
                    <a:pt x="337592" y="146358"/>
                    <a:pt x="337592" y="146358"/>
                    <a:pt x="337592" y="0"/>
                  </a:cubicBezTo>
                  <a:cubicBezTo>
                    <a:pt x="337592" y="0"/>
                    <a:pt x="337592" y="0"/>
                    <a:pt x="315086" y="0"/>
                  </a:cubicBezTo>
                  <a:cubicBezTo>
                    <a:pt x="315086" y="0"/>
                    <a:pt x="315086" y="0"/>
                    <a:pt x="315086" y="150110"/>
                  </a:cubicBezTo>
                  <a:cubicBezTo>
                    <a:pt x="315086" y="153863"/>
                    <a:pt x="318837" y="157616"/>
                    <a:pt x="318837" y="157616"/>
                  </a:cubicBezTo>
                  <a:cubicBezTo>
                    <a:pt x="318837" y="157616"/>
                    <a:pt x="318837" y="157616"/>
                    <a:pt x="641425" y="480353"/>
                  </a:cubicBezTo>
                  <a:cubicBezTo>
                    <a:pt x="641425" y="480353"/>
                    <a:pt x="641425" y="480353"/>
                    <a:pt x="641425" y="1103310"/>
                  </a:cubicBezTo>
                  <a:cubicBezTo>
                    <a:pt x="641425" y="1103310"/>
                    <a:pt x="641425" y="1103310"/>
                    <a:pt x="0" y="1741278"/>
                  </a:cubicBezTo>
                  <a:cubicBezTo>
                    <a:pt x="0" y="1745031"/>
                    <a:pt x="0" y="1748784"/>
                    <a:pt x="0" y="1748784"/>
                  </a:cubicBezTo>
                  <a:cubicBezTo>
                    <a:pt x="0" y="1748784"/>
                    <a:pt x="0" y="1748784"/>
                    <a:pt x="0" y="224405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7" name="任意多边形 1539"/>
            <p:cNvSpPr>
              <a:spLocks/>
            </p:cNvSpPr>
            <p:nvPr/>
          </p:nvSpPr>
          <p:spPr bwMode="auto">
            <a:xfrm flipV="1">
              <a:off x="1998243" y="3553617"/>
              <a:ext cx="886246" cy="2578894"/>
            </a:xfrm>
            <a:custGeom>
              <a:avLst/>
              <a:gdLst>
                <a:gd name="connsiteX0" fmla="*/ 232828 w 886246"/>
                <a:gd name="connsiteY0" fmla="*/ 2578894 h 2578894"/>
                <a:gd name="connsiteX1" fmla="*/ 255359 w 886246"/>
                <a:gd name="connsiteY1" fmla="*/ 2578894 h 2578894"/>
                <a:gd name="connsiteX2" fmla="*/ 255359 w 886246"/>
                <a:gd name="connsiteY2" fmla="*/ 2434465 h 2578894"/>
                <a:gd name="connsiteX3" fmla="*/ 255359 w 886246"/>
                <a:gd name="connsiteY3" fmla="*/ 2187952 h 2578894"/>
                <a:gd name="connsiteX4" fmla="*/ 882491 w 886246"/>
                <a:gd name="connsiteY4" fmla="*/ 1557462 h 2578894"/>
                <a:gd name="connsiteX5" fmla="*/ 886246 w 886246"/>
                <a:gd name="connsiteY5" fmla="*/ 1549956 h 2578894"/>
                <a:gd name="connsiteX6" fmla="*/ 886246 w 886246"/>
                <a:gd name="connsiteY6" fmla="*/ 1013288 h 2578894"/>
                <a:gd name="connsiteX7" fmla="*/ 882491 w 886246"/>
                <a:gd name="connsiteY7" fmla="*/ 1005783 h 2578894"/>
                <a:gd name="connsiteX8" fmla="*/ 22532 w 886246"/>
                <a:gd name="connsiteY8" fmla="*/ 142611 h 2578894"/>
                <a:gd name="connsiteX9" fmla="*/ 22532 w 886246"/>
                <a:gd name="connsiteY9" fmla="*/ 0 h 2578894"/>
                <a:gd name="connsiteX10" fmla="*/ 0 w 886246"/>
                <a:gd name="connsiteY10" fmla="*/ 0 h 2578894"/>
                <a:gd name="connsiteX11" fmla="*/ 0 w 886246"/>
                <a:gd name="connsiteY11" fmla="*/ 146364 h 2578894"/>
                <a:gd name="connsiteX12" fmla="*/ 3756 w 886246"/>
                <a:gd name="connsiteY12" fmla="*/ 153870 h 2578894"/>
                <a:gd name="connsiteX13" fmla="*/ 863715 w 886246"/>
                <a:gd name="connsiteY13" fmla="*/ 1017041 h 2578894"/>
                <a:gd name="connsiteX14" fmla="*/ 863715 w 886246"/>
                <a:gd name="connsiteY14" fmla="*/ 1546203 h 2578894"/>
                <a:gd name="connsiteX15" fmla="*/ 236583 w 886246"/>
                <a:gd name="connsiteY15" fmla="*/ 2176693 h 2578894"/>
                <a:gd name="connsiteX16" fmla="*/ 232828 w 886246"/>
                <a:gd name="connsiteY16" fmla="*/ 2184199 h 2578894"/>
                <a:gd name="connsiteX17" fmla="*/ 232828 w 886246"/>
                <a:gd name="connsiteY17" fmla="*/ 2517689 h 257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86246" h="2578894">
                  <a:moveTo>
                    <a:pt x="232828" y="2578894"/>
                  </a:moveTo>
                  <a:lnTo>
                    <a:pt x="255359" y="2578894"/>
                  </a:lnTo>
                  <a:lnTo>
                    <a:pt x="255359" y="2434465"/>
                  </a:lnTo>
                  <a:cubicBezTo>
                    <a:pt x="255359" y="2362991"/>
                    <a:pt x="255359" y="2281306"/>
                    <a:pt x="255359" y="2187952"/>
                  </a:cubicBezTo>
                  <a:cubicBezTo>
                    <a:pt x="255359" y="2187952"/>
                    <a:pt x="255359" y="2187952"/>
                    <a:pt x="882491" y="1557462"/>
                  </a:cubicBezTo>
                  <a:cubicBezTo>
                    <a:pt x="886246" y="1557462"/>
                    <a:pt x="886246" y="1553709"/>
                    <a:pt x="886246" y="1549956"/>
                  </a:cubicBezTo>
                  <a:cubicBezTo>
                    <a:pt x="886246" y="1549956"/>
                    <a:pt x="886246" y="1549956"/>
                    <a:pt x="886246" y="1013288"/>
                  </a:cubicBezTo>
                  <a:cubicBezTo>
                    <a:pt x="886246" y="1009536"/>
                    <a:pt x="886246" y="1005783"/>
                    <a:pt x="882491" y="1005783"/>
                  </a:cubicBezTo>
                  <a:cubicBezTo>
                    <a:pt x="882491" y="1005783"/>
                    <a:pt x="882491" y="1005783"/>
                    <a:pt x="22532" y="142611"/>
                  </a:cubicBezTo>
                  <a:cubicBezTo>
                    <a:pt x="22532" y="142611"/>
                    <a:pt x="22532" y="142611"/>
                    <a:pt x="22532" y="0"/>
                  </a:cubicBezTo>
                  <a:cubicBezTo>
                    <a:pt x="22532" y="0"/>
                    <a:pt x="22532" y="0"/>
                    <a:pt x="0" y="0"/>
                  </a:cubicBezTo>
                  <a:cubicBezTo>
                    <a:pt x="0" y="0"/>
                    <a:pt x="0" y="0"/>
                    <a:pt x="0" y="146364"/>
                  </a:cubicBezTo>
                  <a:cubicBezTo>
                    <a:pt x="0" y="150117"/>
                    <a:pt x="0" y="153870"/>
                    <a:pt x="3756" y="153870"/>
                  </a:cubicBezTo>
                  <a:cubicBezTo>
                    <a:pt x="3756" y="153870"/>
                    <a:pt x="3756" y="153870"/>
                    <a:pt x="863715" y="1017041"/>
                  </a:cubicBezTo>
                  <a:cubicBezTo>
                    <a:pt x="863715" y="1017041"/>
                    <a:pt x="863715" y="1017041"/>
                    <a:pt x="863715" y="1546203"/>
                  </a:cubicBezTo>
                  <a:cubicBezTo>
                    <a:pt x="863715" y="1546203"/>
                    <a:pt x="863715" y="1546203"/>
                    <a:pt x="236583" y="2176693"/>
                  </a:cubicBezTo>
                  <a:cubicBezTo>
                    <a:pt x="232828" y="2176693"/>
                    <a:pt x="232828" y="2180446"/>
                    <a:pt x="232828" y="2184199"/>
                  </a:cubicBezTo>
                  <a:cubicBezTo>
                    <a:pt x="232828" y="2184199"/>
                    <a:pt x="232828" y="2184199"/>
                    <a:pt x="232828" y="251768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8" name="椭圆 1537"/>
            <p:cNvSpPr>
              <a:spLocks noChangeAspect="1"/>
            </p:cNvSpPr>
            <p:nvPr/>
          </p:nvSpPr>
          <p:spPr>
            <a:xfrm>
              <a:off x="2295590" y="3240505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solidFill>
                <a:srgbClr val="4D4D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9" name="椭圆 1540"/>
            <p:cNvSpPr>
              <a:spLocks noChangeAspect="1"/>
            </p:cNvSpPr>
            <p:nvPr/>
          </p:nvSpPr>
          <p:spPr>
            <a:xfrm>
              <a:off x="3254922" y="471169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0" name="椭圆 1541"/>
            <p:cNvSpPr>
              <a:spLocks noChangeAspect="1"/>
            </p:cNvSpPr>
            <p:nvPr/>
          </p:nvSpPr>
          <p:spPr>
            <a:xfrm>
              <a:off x="3495552" y="544896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1" name="椭圆 1542"/>
            <p:cNvSpPr/>
            <p:nvPr/>
          </p:nvSpPr>
          <p:spPr>
            <a:xfrm>
              <a:off x="2318942" y="4220764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2" name="椭圆 1543"/>
            <p:cNvSpPr/>
            <p:nvPr/>
          </p:nvSpPr>
          <p:spPr>
            <a:xfrm>
              <a:off x="1061246" y="29114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3" name="椭圆 1544"/>
            <p:cNvSpPr/>
            <p:nvPr/>
          </p:nvSpPr>
          <p:spPr>
            <a:xfrm>
              <a:off x="1049339" y="328929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4" name="椭圆 1545"/>
            <p:cNvSpPr/>
            <p:nvPr/>
          </p:nvSpPr>
          <p:spPr>
            <a:xfrm>
              <a:off x="680641" y="291345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5" name="椭圆 1546"/>
            <p:cNvSpPr/>
            <p:nvPr/>
          </p:nvSpPr>
          <p:spPr>
            <a:xfrm>
              <a:off x="305992" y="254833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6" name="椭圆 1547"/>
            <p:cNvSpPr/>
            <p:nvPr/>
          </p:nvSpPr>
          <p:spPr>
            <a:xfrm>
              <a:off x="1575198" y="382468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7" name="椭圆 1548"/>
            <p:cNvSpPr/>
            <p:nvPr/>
          </p:nvSpPr>
          <p:spPr>
            <a:xfrm>
              <a:off x="2307036" y="4965299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8" name="椭圆 1549"/>
            <p:cNvSpPr/>
            <p:nvPr/>
          </p:nvSpPr>
          <p:spPr>
            <a:xfrm>
              <a:off x="2694385" y="4996257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9" name="椭圆 1550"/>
            <p:cNvSpPr/>
            <p:nvPr/>
          </p:nvSpPr>
          <p:spPr>
            <a:xfrm>
              <a:off x="2940448" y="564713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20" name="椭圆 1551"/>
            <p:cNvSpPr>
              <a:spLocks noChangeAspect="1"/>
            </p:cNvSpPr>
            <p:nvPr/>
          </p:nvSpPr>
          <p:spPr>
            <a:xfrm>
              <a:off x="3840832" y="5817204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21" name="椭圆 1552"/>
            <p:cNvSpPr/>
            <p:nvPr/>
          </p:nvSpPr>
          <p:spPr>
            <a:xfrm>
              <a:off x="4421585" y="6393258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22" name="椭圆 1553"/>
            <p:cNvSpPr/>
            <p:nvPr/>
          </p:nvSpPr>
          <p:spPr>
            <a:xfrm>
              <a:off x="3898504" y="65690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23" name="椭圆 1554"/>
            <p:cNvSpPr/>
            <p:nvPr/>
          </p:nvSpPr>
          <p:spPr>
            <a:xfrm>
              <a:off x="5148660" y="6750445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006797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157380"/>
            <a:ext cx="7659584" cy="5700620"/>
          </a:xfrm>
          <a:prstGeom prst="rect">
            <a:avLst/>
          </a:prstGeom>
        </p:spPr>
      </p:pic>
      <p:grpSp>
        <p:nvGrpSpPr>
          <p:cNvPr id="15" name="组合 4"/>
          <p:cNvGrpSpPr/>
          <p:nvPr/>
        </p:nvGrpSpPr>
        <p:grpSpPr>
          <a:xfrm>
            <a:off x="0" y="539822"/>
            <a:ext cx="3395006" cy="431295"/>
            <a:chOff x="-22274" y="526055"/>
            <a:chExt cx="3395006" cy="431295"/>
          </a:xfrm>
        </p:grpSpPr>
        <p:grpSp>
          <p:nvGrpSpPr>
            <p:cNvPr id="16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21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22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2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23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8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1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2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26" name="文本框 6"/>
          <p:cNvSpPr txBox="1"/>
          <p:nvPr/>
        </p:nvSpPr>
        <p:spPr>
          <a:xfrm>
            <a:off x="324344" y="97054"/>
            <a:ext cx="6040305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ID </a:t>
            </a:r>
            <a:r>
              <a:rPr lang="en-US" altLang="zh-CN" sz="2600" b="1" dirty="0" err="1">
                <a:solidFill>
                  <a:prstClr val="black"/>
                </a:solidFill>
                <a:ea typeface="方正清刻本悦宋简体" panose="02000000000000000000" pitchFamily="2" charset="-122"/>
              </a:rPr>
              <a:t>vs</a:t>
            </a:r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 VGS for PMOS Pass Transistor 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pic>
        <p:nvPicPr>
          <p:cNvPr id="27" name="Picture 2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67699" y="2733966"/>
            <a:ext cx="4924301" cy="2185193"/>
          </a:xfrm>
          <a:prstGeom prst="rect">
            <a:avLst/>
          </a:prstGeom>
        </p:spPr>
      </p:pic>
      <p:sp>
        <p:nvSpPr>
          <p:cNvPr id="28" name="Rounded Rectangle 27"/>
          <p:cNvSpPr/>
          <p:nvPr/>
        </p:nvSpPr>
        <p:spPr>
          <a:xfrm>
            <a:off x="9660467" y="3094446"/>
            <a:ext cx="651934" cy="444621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29" name="组合 1"/>
          <p:cNvGrpSpPr/>
          <p:nvPr/>
        </p:nvGrpSpPr>
        <p:grpSpPr>
          <a:xfrm rot="10359241">
            <a:off x="6347865" y="-5609521"/>
            <a:ext cx="9412287" cy="8794751"/>
            <a:chOff x="-3063873" y="1797048"/>
            <a:chExt cx="9412287" cy="8794751"/>
          </a:xfrm>
        </p:grpSpPr>
        <p:sp>
          <p:nvSpPr>
            <p:cNvPr id="30" name="Freeform 412"/>
            <p:cNvSpPr>
              <a:spLocks noEditPoints="1"/>
            </p:cNvSpPr>
            <p:nvPr/>
          </p:nvSpPr>
          <p:spPr bwMode="auto">
            <a:xfrm flipV="1">
              <a:off x="1371602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2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4 w 25"/>
                <a:gd name="T17" fmla="*/ 3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1 w 25"/>
                <a:gd name="T25" fmla="*/ 21 h 25"/>
                <a:gd name="T26" fmla="*/ 25 w 25"/>
                <a:gd name="T27" fmla="*/ 12 h 25"/>
                <a:gd name="T28" fmla="*/ 21 w 25"/>
                <a:gd name="T29" fmla="*/ 3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 413"/>
            <p:cNvSpPr>
              <a:spLocks noEditPoints="1"/>
            </p:cNvSpPr>
            <p:nvPr/>
          </p:nvSpPr>
          <p:spPr bwMode="auto">
            <a:xfrm flipV="1">
              <a:off x="1038227" y="61436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4 w 25"/>
                <a:gd name="T17" fmla="*/ 3 h 24"/>
                <a:gd name="T18" fmla="*/ 0 w 25"/>
                <a:gd name="T19" fmla="*/ 12 h 24"/>
                <a:gd name="T20" fmla="*/ 12 w 25"/>
                <a:gd name="T21" fmla="*/ 24 h 24"/>
                <a:gd name="T22" fmla="*/ 25 w 25"/>
                <a:gd name="T23" fmla="*/ 12 h 24"/>
                <a:gd name="T24" fmla="*/ 21 w 25"/>
                <a:gd name="T25" fmla="*/ 3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2" name="Freeform 414"/>
            <p:cNvSpPr>
              <a:spLocks noEditPoints="1"/>
            </p:cNvSpPr>
            <p:nvPr/>
          </p:nvSpPr>
          <p:spPr bwMode="auto">
            <a:xfrm flipV="1">
              <a:off x="1165227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3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1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7"/>
                    <a:pt x="5" y="13"/>
                  </a:cubicBezTo>
                  <a:cubicBezTo>
                    <a:pt x="5" y="9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3" name="Freeform 415"/>
            <p:cNvSpPr>
              <a:spLocks noEditPoints="1"/>
            </p:cNvSpPr>
            <p:nvPr/>
          </p:nvSpPr>
          <p:spPr bwMode="auto">
            <a:xfrm flipV="1">
              <a:off x="2106614" y="5149849"/>
              <a:ext cx="106362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6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14 w 28"/>
                <a:gd name="T19" fmla="*/ 0 h 28"/>
                <a:gd name="T20" fmla="*/ 0 w 28"/>
                <a:gd name="T21" fmla="*/ 14 h 28"/>
                <a:gd name="T22" fmla="*/ 14 w 28"/>
                <a:gd name="T23" fmla="*/ 28 h 28"/>
                <a:gd name="T24" fmla="*/ 28 w 28"/>
                <a:gd name="T25" fmla="*/ 1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4" name="Freeform 416"/>
            <p:cNvSpPr>
              <a:spLocks noEditPoints="1"/>
            </p:cNvSpPr>
            <p:nvPr/>
          </p:nvSpPr>
          <p:spPr bwMode="auto">
            <a:xfrm flipV="1">
              <a:off x="2295527" y="4954586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2 w 25"/>
                <a:gd name="T3" fmla="*/ 5 h 25"/>
                <a:gd name="T4" fmla="*/ 20 w 25"/>
                <a:gd name="T5" fmla="*/ 12 h 25"/>
                <a:gd name="T6" fmla="*/ 12 w 25"/>
                <a:gd name="T7" fmla="*/ 20 h 25"/>
                <a:gd name="T8" fmla="*/ 5 w 25"/>
                <a:gd name="T9" fmla="*/ 12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12 w 25"/>
                <a:gd name="T17" fmla="*/ 0 h 25"/>
                <a:gd name="T18" fmla="*/ 0 w 25"/>
                <a:gd name="T19" fmla="*/ 12 h 25"/>
                <a:gd name="T20" fmla="*/ 12 w 25"/>
                <a:gd name="T21" fmla="*/ 25 h 25"/>
                <a:gd name="T22" fmla="*/ 25 w 25"/>
                <a:gd name="T23" fmla="*/ 12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5" name="Freeform 417"/>
            <p:cNvSpPr>
              <a:spLocks noEditPoints="1"/>
            </p:cNvSpPr>
            <p:nvPr/>
          </p:nvSpPr>
          <p:spPr bwMode="auto">
            <a:xfrm flipV="1">
              <a:off x="2684464" y="4600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12 w 24"/>
                <a:gd name="T19" fmla="*/ 0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6" name="Freeform 418"/>
            <p:cNvSpPr>
              <a:spLocks noEditPoints="1"/>
            </p:cNvSpPr>
            <p:nvPr/>
          </p:nvSpPr>
          <p:spPr bwMode="auto">
            <a:xfrm flipV="1">
              <a:off x="2519364" y="44132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2 h 25"/>
                <a:gd name="T4" fmla="*/ 12 w 25"/>
                <a:gd name="T5" fmla="*/ 19 h 25"/>
                <a:gd name="T6" fmla="*/ 12 w 25"/>
                <a:gd name="T7" fmla="*/ 19 h 25"/>
                <a:gd name="T8" fmla="*/ 12 w 25"/>
                <a:gd name="T9" fmla="*/ 19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0 h 25"/>
                <a:gd name="T16" fmla="*/ 12 w 25"/>
                <a:gd name="T17" fmla="*/ 0 h 25"/>
                <a:gd name="T18" fmla="*/ 4 w 25"/>
                <a:gd name="T19" fmla="*/ 3 h 25"/>
                <a:gd name="T20" fmla="*/ 0 w 25"/>
                <a:gd name="T21" fmla="*/ 12 h 25"/>
                <a:gd name="T22" fmla="*/ 12 w 25"/>
                <a:gd name="T23" fmla="*/ 25 h 25"/>
                <a:gd name="T24" fmla="*/ 25 w 25"/>
                <a:gd name="T25" fmla="*/ 12 h 25"/>
                <a:gd name="T26" fmla="*/ 21 w 25"/>
                <a:gd name="T27" fmla="*/ 3 h 25"/>
                <a:gd name="T28" fmla="*/ 12 w 25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7" name="Freeform 419"/>
            <p:cNvSpPr>
              <a:spLocks noEditPoints="1"/>
            </p:cNvSpPr>
            <p:nvPr/>
          </p:nvSpPr>
          <p:spPr bwMode="auto">
            <a:xfrm flipV="1">
              <a:off x="2309814" y="4586286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8" name="Freeform 420"/>
            <p:cNvSpPr>
              <a:spLocks noEditPoints="1"/>
            </p:cNvSpPr>
            <p:nvPr/>
          </p:nvSpPr>
          <p:spPr bwMode="auto">
            <a:xfrm flipV="1">
              <a:off x="2136777" y="4368798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2 w 25"/>
                <a:gd name="T25" fmla="*/ 21 h 25"/>
                <a:gd name="T26" fmla="*/ 25 w 25"/>
                <a:gd name="T27" fmla="*/ 12 h 25"/>
                <a:gd name="T28" fmla="*/ 22 w 25"/>
                <a:gd name="T29" fmla="*/ 4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6"/>
                    <a:pt x="6" y="12"/>
                  </a:cubicBezTo>
                  <a:cubicBezTo>
                    <a:pt x="6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9" name="Freeform 421"/>
            <p:cNvSpPr>
              <a:spLocks noEditPoints="1"/>
            </p:cNvSpPr>
            <p:nvPr/>
          </p:nvSpPr>
          <p:spPr bwMode="auto">
            <a:xfrm flipV="1">
              <a:off x="2301877" y="4203699"/>
              <a:ext cx="104775" cy="104775"/>
            </a:xfrm>
            <a:custGeom>
              <a:avLst/>
              <a:gdLst>
                <a:gd name="T0" fmla="*/ 14 w 28"/>
                <a:gd name="T1" fmla="*/ 7 h 28"/>
                <a:gd name="T2" fmla="*/ 14 w 28"/>
                <a:gd name="T3" fmla="*/ 7 h 28"/>
                <a:gd name="T4" fmla="*/ 21 w 28"/>
                <a:gd name="T5" fmla="*/ 14 h 28"/>
                <a:gd name="T6" fmla="*/ 14 w 28"/>
                <a:gd name="T7" fmla="*/ 21 h 28"/>
                <a:gd name="T8" fmla="*/ 14 w 28"/>
                <a:gd name="T9" fmla="*/ 21 h 28"/>
                <a:gd name="T10" fmla="*/ 7 w 28"/>
                <a:gd name="T11" fmla="*/ 14 h 28"/>
                <a:gd name="T12" fmla="*/ 14 w 28"/>
                <a:gd name="T13" fmla="*/ 7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14 w 28"/>
                <a:gd name="T21" fmla="*/ 28 h 28"/>
                <a:gd name="T22" fmla="*/ 28 w 28"/>
                <a:gd name="T23" fmla="*/ 14 h 28"/>
                <a:gd name="T24" fmla="*/ 24 w 28"/>
                <a:gd name="T25" fmla="*/ 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8" y="7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4" y="7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10"/>
                    <a:pt x="27" y="7"/>
                    <a:pt x="24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0" name="Freeform 422"/>
            <p:cNvSpPr>
              <a:spLocks noEditPoints="1"/>
            </p:cNvSpPr>
            <p:nvPr/>
          </p:nvSpPr>
          <p:spPr bwMode="auto">
            <a:xfrm flipV="1">
              <a:off x="1765302" y="400049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2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5 h 25"/>
                <a:gd name="T16" fmla="*/ 12 w 25"/>
                <a:gd name="T17" fmla="*/ 0 h 25"/>
                <a:gd name="T18" fmla="*/ 12 w 25"/>
                <a:gd name="T19" fmla="*/ 0 h 25"/>
                <a:gd name="T20" fmla="*/ 3 w 25"/>
                <a:gd name="T21" fmla="*/ 4 h 25"/>
                <a:gd name="T22" fmla="*/ 0 w 25"/>
                <a:gd name="T23" fmla="*/ 12 h 25"/>
                <a:gd name="T24" fmla="*/ 3 w 25"/>
                <a:gd name="T25" fmla="*/ 21 h 25"/>
                <a:gd name="T26" fmla="*/ 12 w 25"/>
                <a:gd name="T27" fmla="*/ 25 h 25"/>
                <a:gd name="T28" fmla="*/ 25 w 25"/>
                <a:gd name="T29" fmla="*/ 12 h 25"/>
                <a:gd name="T30" fmla="*/ 12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1" name="Freeform 423"/>
            <p:cNvSpPr>
              <a:spLocks noEditPoints="1"/>
            </p:cNvSpPr>
            <p:nvPr/>
          </p:nvSpPr>
          <p:spPr bwMode="auto">
            <a:xfrm flipV="1">
              <a:off x="2009777" y="38544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0 w 25"/>
                <a:gd name="T15" fmla="*/ 13 h 25"/>
                <a:gd name="T16" fmla="*/ 4 w 25"/>
                <a:gd name="T17" fmla="*/ 21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20" y="9"/>
                    <a:pt x="20" y="13"/>
                  </a:cubicBezTo>
                  <a:cubicBezTo>
                    <a:pt x="20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4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2" name="Freeform 424"/>
            <p:cNvSpPr>
              <a:spLocks noEditPoints="1"/>
            </p:cNvSpPr>
            <p:nvPr/>
          </p:nvSpPr>
          <p:spPr bwMode="auto">
            <a:xfrm flipV="1">
              <a:off x="1563689" y="3813173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2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3" name="Freeform 425"/>
            <p:cNvSpPr>
              <a:spLocks/>
            </p:cNvSpPr>
            <p:nvPr/>
          </p:nvSpPr>
          <p:spPr bwMode="auto">
            <a:xfrm flipV="1">
              <a:off x="309564" y="5400674"/>
              <a:ext cx="2014537" cy="2251075"/>
            </a:xfrm>
            <a:custGeom>
              <a:avLst/>
              <a:gdLst>
                <a:gd name="T0" fmla="*/ 534 w 537"/>
                <a:gd name="T1" fmla="*/ 600 h 600"/>
                <a:gd name="T2" fmla="*/ 345 w 537"/>
                <a:gd name="T3" fmla="*/ 411 h 600"/>
                <a:gd name="T4" fmla="*/ 345 w 537"/>
                <a:gd name="T5" fmla="*/ 410 h 600"/>
                <a:gd name="T6" fmla="*/ 345 w 537"/>
                <a:gd name="T7" fmla="*/ 347 h 600"/>
                <a:gd name="T8" fmla="*/ 0 w 537"/>
                <a:gd name="T9" fmla="*/ 3 h 600"/>
                <a:gd name="T10" fmla="*/ 2 w 537"/>
                <a:gd name="T11" fmla="*/ 0 h 600"/>
                <a:gd name="T12" fmla="*/ 347 w 537"/>
                <a:gd name="T13" fmla="*/ 346 h 600"/>
                <a:gd name="T14" fmla="*/ 348 w 537"/>
                <a:gd name="T15" fmla="*/ 347 h 600"/>
                <a:gd name="T16" fmla="*/ 348 w 537"/>
                <a:gd name="T17" fmla="*/ 409 h 600"/>
                <a:gd name="T18" fmla="*/ 537 w 537"/>
                <a:gd name="T19" fmla="*/ 598 h 600"/>
                <a:gd name="T20" fmla="*/ 534 w 537"/>
                <a:gd name="T21" fmla="*/ 6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7" h="600">
                  <a:moveTo>
                    <a:pt x="534" y="600"/>
                  </a:moveTo>
                  <a:cubicBezTo>
                    <a:pt x="345" y="411"/>
                    <a:pt x="345" y="411"/>
                    <a:pt x="345" y="411"/>
                  </a:cubicBezTo>
                  <a:cubicBezTo>
                    <a:pt x="345" y="411"/>
                    <a:pt x="345" y="410"/>
                    <a:pt x="345" y="410"/>
                  </a:cubicBezTo>
                  <a:cubicBezTo>
                    <a:pt x="345" y="347"/>
                    <a:pt x="345" y="347"/>
                    <a:pt x="345" y="34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47" y="346"/>
                    <a:pt x="347" y="346"/>
                    <a:pt x="347" y="346"/>
                  </a:cubicBezTo>
                  <a:cubicBezTo>
                    <a:pt x="348" y="346"/>
                    <a:pt x="348" y="346"/>
                    <a:pt x="348" y="347"/>
                  </a:cubicBezTo>
                  <a:cubicBezTo>
                    <a:pt x="348" y="409"/>
                    <a:pt x="348" y="409"/>
                    <a:pt x="348" y="409"/>
                  </a:cubicBezTo>
                  <a:cubicBezTo>
                    <a:pt x="537" y="598"/>
                    <a:pt x="537" y="598"/>
                    <a:pt x="537" y="598"/>
                  </a:cubicBezTo>
                  <a:lnTo>
                    <a:pt x="534" y="6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4" name="Freeform 426"/>
            <p:cNvSpPr>
              <a:spLocks/>
            </p:cNvSpPr>
            <p:nvPr/>
          </p:nvSpPr>
          <p:spPr bwMode="auto">
            <a:xfrm flipV="1">
              <a:off x="246064" y="5026024"/>
              <a:ext cx="2446337" cy="2562225"/>
            </a:xfrm>
            <a:custGeom>
              <a:avLst/>
              <a:gdLst>
                <a:gd name="T0" fmla="*/ 652 w 652"/>
                <a:gd name="T1" fmla="*/ 683 h 683"/>
                <a:gd name="T2" fmla="*/ 613 w 652"/>
                <a:gd name="T3" fmla="*/ 683 h 683"/>
                <a:gd name="T4" fmla="*/ 612 w 652"/>
                <a:gd name="T5" fmla="*/ 682 h 683"/>
                <a:gd name="T6" fmla="*/ 335 w 652"/>
                <a:gd name="T7" fmla="*/ 405 h 683"/>
                <a:gd name="T8" fmla="*/ 335 w 652"/>
                <a:gd name="T9" fmla="*/ 404 h 683"/>
                <a:gd name="T10" fmla="*/ 335 w 652"/>
                <a:gd name="T11" fmla="*/ 337 h 683"/>
                <a:gd name="T12" fmla="*/ 0 w 652"/>
                <a:gd name="T13" fmla="*/ 2 h 683"/>
                <a:gd name="T14" fmla="*/ 2 w 652"/>
                <a:gd name="T15" fmla="*/ 0 h 683"/>
                <a:gd name="T16" fmla="*/ 338 w 652"/>
                <a:gd name="T17" fmla="*/ 335 h 683"/>
                <a:gd name="T18" fmla="*/ 338 w 652"/>
                <a:gd name="T19" fmla="*/ 336 h 683"/>
                <a:gd name="T20" fmla="*/ 338 w 652"/>
                <a:gd name="T21" fmla="*/ 403 h 683"/>
                <a:gd name="T22" fmla="*/ 614 w 652"/>
                <a:gd name="T23" fmla="*/ 679 h 683"/>
                <a:gd name="T24" fmla="*/ 652 w 652"/>
                <a:gd name="T25" fmla="*/ 679 h 683"/>
                <a:gd name="T26" fmla="*/ 652 w 652"/>
                <a:gd name="T27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2" h="683">
                  <a:moveTo>
                    <a:pt x="652" y="683"/>
                  </a:moveTo>
                  <a:cubicBezTo>
                    <a:pt x="613" y="683"/>
                    <a:pt x="613" y="683"/>
                    <a:pt x="613" y="683"/>
                  </a:cubicBezTo>
                  <a:cubicBezTo>
                    <a:pt x="613" y="683"/>
                    <a:pt x="612" y="682"/>
                    <a:pt x="612" y="682"/>
                  </a:cubicBezTo>
                  <a:cubicBezTo>
                    <a:pt x="335" y="405"/>
                    <a:pt x="335" y="405"/>
                    <a:pt x="335" y="405"/>
                  </a:cubicBezTo>
                  <a:cubicBezTo>
                    <a:pt x="335" y="405"/>
                    <a:pt x="335" y="404"/>
                    <a:pt x="335" y="404"/>
                  </a:cubicBezTo>
                  <a:cubicBezTo>
                    <a:pt x="335" y="337"/>
                    <a:pt x="335" y="337"/>
                    <a:pt x="335" y="3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38" y="335"/>
                    <a:pt x="338" y="335"/>
                    <a:pt x="338" y="335"/>
                  </a:cubicBezTo>
                  <a:cubicBezTo>
                    <a:pt x="338" y="335"/>
                    <a:pt x="338" y="335"/>
                    <a:pt x="338" y="336"/>
                  </a:cubicBezTo>
                  <a:cubicBezTo>
                    <a:pt x="338" y="403"/>
                    <a:pt x="338" y="403"/>
                    <a:pt x="338" y="403"/>
                  </a:cubicBezTo>
                  <a:cubicBezTo>
                    <a:pt x="614" y="679"/>
                    <a:pt x="614" y="679"/>
                    <a:pt x="614" y="679"/>
                  </a:cubicBezTo>
                  <a:cubicBezTo>
                    <a:pt x="652" y="679"/>
                    <a:pt x="652" y="679"/>
                    <a:pt x="652" y="679"/>
                  </a:cubicBezTo>
                  <a:lnTo>
                    <a:pt x="652" y="68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5" name="Freeform 427"/>
            <p:cNvSpPr>
              <a:spLocks/>
            </p:cNvSpPr>
            <p:nvPr/>
          </p:nvSpPr>
          <p:spPr bwMode="auto">
            <a:xfrm flipV="1">
              <a:off x="174627" y="5929311"/>
              <a:ext cx="1257300" cy="1598613"/>
            </a:xfrm>
            <a:custGeom>
              <a:avLst/>
              <a:gdLst>
                <a:gd name="T0" fmla="*/ 335 w 335"/>
                <a:gd name="T1" fmla="*/ 426 h 426"/>
                <a:gd name="T2" fmla="*/ 328 w 335"/>
                <a:gd name="T3" fmla="*/ 426 h 426"/>
                <a:gd name="T4" fmla="*/ 328 w 335"/>
                <a:gd name="T5" fmla="*/ 333 h 426"/>
                <a:gd name="T6" fmla="*/ 0 w 335"/>
                <a:gd name="T7" fmla="*/ 5 h 426"/>
                <a:gd name="T8" fmla="*/ 5 w 335"/>
                <a:gd name="T9" fmla="*/ 0 h 426"/>
                <a:gd name="T10" fmla="*/ 334 w 335"/>
                <a:gd name="T11" fmla="*/ 329 h 426"/>
                <a:gd name="T12" fmla="*/ 335 w 335"/>
                <a:gd name="T13" fmla="*/ 332 h 426"/>
                <a:gd name="T14" fmla="*/ 335 w 335"/>
                <a:gd name="T15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" h="426">
                  <a:moveTo>
                    <a:pt x="335" y="426"/>
                  </a:moveTo>
                  <a:cubicBezTo>
                    <a:pt x="328" y="426"/>
                    <a:pt x="328" y="426"/>
                    <a:pt x="328" y="426"/>
                  </a:cubicBezTo>
                  <a:cubicBezTo>
                    <a:pt x="328" y="333"/>
                    <a:pt x="328" y="333"/>
                    <a:pt x="328" y="33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34" y="329"/>
                    <a:pt x="334" y="329"/>
                    <a:pt x="334" y="329"/>
                  </a:cubicBezTo>
                  <a:cubicBezTo>
                    <a:pt x="334" y="330"/>
                    <a:pt x="335" y="331"/>
                    <a:pt x="335" y="332"/>
                  </a:cubicBezTo>
                  <a:lnTo>
                    <a:pt x="335" y="4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6" name="Freeform 428"/>
            <p:cNvSpPr>
              <a:spLocks/>
            </p:cNvSpPr>
            <p:nvPr/>
          </p:nvSpPr>
          <p:spPr bwMode="auto">
            <a:xfrm flipV="1">
              <a:off x="106364" y="6226173"/>
              <a:ext cx="984250" cy="1227138"/>
            </a:xfrm>
            <a:custGeom>
              <a:avLst/>
              <a:gdLst>
                <a:gd name="T0" fmla="*/ 259 w 262"/>
                <a:gd name="T1" fmla="*/ 327 h 327"/>
                <a:gd name="T2" fmla="*/ 259 w 262"/>
                <a:gd name="T3" fmla="*/ 261 h 327"/>
                <a:gd name="T4" fmla="*/ 0 w 262"/>
                <a:gd name="T5" fmla="*/ 3 h 327"/>
                <a:gd name="T6" fmla="*/ 3 w 262"/>
                <a:gd name="T7" fmla="*/ 0 h 327"/>
                <a:gd name="T8" fmla="*/ 262 w 262"/>
                <a:gd name="T9" fmla="*/ 259 h 327"/>
                <a:gd name="T10" fmla="*/ 262 w 262"/>
                <a:gd name="T11" fmla="*/ 260 h 327"/>
                <a:gd name="T12" fmla="*/ 262 w 262"/>
                <a:gd name="T13" fmla="*/ 327 h 327"/>
                <a:gd name="T14" fmla="*/ 259 w 262"/>
                <a:gd name="T15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2" h="327">
                  <a:moveTo>
                    <a:pt x="259" y="327"/>
                  </a:moveTo>
                  <a:cubicBezTo>
                    <a:pt x="259" y="261"/>
                    <a:pt x="259" y="261"/>
                    <a:pt x="259" y="26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62" y="259"/>
                    <a:pt x="262" y="259"/>
                    <a:pt x="262" y="259"/>
                  </a:cubicBezTo>
                  <a:cubicBezTo>
                    <a:pt x="262" y="259"/>
                    <a:pt x="262" y="260"/>
                    <a:pt x="262" y="260"/>
                  </a:cubicBezTo>
                  <a:cubicBezTo>
                    <a:pt x="262" y="327"/>
                    <a:pt x="262" y="327"/>
                    <a:pt x="262" y="327"/>
                  </a:cubicBezTo>
                  <a:lnTo>
                    <a:pt x="259" y="327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7" name="Freeform 429"/>
            <p:cNvSpPr>
              <a:spLocks/>
            </p:cNvSpPr>
            <p:nvPr/>
          </p:nvSpPr>
          <p:spPr bwMode="auto">
            <a:xfrm flipV="1">
              <a:off x="-406398" y="5899149"/>
              <a:ext cx="1593850" cy="1685925"/>
            </a:xfrm>
            <a:custGeom>
              <a:avLst/>
              <a:gdLst>
                <a:gd name="T0" fmla="*/ 423 w 425"/>
                <a:gd name="T1" fmla="*/ 449 h 449"/>
                <a:gd name="T2" fmla="*/ 272 w 425"/>
                <a:gd name="T3" fmla="*/ 299 h 449"/>
                <a:gd name="T4" fmla="*/ 272 w 425"/>
                <a:gd name="T5" fmla="*/ 297 h 449"/>
                <a:gd name="T6" fmla="*/ 272 w 425"/>
                <a:gd name="T7" fmla="*/ 285 h 449"/>
                <a:gd name="T8" fmla="*/ 272 w 425"/>
                <a:gd name="T9" fmla="*/ 284 h 449"/>
                <a:gd name="T10" fmla="*/ 304 w 425"/>
                <a:gd name="T11" fmla="*/ 252 h 449"/>
                <a:gd name="T12" fmla="*/ 304 w 425"/>
                <a:gd name="T13" fmla="*/ 237 h 449"/>
                <a:gd name="T14" fmla="*/ 217 w 425"/>
                <a:gd name="T15" fmla="*/ 151 h 449"/>
                <a:gd name="T16" fmla="*/ 207 w 425"/>
                <a:gd name="T17" fmla="*/ 151 h 449"/>
                <a:gd name="T18" fmla="*/ 200 w 425"/>
                <a:gd name="T19" fmla="*/ 158 h 449"/>
                <a:gd name="T20" fmla="*/ 200 w 425"/>
                <a:gd name="T21" fmla="*/ 168 h 449"/>
                <a:gd name="T22" fmla="*/ 232 w 425"/>
                <a:gd name="T23" fmla="*/ 199 h 449"/>
                <a:gd name="T24" fmla="*/ 232 w 425"/>
                <a:gd name="T25" fmla="*/ 201 h 449"/>
                <a:gd name="T26" fmla="*/ 232 w 425"/>
                <a:gd name="T27" fmla="*/ 209 h 449"/>
                <a:gd name="T28" fmla="*/ 232 w 425"/>
                <a:gd name="T29" fmla="*/ 211 h 449"/>
                <a:gd name="T30" fmla="*/ 226 w 425"/>
                <a:gd name="T31" fmla="*/ 216 h 449"/>
                <a:gd name="T32" fmla="*/ 225 w 425"/>
                <a:gd name="T33" fmla="*/ 216 h 449"/>
                <a:gd name="T34" fmla="*/ 225 w 425"/>
                <a:gd name="T35" fmla="*/ 216 h 449"/>
                <a:gd name="T36" fmla="*/ 215 w 425"/>
                <a:gd name="T37" fmla="*/ 216 h 449"/>
                <a:gd name="T38" fmla="*/ 214 w 425"/>
                <a:gd name="T39" fmla="*/ 216 h 449"/>
                <a:gd name="T40" fmla="*/ 0 w 425"/>
                <a:gd name="T41" fmla="*/ 2 h 449"/>
                <a:gd name="T42" fmla="*/ 2 w 425"/>
                <a:gd name="T43" fmla="*/ 0 h 449"/>
                <a:gd name="T44" fmla="*/ 216 w 425"/>
                <a:gd name="T45" fmla="*/ 213 h 449"/>
                <a:gd name="T46" fmla="*/ 225 w 425"/>
                <a:gd name="T47" fmla="*/ 213 h 449"/>
                <a:gd name="T48" fmla="*/ 229 w 425"/>
                <a:gd name="T49" fmla="*/ 209 h 449"/>
                <a:gd name="T50" fmla="*/ 229 w 425"/>
                <a:gd name="T51" fmla="*/ 201 h 449"/>
                <a:gd name="T52" fmla="*/ 197 w 425"/>
                <a:gd name="T53" fmla="*/ 170 h 449"/>
                <a:gd name="T54" fmla="*/ 197 w 425"/>
                <a:gd name="T55" fmla="*/ 169 h 449"/>
                <a:gd name="T56" fmla="*/ 197 w 425"/>
                <a:gd name="T57" fmla="*/ 157 h 449"/>
                <a:gd name="T58" fmla="*/ 197 w 425"/>
                <a:gd name="T59" fmla="*/ 156 h 449"/>
                <a:gd name="T60" fmla="*/ 205 w 425"/>
                <a:gd name="T61" fmla="*/ 148 h 449"/>
                <a:gd name="T62" fmla="*/ 206 w 425"/>
                <a:gd name="T63" fmla="*/ 148 h 449"/>
                <a:gd name="T64" fmla="*/ 206 w 425"/>
                <a:gd name="T65" fmla="*/ 148 h 449"/>
                <a:gd name="T66" fmla="*/ 218 w 425"/>
                <a:gd name="T67" fmla="*/ 148 h 449"/>
                <a:gd name="T68" fmla="*/ 219 w 425"/>
                <a:gd name="T69" fmla="*/ 148 h 449"/>
                <a:gd name="T70" fmla="*/ 307 w 425"/>
                <a:gd name="T71" fmla="*/ 235 h 449"/>
                <a:gd name="T72" fmla="*/ 307 w 425"/>
                <a:gd name="T73" fmla="*/ 237 h 449"/>
                <a:gd name="T74" fmla="*/ 307 w 425"/>
                <a:gd name="T75" fmla="*/ 253 h 449"/>
                <a:gd name="T76" fmla="*/ 307 w 425"/>
                <a:gd name="T77" fmla="*/ 254 h 449"/>
                <a:gd name="T78" fmla="*/ 275 w 425"/>
                <a:gd name="T79" fmla="*/ 286 h 449"/>
                <a:gd name="T80" fmla="*/ 275 w 425"/>
                <a:gd name="T81" fmla="*/ 297 h 449"/>
                <a:gd name="T82" fmla="*/ 425 w 425"/>
                <a:gd name="T83" fmla="*/ 447 h 449"/>
                <a:gd name="T84" fmla="*/ 423 w 425"/>
                <a:gd name="T8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5" h="449">
                  <a:moveTo>
                    <a:pt x="423" y="449"/>
                  </a:moveTo>
                  <a:cubicBezTo>
                    <a:pt x="272" y="299"/>
                    <a:pt x="272" y="299"/>
                    <a:pt x="272" y="299"/>
                  </a:cubicBezTo>
                  <a:cubicBezTo>
                    <a:pt x="272" y="298"/>
                    <a:pt x="272" y="298"/>
                    <a:pt x="272" y="297"/>
                  </a:cubicBezTo>
                  <a:cubicBezTo>
                    <a:pt x="272" y="285"/>
                    <a:pt x="272" y="285"/>
                    <a:pt x="272" y="285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304" y="252"/>
                    <a:pt x="304" y="252"/>
                    <a:pt x="304" y="252"/>
                  </a:cubicBezTo>
                  <a:cubicBezTo>
                    <a:pt x="304" y="237"/>
                    <a:pt x="304" y="237"/>
                    <a:pt x="304" y="237"/>
                  </a:cubicBezTo>
                  <a:cubicBezTo>
                    <a:pt x="217" y="151"/>
                    <a:pt x="217" y="151"/>
                    <a:pt x="217" y="151"/>
                  </a:cubicBezTo>
                  <a:cubicBezTo>
                    <a:pt x="207" y="151"/>
                    <a:pt x="207" y="151"/>
                    <a:pt x="207" y="151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32" y="199"/>
                    <a:pt x="232" y="199"/>
                    <a:pt x="232" y="199"/>
                  </a:cubicBezTo>
                  <a:cubicBezTo>
                    <a:pt x="232" y="200"/>
                    <a:pt x="232" y="200"/>
                    <a:pt x="232" y="201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10"/>
                    <a:pt x="232" y="210"/>
                    <a:pt x="232" y="211"/>
                  </a:cubicBezTo>
                  <a:cubicBezTo>
                    <a:pt x="226" y="216"/>
                    <a:pt x="226" y="216"/>
                    <a:pt x="226" y="216"/>
                  </a:cubicBezTo>
                  <a:cubicBezTo>
                    <a:pt x="226" y="216"/>
                    <a:pt x="226" y="216"/>
                    <a:pt x="225" y="216"/>
                  </a:cubicBezTo>
                  <a:cubicBezTo>
                    <a:pt x="225" y="216"/>
                    <a:pt x="225" y="216"/>
                    <a:pt x="225" y="216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6"/>
                    <a:pt x="214" y="216"/>
                    <a:pt x="214" y="2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6" y="213"/>
                    <a:pt x="216" y="213"/>
                    <a:pt x="216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9" y="209"/>
                    <a:pt x="229" y="209"/>
                    <a:pt x="229" y="209"/>
                  </a:cubicBezTo>
                  <a:cubicBezTo>
                    <a:pt x="229" y="201"/>
                    <a:pt x="229" y="201"/>
                    <a:pt x="229" y="201"/>
                  </a:cubicBezTo>
                  <a:cubicBezTo>
                    <a:pt x="197" y="170"/>
                    <a:pt x="197" y="170"/>
                    <a:pt x="197" y="170"/>
                  </a:cubicBezTo>
                  <a:cubicBezTo>
                    <a:pt x="197" y="170"/>
                    <a:pt x="197" y="169"/>
                    <a:pt x="197" y="169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7" y="157"/>
                    <a:pt x="197" y="156"/>
                    <a:pt x="197" y="156"/>
                  </a:cubicBezTo>
                  <a:cubicBezTo>
                    <a:pt x="205" y="148"/>
                    <a:pt x="205" y="148"/>
                    <a:pt x="205" y="148"/>
                  </a:cubicBezTo>
                  <a:cubicBezTo>
                    <a:pt x="205" y="148"/>
                    <a:pt x="206" y="148"/>
                    <a:pt x="206" y="148"/>
                  </a:cubicBezTo>
                  <a:cubicBezTo>
                    <a:pt x="206" y="148"/>
                    <a:pt x="206" y="148"/>
                    <a:pt x="206" y="148"/>
                  </a:cubicBezTo>
                  <a:cubicBezTo>
                    <a:pt x="218" y="148"/>
                    <a:pt x="218" y="148"/>
                    <a:pt x="218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307" y="235"/>
                    <a:pt x="307" y="235"/>
                    <a:pt x="307" y="235"/>
                  </a:cubicBezTo>
                  <a:cubicBezTo>
                    <a:pt x="307" y="236"/>
                    <a:pt x="307" y="236"/>
                    <a:pt x="307" y="237"/>
                  </a:cubicBezTo>
                  <a:cubicBezTo>
                    <a:pt x="307" y="253"/>
                    <a:pt x="307" y="253"/>
                    <a:pt x="307" y="253"/>
                  </a:cubicBezTo>
                  <a:cubicBezTo>
                    <a:pt x="307" y="253"/>
                    <a:pt x="307" y="254"/>
                    <a:pt x="307" y="254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97"/>
                    <a:pt x="275" y="297"/>
                    <a:pt x="275" y="297"/>
                  </a:cubicBezTo>
                  <a:cubicBezTo>
                    <a:pt x="425" y="447"/>
                    <a:pt x="425" y="447"/>
                    <a:pt x="425" y="447"/>
                  </a:cubicBezTo>
                  <a:lnTo>
                    <a:pt x="423" y="44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8" name="Freeform 430"/>
            <p:cNvSpPr>
              <a:spLocks/>
            </p:cNvSpPr>
            <p:nvPr/>
          </p:nvSpPr>
          <p:spPr bwMode="auto">
            <a:xfrm flipV="1">
              <a:off x="-485773" y="5243511"/>
              <a:ext cx="2663825" cy="2292350"/>
            </a:xfrm>
            <a:custGeom>
              <a:avLst/>
              <a:gdLst>
                <a:gd name="T0" fmla="*/ 710 w 710"/>
                <a:gd name="T1" fmla="*/ 611 h 611"/>
                <a:gd name="T2" fmla="*/ 700 w 710"/>
                <a:gd name="T3" fmla="*/ 611 h 611"/>
                <a:gd name="T4" fmla="*/ 700 w 710"/>
                <a:gd name="T5" fmla="*/ 596 h 611"/>
                <a:gd name="T6" fmla="*/ 586 w 710"/>
                <a:gd name="T7" fmla="*/ 482 h 611"/>
                <a:gd name="T8" fmla="*/ 447 w 710"/>
                <a:gd name="T9" fmla="*/ 482 h 611"/>
                <a:gd name="T10" fmla="*/ 443 w 710"/>
                <a:gd name="T11" fmla="*/ 480 h 611"/>
                <a:gd name="T12" fmla="*/ 221 w 710"/>
                <a:gd name="T13" fmla="*/ 258 h 611"/>
                <a:gd name="T14" fmla="*/ 219 w 710"/>
                <a:gd name="T15" fmla="*/ 254 h 611"/>
                <a:gd name="T16" fmla="*/ 219 w 710"/>
                <a:gd name="T17" fmla="*/ 227 h 611"/>
                <a:gd name="T18" fmla="*/ 0 w 710"/>
                <a:gd name="T19" fmla="*/ 7 h 611"/>
                <a:gd name="T20" fmla="*/ 7 w 710"/>
                <a:gd name="T21" fmla="*/ 0 h 611"/>
                <a:gd name="T22" fmla="*/ 228 w 710"/>
                <a:gd name="T23" fmla="*/ 221 h 611"/>
                <a:gd name="T24" fmla="*/ 229 w 710"/>
                <a:gd name="T25" fmla="*/ 225 h 611"/>
                <a:gd name="T26" fmla="*/ 229 w 710"/>
                <a:gd name="T27" fmla="*/ 252 h 611"/>
                <a:gd name="T28" fmla="*/ 449 w 710"/>
                <a:gd name="T29" fmla="*/ 472 h 611"/>
                <a:gd name="T30" fmla="*/ 588 w 710"/>
                <a:gd name="T31" fmla="*/ 472 h 611"/>
                <a:gd name="T32" fmla="*/ 591 w 710"/>
                <a:gd name="T33" fmla="*/ 473 h 611"/>
                <a:gd name="T34" fmla="*/ 709 w 710"/>
                <a:gd name="T35" fmla="*/ 591 h 611"/>
                <a:gd name="T36" fmla="*/ 710 w 710"/>
                <a:gd name="T37" fmla="*/ 594 h 611"/>
                <a:gd name="T38" fmla="*/ 710 w 71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0" h="611">
                  <a:moveTo>
                    <a:pt x="710" y="611"/>
                  </a:moveTo>
                  <a:cubicBezTo>
                    <a:pt x="700" y="611"/>
                    <a:pt x="700" y="611"/>
                    <a:pt x="700" y="611"/>
                  </a:cubicBezTo>
                  <a:cubicBezTo>
                    <a:pt x="700" y="596"/>
                    <a:pt x="700" y="596"/>
                    <a:pt x="700" y="596"/>
                  </a:cubicBezTo>
                  <a:cubicBezTo>
                    <a:pt x="586" y="482"/>
                    <a:pt x="586" y="482"/>
                    <a:pt x="586" y="482"/>
                  </a:cubicBezTo>
                  <a:cubicBezTo>
                    <a:pt x="447" y="482"/>
                    <a:pt x="447" y="482"/>
                    <a:pt x="447" y="482"/>
                  </a:cubicBezTo>
                  <a:cubicBezTo>
                    <a:pt x="445" y="482"/>
                    <a:pt x="444" y="481"/>
                    <a:pt x="443" y="480"/>
                  </a:cubicBezTo>
                  <a:cubicBezTo>
                    <a:pt x="221" y="258"/>
                    <a:pt x="221" y="258"/>
                    <a:pt x="221" y="258"/>
                  </a:cubicBezTo>
                  <a:cubicBezTo>
                    <a:pt x="220" y="257"/>
                    <a:pt x="219" y="256"/>
                    <a:pt x="219" y="254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28" y="221"/>
                    <a:pt x="228" y="221"/>
                    <a:pt x="228" y="221"/>
                  </a:cubicBezTo>
                  <a:cubicBezTo>
                    <a:pt x="229" y="222"/>
                    <a:pt x="229" y="223"/>
                    <a:pt x="229" y="225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449" y="472"/>
                    <a:pt x="449" y="472"/>
                    <a:pt x="449" y="472"/>
                  </a:cubicBezTo>
                  <a:cubicBezTo>
                    <a:pt x="588" y="472"/>
                    <a:pt x="588" y="472"/>
                    <a:pt x="588" y="472"/>
                  </a:cubicBezTo>
                  <a:cubicBezTo>
                    <a:pt x="589" y="472"/>
                    <a:pt x="590" y="472"/>
                    <a:pt x="591" y="473"/>
                  </a:cubicBezTo>
                  <a:cubicBezTo>
                    <a:pt x="709" y="591"/>
                    <a:pt x="709" y="591"/>
                    <a:pt x="709" y="591"/>
                  </a:cubicBezTo>
                  <a:cubicBezTo>
                    <a:pt x="710" y="591"/>
                    <a:pt x="710" y="593"/>
                    <a:pt x="710" y="594"/>
                  </a:cubicBezTo>
                  <a:lnTo>
                    <a:pt x="71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9" name="Freeform 431"/>
            <p:cNvSpPr>
              <a:spLocks/>
            </p:cNvSpPr>
            <p:nvPr/>
          </p:nvSpPr>
          <p:spPr bwMode="auto">
            <a:xfrm flipV="1">
              <a:off x="-565148" y="4995861"/>
              <a:ext cx="2871787" cy="2484438"/>
            </a:xfrm>
            <a:custGeom>
              <a:avLst/>
              <a:gdLst>
                <a:gd name="T0" fmla="*/ 738 w 765"/>
                <a:gd name="T1" fmla="*/ 662 h 662"/>
                <a:gd name="T2" fmla="*/ 737 w 765"/>
                <a:gd name="T3" fmla="*/ 662 h 662"/>
                <a:gd name="T4" fmla="*/ 566 w 765"/>
                <a:gd name="T5" fmla="*/ 490 h 662"/>
                <a:gd name="T6" fmla="*/ 459 w 765"/>
                <a:gd name="T7" fmla="*/ 490 h 662"/>
                <a:gd name="T8" fmla="*/ 457 w 765"/>
                <a:gd name="T9" fmla="*/ 490 h 662"/>
                <a:gd name="T10" fmla="*/ 218 w 765"/>
                <a:gd name="T11" fmla="*/ 251 h 662"/>
                <a:gd name="T12" fmla="*/ 217 w 765"/>
                <a:gd name="T13" fmla="*/ 249 h 662"/>
                <a:gd name="T14" fmla="*/ 217 w 765"/>
                <a:gd name="T15" fmla="*/ 221 h 662"/>
                <a:gd name="T16" fmla="*/ 0 w 765"/>
                <a:gd name="T17" fmla="*/ 3 h 662"/>
                <a:gd name="T18" fmla="*/ 3 w 765"/>
                <a:gd name="T19" fmla="*/ 0 h 662"/>
                <a:gd name="T20" fmla="*/ 220 w 765"/>
                <a:gd name="T21" fmla="*/ 219 h 662"/>
                <a:gd name="T22" fmla="*/ 221 w 765"/>
                <a:gd name="T23" fmla="*/ 220 h 662"/>
                <a:gd name="T24" fmla="*/ 221 w 765"/>
                <a:gd name="T25" fmla="*/ 249 h 662"/>
                <a:gd name="T26" fmla="*/ 459 w 765"/>
                <a:gd name="T27" fmla="*/ 487 h 662"/>
                <a:gd name="T28" fmla="*/ 567 w 765"/>
                <a:gd name="T29" fmla="*/ 487 h 662"/>
                <a:gd name="T30" fmla="*/ 568 w 765"/>
                <a:gd name="T31" fmla="*/ 488 h 662"/>
                <a:gd name="T32" fmla="*/ 739 w 765"/>
                <a:gd name="T33" fmla="*/ 659 h 662"/>
                <a:gd name="T34" fmla="*/ 765 w 765"/>
                <a:gd name="T35" fmla="*/ 659 h 662"/>
                <a:gd name="T36" fmla="*/ 765 w 765"/>
                <a:gd name="T37" fmla="*/ 662 h 662"/>
                <a:gd name="T38" fmla="*/ 738 w 765"/>
                <a:gd name="T39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5" h="662">
                  <a:moveTo>
                    <a:pt x="738" y="662"/>
                  </a:moveTo>
                  <a:cubicBezTo>
                    <a:pt x="738" y="662"/>
                    <a:pt x="737" y="662"/>
                    <a:pt x="737" y="662"/>
                  </a:cubicBezTo>
                  <a:cubicBezTo>
                    <a:pt x="566" y="490"/>
                    <a:pt x="566" y="490"/>
                    <a:pt x="566" y="490"/>
                  </a:cubicBezTo>
                  <a:cubicBezTo>
                    <a:pt x="459" y="490"/>
                    <a:pt x="459" y="490"/>
                    <a:pt x="459" y="490"/>
                  </a:cubicBezTo>
                  <a:cubicBezTo>
                    <a:pt x="458" y="490"/>
                    <a:pt x="458" y="490"/>
                    <a:pt x="457" y="490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8" y="250"/>
                    <a:pt x="217" y="250"/>
                    <a:pt x="217" y="249"/>
                  </a:cubicBezTo>
                  <a:cubicBezTo>
                    <a:pt x="217" y="221"/>
                    <a:pt x="217" y="221"/>
                    <a:pt x="217" y="2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1" y="219"/>
                    <a:pt x="221" y="219"/>
                    <a:pt x="221" y="220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459" y="487"/>
                    <a:pt x="459" y="487"/>
                    <a:pt x="459" y="487"/>
                  </a:cubicBezTo>
                  <a:cubicBezTo>
                    <a:pt x="567" y="487"/>
                    <a:pt x="567" y="487"/>
                    <a:pt x="567" y="487"/>
                  </a:cubicBezTo>
                  <a:cubicBezTo>
                    <a:pt x="567" y="487"/>
                    <a:pt x="568" y="487"/>
                    <a:pt x="568" y="488"/>
                  </a:cubicBezTo>
                  <a:cubicBezTo>
                    <a:pt x="739" y="659"/>
                    <a:pt x="739" y="659"/>
                    <a:pt x="739" y="659"/>
                  </a:cubicBezTo>
                  <a:cubicBezTo>
                    <a:pt x="765" y="659"/>
                    <a:pt x="765" y="659"/>
                    <a:pt x="765" y="659"/>
                  </a:cubicBezTo>
                  <a:cubicBezTo>
                    <a:pt x="765" y="662"/>
                    <a:pt x="765" y="662"/>
                    <a:pt x="765" y="662"/>
                  </a:cubicBezTo>
                  <a:lnTo>
                    <a:pt x="738" y="6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0" name="Freeform 432"/>
            <p:cNvSpPr>
              <a:spLocks/>
            </p:cNvSpPr>
            <p:nvPr/>
          </p:nvSpPr>
          <p:spPr bwMode="auto">
            <a:xfrm flipV="1">
              <a:off x="-642936" y="4679949"/>
              <a:ext cx="3379787" cy="2759075"/>
            </a:xfrm>
            <a:custGeom>
              <a:avLst/>
              <a:gdLst>
                <a:gd name="T0" fmla="*/ 901 w 901"/>
                <a:gd name="T1" fmla="*/ 735 h 735"/>
                <a:gd name="T2" fmla="*/ 897 w 901"/>
                <a:gd name="T3" fmla="*/ 735 h 735"/>
                <a:gd name="T4" fmla="*/ 897 w 901"/>
                <a:gd name="T5" fmla="*/ 700 h 735"/>
                <a:gd name="T6" fmla="*/ 868 w 901"/>
                <a:gd name="T7" fmla="*/ 671 h 735"/>
                <a:gd name="T8" fmla="*/ 835 w 901"/>
                <a:gd name="T9" fmla="*/ 671 h 735"/>
                <a:gd name="T10" fmla="*/ 825 w 901"/>
                <a:gd name="T11" fmla="*/ 681 h 735"/>
                <a:gd name="T12" fmla="*/ 824 w 901"/>
                <a:gd name="T13" fmla="*/ 681 h 735"/>
                <a:gd name="T14" fmla="*/ 761 w 901"/>
                <a:gd name="T15" fmla="*/ 681 h 735"/>
                <a:gd name="T16" fmla="*/ 760 w 901"/>
                <a:gd name="T17" fmla="*/ 681 h 735"/>
                <a:gd name="T18" fmla="*/ 588 w 901"/>
                <a:gd name="T19" fmla="*/ 509 h 735"/>
                <a:gd name="T20" fmla="*/ 474 w 901"/>
                <a:gd name="T21" fmla="*/ 509 h 735"/>
                <a:gd name="T22" fmla="*/ 473 w 901"/>
                <a:gd name="T23" fmla="*/ 508 h 735"/>
                <a:gd name="T24" fmla="*/ 212 w 901"/>
                <a:gd name="T25" fmla="*/ 247 h 735"/>
                <a:gd name="T26" fmla="*/ 212 w 901"/>
                <a:gd name="T27" fmla="*/ 246 h 735"/>
                <a:gd name="T28" fmla="*/ 212 w 901"/>
                <a:gd name="T29" fmla="*/ 215 h 735"/>
                <a:gd name="T30" fmla="*/ 0 w 901"/>
                <a:gd name="T31" fmla="*/ 2 h 735"/>
                <a:gd name="T32" fmla="*/ 2 w 901"/>
                <a:gd name="T33" fmla="*/ 0 h 735"/>
                <a:gd name="T34" fmla="*/ 215 w 901"/>
                <a:gd name="T35" fmla="*/ 213 h 735"/>
                <a:gd name="T36" fmla="*/ 215 w 901"/>
                <a:gd name="T37" fmla="*/ 214 h 735"/>
                <a:gd name="T38" fmla="*/ 215 w 901"/>
                <a:gd name="T39" fmla="*/ 245 h 735"/>
                <a:gd name="T40" fmla="*/ 475 w 901"/>
                <a:gd name="T41" fmla="*/ 505 h 735"/>
                <a:gd name="T42" fmla="*/ 589 w 901"/>
                <a:gd name="T43" fmla="*/ 505 h 735"/>
                <a:gd name="T44" fmla="*/ 590 w 901"/>
                <a:gd name="T45" fmla="*/ 506 h 735"/>
                <a:gd name="T46" fmla="*/ 762 w 901"/>
                <a:gd name="T47" fmla="*/ 678 h 735"/>
                <a:gd name="T48" fmla="*/ 823 w 901"/>
                <a:gd name="T49" fmla="*/ 678 h 735"/>
                <a:gd name="T50" fmla="*/ 833 w 901"/>
                <a:gd name="T51" fmla="*/ 668 h 735"/>
                <a:gd name="T52" fmla="*/ 834 w 901"/>
                <a:gd name="T53" fmla="*/ 667 h 735"/>
                <a:gd name="T54" fmla="*/ 869 w 901"/>
                <a:gd name="T55" fmla="*/ 667 h 735"/>
                <a:gd name="T56" fmla="*/ 870 w 901"/>
                <a:gd name="T57" fmla="*/ 668 h 735"/>
                <a:gd name="T58" fmla="*/ 900 w 901"/>
                <a:gd name="T59" fmla="*/ 698 h 735"/>
                <a:gd name="T60" fmla="*/ 901 w 901"/>
                <a:gd name="T61" fmla="*/ 699 h 735"/>
                <a:gd name="T62" fmla="*/ 901 w 901"/>
                <a:gd name="T63" fmla="*/ 735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1" h="735">
                  <a:moveTo>
                    <a:pt x="901" y="735"/>
                  </a:moveTo>
                  <a:cubicBezTo>
                    <a:pt x="897" y="735"/>
                    <a:pt x="897" y="735"/>
                    <a:pt x="897" y="735"/>
                  </a:cubicBezTo>
                  <a:cubicBezTo>
                    <a:pt x="897" y="700"/>
                    <a:pt x="897" y="700"/>
                    <a:pt x="897" y="700"/>
                  </a:cubicBezTo>
                  <a:cubicBezTo>
                    <a:pt x="868" y="671"/>
                    <a:pt x="868" y="671"/>
                    <a:pt x="868" y="671"/>
                  </a:cubicBezTo>
                  <a:cubicBezTo>
                    <a:pt x="835" y="671"/>
                    <a:pt x="835" y="671"/>
                    <a:pt x="835" y="671"/>
                  </a:cubicBezTo>
                  <a:cubicBezTo>
                    <a:pt x="825" y="681"/>
                    <a:pt x="825" y="681"/>
                    <a:pt x="825" y="681"/>
                  </a:cubicBezTo>
                  <a:cubicBezTo>
                    <a:pt x="825" y="681"/>
                    <a:pt x="824" y="681"/>
                    <a:pt x="824" y="681"/>
                  </a:cubicBezTo>
                  <a:cubicBezTo>
                    <a:pt x="761" y="681"/>
                    <a:pt x="761" y="681"/>
                    <a:pt x="761" y="681"/>
                  </a:cubicBezTo>
                  <a:cubicBezTo>
                    <a:pt x="761" y="681"/>
                    <a:pt x="760" y="681"/>
                    <a:pt x="760" y="681"/>
                  </a:cubicBezTo>
                  <a:cubicBezTo>
                    <a:pt x="588" y="509"/>
                    <a:pt x="588" y="509"/>
                    <a:pt x="588" y="509"/>
                  </a:cubicBezTo>
                  <a:cubicBezTo>
                    <a:pt x="474" y="509"/>
                    <a:pt x="474" y="509"/>
                    <a:pt x="474" y="509"/>
                  </a:cubicBezTo>
                  <a:cubicBezTo>
                    <a:pt x="474" y="509"/>
                    <a:pt x="474" y="509"/>
                    <a:pt x="473" y="508"/>
                  </a:cubicBezTo>
                  <a:cubicBezTo>
                    <a:pt x="212" y="247"/>
                    <a:pt x="212" y="247"/>
                    <a:pt x="212" y="247"/>
                  </a:cubicBezTo>
                  <a:cubicBezTo>
                    <a:pt x="212" y="247"/>
                    <a:pt x="212" y="247"/>
                    <a:pt x="212" y="246"/>
                  </a:cubicBezTo>
                  <a:cubicBezTo>
                    <a:pt x="212" y="215"/>
                    <a:pt x="212" y="215"/>
                    <a:pt x="212" y="21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3"/>
                    <a:pt x="215" y="214"/>
                    <a:pt x="215" y="214"/>
                  </a:cubicBezTo>
                  <a:cubicBezTo>
                    <a:pt x="215" y="245"/>
                    <a:pt x="215" y="245"/>
                    <a:pt x="215" y="245"/>
                  </a:cubicBezTo>
                  <a:cubicBezTo>
                    <a:pt x="475" y="505"/>
                    <a:pt x="475" y="505"/>
                    <a:pt x="475" y="505"/>
                  </a:cubicBezTo>
                  <a:cubicBezTo>
                    <a:pt x="589" y="505"/>
                    <a:pt x="589" y="505"/>
                    <a:pt x="589" y="505"/>
                  </a:cubicBezTo>
                  <a:cubicBezTo>
                    <a:pt x="589" y="505"/>
                    <a:pt x="590" y="506"/>
                    <a:pt x="590" y="506"/>
                  </a:cubicBezTo>
                  <a:cubicBezTo>
                    <a:pt x="762" y="678"/>
                    <a:pt x="762" y="678"/>
                    <a:pt x="762" y="678"/>
                  </a:cubicBezTo>
                  <a:cubicBezTo>
                    <a:pt x="823" y="678"/>
                    <a:pt x="823" y="678"/>
                    <a:pt x="823" y="678"/>
                  </a:cubicBezTo>
                  <a:cubicBezTo>
                    <a:pt x="833" y="668"/>
                    <a:pt x="833" y="668"/>
                    <a:pt x="833" y="668"/>
                  </a:cubicBezTo>
                  <a:cubicBezTo>
                    <a:pt x="833" y="668"/>
                    <a:pt x="834" y="667"/>
                    <a:pt x="834" y="667"/>
                  </a:cubicBezTo>
                  <a:cubicBezTo>
                    <a:pt x="869" y="667"/>
                    <a:pt x="869" y="667"/>
                    <a:pt x="869" y="667"/>
                  </a:cubicBezTo>
                  <a:cubicBezTo>
                    <a:pt x="869" y="667"/>
                    <a:pt x="870" y="668"/>
                    <a:pt x="870" y="668"/>
                  </a:cubicBezTo>
                  <a:cubicBezTo>
                    <a:pt x="900" y="698"/>
                    <a:pt x="900" y="698"/>
                    <a:pt x="900" y="698"/>
                  </a:cubicBezTo>
                  <a:cubicBezTo>
                    <a:pt x="900" y="698"/>
                    <a:pt x="901" y="699"/>
                    <a:pt x="901" y="699"/>
                  </a:cubicBezTo>
                  <a:lnTo>
                    <a:pt x="901" y="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1" name="Freeform 433"/>
            <p:cNvSpPr>
              <a:spLocks/>
            </p:cNvSpPr>
            <p:nvPr/>
          </p:nvSpPr>
          <p:spPr bwMode="auto">
            <a:xfrm flipV="1">
              <a:off x="-430211" y="4500561"/>
              <a:ext cx="3001962" cy="2413000"/>
            </a:xfrm>
            <a:custGeom>
              <a:avLst/>
              <a:gdLst>
                <a:gd name="T0" fmla="*/ 797 w 800"/>
                <a:gd name="T1" fmla="*/ 643 h 643"/>
                <a:gd name="T2" fmla="*/ 797 w 800"/>
                <a:gd name="T3" fmla="*/ 609 h 643"/>
                <a:gd name="T4" fmla="*/ 767 w 800"/>
                <a:gd name="T5" fmla="*/ 579 h 643"/>
                <a:gd name="T6" fmla="*/ 693 w 800"/>
                <a:gd name="T7" fmla="*/ 579 h 643"/>
                <a:gd name="T8" fmla="*/ 692 w 800"/>
                <a:gd name="T9" fmla="*/ 578 h 643"/>
                <a:gd name="T10" fmla="*/ 518 w 800"/>
                <a:gd name="T11" fmla="*/ 404 h 643"/>
                <a:gd name="T12" fmla="*/ 402 w 800"/>
                <a:gd name="T13" fmla="*/ 404 h 643"/>
                <a:gd name="T14" fmla="*/ 401 w 800"/>
                <a:gd name="T15" fmla="*/ 404 h 643"/>
                <a:gd name="T16" fmla="*/ 0 w 800"/>
                <a:gd name="T17" fmla="*/ 2 h 643"/>
                <a:gd name="T18" fmla="*/ 2 w 800"/>
                <a:gd name="T19" fmla="*/ 0 h 643"/>
                <a:gd name="T20" fmla="*/ 403 w 800"/>
                <a:gd name="T21" fmla="*/ 401 h 643"/>
                <a:gd name="T22" fmla="*/ 519 w 800"/>
                <a:gd name="T23" fmla="*/ 401 h 643"/>
                <a:gd name="T24" fmla="*/ 520 w 800"/>
                <a:gd name="T25" fmla="*/ 401 h 643"/>
                <a:gd name="T26" fmla="*/ 694 w 800"/>
                <a:gd name="T27" fmla="*/ 575 h 643"/>
                <a:gd name="T28" fmla="*/ 767 w 800"/>
                <a:gd name="T29" fmla="*/ 575 h 643"/>
                <a:gd name="T30" fmla="*/ 768 w 800"/>
                <a:gd name="T31" fmla="*/ 576 h 643"/>
                <a:gd name="T32" fmla="*/ 800 w 800"/>
                <a:gd name="T33" fmla="*/ 607 h 643"/>
                <a:gd name="T34" fmla="*/ 800 w 800"/>
                <a:gd name="T35" fmla="*/ 608 h 643"/>
                <a:gd name="T36" fmla="*/ 800 w 800"/>
                <a:gd name="T37" fmla="*/ 643 h 643"/>
                <a:gd name="T38" fmla="*/ 797 w 800"/>
                <a:gd name="T39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0" h="643">
                  <a:moveTo>
                    <a:pt x="797" y="643"/>
                  </a:moveTo>
                  <a:cubicBezTo>
                    <a:pt x="797" y="609"/>
                    <a:pt x="797" y="609"/>
                    <a:pt x="797" y="609"/>
                  </a:cubicBezTo>
                  <a:cubicBezTo>
                    <a:pt x="767" y="579"/>
                    <a:pt x="767" y="579"/>
                    <a:pt x="767" y="579"/>
                  </a:cubicBezTo>
                  <a:cubicBezTo>
                    <a:pt x="693" y="579"/>
                    <a:pt x="693" y="579"/>
                    <a:pt x="693" y="579"/>
                  </a:cubicBezTo>
                  <a:cubicBezTo>
                    <a:pt x="693" y="579"/>
                    <a:pt x="692" y="579"/>
                    <a:pt x="692" y="578"/>
                  </a:cubicBezTo>
                  <a:cubicBezTo>
                    <a:pt x="518" y="404"/>
                    <a:pt x="518" y="404"/>
                    <a:pt x="518" y="404"/>
                  </a:cubicBezTo>
                  <a:cubicBezTo>
                    <a:pt x="402" y="404"/>
                    <a:pt x="402" y="404"/>
                    <a:pt x="402" y="404"/>
                  </a:cubicBezTo>
                  <a:cubicBezTo>
                    <a:pt x="402" y="404"/>
                    <a:pt x="401" y="404"/>
                    <a:pt x="401" y="40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519" y="401"/>
                    <a:pt x="519" y="401"/>
                    <a:pt x="519" y="401"/>
                  </a:cubicBezTo>
                  <a:cubicBezTo>
                    <a:pt x="519" y="401"/>
                    <a:pt x="519" y="401"/>
                    <a:pt x="520" y="401"/>
                  </a:cubicBezTo>
                  <a:cubicBezTo>
                    <a:pt x="694" y="575"/>
                    <a:pt x="694" y="575"/>
                    <a:pt x="694" y="575"/>
                  </a:cubicBezTo>
                  <a:cubicBezTo>
                    <a:pt x="767" y="575"/>
                    <a:pt x="767" y="575"/>
                    <a:pt x="767" y="575"/>
                  </a:cubicBezTo>
                  <a:cubicBezTo>
                    <a:pt x="768" y="575"/>
                    <a:pt x="768" y="576"/>
                    <a:pt x="768" y="576"/>
                  </a:cubicBezTo>
                  <a:cubicBezTo>
                    <a:pt x="800" y="607"/>
                    <a:pt x="800" y="607"/>
                    <a:pt x="800" y="607"/>
                  </a:cubicBezTo>
                  <a:cubicBezTo>
                    <a:pt x="800" y="607"/>
                    <a:pt x="800" y="608"/>
                    <a:pt x="800" y="608"/>
                  </a:cubicBezTo>
                  <a:cubicBezTo>
                    <a:pt x="800" y="643"/>
                    <a:pt x="800" y="643"/>
                    <a:pt x="800" y="643"/>
                  </a:cubicBezTo>
                  <a:lnTo>
                    <a:pt x="797" y="64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2" name="Freeform 434"/>
            <p:cNvSpPr>
              <a:spLocks/>
            </p:cNvSpPr>
            <p:nvPr/>
          </p:nvSpPr>
          <p:spPr bwMode="auto">
            <a:xfrm flipV="1">
              <a:off x="-538161" y="4627561"/>
              <a:ext cx="2859087" cy="2176463"/>
            </a:xfrm>
            <a:custGeom>
              <a:avLst/>
              <a:gdLst>
                <a:gd name="T0" fmla="*/ 720 w 762"/>
                <a:gd name="T1" fmla="*/ 580 h 580"/>
                <a:gd name="T2" fmla="*/ 719 w 762"/>
                <a:gd name="T3" fmla="*/ 580 h 580"/>
                <a:gd name="T4" fmla="*/ 549 w 762"/>
                <a:gd name="T5" fmla="*/ 410 h 580"/>
                <a:gd name="T6" fmla="*/ 409 w 762"/>
                <a:gd name="T7" fmla="*/ 410 h 580"/>
                <a:gd name="T8" fmla="*/ 407 w 762"/>
                <a:gd name="T9" fmla="*/ 410 h 580"/>
                <a:gd name="T10" fmla="*/ 0 w 762"/>
                <a:gd name="T11" fmla="*/ 2 h 580"/>
                <a:gd name="T12" fmla="*/ 2 w 762"/>
                <a:gd name="T13" fmla="*/ 0 h 580"/>
                <a:gd name="T14" fmla="*/ 409 w 762"/>
                <a:gd name="T15" fmla="*/ 407 h 580"/>
                <a:gd name="T16" fmla="*/ 550 w 762"/>
                <a:gd name="T17" fmla="*/ 407 h 580"/>
                <a:gd name="T18" fmla="*/ 551 w 762"/>
                <a:gd name="T19" fmla="*/ 407 h 580"/>
                <a:gd name="T20" fmla="*/ 721 w 762"/>
                <a:gd name="T21" fmla="*/ 577 h 580"/>
                <a:gd name="T22" fmla="*/ 762 w 762"/>
                <a:gd name="T23" fmla="*/ 577 h 580"/>
                <a:gd name="T24" fmla="*/ 762 w 762"/>
                <a:gd name="T25" fmla="*/ 580 h 580"/>
                <a:gd name="T26" fmla="*/ 720 w 762"/>
                <a:gd name="T27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580">
                  <a:moveTo>
                    <a:pt x="720" y="580"/>
                  </a:moveTo>
                  <a:cubicBezTo>
                    <a:pt x="720" y="580"/>
                    <a:pt x="720" y="580"/>
                    <a:pt x="719" y="580"/>
                  </a:cubicBezTo>
                  <a:cubicBezTo>
                    <a:pt x="549" y="410"/>
                    <a:pt x="549" y="410"/>
                    <a:pt x="549" y="410"/>
                  </a:cubicBezTo>
                  <a:cubicBezTo>
                    <a:pt x="409" y="410"/>
                    <a:pt x="409" y="410"/>
                    <a:pt x="409" y="410"/>
                  </a:cubicBezTo>
                  <a:cubicBezTo>
                    <a:pt x="408" y="410"/>
                    <a:pt x="408" y="410"/>
                    <a:pt x="407" y="4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9" y="407"/>
                    <a:pt x="409" y="407"/>
                    <a:pt x="409" y="407"/>
                  </a:cubicBezTo>
                  <a:cubicBezTo>
                    <a:pt x="550" y="407"/>
                    <a:pt x="550" y="407"/>
                    <a:pt x="550" y="407"/>
                  </a:cubicBezTo>
                  <a:cubicBezTo>
                    <a:pt x="550" y="407"/>
                    <a:pt x="551" y="407"/>
                    <a:pt x="551" y="407"/>
                  </a:cubicBezTo>
                  <a:cubicBezTo>
                    <a:pt x="721" y="577"/>
                    <a:pt x="721" y="577"/>
                    <a:pt x="721" y="577"/>
                  </a:cubicBezTo>
                  <a:cubicBezTo>
                    <a:pt x="762" y="577"/>
                    <a:pt x="762" y="577"/>
                    <a:pt x="762" y="577"/>
                  </a:cubicBezTo>
                  <a:cubicBezTo>
                    <a:pt x="762" y="580"/>
                    <a:pt x="762" y="580"/>
                    <a:pt x="762" y="580"/>
                  </a:cubicBezTo>
                  <a:lnTo>
                    <a:pt x="720" y="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3" name="Freeform 435"/>
            <p:cNvSpPr>
              <a:spLocks/>
            </p:cNvSpPr>
            <p:nvPr/>
          </p:nvSpPr>
          <p:spPr bwMode="auto">
            <a:xfrm flipV="1">
              <a:off x="-639761" y="4435473"/>
              <a:ext cx="2806700" cy="2271713"/>
            </a:xfrm>
            <a:custGeom>
              <a:avLst/>
              <a:gdLst>
                <a:gd name="T0" fmla="*/ 745 w 748"/>
                <a:gd name="T1" fmla="*/ 605 h 605"/>
                <a:gd name="T2" fmla="*/ 683 w 748"/>
                <a:gd name="T3" fmla="*/ 543 h 605"/>
                <a:gd name="T4" fmla="*/ 637 w 748"/>
                <a:gd name="T5" fmla="*/ 543 h 605"/>
                <a:gd name="T6" fmla="*/ 635 w 748"/>
                <a:gd name="T7" fmla="*/ 543 h 605"/>
                <a:gd name="T8" fmla="*/ 512 w 748"/>
                <a:gd name="T9" fmla="*/ 419 h 605"/>
                <a:gd name="T10" fmla="*/ 375 w 748"/>
                <a:gd name="T11" fmla="*/ 419 h 605"/>
                <a:gd name="T12" fmla="*/ 374 w 748"/>
                <a:gd name="T13" fmla="*/ 419 h 605"/>
                <a:gd name="T14" fmla="*/ 341 w 748"/>
                <a:gd name="T15" fmla="*/ 386 h 605"/>
                <a:gd name="T16" fmla="*/ 340 w 748"/>
                <a:gd name="T17" fmla="*/ 385 h 605"/>
                <a:gd name="T18" fmla="*/ 340 w 748"/>
                <a:gd name="T19" fmla="*/ 343 h 605"/>
                <a:gd name="T20" fmla="*/ 0 w 748"/>
                <a:gd name="T21" fmla="*/ 3 h 605"/>
                <a:gd name="T22" fmla="*/ 3 w 748"/>
                <a:gd name="T23" fmla="*/ 0 h 605"/>
                <a:gd name="T24" fmla="*/ 343 w 748"/>
                <a:gd name="T25" fmla="*/ 341 h 605"/>
                <a:gd name="T26" fmla="*/ 344 w 748"/>
                <a:gd name="T27" fmla="*/ 342 h 605"/>
                <a:gd name="T28" fmla="*/ 344 w 748"/>
                <a:gd name="T29" fmla="*/ 384 h 605"/>
                <a:gd name="T30" fmla="*/ 376 w 748"/>
                <a:gd name="T31" fmla="*/ 416 h 605"/>
                <a:gd name="T32" fmla="*/ 513 w 748"/>
                <a:gd name="T33" fmla="*/ 416 h 605"/>
                <a:gd name="T34" fmla="*/ 514 w 748"/>
                <a:gd name="T35" fmla="*/ 417 h 605"/>
                <a:gd name="T36" fmla="*/ 637 w 748"/>
                <a:gd name="T37" fmla="*/ 540 h 605"/>
                <a:gd name="T38" fmla="*/ 683 w 748"/>
                <a:gd name="T39" fmla="*/ 540 h 605"/>
                <a:gd name="T40" fmla="*/ 685 w 748"/>
                <a:gd name="T41" fmla="*/ 540 h 605"/>
                <a:gd name="T42" fmla="*/ 748 w 748"/>
                <a:gd name="T43" fmla="*/ 603 h 605"/>
                <a:gd name="T44" fmla="*/ 745 w 748"/>
                <a:gd name="T45" fmla="*/ 60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8" h="605">
                  <a:moveTo>
                    <a:pt x="745" y="605"/>
                  </a:moveTo>
                  <a:cubicBezTo>
                    <a:pt x="683" y="543"/>
                    <a:pt x="683" y="543"/>
                    <a:pt x="683" y="543"/>
                  </a:cubicBezTo>
                  <a:cubicBezTo>
                    <a:pt x="637" y="543"/>
                    <a:pt x="637" y="543"/>
                    <a:pt x="637" y="543"/>
                  </a:cubicBezTo>
                  <a:cubicBezTo>
                    <a:pt x="636" y="543"/>
                    <a:pt x="636" y="543"/>
                    <a:pt x="635" y="543"/>
                  </a:cubicBezTo>
                  <a:cubicBezTo>
                    <a:pt x="512" y="419"/>
                    <a:pt x="512" y="419"/>
                    <a:pt x="512" y="419"/>
                  </a:cubicBezTo>
                  <a:cubicBezTo>
                    <a:pt x="375" y="419"/>
                    <a:pt x="375" y="419"/>
                    <a:pt x="375" y="419"/>
                  </a:cubicBezTo>
                  <a:cubicBezTo>
                    <a:pt x="375" y="419"/>
                    <a:pt x="374" y="419"/>
                    <a:pt x="374" y="419"/>
                  </a:cubicBezTo>
                  <a:cubicBezTo>
                    <a:pt x="341" y="386"/>
                    <a:pt x="341" y="386"/>
                    <a:pt x="341" y="386"/>
                  </a:cubicBezTo>
                  <a:cubicBezTo>
                    <a:pt x="341" y="386"/>
                    <a:pt x="340" y="385"/>
                    <a:pt x="340" y="385"/>
                  </a:cubicBezTo>
                  <a:cubicBezTo>
                    <a:pt x="340" y="343"/>
                    <a:pt x="340" y="343"/>
                    <a:pt x="340" y="34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3" y="341"/>
                    <a:pt x="343" y="341"/>
                    <a:pt x="343" y="341"/>
                  </a:cubicBezTo>
                  <a:cubicBezTo>
                    <a:pt x="344" y="341"/>
                    <a:pt x="344" y="342"/>
                    <a:pt x="344" y="342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76" y="416"/>
                    <a:pt x="376" y="416"/>
                    <a:pt x="376" y="416"/>
                  </a:cubicBezTo>
                  <a:cubicBezTo>
                    <a:pt x="513" y="416"/>
                    <a:pt x="513" y="416"/>
                    <a:pt x="513" y="416"/>
                  </a:cubicBezTo>
                  <a:cubicBezTo>
                    <a:pt x="513" y="416"/>
                    <a:pt x="514" y="416"/>
                    <a:pt x="514" y="417"/>
                  </a:cubicBezTo>
                  <a:cubicBezTo>
                    <a:pt x="637" y="540"/>
                    <a:pt x="637" y="540"/>
                    <a:pt x="637" y="540"/>
                  </a:cubicBezTo>
                  <a:cubicBezTo>
                    <a:pt x="683" y="540"/>
                    <a:pt x="683" y="540"/>
                    <a:pt x="683" y="540"/>
                  </a:cubicBezTo>
                  <a:cubicBezTo>
                    <a:pt x="684" y="540"/>
                    <a:pt x="684" y="540"/>
                    <a:pt x="685" y="540"/>
                  </a:cubicBezTo>
                  <a:cubicBezTo>
                    <a:pt x="748" y="603"/>
                    <a:pt x="748" y="603"/>
                    <a:pt x="748" y="603"/>
                  </a:cubicBezTo>
                  <a:lnTo>
                    <a:pt x="745" y="605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4" name="Freeform 436"/>
            <p:cNvSpPr>
              <a:spLocks/>
            </p:cNvSpPr>
            <p:nvPr/>
          </p:nvSpPr>
          <p:spPr bwMode="auto">
            <a:xfrm flipV="1">
              <a:off x="-835023" y="4233861"/>
              <a:ext cx="3152775" cy="2292350"/>
            </a:xfrm>
            <a:custGeom>
              <a:avLst/>
              <a:gdLst>
                <a:gd name="T0" fmla="*/ 840 w 840"/>
                <a:gd name="T1" fmla="*/ 611 h 611"/>
                <a:gd name="T2" fmla="*/ 800 w 840"/>
                <a:gd name="T3" fmla="*/ 611 h 611"/>
                <a:gd name="T4" fmla="*/ 796 w 840"/>
                <a:gd name="T5" fmla="*/ 609 h 611"/>
                <a:gd name="T6" fmla="*/ 718 w 840"/>
                <a:gd name="T7" fmla="*/ 531 h 611"/>
                <a:gd name="T8" fmla="*/ 665 w 840"/>
                <a:gd name="T9" fmla="*/ 531 h 611"/>
                <a:gd name="T10" fmla="*/ 661 w 840"/>
                <a:gd name="T11" fmla="*/ 530 h 611"/>
                <a:gd name="T12" fmla="*/ 542 w 840"/>
                <a:gd name="T13" fmla="*/ 410 h 611"/>
                <a:gd name="T14" fmla="*/ 405 w 840"/>
                <a:gd name="T15" fmla="*/ 410 h 611"/>
                <a:gd name="T16" fmla="*/ 402 w 840"/>
                <a:gd name="T17" fmla="*/ 409 h 611"/>
                <a:gd name="T18" fmla="*/ 0 w 840"/>
                <a:gd name="T19" fmla="*/ 7 h 611"/>
                <a:gd name="T20" fmla="*/ 7 w 840"/>
                <a:gd name="T21" fmla="*/ 0 h 611"/>
                <a:gd name="T22" fmla="*/ 407 w 840"/>
                <a:gd name="T23" fmla="*/ 400 h 611"/>
                <a:gd name="T24" fmla="*/ 544 w 840"/>
                <a:gd name="T25" fmla="*/ 400 h 611"/>
                <a:gd name="T26" fmla="*/ 548 w 840"/>
                <a:gd name="T27" fmla="*/ 401 h 611"/>
                <a:gd name="T28" fmla="*/ 667 w 840"/>
                <a:gd name="T29" fmla="*/ 521 h 611"/>
                <a:gd name="T30" fmla="*/ 721 w 840"/>
                <a:gd name="T31" fmla="*/ 521 h 611"/>
                <a:gd name="T32" fmla="*/ 724 w 840"/>
                <a:gd name="T33" fmla="*/ 522 h 611"/>
                <a:gd name="T34" fmla="*/ 802 w 840"/>
                <a:gd name="T35" fmla="*/ 600 h 611"/>
                <a:gd name="T36" fmla="*/ 840 w 840"/>
                <a:gd name="T37" fmla="*/ 600 h 611"/>
                <a:gd name="T38" fmla="*/ 840 w 84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40" h="611">
                  <a:moveTo>
                    <a:pt x="840" y="611"/>
                  </a:moveTo>
                  <a:cubicBezTo>
                    <a:pt x="800" y="611"/>
                    <a:pt x="800" y="611"/>
                    <a:pt x="800" y="611"/>
                  </a:cubicBezTo>
                  <a:cubicBezTo>
                    <a:pt x="799" y="611"/>
                    <a:pt x="797" y="610"/>
                    <a:pt x="796" y="609"/>
                  </a:cubicBezTo>
                  <a:cubicBezTo>
                    <a:pt x="718" y="531"/>
                    <a:pt x="718" y="531"/>
                    <a:pt x="718" y="531"/>
                  </a:cubicBezTo>
                  <a:cubicBezTo>
                    <a:pt x="665" y="531"/>
                    <a:pt x="665" y="531"/>
                    <a:pt x="665" y="531"/>
                  </a:cubicBezTo>
                  <a:cubicBezTo>
                    <a:pt x="664" y="531"/>
                    <a:pt x="662" y="531"/>
                    <a:pt x="661" y="530"/>
                  </a:cubicBezTo>
                  <a:cubicBezTo>
                    <a:pt x="542" y="410"/>
                    <a:pt x="542" y="410"/>
                    <a:pt x="542" y="410"/>
                  </a:cubicBezTo>
                  <a:cubicBezTo>
                    <a:pt x="405" y="410"/>
                    <a:pt x="405" y="410"/>
                    <a:pt x="405" y="410"/>
                  </a:cubicBezTo>
                  <a:cubicBezTo>
                    <a:pt x="404" y="410"/>
                    <a:pt x="403" y="410"/>
                    <a:pt x="402" y="40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07" y="400"/>
                    <a:pt x="407" y="400"/>
                    <a:pt x="407" y="400"/>
                  </a:cubicBezTo>
                  <a:cubicBezTo>
                    <a:pt x="544" y="400"/>
                    <a:pt x="544" y="400"/>
                    <a:pt x="544" y="400"/>
                  </a:cubicBezTo>
                  <a:cubicBezTo>
                    <a:pt x="545" y="400"/>
                    <a:pt x="547" y="400"/>
                    <a:pt x="548" y="401"/>
                  </a:cubicBezTo>
                  <a:cubicBezTo>
                    <a:pt x="667" y="521"/>
                    <a:pt x="667" y="521"/>
                    <a:pt x="667" y="521"/>
                  </a:cubicBezTo>
                  <a:cubicBezTo>
                    <a:pt x="721" y="521"/>
                    <a:pt x="721" y="521"/>
                    <a:pt x="721" y="521"/>
                  </a:cubicBezTo>
                  <a:cubicBezTo>
                    <a:pt x="722" y="521"/>
                    <a:pt x="723" y="521"/>
                    <a:pt x="724" y="522"/>
                  </a:cubicBezTo>
                  <a:cubicBezTo>
                    <a:pt x="802" y="600"/>
                    <a:pt x="802" y="600"/>
                    <a:pt x="802" y="600"/>
                  </a:cubicBezTo>
                  <a:cubicBezTo>
                    <a:pt x="840" y="600"/>
                    <a:pt x="840" y="600"/>
                    <a:pt x="840" y="600"/>
                  </a:cubicBezTo>
                  <a:lnTo>
                    <a:pt x="84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5" name="Freeform 437"/>
            <p:cNvSpPr>
              <a:spLocks/>
            </p:cNvSpPr>
            <p:nvPr/>
          </p:nvSpPr>
          <p:spPr bwMode="auto">
            <a:xfrm flipV="1">
              <a:off x="-1131886" y="4090986"/>
              <a:ext cx="2949575" cy="2120900"/>
            </a:xfrm>
            <a:custGeom>
              <a:avLst/>
              <a:gdLst>
                <a:gd name="T0" fmla="*/ 786 w 786"/>
                <a:gd name="T1" fmla="*/ 565 h 565"/>
                <a:gd name="T2" fmla="*/ 782 w 786"/>
                <a:gd name="T3" fmla="*/ 565 h 565"/>
                <a:gd name="T4" fmla="*/ 782 w 786"/>
                <a:gd name="T5" fmla="*/ 517 h 565"/>
                <a:gd name="T6" fmla="*/ 621 w 786"/>
                <a:gd name="T7" fmla="*/ 356 h 565"/>
                <a:gd name="T8" fmla="*/ 354 w 786"/>
                <a:gd name="T9" fmla="*/ 356 h 565"/>
                <a:gd name="T10" fmla="*/ 353 w 786"/>
                <a:gd name="T11" fmla="*/ 355 h 565"/>
                <a:gd name="T12" fmla="*/ 0 w 786"/>
                <a:gd name="T13" fmla="*/ 2 h 565"/>
                <a:gd name="T14" fmla="*/ 2 w 786"/>
                <a:gd name="T15" fmla="*/ 0 h 565"/>
                <a:gd name="T16" fmla="*/ 355 w 786"/>
                <a:gd name="T17" fmla="*/ 352 h 565"/>
                <a:gd name="T18" fmla="*/ 622 w 786"/>
                <a:gd name="T19" fmla="*/ 352 h 565"/>
                <a:gd name="T20" fmla="*/ 623 w 786"/>
                <a:gd name="T21" fmla="*/ 353 h 565"/>
                <a:gd name="T22" fmla="*/ 785 w 786"/>
                <a:gd name="T23" fmla="*/ 515 h 565"/>
                <a:gd name="T24" fmla="*/ 786 w 786"/>
                <a:gd name="T25" fmla="*/ 516 h 565"/>
                <a:gd name="T26" fmla="*/ 786 w 786"/>
                <a:gd name="T27" fmla="*/ 565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6" h="565">
                  <a:moveTo>
                    <a:pt x="786" y="565"/>
                  </a:moveTo>
                  <a:cubicBezTo>
                    <a:pt x="782" y="565"/>
                    <a:pt x="782" y="565"/>
                    <a:pt x="782" y="565"/>
                  </a:cubicBezTo>
                  <a:cubicBezTo>
                    <a:pt x="782" y="517"/>
                    <a:pt x="782" y="517"/>
                    <a:pt x="782" y="517"/>
                  </a:cubicBezTo>
                  <a:cubicBezTo>
                    <a:pt x="621" y="356"/>
                    <a:pt x="621" y="356"/>
                    <a:pt x="621" y="356"/>
                  </a:cubicBezTo>
                  <a:cubicBezTo>
                    <a:pt x="354" y="356"/>
                    <a:pt x="354" y="356"/>
                    <a:pt x="354" y="356"/>
                  </a:cubicBezTo>
                  <a:cubicBezTo>
                    <a:pt x="354" y="356"/>
                    <a:pt x="354" y="356"/>
                    <a:pt x="353" y="35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55" y="352"/>
                    <a:pt x="355" y="352"/>
                    <a:pt x="355" y="352"/>
                  </a:cubicBezTo>
                  <a:cubicBezTo>
                    <a:pt x="622" y="352"/>
                    <a:pt x="622" y="352"/>
                    <a:pt x="622" y="352"/>
                  </a:cubicBezTo>
                  <a:cubicBezTo>
                    <a:pt x="622" y="352"/>
                    <a:pt x="623" y="353"/>
                    <a:pt x="623" y="353"/>
                  </a:cubicBezTo>
                  <a:cubicBezTo>
                    <a:pt x="785" y="515"/>
                    <a:pt x="785" y="515"/>
                    <a:pt x="785" y="515"/>
                  </a:cubicBezTo>
                  <a:cubicBezTo>
                    <a:pt x="786" y="515"/>
                    <a:pt x="786" y="516"/>
                    <a:pt x="786" y="516"/>
                  </a:cubicBezTo>
                  <a:lnTo>
                    <a:pt x="786" y="5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6" name="Freeform 438"/>
            <p:cNvSpPr>
              <a:spLocks/>
            </p:cNvSpPr>
            <p:nvPr/>
          </p:nvSpPr>
          <p:spPr bwMode="auto">
            <a:xfrm flipV="1">
              <a:off x="-1330323" y="3827461"/>
              <a:ext cx="3370262" cy="2189163"/>
            </a:xfrm>
            <a:custGeom>
              <a:avLst/>
              <a:gdLst>
                <a:gd name="T0" fmla="*/ 843 w 898"/>
                <a:gd name="T1" fmla="*/ 583 h 583"/>
                <a:gd name="T2" fmla="*/ 842 w 898"/>
                <a:gd name="T3" fmla="*/ 582 h 583"/>
                <a:gd name="T4" fmla="*/ 753 w 898"/>
                <a:gd name="T5" fmla="*/ 493 h 583"/>
                <a:gd name="T6" fmla="*/ 752 w 898"/>
                <a:gd name="T7" fmla="*/ 492 h 583"/>
                <a:gd name="T8" fmla="*/ 752 w 898"/>
                <a:gd name="T9" fmla="*/ 428 h 583"/>
                <a:gd name="T10" fmla="*/ 666 w 898"/>
                <a:gd name="T11" fmla="*/ 342 h 583"/>
                <a:gd name="T12" fmla="*/ 341 w 898"/>
                <a:gd name="T13" fmla="*/ 342 h 583"/>
                <a:gd name="T14" fmla="*/ 339 w 898"/>
                <a:gd name="T15" fmla="*/ 342 h 583"/>
                <a:gd name="T16" fmla="*/ 0 w 898"/>
                <a:gd name="T17" fmla="*/ 3 h 583"/>
                <a:gd name="T18" fmla="*/ 3 w 898"/>
                <a:gd name="T19" fmla="*/ 0 h 583"/>
                <a:gd name="T20" fmla="*/ 341 w 898"/>
                <a:gd name="T21" fmla="*/ 339 h 583"/>
                <a:gd name="T22" fmla="*/ 666 w 898"/>
                <a:gd name="T23" fmla="*/ 339 h 583"/>
                <a:gd name="T24" fmla="*/ 668 w 898"/>
                <a:gd name="T25" fmla="*/ 339 h 583"/>
                <a:gd name="T26" fmla="*/ 755 w 898"/>
                <a:gd name="T27" fmla="*/ 426 h 583"/>
                <a:gd name="T28" fmla="*/ 755 w 898"/>
                <a:gd name="T29" fmla="*/ 428 h 583"/>
                <a:gd name="T30" fmla="*/ 755 w 898"/>
                <a:gd name="T31" fmla="*/ 491 h 583"/>
                <a:gd name="T32" fmla="*/ 844 w 898"/>
                <a:gd name="T33" fmla="*/ 579 h 583"/>
                <a:gd name="T34" fmla="*/ 886 w 898"/>
                <a:gd name="T35" fmla="*/ 579 h 583"/>
                <a:gd name="T36" fmla="*/ 895 w 898"/>
                <a:gd name="T37" fmla="*/ 570 h 583"/>
                <a:gd name="T38" fmla="*/ 898 w 898"/>
                <a:gd name="T39" fmla="*/ 572 h 583"/>
                <a:gd name="T40" fmla="*/ 888 w 898"/>
                <a:gd name="T41" fmla="*/ 582 h 583"/>
                <a:gd name="T42" fmla="*/ 887 w 898"/>
                <a:gd name="T43" fmla="*/ 583 h 583"/>
                <a:gd name="T44" fmla="*/ 843 w 898"/>
                <a:gd name="T45" fmla="*/ 58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583">
                  <a:moveTo>
                    <a:pt x="843" y="583"/>
                  </a:moveTo>
                  <a:cubicBezTo>
                    <a:pt x="842" y="583"/>
                    <a:pt x="842" y="583"/>
                    <a:pt x="842" y="582"/>
                  </a:cubicBezTo>
                  <a:cubicBezTo>
                    <a:pt x="753" y="493"/>
                    <a:pt x="753" y="493"/>
                    <a:pt x="753" y="493"/>
                  </a:cubicBezTo>
                  <a:cubicBezTo>
                    <a:pt x="752" y="493"/>
                    <a:pt x="752" y="492"/>
                    <a:pt x="752" y="492"/>
                  </a:cubicBezTo>
                  <a:cubicBezTo>
                    <a:pt x="752" y="428"/>
                    <a:pt x="752" y="428"/>
                    <a:pt x="752" y="428"/>
                  </a:cubicBezTo>
                  <a:cubicBezTo>
                    <a:pt x="666" y="342"/>
                    <a:pt x="666" y="342"/>
                    <a:pt x="666" y="342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0" y="342"/>
                    <a:pt x="340" y="342"/>
                    <a:pt x="339" y="34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1" y="339"/>
                    <a:pt x="341" y="339"/>
                    <a:pt x="341" y="339"/>
                  </a:cubicBezTo>
                  <a:cubicBezTo>
                    <a:pt x="666" y="339"/>
                    <a:pt x="666" y="339"/>
                    <a:pt x="666" y="339"/>
                  </a:cubicBezTo>
                  <a:cubicBezTo>
                    <a:pt x="667" y="339"/>
                    <a:pt x="667" y="339"/>
                    <a:pt x="668" y="339"/>
                  </a:cubicBezTo>
                  <a:cubicBezTo>
                    <a:pt x="755" y="426"/>
                    <a:pt x="755" y="426"/>
                    <a:pt x="755" y="426"/>
                  </a:cubicBezTo>
                  <a:cubicBezTo>
                    <a:pt x="755" y="427"/>
                    <a:pt x="755" y="427"/>
                    <a:pt x="755" y="428"/>
                  </a:cubicBezTo>
                  <a:cubicBezTo>
                    <a:pt x="755" y="491"/>
                    <a:pt x="755" y="491"/>
                    <a:pt x="755" y="491"/>
                  </a:cubicBezTo>
                  <a:cubicBezTo>
                    <a:pt x="844" y="579"/>
                    <a:pt x="844" y="579"/>
                    <a:pt x="844" y="579"/>
                  </a:cubicBezTo>
                  <a:cubicBezTo>
                    <a:pt x="886" y="579"/>
                    <a:pt x="886" y="579"/>
                    <a:pt x="886" y="579"/>
                  </a:cubicBezTo>
                  <a:cubicBezTo>
                    <a:pt x="895" y="570"/>
                    <a:pt x="895" y="570"/>
                    <a:pt x="895" y="570"/>
                  </a:cubicBezTo>
                  <a:cubicBezTo>
                    <a:pt x="898" y="572"/>
                    <a:pt x="898" y="572"/>
                    <a:pt x="898" y="572"/>
                  </a:cubicBezTo>
                  <a:cubicBezTo>
                    <a:pt x="888" y="582"/>
                    <a:pt x="888" y="582"/>
                    <a:pt x="888" y="582"/>
                  </a:cubicBezTo>
                  <a:cubicBezTo>
                    <a:pt x="887" y="583"/>
                    <a:pt x="887" y="583"/>
                    <a:pt x="887" y="583"/>
                  </a:cubicBezTo>
                  <a:lnTo>
                    <a:pt x="843" y="5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7" name="Freeform 439"/>
            <p:cNvSpPr>
              <a:spLocks/>
            </p:cNvSpPr>
            <p:nvPr/>
          </p:nvSpPr>
          <p:spPr bwMode="auto">
            <a:xfrm flipV="1">
              <a:off x="-1619248" y="3881436"/>
              <a:ext cx="3205162" cy="1846263"/>
            </a:xfrm>
            <a:custGeom>
              <a:avLst/>
              <a:gdLst>
                <a:gd name="T0" fmla="*/ 671 w 854"/>
                <a:gd name="T1" fmla="*/ 312 h 492"/>
                <a:gd name="T2" fmla="*/ 654 w 854"/>
                <a:gd name="T3" fmla="*/ 315 h 492"/>
                <a:gd name="T4" fmla="*/ 722 w 854"/>
                <a:gd name="T5" fmla="*/ 392 h 492"/>
                <a:gd name="T6" fmla="*/ 723 w 854"/>
                <a:gd name="T7" fmla="*/ 402 h 492"/>
                <a:gd name="T8" fmla="*/ 715 w 854"/>
                <a:gd name="T9" fmla="*/ 410 h 492"/>
                <a:gd name="T10" fmla="*/ 705 w 854"/>
                <a:gd name="T11" fmla="*/ 410 h 492"/>
                <a:gd name="T12" fmla="*/ 603 w 854"/>
                <a:gd name="T13" fmla="*/ 309 h 492"/>
                <a:gd name="T14" fmla="*/ 469 w 854"/>
                <a:gd name="T15" fmla="*/ 319 h 492"/>
                <a:gd name="T16" fmla="*/ 475 w 854"/>
                <a:gd name="T17" fmla="*/ 333 h 492"/>
                <a:gd name="T18" fmla="*/ 575 w 854"/>
                <a:gd name="T19" fmla="*/ 333 h 492"/>
                <a:gd name="T20" fmla="*/ 583 w 854"/>
                <a:gd name="T21" fmla="*/ 342 h 492"/>
                <a:gd name="T22" fmla="*/ 583 w 854"/>
                <a:gd name="T23" fmla="*/ 353 h 492"/>
                <a:gd name="T24" fmla="*/ 573 w 854"/>
                <a:gd name="T25" fmla="*/ 362 h 492"/>
                <a:gd name="T26" fmla="*/ 354 w 854"/>
                <a:gd name="T27" fmla="*/ 362 h 492"/>
                <a:gd name="T28" fmla="*/ 247 w 854"/>
                <a:gd name="T29" fmla="*/ 255 h 492"/>
                <a:gd name="T30" fmla="*/ 248 w 854"/>
                <a:gd name="T31" fmla="*/ 240 h 492"/>
                <a:gd name="T32" fmla="*/ 259 w 854"/>
                <a:gd name="T33" fmla="*/ 229 h 492"/>
                <a:gd name="T34" fmla="*/ 273 w 854"/>
                <a:gd name="T35" fmla="*/ 230 h 492"/>
                <a:gd name="T36" fmla="*/ 387 w 854"/>
                <a:gd name="T37" fmla="*/ 332 h 492"/>
                <a:gd name="T38" fmla="*/ 397 w 854"/>
                <a:gd name="T39" fmla="*/ 311 h 492"/>
                <a:gd name="T40" fmla="*/ 118 w 854"/>
                <a:gd name="T41" fmla="*/ 43 h 492"/>
                <a:gd name="T42" fmla="*/ 108 w 854"/>
                <a:gd name="T43" fmla="*/ 65 h 492"/>
                <a:gd name="T44" fmla="*/ 199 w 854"/>
                <a:gd name="T45" fmla="*/ 157 h 492"/>
                <a:gd name="T46" fmla="*/ 199 w 854"/>
                <a:gd name="T47" fmla="*/ 167 h 492"/>
                <a:gd name="T48" fmla="*/ 187 w 854"/>
                <a:gd name="T49" fmla="*/ 178 h 492"/>
                <a:gd name="T50" fmla="*/ 176 w 854"/>
                <a:gd name="T51" fmla="*/ 178 h 492"/>
                <a:gd name="T52" fmla="*/ 0 w 854"/>
                <a:gd name="T53" fmla="*/ 3 h 492"/>
                <a:gd name="T54" fmla="*/ 177 w 854"/>
                <a:gd name="T55" fmla="*/ 174 h 492"/>
                <a:gd name="T56" fmla="*/ 196 w 854"/>
                <a:gd name="T57" fmla="*/ 165 h 492"/>
                <a:gd name="T58" fmla="*/ 105 w 854"/>
                <a:gd name="T59" fmla="*/ 67 h 492"/>
                <a:gd name="T60" fmla="*/ 104 w 854"/>
                <a:gd name="T61" fmla="*/ 53 h 492"/>
                <a:gd name="T62" fmla="*/ 116 w 854"/>
                <a:gd name="T63" fmla="*/ 40 h 492"/>
                <a:gd name="T64" fmla="*/ 130 w 854"/>
                <a:gd name="T65" fmla="*/ 40 h 492"/>
                <a:gd name="T66" fmla="*/ 400 w 854"/>
                <a:gd name="T67" fmla="*/ 309 h 492"/>
                <a:gd name="T68" fmla="*/ 400 w 854"/>
                <a:gd name="T69" fmla="*/ 323 h 492"/>
                <a:gd name="T70" fmla="*/ 389 w 854"/>
                <a:gd name="T71" fmla="*/ 335 h 492"/>
                <a:gd name="T72" fmla="*/ 374 w 854"/>
                <a:gd name="T73" fmla="*/ 335 h 492"/>
                <a:gd name="T74" fmla="*/ 271 w 854"/>
                <a:gd name="T75" fmla="*/ 233 h 492"/>
                <a:gd name="T76" fmla="*/ 251 w 854"/>
                <a:gd name="T77" fmla="*/ 242 h 492"/>
                <a:gd name="T78" fmla="*/ 356 w 854"/>
                <a:gd name="T79" fmla="*/ 359 h 492"/>
                <a:gd name="T80" fmla="*/ 580 w 854"/>
                <a:gd name="T81" fmla="*/ 351 h 492"/>
                <a:gd name="T82" fmla="*/ 573 w 854"/>
                <a:gd name="T83" fmla="*/ 336 h 492"/>
                <a:gd name="T84" fmla="*/ 473 w 854"/>
                <a:gd name="T85" fmla="*/ 336 h 492"/>
                <a:gd name="T86" fmla="*/ 465 w 854"/>
                <a:gd name="T87" fmla="*/ 327 h 492"/>
                <a:gd name="T88" fmla="*/ 466 w 854"/>
                <a:gd name="T89" fmla="*/ 317 h 492"/>
                <a:gd name="T90" fmla="*/ 478 w 854"/>
                <a:gd name="T91" fmla="*/ 306 h 492"/>
                <a:gd name="T92" fmla="*/ 605 w 854"/>
                <a:gd name="T93" fmla="*/ 306 h 492"/>
                <a:gd name="T94" fmla="*/ 713 w 854"/>
                <a:gd name="T95" fmla="*/ 407 h 492"/>
                <a:gd name="T96" fmla="*/ 720 w 854"/>
                <a:gd name="T97" fmla="*/ 394 h 492"/>
                <a:gd name="T98" fmla="*/ 651 w 854"/>
                <a:gd name="T99" fmla="*/ 324 h 492"/>
                <a:gd name="T100" fmla="*/ 651 w 854"/>
                <a:gd name="T101" fmla="*/ 313 h 492"/>
                <a:gd name="T102" fmla="*/ 657 w 854"/>
                <a:gd name="T103" fmla="*/ 308 h 492"/>
                <a:gd name="T104" fmla="*/ 672 w 854"/>
                <a:gd name="T105" fmla="*/ 309 h 492"/>
                <a:gd name="T106" fmla="*/ 851 w 854"/>
                <a:gd name="T107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54" h="492">
                  <a:moveTo>
                    <a:pt x="851" y="492"/>
                  </a:moveTo>
                  <a:cubicBezTo>
                    <a:pt x="671" y="312"/>
                    <a:pt x="671" y="312"/>
                    <a:pt x="671" y="312"/>
                  </a:cubicBezTo>
                  <a:cubicBezTo>
                    <a:pt x="658" y="312"/>
                    <a:pt x="658" y="312"/>
                    <a:pt x="658" y="312"/>
                  </a:cubicBezTo>
                  <a:cubicBezTo>
                    <a:pt x="654" y="315"/>
                    <a:pt x="654" y="315"/>
                    <a:pt x="654" y="315"/>
                  </a:cubicBezTo>
                  <a:cubicBezTo>
                    <a:pt x="654" y="324"/>
                    <a:pt x="654" y="324"/>
                    <a:pt x="654" y="324"/>
                  </a:cubicBezTo>
                  <a:cubicBezTo>
                    <a:pt x="722" y="392"/>
                    <a:pt x="722" y="392"/>
                    <a:pt x="722" y="392"/>
                  </a:cubicBezTo>
                  <a:cubicBezTo>
                    <a:pt x="723" y="392"/>
                    <a:pt x="723" y="393"/>
                    <a:pt x="723" y="393"/>
                  </a:cubicBezTo>
                  <a:cubicBezTo>
                    <a:pt x="723" y="402"/>
                    <a:pt x="723" y="402"/>
                    <a:pt x="723" y="402"/>
                  </a:cubicBezTo>
                  <a:cubicBezTo>
                    <a:pt x="723" y="402"/>
                    <a:pt x="723" y="402"/>
                    <a:pt x="722" y="403"/>
                  </a:cubicBezTo>
                  <a:cubicBezTo>
                    <a:pt x="715" y="410"/>
                    <a:pt x="715" y="410"/>
                    <a:pt x="715" y="410"/>
                  </a:cubicBezTo>
                  <a:cubicBezTo>
                    <a:pt x="715" y="410"/>
                    <a:pt x="715" y="410"/>
                    <a:pt x="714" y="410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704" y="410"/>
                    <a:pt x="704" y="410"/>
                    <a:pt x="704" y="410"/>
                  </a:cubicBezTo>
                  <a:cubicBezTo>
                    <a:pt x="603" y="309"/>
                    <a:pt x="603" y="309"/>
                    <a:pt x="603" y="309"/>
                  </a:cubicBezTo>
                  <a:cubicBezTo>
                    <a:pt x="479" y="309"/>
                    <a:pt x="479" y="309"/>
                    <a:pt x="479" y="309"/>
                  </a:cubicBezTo>
                  <a:cubicBezTo>
                    <a:pt x="469" y="319"/>
                    <a:pt x="469" y="319"/>
                    <a:pt x="469" y="319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75" y="333"/>
                    <a:pt x="475" y="333"/>
                    <a:pt x="475" y="333"/>
                  </a:cubicBezTo>
                  <a:cubicBezTo>
                    <a:pt x="574" y="333"/>
                    <a:pt x="574" y="333"/>
                    <a:pt x="574" y="333"/>
                  </a:cubicBezTo>
                  <a:cubicBezTo>
                    <a:pt x="574" y="333"/>
                    <a:pt x="575" y="333"/>
                    <a:pt x="575" y="333"/>
                  </a:cubicBezTo>
                  <a:cubicBezTo>
                    <a:pt x="583" y="341"/>
                    <a:pt x="583" y="341"/>
                    <a:pt x="583" y="341"/>
                  </a:cubicBezTo>
                  <a:cubicBezTo>
                    <a:pt x="583" y="341"/>
                    <a:pt x="583" y="342"/>
                    <a:pt x="583" y="342"/>
                  </a:cubicBezTo>
                  <a:cubicBezTo>
                    <a:pt x="583" y="352"/>
                    <a:pt x="583" y="352"/>
                    <a:pt x="583" y="352"/>
                  </a:cubicBezTo>
                  <a:cubicBezTo>
                    <a:pt x="583" y="352"/>
                    <a:pt x="583" y="353"/>
                    <a:pt x="583" y="353"/>
                  </a:cubicBezTo>
                  <a:cubicBezTo>
                    <a:pt x="574" y="362"/>
                    <a:pt x="574" y="362"/>
                    <a:pt x="574" y="362"/>
                  </a:cubicBezTo>
                  <a:cubicBezTo>
                    <a:pt x="574" y="362"/>
                    <a:pt x="573" y="362"/>
                    <a:pt x="573" y="362"/>
                  </a:cubicBezTo>
                  <a:cubicBezTo>
                    <a:pt x="355" y="362"/>
                    <a:pt x="355" y="362"/>
                    <a:pt x="355" y="362"/>
                  </a:cubicBezTo>
                  <a:cubicBezTo>
                    <a:pt x="355" y="362"/>
                    <a:pt x="354" y="362"/>
                    <a:pt x="354" y="362"/>
                  </a:cubicBezTo>
                  <a:cubicBezTo>
                    <a:pt x="248" y="256"/>
                    <a:pt x="248" y="256"/>
                    <a:pt x="248" y="256"/>
                  </a:cubicBezTo>
                  <a:cubicBezTo>
                    <a:pt x="248" y="256"/>
                    <a:pt x="247" y="255"/>
                    <a:pt x="247" y="255"/>
                  </a:cubicBezTo>
                  <a:cubicBezTo>
                    <a:pt x="247" y="241"/>
                    <a:pt x="247" y="241"/>
                    <a:pt x="247" y="241"/>
                  </a:cubicBezTo>
                  <a:cubicBezTo>
                    <a:pt x="247" y="241"/>
                    <a:pt x="248" y="240"/>
                    <a:pt x="248" y="240"/>
                  </a:cubicBezTo>
                  <a:cubicBezTo>
                    <a:pt x="258" y="230"/>
                    <a:pt x="258" y="230"/>
                    <a:pt x="258" y="230"/>
                  </a:cubicBezTo>
                  <a:cubicBezTo>
                    <a:pt x="259" y="230"/>
                    <a:pt x="259" y="229"/>
                    <a:pt x="259" y="229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9"/>
                    <a:pt x="273" y="229"/>
                    <a:pt x="273" y="230"/>
                  </a:cubicBezTo>
                  <a:cubicBezTo>
                    <a:pt x="375" y="332"/>
                    <a:pt x="375" y="332"/>
                    <a:pt x="375" y="332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97" y="322"/>
                    <a:pt x="397" y="322"/>
                    <a:pt x="397" y="322"/>
                  </a:cubicBezTo>
                  <a:cubicBezTo>
                    <a:pt x="397" y="311"/>
                    <a:pt x="397" y="311"/>
                    <a:pt x="397" y="311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99" y="156"/>
                    <a:pt x="199" y="156"/>
                    <a:pt x="199" y="156"/>
                  </a:cubicBezTo>
                  <a:cubicBezTo>
                    <a:pt x="199" y="156"/>
                    <a:pt x="199" y="157"/>
                    <a:pt x="199" y="157"/>
                  </a:cubicBezTo>
                  <a:cubicBezTo>
                    <a:pt x="199" y="166"/>
                    <a:pt x="199" y="166"/>
                    <a:pt x="199" y="166"/>
                  </a:cubicBezTo>
                  <a:cubicBezTo>
                    <a:pt x="199" y="166"/>
                    <a:pt x="199" y="167"/>
                    <a:pt x="199" y="167"/>
                  </a:cubicBezTo>
                  <a:cubicBezTo>
                    <a:pt x="189" y="177"/>
                    <a:pt x="189" y="177"/>
                    <a:pt x="189" y="177"/>
                  </a:cubicBezTo>
                  <a:cubicBezTo>
                    <a:pt x="188" y="177"/>
                    <a:pt x="188" y="178"/>
                    <a:pt x="187" y="178"/>
                  </a:cubicBezTo>
                  <a:cubicBezTo>
                    <a:pt x="187" y="178"/>
                    <a:pt x="187" y="178"/>
                    <a:pt x="187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5" y="178"/>
                    <a:pt x="175" y="177"/>
                    <a:pt x="175" y="17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77" y="174"/>
                    <a:pt x="177" y="174"/>
                    <a:pt x="17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96" y="165"/>
                    <a:pt x="196" y="165"/>
                    <a:pt x="196" y="165"/>
                  </a:cubicBezTo>
                  <a:cubicBezTo>
                    <a:pt x="196" y="158"/>
                    <a:pt x="196" y="158"/>
                    <a:pt x="196" y="158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4" y="67"/>
                    <a:pt x="104" y="66"/>
                    <a:pt x="104" y="6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4" y="53"/>
                    <a:pt x="104" y="52"/>
                    <a:pt x="105" y="52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7" y="40"/>
                    <a:pt x="117" y="40"/>
                    <a:pt x="118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0"/>
                    <a:pt x="131" y="40"/>
                    <a:pt x="131" y="40"/>
                  </a:cubicBezTo>
                  <a:cubicBezTo>
                    <a:pt x="400" y="309"/>
                    <a:pt x="400" y="309"/>
                    <a:pt x="400" y="309"/>
                  </a:cubicBezTo>
                  <a:cubicBezTo>
                    <a:pt x="400" y="309"/>
                    <a:pt x="400" y="310"/>
                    <a:pt x="400" y="310"/>
                  </a:cubicBezTo>
                  <a:cubicBezTo>
                    <a:pt x="400" y="323"/>
                    <a:pt x="400" y="323"/>
                    <a:pt x="400" y="323"/>
                  </a:cubicBezTo>
                  <a:cubicBezTo>
                    <a:pt x="400" y="323"/>
                    <a:pt x="400" y="324"/>
                    <a:pt x="400" y="324"/>
                  </a:cubicBezTo>
                  <a:cubicBezTo>
                    <a:pt x="389" y="335"/>
                    <a:pt x="389" y="335"/>
                    <a:pt x="389" y="335"/>
                  </a:cubicBezTo>
                  <a:cubicBezTo>
                    <a:pt x="389" y="335"/>
                    <a:pt x="388" y="335"/>
                    <a:pt x="388" y="335"/>
                  </a:cubicBezTo>
                  <a:cubicBezTo>
                    <a:pt x="374" y="335"/>
                    <a:pt x="374" y="335"/>
                    <a:pt x="374" y="335"/>
                  </a:cubicBezTo>
                  <a:cubicBezTo>
                    <a:pt x="374" y="335"/>
                    <a:pt x="373" y="335"/>
                    <a:pt x="373" y="335"/>
                  </a:cubicBezTo>
                  <a:cubicBezTo>
                    <a:pt x="271" y="233"/>
                    <a:pt x="271" y="233"/>
                    <a:pt x="271" y="233"/>
                  </a:cubicBezTo>
                  <a:cubicBezTo>
                    <a:pt x="260" y="233"/>
                    <a:pt x="260" y="233"/>
                    <a:pt x="260" y="233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356" y="359"/>
                    <a:pt x="356" y="359"/>
                    <a:pt x="356" y="359"/>
                  </a:cubicBezTo>
                  <a:cubicBezTo>
                    <a:pt x="572" y="359"/>
                    <a:pt x="572" y="359"/>
                    <a:pt x="572" y="359"/>
                  </a:cubicBezTo>
                  <a:cubicBezTo>
                    <a:pt x="580" y="351"/>
                    <a:pt x="580" y="351"/>
                    <a:pt x="580" y="351"/>
                  </a:cubicBezTo>
                  <a:cubicBezTo>
                    <a:pt x="580" y="343"/>
                    <a:pt x="580" y="343"/>
                    <a:pt x="580" y="343"/>
                  </a:cubicBezTo>
                  <a:cubicBezTo>
                    <a:pt x="573" y="336"/>
                    <a:pt x="573" y="336"/>
                    <a:pt x="573" y="336"/>
                  </a:cubicBezTo>
                  <a:cubicBezTo>
                    <a:pt x="474" y="336"/>
                    <a:pt x="474" y="336"/>
                    <a:pt x="474" y="336"/>
                  </a:cubicBezTo>
                  <a:cubicBezTo>
                    <a:pt x="474" y="336"/>
                    <a:pt x="473" y="336"/>
                    <a:pt x="473" y="336"/>
                  </a:cubicBezTo>
                  <a:cubicBezTo>
                    <a:pt x="466" y="328"/>
                    <a:pt x="466" y="328"/>
                    <a:pt x="466" y="328"/>
                  </a:cubicBezTo>
                  <a:cubicBezTo>
                    <a:pt x="465" y="328"/>
                    <a:pt x="465" y="328"/>
                    <a:pt x="465" y="327"/>
                  </a:cubicBezTo>
                  <a:cubicBezTo>
                    <a:pt x="465" y="319"/>
                    <a:pt x="465" y="319"/>
                    <a:pt x="465" y="319"/>
                  </a:cubicBezTo>
                  <a:cubicBezTo>
                    <a:pt x="465" y="318"/>
                    <a:pt x="465" y="318"/>
                    <a:pt x="466" y="317"/>
                  </a:cubicBezTo>
                  <a:cubicBezTo>
                    <a:pt x="477" y="306"/>
                    <a:pt x="477" y="306"/>
                    <a:pt x="477" y="306"/>
                  </a:cubicBezTo>
                  <a:cubicBezTo>
                    <a:pt x="477" y="306"/>
                    <a:pt x="478" y="306"/>
                    <a:pt x="478" y="306"/>
                  </a:cubicBezTo>
                  <a:cubicBezTo>
                    <a:pt x="603" y="306"/>
                    <a:pt x="603" y="306"/>
                    <a:pt x="603" y="306"/>
                  </a:cubicBezTo>
                  <a:cubicBezTo>
                    <a:pt x="604" y="306"/>
                    <a:pt x="604" y="306"/>
                    <a:pt x="605" y="306"/>
                  </a:cubicBezTo>
                  <a:cubicBezTo>
                    <a:pt x="705" y="407"/>
                    <a:pt x="705" y="407"/>
                    <a:pt x="705" y="407"/>
                  </a:cubicBezTo>
                  <a:cubicBezTo>
                    <a:pt x="713" y="407"/>
                    <a:pt x="713" y="407"/>
                    <a:pt x="713" y="407"/>
                  </a:cubicBezTo>
                  <a:cubicBezTo>
                    <a:pt x="720" y="401"/>
                    <a:pt x="720" y="401"/>
                    <a:pt x="720" y="401"/>
                  </a:cubicBezTo>
                  <a:cubicBezTo>
                    <a:pt x="720" y="394"/>
                    <a:pt x="720" y="394"/>
                    <a:pt x="720" y="394"/>
                  </a:cubicBezTo>
                  <a:cubicBezTo>
                    <a:pt x="651" y="326"/>
                    <a:pt x="651" y="326"/>
                    <a:pt x="651" y="326"/>
                  </a:cubicBezTo>
                  <a:cubicBezTo>
                    <a:pt x="651" y="325"/>
                    <a:pt x="651" y="325"/>
                    <a:pt x="651" y="324"/>
                  </a:cubicBezTo>
                  <a:cubicBezTo>
                    <a:pt x="651" y="315"/>
                    <a:pt x="651" y="315"/>
                    <a:pt x="651" y="315"/>
                  </a:cubicBezTo>
                  <a:cubicBezTo>
                    <a:pt x="651" y="314"/>
                    <a:pt x="651" y="314"/>
                    <a:pt x="651" y="313"/>
                  </a:cubicBezTo>
                  <a:cubicBezTo>
                    <a:pt x="656" y="309"/>
                    <a:pt x="656" y="309"/>
                    <a:pt x="656" y="309"/>
                  </a:cubicBezTo>
                  <a:cubicBezTo>
                    <a:pt x="656" y="308"/>
                    <a:pt x="657" y="308"/>
                    <a:pt x="657" y="308"/>
                  </a:cubicBezTo>
                  <a:cubicBezTo>
                    <a:pt x="671" y="308"/>
                    <a:pt x="671" y="308"/>
                    <a:pt x="671" y="308"/>
                  </a:cubicBezTo>
                  <a:cubicBezTo>
                    <a:pt x="672" y="308"/>
                    <a:pt x="672" y="308"/>
                    <a:pt x="672" y="309"/>
                  </a:cubicBezTo>
                  <a:cubicBezTo>
                    <a:pt x="854" y="490"/>
                    <a:pt x="854" y="490"/>
                    <a:pt x="854" y="490"/>
                  </a:cubicBezTo>
                  <a:lnTo>
                    <a:pt x="851" y="4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8" name="Freeform 440"/>
            <p:cNvSpPr>
              <a:spLocks noEditPoints="1"/>
            </p:cNvSpPr>
            <p:nvPr/>
          </p:nvSpPr>
          <p:spPr bwMode="auto">
            <a:xfrm flipV="1">
              <a:off x="1792289" y="3648073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0 h 28"/>
                <a:gd name="T12" fmla="*/ 14 w 28"/>
                <a:gd name="T13" fmla="*/ 0 h 28"/>
                <a:gd name="T14" fmla="*/ 0 w 28"/>
                <a:gd name="T15" fmla="*/ 14 h 28"/>
                <a:gd name="T16" fmla="*/ 4 w 28"/>
                <a:gd name="T17" fmla="*/ 24 h 28"/>
                <a:gd name="T18" fmla="*/ 14 w 28"/>
                <a:gd name="T19" fmla="*/ 28 h 28"/>
                <a:gd name="T20" fmla="*/ 28 w 28"/>
                <a:gd name="T21" fmla="*/ 14 h 28"/>
                <a:gd name="T22" fmla="*/ 14 w 28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7" y="26"/>
                    <a:pt x="10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9" name="Freeform 441"/>
            <p:cNvSpPr>
              <a:spLocks noEditPoints="1"/>
            </p:cNvSpPr>
            <p:nvPr/>
          </p:nvSpPr>
          <p:spPr bwMode="auto">
            <a:xfrm flipV="1">
              <a:off x="2058989" y="3163886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14 w 28"/>
                <a:gd name="T3" fmla="*/ 6 h 28"/>
                <a:gd name="T4" fmla="*/ 14 w 28"/>
                <a:gd name="T5" fmla="*/ 6 h 28"/>
                <a:gd name="T6" fmla="*/ 21 w 28"/>
                <a:gd name="T7" fmla="*/ 14 h 28"/>
                <a:gd name="T8" fmla="*/ 14 w 28"/>
                <a:gd name="T9" fmla="*/ 21 h 28"/>
                <a:gd name="T10" fmla="*/ 6 w 28"/>
                <a:gd name="T11" fmla="*/ 14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4 w 28"/>
                <a:gd name="T21" fmla="*/ 24 h 28"/>
                <a:gd name="T22" fmla="*/ 14 w 28"/>
                <a:gd name="T23" fmla="*/ 28 h 28"/>
                <a:gd name="T24" fmla="*/ 24 w 28"/>
                <a:gd name="T25" fmla="*/ 24 h 28"/>
                <a:gd name="T26" fmla="*/ 28 w 28"/>
                <a:gd name="T27" fmla="*/ 14 h 28"/>
                <a:gd name="T28" fmla="*/ 14 w 28"/>
                <a:gd name="T2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6" y="18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6" y="26"/>
                    <a:pt x="10" y="28"/>
                    <a:pt x="14" y="28"/>
                  </a:cubicBezTo>
                  <a:cubicBezTo>
                    <a:pt x="17" y="28"/>
                    <a:pt x="21" y="26"/>
                    <a:pt x="24" y="24"/>
                  </a:cubicBezTo>
                  <a:cubicBezTo>
                    <a:pt x="26" y="21"/>
                    <a:pt x="28" y="17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0" name="Freeform 442"/>
            <p:cNvSpPr>
              <a:spLocks noEditPoints="1"/>
            </p:cNvSpPr>
            <p:nvPr/>
          </p:nvSpPr>
          <p:spPr bwMode="auto">
            <a:xfrm flipV="1">
              <a:off x="1401764" y="3295648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0 h 24"/>
                <a:gd name="T12" fmla="*/ 12 w 25"/>
                <a:gd name="T13" fmla="*/ 0 h 24"/>
                <a:gd name="T14" fmla="*/ 0 w 25"/>
                <a:gd name="T15" fmla="*/ 12 h 24"/>
                <a:gd name="T16" fmla="*/ 12 w 25"/>
                <a:gd name="T17" fmla="*/ 24 h 24"/>
                <a:gd name="T18" fmla="*/ 25 w 25"/>
                <a:gd name="T19" fmla="*/ 12 h 24"/>
                <a:gd name="T20" fmla="*/ 12 w 25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1" name="Freeform 443"/>
            <p:cNvSpPr>
              <a:spLocks noEditPoints="1"/>
            </p:cNvSpPr>
            <p:nvPr/>
          </p:nvSpPr>
          <p:spPr bwMode="auto">
            <a:xfrm flipV="1">
              <a:off x="1250952" y="3430585"/>
              <a:ext cx="93662" cy="93663"/>
            </a:xfrm>
            <a:custGeom>
              <a:avLst/>
              <a:gdLst>
                <a:gd name="T0" fmla="*/ 12 w 25"/>
                <a:gd name="T1" fmla="*/ 6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6 h 25"/>
                <a:gd name="T12" fmla="*/ 12 w 25"/>
                <a:gd name="T13" fmla="*/ 6 h 25"/>
                <a:gd name="T14" fmla="*/ 12 w 25"/>
                <a:gd name="T15" fmla="*/ 6 h 25"/>
                <a:gd name="T16" fmla="*/ 12 w 25"/>
                <a:gd name="T17" fmla="*/ 0 h 25"/>
                <a:gd name="T18" fmla="*/ 12 w 25"/>
                <a:gd name="T19" fmla="*/ 0 h 25"/>
                <a:gd name="T20" fmla="*/ 0 w 25"/>
                <a:gd name="T21" fmla="*/ 13 h 25"/>
                <a:gd name="T22" fmla="*/ 3 w 25"/>
                <a:gd name="T23" fmla="*/ 22 h 25"/>
                <a:gd name="T24" fmla="*/ 12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2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2" y="6"/>
                  </a:moveTo>
                  <a:cubicBezTo>
                    <a:pt x="16" y="6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2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9" y="24"/>
                    <a:pt x="21" y="22"/>
                  </a:cubicBezTo>
                  <a:cubicBezTo>
                    <a:pt x="23" y="19"/>
                    <a:pt x="25" y="16"/>
                    <a:pt x="25" y="13"/>
                  </a:cubicBezTo>
                  <a:cubicBezTo>
                    <a:pt x="25" y="10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2" name="Freeform 444"/>
            <p:cNvSpPr>
              <a:spLocks noEditPoints="1"/>
            </p:cNvSpPr>
            <p:nvPr/>
          </p:nvSpPr>
          <p:spPr bwMode="auto">
            <a:xfrm flipV="1">
              <a:off x="854077" y="3479798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3" name="Freeform 445"/>
            <p:cNvSpPr>
              <a:spLocks noEditPoints="1"/>
            </p:cNvSpPr>
            <p:nvPr/>
          </p:nvSpPr>
          <p:spPr bwMode="auto">
            <a:xfrm flipV="1">
              <a:off x="666752" y="3284536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12 w 25"/>
                <a:gd name="T7" fmla="*/ 19 h 24"/>
                <a:gd name="T8" fmla="*/ 5 w 25"/>
                <a:gd name="T9" fmla="*/ 12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0 w 25"/>
                <a:gd name="T17" fmla="*/ 12 h 24"/>
                <a:gd name="T18" fmla="*/ 12 w 25"/>
                <a:gd name="T19" fmla="*/ 24 h 24"/>
                <a:gd name="T20" fmla="*/ 25 w 25"/>
                <a:gd name="T21" fmla="*/ 12 h 24"/>
                <a:gd name="T22" fmla="*/ 12 w 2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4" name="Freeform 446"/>
            <p:cNvSpPr>
              <a:spLocks noEditPoints="1"/>
            </p:cNvSpPr>
            <p:nvPr/>
          </p:nvSpPr>
          <p:spPr bwMode="auto">
            <a:xfrm flipV="1">
              <a:off x="857252" y="3084510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9 w 24"/>
                <a:gd name="T3" fmla="*/ 13 h 25"/>
                <a:gd name="T4" fmla="*/ 12 w 24"/>
                <a:gd name="T5" fmla="*/ 20 h 25"/>
                <a:gd name="T6" fmla="*/ 12 w 24"/>
                <a:gd name="T7" fmla="*/ 20 h 25"/>
                <a:gd name="T8" fmla="*/ 5 w 24"/>
                <a:gd name="T9" fmla="*/ 13 h 25"/>
                <a:gd name="T10" fmla="*/ 12 w 24"/>
                <a:gd name="T11" fmla="*/ 5 h 25"/>
                <a:gd name="T12" fmla="*/ 12 w 24"/>
                <a:gd name="T13" fmla="*/ 0 h 25"/>
                <a:gd name="T14" fmla="*/ 0 w 24"/>
                <a:gd name="T15" fmla="*/ 13 h 25"/>
                <a:gd name="T16" fmla="*/ 3 w 24"/>
                <a:gd name="T17" fmla="*/ 21 h 25"/>
                <a:gd name="T18" fmla="*/ 12 w 24"/>
                <a:gd name="T19" fmla="*/ 25 h 25"/>
                <a:gd name="T20" fmla="*/ 24 w 24"/>
                <a:gd name="T21" fmla="*/ 13 h 25"/>
                <a:gd name="T22" fmla="*/ 21 w 24"/>
                <a:gd name="T23" fmla="*/ 4 h 25"/>
                <a:gd name="T24" fmla="*/ 12 w 24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4" y="19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5" name="Freeform 448"/>
            <p:cNvSpPr>
              <a:spLocks noEditPoints="1"/>
            </p:cNvSpPr>
            <p:nvPr/>
          </p:nvSpPr>
          <p:spPr bwMode="auto">
            <a:xfrm flipV="1">
              <a:off x="666752" y="29051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2 w 25"/>
                <a:gd name="T3" fmla="*/ 5 h 24"/>
                <a:gd name="T4" fmla="*/ 19 w 25"/>
                <a:gd name="T5" fmla="*/ 12 h 24"/>
                <a:gd name="T6" fmla="*/ 12 w 25"/>
                <a:gd name="T7" fmla="*/ 19 h 24"/>
                <a:gd name="T8" fmla="*/ 12 w 25"/>
                <a:gd name="T9" fmla="*/ 19 h 24"/>
                <a:gd name="T10" fmla="*/ 6 w 25"/>
                <a:gd name="T11" fmla="*/ 12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6" name="Freeform 449"/>
            <p:cNvSpPr>
              <a:spLocks noEditPoints="1"/>
            </p:cNvSpPr>
            <p:nvPr/>
          </p:nvSpPr>
          <p:spPr bwMode="auto">
            <a:xfrm flipV="1">
              <a:off x="846139" y="272414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4 w 24"/>
                <a:gd name="T27" fmla="*/ 21 h 24"/>
                <a:gd name="T28" fmla="*/ 12 w 24"/>
                <a:gd name="T29" fmla="*/ 24 h 24"/>
                <a:gd name="T30" fmla="*/ 21 w 24"/>
                <a:gd name="T31" fmla="*/ 20 h 24"/>
                <a:gd name="T32" fmla="*/ 24 w 24"/>
                <a:gd name="T33" fmla="*/ 12 h 24"/>
                <a:gd name="T34" fmla="*/ 21 w 24"/>
                <a:gd name="T35" fmla="*/ 4 h 24"/>
                <a:gd name="T36" fmla="*/ 12 w 24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7" name="Freeform 450"/>
            <p:cNvSpPr>
              <a:spLocks noEditPoints="1"/>
            </p:cNvSpPr>
            <p:nvPr/>
          </p:nvSpPr>
          <p:spPr bwMode="auto">
            <a:xfrm flipV="1">
              <a:off x="474664" y="2717798"/>
              <a:ext cx="101600" cy="100013"/>
            </a:xfrm>
            <a:custGeom>
              <a:avLst/>
              <a:gdLst>
                <a:gd name="T0" fmla="*/ 14 w 27"/>
                <a:gd name="T1" fmla="*/ 6 h 27"/>
                <a:gd name="T2" fmla="*/ 21 w 27"/>
                <a:gd name="T3" fmla="*/ 13 h 27"/>
                <a:gd name="T4" fmla="*/ 14 w 27"/>
                <a:gd name="T5" fmla="*/ 20 h 27"/>
                <a:gd name="T6" fmla="*/ 14 w 27"/>
                <a:gd name="T7" fmla="*/ 20 h 27"/>
                <a:gd name="T8" fmla="*/ 7 w 27"/>
                <a:gd name="T9" fmla="*/ 13 h 27"/>
                <a:gd name="T10" fmla="*/ 14 w 27"/>
                <a:gd name="T11" fmla="*/ 6 h 27"/>
                <a:gd name="T12" fmla="*/ 14 w 27"/>
                <a:gd name="T13" fmla="*/ 6 h 27"/>
                <a:gd name="T14" fmla="*/ 14 w 27"/>
                <a:gd name="T15" fmla="*/ 0 h 27"/>
                <a:gd name="T16" fmla="*/ 14 w 27"/>
                <a:gd name="T17" fmla="*/ 0 h 27"/>
                <a:gd name="T18" fmla="*/ 0 w 27"/>
                <a:gd name="T19" fmla="*/ 13 h 27"/>
                <a:gd name="T20" fmla="*/ 4 w 27"/>
                <a:gd name="T21" fmla="*/ 23 h 27"/>
                <a:gd name="T22" fmla="*/ 14 w 27"/>
                <a:gd name="T23" fmla="*/ 27 h 27"/>
                <a:gd name="T24" fmla="*/ 27 w 27"/>
                <a:gd name="T25" fmla="*/ 13 h 27"/>
                <a:gd name="T26" fmla="*/ 14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4" y="6"/>
                  </a:moveTo>
                  <a:cubicBezTo>
                    <a:pt x="18" y="6"/>
                    <a:pt x="21" y="10"/>
                    <a:pt x="21" y="13"/>
                  </a:cubicBezTo>
                  <a:cubicBezTo>
                    <a:pt x="21" y="17"/>
                    <a:pt x="18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0" y="20"/>
                    <a:pt x="7" y="17"/>
                    <a:pt x="7" y="13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7" y="26"/>
                    <a:pt x="10" y="27"/>
                    <a:pt x="14" y="27"/>
                  </a:cubicBezTo>
                  <a:cubicBezTo>
                    <a:pt x="21" y="27"/>
                    <a:pt x="27" y="21"/>
                    <a:pt x="27" y="13"/>
                  </a:cubicBezTo>
                  <a:cubicBezTo>
                    <a:pt x="27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8" name="Freeform 451"/>
            <p:cNvSpPr>
              <a:spLocks noEditPoints="1"/>
            </p:cNvSpPr>
            <p:nvPr/>
          </p:nvSpPr>
          <p:spPr bwMode="auto">
            <a:xfrm flipV="1">
              <a:off x="-17461" y="2600323"/>
              <a:ext cx="101600" cy="101600"/>
            </a:xfrm>
            <a:custGeom>
              <a:avLst/>
              <a:gdLst>
                <a:gd name="T0" fmla="*/ 13 w 27"/>
                <a:gd name="T1" fmla="*/ 7 h 27"/>
                <a:gd name="T2" fmla="*/ 20 w 27"/>
                <a:gd name="T3" fmla="*/ 14 h 27"/>
                <a:gd name="T4" fmla="*/ 13 w 27"/>
                <a:gd name="T5" fmla="*/ 21 h 27"/>
                <a:gd name="T6" fmla="*/ 13 w 27"/>
                <a:gd name="T7" fmla="*/ 21 h 27"/>
                <a:gd name="T8" fmla="*/ 7 w 27"/>
                <a:gd name="T9" fmla="*/ 14 h 27"/>
                <a:gd name="T10" fmla="*/ 13 w 27"/>
                <a:gd name="T11" fmla="*/ 7 h 27"/>
                <a:gd name="T12" fmla="*/ 13 w 27"/>
                <a:gd name="T13" fmla="*/ 7 h 27"/>
                <a:gd name="T14" fmla="*/ 13 w 27"/>
                <a:gd name="T15" fmla="*/ 0 h 27"/>
                <a:gd name="T16" fmla="*/ 13 w 27"/>
                <a:gd name="T17" fmla="*/ 0 h 27"/>
                <a:gd name="T18" fmla="*/ 0 w 27"/>
                <a:gd name="T19" fmla="*/ 14 h 27"/>
                <a:gd name="T20" fmla="*/ 13 w 27"/>
                <a:gd name="T21" fmla="*/ 27 h 27"/>
                <a:gd name="T22" fmla="*/ 27 w 27"/>
                <a:gd name="T23" fmla="*/ 14 h 27"/>
                <a:gd name="T24" fmla="*/ 23 w 27"/>
                <a:gd name="T25" fmla="*/ 4 h 27"/>
                <a:gd name="T26" fmla="*/ 13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3" y="7"/>
                  </a:moveTo>
                  <a:cubicBezTo>
                    <a:pt x="17" y="7"/>
                    <a:pt x="20" y="10"/>
                    <a:pt x="20" y="14"/>
                  </a:cubicBezTo>
                  <a:cubicBezTo>
                    <a:pt x="20" y="18"/>
                    <a:pt x="17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21" y="27"/>
                    <a:pt x="27" y="21"/>
                    <a:pt x="27" y="14"/>
                  </a:cubicBezTo>
                  <a:cubicBezTo>
                    <a:pt x="27" y="10"/>
                    <a:pt x="26" y="7"/>
                    <a:pt x="23" y="4"/>
                  </a:cubicBezTo>
                  <a:cubicBezTo>
                    <a:pt x="21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69" name="Freeform 452"/>
            <p:cNvSpPr>
              <a:spLocks noEditPoints="1"/>
            </p:cNvSpPr>
            <p:nvPr/>
          </p:nvSpPr>
          <p:spPr bwMode="auto">
            <a:xfrm flipV="1">
              <a:off x="295277" y="2905123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0 h 24"/>
                <a:gd name="T28" fmla="*/ 24 w 24"/>
                <a:gd name="T29" fmla="*/ 12 h 24"/>
                <a:gd name="T30" fmla="*/ 21 w 24"/>
                <a:gd name="T31" fmla="*/ 3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0" name="Freeform 453"/>
            <p:cNvSpPr>
              <a:spLocks noEditPoints="1"/>
            </p:cNvSpPr>
            <p:nvPr/>
          </p:nvSpPr>
          <p:spPr bwMode="auto">
            <a:xfrm flipV="1">
              <a:off x="-815973" y="3062285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1" name="Freeform 454"/>
            <p:cNvSpPr>
              <a:spLocks noEditPoints="1"/>
            </p:cNvSpPr>
            <p:nvPr/>
          </p:nvSpPr>
          <p:spPr bwMode="auto">
            <a:xfrm flipV="1">
              <a:off x="-614361" y="324961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2" name="Freeform 455"/>
            <p:cNvSpPr>
              <a:spLocks noEditPoints="1"/>
            </p:cNvSpPr>
            <p:nvPr/>
          </p:nvSpPr>
          <p:spPr bwMode="auto">
            <a:xfrm flipV="1">
              <a:off x="-366711" y="3213098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1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5"/>
                    <a:pt x="2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3" name="Freeform 456"/>
            <p:cNvSpPr>
              <a:spLocks noEditPoints="1"/>
            </p:cNvSpPr>
            <p:nvPr/>
          </p:nvSpPr>
          <p:spPr bwMode="auto">
            <a:xfrm flipV="1">
              <a:off x="-820736" y="32686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4" name="Freeform 457"/>
            <p:cNvSpPr>
              <a:spLocks noEditPoints="1"/>
            </p:cNvSpPr>
            <p:nvPr/>
          </p:nvSpPr>
          <p:spPr bwMode="auto">
            <a:xfrm flipV="1">
              <a:off x="-573086" y="3006723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3 h 24"/>
                <a:gd name="T18" fmla="*/ 0 w 24"/>
                <a:gd name="T19" fmla="*/ 12 h 24"/>
                <a:gd name="T20" fmla="*/ 4 w 24"/>
                <a:gd name="T21" fmla="*/ 20 h 24"/>
                <a:gd name="T22" fmla="*/ 12 w 24"/>
                <a:gd name="T23" fmla="*/ 24 h 24"/>
                <a:gd name="T24" fmla="*/ 21 w 24"/>
                <a:gd name="T25" fmla="*/ 20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5" name="Freeform 458"/>
            <p:cNvSpPr>
              <a:spLocks noEditPoints="1"/>
            </p:cNvSpPr>
            <p:nvPr/>
          </p:nvSpPr>
          <p:spPr bwMode="auto">
            <a:xfrm flipV="1">
              <a:off x="-23811" y="36893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6" name="Freeform 459"/>
            <p:cNvSpPr>
              <a:spLocks noEditPoints="1"/>
            </p:cNvSpPr>
            <p:nvPr/>
          </p:nvSpPr>
          <p:spPr bwMode="auto">
            <a:xfrm flipV="1">
              <a:off x="331789" y="367029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7" name="Freeform 460"/>
            <p:cNvSpPr>
              <a:spLocks noEditPoints="1"/>
            </p:cNvSpPr>
            <p:nvPr/>
          </p:nvSpPr>
          <p:spPr bwMode="auto">
            <a:xfrm flipV="1">
              <a:off x="-392111" y="39147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8" name="Freeform 461"/>
            <p:cNvSpPr>
              <a:spLocks noEditPoints="1"/>
            </p:cNvSpPr>
            <p:nvPr/>
          </p:nvSpPr>
          <p:spPr bwMode="auto">
            <a:xfrm flipV="1">
              <a:off x="-125411" y="40465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0 w 24"/>
                <a:gd name="T17" fmla="*/ 12 h 24"/>
                <a:gd name="T18" fmla="*/ 4 w 24"/>
                <a:gd name="T19" fmla="*/ 20 h 24"/>
                <a:gd name="T20" fmla="*/ 12 w 24"/>
                <a:gd name="T21" fmla="*/ 24 h 24"/>
                <a:gd name="T22" fmla="*/ 21 w 24"/>
                <a:gd name="T23" fmla="*/ 20 h 24"/>
                <a:gd name="T24" fmla="*/ 24 w 24"/>
                <a:gd name="T25" fmla="*/ 12 h 24"/>
                <a:gd name="T26" fmla="*/ 21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79" name="Freeform 462"/>
            <p:cNvSpPr>
              <a:spLocks noEditPoints="1"/>
            </p:cNvSpPr>
            <p:nvPr/>
          </p:nvSpPr>
          <p:spPr bwMode="auto">
            <a:xfrm flipV="1">
              <a:off x="295277" y="254158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0" name="Freeform 463"/>
            <p:cNvSpPr>
              <a:spLocks noEditPoints="1"/>
            </p:cNvSpPr>
            <p:nvPr/>
          </p:nvSpPr>
          <p:spPr bwMode="auto">
            <a:xfrm flipV="1">
              <a:off x="488952" y="23574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3 w 24"/>
                <a:gd name="T17" fmla="*/ 21 h 24"/>
                <a:gd name="T18" fmla="*/ 12 w 24"/>
                <a:gd name="T19" fmla="*/ 24 h 24"/>
                <a:gd name="T20" fmla="*/ 20 w 24"/>
                <a:gd name="T21" fmla="*/ 21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1" name="Freeform 464"/>
            <p:cNvSpPr>
              <a:spLocks noEditPoints="1"/>
            </p:cNvSpPr>
            <p:nvPr/>
          </p:nvSpPr>
          <p:spPr bwMode="auto">
            <a:xfrm flipV="1">
              <a:off x="1038227" y="3279773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2" name="Freeform 465"/>
            <p:cNvSpPr>
              <a:spLocks noEditPoints="1"/>
            </p:cNvSpPr>
            <p:nvPr/>
          </p:nvSpPr>
          <p:spPr bwMode="auto">
            <a:xfrm flipV="1">
              <a:off x="1049339" y="2897185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5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5 w 25"/>
                <a:gd name="T25" fmla="*/ 12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3" name="Freeform 466"/>
            <p:cNvSpPr>
              <a:spLocks/>
            </p:cNvSpPr>
            <p:nvPr/>
          </p:nvSpPr>
          <p:spPr bwMode="auto">
            <a:xfrm flipV="1">
              <a:off x="-1776411" y="3678236"/>
              <a:ext cx="3582987" cy="1906588"/>
            </a:xfrm>
            <a:custGeom>
              <a:avLst/>
              <a:gdLst>
                <a:gd name="T0" fmla="*/ 955 w 955"/>
                <a:gd name="T1" fmla="*/ 508 h 508"/>
                <a:gd name="T2" fmla="*/ 906 w 955"/>
                <a:gd name="T3" fmla="*/ 508 h 508"/>
                <a:gd name="T4" fmla="*/ 903 w 955"/>
                <a:gd name="T5" fmla="*/ 506 h 508"/>
                <a:gd name="T6" fmla="*/ 807 w 955"/>
                <a:gd name="T7" fmla="*/ 410 h 508"/>
                <a:gd name="T8" fmla="*/ 698 w 955"/>
                <a:gd name="T9" fmla="*/ 410 h 508"/>
                <a:gd name="T10" fmla="*/ 694 w 955"/>
                <a:gd name="T11" fmla="*/ 409 h 508"/>
                <a:gd name="T12" fmla="*/ 655 w 955"/>
                <a:gd name="T13" fmla="*/ 370 h 508"/>
                <a:gd name="T14" fmla="*/ 365 w 955"/>
                <a:gd name="T15" fmla="*/ 370 h 508"/>
                <a:gd name="T16" fmla="*/ 362 w 955"/>
                <a:gd name="T17" fmla="*/ 369 h 508"/>
                <a:gd name="T18" fmla="*/ 0 w 955"/>
                <a:gd name="T19" fmla="*/ 7 h 508"/>
                <a:gd name="T20" fmla="*/ 7 w 955"/>
                <a:gd name="T21" fmla="*/ 0 h 508"/>
                <a:gd name="T22" fmla="*/ 367 w 955"/>
                <a:gd name="T23" fmla="*/ 360 h 508"/>
                <a:gd name="T24" fmla="*/ 657 w 955"/>
                <a:gd name="T25" fmla="*/ 360 h 508"/>
                <a:gd name="T26" fmla="*/ 661 w 955"/>
                <a:gd name="T27" fmla="*/ 361 h 508"/>
                <a:gd name="T28" fmla="*/ 700 w 955"/>
                <a:gd name="T29" fmla="*/ 400 h 508"/>
                <a:gd name="T30" fmla="*/ 809 w 955"/>
                <a:gd name="T31" fmla="*/ 400 h 508"/>
                <a:gd name="T32" fmla="*/ 812 w 955"/>
                <a:gd name="T33" fmla="*/ 401 h 508"/>
                <a:gd name="T34" fmla="*/ 908 w 955"/>
                <a:gd name="T35" fmla="*/ 497 h 508"/>
                <a:gd name="T36" fmla="*/ 955 w 955"/>
                <a:gd name="T37" fmla="*/ 497 h 508"/>
                <a:gd name="T38" fmla="*/ 955 w 955"/>
                <a:gd name="T39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5" h="508">
                  <a:moveTo>
                    <a:pt x="955" y="508"/>
                  </a:moveTo>
                  <a:cubicBezTo>
                    <a:pt x="906" y="508"/>
                    <a:pt x="906" y="508"/>
                    <a:pt x="906" y="508"/>
                  </a:cubicBezTo>
                  <a:cubicBezTo>
                    <a:pt x="905" y="508"/>
                    <a:pt x="904" y="507"/>
                    <a:pt x="903" y="506"/>
                  </a:cubicBezTo>
                  <a:cubicBezTo>
                    <a:pt x="807" y="410"/>
                    <a:pt x="807" y="410"/>
                    <a:pt x="807" y="410"/>
                  </a:cubicBezTo>
                  <a:cubicBezTo>
                    <a:pt x="698" y="410"/>
                    <a:pt x="698" y="410"/>
                    <a:pt x="698" y="410"/>
                  </a:cubicBezTo>
                  <a:cubicBezTo>
                    <a:pt x="696" y="410"/>
                    <a:pt x="695" y="410"/>
                    <a:pt x="694" y="409"/>
                  </a:cubicBezTo>
                  <a:cubicBezTo>
                    <a:pt x="655" y="370"/>
                    <a:pt x="655" y="370"/>
                    <a:pt x="655" y="370"/>
                  </a:cubicBezTo>
                  <a:cubicBezTo>
                    <a:pt x="365" y="370"/>
                    <a:pt x="365" y="370"/>
                    <a:pt x="365" y="370"/>
                  </a:cubicBezTo>
                  <a:cubicBezTo>
                    <a:pt x="364" y="370"/>
                    <a:pt x="363" y="369"/>
                    <a:pt x="362" y="36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67" y="360"/>
                    <a:pt x="367" y="360"/>
                    <a:pt x="367" y="360"/>
                  </a:cubicBezTo>
                  <a:cubicBezTo>
                    <a:pt x="657" y="360"/>
                    <a:pt x="657" y="360"/>
                    <a:pt x="657" y="360"/>
                  </a:cubicBezTo>
                  <a:cubicBezTo>
                    <a:pt x="659" y="360"/>
                    <a:pt x="660" y="360"/>
                    <a:pt x="661" y="361"/>
                  </a:cubicBezTo>
                  <a:cubicBezTo>
                    <a:pt x="700" y="400"/>
                    <a:pt x="700" y="400"/>
                    <a:pt x="700" y="400"/>
                  </a:cubicBezTo>
                  <a:cubicBezTo>
                    <a:pt x="809" y="400"/>
                    <a:pt x="809" y="400"/>
                    <a:pt x="809" y="400"/>
                  </a:cubicBezTo>
                  <a:cubicBezTo>
                    <a:pt x="810" y="400"/>
                    <a:pt x="811" y="400"/>
                    <a:pt x="812" y="401"/>
                  </a:cubicBezTo>
                  <a:cubicBezTo>
                    <a:pt x="908" y="497"/>
                    <a:pt x="908" y="497"/>
                    <a:pt x="908" y="497"/>
                  </a:cubicBezTo>
                  <a:cubicBezTo>
                    <a:pt x="955" y="497"/>
                    <a:pt x="955" y="497"/>
                    <a:pt x="955" y="497"/>
                  </a:cubicBezTo>
                  <a:lnTo>
                    <a:pt x="955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4" name="Freeform 467"/>
            <p:cNvSpPr>
              <a:spLocks/>
            </p:cNvSpPr>
            <p:nvPr/>
          </p:nvSpPr>
          <p:spPr bwMode="auto">
            <a:xfrm flipV="1">
              <a:off x="-50798" y="3378198"/>
              <a:ext cx="1504950" cy="715963"/>
            </a:xfrm>
            <a:custGeom>
              <a:avLst/>
              <a:gdLst>
                <a:gd name="T0" fmla="*/ 401 w 401"/>
                <a:gd name="T1" fmla="*/ 191 h 191"/>
                <a:gd name="T2" fmla="*/ 398 w 401"/>
                <a:gd name="T3" fmla="*/ 191 h 191"/>
                <a:gd name="T4" fmla="*/ 398 w 401"/>
                <a:gd name="T5" fmla="*/ 158 h 191"/>
                <a:gd name="T6" fmla="*/ 366 w 401"/>
                <a:gd name="T7" fmla="*/ 127 h 191"/>
                <a:gd name="T8" fmla="*/ 313 w 401"/>
                <a:gd name="T9" fmla="*/ 127 h 191"/>
                <a:gd name="T10" fmla="*/ 312 w 401"/>
                <a:gd name="T11" fmla="*/ 127 h 191"/>
                <a:gd name="T12" fmla="*/ 189 w 401"/>
                <a:gd name="T13" fmla="*/ 4 h 191"/>
                <a:gd name="T14" fmla="*/ 0 w 401"/>
                <a:gd name="T15" fmla="*/ 4 h 191"/>
                <a:gd name="T16" fmla="*/ 0 w 401"/>
                <a:gd name="T17" fmla="*/ 0 h 191"/>
                <a:gd name="T18" fmla="*/ 190 w 401"/>
                <a:gd name="T19" fmla="*/ 0 h 191"/>
                <a:gd name="T20" fmla="*/ 191 w 401"/>
                <a:gd name="T21" fmla="*/ 1 h 191"/>
                <a:gd name="T22" fmla="*/ 314 w 401"/>
                <a:gd name="T23" fmla="*/ 124 h 191"/>
                <a:gd name="T24" fmla="*/ 367 w 401"/>
                <a:gd name="T25" fmla="*/ 124 h 191"/>
                <a:gd name="T26" fmla="*/ 368 w 401"/>
                <a:gd name="T27" fmla="*/ 124 h 191"/>
                <a:gd name="T28" fmla="*/ 401 w 401"/>
                <a:gd name="T29" fmla="*/ 156 h 191"/>
                <a:gd name="T30" fmla="*/ 401 w 401"/>
                <a:gd name="T31" fmla="*/ 158 h 191"/>
                <a:gd name="T32" fmla="*/ 401 w 401"/>
                <a:gd name="T33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1" h="191">
                  <a:moveTo>
                    <a:pt x="401" y="191"/>
                  </a:moveTo>
                  <a:cubicBezTo>
                    <a:pt x="398" y="191"/>
                    <a:pt x="398" y="191"/>
                    <a:pt x="398" y="191"/>
                  </a:cubicBezTo>
                  <a:cubicBezTo>
                    <a:pt x="398" y="158"/>
                    <a:pt x="398" y="158"/>
                    <a:pt x="398" y="158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13" y="127"/>
                    <a:pt x="313" y="127"/>
                    <a:pt x="313" y="127"/>
                  </a:cubicBezTo>
                  <a:cubicBezTo>
                    <a:pt x="313" y="127"/>
                    <a:pt x="312" y="127"/>
                    <a:pt x="312" y="127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91" y="0"/>
                    <a:pt x="191" y="1"/>
                  </a:cubicBezTo>
                  <a:cubicBezTo>
                    <a:pt x="314" y="124"/>
                    <a:pt x="314" y="124"/>
                    <a:pt x="314" y="124"/>
                  </a:cubicBezTo>
                  <a:cubicBezTo>
                    <a:pt x="367" y="124"/>
                    <a:pt x="367" y="124"/>
                    <a:pt x="367" y="124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7"/>
                    <a:pt x="401" y="157"/>
                    <a:pt x="401" y="158"/>
                  </a:cubicBezTo>
                  <a:lnTo>
                    <a:pt x="401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5" name="Freeform 468"/>
            <p:cNvSpPr>
              <a:spLocks/>
            </p:cNvSpPr>
            <p:nvPr/>
          </p:nvSpPr>
          <p:spPr bwMode="auto">
            <a:xfrm flipV="1">
              <a:off x="-320673" y="3467098"/>
              <a:ext cx="1576387" cy="496888"/>
            </a:xfrm>
            <a:custGeom>
              <a:avLst/>
              <a:gdLst>
                <a:gd name="T0" fmla="*/ 420 w 420"/>
                <a:gd name="T1" fmla="*/ 132 h 132"/>
                <a:gd name="T2" fmla="*/ 382 w 420"/>
                <a:gd name="T3" fmla="*/ 132 h 132"/>
                <a:gd name="T4" fmla="*/ 381 w 420"/>
                <a:gd name="T5" fmla="*/ 132 h 132"/>
                <a:gd name="T6" fmla="*/ 252 w 420"/>
                <a:gd name="T7" fmla="*/ 3 h 132"/>
                <a:gd name="T8" fmla="*/ 0 w 420"/>
                <a:gd name="T9" fmla="*/ 3 h 132"/>
                <a:gd name="T10" fmla="*/ 0 w 420"/>
                <a:gd name="T11" fmla="*/ 0 h 132"/>
                <a:gd name="T12" fmla="*/ 253 w 420"/>
                <a:gd name="T13" fmla="*/ 0 h 132"/>
                <a:gd name="T14" fmla="*/ 254 w 420"/>
                <a:gd name="T15" fmla="*/ 0 h 132"/>
                <a:gd name="T16" fmla="*/ 383 w 420"/>
                <a:gd name="T17" fmla="*/ 129 h 132"/>
                <a:gd name="T18" fmla="*/ 420 w 420"/>
                <a:gd name="T19" fmla="*/ 129 h 132"/>
                <a:gd name="T20" fmla="*/ 420 w 420"/>
                <a:gd name="T2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0" h="132">
                  <a:moveTo>
                    <a:pt x="420" y="132"/>
                  </a:move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252" y="3"/>
                    <a:pt x="252" y="3"/>
                    <a:pt x="25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53" y="0"/>
                    <a:pt x="254" y="0"/>
                    <a:pt x="254" y="0"/>
                  </a:cubicBezTo>
                  <a:cubicBezTo>
                    <a:pt x="383" y="129"/>
                    <a:pt x="383" y="129"/>
                    <a:pt x="383" y="129"/>
                  </a:cubicBezTo>
                  <a:cubicBezTo>
                    <a:pt x="420" y="129"/>
                    <a:pt x="420" y="129"/>
                    <a:pt x="420" y="129"/>
                  </a:cubicBezTo>
                  <a:lnTo>
                    <a:pt x="42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6" name="Freeform 469"/>
            <p:cNvSpPr>
              <a:spLocks/>
            </p:cNvSpPr>
            <p:nvPr/>
          </p:nvSpPr>
          <p:spPr bwMode="auto">
            <a:xfrm flipV="1">
              <a:off x="34927" y="3325811"/>
              <a:ext cx="1009650" cy="514350"/>
            </a:xfrm>
            <a:custGeom>
              <a:avLst/>
              <a:gdLst>
                <a:gd name="T0" fmla="*/ 237 w 269"/>
                <a:gd name="T1" fmla="*/ 137 h 137"/>
                <a:gd name="T2" fmla="*/ 236 w 269"/>
                <a:gd name="T3" fmla="*/ 136 h 137"/>
                <a:gd name="T4" fmla="*/ 103 w 269"/>
                <a:gd name="T5" fmla="*/ 3 h 137"/>
                <a:gd name="T6" fmla="*/ 22 w 269"/>
                <a:gd name="T7" fmla="*/ 3 h 137"/>
                <a:gd name="T8" fmla="*/ 2 w 269"/>
                <a:gd name="T9" fmla="*/ 24 h 137"/>
                <a:gd name="T10" fmla="*/ 0 w 269"/>
                <a:gd name="T11" fmla="*/ 21 h 137"/>
                <a:gd name="T12" fmla="*/ 20 w 269"/>
                <a:gd name="T13" fmla="*/ 0 h 137"/>
                <a:gd name="T14" fmla="*/ 22 w 269"/>
                <a:gd name="T15" fmla="*/ 0 h 137"/>
                <a:gd name="T16" fmla="*/ 22 w 269"/>
                <a:gd name="T17" fmla="*/ 0 h 137"/>
                <a:gd name="T18" fmla="*/ 104 w 269"/>
                <a:gd name="T19" fmla="*/ 0 h 137"/>
                <a:gd name="T20" fmla="*/ 105 w 269"/>
                <a:gd name="T21" fmla="*/ 0 h 137"/>
                <a:gd name="T22" fmla="*/ 238 w 269"/>
                <a:gd name="T23" fmla="*/ 133 h 137"/>
                <a:gd name="T24" fmla="*/ 269 w 269"/>
                <a:gd name="T25" fmla="*/ 133 h 137"/>
                <a:gd name="T26" fmla="*/ 269 w 269"/>
                <a:gd name="T27" fmla="*/ 137 h 137"/>
                <a:gd name="T28" fmla="*/ 237 w 269"/>
                <a:gd name="T29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9" h="137">
                  <a:moveTo>
                    <a:pt x="237" y="137"/>
                  </a:moveTo>
                  <a:cubicBezTo>
                    <a:pt x="237" y="137"/>
                    <a:pt x="237" y="136"/>
                    <a:pt x="236" y="136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238" y="133"/>
                    <a:pt x="238" y="133"/>
                    <a:pt x="238" y="133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7"/>
                    <a:pt x="269" y="137"/>
                    <a:pt x="269" y="137"/>
                  </a:cubicBezTo>
                  <a:lnTo>
                    <a:pt x="237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7" name="Freeform 470"/>
            <p:cNvSpPr>
              <a:spLocks/>
            </p:cNvSpPr>
            <p:nvPr/>
          </p:nvSpPr>
          <p:spPr bwMode="auto">
            <a:xfrm flipV="1">
              <a:off x="-2035173" y="3171823"/>
              <a:ext cx="2941637" cy="2135188"/>
            </a:xfrm>
            <a:custGeom>
              <a:avLst/>
              <a:gdLst>
                <a:gd name="T0" fmla="*/ 784 w 784"/>
                <a:gd name="T1" fmla="*/ 569 h 569"/>
                <a:gd name="T2" fmla="*/ 781 w 784"/>
                <a:gd name="T3" fmla="*/ 569 h 569"/>
                <a:gd name="T4" fmla="*/ 781 w 784"/>
                <a:gd name="T5" fmla="*/ 536 h 569"/>
                <a:gd name="T6" fmla="*/ 687 w 784"/>
                <a:gd name="T7" fmla="*/ 441 h 569"/>
                <a:gd name="T8" fmla="*/ 672 w 784"/>
                <a:gd name="T9" fmla="*/ 441 h 569"/>
                <a:gd name="T10" fmla="*/ 646 w 784"/>
                <a:gd name="T11" fmla="*/ 467 h 569"/>
                <a:gd name="T12" fmla="*/ 645 w 784"/>
                <a:gd name="T13" fmla="*/ 467 h 569"/>
                <a:gd name="T14" fmla="*/ 466 w 784"/>
                <a:gd name="T15" fmla="*/ 467 h 569"/>
                <a:gd name="T16" fmla="*/ 465 w 784"/>
                <a:gd name="T17" fmla="*/ 467 h 569"/>
                <a:gd name="T18" fmla="*/ 0 w 784"/>
                <a:gd name="T19" fmla="*/ 2 h 569"/>
                <a:gd name="T20" fmla="*/ 2 w 784"/>
                <a:gd name="T21" fmla="*/ 0 h 569"/>
                <a:gd name="T22" fmla="*/ 467 w 784"/>
                <a:gd name="T23" fmla="*/ 464 h 569"/>
                <a:gd name="T24" fmla="*/ 644 w 784"/>
                <a:gd name="T25" fmla="*/ 464 h 569"/>
                <a:gd name="T26" fmla="*/ 670 w 784"/>
                <a:gd name="T27" fmla="*/ 439 h 569"/>
                <a:gd name="T28" fmla="*/ 671 w 784"/>
                <a:gd name="T29" fmla="*/ 438 h 569"/>
                <a:gd name="T30" fmla="*/ 687 w 784"/>
                <a:gd name="T31" fmla="*/ 438 h 569"/>
                <a:gd name="T32" fmla="*/ 689 w 784"/>
                <a:gd name="T33" fmla="*/ 439 h 569"/>
                <a:gd name="T34" fmla="*/ 784 w 784"/>
                <a:gd name="T35" fmla="*/ 534 h 569"/>
                <a:gd name="T36" fmla="*/ 784 w 784"/>
                <a:gd name="T37" fmla="*/ 535 h 569"/>
                <a:gd name="T38" fmla="*/ 784 w 784"/>
                <a:gd name="T39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4" h="569">
                  <a:moveTo>
                    <a:pt x="784" y="569"/>
                  </a:moveTo>
                  <a:cubicBezTo>
                    <a:pt x="781" y="569"/>
                    <a:pt x="781" y="569"/>
                    <a:pt x="781" y="569"/>
                  </a:cubicBezTo>
                  <a:cubicBezTo>
                    <a:pt x="781" y="536"/>
                    <a:pt x="781" y="536"/>
                    <a:pt x="781" y="536"/>
                  </a:cubicBezTo>
                  <a:cubicBezTo>
                    <a:pt x="687" y="441"/>
                    <a:pt x="687" y="441"/>
                    <a:pt x="687" y="441"/>
                  </a:cubicBezTo>
                  <a:cubicBezTo>
                    <a:pt x="672" y="441"/>
                    <a:pt x="672" y="441"/>
                    <a:pt x="672" y="441"/>
                  </a:cubicBezTo>
                  <a:cubicBezTo>
                    <a:pt x="646" y="467"/>
                    <a:pt x="646" y="467"/>
                    <a:pt x="646" y="467"/>
                  </a:cubicBezTo>
                  <a:cubicBezTo>
                    <a:pt x="646" y="467"/>
                    <a:pt x="646" y="467"/>
                    <a:pt x="645" y="467"/>
                  </a:cubicBezTo>
                  <a:cubicBezTo>
                    <a:pt x="466" y="467"/>
                    <a:pt x="466" y="467"/>
                    <a:pt x="466" y="467"/>
                  </a:cubicBezTo>
                  <a:cubicBezTo>
                    <a:pt x="465" y="467"/>
                    <a:pt x="465" y="467"/>
                    <a:pt x="465" y="4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67" y="464"/>
                    <a:pt x="467" y="464"/>
                    <a:pt x="467" y="464"/>
                  </a:cubicBezTo>
                  <a:cubicBezTo>
                    <a:pt x="644" y="464"/>
                    <a:pt x="644" y="464"/>
                    <a:pt x="644" y="464"/>
                  </a:cubicBezTo>
                  <a:cubicBezTo>
                    <a:pt x="670" y="439"/>
                    <a:pt x="670" y="439"/>
                    <a:pt x="670" y="439"/>
                  </a:cubicBezTo>
                  <a:cubicBezTo>
                    <a:pt x="670" y="438"/>
                    <a:pt x="671" y="438"/>
                    <a:pt x="671" y="438"/>
                  </a:cubicBezTo>
                  <a:cubicBezTo>
                    <a:pt x="687" y="438"/>
                    <a:pt x="687" y="438"/>
                    <a:pt x="687" y="438"/>
                  </a:cubicBezTo>
                  <a:cubicBezTo>
                    <a:pt x="688" y="438"/>
                    <a:pt x="688" y="438"/>
                    <a:pt x="689" y="439"/>
                  </a:cubicBezTo>
                  <a:cubicBezTo>
                    <a:pt x="784" y="534"/>
                    <a:pt x="784" y="534"/>
                    <a:pt x="784" y="534"/>
                  </a:cubicBezTo>
                  <a:cubicBezTo>
                    <a:pt x="784" y="534"/>
                    <a:pt x="784" y="535"/>
                    <a:pt x="784" y="535"/>
                  </a:cubicBezTo>
                  <a:lnTo>
                    <a:pt x="784" y="5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8" name="Freeform 471"/>
            <p:cNvSpPr>
              <a:spLocks/>
            </p:cNvSpPr>
            <p:nvPr/>
          </p:nvSpPr>
          <p:spPr bwMode="auto">
            <a:xfrm flipV="1">
              <a:off x="-763586" y="3328986"/>
              <a:ext cx="1452562" cy="206375"/>
            </a:xfrm>
            <a:custGeom>
              <a:avLst/>
              <a:gdLst>
                <a:gd name="T0" fmla="*/ 3 w 387"/>
                <a:gd name="T1" fmla="*/ 55 h 55"/>
                <a:gd name="T2" fmla="*/ 0 w 387"/>
                <a:gd name="T3" fmla="*/ 52 h 55"/>
                <a:gd name="T4" fmla="*/ 52 w 387"/>
                <a:gd name="T5" fmla="*/ 1 h 55"/>
                <a:gd name="T6" fmla="*/ 53 w 387"/>
                <a:gd name="T7" fmla="*/ 0 h 55"/>
                <a:gd name="T8" fmla="*/ 53 w 387"/>
                <a:gd name="T9" fmla="*/ 0 h 55"/>
                <a:gd name="T10" fmla="*/ 80 w 387"/>
                <a:gd name="T11" fmla="*/ 0 h 55"/>
                <a:gd name="T12" fmla="*/ 81 w 387"/>
                <a:gd name="T13" fmla="*/ 1 h 55"/>
                <a:gd name="T14" fmla="*/ 93 w 387"/>
                <a:gd name="T15" fmla="*/ 13 h 55"/>
                <a:gd name="T16" fmla="*/ 305 w 387"/>
                <a:gd name="T17" fmla="*/ 13 h 55"/>
                <a:gd name="T18" fmla="*/ 306 w 387"/>
                <a:gd name="T19" fmla="*/ 13 h 55"/>
                <a:gd name="T20" fmla="*/ 326 w 387"/>
                <a:gd name="T21" fmla="*/ 33 h 55"/>
                <a:gd name="T22" fmla="*/ 373 w 387"/>
                <a:gd name="T23" fmla="*/ 33 h 55"/>
                <a:gd name="T24" fmla="*/ 374 w 387"/>
                <a:gd name="T25" fmla="*/ 34 h 55"/>
                <a:gd name="T26" fmla="*/ 387 w 387"/>
                <a:gd name="T27" fmla="*/ 46 h 55"/>
                <a:gd name="T28" fmla="*/ 384 w 387"/>
                <a:gd name="T29" fmla="*/ 48 h 55"/>
                <a:gd name="T30" fmla="*/ 372 w 387"/>
                <a:gd name="T31" fmla="*/ 37 h 55"/>
                <a:gd name="T32" fmla="*/ 325 w 387"/>
                <a:gd name="T33" fmla="*/ 37 h 55"/>
                <a:gd name="T34" fmla="*/ 324 w 387"/>
                <a:gd name="T35" fmla="*/ 36 h 55"/>
                <a:gd name="T36" fmla="*/ 304 w 387"/>
                <a:gd name="T37" fmla="*/ 16 h 55"/>
                <a:gd name="T38" fmla="*/ 93 w 387"/>
                <a:gd name="T39" fmla="*/ 16 h 55"/>
                <a:gd name="T40" fmla="*/ 91 w 387"/>
                <a:gd name="T41" fmla="*/ 16 h 55"/>
                <a:gd name="T42" fmla="*/ 79 w 387"/>
                <a:gd name="T43" fmla="*/ 4 h 55"/>
                <a:gd name="T44" fmla="*/ 54 w 387"/>
                <a:gd name="T45" fmla="*/ 4 h 55"/>
                <a:gd name="T46" fmla="*/ 3 w 387"/>
                <a:gd name="T4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7" h="55">
                  <a:moveTo>
                    <a:pt x="3" y="55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1" y="0"/>
                    <a:pt x="81" y="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305" y="13"/>
                    <a:pt x="305" y="13"/>
                    <a:pt x="305" y="13"/>
                  </a:cubicBezTo>
                  <a:cubicBezTo>
                    <a:pt x="305" y="13"/>
                    <a:pt x="306" y="13"/>
                    <a:pt x="306" y="1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73" y="33"/>
                    <a:pt x="373" y="33"/>
                    <a:pt x="373" y="33"/>
                  </a:cubicBezTo>
                  <a:cubicBezTo>
                    <a:pt x="374" y="33"/>
                    <a:pt x="374" y="33"/>
                    <a:pt x="374" y="34"/>
                  </a:cubicBezTo>
                  <a:cubicBezTo>
                    <a:pt x="387" y="46"/>
                    <a:pt x="387" y="46"/>
                    <a:pt x="387" y="46"/>
                  </a:cubicBezTo>
                  <a:cubicBezTo>
                    <a:pt x="384" y="48"/>
                    <a:pt x="384" y="48"/>
                    <a:pt x="384" y="48"/>
                  </a:cubicBezTo>
                  <a:cubicBezTo>
                    <a:pt x="372" y="37"/>
                    <a:pt x="372" y="37"/>
                    <a:pt x="372" y="37"/>
                  </a:cubicBezTo>
                  <a:cubicBezTo>
                    <a:pt x="325" y="37"/>
                    <a:pt x="325" y="37"/>
                    <a:pt x="325" y="37"/>
                  </a:cubicBezTo>
                  <a:cubicBezTo>
                    <a:pt x="325" y="37"/>
                    <a:pt x="324" y="37"/>
                    <a:pt x="324" y="36"/>
                  </a:cubicBezTo>
                  <a:cubicBezTo>
                    <a:pt x="304" y="16"/>
                    <a:pt x="304" y="16"/>
                    <a:pt x="304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2" y="16"/>
                    <a:pt x="92" y="16"/>
                    <a:pt x="91" y="16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54" y="4"/>
                    <a:pt x="54" y="4"/>
                    <a:pt x="54" y="4"/>
                  </a:cubicBezTo>
                  <a:lnTo>
                    <a:pt x="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89" name="Freeform 472"/>
            <p:cNvSpPr>
              <a:spLocks/>
            </p:cNvSpPr>
            <p:nvPr/>
          </p:nvSpPr>
          <p:spPr bwMode="auto">
            <a:xfrm flipV="1">
              <a:off x="-306386" y="2938460"/>
              <a:ext cx="1362075" cy="465138"/>
            </a:xfrm>
            <a:custGeom>
              <a:avLst/>
              <a:gdLst>
                <a:gd name="T0" fmla="*/ 363 w 363"/>
                <a:gd name="T1" fmla="*/ 124 h 124"/>
                <a:gd name="T2" fmla="*/ 320 w 363"/>
                <a:gd name="T3" fmla="*/ 124 h 124"/>
                <a:gd name="T4" fmla="*/ 319 w 363"/>
                <a:gd name="T5" fmla="*/ 124 h 124"/>
                <a:gd name="T6" fmla="*/ 229 w 363"/>
                <a:gd name="T7" fmla="*/ 33 h 124"/>
                <a:gd name="T8" fmla="*/ 201 w 363"/>
                <a:gd name="T9" fmla="*/ 33 h 124"/>
                <a:gd name="T10" fmla="*/ 200 w 363"/>
                <a:gd name="T11" fmla="*/ 33 h 124"/>
                <a:gd name="T12" fmla="*/ 171 w 363"/>
                <a:gd name="T13" fmla="*/ 4 h 124"/>
                <a:gd name="T14" fmla="*/ 34 w 363"/>
                <a:gd name="T15" fmla="*/ 4 h 124"/>
                <a:gd name="T16" fmla="*/ 2 w 363"/>
                <a:gd name="T17" fmla="*/ 35 h 124"/>
                <a:gd name="T18" fmla="*/ 0 w 363"/>
                <a:gd name="T19" fmla="*/ 33 h 124"/>
                <a:gd name="T20" fmla="*/ 32 w 363"/>
                <a:gd name="T21" fmla="*/ 1 h 124"/>
                <a:gd name="T22" fmla="*/ 33 w 363"/>
                <a:gd name="T23" fmla="*/ 0 h 124"/>
                <a:gd name="T24" fmla="*/ 172 w 363"/>
                <a:gd name="T25" fmla="*/ 0 h 124"/>
                <a:gd name="T26" fmla="*/ 173 w 363"/>
                <a:gd name="T27" fmla="*/ 1 h 124"/>
                <a:gd name="T28" fmla="*/ 202 w 363"/>
                <a:gd name="T29" fmla="*/ 30 h 124"/>
                <a:gd name="T30" fmla="*/ 230 w 363"/>
                <a:gd name="T31" fmla="*/ 30 h 124"/>
                <a:gd name="T32" fmla="*/ 231 w 363"/>
                <a:gd name="T33" fmla="*/ 31 h 124"/>
                <a:gd name="T34" fmla="*/ 321 w 363"/>
                <a:gd name="T35" fmla="*/ 121 h 124"/>
                <a:gd name="T36" fmla="*/ 363 w 363"/>
                <a:gd name="T37" fmla="*/ 121 h 124"/>
                <a:gd name="T38" fmla="*/ 363 w 363"/>
                <a:gd name="T3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3" h="124">
                  <a:moveTo>
                    <a:pt x="363" y="124"/>
                  </a:moveTo>
                  <a:cubicBezTo>
                    <a:pt x="320" y="124"/>
                    <a:pt x="320" y="124"/>
                    <a:pt x="320" y="124"/>
                  </a:cubicBezTo>
                  <a:cubicBezTo>
                    <a:pt x="320" y="124"/>
                    <a:pt x="320" y="124"/>
                    <a:pt x="319" y="124"/>
                  </a:cubicBezTo>
                  <a:cubicBezTo>
                    <a:pt x="229" y="33"/>
                    <a:pt x="229" y="33"/>
                    <a:pt x="229" y="33"/>
                  </a:cubicBezTo>
                  <a:cubicBezTo>
                    <a:pt x="201" y="33"/>
                    <a:pt x="201" y="33"/>
                    <a:pt x="201" y="33"/>
                  </a:cubicBezTo>
                  <a:cubicBezTo>
                    <a:pt x="201" y="33"/>
                    <a:pt x="201" y="33"/>
                    <a:pt x="200" y="33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0"/>
                    <a:pt x="173" y="1"/>
                    <a:pt x="173" y="1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30" y="30"/>
                    <a:pt x="230" y="30"/>
                    <a:pt x="230" y="30"/>
                  </a:cubicBezTo>
                  <a:cubicBezTo>
                    <a:pt x="230" y="30"/>
                    <a:pt x="231" y="30"/>
                    <a:pt x="231" y="31"/>
                  </a:cubicBezTo>
                  <a:cubicBezTo>
                    <a:pt x="321" y="121"/>
                    <a:pt x="321" y="121"/>
                    <a:pt x="321" y="121"/>
                  </a:cubicBezTo>
                  <a:cubicBezTo>
                    <a:pt x="363" y="121"/>
                    <a:pt x="363" y="121"/>
                    <a:pt x="363" y="121"/>
                  </a:cubicBezTo>
                  <a:lnTo>
                    <a:pt x="363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0" name="Freeform 473"/>
            <p:cNvSpPr>
              <a:spLocks/>
            </p:cNvSpPr>
            <p:nvPr/>
          </p:nvSpPr>
          <p:spPr bwMode="auto">
            <a:xfrm flipV="1">
              <a:off x="-755648" y="2795585"/>
              <a:ext cx="1079500" cy="354013"/>
            </a:xfrm>
            <a:custGeom>
              <a:avLst/>
              <a:gdLst>
                <a:gd name="T0" fmla="*/ 115 w 288"/>
                <a:gd name="T1" fmla="*/ 94 h 94"/>
                <a:gd name="T2" fmla="*/ 78 w 288"/>
                <a:gd name="T3" fmla="*/ 94 h 94"/>
                <a:gd name="T4" fmla="*/ 77 w 288"/>
                <a:gd name="T5" fmla="*/ 94 h 94"/>
                <a:gd name="T6" fmla="*/ 0 w 288"/>
                <a:gd name="T7" fmla="*/ 18 h 94"/>
                <a:gd name="T8" fmla="*/ 3 w 288"/>
                <a:gd name="T9" fmla="*/ 15 h 94"/>
                <a:gd name="T10" fmla="*/ 79 w 288"/>
                <a:gd name="T11" fmla="*/ 91 h 94"/>
                <a:gd name="T12" fmla="*/ 115 w 288"/>
                <a:gd name="T13" fmla="*/ 91 h 94"/>
                <a:gd name="T14" fmla="*/ 205 w 288"/>
                <a:gd name="T15" fmla="*/ 1 h 94"/>
                <a:gd name="T16" fmla="*/ 206 w 288"/>
                <a:gd name="T17" fmla="*/ 0 h 94"/>
                <a:gd name="T18" fmla="*/ 244 w 288"/>
                <a:gd name="T19" fmla="*/ 0 h 94"/>
                <a:gd name="T20" fmla="*/ 245 w 288"/>
                <a:gd name="T21" fmla="*/ 1 h 94"/>
                <a:gd name="T22" fmla="*/ 288 w 288"/>
                <a:gd name="T23" fmla="*/ 44 h 94"/>
                <a:gd name="T24" fmla="*/ 285 w 288"/>
                <a:gd name="T25" fmla="*/ 46 h 94"/>
                <a:gd name="T26" fmla="*/ 243 w 288"/>
                <a:gd name="T27" fmla="*/ 4 h 94"/>
                <a:gd name="T28" fmla="*/ 207 w 288"/>
                <a:gd name="T29" fmla="*/ 4 h 94"/>
                <a:gd name="T30" fmla="*/ 117 w 288"/>
                <a:gd name="T31" fmla="*/ 94 h 94"/>
                <a:gd name="T32" fmla="*/ 115 w 288"/>
                <a:gd name="T3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8" h="94">
                  <a:moveTo>
                    <a:pt x="115" y="94"/>
                  </a:moveTo>
                  <a:cubicBezTo>
                    <a:pt x="78" y="94"/>
                    <a:pt x="78" y="94"/>
                    <a:pt x="78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115" y="91"/>
                    <a:pt x="115" y="91"/>
                    <a:pt x="115" y="9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5" y="0"/>
                    <a:pt x="206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44" y="0"/>
                    <a:pt x="245" y="1"/>
                    <a:pt x="245" y="1"/>
                  </a:cubicBezTo>
                  <a:cubicBezTo>
                    <a:pt x="288" y="44"/>
                    <a:pt x="288" y="44"/>
                    <a:pt x="288" y="44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6" y="94"/>
                    <a:pt x="116" y="94"/>
                    <a:pt x="115" y="9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1" name="Freeform 474"/>
            <p:cNvSpPr>
              <a:spLocks/>
            </p:cNvSpPr>
            <p:nvPr/>
          </p:nvSpPr>
          <p:spPr bwMode="auto">
            <a:xfrm flipV="1">
              <a:off x="-441323" y="2363785"/>
              <a:ext cx="930275" cy="649288"/>
            </a:xfrm>
            <a:custGeom>
              <a:avLst/>
              <a:gdLst>
                <a:gd name="T0" fmla="*/ 56 w 248"/>
                <a:gd name="T1" fmla="*/ 173 h 173"/>
                <a:gd name="T2" fmla="*/ 28 w 248"/>
                <a:gd name="T3" fmla="*/ 173 h 173"/>
                <a:gd name="T4" fmla="*/ 24 w 248"/>
                <a:gd name="T5" fmla="*/ 171 h 173"/>
                <a:gd name="T6" fmla="*/ 1 w 248"/>
                <a:gd name="T7" fmla="*/ 148 h 173"/>
                <a:gd name="T8" fmla="*/ 0 w 248"/>
                <a:gd name="T9" fmla="*/ 144 h 173"/>
                <a:gd name="T10" fmla="*/ 0 w 248"/>
                <a:gd name="T11" fmla="*/ 115 h 173"/>
                <a:gd name="T12" fmla="*/ 1 w 248"/>
                <a:gd name="T13" fmla="*/ 112 h 173"/>
                <a:gd name="T14" fmla="*/ 111 w 248"/>
                <a:gd name="T15" fmla="*/ 2 h 173"/>
                <a:gd name="T16" fmla="*/ 115 w 248"/>
                <a:gd name="T17" fmla="*/ 0 h 173"/>
                <a:gd name="T18" fmla="*/ 115 w 248"/>
                <a:gd name="T19" fmla="*/ 0 h 173"/>
                <a:gd name="T20" fmla="*/ 145 w 248"/>
                <a:gd name="T21" fmla="*/ 0 h 173"/>
                <a:gd name="T22" fmla="*/ 149 w 248"/>
                <a:gd name="T23" fmla="*/ 2 h 173"/>
                <a:gd name="T24" fmla="*/ 207 w 248"/>
                <a:gd name="T25" fmla="*/ 60 h 173"/>
                <a:gd name="T26" fmla="*/ 248 w 248"/>
                <a:gd name="T27" fmla="*/ 60 h 173"/>
                <a:gd name="T28" fmla="*/ 248 w 248"/>
                <a:gd name="T29" fmla="*/ 70 h 173"/>
                <a:gd name="T30" fmla="*/ 205 w 248"/>
                <a:gd name="T31" fmla="*/ 70 h 173"/>
                <a:gd name="T32" fmla="*/ 201 w 248"/>
                <a:gd name="T33" fmla="*/ 69 h 173"/>
                <a:gd name="T34" fmla="*/ 143 w 248"/>
                <a:gd name="T35" fmla="*/ 11 h 173"/>
                <a:gd name="T36" fmla="*/ 117 w 248"/>
                <a:gd name="T37" fmla="*/ 11 h 173"/>
                <a:gd name="T38" fmla="*/ 10 w 248"/>
                <a:gd name="T39" fmla="*/ 117 h 173"/>
                <a:gd name="T40" fmla="*/ 10 w 248"/>
                <a:gd name="T41" fmla="*/ 142 h 173"/>
                <a:gd name="T42" fmla="*/ 30 w 248"/>
                <a:gd name="T43" fmla="*/ 162 h 173"/>
                <a:gd name="T44" fmla="*/ 54 w 248"/>
                <a:gd name="T45" fmla="*/ 162 h 173"/>
                <a:gd name="T46" fmla="*/ 116 w 248"/>
                <a:gd name="T47" fmla="*/ 100 h 173"/>
                <a:gd name="T48" fmla="*/ 123 w 248"/>
                <a:gd name="T49" fmla="*/ 107 h 173"/>
                <a:gd name="T50" fmla="*/ 60 w 248"/>
                <a:gd name="T51" fmla="*/ 171 h 173"/>
                <a:gd name="T52" fmla="*/ 56 w 248"/>
                <a:gd name="T53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173">
                  <a:moveTo>
                    <a:pt x="56" y="173"/>
                  </a:moveTo>
                  <a:cubicBezTo>
                    <a:pt x="28" y="173"/>
                    <a:pt x="28" y="173"/>
                    <a:pt x="28" y="173"/>
                  </a:cubicBezTo>
                  <a:cubicBezTo>
                    <a:pt x="27" y="173"/>
                    <a:pt x="25" y="172"/>
                    <a:pt x="24" y="171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0" y="147"/>
                    <a:pt x="0" y="146"/>
                    <a:pt x="0" y="144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0" y="113"/>
                    <a:pt x="1" y="11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3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7" y="0"/>
                    <a:pt x="148" y="1"/>
                    <a:pt x="149" y="2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48" y="60"/>
                    <a:pt x="248" y="60"/>
                    <a:pt x="248" y="60"/>
                  </a:cubicBezTo>
                  <a:cubicBezTo>
                    <a:pt x="248" y="70"/>
                    <a:pt x="248" y="70"/>
                    <a:pt x="248" y="70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4" y="70"/>
                    <a:pt x="202" y="70"/>
                    <a:pt x="201" y="69"/>
                  </a:cubicBezTo>
                  <a:cubicBezTo>
                    <a:pt x="143" y="11"/>
                    <a:pt x="143" y="11"/>
                    <a:pt x="143" y="11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116" y="100"/>
                    <a:pt x="116" y="100"/>
                    <a:pt x="116" y="100"/>
                  </a:cubicBezTo>
                  <a:cubicBezTo>
                    <a:pt x="123" y="107"/>
                    <a:pt x="123" y="107"/>
                    <a:pt x="123" y="107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59" y="172"/>
                    <a:pt x="57" y="173"/>
                    <a:pt x="56" y="1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2" name="Freeform 475"/>
            <p:cNvSpPr>
              <a:spLocks/>
            </p:cNvSpPr>
            <p:nvPr/>
          </p:nvSpPr>
          <p:spPr bwMode="auto">
            <a:xfrm flipV="1">
              <a:off x="-554036" y="2946398"/>
              <a:ext cx="1227137" cy="371475"/>
            </a:xfrm>
            <a:custGeom>
              <a:avLst/>
              <a:gdLst>
                <a:gd name="T0" fmla="*/ 327 w 327"/>
                <a:gd name="T1" fmla="*/ 99 h 99"/>
                <a:gd name="T2" fmla="*/ 296 w 327"/>
                <a:gd name="T3" fmla="*/ 99 h 99"/>
                <a:gd name="T4" fmla="*/ 295 w 327"/>
                <a:gd name="T5" fmla="*/ 98 h 99"/>
                <a:gd name="T6" fmla="*/ 200 w 327"/>
                <a:gd name="T7" fmla="*/ 3 h 99"/>
                <a:gd name="T8" fmla="*/ 120 w 327"/>
                <a:gd name="T9" fmla="*/ 3 h 99"/>
                <a:gd name="T10" fmla="*/ 67 w 327"/>
                <a:gd name="T11" fmla="*/ 57 h 99"/>
                <a:gd name="T12" fmla="*/ 66 w 327"/>
                <a:gd name="T13" fmla="*/ 57 h 99"/>
                <a:gd name="T14" fmla="*/ 45 w 327"/>
                <a:gd name="T15" fmla="*/ 57 h 99"/>
                <a:gd name="T16" fmla="*/ 44 w 327"/>
                <a:gd name="T17" fmla="*/ 57 h 99"/>
                <a:gd name="T18" fmla="*/ 0 w 327"/>
                <a:gd name="T19" fmla="*/ 13 h 99"/>
                <a:gd name="T20" fmla="*/ 2 w 327"/>
                <a:gd name="T21" fmla="*/ 10 h 99"/>
                <a:gd name="T22" fmla="*/ 46 w 327"/>
                <a:gd name="T23" fmla="*/ 54 h 99"/>
                <a:gd name="T24" fmla="*/ 65 w 327"/>
                <a:gd name="T25" fmla="*/ 54 h 99"/>
                <a:gd name="T26" fmla="*/ 118 w 327"/>
                <a:gd name="T27" fmla="*/ 0 h 99"/>
                <a:gd name="T28" fmla="*/ 119 w 327"/>
                <a:gd name="T29" fmla="*/ 0 h 99"/>
                <a:gd name="T30" fmla="*/ 201 w 327"/>
                <a:gd name="T31" fmla="*/ 0 h 99"/>
                <a:gd name="T32" fmla="*/ 202 w 327"/>
                <a:gd name="T33" fmla="*/ 0 h 99"/>
                <a:gd name="T34" fmla="*/ 297 w 327"/>
                <a:gd name="T35" fmla="*/ 95 h 99"/>
                <a:gd name="T36" fmla="*/ 327 w 327"/>
                <a:gd name="T37" fmla="*/ 95 h 99"/>
                <a:gd name="T38" fmla="*/ 327 w 327"/>
                <a:gd name="T3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7" h="99">
                  <a:moveTo>
                    <a:pt x="327" y="99"/>
                  </a:moveTo>
                  <a:cubicBezTo>
                    <a:pt x="296" y="99"/>
                    <a:pt x="296" y="99"/>
                    <a:pt x="296" y="99"/>
                  </a:cubicBezTo>
                  <a:cubicBezTo>
                    <a:pt x="296" y="99"/>
                    <a:pt x="295" y="98"/>
                    <a:pt x="295" y="98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67" y="57"/>
                    <a:pt x="67" y="57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2" y="0"/>
                    <a:pt x="202" y="0"/>
                  </a:cubicBezTo>
                  <a:cubicBezTo>
                    <a:pt x="297" y="95"/>
                    <a:pt x="297" y="95"/>
                    <a:pt x="297" y="95"/>
                  </a:cubicBezTo>
                  <a:cubicBezTo>
                    <a:pt x="327" y="95"/>
                    <a:pt x="327" y="95"/>
                    <a:pt x="327" y="95"/>
                  </a:cubicBezTo>
                  <a:lnTo>
                    <a:pt x="327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3" name="Freeform 476"/>
            <p:cNvSpPr>
              <a:spLocks/>
            </p:cNvSpPr>
            <p:nvPr/>
          </p:nvSpPr>
          <p:spPr bwMode="auto">
            <a:xfrm flipV="1">
              <a:off x="-512761" y="2762248"/>
              <a:ext cx="1366837" cy="495300"/>
            </a:xfrm>
            <a:custGeom>
              <a:avLst/>
              <a:gdLst>
                <a:gd name="T0" fmla="*/ 364 w 364"/>
                <a:gd name="T1" fmla="*/ 132 h 132"/>
                <a:gd name="T2" fmla="*/ 314 w 364"/>
                <a:gd name="T3" fmla="*/ 132 h 132"/>
                <a:gd name="T4" fmla="*/ 312 w 364"/>
                <a:gd name="T5" fmla="*/ 131 h 132"/>
                <a:gd name="T6" fmla="*/ 184 w 364"/>
                <a:gd name="T7" fmla="*/ 3 h 132"/>
                <a:gd name="T8" fmla="*/ 122 w 364"/>
                <a:gd name="T9" fmla="*/ 3 h 132"/>
                <a:gd name="T10" fmla="*/ 44 w 364"/>
                <a:gd name="T11" fmla="*/ 81 h 132"/>
                <a:gd name="T12" fmla="*/ 43 w 364"/>
                <a:gd name="T13" fmla="*/ 82 h 132"/>
                <a:gd name="T14" fmla="*/ 21 w 364"/>
                <a:gd name="T15" fmla="*/ 82 h 132"/>
                <a:gd name="T16" fmla="*/ 20 w 364"/>
                <a:gd name="T17" fmla="*/ 81 h 132"/>
                <a:gd name="T18" fmla="*/ 0 w 364"/>
                <a:gd name="T19" fmla="*/ 61 h 132"/>
                <a:gd name="T20" fmla="*/ 2 w 364"/>
                <a:gd name="T21" fmla="*/ 59 h 132"/>
                <a:gd name="T22" fmla="*/ 22 w 364"/>
                <a:gd name="T23" fmla="*/ 78 h 132"/>
                <a:gd name="T24" fmla="*/ 42 w 364"/>
                <a:gd name="T25" fmla="*/ 78 h 132"/>
                <a:gd name="T26" fmla="*/ 120 w 364"/>
                <a:gd name="T27" fmla="*/ 0 h 132"/>
                <a:gd name="T28" fmla="*/ 122 w 364"/>
                <a:gd name="T29" fmla="*/ 0 h 132"/>
                <a:gd name="T30" fmla="*/ 185 w 364"/>
                <a:gd name="T31" fmla="*/ 0 h 132"/>
                <a:gd name="T32" fmla="*/ 186 w 364"/>
                <a:gd name="T33" fmla="*/ 0 h 132"/>
                <a:gd name="T34" fmla="*/ 314 w 364"/>
                <a:gd name="T35" fmla="*/ 128 h 132"/>
                <a:gd name="T36" fmla="*/ 364 w 364"/>
                <a:gd name="T37" fmla="*/ 128 h 132"/>
                <a:gd name="T38" fmla="*/ 364 w 364"/>
                <a:gd name="T39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4" h="132">
                  <a:moveTo>
                    <a:pt x="364" y="132"/>
                  </a:moveTo>
                  <a:cubicBezTo>
                    <a:pt x="314" y="132"/>
                    <a:pt x="314" y="132"/>
                    <a:pt x="314" y="132"/>
                  </a:cubicBezTo>
                  <a:cubicBezTo>
                    <a:pt x="313" y="132"/>
                    <a:pt x="313" y="132"/>
                    <a:pt x="312" y="131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4" y="82"/>
                    <a:pt x="44" y="82"/>
                    <a:pt x="43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0" y="82"/>
                    <a:pt x="20" y="8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0"/>
                    <a:pt x="121" y="0"/>
                    <a:pt x="122" y="0"/>
                  </a:cubicBez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314" y="128"/>
                    <a:pt x="314" y="128"/>
                    <a:pt x="314" y="128"/>
                  </a:cubicBezTo>
                  <a:cubicBezTo>
                    <a:pt x="364" y="128"/>
                    <a:pt x="364" y="128"/>
                    <a:pt x="364" y="128"/>
                  </a:cubicBezTo>
                  <a:lnTo>
                    <a:pt x="364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4" name="Freeform 477"/>
            <p:cNvSpPr>
              <a:spLocks/>
            </p:cNvSpPr>
            <p:nvPr/>
          </p:nvSpPr>
          <p:spPr bwMode="auto">
            <a:xfrm flipV="1">
              <a:off x="-2117723" y="2217736"/>
              <a:ext cx="2424112" cy="387350"/>
            </a:xfrm>
            <a:custGeom>
              <a:avLst/>
              <a:gdLst>
                <a:gd name="T0" fmla="*/ 545 w 646"/>
                <a:gd name="T1" fmla="*/ 103 h 103"/>
                <a:gd name="T2" fmla="*/ 0 w 646"/>
                <a:gd name="T3" fmla="*/ 103 h 103"/>
                <a:gd name="T4" fmla="*/ 0 w 646"/>
                <a:gd name="T5" fmla="*/ 99 h 103"/>
                <a:gd name="T6" fmla="*/ 544 w 646"/>
                <a:gd name="T7" fmla="*/ 99 h 103"/>
                <a:gd name="T8" fmla="*/ 566 w 646"/>
                <a:gd name="T9" fmla="*/ 77 h 103"/>
                <a:gd name="T10" fmla="*/ 566 w 646"/>
                <a:gd name="T11" fmla="*/ 49 h 103"/>
                <a:gd name="T12" fmla="*/ 567 w 646"/>
                <a:gd name="T13" fmla="*/ 48 h 103"/>
                <a:gd name="T14" fmla="*/ 613 w 646"/>
                <a:gd name="T15" fmla="*/ 1 h 103"/>
                <a:gd name="T16" fmla="*/ 614 w 646"/>
                <a:gd name="T17" fmla="*/ 0 h 103"/>
                <a:gd name="T18" fmla="*/ 646 w 646"/>
                <a:gd name="T19" fmla="*/ 0 h 103"/>
                <a:gd name="T20" fmla="*/ 646 w 646"/>
                <a:gd name="T21" fmla="*/ 4 h 103"/>
                <a:gd name="T22" fmla="*/ 615 w 646"/>
                <a:gd name="T23" fmla="*/ 4 h 103"/>
                <a:gd name="T24" fmla="*/ 570 w 646"/>
                <a:gd name="T25" fmla="*/ 49 h 103"/>
                <a:gd name="T26" fmla="*/ 570 w 646"/>
                <a:gd name="T27" fmla="*/ 78 h 103"/>
                <a:gd name="T28" fmla="*/ 569 w 646"/>
                <a:gd name="T29" fmla="*/ 79 h 103"/>
                <a:gd name="T30" fmla="*/ 546 w 646"/>
                <a:gd name="T31" fmla="*/ 102 h 103"/>
                <a:gd name="T32" fmla="*/ 545 w 646"/>
                <a:gd name="T3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6" h="103">
                  <a:moveTo>
                    <a:pt x="545" y="103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544" y="99"/>
                    <a:pt x="544" y="99"/>
                    <a:pt x="544" y="99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6" y="49"/>
                    <a:pt x="566" y="49"/>
                    <a:pt x="566" y="49"/>
                  </a:cubicBezTo>
                  <a:cubicBezTo>
                    <a:pt x="566" y="48"/>
                    <a:pt x="566" y="48"/>
                    <a:pt x="567" y="48"/>
                  </a:cubicBezTo>
                  <a:cubicBezTo>
                    <a:pt x="613" y="1"/>
                    <a:pt x="613" y="1"/>
                    <a:pt x="613" y="1"/>
                  </a:cubicBezTo>
                  <a:cubicBezTo>
                    <a:pt x="614" y="1"/>
                    <a:pt x="614" y="0"/>
                    <a:pt x="614" y="0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615" y="4"/>
                    <a:pt x="615" y="4"/>
                    <a:pt x="615" y="4"/>
                  </a:cubicBezTo>
                  <a:cubicBezTo>
                    <a:pt x="570" y="49"/>
                    <a:pt x="570" y="49"/>
                    <a:pt x="570" y="49"/>
                  </a:cubicBezTo>
                  <a:cubicBezTo>
                    <a:pt x="570" y="78"/>
                    <a:pt x="570" y="78"/>
                    <a:pt x="570" y="78"/>
                  </a:cubicBezTo>
                  <a:cubicBezTo>
                    <a:pt x="570" y="79"/>
                    <a:pt x="569" y="79"/>
                    <a:pt x="569" y="79"/>
                  </a:cubicBezTo>
                  <a:cubicBezTo>
                    <a:pt x="546" y="102"/>
                    <a:pt x="546" y="102"/>
                    <a:pt x="546" y="102"/>
                  </a:cubicBezTo>
                  <a:cubicBezTo>
                    <a:pt x="546" y="103"/>
                    <a:pt x="546" y="103"/>
                    <a:pt x="545" y="1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5" name="Freeform 478"/>
            <p:cNvSpPr>
              <a:spLocks/>
            </p:cNvSpPr>
            <p:nvPr/>
          </p:nvSpPr>
          <p:spPr bwMode="auto">
            <a:xfrm flipV="1">
              <a:off x="-1949448" y="1989136"/>
              <a:ext cx="2443162" cy="428625"/>
            </a:xfrm>
            <a:custGeom>
              <a:avLst/>
              <a:gdLst>
                <a:gd name="T0" fmla="*/ 496 w 651"/>
                <a:gd name="T1" fmla="*/ 114 h 114"/>
                <a:gd name="T2" fmla="*/ 0 w 651"/>
                <a:gd name="T3" fmla="*/ 114 h 114"/>
                <a:gd name="T4" fmla="*/ 0 w 651"/>
                <a:gd name="T5" fmla="*/ 110 h 114"/>
                <a:gd name="T6" fmla="*/ 496 w 651"/>
                <a:gd name="T7" fmla="*/ 110 h 114"/>
                <a:gd name="T8" fmla="*/ 606 w 651"/>
                <a:gd name="T9" fmla="*/ 0 h 114"/>
                <a:gd name="T10" fmla="*/ 607 w 651"/>
                <a:gd name="T11" fmla="*/ 0 h 114"/>
                <a:gd name="T12" fmla="*/ 651 w 651"/>
                <a:gd name="T13" fmla="*/ 0 h 114"/>
                <a:gd name="T14" fmla="*/ 651 w 651"/>
                <a:gd name="T15" fmla="*/ 3 h 114"/>
                <a:gd name="T16" fmla="*/ 608 w 651"/>
                <a:gd name="T17" fmla="*/ 3 h 114"/>
                <a:gd name="T18" fmla="*/ 498 w 651"/>
                <a:gd name="T19" fmla="*/ 113 h 114"/>
                <a:gd name="T20" fmla="*/ 496 w 651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1" h="114">
                  <a:moveTo>
                    <a:pt x="496" y="114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496" y="110"/>
                    <a:pt x="496" y="110"/>
                    <a:pt x="496" y="11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6" y="0"/>
                    <a:pt x="606" y="0"/>
                    <a:pt x="607" y="0"/>
                  </a:cubicBezTo>
                  <a:cubicBezTo>
                    <a:pt x="651" y="0"/>
                    <a:pt x="651" y="0"/>
                    <a:pt x="651" y="0"/>
                  </a:cubicBezTo>
                  <a:cubicBezTo>
                    <a:pt x="651" y="3"/>
                    <a:pt x="651" y="3"/>
                    <a:pt x="651" y="3"/>
                  </a:cubicBezTo>
                  <a:cubicBezTo>
                    <a:pt x="608" y="3"/>
                    <a:pt x="608" y="3"/>
                    <a:pt x="608" y="3"/>
                  </a:cubicBezTo>
                  <a:cubicBezTo>
                    <a:pt x="498" y="113"/>
                    <a:pt x="498" y="113"/>
                    <a:pt x="498" y="113"/>
                  </a:cubicBezTo>
                  <a:cubicBezTo>
                    <a:pt x="497" y="114"/>
                    <a:pt x="497" y="114"/>
                    <a:pt x="496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6" name="Freeform 479"/>
            <p:cNvSpPr>
              <a:spLocks noEditPoints="1"/>
            </p:cNvSpPr>
            <p:nvPr/>
          </p:nvSpPr>
          <p:spPr bwMode="auto">
            <a:xfrm flipV="1">
              <a:off x="5311777" y="6561136"/>
              <a:ext cx="101600" cy="100013"/>
            </a:xfrm>
            <a:custGeom>
              <a:avLst/>
              <a:gdLst>
                <a:gd name="T0" fmla="*/ 13 w 27"/>
                <a:gd name="T1" fmla="*/ 6 h 27"/>
                <a:gd name="T2" fmla="*/ 13 w 27"/>
                <a:gd name="T3" fmla="*/ 6 h 27"/>
                <a:gd name="T4" fmla="*/ 13 w 27"/>
                <a:gd name="T5" fmla="*/ 6 h 27"/>
                <a:gd name="T6" fmla="*/ 20 w 27"/>
                <a:gd name="T7" fmla="*/ 13 h 27"/>
                <a:gd name="T8" fmla="*/ 13 w 27"/>
                <a:gd name="T9" fmla="*/ 20 h 27"/>
                <a:gd name="T10" fmla="*/ 13 w 27"/>
                <a:gd name="T11" fmla="*/ 20 h 27"/>
                <a:gd name="T12" fmla="*/ 13 w 27"/>
                <a:gd name="T13" fmla="*/ 20 h 27"/>
                <a:gd name="T14" fmla="*/ 6 w 27"/>
                <a:gd name="T15" fmla="*/ 13 h 27"/>
                <a:gd name="T16" fmla="*/ 13 w 27"/>
                <a:gd name="T17" fmla="*/ 6 h 27"/>
                <a:gd name="T18" fmla="*/ 13 w 27"/>
                <a:gd name="T19" fmla="*/ 0 h 27"/>
                <a:gd name="T20" fmla="*/ 13 w 27"/>
                <a:gd name="T21" fmla="*/ 0 h 27"/>
                <a:gd name="T22" fmla="*/ 13 w 27"/>
                <a:gd name="T23" fmla="*/ 0 h 27"/>
                <a:gd name="T24" fmla="*/ 4 w 27"/>
                <a:gd name="T25" fmla="*/ 4 h 27"/>
                <a:gd name="T26" fmla="*/ 0 w 27"/>
                <a:gd name="T27" fmla="*/ 13 h 27"/>
                <a:gd name="T28" fmla="*/ 13 w 27"/>
                <a:gd name="T29" fmla="*/ 27 h 27"/>
                <a:gd name="T30" fmla="*/ 23 w 27"/>
                <a:gd name="T31" fmla="*/ 23 h 27"/>
                <a:gd name="T32" fmla="*/ 27 w 27"/>
                <a:gd name="T33" fmla="*/ 13 h 27"/>
                <a:gd name="T34" fmla="*/ 13 w 27"/>
                <a:gd name="T3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7">
                  <a:moveTo>
                    <a:pt x="13" y="6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7" y="6"/>
                    <a:pt x="20" y="10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10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6"/>
                    <a:pt x="0" y="10"/>
                    <a:pt x="0" y="13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17" y="27"/>
                    <a:pt x="20" y="26"/>
                    <a:pt x="23" y="23"/>
                  </a:cubicBezTo>
                  <a:cubicBezTo>
                    <a:pt x="26" y="20"/>
                    <a:pt x="27" y="17"/>
                    <a:pt x="27" y="13"/>
                  </a:cubicBezTo>
                  <a:cubicBezTo>
                    <a:pt x="27" y="6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7" name="Freeform 480"/>
            <p:cNvSpPr>
              <a:spLocks noEditPoints="1"/>
            </p:cNvSpPr>
            <p:nvPr/>
          </p:nvSpPr>
          <p:spPr bwMode="auto">
            <a:xfrm flipV="1">
              <a:off x="5322889" y="6924673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8" name="Freeform 481"/>
            <p:cNvSpPr>
              <a:spLocks noEditPoints="1"/>
            </p:cNvSpPr>
            <p:nvPr/>
          </p:nvSpPr>
          <p:spPr bwMode="auto">
            <a:xfrm flipV="1">
              <a:off x="3360739" y="99790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9" name="Freeform 482"/>
            <p:cNvSpPr>
              <a:spLocks noEditPoints="1"/>
            </p:cNvSpPr>
            <p:nvPr/>
          </p:nvSpPr>
          <p:spPr bwMode="auto">
            <a:xfrm flipV="1">
              <a:off x="5138739" y="67405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0" name="Freeform 483"/>
            <p:cNvSpPr>
              <a:spLocks noEditPoints="1"/>
            </p:cNvSpPr>
            <p:nvPr/>
          </p:nvSpPr>
          <p:spPr bwMode="auto">
            <a:xfrm flipV="1">
              <a:off x="2733677" y="96345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1" name="Freeform 484"/>
            <p:cNvSpPr>
              <a:spLocks noEditPoints="1"/>
            </p:cNvSpPr>
            <p:nvPr/>
          </p:nvSpPr>
          <p:spPr bwMode="auto">
            <a:xfrm flipV="1">
              <a:off x="4973639" y="69167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0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2" name="Freeform 485"/>
            <p:cNvSpPr>
              <a:spLocks noEditPoints="1"/>
            </p:cNvSpPr>
            <p:nvPr/>
          </p:nvSpPr>
          <p:spPr bwMode="auto">
            <a:xfrm flipV="1">
              <a:off x="3698877" y="8823323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3" name="Freeform 486"/>
            <p:cNvSpPr>
              <a:spLocks noEditPoints="1"/>
            </p:cNvSpPr>
            <p:nvPr/>
          </p:nvSpPr>
          <p:spPr bwMode="auto">
            <a:xfrm flipV="1">
              <a:off x="497363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5"/>
                    <a:pt x="15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4" name="Freeform 487"/>
            <p:cNvSpPr>
              <a:spLocks noEditPoints="1"/>
            </p:cNvSpPr>
            <p:nvPr/>
          </p:nvSpPr>
          <p:spPr bwMode="auto">
            <a:xfrm flipV="1">
              <a:off x="3041652" y="99948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5" name="Freeform 488"/>
            <p:cNvSpPr>
              <a:spLocks noEditPoints="1"/>
            </p:cNvSpPr>
            <p:nvPr/>
          </p:nvSpPr>
          <p:spPr bwMode="auto">
            <a:xfrm flipV="1">
              <a:off x="532288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0 w 24"/>
                <a:gd name="T19" fmla="*/ 20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6" name="Freeform 489"/>
            <p:cNvSpPr>
              <a:spLocks noEditPoints="1"/>
            </p:cNvSpPr>
            <p:nvPr/>
          </p:nvSpPr>
          <p:spPr bwMode="auto">
            <a:xfrm flipV="1">
              <a:off x="3187702" y="99901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4 w 24"/>
                <a:gd name="T15" fmla="*/ 4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7" name="Freeform 490"/>
            <p:cNvSpPr>
              <a:spLocks noEditPoints="1"/>
            </p:cNvSpPr>
            <p:nvPr/>
          </p:nvSpPr>
          <p:spPr bwMode="auto">
            <a:xfrm flipV="1">
              <a:off x="5492752" y="7097711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8" name="Freeform 491"/>
            <p:cNvSpPr>
              <a:spLocks noEditPoints="1"/>
            </p:cNvSpPr>
            <p:nvPr/>
          </p:nvSpPr>
          <p:spPr bwMode="auto">
            <a:xfrm flipV="1">
              <a:off x="2973389" y="10133011"/>
              <a:ext cx="90487" cy="93663"/>
            </a:xfrm>
            <a:custGeom>
              <a:avLst/>
              <a:gdLst>
                <a:gd name="T0" fmla="*/ 12 w 24"/>
                <a:gd name="T1" fmla="*/ 6 h 25"/>
                <a:gd name="T2" fmla="*/ 12 w 24"/>
                <a:gd name="T3" fmla="*/ 6 h 25"/>
                <a:gd name="T4" fmla="*/ 19 w 24"/>
                <a:gd name="T5" fmla="*/ 13 h 25"/>
                <a:gd name="T6" fmla="*/ 12 w 24"/>
                <a:gd name="T7" fmla="*/ 19 h 25"/>
                <a:gd name="T8" fmla="*/ 5 w 24"/>
                <a:gd name="T9" fmla="*/ 13 h 25"/>
                <a:gd name="T10" fmla="*/ 12 w 24"/>
                <a:gd name="T11" fmla="*/ 6 h 25"/>
                <a:gd name="T12" fmla="*/ 12 w 24"/>
                <a:gd name="T13" fmla="*/ 0 h 25"/>
                <a:gd name="T14" fmla="*/ 12 w 24"/>
                <a:gd name="T15" fmla="*/ 0 h 25"/>
                <a:gd name="T16" fmla="*/ 3 w 24"/>
                <a:gd name="T17" fmla="*/ 4 h 25"/>
                <a:gd name="T18" fmla="*/ 0 w 24"/>
                <a:gd name="T19" fmla="*/ 13 h 25"/>
                <a:gd name="T20" fmla="*/ 12 w 24"/>
                <a:gd name="T21" fmla="*/ 25 h 25"/>
                <a:gd name="T22" fmla="*/ 20 w 24"/>
                <a:gd name="T23" fmla="*/ 21 h 25"/>
                <a:gd name="T24" fmla="*/ 24 w 24"/>
                <a:gd name="T25" fmla="*/ 12 h 25"/>
                <a:gd name="T26" fmla="*/ 12 w 24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5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3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5" y="25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9" name="Oval 492"/>
            <p:cNvSpPr>
              <a:spLocks noChangeArrowheads="1"/>
            </p:cNvSpPr>
            <p:nvPr/>
          </p:nvSpPr>
          <p:spPr bwMode="auto">
            <a:xfrm flipV="1">
              <a:off x="5514977" y="6913561"/>
              <a:ext cx="107950" cy="1079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0" name="Freeform 493"/>
            <p:cNvSpPr>
              <a:spLocks/>
            </p:cNvSpPr>
            <p:nvPr/>
          </p:nvSpPr>
          <p:spPr bwMode="auto">
            <a:xfrm flipV="1">
              <a:off x="3049589" y="7156449"/>
              <a:ext cx="2944812" cy="3028950"/>
            </a:xfrm>
            <a:custGeom>
              <a:avLst/>
              <a:gdLst>
                <a:gd name="T0" fmla="*/ 673 w 785"/>
                <a:gd name="T1" fmla="*/ 807 h 807"/>
                <a:gd name="T2" fmla="*/ 670 w 785"/>
                <a:gd name="T3" fmla="*/ 804 h 807"/>
                <a:gd name="T4" fmla="*/ 688 w 785"/>
                <a:gd name="T5" fmla="*/ 787 h 807"/>
                <a:gd name="T6" fmla="*/ 689 w 785"/>
                <a:gd name="T7" fmla="*/ 786 h 807"/>
                <a:gd name="T8" fmla="*/ 728 w 785"/>
                <a:gd name="T9" fmla="*/ 786 h 807"/>
                <a:gd name="T10" fmla="*/ 782 w 785"/>
                <a:gd name="T11" fmla="*/ 733 h 807"/>
                <a:gd name="T12" fmla="*/ 782 w 785"/>
                <a:gd name="T13" fmla="*/ 692 h 807"/>
                <a:gd name="T14" fmla="*/ 93 w 785"/>
                <a:gd name="T15" fmla="*/ 3 h 807"/>
                <a:gd name="T16" fmla="*/ 0 w 785"/>
                <a:gd name="T17" fmla="*/ 3 h 807"/>
                <a:gd name="T18" fmla="*/ 0 w 785"/>
                <a:gd name="T19" fmla="*/ 0 h 807"/>
                <a:gd name="T20" fmla="*/ 94 w 785"/>
                <a:gd name="T21" fmla="*/ 0 h 807"/>
                <a:gd name="T22" fmla="*/ 95 w 785"/>
                <a:gd name="T23" fmla="*/ 0 h 807"/>
                <a:gd name="T24" fmla="*/ 785 w 785"/>
                <a:gd name="T25" fmla="*/ 690 h 807"/>
                <a:gd name="T26" fmla="*/ 785 w 785"/>
                <a:gd name="T27" fmla="*/ 692 h 807"/>
                <a:gd name="T28" fmla="*/ 785 w 785"/>
                <a:gd name="T29" fmla="*/ 733 h 807"/>
                <a:gd name="T30" fmla="*/ 785 w 785"/>
                <a:gd name="T31" fmla="*/ 735 h 807"/>
                <a:gd name="T32" fmla="*/ 730 w 785"/>
                <a:gd name="T33" fmla="*/ 789 h 807"/>
                <a:gd name="T34" fmla="*/ 729 w 785"/>
                <a:gd name="T35" fmla="*/ 790 h 807"/>
                <a:gd name="T36" fmla="*/ 690 w 785"/>
                <a:gd name="T37" fmla="*/ 790 h 807"/>
                <a:gd name="T38" fmla="*/ 673 w 785"/>
                <a:gd name="T3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5" h="807">
                  <a:moveTo>
                    <a:pt x="673" y="807"/>
                  </a:moveTo>
                  <a:cubicBezTo>
                    <a:pt x="670" y="804"/>
                    <a:pt x="670" y="804"/>
                    <a:pt x="670" y="804"/>
                  </a:cubicBezTo>
                  <a:cubicBezTo>
                    <a:pt x="688" y="787"/>
                    <a:pt x="688" y="787"/>
                    <a:pt x="688" y="787"/>
                  </a:cubicBezTo>
                  <a:cubicBezTo>
                    <a:pt x="688" y="787"/>
                    <a:pt x="689" y="786"/>
                    <a:pt x="689" y="786"/>
                  </a:cubicBezTo>
                  <a:cubicBezTo>
                    <a:pt x="728" y="786"/>
                    <a:pt x="728" y="786"/>
                    <a:pt x="728" y="786"/>
                  </a:cubicBezTo>
                  <a:cubicBezTo>
                    <a:pt x="782" y="733"/>
                    <a:pt x="782" y="733"/>
                    <a:pt x="782" y="733"/>
                  </a:cubicBezTo>
                  <a:cubicBezTo>
                    <a:pt x="782" y="692"/>
                    <a:pt x="782" y="692"/>
                    <a:pt x="782" y="692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0"/>
                  </a:cubicBezTo>
                  <a:cubicBezTo>
                    <a:pt x="785" y="690"/>
                    <a:pt x="785" y="690"/>
                    <a:pt x="785" y="690"/>
                  </a:cubicBezTo>
                  <a:cubicBezTo>
                    <a:pt x="785" y="691"/>
                    <a:pt x="785" y="691"/>
                    <a:pt x="785" y="692"/>
                  </a:cubicBezTo>
                  <a:cubicBezTo>
                    <a:pt x="785" y="733"/>
                    <a:pt x="785" y="733"/>
                    <a:pt x="785" y="733"/>
                  </a:cubicBezTo>
                  <a:cubicBezTo>
                    <a:pt x="785" y="734"/>
                    <a:pt x="785" y="734"/>
                    <a:pt x="785" y="735"/>
                  </a:cubicBezTo>
                  <a:cubicBezTo>
                    <a:pt x="730" y="789"/>
                    <a:pt x="730" y="789"/>
                    <a:pt x="730" y="789"/>
                  </a:cubicBezTo>
                  <a:cubicBezTo>
                    <a:pt x="730" y="790"/>
                    <a:pt x="729" y="790"/>
                    <a:pt x="729" y="790"/>
                  </a:cubicBezTo>
                  <a:cubicBezTo>
                    <a:pt x="690" y="790"/>
                    <a:pt x="690" y="790"/>
                    <a:pt x="690" y="790"/>
                  </a:cubicBezTo>
                  <a:lnTo>
                    <a:pt x="673" y="8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1" name="Freeform 494"/>
            <p:cNvSpPr>
              <a:spLocks/>
            </p:cNvSpPr>
            <p:nvPr/>
          </p:nvSpPr>
          <p:spPr bwMode="auto">
            <a:xfrm flipV="1">
              <a:off x="3297239" y="7007223"/>
              <a:ext cx="2435225" cy="2998788"/>
            </a:xfrm>
            <a:custGeom>
              <a:avLst/>
              <a:gdLst>
                <a:gd name="T0" fmla="*/ 550 w 649"/>
                <a:gd name="T1" fmla="*/ 799 h 799"/>
                <a:gd name="T2" fmla="*/ 550 w 649"/>
                <a:gd name="T3" fmla="*/ 764 h 799"/>
                <a:gd name="T4" fmla="*/ 551 w 649"/>
                <a:gd name="T5" fmla="*/ 762 h 799"/>
                <a:gd name="T6" fmla="*/ 646 w 649"/>
                <a:gd name="T7" fmla="*/ 671 h 799"/>
                <a:gd name="T8" fmla="*/ 646 w 649"/>
                <a:gd name="T9" fmla="*/ 644 h 799"/>
                <a:gd name="T10" fmla="*/ 216 w 649"/>
                <a:gd name="T11" fmla="*/ 214 h 799"/>
                <a:gd name="T12" fmla="*/ 164 w 649"/>
                <a:gd name="T13" fmla="*/ 214 h 799"/>
                <a:gd name="T14" fmla="*/ 162 w 649"/>
                <a:gd name="T15" fmla="*/ 214 h 799"/>
                <a:gd name="T16" fmla="*/ 0 w 649"/>
                <a:gd name="T17" fmla="*/ 52 h 799"/>
                <a:gd name="T18" fmla="*/ 0 w 649"/>
                <a:gd name="T19" fmla="*/ 51 h 799"/>
                <a:gd name="T20" fmla="*/ 0 w 649"/>
                <a:gd name="T21" fmla="*/ 22 h 799"/>
                <a:gd name="T22" fmla="*/ 0 w 649"/>
                <a:gd name="T23" fmla="*/ 21 h 799"/>
                <a:gd name="T24" fmla="*/ 22 w 649"/>
                <a:gd name="T25" fmla="*/ 0 h 799"/>
                <a:gd name="T26" fmla="*/ 24 w 649"/>
                <a:gd name="T27" fmla="*/ 2 h 799"/>
                <a:gd name="T28" fmla="*/ 3 w 649"/>
                <a:gd name="T29" fmla="*/ 23 h 799"/>
                <a:gd name="T30" fmla="*/ 3 w 649"/>
                <a:gd name="T31" fmla="*/ 50 h 799"/>
                <a:gd name="T32" fmla="*/ 164 w 649"/>
                <a:gd name="T33" fmla="*/ 211 h 799"/>
                <a:gd name="T34" fmla="*/ 217 w 649"/>
                <a:gd name="T35" fmla="*/ 211 h 799"/>
                <a:gd name="T36" fmla="*/ 218 w 649"/>
                <a:gd name="T37" fmla="*/ 211 h 799"/>
                <a:gd name="T38" fmla="*/ 649 w 649"/>
                <a:gd name="T39" fmla="*/ 642 h 799"/>
                <a:gd name="T40" fmla="*/ 649 w 649"/>
                <a:gd name="T41" fmla="*/ 644 h 799"/>
                <a:gd name="T42" fmla="*/ 649 w 649"/>
                <a:gd name="T43" fmla="*/ 671 h 799"/>
                <a:gd name="T44" fmla="*/ 649 w 649"/>
                <a:gd name="T45" fmla="*/ 673 h 799"/>
                <a:gd name="T46" fmla="*/ 554 w 649"/>
                <a:gd name="T47" fmla="*/ 764 h 799"/>
                <a:gd name="T48" fmla="*/ 554 w 649"/>
                <a:gd name="T49" fmla="*/ 799 h 799"/>
                <a:gd name="T50" fmla="*/ 550 w 649"/>
                <a:gd name="T51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9" h="799">
                  <a:moveTo>
                    <a:pt x="550" y="799"/>
                  </a:moveTo>
                  <a:cubicBezTo>
                    <a:pt x="550" y="764"/>
                    <a:pt x="550" y="764"/>
                    <a:pt x="550" y="764"/>
                  </a:cubicBezTo>
                  <a:cubicBezTo>
                    <a:pt x="550" y="763"/>
                    <a:pt x="550" y="763"/>
                    <a:pt x="551" y="762"/>
                  </a:cubicBezTo>
                  <a:cubicBezTo>
                    <a:pt x="646" y="671"/>
                    <a:pt x="646" y="671"/>
                    <a:pt x="646" y="671"/>
                  </a:cubicBezTo>
                  <a:cubicBezTo>
                    <a:pt x="646" y="644"/>
                    <a:pt x="646" y="644"/>
                    <a:pt x="646" y="644"/>
                  </a:cubicBezTo>
                  <a:cubicBezTo>
                    <a:pt x="216" y="214"/>
                    <a:pt x="216" y="214"/>
                    <a:pt x="216" y="214"/>
                  </a:cubicBezTo>
                  <a:cubicBezTo>
                    <a:pt x="164" y="214"/>
                    <a:pt x="164" y="214"/>
                    <a:pt x="164" y="214"/>
                  </a:cubicBezTo>
                  <a:cubicBezTo>
                    <a:pt x="163" y="214"/>
                    <a:pt x="163" y="214"/>
                    <a:pt x="162" y="2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0" y="5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164" y="211"/>
                    <a:pt x="164" y="211"/>
                    <a:pt x="164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7" y="211"/>
                    <a:pt x="218" y="211"/>
                    <a:pt x="218" y="211"/>
                  </a:cubicBezTo>
                  <a:cubicBezTo>
                    <a:pt x="649" y="642"/>
                    <a:pt x="649" y="642"/>
                    <a:pt x="649" y="642"/>
                  </a:cubicBezTo>
                  <a:cubicBezTo>
                    <a:pt x="649" y="643"/>
                    <a:pt x="649" y="643"/>
                    <a:pt x="649" y="644"/>
                  </a:cubicBezTo>
                  <a:cubicBezTo>
                    <a:pt x="649" y="671"/>
                    <a:pt x="649" y="671"/>
                    <a:pt x="649" y="671"/>
                  </a:cubicBezTo>
                  <a:cubicBezTo>
                    <a:pt x="649" y="672"/>
                    <a:pt x="649" y="672"/>
                    <a:pt x="649" y="673"/>
                  </a:cubicBezTo>
                  <a:cubicBezTo>
                    <a:pt x="554" y="764"/>
                    <a:pt x="554" y="764"/>
                    <a:pt x="554" y="764"/>
                  </a:cubicBezTo>
                  <a:cubicBezTo>
                    <a:pt x="554" y="799"/>
                    <a:pt x="554" y="799"/>
                    <a:pt x="554" y="799"/>
                  </a:cubicBezTo>
                  <a:lnTo>
                    <a:pt x="550" y="7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2" name="Freeform 495"/>
            <p:cNvSpPr>
              <a:spLocks/>
            </p:cNvSpPr>
            <p:nvPr/>
          </p:nvSpPr>
          <p:spPr bwMode="auto">
            <a:xfrm flipV="1">
              <a:off x="3127377" y="7356474"/>
              <a:ext cx="2330450" cy="2663825"/>
            </a:xfrm>
            <a:custGeom>
              <a:avLst/>
              <a:gdLst>
                <a:gd name="T0" fmla="*/ 606 w 621"/>
                <a:gd name="T1" fmla="*/ 710 h 710"/>
                <a:gd name="T2" fmla="*/ 603 w 621"/>
                <a:gd name="T3" fmla="*/ 707 h 710"/>
                <a:gd name="T4" fmla="*/ 617 w 621"/>
                <a:gd name="T5" fmla="*/ 693 h 710"/>
                <a:gd name="T6" fmla="*/ 617 w 621"/>
                <a:gd name="T7" fmla="*/ 621 h 710"/>
                <a:gd name="T8" fmla="*/ 247 w 621"/>
                <a:gd name="T9" fmla="*/ 250 h 710"/>
                <a:gd name="T10" fmla="*/ 200 w 621"/>
                <a:gd name="T11" fmla="*/ 250 h 710"/>
                <a:gd name="T12" fmla="*/ 198 w 621"/>
                <a:gd name="T13" fmla="*/ 250 h 710"/>
                <a:gd name="T14" fmla="*/ 0 w 621"/>
                <a:gd name="T15" fmla="*/ 52 h 710"/>
                <a:gd name="T16" fmla="*/ 0 w 621"/>
                <a:gd name="T17" fmla="*/ 50 h 710"/>
                <a:gd name="T18" fmla="*/ 0 w 621"/>
                <a:gd name="T19" fmla="*/ 23 h 710"/>
                <a:gd name="T20" fmla="*/ 0 w 621"/>
                <a:gd name="T21" fmla="*/ 22 h 710"/>
                <a:gd name="T22" fmla="*/ 22 w 621"/>
                <a:gd name="T23" fmla="*/ 0 h 710"/>
                <a:gd name="T24" fmla="*/ 24 w 621"/>
                <a:gd name="T25" fmla="*/ 2 h 710"/>
                <a:gd name="T26" fmla="*/ 3 w 621"/>
                <a:gd name="T27" fmla="*/ 24 h 710"/>
                <a:gd name="T28" fmla="*/ 3 w 621"/>
                <a:gd name="T29" fmla="*/ 50 h 710"/>
                <a:gd name="T30" fmla="*/ 200 w 621"/>
                <a:gd name="T31" fmla="*/ 247 h 710"/>
                <a:gd name="T32" fmla="*/ 248 w 621"/>
                <a:gd name="T33" fmla="*/ 247 h 710"/>
                <a:gd name="T34" fmla="*/ 249 w 621"/>
                <a:gd name="T35" fmla="*/ 247 h 710"/>
                <a:gd name="T36" fmla="*/ 620 w 621"/>
                <a:gd name="T37" fmla="*/ 619 h 710"/>
                <a:gd name="T38" fmla="*/ 621 w 621"/>
                <a:gd name="T39" fmla="*/ 620 h 710"/>
                <a:gd name="T40" fmla="*/ 621 w 621"/>
                <a:gd name="T41" fmla="*/ 694 h 710"/>
                <a:gd name="T42" fmla="*/ 620 w 621"/>
                <a:gd name="T43" fmla="*/ 695 h 710"/>
                <a:gd name="T44" fmla="*/ 606 w 621"/>
                <a:gd name="T45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1" h="710">
                  <a:moveTo>
                    <a:pt x="606" y="710"/>
                  </a:moveTo>
                  <a:cubicBezTo>
                    <a:pt x="603" y="707"/>
                    <a:pt x="603" y="707"/>
                    <a:pt x="603" y="707"/>
                  </a:cubicBezTo>
                  <a:cubicBezTo>
                    <a:pt x="617" y="693"/>
                    <a:pt x="617" y="693"/>
                    <a:pt x="617" y="693"/>
                  </a:cubicBezTo>
                  <a:cubicBezTo>
                    <a:pt x="617" y="621"/>
                    <a:pt x="617" y="621"/>
                    <a:pt x="617" y="621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00" y="250"/>
                    <a:pt x="200" y="250"/>
                    <a:pt x="200" y="250"/>
                  </a:cubicBezTo>
                  <a:cubicBezTo>
                    <a:pt x="199" y="250"/>
                    <a:pt x="199" y="250"/>
                    <a:pt x="198" y="25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1"/>
                    <a:pt x="0" y="51"/>
                    <a:pt x="0" y="5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00" y="247"/>
                    <a:pt x="200" y="247"/>
                    <a:pt x="200" y="247"/>
                  </a:cubicBezTo>
                  <a:cubicBezTo>
                    <a:pt x="248" y="247"/>
                    <a:pt x="248" y="247"/>
                    <a:pt x="248" y="247"/>
                  </a:cubicBezTo>
                  <a:cubicBezTo>
                    <a:pt x="248" y="247"/>
                    <a:pt x="248" y="247"/>
                    <a:pt x="249" y="247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1" y="619"/>
                    <a:pt x="621" y="620"/>
                  </a:cubicBezTo>
                  <a:cubicBezTo>
                    <a:pt x="621" y="694"/>
                    <a:pt x="621" y="694"/>
                    <a:pt x="621" y="694"/>
                  </a:cubicBezTo>
                  <a:cubicBezTo>
                    <a:pt x="621" y="695"/>
                    <a:pt x="620" y="695"/>
                    <a:pt x="620" y="695"/>
                  </a:cubicBezTo>
                  <a:lnTo>
                    <a:pt x="606" y="7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3" name="Freeform 496"/>
            <p:cNvSpPr>
              <a:spLocks/>
            </p:cNvSpPr>
            <p:nvPr/>
          </p:nvSpPr>
          <p:spPr bwMode="auto">
            <a:xfrm flipV="1">
              <a:off x="2986089" y="7318373"/>
              <a:ext cx="2389187" cy="2706688"/>
            </a:xfrm>
            <a:custGeom>
              <a:avLst/>
              <a:gdLst>
                <a:gd name="T0" fmla="*/ 552 w 637"/>
                <a:gd name="T1" fmla="*/ 721 h 721"/>
                <a:gd name="T2" fmla="*/ 552 w 637"/>
                <a:gd name="T3" fmla="*/ 716 h 721"/>
                <a:gd name="T4" fmla="*/ 593 w 637"/>
                <a:gd name="T5" fmla="*/ 716 h 721"/>
                <a:gd name="T6" fmla="*/ 632 w 637"/>
                <a:gd name="T7" fmla="*/ 677 h 721"/>
                <a:gd name="T8" fmla="*/ 632 w 637"/>
                <a:gd name="T9" fmla="*/ 635 h 721"/>
                <a:gd name="T10" fmla="*/ 279 w 637"/>
                <a:gd name="T11" fmla="*/ 283 h 721"/>
                <a:gd name="T12" fmla="*/ 219 w 637"/>
                <a:gd name="T13" fmla="*/ 283 h 721"/>
                <a:gd name="T14" fmla="*/ 217 w 637"/>
                <a:gd name="T15" fmla="*/ 282 h 721"/>
                <a:gd name="T16" fmla="*/ 1 w 637"/>
                <a:gd name="T17" fmla="*/ 66 h 721"/>
                <a:gd name="T18" fmla="*/ 0 w 637"/>
                <a:gd name="T19" fmla="*/ 64 h 721"/>
                <a:gd name="T20" fmla="*/ 0 w 637"/>
                <a:gd name="T21" fmla="*/ 20 h 721"/>
                <a:gd name="T22" fmla="*/ 1 w 637"/>
                <a:gd name="T23" fmla="*/ 18 h 721"/>
                <a:gd name="T24" fmla="*/ 19 w 637"/>
                <a:gd name="T25" fmla="*/ 0 h 721"/>
                <a:gd name="T26" fmla="*/ 23 w 637"/>
                <a:gd name="T27" fmla="*/ 3 h 721"/>
                <a:gd name="T28" fmla="*/ 5 w 637"/>
                <a:gd name="T29" fmla="*/ 21 h 721"/>
                <a:gd name="T30" fmla="*/ 5 w 637"/>
                <a:gd name="T31" fmla="*/ 63 h 721"/>
                <a:gd name="T32" fmla="*/ 220 w 637"/>
                <a:gd name="T33" fmla="*/ 277 h 721"/>
                <a:gd name="T34" fmla="*/ 280 w 637"/>
                <a:gd name="T35" fmla="*/ 277 h 721"/>
                <a:gd name="T36" fmla="*/ 282 w 637"/>
                <a:gd name="T37" fmla="*/ 278 h 721"/>
                <a:gd name="T38" fmla="*/ 636 w 637"/>
                <a:gd name="T39" fmla="*/ 633 h 721"/>
                <a:gd name="T40" fmla="*/ 637 w 637"/>
                <a:gd name="T41" fmla="*/ 634 h 721"/>
                <a:gd name="T42" fmla="*/ 637 w 637"/>
                <a:gd name="T43" fmla="*/ 678 h 721"/>
                <a:gd name="T44" fmla="*/ 636 w 637"/>
                <a:gd name="T45" fmla="*/ 680 h 721"/>
                <a:gd name="T46" fmla="*/ 596 w 637"/>
                <a:gd name="T47" fmla="*/ 720 h 721"/>
                <a:gd name="T48" fmla="*/ 594 w 637"/>
                <a:gd name="T49" fmla="*/ 721 h 721"/>
                <a:gd name="T50" fmla="*/ 552 w 637"/>
                <a:gd name="T51" fmla="*/ 72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7" h="721">
                  <a:moveTo>
                    <a:pt x="552" y="721"/>
                  </a:moveTo>
                  <a:cubicBezTo>
                    <a:pt x="552" y="716"/>
                    <a:pt x="552" y="716"/>
                    <a:pt x="552" y="716"/>
                  </a:cubicBezTo>
                  <a:cubicBezTo>
                    <a:pt x="593" y="716"/>
                    <a:pt x="593" y="716"/>
                    <a:pt x="593" y="716"/>
                  </a:cubicBezTo>
                  <a:cubicBezTo>
                    <a:pt x="632" y="677"/>
                    <a:pt x="632" y="677"/>
                    <a:pt x="632" y="677"/>
                  </a:cubicBezTo>
                  <a:cubicBezTo>
                    <a:pt x="632" y="635"/>
                    <a:pt x="632" y="635"/>
                    <a:pt x="632" y="635"/>
                  </a:cubicBezTo>
                  <a:cubicBezTo>
                    <a:pt x="279" y="283"/>
                    <a:pt x="279" y="283"/>
                    <a:pt x="279" y="283"/>
                  </a:cubicBezTo>
                  <a:cubicBezTo>
                    <a:pt x="219" y="283"/>
                    <a:pt x="219" y="283"/>
                    <a:pt x="219" y="283"/>
                  </a:cubicBezTo>
                  <a:cubicBezTo>
                    <a:pt x="218" y="283"/>
                    <a:pt x="218" y="282"/>
                    <a:pt x="217" y="282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0" y="65"/>
                    <a:pt x="0" y="6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9"/>
                    <a:pt x="1" y="18"/>
                    <a:pt x="1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220" y="277"/>
                    <a:pt x="220" y="277"/>
                    <a:pt x="220" y="277"/>
                  </a:cubicBezTo>
                  <a:cubicBezTo>
                    <a:pt x="280" y="277"/>
                    <a:pt x="280" y="277"/>
                    <a:pt x="280" y="277"/>
                  </a:cubicBezTo>
                  <a:cubicBezTo>
                    <a:pt x="281" y="277"/>
                    <a:pt x="282" y="278"/>
                    <a:pt x="282" y="278"/>
                  </a:cubicBezTo>
                  <a:cubicBezTo>
                    <a:pt x="636" y="633"/>
                    <a:pt x="636" y="633"/>
                    <a:pt x="636" y="633"/>
                  </a:cubicBezTo>
                  <a:cubicBezTo>
                    <a:pt x="637" y="633"/>
                    <a:pt x="637" y="634"/>
                    <a:pt x="637" y="634"/>
                  </a:cubicBezTo>
                  <a:cubicBezTo>
                    <a:pt x="637" y="678"/>
                    <a:pt x="637" y="678"/>
                    <a:pt x="637" y="678"/>
                  </a:cubicBezTo>
                  <a:cubicBezTo>
                    <a:pt x="637" y="679"/>
                    <a:pt x="637" y="680"/>
                    <a:pt x="636" y="680"/>
                  </a:cubicBezTo>
                  <a:cubicBezTo>
                    <a:pt x="596" y="720"/>
                    <a:pt x="596" y="720"/>
                    <a:pt x="596" y="720"/>
                  </a:cubicBezTo>
                  <a:cubicBezTo>
                    <a:pt x="596" y="721"/>
                    <a:pt x="595" y="721"/>
                    <a:pt x="594" y="721"/>
                  </a:cubicBezTo>
                  <a:lnTo>
                    <a:pt x="552" y="72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4" name="Freeform 497"/>
            <p:cNvSpPr>
              <a:spLocks/>
            </p:cNvSpPr>
            <p:nvPr/>
          </p:nvSpPr>
          <p:spPr bwMode="auto">
            <a:xfrm flipV="1">
              <a:off x="3776664" y="7004048"/>
              <a:ext cx="1512887" cy="1871663"/>
            </a:xfrm>
            <a:custGeom>
              <a:avLst/>
              <a:gdLst>
                <a:gd name="T0" fmla="*/ 333 w 403"/>
                <a:gd name="T1" fmla="*/ 499 h 499"/>
                <a:gd name="T2" fmla="*/ 328 w 403"/>
                <a:gd name="T3" fmla="*/ 499 h 499"/>
                <a:gd name="T4" fmla="*/ 328 w 403"/>
                <a:gd name="T5" fmla="*/ 468 h 499"/>
                <a:gd name="T6" fmla="*/ 300 w 403"/>
                <a:gd name="T7" fmla="*/ 440 h 499"/>
                <a:gd name="T8" fmla="*/ 299 w 403"/>
                <a:gd name="T9" fmla="*/ 438 h 499"/>
                <a:gd name="T10" fmla="*/ 299 w 403"/>
                <a:gd name="T11" fmla="*/ 398 h 499"/>
                <a:gd name="T12" fmla="*/ 300 w 403"/>
                <a:gd name="T13" fmla="*/ 396 h 499"/>
                <a:gd name="T14" fmla="*/ 322 w 403"/>
                <a:gd name="T15" fmla="*/ 374 h 499"/>
                <a:gd name="T16" fmla="*/ 323 w 403"/>
                <a:gd name="T17" fmla="*/ 374 h 499"/>
                <a:gd name="T18" fmla="*/ 374 w 403"/>
                <a:gd name="T19" fmla="*/ 374 h 499"/>
                <a:gd name="T20" fmla="*/ 398 w 403"/>
                <a:gd name="T21" fmla="*/ 349 h 499"/>
                <a:gd name="T22" fmla="*/ 398 w 403"/>
                <a:gd name="T23" fmla="*/ 340 h 499"/>
                <a:gd name="T24" fmla="*/ 63 w 403"/>
                <a:gd name="T25" fmla="*/ 5 h 499"/>
                <a:gd name="T26" fmla="*/ 0 w 403"/>
                <a:gd name="T27" fmla="*/ 5 h 499"/>
                <a:gd name="T28" fmla="*/ 0 w 403"/>
                <a:gd name="T29" fmla="*/ 0 h 499"/>
                <a:gd name="T30" fmla="*/ 64 w 403"/>
                <a:gd name="T31" fmla="*/ 0 h 499"/>
                <a:gd name="T32" fmla="*/ 66 w 403"/>
                <a:gd name="T33" fmla="*/ 0 h 499"/>
                <a:gd name="T34" fmla="*/ 403 w 403"/>
                <a:gd name="T35" fmla="*/ 337 h 499"/>
                <a:gd name="T36" fmla="*/ 403 w 403"/>
                <a:gd name="T37" fmla="*/ 339 h 499"/>
                <a:gd name="T38" fmla="*/ 403 w 403"/>
                <a:gd name="T39" fmla="*/ 350 h 499"/>
                <a:gd name="T40" fmla="*/ 403 w 403"/>
                <a:gd name="T41" fmla="*/ 352 h 499"/>
                <a:gd name="T42" fmla="*/ 377 w 403"/>
                <a:gd name="T43" fmla="*/ 378 h 499"/>
                <a:gd name="T44" fmla="*/ 375 w 403"/>
                <a:gd name="T45" fmla="*/ 379 h 499"/>
                <a:gd name="T46" fmla="*/ 325 w 403"/>
                <a:gd name="T47" fmla="*/ 379 h 499"/>
                <a:gd name="T48" fmla="*/ 304 w 403"/>
                <a:gd name="T49" fmla="*/ 399 h 499"/>
                <a:gd name="T50" fmla="*/ 304 w 403"/>
                <a:gd name="T51" fmla="*/ 437 h 499"/>
                <a:gd name="T52" fmla="*/ 332 w 403"/>
                <a:gd name="T53" fmla="*/ 465 h 499"/>
                <a:gd name="T54" fmla="*/ 333 w 403"/>
                <a:gd name="T55" fmla="*/ 467 h 499"/>
                <a:gd name="T56" fmla="*/ 333 w 403"/>
                <a:gd name="T57" fmla="*/ 49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3" h="499">
                  <a:moveTo>
                    <a:pt x="333" y="499"/>
                  </a:moveTo>
                  <a:cubicBezTo>
                    <a:pt x="328" y="499"/>
                    <a:pt x="328" y="499"/>
                    <a:pt x="328" y="499"/>
                  </a:cubicBezTo>
                  <a:cubicBezTo>
                    <a:pt x="328" y="468"/>
                    <a:pt x="328" y="468"/>
                    <a:pt x="328" y="468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9" y="439"/>
                    <a:pt x="299" y="438"/>
                    <a:pt x="299" y="438"/>
                  </a:cubicBezTo>
                  <a:cubicBezTo>
                    <a:pt x="299" y="398"/>
                    <a:pt x="299" y="398"/>
                    <a:pt x="299" y="398"/>
                  </a:cubicBezTo>
                  <a:cubicBezTo>
                    <a:pt x="299" y="397"/>
                    <a:pt x="299" y="397"/>
                    <a:pt x="300" y="396"/>
                  </a:cubicBezTo>
                  <a:cubicBezTo>
                    <a:pt x="322" y="374"/>
                    <a:pt x="322" y="374"/>
                    <a:pt x="322" y="374"/>
                  </a:cubicBezTo>
                  <a:cubicBezTo>
                    <a:pt x="322" y="374"/>
                    <a:pt x="323" y="374"/>
                    <a:pt x="323" y="374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98" y="349"/>
                    <a:pt x="398" y="349"/>
                    <a:pt x="398" y="349"/>
                  </a:cubicBezTo>
                  <a:cubicBezTo>
                    <a:pt x="398" y="340"/>
                    <a:pt x="398" y="340"/>
                    <a:pt x="398" y="340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5" y="0"/>
                    <a:pt x="66" y="0"/>
                    <a:pt x="66" y="0"/>
                  </a:cubicBezTo>
                  <a:cubicBezTo>
                    <a:pt x="403" y="337"/>
                    <a:pt x="403" y="337"/>
                    <a:pt x="403" y="337"/>
                  </a:cubicBezTo>
                  <a:cubicBezTo>
                    <a:pt x="403" y="337"/>
                    <a:pt x="403" y="338"/>
                    <a:pt x="403" y="339"/>
                  </a:cubicBezTo>
                  <a:cubicBezTo>
                    <a:pt x="403" y="350"/>
                    <a:pt x="403" y="350"/>
                    <a:pt x="403" y="350"/>
                  </a:cubicBezTo>
                  <a:cubicBezTo>
                    <a:pt x="403" y="351"/>
                    <a:pt x="403" y="351"/>
                    <a:pt x="403" y="352"/>
                  </a:cubicBezTo>
                  <a:cubicBezTo>
                    <a:pt x="377" y="378"/>
                    <a:pt x="377" y="378"/>
                    <a:pt x="377" y="378"/>
                  </a:cubicBezTo>
                  <a:cubicBezTo>
                    <a:pt x="376" y="378"/>
                    <a:pt x="375" y="379"/>
                    <a:pt x="375" y="379"/>
                  </a:cubicBezTo>
                  <a:cubicBezTo>
                    <a:pt x="325" y="379"/>
                    <a:pt x="325" y="379"/>
                    <a:pt x="325" y="379"/>
                  </a:cubicBezTo>
                  <a:cubicBezTo>
                    <a:pt x="304" y="399"/>
                    <a:pt x="304" y="399"/>
                    <a:pt x="304" y="399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32" y="465"/>
                    <a:pt x="332" y="465"/>
                    <a:pt x="332" y="465"/>
                  </a:cubicBezTo>
                  <a:cubicBezTo>
                    <a:pt x="333" y="465"/>
                    <a:pt x="333" y="466"/>
                    <a:pt x="333" y="467"/>
                  </a:cubicBezTo>
                  <a:lnTo>
                    <a:pt x="333" y="49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5" name="Freeform 498"/>
            <p:cNvSpPr>
              <a:spLocks/>
            </p:cNvSpPr>
            <p:nvPr/>
          </p:nvSpPr>
          <p:spPr bwMode="auto">
            <a:xfrm flipV="1">
              <a:off x="3228977" y="6650036"/>
              <a:ext cx="3013075" cy="3941763"/>
            </a:xfrm>
            <a:custGeom>
              <a:avLst/>
              <a:gdLst>
                <a:gd name="T0" fmla="*/ 564 w 803"/>
                <a:gd name="T1" fmla="*/ 1050 h 1050"/>
                <a:gd name="T2" fmla="*/ 564 w 803"/>
                <a:gd name="T3" fmla="*/ 1017 h 1050"/>
                <a:gd name="T4" fmla="*/ 566 w 803"/>
                <a:gd name="T5" fmla="*/ 1013 h 1050"/>
                <a:gd name="T6" fmla="*/ 660 w 803"/>
                <a:gd name="T7" fmla="*/ 920 h 1050"/>
                <a:gd name="T8" fmla="*/ 663 w 803"/>
                <a:gd name="T9" fmla="*/ 918 h 1050"/>
                <a:gd name="T10" fmla="*/ 663 w 803"/>
                <a:gd name="T11" fmla="*/ 918 h 1050"/>
                <a:gd name="T12" fmla="*/ 706 w 803"/>
                <a:gd name="T13" fmla="*/ 918 h 1050"/>
                <a:gd name="T14" fmla="*/ 793 w 803"/>
                <a:gd name="T15" fmla="*/ 832 h 1050"/>
                <a:gd name="T16" fmla="*/ 793 w 803"/>
                <a:gd name="T17" fmla="*/ 800 h 1050"/>
                <a:gd name="T18" fmla="*/ 0 w 803"/>
                <a:gd name="T19" fmla="*/ 7 h 1050"/>
                <a:gd name="T20" fmla="*/ 7 w 803"/>
                <a:gd name="T21" fmla="*/ 0 h 1050"/>
                <a:gd name="T22" fmla="*/ 802 w 803"/>
                <a:gd name="T23" fmla="*/ 794 h 1050"/>
                <a:gd name="T24" fmla="*/ 803 w 803"/>
                <a:gd name="T25" fmla="*/ 797 h 1050"/>
                <a:gd name="T26" fmla="*/ 803 w 803"/>
                <a:gd name="T27" fmla="*/ 834 h 1050"/>
                <a:gd name="T28" fmla="*/ 802 w 803"/>
                <a:gd name="T29" fmla="*/ 837 h 1050"/>
                <a:gd name="T30" fmla="*/ 712 w 803"/>
                <a:gd name="T31" fmla="*/ 927 h 1050"/>
                <a:gd name="T32" fmla="*/ 708 w 803"/>
                <a:gd name="T33" fmla="*/ 929 h 1050"/>
                <a:gd name="T34" fmla="*/ 708 w 803"/>
                <a:gd name="T35" fmla="*/ 929 h 1050"/>
                <a:gd name="T36" fmla="*/ 665 w 803"/>
                <a:gd name="T37" fmla="*/ 928 h 1050"/>
                <a:gd name="T38" fmla="*/ 575 w 803"/>
                <a:gd name="T39" fmla="*/ 1019 h 1050"/>
                <a:gd name="T40" fmla="*/ 575 w 803"/>
                <a:gd name="T41" fmla="*/ 1050 h 1050"/>
                <a:gd name="T42" fmla="*/ 564 w 803"/>
                <a:gd name="T43" fmla="*/ 105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3" h="1050">
                  <a:moveTo>
                    <a:pt x="564" y="1050"/>
                  </a:moveTo>
                  <a:cubicBezTo>
                    <a:pt x="564" y="1017"/>
                    <a:pt x="564" y="1017"/>
                    <a:pt x="564" y="1017"/>
                  </a:cubicBezTo>
                  <a:cubicBezTo>
                    <a:pt x="564" y="1016"/>
                    <a:pt x="565" y="1014"/>
                    <a:pt x="566" y="1013"/>
                  </a:cubicBezTo>
                  <a:cubicBezTo>
                    <a:pt x="660" y="920"/>
                    <a:pt x="660" y="920"/>
                    <a:pt x="660" y="920"/>
                  </a:cubicBezTo>
                  <a:cubicBezTo>
                    <a:pt x="661" y="919"/>
                    <a:pt x="662" y="918"/>
                    <a:pt x="663" y="918"/>
                  </a:cubicBezTo>
                  <a:cubicBezTo>
                    <a:pt x="663" y="918"/>
                    <a:pt x="663" y="918"/>
                    <a:pt x="663" y="918"/>
                  </a:cubicBezTo>
                  <a:cubicBezTo>
                    <a:pt x="706" y="918"/>
                    <a:pt x="706" y="918"/>
                    <a:pt x="706" y="918"/>
                  </a:cubicBezTo>
                  <a:cubicBezTo>
                    <a:pt x="793" y="832"/>
                    <a:pt x="793" y="832"/>
                    <a:pt x="793" y="832"/>
                  </a:cubicBezTo>
                  <a:cubicBezTo>
                    <a:pt x="793" y="800"/>
                    <a:pt x="793" y="800"/>
                    <a:pt x="793" y="80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02" y="794"/>
                    <a:pt x="802" y="794"/>
                    <a:pt x="802" y="794"/>
                  </a:cubicBezTo>
                  <a:cubicBezTo>
                    <a:pt x="803" y="795"/>
                    <a:pt x="803" y="796"/>
                    <a:pt x="803" y="797"/>
                  </a:cubicBezTo>
                  <a:cubicBezTo>
                    <a:pt x="803" y="834"/>
                    <a:pt x="803" y="834"/>
                    <a:pt x="803" y="834"/>
                  </a:cubicBezTo>
                  <a:cubicBezTo>
                    <a:pt x="803" y="835"/>
                    <a:pt x="803" y="836"/>
                    <a:pt x="802" y="837"/>
                  </a:cubicBezTo>
                  <a:cubicBezTo>
                    <a:pt x="712" y="927"/>
                    <a:pt x="712" y="927"/>
                    <a:pt x="712" y="927"/>
                  </a:cubicBezTo>
                  <a:cubicBezTo>
                    <a:pt x="711" y="928"/>
                    <a:pt x="710" y="929"/>
                    <a:pt x="708" y="929"/>
                  </a:cubicBezTo>
                  <a:cubicBezTo>
                    <a:pt x="708" y="929"/>
                    <a:pt x="708" y="929"/>
                    <a:pt x="708" y="929"/>
                  </a:cubicBezTo>
                  <a:cubicBezTo>
                    <a:pt x="665" y="928"/>
                    <a:pt x="665" y="928"/>
                    <a:pt x="665" y="928"/>
                  </a:cubicBezTo>
                  <a:cubicBezTo>
                    <a:pt x="575" y="1019"/>
                    <a:pt x="575" y="1019"/>
                    <a:pt x="575" y="1019"/>
                  </a:cubicBezTo>
                  <a:cubicBezTo>
                    <a:pt x="575" y="1050"/>
                    <a:pt x="575" y="1050"/>
                    <a:pt x="575" y="1050"/>
                  </a:cubicBezTo>
                  <a:lnTo>
                    <a:pt x="564" y="1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6" name="Freeform 499"/>
            <p:cNvSpPr>
              <a:spLocks noEditPoints="1"/>
            </p:cNvSpPr>
            <p:nvPr/>
          </p:nvSpPr>
          <p:spPr bwMode="auto">
            <a:xfrm flipV="1">
              <a:off x="4595814" y="65611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0 w 24"/>
                <a:gd name="T23" fmla="*/ 21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7" name="Freeform 500"/>
            <p:cNvSpPr>
              <a:spLocks noEditPoints="1"/>
            </p:cNvSpPr>
            <p:nvPr/>
          </p:nvSpPr>
          <p:spPr bwMode="auto">
            <a:xfrm flipV="1">
              <a:off x="2309814" y="9299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8" name="Freeform 501"/>
            <p:cNvSpPr>
              <a:spLocks noEditPoints="1"/>
            </p:cNvSpPr>
            <p:nvPr/>
          </p:nvSpPr>
          <p:spPr bwMode="auto">
            <a:xfrm flipV="1">
              <a:off x="4854577" y="670718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4 w 24"/>
                <a:gd name="T17" fmla="*/ 20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9" name="Freeform 502"/>
            <p:cNvSpPr>
              <a:spLocks noEditPoints="1"/>
            </p:cNvSpPr>
            <p:nvPr/>
          </p:nvSpPr>
          <p:spPr bwMode="auto">
            <a:xfrm flipV="1">
              <a:off x="4572002" y="73151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0" name="Freeform 503"/>
            <p:cNvSpPr>
              <a:spLocks noEditPoints="1"/>
            </p:cNvSpPr>
            <p:nvPr/>
          </p:nvSpPr>
          <p:spPr bwMode="auto">
            <a:xfrm flipV="1">
              <a:off x="2816227" y="92281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1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1" name="Freeform 504"/>
            <p:cNvSpPr>
              <a:spLocks noEditPoints="1"/>
            </p:cNvSpPr>
            <p:nvPr/>
          </p:nvSpPr>
          <p:spPr bwMode="auto">
            <a:xfrm flipV="1">
              <a:off x="4775202" y="707866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2" name="Freeform 505"/>
            <p:cNvSpPr>
              <a:spLocks noEditPoints="1"/>
            </p:cNvSpPr>
            <p:nvPr/>
          </p:nvSpPr>
          <p:spPr bwMode="auto">
            <a:xfrm flipV="1">
              <a:off x="4411664" y="63833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3" name="Freeform 506"/>
            <p:cNvSpPr>
              <a:spLocks noEditPoints="1"/>
            </p:cNvSpPr>
            <p:nvPr/>
          </p:nvSpPr>
          <p:spPr bwMode="auto">
            <a:xfrm flipV="1">
              <a:off x="4227514" y="619601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4" name="Freeform 507"/>
            <p:cNvSpPr>
              <a:spLocks noEditPoints="1"/>
            </p:cNvSpPr>
            <p:nvPr/>
          </p:nvSpPr>
          <p:spPr bwMode="auto">
            <a:xfrm flipV="1">
              <a:off x="2336802" y="91043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5" name="Freeform 508"/>
            <p:cNvSpPr>
              <a:spLocks noEditPoints="1"/>
            </p:cNvSpPr>
            <p:nvPr/>
          </p:nvSpPr>
          <p:spPr bwMode="auto">
            <a:xfrm flipV="1">
              <a:off x="4213227" y="65262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6" name="Freeform 509"/>
            <p:cNvSpPr>
              <a:spLocks noEditPoints="1"/>
            </p:cNvSpPr>
            <p:nvPr/>
          </p:nvSpPr>
          <p:spPr bwMode="auto">
            <a:xfrm flipV="1">
              <a:off x="3889377" y="65611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4 w 24"/>
                <a:gd name="T21" fmla="*/ 4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7" name="Freeform 510"/>
            <p:cNvSpPr>
              <a:spLocks noEditPoints="1"/>
            </p:cNvSpPr>
            <p:nvPr/>
          </p:nvSpPr>
          <p:spPr bwMode="auto">
            <a:xfrm flipV="1">
              <a:off x="4065589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5" y="16"/>
                    <a:pt x="5" y="12"/>
                  </a:cubicBezTo>
                  <a:cubicBezTo>
                    <a:pt x="5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8" name="Freeform 511"/>
            <p:cNvSpPr>
              <a:spLocks noEditPoints="1"/>
            </p:cNvSpPr>
            <p:nvPr/>
          </p:nvSpPr>
          <p:spPr bwMode="auto">
            <a:xfrm flipV="1">
              <a:off x="3724277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1 w 24"/>
                <a:gd name="T19" fmla="*/ 21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9" name="Freeform 512"/>
            <p:cNvSpPr>
              <a:spLocks noEditPoints="1"/>
            </p:cNvSpPr>
            <p:nvPr/>
          </p:nvSpPr>
          <p:spPr bwMode="auto">
            <a:xfrm flipV="1">
              <a:off x="2767014" y="7593011"/>
              <a:ext cx="90487" cy="88900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6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0" name="Freeform 513"/>
            <p:cNvSpPr>
              <a:spLocks noEditPoints="1"/>
            </p:cNvSpPr>
            <p:nvPr/>
          </p:nvSpPr>
          <p:spPr bwMode="auto">
            <a:xfrm flipV="1">
              <a:off x="2928939" y="75326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9" y="18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1" name="Freeform 514"/>
            <p:cNvSpPr>
              <a:spLocks noEditPoints="1"/>
            </p:cNvSpPr>
            <p:nvPr/>
          </p:nvSpPr>
          <p:spPr bwMode="auto">
            <a:xfrm flipV="1">
              <a:off x="2876552" y="76977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3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2" name="Freeform 515"/>
            <p:cNvSpPr>
              <a:spLocks noEditPoints="1"/>
            </p:cNvSpPr>
            <p:nvPr/>
          </p:nvSpPr>
          <p:spPr bwMode="auto">
            <a:xfrm flipV="1">
              <a:off x="3698877" y="63690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3" name="Freeform 516"/>
            <p:cNvSpPr>
              <a:spLocks noEditPoints="1"/>
            </p:cNvSpPr>
            <p:nvPr/>
          </p:nvSpPr>
          <p:spPr bwMode="auto">
            <a:xfrm flipV="1">
              <a:off x="3836989" y="58133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12 w 24"/>
                <a:gd name="T13" fmla="*/ 19 h 24"/>
                <a:gd name="T14" fmla="*/ 5 w 24"/>
                <a:gd name="T15" fmla="*/ 12 h 24"/>
                <a:gd name="T16" fmla="*/ 12 w 24"/>
                <a:gd name="T17" fmla="*/ 5 h 24"/>
                <a:gd name="T18" fmla="*/ 12 w 24"/>
                <a:gd name="T19" fmla="*/ 0 h 24"/>
                <a:gd name="T20" fmla="*/ 12 w 24"/>
                <a:gd name="T21" fmla="*/ 0 h 24"/>
                <a:gd name="T22" fmla="*/ 12 w 24"/>
                <a:gd name="T23" fmla="*/ 0 h 24"/>
                <a:gd name="T24" fmla="*/ 4 w 24"/>
                <a:gd name="T25" fmla="*/ 4 h 24"/>
                <a:gd name="T26" fmla="*/ 0 w 24"/>
                <a:gd name="T27" fmla="*/ 12 h 24"/>
                <a:gd name="T28" fmla="*/ 12 w 24"/>
                <a:gd name="T29" fmla="*/ 24 h 24"/>
                <a:gd name="T30" fmla="*/ 24 w 24"/>
                <a:gd name="T31" fmla="*/ 12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4" name="Freeform 517"/>
            <p:cNvSpPr>
              <a:spLocks noEditPoints="1"/>
            </p:cNvSpPr>
            <p:nvPr/>
          </p:nvSpPr>
          <p:spPr bwMode="auto">
            <a:xfrm flipV="1">
              <a:off x="3671889" y="5629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4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5" name="Freeform 518"/>
            <p:cNvSpPr>
              <a:spLocks noEditPoints="1"/>
            </p:cNvSpPr>
            <p:nvPr/>
          </p:nvSpPr>
          <p:spPr bwMode="auto">
            <a:xfrm flipV="1">
              <a:off x="3492502" y="5445122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21 w 24"/>
                <a:gd name="T23" fmla="*/ 3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 w="317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6" name="Freeform 519"/>
            <p:cNvSpPr>
              <a:spLocks noEditPoints="1"/>
            </p:cNvSpPr>
            <p:nvPr/>
          </p:nvSpPr>
          <p:spPr bwMode="auto">
            <a:xfrm flipV="1">
              <a:off x="3308352" y="52625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7" name="Freeform 520"/>
            <p:cNvSpPr>
              <a:spLocks noEditPoints="1"/>
            </p:cNvSpPr>
            <p:nvPr/>
          </p:nvSpPr>
          <p:spPr bwMode="auto">
            <a:xfrm flipV="1">
              <a:off x="3138489" y="54451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8" name="Freeform 521"/>
            <p:cNvSpPr>
              <a:spLocks noEditPoints="1"/>
            </p:cNvSpPr>
            <p:nvPr/>
          </p:nvSpPr>
          <p:spPr bwMode="auto">
            <a:xfrm flipV="1">
              <a:off x="3090864" y="5788024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9" name="Freeform 522"/>
            <p:cNvSpPr>
              <a:spLocks noEditPoints="1"/>
            </p:cNvSpPr>
            <p:nvPr/>
          </p:nvSpPr>
          <p:spPr bwMode="auto">
            <a:xfrm flipV="1">
              <a:off x="3275014" y="5970586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9" y="19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0" name="Freeform 523"/>
            <p:cNvSpPr>
              <a:spLocks noEditPoints="1"/>
            </p:cNvSpPr>
            <p:nvPr/>
          </p:nvSpPr>
          <p:spPr bwMode="auto">
            <a:xfrm flipV="1">
              <a:off x="4024314" y="59896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1" name="Freeform 524"/>
            <p:cNvSpPr>
              <a:spLocks noEditPoints="1"/>
            </p:cNvSpPr>
            <p:nvPr/>
          </p:nvSpPr>
          <p:spPr bwMode="auto">
            <a:xfrm flipV="1">
              <a:off x="2928939" y="5637211"/>
              <a:ext cx="93662" cy="90488"/>
            </a:xfrm>
            <a:custGeom>
              <a:avLst/>
              <a:gdLst>
                <a:gd name="T0" fmla="*/ 12 w 25"/>
                <a:gd name="T1" fmla="*/ 6 h 24"/>
                <a:gd name="T2" fmla="*/ 19 w 25"/>
                <a:gd name="T3" fmla="*/ 12 h 24"/>
                <a:gd name="T4" fmla="*/ 12 w 25"/>
                <a:gd name="T5" fmla="*/ 19 h 24"/>
                <a:gd name="T6" fmla="*/ 6 w 25"/>
                <a:gd name="T7" fmla="*/ 12 h 24"/>
                <a:gd name="T8" fmla="*/ 12 w 25"/>
                <a:gd name="T9" fmla="*/ 6 h 24"/>
                <a:gd name="T10" fmla="*/ 12 w 25"/>
                <a:gd name="T11" fmla="*/ 0 h 24"/>
                <a:gd name="T12" fmla="*/ 12 w 25"/>
                <a:gd name="T13" fmla="*/ 0 h 24"/>
                <a:gd name="T14" fmla="*/ 4 w 25"/>
                <a:gd name="T15" fmla="*/ 4 h 24"/>
                <a:gd name="T16" fmla="*/ 0 w 25"/>
                <a:gd name="T17" fmla="*/ 12 h 24"/>
                <a:gd name="T18" fmla="*/ 12 w 25"/>
                <a:gd name="T19" fmla="*/ 24 h 24"/>
                <a:gd name="T20" fmla="*/ 21 w 25"/>
                <a:gd name="T21" fmla="*/ 21 h 24"/>
                <a:gd name="T22" fmla="*/ 24 w 25"/>
                <a:gd name="T23" fmla="*/ 12 h 24"/>
                <a:gd name="T24" fmla="*/ 12 w 25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9"/>
                    <a:pt x="25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2" name="Freeform 525"/>
            <p:cNvSpPr>
              <a:spLocks noEditPoints="1"/>
            </p:cNvSpPr>
            <p:nvPr/>
          </p:nvSpPr>
          <p:spPr bwMode="auto">
            <a:xfrm flipV="1">
              <a:off x="2538414" y="600551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0 w 24"/>
                <a:gd name="T29" fmla="*/ 21 h 24"/>
                <a:gd name="T30" fmla="*/ 24 w 24"/>
                <a:gd name="T31" fmla="*/ 12 h 24"/>
                <a:gd name="T32" fmla="*/ 20 w 24"/>
                <a:gd name="T33" fmla="*/ 4 h 24"/>
                <a:gd name="T34" fmla="*/ 12 w 24"/>
                <a:gd name="T3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9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3" name="Freeform 526"/>
            <p:cNvSpPr>
              <a:spLocks noEditPoints="1"/>
            </p:cNvSpPr>
            <p:nvPr/>
          </p:nvSpPr>
          <p:spPr bwMode="auto">
            <a:xfrm flipV="1">
              <a:off x="1773239" y="66389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4" name="Freeform 527"/>
            <p:cNvSpPr>
              <a:spLocks noEditPoints="1"/>
            </p:cNvSpPr>
            <p:nvPr/>
          </p:nvSpPr>
          <p:spPr bwMode="auto">
            <a:xfrm flipV="1">
              <a:off x="1825627" y="70072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3 w 24"/>
                <a:gd name="T15" fmla="*/ 3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0 w 24"/>
                <a:gd name="T23" fmla="*/ 20 h 24"/>
                <a:gd name="T24" fmla="*/ 24 w 24"/>
                <a:gd name="T25" fmla="*/ 12 h 24"/>
                <a:gd name="T26" fmla="*/ 20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5" name="Freeform 528"/>
            <p:cNvSpPr>
              <a:spLocks noEditPoints="1"/>
            </p:cNvSpPr>
            <p:nvPr/>
          </p:nvSpPr>
          <p:spPr bwMode="auto">
            <a:xfrm flipV="1">
              <a:off x="1663702" y="70516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3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6" name="Oval 529"/>
            <p:cNvSpPr>
              <a:spLocks noChangeArrowheads="1"/>
            </p:cNvSpPr>
            <p:nvPr/>
          </p:nvSpPr>
          <p:spPr bwMode="auto">
            <a:xfrm flipV="1">
              <a:off x="2501902" y="7304086"/>
              <a:ext cx="69850" cy="71438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7" name="Freeform 530"/>
            <p:cNvSpPr>
              <a:spLocks/>
            </p:cNvSpPr>
            <p:nvPr/>
          </p:nvSpPr>
          <p:spPr bwMode="auto">
            <a:xfrm flipV="1">
              <a:off x="681039" y="7100886"/>
              <a:ext cx="990600" cy="927100"/>
            </a:xfrm>
            <a:custGeom>
              <a:avLst/>
              <a:gdLst>
                <a:gd name="T0" fmla="*/ 264 w 264"/>
                <a:gd name="T1" fmla="*/ 247 h 247"/>
                <a:gd name="T2" fmla="*/ 245 w 264"/>
                <a:gd name="T3" fmla="*/ 247 h 247"/>
                <a:gd name="T4" fmla="*/ 244 w 264"/>
                <a:gd name="T5" fmla="*/ 246 h 247"/>
                <a:gd name="T6" fmla="*/ 0 w 264"/>
                <a:gd name="T7" fmla="*/ 3 h 247"/>
                <a:gd name="T8" fmla="*/ 3 w 264"/>
                <a:gd name="T9" fmla="*/ 0 h 247"/>
                <a:gd name="T10" fmla="*/ 246 w 264"/>
                <a:gd name="T11" fmla="*/ 243 h 247"/>
                <a:gd name="T12" fmla="*/ 264 w 264"/>
                <a:gd name="T13" fmla="*/ 243 h 247"/>
                <a:gd name="T14" fmla="*/ 264 w 264"/>
                <a:gd name="T1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47">
                  <a:moveTo>
                    <a:pt x="264" y="247"/>
                  </a:moveTo>
                  <a:cubicBezTo>
                    <a:pt x="245" y="247"/>
                    <a:pt x="245" y="247"/>
                    <a:pt x="245" y="247"/>
                  </a:cubicBezTo>
                  <a:cubicBezTo>
                    <a:pt x="245" y="247"/>
                    <a:pt x="244" y="247"/>
                    <a:pt x="244" y="24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6" y="243"/>
                    <a:pt x="246" y="243"/>
                    <a:pt x="246" y="243"/>
                  </a:cubicBezTo>
                  <a:cubicBezTo>
                    <a:pt x="264" y="243"/>
                    <a:pt x="264" y="243"/>
                    <a:pt x="264" y="243"/>
                  </a:cubicBezTo>
                  <a:lnTo>
                    <a:pt x="264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8" name="Freeform 531"/>
            <p:cNvSpPr>
              <a:spLocks/>
            </p:cNvSpPr>
            <p:nvPr/>
          </p:nvSpPr>
          <p:spPr bwMode="auto">
            <a:xfrm flipV="1">
              <a:off x="760414" y="7092949"/>
              <a:ext cx="1114425" cy="1009650"/>
            </a:xfrm>
            <a:custGeom>
              <a:avLst/>
              <a:gdLst>
                <a:gd name="T0" fmla="*/ 297 w 297"/>
                <a:gd name="T1" fmla="*/ 269 h 269"/>
                <a:gd name="T2" fmla="*/ 294 w 297"/>
                <a:gd name="T3" fmla="*/ 269 h 269"/>
                <a:gd name="T4" fmla="*/ 294 w 297"/>
                <a:gd name="T5" fmla="*/ 253 h 269"/>
                <a:gd name="T6" fmla="*/ 268 w 297"/>
                <a:gd name="T7" fmla="*/ 227 h 269"/>
                <a:gd name="T8" fmla="*/ 226 w 297"/>
                <a:gd name="T9" fmla="*/ 227 h 269"/>
                <a:gd name="T10" fmla="*/ 225 w 297"/>
                <a:gd name="T11" fmla="*/ 226 h 269"/>
                <a:gd name="T12" fmla="*/ 0 w 297"/>
                <a:gd name="T13" fmla="*/ 2 h 269"/>
                <a:gd name="T14" fmla="*/ 3 w 297"/>
                <a:gd name="T15" fmla="*/ 0 h 269"/>
                <a:gd name="T16" fmla="*/ 226 w 297"/>
                <a:gd name="T17" fmla="*/ 223 h 269"/>
                <a:gd name="T18" fmla="*/ 269 w 297"/>
                <a:gd name="T19" fmla="*/ 223 h 269"/>
                <a:gd name="T20" fmla="*/ 270 w 297"/>
                <a:gd name="T21" fmla="*/ 224 h 269"/>
                <a:gd name="T22" fmla="*/ 297 w 297"/>
                <a:gd name="T23" fmla="*/ 251 h 269"/>
                <a:gd name="T24" fmla="*/ 297 w 297"/>
                <a:gd name="T25" fmla="*/ 252 h 269"/>
                <a:gd name="T26" fmla="*/ 297 w 297"/>
                <a:gd name="T2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7" h="269">
                  <a:moveTo>
                    <a:pt x="297" y="269"/>
                  </a:moveTo>
                  <a:cubicBezTo>
                    <a:pt x="294" y="269"/>
                    <a:pt x="294" y="269"/>
                    <a:pt x="294" y="269"/>
                  </a:cubicBezTo>
                  <a:cubicBezTo>
                    <a:pt x="294" y="253"/>
                    <a:pt x="294" y="253"/>
                    <a:pt x="294" y="253"/>
                  </a:cubicBezTo>
                  <a:cubicBezTo>
                    <a:pt x="268" y="227"/>
                    <a:pt x="268" y="227"/>
                    <a:pt x="268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5" y="227"/>
                    <a:pt x="225" y="227"/>
                    <a:pt x="225" y="22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69" y="223"/>
                    <a:pt x="269" y="223"/>
                    <a:pt x="269" y="223"/>
                  </a:cubicBezTo>
                  <a:cubicBezTo>
                    <a:pt x="269" y="223"/>
                    <a:pt x="269" y="224"/>
                    <a:pt x="270" y="224"/>
                  </a:cubicBezTo>
                  <a:cubicBezTo>
                    <a:pt x="297" y="251"/>
                    <a:pt x="297" y="251"/>
                    <a:pt x="297" y="251"/>
                  </a:cubicBezTo>
                  <a:cubicBezTo>
                    <a:pt x="297" y="251"/>
                    <a:pt x="297" y="252"/>
                    <a:pt x="297" y="252"/>
                  </a:cubicBezTo>
                  <a:lnTo>
                    <a:pt x="297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9" name="Freeform 532"/>
            <p:cNvSpPr>
              <a:spLocks/>
            </p:cNvSpPr>
            <p:nvPr/>
          </p:nvSpPr>
          <p:spPr bwMode="auto">
            <a:xfrm flipV="1">
              <a:off x="530227" y="6677024"/>
              <a:ext cx="1250950" cy="1196975"/>
            </a:xfrm>
            <a:custGeom>
              <a:avLst/>
              <a:gdLst>
                <a:gd name="T0" fmla="*/ 317 w 333"/>
                <a:gd name="T1" fmla="*/ 319 h 319"/>
                <a:gd name="T2" fmla="*/ 316 w 333"/>
                <a:gd name="T3" fmla="*/ 318 h 319"/>
                <a:gd name="T4" fmla="*/ 0 w 333"/>
                <a:gd name="T5" fmla="*/ 2 h 319"/>
                <a:gd name="T6" fmla="*/ 2 w 333"/>
                <a:gd name="T7" fmla="*/ 0 h 319"/>
                <a:gd name="T8" fmla="*/ 318 w 333"/>
                <a:gd name="T9" fmla="*/ 315 h 319"/>
                <a:gd name="T10" fmla="*/ 333 w 333"/>
                <a:gd name="T11" fmla="*/ 315 h 319"/>
                <a:gd name="T12" fmla="*/ 333 w 333"/>
                <a:gd name="T13" fmla="*/ 319 h 319"/>
                <a:gd name="T14" fmla="*/ 317 w 333"/>
                <a:gd name="T1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19">
                  <a:moveTo>
                    <a:pt x="317" y="319"/>
                  </a:moveTo>
                  <a:cubicBezTo>
                    <a:pt x="317" y="319"/>
                    <a:pt x="316" y="319"/>
                    <a:pt x="316" y="3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18" y="315"/>
                    <a:pt x="318" y="315"/>
                    <a:pt x="318" y="315"/>
                  </a:cubicBezTo>
                  <a:cubicBezTo>
                    <a:pt x="333" y="315"/>
                    <a:pt x="333" y="315"/>
                    <a:pt x="333" y="315"/>
                  </a:cubicBezTo>
                  <a:cubicBezTo>
                    <a:pt x="333" y="319"/>
                    <a:pt x="333" y="319"/>
                    <a:pt x="333" y="319"/>
                  </a:cubicBezTo>
                  <a:cubicBezTo>
                    <a:pt x="317" y="319"/>
                    <a:pt x="317" y="319"/>
                    <a:pt x="317" y="3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0" name="Freeform 533"/>
            <p:cNvSpPr>
              <a:spLocks/>
            </p:cNvSpPr>
            <p:nvPr/>
          </p:nvSpPr>
          <p:spPr bwMode="auto">
            <a:xfrm flipV="1">
              <a:off x="433389" y="6064249"/>
              <a:ext cx="2135187" cy="1724025"/>
            </a:xfrm>
            <a:custGeom>
              <a:avLst/>
              <a:gdLst>
                <a:gd name="T0" fmla="*/ 564 w 569"/>
                <a:gd name="T1" fmla="*/ 459 h 459"/>
                <a:gd name="T2" fmla="*/ 435 w 569"/>
                <a:gd name="T3" fmla="*/ 330 h 459"/>
                <a:gd name="T4" fmla="*/ 345 w 569"/>
                <a:gd name="T5" fmla="*/ 330 h 459"/>
                <a:gd name="T6" fmla="*/ 343 w 569"/>
                <a:gd name="T7" fmla="*/ 329 h 459"/>
                <a:gd name="T8" fmla="*/ 205 w 569"/>
                <a:gd name="T9" fmla="*/ 191 h 459"/>
                <a:gd name="T10" fmla="*/ 187 w 569"/>
                <a:gd name="T11" fmla="*/ 191 h 459"/>
                <a:gd name="T12" fmla="*/ 185 w 569"/>
                <a:gd name="T13" fmla="*/ 190 h 459"/>
                <a:gd name="T14" fmla="*/ 0 w 569"/>
                <a:gd name="T15" fmla="*/ 5 h 459"/>
                <a:gd name="T16" fmla="*/ 5 w 569"/>
                <a:gd name="T17" fmla="*/ 0 h 459"/>
                <a:gd name="T18" fmla="*/ 189 w 569"/>
                <a:gd name="T19" fmla="*/ 184 h 459"/>
                <a:gd name="T20" fmla="*/ 206 w 569"/>
                <a:gd name="T21" fmla="*/ 184 h 459"/>
                <a:gd name="T22" fmla="*/ 209 w 569"/>
                <a:gd name="T23" fmla="*/ 185 h 459"/>
                <a:gd name="T24" fmla="*/ 347 w 569"/>
                <a:gd name="T25" fmla="*/ 323 h 459"/>
                <a:gd name="T26" fmla="*/ 436 w 569"/>
                <a:gd name="T27" fmla="*/ 323 h 459"/>
                <a:gd name="T28" fmla="*/ 439 w 569"/>
                <a:gd name="T29" fmla="*/ 324 h 459"/>
                <a:gd name="T30" fmla="*/ 569 w 569"/>
                <a:gd name="T31" fmla="*/ 454 h 459"/>
                <a:gd name="T32" fmla="*/ 564 w 569"/>
                <a:gd name="T33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9" h="459">
                  <a:moveTo>
                    <a:pt x="564" y="459"/>
                  </a:moveTo>
                  <a:cubicBezTo>
                    <a:pt x="435" y="330"/>
                    <a:pt x="435" y="330"/>
                    <a:pt x="435" y="330"/>
                  </a:cubicBezTo>
                  <a:cubicBezTo>
                    <a:pt x="345" y="330"/>
                    <a:pt x="345" y="330"/>
                    <a:pt x="345" y="330"/>
                  </a:cubicBezTo>
                  <a:cubicBezTo>
                    <a:pt x="344" y="330"/>
                    <a:pt x="343" y="330"/>
                    <a:pt x="343" y="329"/>
                  </a:cubicBezTo>
                  <a:cubicBezTo>
                    <a:pt x="205" y="191"/>
                    <a:pt x="205" y="191"/>
                    <a:pt x="205" y="191"/>
                  </a:cubicBezTo>
                  <a:cubicBezTo>
                    <a:pt x="187" y="191"/>
                    <a:pt x="187" y="191"/>
                    <a:pt x="187" y="191"/>
                  </a:cubicBezTo>
                  <a:cubicBezTo>
                    <a:pt x="186" y="191"/>
                    <a:pt x="185" y="191"/>
                    <a:pt x="185" y="19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89" y="184"/>
                    <a:pt x="189" y="184"/>
                    <a:pt x="189" y="184"/>
                  </a:cubicBezTo>
                  <a:cubicBezTo>
                    <a:pt x="206" y="184"/>
                    <a:pt x="206" y="184"/>
                    <a:pt x="206" y="184"/>
                  </a:cubicBezTo>
                  <a:cubicBezTo>
                    <a:pt x="207" y="184"/>
                    <a:pt x="208" y="184"/>
                    <a:pt x="209" y="185"/>
                  </a:cubicBezTo>
                  <a:cubicBezTo>
                    <a:pt x="347" y="323"/>
                    <a:pt x="347" y="323"/>
                    <a:pt x="347" y="323"/>
                  </a:cubicBezTo>
                  <a:cubicBezTo>
                    <a:pt x="436" y="323"/>
                    <a:pt x="436" y="323"/>
                    <a:pt x="436" y="323"/>
                  </a:cubicBezTo>
                  <a:cubicBezTo>
                    <a:pt x="437" y="323"/>
                    <a:pt x="438" y="323"/>
                    <a:pt x="439" y="324"/>
                  </a:cubicBezTo>
                  <a:cubicBezTo>
                    <a:pt x="569" y="454"/>
                    <a:pt x="569" y="454"/>
                    <a:pt x="569" y="454"/>
                  </a:cubicBezTo>
                  <a:lnTo>
                    <a:pt x="564" y="45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1" name="Freeform 534"/>
            <p:cNvSpPr>
              <a:spLocks/>
            </p:cNvSpPr>
            <p:nvPr/>
          </p:nvSpPr>
          <p:spPr bwMode="auto">
            <a:xfrm flipV="1">
              <a:off x="361952" y="5667373"/>
              <a:ext cx="2578100" cy="2049463"/>
            </a:xfrm>
            <a:custGeom>
              <a:avLst/>
              <a:gdLst>
                <a:gd name="T0" fmla="*/ 687 w 687"/>
                <a:gd name="T1" fmla="*/ 546 h 546"/>
                <a:gd name="T2" fmla="*/ 678 w 687"/>
                <a:gd name="T3" fmla="*/ 546 h 546"/>
                <a:gd name="T4" fmla="*/ 675 w 687"/>
                <a:gd name="T5" fmla="*/ 545 h 546"/>
                <a:gd name="T6" fmla="*/ 627 w 687"/>
                <a:gd name="T7" fmla="*/ 496 h 546"/>
                <a:gd name="T8" fmla="*/ 600 w 687"/>
                <a:gd name="T9" fmla="*/ 496 h 546"/>
                <a:gd name="T10" fmla="*/ 597 w 687"/>
                <a:gd name="T11" fmla="*/ 495 h 546"/>
                <a:gd name="T12" fmla="*/ 487 w 687"/>
                <a:gd name="T13" fmla="*/ 385 h 546"/>
                <a:gd name="T14" fmla="*/ 402 w 687"/>
                <a:gd name="T15" fmla="*/ 385 h 546"/>
                <a:gd name="T16" fmla="*/ 399 w 687"/>
                <a:gd name="T17" fmla="*/ 384 h 546"/>
                <a:gd name="T18" fmla="*/ 209 w 687"/>
                <a:gd name="T19" fmla="*/ 194 h 546"/>
                <a:gd name="T20" fmla="*/ 190 w 687"/>
                <a:gd name="T21" fmla="*/ 194 h 546"/>
                <a:gd name="T22" fmla="*/ 188 w 687"/>
                <a:gd name="T23" fmla="*/ 193 h 546"/>
                <a:gd name="T24" fmla="*/ 0 w 687"/>
                <a:gd name="T25" fmla="*/ 5 h 546"/>
                <a:gd name="T26" fmla="*/ 5 w 687"/>
                <a:gd name="T27" fmla="*/ 0 h 546"/>
                <a:gd name="T28" fmla="*/ 192 w 687"/>
                <a:gd name="T29" fmla="*/ 187 h 546"/>
                <a:gd name="T30" fmla="*/ 210 w 687"/>
                <a:gd name="T31" fmla="*/ 187 h 546"/>
                <a:gd name="T32" fmla="*/ 213 w 687"/>
                <a:gd name="T33" fmla="*/ 188 h 546"/>
                <a:gd name="T34" fmla="*/ 403 w 687"/>
                <a:gd name="T35" fmla="*/ 378 h 546"/>
                <a:gd name="T36" fmla="*/ 488 w 687"/>
                <a:gd name="T37" fmla="*/ 378 h 546"/>
                <a:gd name="T38" fmla="*/ 491 w 687"/>
                <a:gd name="T39" fmla="*/ 379 h 546"/>
                <a:gd name="T40" fmla="*/ 601 w 687"/>
                <a:gd name="T41" fmla="*/ 489 h 546"/>
                <a:gd name="T42" fmla="*/ 628 w 687"/>
                <a:gd name="T43" fmla="*/ 489 h 546"/>
                <a:gd name="T44" fmla="*/ 631 w 687"/>
                <a:gd name="T45" fmla="*/ 490 h 546"/>
                <a:gd name="T46" fmla="*/ 679 w 687"/>
                <a:gd name="T47" fmla="*/ 539 h 546"/>
                <a:gd name="T48" fmla="*/ 687 w 687"/>
                <a:gd name="T49" fmla="*/ 539 h 546"/>
                <a:gd name="T50" fmla="*/ 687 w 687"/>
                <a:gd name="T51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87" h="546">
                  <a:moveTo>
                    <a:pt x="687" y="546"/>
                  </a:moveTo>
                  <a:cubicBezTo>
                    <a:pt x="678" y="546"/>
                    <a:pt x="678" y="546"/>
                    <a:pt x="678" y="546"/>
                  </a:cubicBezTo>
                  <a:cubicBezTo>
                    <a:pt x="677" y="546"/>
                    <a:pt x="676" y="546"/>
                    <a:pt x="675" y="545"/>
                  </a:cubicBezTo>
                  <a:cubicBezTo>
                    <a:pt x="627" y="496"/>
                    <a:pt x="627" y="496"/>
                    <a:pt x="627" y="496"/>
                  </a:cubicBezTo>
                  <a:cubicBezTo>
                    <a:pt x="600" y="496"/>
                    <a:pt x="600" y="496"/>
                    <a:pt x="600" y="496"/>
                  </a:cubicBezTo>
                  <a:cubicBezTo>
                    <a:pt x="599" y="496"/>
                    <a:pt x="598" y="496"/>
                    <a:pt x="597" y="495"/>
                  </a:cubicBezTo>
                  <a:cubicBezTo>
                    <a:pt x="487" y="385"/>
                    <a:pt x="487" y="385"/>
                    <a:pt x="487" y="385"/>
                  </a:cubicBezTo>
                  <a:cubicBezTo>
                    <a:pt x="402" y="385"/>
                    <a:pt x="402" y="385"/>
                    <a:pt x="402" y="385"/>
                  </a:cubicBezTo>
                  <a:cubicBezTo>
                    <a:pt x="401" y="385"/>
                    <a:pt x="400" y="385"/>
                    <a:pt x="399" y="384"/>
                  </a:cubicBezTo>
                  <a:cubicBezTo>
                    <a:pt x="209" y="194"/>
                    <a:pt x="209" y="194"/>
                    <a:pt x="209" y="194"/>
                  </a:cubicBezTo>
                  <a:cubicBezTo>
                    <a:pt x="190" y="194"/>
                    <a:pt x="190" y="194"/>
                    <a:pt x="190" y="194"/>
                  </a:cubicBezTo>
                  <a:cubicBezTo>
                    <a:pt x="189" y="194"/>
                    <a:pt x="188" y="193"/>
                    <a:pt x="188" y="19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92" y="187"/>
                    <a:pt x="192" y="187"/>
                    <a:pt x="192" y="187"/>
                  </a:cubicBezTo>
                  <a:cubicBezTo>
                    <a:pt x="210" y="187"/>
                    <a:pt x="210" y="187"/>
                    <a:pt x="210" y="187"/>
                  </a:cubicBezTo>
                  <a:cubicBezTo>
                    <a:pt x="211" y="187"/>
                    <a:pt x="212" y="187"/>
                    <a:pt x="213" y="188"/>
                  </a:cubicBezTo>
                  <a:cubicBezTo>
                    <a:pt x="403" y="378"/>
                    <a:pt x="403" y="378"/>
                    <a:pt x="403" y="378"/>
                  </a:cubicBezTo>
                  <a:cubicBezTo>
                    <a:pt x="488" y="378"/>
                    <a:pt x="488" y="378"/>
                    <a:pt x="488" y="378"/>
                  </a:cubicBezTo>
                  <a:cubicBezTo>
                    <a:pt x="489" y="378"/>
                    <a:pt x="490" y="378"/>
                    <a:pt x="491" y="379"/>
                  </a:cubicBezTo>
                  <a:cubicBezTo>
                    <a:pt x="601" y="489"/>
                    <a:pt x="601" y="489"/>
                    <a:pt x="601" y="489"/>
                  </a:cubicBezTo>
                  <a:cubicBezTo>
                    <a:pt x="628" y="489"/>
                    <a:pt x="628" y="489"/>
                    <a:pt x="628" y="489"/>
                  </a:cubicBezTo>
                  <a:cubicBezTo>
                    <a:pt x="629" y="489"/>
                    <a:pt x="630" y="490"/>
                    <a:pt x="631" y="490"/>
                  </a:cubicBezTo>
                  <a:cubicBezTo>
                    <a:pt x="679" y="539"/>
                    <a:pt x="679" y="539"/>
                    <a:pt x="679" y="539"/>
                  </a:cubicBezTo>
                  <a:cubicBezTo>
                    <a:pt x="687" y="539"/>
                    <a:pt x="687" y="539"/>
                    <a:pt x="687" y="539"/>
                  </a:cubicBezTo>
                  <a:lnTo>
                    <a:pt x="687" y="54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2" name="Freeform 535"/>
            <p:cNvSpPr>
              <a:spLocks/>
            </p:cNvSpPr>
            <p:nvPr/>
          </p:nvSpPr>
          <p:spPr bwMode="auto">
            <a:xfrm flipV="1">
              <a:off x="617539" y="5299074"/>
              <a:ext cx="2701925" cy="2660650"/>
            </a:xfrm>
            <a:custGeom>
              <a:avLst/>
              <a:gdLst>
                <a:gd name="T0" fmla="*/ 720 w 720"/>
                <a:gd name="T1" fmla="*/ 709 h 709"/>
                <a:gd name="T2" fmla="*/ 690 w 720"/>
                <a:gd name="T3" fmla="*/ 709 h 709"/>
                <a:gd name="T4" fmla="*/ 689 w 720"/>
                <a:gd name="T5" fmla="*/ 708 h 709"/>
                <a:gd name="T6" fmla="*/ 648 w 720"/>
                <a:gd name="T7" fmla="*/ 667 h 709"/>
                <a:gd name="T8" fmla="*/ 647 w 720"/>
                <a:gd name="T9" fmla="*/ 665 h 709"/>
                <a:gd name="T10" fmla="*/ 647 w 720"/>
                <a:gd name="T11" fmla="*/ 635 h 709"/>
                <a:gd name="T12" fmla="*/ 648 w 720"/>
                <a:gd name="T13" fmla="*/ 634 h 709"/>
                <a:gd name="T14" fmla="*/ 665 w 720"/>
                <a:gd name="T15" fmla="*/ 617 h 709"/>
                <a:gd name="T16" fmla="*/ 665 w 720"/>
                <a:gd name="T17" fmla="*/ 601 h 709"/>
                <a:gd name="T18" fmla="*/ 619 w 720"/>
                <a:gd name="T19" fmla="*/ 556 h 709"/>
                <a:gd name="T20" fmla="*/ 607 w 720"/>
                <a:gd name="T21" fmla="*/ 556 h 709"/>
                <a:gd name="T22" fmla="*/ 606 w 720"/>
                <a:gd name="T23" fmla="*/ 556 h 709"/>
                <a:gd name="T24" fmla="*/ 567 w 720"/>
                <a:gd name="T25" fmla="*/ 517 h 709"/>
                <a:gd name="T26" fmla="*/ 566 w 720"/>
                <a:gd name="T27" fmla="*/ 515 h 709"/>
                <a:gd name="T28" fmla="*/ 566 w 720"/>
                <a:gd name="T29" fmla="*/ 470 h 709"/>
                <a:gd name="T30" fmla="*/ 494 w 720"/>
                <a:gd name="T31" fmla="*/ 398 h 709"/>
                <a:gd name="T32" fmla="*/ 447 w 720"/>
                <a:gd name="T33" fmla="*/ 398 h 709"/>
                <a:gd name="T34" fmla="*/ 446 w 720"/>
                <a:gd name="T35" fmla="*/ 397 h 709"/>
                <a:gd name="T36" fmla="*/ 355 w 720"/>
                <a:gd name="T37" fmla="*/ 306 h 709"/>
                <a:gd name="T38" fmla="*/ 304 w 720"/>
                <a:gd name="T39" fmla="*/ 306 h 709"/>
                <a:gd name="T40" fmla="*/ 303 w 720"/>
                <a:gd name="T41" fmla="*/ 305 h 709"/>
                <a:gd name="T42" fmla="*/ 0 w 720"/>
                <a:gd name="T43" fmla="*/ 2 h 709"/>
                <a:gd name="T44" fmla="*/ 2 w 720"/>
                <a:gd name="T45" fmla="*/ 0 h 709"/>
                <a:gd name="T46" fmla="*/ 305 w 720"/>
                <a:gd name="T47" fmla="*/ 302 h 709"/>
                <a:gd name="T48" fmla="*/ 355 w 720"/>
                <a:gd name="T49" fmla="*/ 302 h 709"/>
                <a:gd name="T50" fmla="*/ 356 w 720"/>
                <a:gd name="T51" fmla="*/ 303 h 709"/>
                <a:gd name="T52" fmla="*/ 448 w 720"/>
                <a:gd name="T53" fmla="*/ 394 h 709"/>
                <a:gd name="T54" fmla="*/ 495 w 720"/>
                <a:gd name="T55" fmla="*/ 394 h 709"/>
                <a:gd name="T56" fmla="*/ 496 w 720"/>
                <a:gd name="T57" fmla="*/ 395 h 709"/>
                <a:gd name="T58" fmla="*/ 569 w 720"/>
                <a:gd name="T59" fmla="*/ 468 h 709"/>
                <a:gd name="T60" fmla="*/ 570 w 720"/>
                <a:gd name="T61" fmla="*/ 469 h 709"/>
                <a:gd name="T62" fmla="*/ 570 w 720"/>
                <a:gd name="T63" fmla="*/ 515 h 709"/>
                <a:gd name="T64" fmla="*/ 608 w 720"/>
                <a:gd name="T65" fmla="*/ 553 h 709"/>
                <a:gd name="T66" fmla="*/ 620 w 720"/>
                <a:gd name="T67" fmla="*/ 553 h 709"/>
                <a:gd name="T68" fmla="*/ 621 w 720"/>
                <a:gd name="T69" fmla="*/ 553 h 709"/>
                <a:gd name="T70" fmla="*/ 668 w 720"/>
                <a:gd name="T71" fmla="*/ 600 h 709"/>
                <a:gd name="T72" fmla="*/ 668 w 720"/>
                <a:gd name="T73" fmla="*/ 601 h 709"/>
                <a:gd name="T74" fmla="*/ 668 w 720"/>
                <a:gd name="T75" fmla="*/ 617 h 709"/>
                <a:gd name="T76" fmla="*/ 668 w 720"/>
                <a:gd name="T77" fmla="*/ 618 h 709"/>
                <a:gd name="T78" fmla="*/ 650 w 720"/>
                <a:gd name="T79" fmla="*/ 636 h 709"/>
                <a:gd name="T80" fmla="*/ 650 w 720"/>
                <a:gd name="T81" fmla="*/ 665 h 709"/>
                <a:gd name="T82" fmla="*/ 691 w 720"/>
                <a:gd name="T83" fmla="*/ 705 h 709"/>
                <a:gd name="T84" fmla="*/ 720 w 720"/>
                <a:gd name="T85" fmla="*/ 705 h 709"/>
                <a:gd name="T86" fmla="*/ 720 w 720"/>
                <a:gd name="T87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20" h="709">
                  <a:moveTo>
                    <a:pt x="720" y="709"/>
                  </a:moveTo>
                  <a:cubicBezTo>
                    <a:pt x="690" y="709"/>
                    <a:pt x="690" y="709"/>
                    <a:pt x="690" y="709"/>
                  </a:cubicBezTo>
                  <a:cubicBezTo>
                    <a:pt x="690" y="709"/>
                    <a:pt x="690" y="709"/>
                    <a:pt x="689" y="708"/>
                  </a:cubicBezTo>
                  <a:cubicBezTo>
                    <a:pt x="648" y="667"/>
                    <a:pt x="648" y="667"/>
                    <a:pt x="648" y="667"/>
                  </a:cubicBezTo>
                  <a:cubicBezTo>
                    <a:pt x="647" y="666"/>
                    <a:pt x="647" y="666"/>
                    <a:pt x="647" y="665"/>
                  </a:cubicBezTo>
                  <a:cubicBezTo>
                    <a:pt x="647" y="635"/>
                    <a:pt x="647" y="635"/>
                    <a:pt x="647" y="635"/>
                  </a:cubicBezTo>
                  <a:cubicBezTo>
                    <a:pt x="647" y="635"/>
                    <a:pt x="647" y="634"/>
                    <a:pt x="648" y="634"/>
                  </a:cubicBezTo>
                  <a:cubicBezTo>
                    <a:pt x="665" y="617"/>
                    <a:pt x="665" y="617"/>
                    <a:pt x="665" y="617"/>
                  </a:cubicBezTo>
                  <a:cubicBezTo>
                    <a:pt x="665" y="601"/>
                    <a:pt x="665" y="601"/>
                    <a:pt x="665" y="601"/>
                  </a:cubicBezTo>
                  <a:cubicBezTo>
                    <a:pt x="619" y="556"/>
                    <a:pt x="619" y="556"/>
                    <a:pt x="619" y="556"/>
                  </a:cubicBezTo>
                  <a:cubicBezTo>
                    <a:pt x="607" y="556"/>
                    <a:pt x="607" y="556"/>
                    <a:pt x="607" y="556"/>
                  </a:cubicBezTo>
                  <a:cubicBezTo>
                    <a:pt x="607" y="556"/>
                    <a:pt x="606" y="556"/>
                    <a:pt x="606" y="556"/>
                  </a:cubicBezTo>
                  <a:cubicBezTo>
                    <a:pt x="567" y="517"/>
                    <a:pt x="567" y="517"/>
                    <a:pt x="567" y="517"/>
                  </a:cubicBezTo>
                  <a:cubicBezTo>
                    <a:pt x="566" y="516"/>
                    <a:pt x="566" y="516"/>
                    <a:pt x="566" y="515"/>
                  </a:cubicBezTo>
                  <a:cubicBezTo>
                    <a:pt x="566" y="470"/>
                    <a:pt x="566" y="470"/>
                    <a:pt x="566" y="470"/>
                  </a:cubicBezTo>
                  <a:cubicBezTo>
                    <a:pt x="494" y="398"/>
                    <a:pt x="494" y="398"/>
                    <a:pt x="494" y="398"/>
                  </a:cubicBezTo>
                  <a:cubicBezTo>
                    <a:pt x="447" y="398"/>
                    <a:pt x="447" y="398"/>
                    <a:pt x="447" y="398"/>
                  </a:cubicBezTo>
                  <a:cubicBezTo>
                    <a:pt x="447" y="398"/>
                    <a:pt x="446" y="398"/>
                    <a:pt x="446" y="397"/>
                  </a:cubicBezTo>
                  <a:cubicBezTo>
                    <a:pt x="355" y="306"/>
                    <a:pt x="355" y="306"/>
                    <a:pt x="355" y="306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06"/>
                    <a:pt x="303" y="305"/>
                    <a:pt x="303" y="30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55" y="302"/>
                    <a:pt x="355" y="302"/>
                    <a:pt x="355" y="302"/>
                  </a:cubicBezTo>
                  <a:cubicBezTo>
                    <a:pt x="356" y="302"/>
                    <a:pt x="356" y="302"/>
                    <a:pt x="356" y="303"/>
                  </a:cubicBezTo>
                  <a:cubicBezTo>
                    <a:pt x="448" y="394"/>
                    <a:pt x="448" y="394"/>
                    <a:pt x="448" y="394"/>
                  </a:cubicBezTo>
                  <a:cubicBezTo>
                    <a:pt x="495" y="394"/>
                    <a:pt x="495" y="394"/>
                    <a:pt x="495" y="394"/>
                  </a:cubicBezTo>
                  <a:cubicBezTo>
                    <a:pt x="495" y="394"/>
                    <a:pt x="496" y="394"/>
                    <a:pt x="496" y="395"/>
                  </a:cubicBezTo>
                  <a:cubicBezTo>
                    <a:pt x="569" y="468"/>
                    <a:pt x="569" y="468"/>
                    <a:pt x="569" y="468"/>
                  </a:cubicBezTo>
                  <a:cubicBezTo>
                    <a:pt x="569" y="468"/>
                    <a:pt x="570" y="469"/>
                    <a:pt x="570" y="469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608" y="553"/>
                    <a:pt x="608" y="553"/>
                    <a:pt x="608" y="553"/>
                  </a:cubicBezTo>
                  <a:cubicBezTo>
                    <a:pt x="620" y="553"/>
                    <a:pt x="620" y="553"/>
                    <a:pt x="620" y="553"/>
                  </a:cubicBezTo>
                  <a:cubicBezTo>
                    <a:pt x="621" y="553"/>
                    <a:pt x="621" y="553"/>
                    <a:pt x="621" y="553"/>
                  </a:cubicBezTo>
                  <a:cubicBezTo>
                    <a:pt x="668" y="600"/>
                    <a:pt x="668" y="600"/>
                    <a:pt x="668" y="600"/>
                  </a:cubicBezTo>
                  <a:cubicBezTo>
                    <a:pt x="668" y="600"/>
                    <a:pt x="668" y="600"/>
                    <a:pt x="668" y="601"/>
                  </a:cubicBezTo>
                  <a:cubicBezTo>
                    <a:pt x="668" y="617"/>
                    <a:pt x="668" y="617"/>
                    <a:pt x="668" y="617"/>
                  </a:cubicBezTo>
                  <a:cubicBezTo>
                    <a:pt x="668" y="618"/>
                    <a:pt x="668" y="618"/>
                    <a:pt x="668" y="618"/>
                  </a:cubicBezTo>
                  <a:cubicBezTo>
                    <a:pt x="650" y="636"/>
                    <a:pt x="650" y="636"/>
                    <a:pt x="650" y="636"/>
                  </a:cubicBezTo>
                  <a:cubicBezTo>
                    <a:pt x="650" y="665"/>
                    <a:pt x="650" y="665"/>
                    <a:pt x="650" y="665"/>
                  </a:cubicBezTo>
                  <a:cubicBezTo>
                    <a:pt x="691" y="705"/>
                    <a:pt x="691" y="705"/>
                    <a:pt x="691" y="705"/>
                  </a:cubicBezTo>
                  <a:cubicBezTo>
                    <a:pt x="720" y="705"/>
                    <a:pt x="720" y="705"/>
                    <a:pt x="720" y="705"/>
                  </a:cubicBezTo>
                  <a:lnTo>
                    <a:pt x="720" y="7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3" name="Freeform 536"/>
            <p:cNvSpPr>
              <a:spLocks/>
            </p:cNvSpPr>
            <p:nvPr/>
          </p:nvSpPr>
          <p:spPr bwMode="auto">
            <a:xfrm flipV="1">
              <a:off x="819152" y="5851524"/>
              <a:ext cx="2293937" cy="2311400"/>
            </a:xfrm>
            <a:custGeom>
              <a:avLst/>
              <a:gdLst>
                <a:gd name="T0" fmla="*/ 609 w 611"/>
                <a:gd name="T1" fmla="*/ 616 h 616"/>
                <a:gd name="T2" fmla="*/ 585 w 611"/>
                <a:gd name="T3" fmla="*/ 592 h 616"/>
                <a:gd name="T4" fmla="*/ 561 w 611"/>
                <a:gd name="T5" fmla="*/ 592 h 616"/>
                <a:gd name="T6" fmla="*/ 560 w 611"/>
                <a:gd name="T7" fmla="*/ 591 h 616"/>
                <a:gd name="T8" fmla="*/ 538 w 611"/>
                <a:gd name="T9" fmla="*/ 570 h 616"/>
                <a:gd name="T10" fmla="*/ 538 w 611"/>
                <a:gd name="T11" fmla="*/ 569 h 616"/>
                <a:gd name="T12" fmla="*/ 538 w 611"/>
                <a:gd name="T13" fmla="*/ 513 h 616"/>
                <a:gd name="T14" fmla="*/ 439 w 611"/>
                <a:gd name="T15" fmla="*/ 413 h 616"/>
                <a:gd name="T16" fmla="*/ 396 w 611"/>
                <a:gd name="T17" fmla="*/ 413 h 616"/>
                <a:gd name="T18" fmla="*/ 395 w 611"/>
                <a:gd name="T19" fmla="*/ 413 h 616"/>
                <a:gd name="T20" fmla="*/ 322 w 611"/>
                <a:gd name="T21" fmla="*/ 339 h 616"/>
                <a:gd name="T22" fmla="*/ 321 w 611"/>
                <a:gd name="T23" fmla="*/ 338 h 616"/>
                <a:gd name="T24" fmla="*/ 321 w 611"/>
                <a:gd name="T25" fmla="*/ 281 h 616"/>
                <a:gd name="T26" fmla="*/ 254 w 611"/>
                <a:gd name="T27" fmla="*/ 214 h 616"/>
                <a:gd name="T28" fmla="*/ 212 w 611"/>
                <a:gd name="T29" fmla="*/ 214 h 616"/>
                <a:gd name="T30" fmla="*/ 211 w 611"/>
                <a:gd name="T31" fmla="*/ 214 h 616"/>
                <a:gd name="T32" fmla="*/ 0 w 611"/>
                <a:gd name="T33" fmla="*/ 2 h 616"/>
                <a:gd name="T34" fmla="*/ 2 w 611"/>
                <a:gd name="T35" fmla="*/ 0 h 616"/>
                <a:gd name="T36" fmla="*/ 213 w 611"/>
                <a:gd name="T37" fmla="*/ 211 h 616"/>
                <a:gd name="T38" fmla="*/ 255 w 611"/>
                <a:gd name="T39" fmla="*/ 211 h 616"/>
                <a:gd name="T40" fmla="*/ 256 w 611"/>
                <a:gd name="T41" fmla="*/ 211 h 616"/>
                <a:gd name="T42" fmla="*/ 324 w 611"/>
                <a:gd name="T43" fmla="*/ 279 h 616"/>
                <a:gd name="T44" fmla="*/ 325 w 611"/>
                <a:gd name="T45" fmla="*/ 280 h 616"/>
                <a:gd name="T46" fmla="*/ 325 w 611"/>
                <a:gd name="T47" fmla="*/ 337 h 616"/>
                <a:gd name="T48" fmla="*/ 397 w 611"/>
                <a:gd name="T49" fmla="*/ 410 h 616"/>
                <a:gd name="T50" fmla="*/ 439 w 611"/>
                <a:gd name="T51" fmla="*/ 410 h 616"/>
                <a:gd name="T52" fmla="*/ 441 w 611"/>
                <a:gd name="T53" fmla="*/ 410 h 616"/>
                <a:gd name="T54" fmla="*/ 541 w 611"/>
                <a:gd name="T55" fmla="*/ 511 h 616"/>
                <a:gd name="T56" fmla="*/ 541 w 611"/>
                <a:gd name="T57" fmla="*/ 512 h 616"/>
                <a:gd name="T58" fmla="*/ 541 w 611"/>
                <a:gd name="T59" fmla="*/ 568 h 616"/>
                <a:gd name="T60" fmla="*/ 562 w 611"/>
                <a:gd name="T61" fmla="*/ 588 h 616"/>
                <a:gd name="T62" fmla="*/ 586 w 611"/>
                <a:gd name="T63" fmla="*/ 588 h 616"/>
                <a:gd name="T64" fmla="*/ 587 w 611"/>
                <a:gd name="T65" fmla="*/ 589 h 616"/>
                <a:gd name="T66" fmla="*/ 611 w 611"/>
                <a:gd name="T67" fmla="*/ 613 h 616"/>
                <a:gd name="T68" fmla="*/ 609 w 611"/>
                <a:gd name="T69" fmla="*/ 61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1" h="616">
                  <a:moveTo>
                    <a:pt x="609" y="616"/>
                  </a:moveTo>
                  <a:cubicBezTo>
                    <a:pt x="585" y="592"/>
                    <a:pt x="585" y="592"/>
                    <a:pt x="585" y="592"/>
                  </a:cubicBezTo>
                  <a:cubicBezTo>
                    <a:pt x="561" y="592"/>
                    <a:pt x="561" y="592"/>
                    <a:pt x="561" y="592"/>
                  </a:cubicBezTo>
                  <a:cubicBezTo>
                    <a:pt x="561" y="592"/>
                    <a:pt x="560" y="592"/>
                    <a:pt x="560" y="591"/>
                  </a:cubicBezTo>
                  <a:cubicBezTo>
                    <a:pt x="538" y="570"/>
                    <a:pt x="538" y="570"/>
                    <a:pt x="538" y="570"/>
                  </a:cubicBezTo>
                  <a:cubicBezTo>
                    <a:pt x="538" y="570"/>
                    <a:pt x="538" y="569"/>
                    <a:pt x="538" y="569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39" y="413"/>
                    <a:pt x="439" y="413"/>
                    <a:pt x="439" y="413"/>
                  </a:cubicBezTo>
                  <a:cubicBezTo>
                    <a:pt x="396" y="413"/>
                    <a:pt x="396" y="413"/>
                    <a:pt x="396" y="413"/>
                  </a:cubicBezTo>
                  <a:cubicBezTo>
                    <a:pt x="396" y="413"/>
                    <a:pt x="395" y="413"/>
                    <a:pt x="395" y="413"/>
                  </a:cubicBezTo>
                  <a:cubicBezTo>
                    <a:pt x="322" y="339"/>
                    <a:pt x="322" y="339"/>
                    <a:pt x="322" y="339"/>
                  </a:cubicBezTo>
                  <a:cubicBezTo>
                    <a:pt x="321" y="339"/>
                    <a:pt x="321" y="338"/>
                    <a:pt x="321" y="338"/>
                  </a:cubicBezTo>
                  <a:cubicBezTo>
                    <a:pt x="321" y="281"/>
                    <a:pt x="321" y="281"/>
                    <a:pt x="321" y="281"/>
                  </a:cubicBezTo>
                  <a:cubicBezTo>
                    <a:pt x="254" y="214"/>
                    <a:pt x="254" y="214"/>
                    <a:pt x="254" y="214"/>
                  </a:cubicBezTo>
                  <a:cubicBezTo>
                    <a:pt x="212" y="214"/>
                    <a:pt x="212" y="214"/>
                    <a:pt x="212" y="214"/>
                  </a:cubicBezTo>
                  <a:cubicBezTo>
                    <a:pt x="212" y="214"/>
                    <a:pt x="211" y="214"/>
                    <a:pt x="211" y="2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55" y="211"/>
                    <a:pt x="255" y="211"/>
                    <a:pt x="255" y="211"/>
                  </a:cubicBezTo>
                  <a:cubicBezTo>
                    <a:pt x="256" y="211"/>
                    <a:pt x="256" y="211"/>
                    <a:pt x="256" y="211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79"/>
                    <a:pt x="325" y="280"/>
                    <a:pt x="325" y="280"/>
                  </a:cubicBezTo>
                  <a:cubicBezTo>
                    <a:pt x="325" y="337"/>
                    <a:pt x="325" y="337"/>
                    <a:pt x="325" y="337"/>
                  </a:cubicBezTo>
                  <a:cubicBezTo>
                    <a:pt x="397" y="410"/>
                    <a:pt x="397" y="410"/>
                    <a:pt x="397" y="410"/>
                  </a:cubicBezTo>
                  <a:cubicBezTo>
                    <a:pt x="439" y="410"/>
                    <a:pt x="439" y="410"/>
                    <a:pt x="439" y="410"/>
                  </a:cubicBezTo>
                  <a:cubicBezTo>
                    <a:pt x="440" y="410"/>
                    <a:pt x="440" y="410"/>
                    <a:pt x="441" y="410"/>
                  </a:cubicBezTo>
                  <a:cubicBezTo>
                    <a:pt x="541" y="511"/>
                    <a:pt x="541" y="511"/>
                    <a:pt x="541" y="511"/>
                  </a:cubicBezTo>
                  <a:cubicBezTo>
                    <a:pt x="541" y="511"/>
                    <a:pt x="541" y="511"/>
                    <a:pt x="541" y="512"/>
                  </a:cubicBezTo>
                  <a:cubicBezTo>
                    <a:pt x="541" y="568"/>
                    <a:pt x="541" y="568"/>
                    <a:pt x="541" y="568"/>
                  </a:cubicBezTo>
                  <a:cubicBezTo>
                    <a:pt x="562" y="588"/>
                    <a:pt x="562" y="588"/>
                    <a:pt x="562" y="588"/>
                  </a:cubicBezTo>
                  <a:cubicBezTo>
                    <a:pt x="586" y="588"/>
                    <a:pt x="586" y="588"/>
                    <a:pt x="586" y="588"/>
                  </a:cubicBezTo>
                  <a:cubicBezTo>
                    <a:pt x="586" y="588"/>
                    <a:pt x="587" y="589"/>
                    <a:pt x="587" y="589"/>
                  </a:cubicBezTo>
                  <a:cubicBezTo>
                    <a:pt x="611" y="613"/>
                    <a:pt x="611" y="613"/>
                    <a:pt x="611" y="613"/>
                  </a:cubicBezTo>
                  <a:lnTo>
                    <a:pt x="609" y="61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4" name="Freeform 537"/>
            <p:cNvSpPr>
              <a:spLocks/>
            </p:cNvSpPr>
            <p:nvPr/>
          </p:nvSpPr>
          <p:spPr bwMode="auto">
            <a:xfrm flipV="1">
              <a:off x="895352" y="5483223"/>
              <a:ext cx="2573337" cy="2754313"/>
            </a:xfrm>
            <a:custGeom>
              <a:avLst/>
              <a:gdLst>
                <a:gd name="T0" fmla="*/ 621 w 686"/>
                <a:gd name="T1" fmla="*/ 734 h 734"/>
                <a:gd name="T2" fmla="*/ 621 w 686"/>
                <a:gd name="T3" fmla="*/ 731 h 734"/>
                <a:gd name="T4" fmla="*/ 663 w 686"/>
                <a:gd name="T5" fmla="*/ 731 h 734"/>
                <a:gd name="T6" fmla="*/ 682 w 686"/>
                <a:gd name="T7" fmla="*/ 712 h 734"/>
                <a:gd name="T8" fmla="*/ 682 w 686"/>
                <a:gd name="T9" fmla="*/ 685 h 734"/>
                <a:gd name="T10" fmla="*/ 593 w 686"/>
                <a:gd name="T11" fmla="*/ 596 h 734"/>
                <a:gd name="T12" fmla="*/ 592 w 686"/>
                <a:gd name="T13" fmla="*/ 595 h 734"/>
                <a:gd name="T14" fmla="*/ 592 w 686"/>
                <a:gd name="T15" fmla="*/ 567 h 734"/>
                <a:gd name="T16" fmla="*/ 430 w 686"/>
                <a:gd name="T17" fmla="*/ 404 h 734"/>
                <a:gd name="T18" fmla="*/ 375 w 686"/>
                <a:gd name="T19" fmla="*/ 404 h 734"/>
                <a:gd name="T20" fmla="*/ 374 w 686"/>
                <a:gd name="T21" fmla="*/ 404 h 734"/>
                <a:gd name="T22" fmla="*/ 334 w 686"/>
                <a:gd name="T23" fmla="*/ 364 h 734"/>
                <a:gd name="T24" fmla="*/ 334 w 686"/>
                <a:gd name="T25" fmla="*/ 363 h 734"/>
                <a:gd name="T26" fmla="*/ 334 w 686"/>
                <a:gd name="T27" fmla="*/ 308 h 734"/>
                <a:gd name="T28" fmla="*/ 219 w 686"/>
                <a:gd name="T29" fmla="*/ 194 h 734"/>
                <a:gd name="T30" fmla="*/ 193 w 686"/>
                <a:gd name="T31" fmla="*/ 194 h 734"/>
                <a:gd name="T32" fmla="*/ 191 w 686"/>
                <a:gd name="T33" fmla="*/ 193 h 734"/>
                <a:gd name="T34" fmla="*/ 0 w 686"/>
                <a:gd name="T35" fmla="*/ 2 h 734"/>
                <a:gd name="T36" fmla="*/ 2 w 686"/>
                <a:gd name="T37" fmla="*/ 0 h 734"/>
                <a:gd name="T38" fmla="*/ 193 w 686"/>
                <a:gd name="T39" fmla="*/ 190 h 734"/>
                <a:gd name="T40" fmla="*/ 220 w 686"/>
                <a:gd name="T41" fmla="*/ 190 h 734"/>
                <a:gd name="T42" fmla="*/ 221 w 686"/>
                <a:gd name="T43" fmla="*/ 191 h 734"/>
                <a:gd name="T44" fmla="*/ 337 w 686"/>
                <a:gd name="T45" fmla="*/ 306 h 734"/>
                <a:gd name="T46" fmla="*/ 337 w 686"/>
                <a:gd name="T47" fmla="*/ 307 h 734"/>
                <a:gd name="T48" fmla="*/ 337 w 686"/>
                <a:gd name="T49" fmla="*/ 362 h 734"/>
                <a:gd name="T50" fmla="*/ 376 w 686"/>
                <a:gd name="T51" fmla="*/ 401 h 734"/>
                <a:gd name="T52" fmla="*/ 430 w 686"/>
                <a:gd name="T53" fmla="*/ 401 h 734"/>
                <a:gd name="T54" fmla="*/ 432 w 686"/>
                <a:gd name="T55" fmla="*/ 401 h 734"/>
                <a:gd name="T56" fmla="*/ 595 w 686"/>
                <a:gd name="T57" fmla="*/ 565 h 734"/>
                <a:gd name="T58" fmla="*/ 596 w 686"/>
                <a:gd name="T59" fmla="*/ 566 h 734"/>
                <a:gd name="T60" fmla="*/ 596 w 686"/>
                <a:gd name="T61" fmla="*/ 594 h 734"/>
                <a:gd name="T62" fmla="*/ 685 w 686"/>
                <a:gd name="T63" fmla="*/ 684 h 734"/>
                <a:gd name="T64" fmla="*/ 686 w 686"/>
                <a:gd name="T65" fmla="*/ 685 h 734"/>
                <a:gd name="T66" fmla="*/ 686 w 686"/>
                <a:gd name="T67" fmla="*/ 712 h 734"/>
                <a:gd name="T68" fmla="*/ 685 w 686"/>
                <a:gd name="T69" fmla="*/ 714 h 734"/>
                <a:gd name="T70" fmla="*/ 665 w 686"/>
                <a:gd name="T71" fmla="*/ 734 h 734"/>
                <a:gd name="T72" fmla="*/ 664 w 686"/>
                <a:gd name="T73" fmla="*/ 734 h 734"/>
                <a:gd name="T74" fmla="*/ 621 w 686"/>
                <a:gd name="T75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6" h="734">
                  <a:moveTo>
                    <a:pt x="621" y="734"/>
                  </a:moveTo>
                  <a:cubicBezTo>
                    <a:pt x="621" y="731"/>
                    <a:pt x="621" y="731"/>
                    <a:pt x="621" y="731"/>
                  </a:cubicBezTo>
                  <a:cubicBezTo>
                    <a:pt x="663" y="731"/>
                    <a:pt x="663" y="731"/>
                    <a:pt x="663" y="731"/>
                  </a:cubicBezTo>
                  <a:cubicBezTo>
                    <a:pt x="682" y="712"/>
                    <a:pt x="682" y="712"/>
                    <a:pt x="682" y="712"/>
                  </a:cubicBezTo>
                  <a:cubicBezTo>
                    <a:pt x="682" y="685"/>
                    <a:pt x="682" y="685"/>
                    <a:pt x="682" y="685"/>
                  </a:cubicBezTo>
                  <a:cubicBezTo>
                    <a:pt x="593" y="596"/>
                    <a:pt x="593" y="596"/>
                    <a:pt x="593" y="596"/>
                  </a:cubicBezTo>
                  <a:cubicBezTo>
                    <a:pt x="592" y="596"/>
                    <a:pt x="592" y="595"/>
                    <a:pt x="592" y="595"/>
                  </a:cubicBezTo>
                  <a:cubicBezTo>
                    <a:pt x="592" y="567"/>
                    <a:pt x="592" y="567"/>
                    <a:pt x="592" y="567"/>
                  </a:cubicBezTo>
                  <a:cubicBezTo>
                    <a:pt x="430" y="404"/>
                    <a:pt x="430" y="404"/>
                    <a:pt x="430" y="404"/>
                  </a:cubicBezTo>
                  <a:cubicBezTo>
                    <a:pt x="375" y="404"/>
                    <a:pt x="375" y="404"/>
                    <a:pt x="375" y="404"/>
                  </a:cubicBezTo>
                  <a:cubicBezTo>
                    <a:pt x="374" y="404"/>
                    <a:pt x="374" y="404"/>
                    <a:pt x="374" y="404"/>
                  </a:cubicBezTo>
                  <a:cubicBezTo>
                    <a:pt x="334" y="364"/>
                    <a:pt x="334" y="364"/>
                    <a:pt x="334" y="364"/>
                  </a:cubicBezTo>
                  <a:cubicBezTo>
                    <a:pt x="334" y="364"/>
                    <a:pt x="334" y="363"/>
                    <a:pt x="334" y="363"/>
                  </a:cubicBezTo>
                  <a:cubicBezTo>
                    <a:pt x="334" y="308"/>
                    <a:pt x="334" y="308"/>
                    <a:pt x="334" y="308"/>
                  </a:cubicBezTo>
                  <a:cubicBezTo>
                    <a:pt x="219" y="194"/>
                    <a:pt x="219" y="194"/>
                    <a:pt x="219" y="194"/>
                  </a:cubicBezTo>
                  <a:cubicBezTo>
                    <a:pt x="193" y="194"/>
                    <a:pt x="193" y="194"/>
                    <a:pt x="193" y="194"/>
                  </a:cubicBezTo>
                  <a:cubicBezTo>
                    <a:pt x="192" y="194"/>
                    <a:pt x="192" y="194"/>
                    <a:pt x="191" y="19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3" y="190"/>
                    <a:pt x="193" y="190"/>
                    <a:pt x="193" y="190"/>
                  </a:cubicBezTo>
                  <a:cubicBezTo>
                    <a:pt x="220" y="190"/>
                    <a:pt x="220" y="190"/>
                    <a:pt x="220" y="190"/>
                  </a:cubicBezTo>
                  <a:cubicBezTo>
                    <a:pt x="221" y="190"/>
                    <a:pt x="221" y="191"/>
                    <a:pt x="221" y="191"/>
                  </a:cubicBezTo>
                  <a:cubicBezTo>
                    <a:pt x="337" y="306"/>
                    <a:pt x="337" y="306"/>
                    <a:pt x="337" y="306"/>
                  </a:cubicBezTo>
                  <a:cubicBezTo>
                    <a:pt x="337" y="306"/>
                    <a:pt x="337" y="307"/>
                    <a:pt x="337" y="307"/>
                  </a:cubicBezTo>
                  <a:cubicBezTo>
                    <a:pt x="337" y="362"/>
                    <a:pt x="337" y="362"/>
                    <a:pt x="337" y="362"/>
                  </a:cubicBezTo>
                  <a:cubicBezTo>
                    <a:pt x="376" y="401"/>
                    <a:pt x="376" y="401"/>
                    <a:pt x="376" y="401"/>
                  </a:cubicBezTo>
                  <a:cubicBezTo>
                    <a:pt x="430" y="401"/>
                    <a:pt x="430" y="401"/>
                    <a:pt x="430" y="401"/>
                  </a:cubicBezTo>
                  <a:cubicBezTo>
                    <a:pt x="431" y="401"/>
                    <a:pt x="431" y="401"/>
                    <a:pt x="432" y="401"/>
                  </a:cubicBezTo>
                  <a:cubicBezTo>
                    <a:pt x="595" y="565"/>
                    <a:pt x="595" y="565"/>
                    <a:pt x="595" y="565"/>
                  </a:cubicBezTo>
                  <a:cubicBezTo>
                    <a:pt x="595" y="565"/>
                    <a:pt x="596" y="566"/>
                    <a:pt x="596" y="566"/>
                  </a:cubicBezTo>
                  <a:cubicBezTo>
                    <a:pt x="596" y="594"/>
                    <a:pt x="596" y="594"/>
                    <a:pt x="596" y="594"/>
                  </a:cubicBezTo>
                  <a:cubicBezTo>
                    <a:pt x="685" y="684"/>
                    <a:pt x="685" y="684"/>
                    <a:pt x="685" y="684"/>
                  </a:cubicBezTo>
                  <a:cubicBezTo>
                    <a:pt x="685" y="684"/>
                    <a:pt x="686" y="684"/>
                    <a:pt x="686" y="685"/>
                  </a:cubicBezTo>
                  <a:cubicBezTo>
                    <a:pt x="686" y="712"/>
                    <a:pt x="686" y="712"/>
                    <a:pt x="686" y="712"/>
                  </a:cubicBezTo>
                  <a:cubicBezTo>
                    <a:pt x="686" y="713"/>
                    <a:pt x="685" y="713"/>
                    <a:pt x="685" y="714"/>
                  </a:cubicBezTo>
                  <a:cubicBezTo>
                    <a:pt x="665" y="734"/>
                    <a:pt x="665" y="734"/>
                    <a:pt x="665" y="734"/>
                  </a:cubicBezTo>
                  <a:cubicBezTo>
                    <a:pt x="664" y="734"/>
                    <a:pt x="664" y="734"/>
                    <a:pt x="664" y="734"/>
                  </a:cubicBezTo>
                  <a:lnTo>
                    <a:pt x="621" y="73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5" name="Freeform 538"/>
            <p:cNvSpPr>
              <a:spLocks/>
            </p:cNvSpPr>
            <p:nvPr/>
          </p:nvSpPr>
          <p:spPr bwMode="auto">
            <a:xfrm flipV="1">
              <a:off x="996952" y="6038848"/>
              <a:ext cx="2303462" cy="2303463"/>
            </a:xfrm>
            <a:custGeom>
              <a:avLst/>
              <a:gdLst>
                <a:gd name="T0" fmla="*/ 1446 w 1451"/>
                <a:gd name="T1" fmla="*/ 1451 h 1451"/>
                <a:gd name="T2" fmla="*/ 0 w 1451"/>
                <a:gd name="T3" fmla="*/ 7 h 1451"/>
                <a:gd name="T4" fmla="*/ 7 w 1451"/>
                <a:gd name="T5" fmla="*/ 0 h 1451"/>
                <a:gd name="T6" fmla="*/ 1451 w 1451"/>
                <a:gd name="T7" fmla="*/ 1446 h 1451"/>
                <a:gd name="T8" fmla="*/ 1446 w 1451"/>
                <a:gd name="T9" fmla="*/ 1451 h 1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1" h="1451">
                  <a:moveTo>
                    <a:pt x="1446" y="1451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451" y="1446"/>
                  </a:lnTo>
                  <a:lnTo>
                    <a:pt x="1446" y="14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6" name="Freeform 539"/>
            <p:cNvSpPr>
              <a:spLocks/>
            </p:cNvSpPr>
            <p:nvPr/>
          </p:nvSpPr>
          <p:spPr bwMode="auto">
            <a:xfrm flipV="1">
              <a:off x="1096964" y="5513386"/>
              <a:ext cx="2544762" cy="2927350"/>
            </a:xfrm>
            <a:custGeom>
              <a:avLst/>
              <a:gdLst>
                <a:gd name="T0" fmla="*/ 659 w 678"/>
                <a:gd name="T1" fmla="*/ 780 h 780"/>
                <a:gd name="T2" fmla="*/ 656 w 678"/>
                <a:gd name="T3" fmla="*/ 777 h 780"/>
                <a:gd name="T4" fmla="*/ 664 w 678"/>
                <a:gd name="T5" fmla="*/ 770 h 780"/>
                <a:gd name="T6" fmla="*/ 664 w 678"/>
                <a:gd name="T7" fmla="*/ 716 h 780"/>
                <a:gd name="T8" fmla="*/ 664 w 678"/>
                <a:gd name="T9" fmla="*/ 714 h 780"/>
                <a:gd name="T10" fmla="*/ 674 w 678"/>
                <a:gd name="T11" fmla="*/ 704 h 780"/>
                <a:gd name="T12" fmla="*/ 674 w 678"/>
                <a:gd name="T13" fmla="*/ 687 h 780"/>
                <a:gd name="T14" fmla="*/ 265 w 678"/>
                <a:gd name="T15" fmla="*/ 277 h 780"/>
                <a:gd name="T16" fmla="*/ 264 w 678"/>
                <a:gd name="T17" fmla="*/ 276 h 780"/>
                <a:gd name="T18" fmla="*/ 264 w 678"/>
                <a:gd name="T19" fmla="*/ 267 h 780"/>
                <a:gd name="T20" fmla="*/ 0 w 678"/>
                <a:gd name="T21" fmla="*/ 2 h 780"/>
                <a:gd name="T22" fmla="*/ 2 w 678"/>
                <a:gd name="T23" fmla="*/ 0 h 780"/>
                <a:gd name="T24" fmla="*/ 267 w 678"/>
                <a:gd name="T25" fmla="*/ 265 h 780"/>
                <a:gd name="T26" fmla="*/ 268 w 678"/>
                <a:gd name="T27" fmla="*/ 266 h 780"/>
                <a:gd name="T28" fmla="*/ 268 w 678"/>
                <a:gd name="T29" fmla="*/ 275 h 780"/>
                <a:gd name="T30" fmla="*/ 677 w 678"/>
                <a:gd name="T31" fmla="*/ 685 h 780"/>
                <a:gd name="T32" fmla="*/ 678 w 678"/>
                <a:gd name="T33" fmla="*/ 686 h 780"/>
                <a:gd name="T34" fmla="*/ 678 w 678"/>
                <a:gd name="T35" fmla="*/ 705 h 780"/>
                <a:gd name="T36" fmla="*/ 677 w 678"/>
                <a:gd name="T37" fmla="*/ 706 h 780"/>
                <a:gd name="T38" fmla="*/ 667 w 678"/>
                <a:gd name="T39" fmla="*/ 716 h 780"/>
                <a:gd name="T40" fmla="*/ 667 w 678"/>
                <a:gd name="T41" fmla="*/ 771 h 780"/>
                <a:gd name="T42" fmla="*/ 667 w 678"/>
                <a:gd name="T43" fmla="*/ 772 h 780"/>
                <a:gd name="T44" fmla="*/ 659 w 678"/>
                <a:gd name="T45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8" h="780">
                  <a:moveTo>
                    <a:pt x="659" y="780"/>
                  </a:moveTo>
                  <a:cubicBezTo>
                    <a:pt x="656" y="777"/>
                    <a:pt x="656" y="777"/>
                    <a:pt x="656" y="777"/>
                  </a:cubicBezTo>
                  <a:cubicBezTo>
                    <a:pt x="664" y="770"/>
                    <a:pt x="664" y="770"/>
                    <a:pt x="664" y="770"/>
                  </a:cubicBezTo>
                  <a:cubicBezTo>
                    <a:pt x="664" y="716"/>
                    <a:pt x="664" y="716"/>
                    <a:pt x="664" y="716"/>
                  </a:cubicBezTo>
                  <a:cubicBezTo>
                    <a:pt x="664" y="715"/>
                    <a:pt x="664" y="715"/>
                    <a:pt x="664" y="714"/>
                  </a:cubicBezTo>
                  <a:cubicBezTo>
                    <a:pt x="674" y="704"/>
                    <a:pt x="674" y="704"/>
                    <a:pt x="674" y="704"/>
                  </a:cubicBezTo>
                  <a:cubicBezTo>
                    <a:pt x="674" y="687"/>
                    <a:pt x="674" y="687"/>
                    <a:pt x="674" y="687"/>
                  </a:cubicBezTo>
                  <a:cubicBezTo>
                    <a:pt x="265" y="277"/>
                    <a:pt x="265" y="277"/>
                    <a:pt x="265" y="277"/>
                  </a:cubicBezTo>
                  <a:cubicBezTo>
                    <a:pt x="264" y="277"/>
                    <a:pt x="264" y="276"/>
                    <a:pt x="264" y="276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67" y="265"/>
                    <a:pt x="267" y="265"/>
                    <a:pt x="267" y="265"/>
                  </a:cubicBezTo>
                  <a:cubicBezTo>
                    <a:pt x="267" y="265"/>
                    <a:pt x="268" y="266"/>
                    <a:pt x="268" y="266"/>
                  </a:cubicBezTo>
                  <a:cubicBezTo>
                    <a:pt x="268" y="275"/>
                    <a:pt x="268" y="275"/>
                    <a:pt x="268" y="275"/>
                  </a:cubicBezTo>
                  <a:cubicBezTo>
                    <a:pt x="677" y="685"/>
                    <a:pt x="677" y="685"/>
                    <a:pt x="677" y="685"/>
                  </a:cubicBezTo>
                  <a:cubicBezTo>
                    <a:pt x="678" y="685"/>
                    <a:pt x="678" y="686"/>
                    <a:pt x="678" y="686"/>
                  </a:cubicBezTo>
                  <a:cubicBezTo>
                    <a:pt x="678" y="705"/>
                    <a:pt x="678" y="705"/>
                    <a:pt x="678" y="705"/>
                  </a:cubicBezTo>
                  <a:cubicBezTo>
                    <a:pt x="678" y="705"/>
                    <a:pt x="678" y="706"/>
                    <a:pt x="677" y="706"/>
                  </a:cubicBezTo>
                  <a:cubicBezTo>
                    <a:pt x="667" y="716"/>
                    <a:pt x="667" y="716"/>
                    <a:pt x="667" y="716"/>
                  </a:cubicBezTo>
                  <a:cubicBezTo>
                    <a:pt x="667" y="771"/>
                    <a:pt x="667" y="771"/>
                    <a:pt x="667" y="771"/>
                  </a:cubicBezTo>
                  <a:cubicBezTo>
                    <a:pt x="667" y="771"/>
                    <a:pt x="667" y="771"/>
                    <a:pt x="667" y="772"/>
                  </a:cubicBezTo>
                  <a:lnTo>
                    <a:pt x="659" y="78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7" name="Freeform 540"/>
            <p:cNvSpPr>
              <a:spLocks/>
            </p:cNvSpPr>
            <p:nvPr/>
          </p:nvSpPr>
          <p:spPr bwMode="auto">
            <a:xfrm flipV="1">
              <a:off x="1173164" y="5711824"/>
              <a:ext cx="2551112" cy="2803525"/>
            </a:xfrm>
            <a:custGeom>
              <a:avLst/>
              <a:gdLst>
                <a:gd name="T0" fmla="*/ 680 w 680"/>
                <a:gd name="T1" fmla="*/ 747 h 747"/>
                <a:gd name="T2" fmla="*/ 676 w 680"/>
                <a:gd name="T3" fmla="*/ 747 h 747"/>
                <a:gd name="T4" fmla="*/ 676 w 680"/>
                <a:gd name="T5" fmla="*/ 705 h 747"/>
                <a:gd name="T6" fmla="*/ 275 w 680"/>
                <a:gd name="T7" fmla="*/ 304 h 747"/>
                <a:gd name="T8" fmla="*/ 275 w 680"/>
                <a:gd name="T9" fmla="*/ 303 h 747"/>
                <a:gd name="T10" fmla="*/ 275 w 680"/>
                <a:gd name="T11" fmla="*/ 277 h 747"/>
                <a:gd name="T12" fmla="*/ 0 w 680"/>
                <a:gd name="T13" fmla="*/ 2 h 747"/>
                <a:gd name="T14" fmla="*/ 2 w 680"/>
                <a:gd name="T15" fmla="*/ 0 h 747"/>
                <a:gd name="T16" fmla="*/ 278 w 680"/>
                <a:gd name="T17" fmla="*/ 275 h 747"/>
                <a:gd name="T18" fmla="*/ 278 w 680"/>
                <a:gd name="T19" fmla="*/ 276 h 747"/>
                <a:gd name="T20" fmla="*/ 278 w 680"/>
                <a:gd name="T21" fmla="*/ 302 h 747"/>
                <a:gd name="T22" fmla="*/ 679 w 680"/>
                <a:gd name="T23" fmla="*/ 703 h 747"/>
                <a:gd name="T24" fmla="*/ 680 w 680"/>
                <a:gd name="T25" fmla="*/ 704 h 747"/>
                <a:gd name="T26" fmla="*/ 680 w 680"/>
                <a:gd name="T27" fmla="*/ 74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0" h="747">
                  <a:moveTo>
                    <a:pt x="680" y="747"/>
                  </a:moveTo>
                  <a:cubicBezTo>
                    <a:pt x="676" y="747"/>
                    <a:pt x="676" y="747"/>
                    <a:pt x="676" y="747"/>
                  </a:cubicBezTo>
                  <a:cubicBezTo>
                    <a:pt x="676" y="705"/>
                    <a:pt x="676" y="705"/>
                    <a:pt x="676" y="705"/>
                  </a:cubicBezTo>
                  <a:cubicBezTo>
                    <a:pt x="275" y="304"/>
                    <a:pt x="275" y="304"/>
                    <a:pt x="275" y="304"/>
                  </a:cubicBezTo>
                  <a:cubicBezTo>
                    <a:pt x="275" y="304"/>
                    <a:pt x="275" y="303"/>
                    <a:pt x="275" y="303"/>
                  </a:cubicBezTo>
                  <a:cubicBezTo>
                    <a:pt x="275" y="277"/>
                    <a:pt x="275" y="277"/>
                    <a:pt x="275" y="27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78" y="275"/>
                    <a:pt x="278" y="275"/>
                    <a:pt x="278" y="275"/>
                  </a:cubicBezTo>
                  <a:cubicBezTo>
                    <a:pt x="278" y="275"/>
                    <a:pt x="278" y="276"/>
                    <a:pt x="278" y="276"/>
                  </a:cubicBezTo>
                  <a:cubicBezTo>
                    <a:pt x="278" y="302"/>
                    <a:pt x="278" y="302"/>
                    <a:pt x="278" y="302"/>
                  </a:cubicBezTo>
                  <a:cubicBezTo>
                    <a:pt x="679" y="703"/>
                    <a:pt x="679" y="703"/>
                    <a:pt x="679" y="703"/>
                  </a:cubicBezTo>
                  <a:cubicBezTo>
                    <a:pt x="680" y="703"/>
                    <a:pt x="680" y="704"/>
                    <a:pt x="680" y="704"/>
                  </a:cubicBezTo>
                  <a:lnTo>
                    <a:pt x="680" y="7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8" name="Freeform 541"/>
            <p:cNvSpPr>
              <a:spLocks/>
            </p:cNvSpPr>
            <p:nvPr/>
          </p:nvSpPr>
          <p:spPr bwMode="auto">
            <a:xfrm flipV="1">
              <a:off x="1250952" y="5876923"/>
              <a:ext cx="2616200" cy="2728913"/>
            </a:xfrm>
            <a:custGeom>
              <a:avLst/>
              <a:gdLst>
                <a:gd name="T0" fmla="*/ 693 w 697"/>
                <a:gd name="T1" fmla="*/ 727 h 727"/>
                <a:gd name="T2" fmla="*/ 675 w 697"/>
                <a:gd name="T3" fmla="*/ 710 h 727"/>
                <a:gd name="T4" fmla="*/ 657 w 697"/>
                <a:gd name="T5" fmla="*/ 710 h 727"/>
                <a:gd name="T6" fmla="*/ 654 w 697"/>
                <a:gd name="T7" fmla="*/ 709 h 727"/>
                <a:gd name="T8" fmla="*/ 300 w 697"/>
                <a:gd name="T9" fmla="*/ 355 h 727"/>
                <a:gd name="T10" fmla="*/ 299 w 697"/>
                <a:gd name="T11" fmla="*/ 353 h 727"/>
                <a:gd name="T12" fmla="*/ 299 w 697"/>
                <a:gd name="T13" fmla="*/ 304 h 727"/>
                <a:gd name="T14" fmla="*/ 0 w 697"/>
                <a:gd name="T15" fmla="*/ 5 h 727"/>
                <a:gd name="T16" fmla="*/ 5 w 697"/>
                <a:gd name="T17" fmla="*/ 0 h 727"/>
                <a:gd name="T18" fmla="*/ 305 w 697"/>
                <a:gd name="T19" fmla="*/ 300 h 727"/>
                <a:gd name="T20" fmla="*/ 306 w 697"/>
                <a:gd name="T21" fmla="*/ 303 h 727"/>
                <a:gd name="T22" fmla="*/ 306 w 697"/>
                <a:gd name="T23" fmla="*/ 351 h 727"/>
                <a:gd name="T24" fmla="*/ 658 w 697"/>
                <a:gd name="T25" fmla="*/ 703 h 727"/>
                <a:gd name="T26" fmla="*/ 677 w 697"/>
                <a:gd name="T27" fmla="*/ 703 h 727"/>
                <a:gd name="T28" fmla="*/ 679 w 697"/>
                <a:gd name="T29" fmla="*/ 704 h 727"/>
                <a:gd name="T30" fmla="*/ 697 w 697"/>
                <a:gd name="T31" fmla="*/ 722 h 727"/>
                <a:gd name="T32" fmla="*/ 693 w 697"/>
                <a:gd name="T33" fmla="*/ 727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7" h="727">
                  <a:moveTo>
                    <a:pt x="693" y="727"/>
                  </a:moveTo>
                  <a:cubicBezTo>
                    <a:pt x="675" y="710"/>
                    <a:pt x="675" y="710"/>
                    <a:pt x="675" y="710"/>
                  </a:cubicBezTo>
                  <a:cubicBezTo>
                    <a:pt x="657" y="710"/>
                    <a:pt x="657" y="710"/>
                    <a:pt x="657" y="710"/>
                  </a:cubicBezTo>
                  <a:cubicBezTo>
                    <a:pt x="656" y="710"/>
                    <a:pt x="655" y="710"/>
                    <a:pt x="654" y="709"/>
                  </a:cubicBezTo>
                  <a:cubicBezTo>
                    <a:pt x="300" y="355"/>
                    <a:pt x="300" y="355"/>
                    <a:pt x="300" y="355"/>
                  </a:cubicBezTo>
                  <a:cubicBezTo>
                    <a:pt x="300" y="354"/>
                    <a:pt x="299" y="354"/>
                    <a:pt x="299" y="353"/>
                  </a:cubicBezTo>
                  <a:cubicBezTo>
                    <a:pt x="299" y="304"/>
                    <a:pt x="299" y="304"/>
                    <a:pt x="299" y="30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306" y="301"/>
                    <a:pt x="306" y="302"/>
                    <a:pt x="306" y="303"/>
                  </a:cubicBezTo>
                  <a:cubicBezTo>
                    <a:pt x="306" y="351"/>
                    <a:pt x="306" y="351"/>
                    <a:pt x="306" y="351"/>
                  </a:cubicBezTo>
                  <a:cubicBezTo>
                    <a:pt x="658" y="703"/>
                    <a:pt x="658" y="703"/>
                    <a:pt x="658" y="703"/>
                  </a:cubicBezTo>
                  <a:cubicBezTo>
                    <a:pt x="677" y="703"/>
                    <a:pt x="677" y="703"/>
                    <a:pt x="677" y="703"/>
                  </a:cubicBezTo>
                  <a:cubicBezTo>
                    <a:pt x="678" y="703"/>
                    <a:pt x="679" y="704"/>
                    <a:pt x="679" y="704"/>
                  </a:cubicBezTo>
                  <a:cubicBezTo>
                    <a:pt x="697" y="722"/>
                    <a:pt x="697" y="722"/>
                    <a:pt x="697" y="722"/>
                  </a:cubicBezTo>
                  <a:lnTo>
                    <a:pt x="693" y="72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9" name="Freeform 542"/>
            <p:cNvSpPr>
              <a:spLocks/>
            </p:cNvSpPr>
            <p:nvPr/>
          </p:nvSpPr>
          <p:spPr bwMode="auto">
            <a:xfrm flipV="1">
              <a:off x="1333502" y="6053136"/>
              <a:ext cx="2717800" cy="2627313"/>
            </a:xfrm>
            <a:custGeom>
              <a:avLst/>
              <a:gdLst>
                <a:gd name="T0" fmla="*/ 720 w 724"/>
                <a:gd name="T1" fmla="*/ 700 h 700"/>
                <a:gd name="T2" fmla="*/ 712 w 724"/>
                <a:gd name="T3" fmla="*/ 692 h 700"/>
                <a:gd name="T4" fmla="*/ 629 w 724"/>
                <a:gd name="T5" fmla="*/ 692 h 700"/>
                <a:gd name="T6" fmla="*/ 628 w 724"/>
                <a:gd name="T7" fmla="*/ 691 h 700"/>
                <a:gd name="T8" fmla="*/ 319 w 724"/>
                <a:gd name="T9" fmla="*/ 382 h 700"/>
                <a:gd name="T10" fmla="*/ 318 w 724"/>
                <a:gd name="T11" fmla="*/ 380 h 700"/>
                <a:gd name="T12" fmla="*/ 318 w 724"/>
                <a:gd name="T13" fmla="*/ 322 h 700"/>
                <a:gd name="T14" fmla="*/ 0 w 724"/>
                <a:gd name="T15" fmla="*/ 3 h 700"/>
                <a:gd name="T16" fmla="*/ 3 w 724"/>
                <a:gd name="T17" fmla="*/ 0 h 700"/>
                <a:gd name="T18" fmla="*/ 323 w 724"/>
                <a:gd name="T19" fmla="*/ 319 h 700"/>
                <a:gd name="T20" fmla="*/ 323 w 724"/>
                <a:gd name="T21" fmla="*/ 321 h 700"/>
                <a:gd name="T22" fmla="*/ 323 w 724"/>
                <a:gd name="T23" fmla="*/ 379 h 700"/>
                <a:gd name="T24" fmla="*/ 630 w 724"/>
                <a:gd name="T25" fmla="*/ 687 h 700"/>
                <a:gd name="T26" fmla="*/ 713 w 724"/>
                <a:gd name="T27" fmla="*/ 687 h 700"/>
                <a:gd name="T28" fmla="*/ 715 w 724"/>
                <a:gd name="T29" fmla="*/ 687 h 700"/>
                <a:gd name="T30" fmla="*/ 724 w 724"/>
                <a:gd name="T31" fmla="*/ 696 h 700"/>
                <a:gd name="T32" fmla="*/ 720 w 724"/>
                <a:gd name="T33" fmla="*/ 70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4" h="700">
                  <a:moveTo>
                    <a:pt x="720" y="700"/>
                  </a:moveTo>
                  <a:cubicBezTo>
                    <a:pt x="712" y="692"/>
                    <a:pt x="712" y="692"/>
                    <a:pt x="712" y="692"/>
                  </a:cubicBezTo>
                  <a:cubicBezTo>
                    <a:pt x="629" y="692"/>
                    <a:pt x="629" y="692"/>
                    <a:pt x="629" y="692"/>
                  </a:cubicBezTo>
                  <a:cubicBezTo>
                    <a:pt x="629" y="692"/>
                    <a:pt x="628" y="691"/>
                    <a:pt x="628" y="691"/>
                  </a:cubicBezTo>
                  <a:cubicBezTo>
                    <a:pt x="319" y="382"/>
                    <a:pt x="319" y="382"/>
                    <a:pt x="319" y="382"/>
                  </a:cubicBezTo>
                  <a:cubicBezTo>
                    <a:pt x="318" y="382"/>
                    <a:pt x="318" y="381"/>
                    <a:pt x="318" y="380"/>
                  </a:cubicBezTo>
                  <a:cubicBezTo>
                    <a:pt x="318" y="322"/>
                    <a:pt x="318" y="322"/>
                    <a:pt x="318" y="3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23" y="319"/>
                    <a:pt x="323" y="319"/>
                    <a:pt x="323" y="319"/>
                  </a:cubicBezTo>
                  <a:cubicBezTo>
                    <a:pt x="323" y="319"/>
                    <a:pt x="323" y="320"/>
                    <a:pt x="323" y="321"/>
                  </a:cubicBezTo>
                  <a:cubicBezTo>
                    <a:pt x="323" y="379"/>
                    <a:pt x="323" y="379"/>
                    <a:pt x="323" y="379"/>
                  </a:cubicBezTo>
                  <a:cubicBezTo>
                    <a:pt x="630" y="687"/>
                    <a:pt x="630" y="687"/>
                    <a:pt x="630" y="687"/>
                  </a:cubicBezTo>
                  <a:cubicBezTo>
                    <a:pt x="713" y="687"/>
                    <a:pt x="713" y="687"/>
                    <a:pt x="713" y="687"/>
                  </a:cubicBezTo>
                  <a:cubicBezTo>
                    <a:pt x="714" y="687"/>
                    <a:pt x="714" y="687"/>
                    <a:pt x="715" y="687"/>
                  </a:cubicBezTo>
                  <a:cubicBezTo>
                    <a:pt x="724" y="696"/>
                    <a:pt x="724" y="696"/>
                    <a:pt x="724" y="696"/>
                  </a:cubicBezTo>
                  <a:lnTo>
                    <a:pt x="720" y="7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0" name="Freeform 543"/>
            <p:cNvSpPr>
              <a:spLocks/>
            </p:cNvSpPr>
            <p:nvPr/>
          </p:nvSpPr>
          <p:spPr bwMode="auto">
            <a:xfrm flipV="1">
              <a:off x="1487489" y="6451598"/>
              <a:ext cx="2263775" cy="2379663"/>
            </a:xfrm>
            <a:custGeom>
              <a:avLst/>
              <a:gdLst>
                <a:gd name="T0" fmla="*/ 603 w 603"/>
                <a:gd name="T1" fmla="*/ 634 h 634"/>
                <a:gd name="T2" fmla="*/ 599 w 603"/>
                <a:gd name="T3" fmla="*/ 634 h 634"/>
                <a:gd name="T4" fmla="*/ 599 w 603"/>
                <a:gd name="T5" fmla="*/ 602 h 634"/>
                <a:gd name="T6" fmla="*/ 0 w 603"/>
                <a:gd name="T7" fmla="*/ 2 h 634"/>
                <a:gd name="T8" fmla="*/ 2 w 603"/>
                <a:gd name="T9" fmla="*/ 0 h 634"/>
                <a:gd name="T10" fmla="*/ 602 w 603"/>
                <a:gd name="T11" fmla="*/ 600 h 634"/>
                <a:gd name="T12" fmla="*/ 603 w 603"/>
                <a:gd name="T13" fmla="*/ 601 h 634"/>
                <a:gd name="T14" fmla="*/ 603 w 603"/>
                <a:gd name="T15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634">
                  <a:moveTo>
                    <a:pt x="603" y="634"/>
                  </a:moveTo>
                  <a:cubicBezTo>
                    <a:pt x="599" y="634"/>
                    <a:pt x="599" y="634"/>
                    <a:pt x="599" y="634"/>
                  </a:cubicBezTo>
                  <a:cubicBezTo>
                    <a:pt x="599" y="602"/>
                    <a:pt x="599" y="602"/>
                    <a:pt x="599" y="60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2" y="600"/>
                    <a:pt x="602" y="600"/>
                    <a:pt x="602" y="600"/>
                  </a:cubicBezTo>
                  <a:cubicBezTo>
                    <a:pt x="603" y="600"/>
                    <a:pt x="603" y="601"/>
                    <a:pt x="603" y="601"/>
                  </a:cubicBezTo>
                  <a:lnTo>
                    <a:pt x="603" y="6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1" name="Freeform 544"/>
            <p:cNvSpPr>
              <a:spLocks/>
            </p:cNvSpPr>
            <p:nvPr/>
          </p:nvSpPr>
          <p:spPr bwMode="auto">
            <a:xfrm flipV="1">
              <a:off x="2095502" y="6819898"/>
              <a:ext cx="1658937" cy="1808163"/>
            </a:xfrm>
            <a:custGeom>
              <a:avLst/>
              <a:gdLst>
                <a:gd name="T0" fmla="*/ 439 w 442"/>
                <a:gd name="T1" fmla="*/ 482 h 482"/>
                <a:gd name="T2" fmla="*/ 314 w 442"/>
                <a:gd name="T3" fmla="*/ 356 h 482"/>
                <a:gd name="T4" fmla="*/ 313 w 442"/>
                <a:gd name="T5" fmla="*/ 355 h 482"/>
                <a:gd name="T6" fmla="*/ 313 w 442"/>
                <a:gd name="T7" fmla="*/ 274 h 482"/>
                <a:gd name="T8" fmla="*/ 42 w 442"/>
                <a:gd name="T9" fmla="*/ 3 h 482"/>
                <a:gd name="T10" fmla="*/ 17 w 442"/>
                <a:gd name="T11" fmla="*/ 3 h 482"/>
                <a:gd name="T12" fmla="*/ 4 w 442"/>
                <a:gd name="T13" fmla="*/ 16 h 482"/>
                <a:gd name="T14" fmla="*/ 4 w 442"/>
                <a:gd name="T15" fmla="*/ 46 h 482"/>
                <a:gd name="T16" fmla="*/ 231 w 442"/>
                <a:gd name="T17" fmla="*/ 273 h 482"/>
                <a:gd name="T18" fmla="*/ 228 w 442"/>
                <a:gd name="T19" fmla="*/ 276 h 482"/>
                <a:gd name="T20" fmla="*/ 1 w 442"/>
                <a:gd name="T21" fmla="*/ 48 h 482"/>
                <a:gd name="T22" fmla="*/ 0 w 442"/>
                <a:gd name="T23" fmla="*/ 47 h 482"/>
                <a:gd name="T24" fmla="*/ 0 w 442"/>
                <a:gd name="T25" fmla="*/ 16 h 482"/>
                <a:gd name="T26" fmla="*/ 1 w 442"/>
                <a:gd name="T27" fmla="*/ 15 h 482"/>
                <a:gd name="T28" fmla="*/ 15 w 442"/>
                <a:gd name="T29" fmla="*/ 0 h 482"/>
                <a:gd name="T30" fmla="*/ 16 w 442"/>
                <a:gd name="T31" fmla="*/ 0 h 482"/>
                <a:gd name="T32" fmla="*/ 43 w 442"/>
                <a:gd name="T33" fmla="*/ 0 h 482"/>
                <a:gd name="T34" fmla="*/ 44 w 442"/>
                <a:gd name="T35" fmla="*/ 0 h 482"/>
                <a:gd name="T36" fmla="*/ 316 w 442"/>
                <a:gd name="T37" fmla="*/ 272 h 482"/>
                <a:gd name="T38" fmla="*/ 317 w 442"/>
                <a:gd name="T39" fmla="*/ 274 h 482"/>
                <a:gd name="T40" fmla="*/ 317 w 442"/>
                <a:gd name="T41" fmla="*/ 354 h 482"/>
                <a:gd name="T42" fmla="*/ 442 w 442"/>
                <a:gd name="T43" fmla="*/ 479 h 482"/>
                <a:gd name="T44" fmla="*/ 439 w 442"/>
                <a:gd name="T45" fmla="*/ 48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2" h="482">
                  <a:moveTo>
                    <a:pt x="439" y="482"/>
                  </a:moveTo>
                  <a:cubicBezTo>
                    <a:pt x="314" y="356"/>
                    <a:pt x="314" y="356"/>
                    <a:pt x="314" y="356"/>
                  </a:cubicBezTo>
                  <a:cubicBezTo>
                    <a:pt x="313" y="356"/>
                    <a:pt x="313" y="355"/>
                    <a:pt x="313" y="355"/>
                  </a:cubicBezTo>
                  <a:cubicBezTo>
                    <a:pt x="313" y="274"/>
                    <a:pt x="313" y="274"/>
                    <a:pt x="313" y="27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31" y="273"/>
                    <a:pt x="231" y="273"/>
                    <a:pt x="231" y="273"/>
                  </a:cubicBezTo>
                  <a:cubicBezTo>
                    <a:pt x="228" y="276"/>
                    <a:pt x="228" y="276"/>
                    <a:pt x="228" y="276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7"/>
                    <a:pt x="0" y="4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0"/>
                    <a:pt x="44" y="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3"/>
                    <a:pt x="317" y="273"/>
                    <a:pt x="317" y="274"/>
                  </a:cubicBezTo>
                  <a:cubicBezTo>
                    <a:pt x="317" y="354"/>
                    <a:pt x="317" y="354"/>
                    <a:pt x="317" y="354"/>
                  </a:cubicBezTo>
                  <a:cubicBezTo>
                    <a:pt x="442" y="479"/>
                    <a:pt x="442" y="479"/>
                    <a:pt x="442" y="479"/>
                  </a:cubicBezTo>
                  <a:lnTo>
                    <a:pt x="439" y="4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2" name="Freeform 545"/>
            <p:cNvSpPr>
              <a:spLocks/>
            </p:cNvSpPr>
            <p:nvPr/>
          </p:nvSpPr>
          <p:spPr bwMode="auto">
            <a:xfrm flipV="1">
              <a:off x="2009777" y="6635749"/>
              <a:ext cx="1914525" cy="2079625"/>
            </a:xfrm>
            <a:custGeom>
              <a:avLst/>
              <a:gdLst>
                <a:gd name="T0" fmla="*/ 508 w 510"/>
                <a:gd name="T1" fmla="*/ 554 h 554"/>
                <a:gd name="T2" fmla="*/ 499 w 510"/>
                <a:gd name="T3" fmla="*/ 546 h 554"/>
                <a:gd name="T4" fmla="*/ 499 w 510"/>
                <a:gd name="T5" fmla="*/ 545 h 554"/>
                <a:gd name="T6" fmla="*/ 499 w 510"/>
                <a:gd name="T7" fmla="*/ 500 h 554"/>
                <a:gd name="T8" fmla="*/ 364 w 510"/>
                <a:gd name="T9" fmla="*/ 365 h 554"/>
                <a:gd name="T10" fmla="*/ 364 w 510"/>
                <a:gd name="T11" fmla="*/ 364 h 554"/>
                <a:gd name="T12" fmla="*/ 364 w 510"/>
                <a:gd name="T13" fmla="*/ 299 h 554"/>
                <a:gd name="T14" fmla="*/ 68 w 510"/>
                <a:gd name="T15" fmla="*/ 3 h 554"/>
                <a:gd name="T16" fmla="*/ 34 w 510"/>
                <a:gd name="T17" fmla="*/ 3 h 554"/>
                <a:gd name="T18" fmla="*/ 4 w 510"/>
                <a:gd name="T19" fmla="*/ 34 h 554"/>
                <a:gd name="T20" fmla="*/ 4 w 510"/>
                <a:gd name="T21" fmla="*/ 73 h 554"/>
                <a:gd name="T22" fmla="*/ 210 w 510"/>
                <a:gd name="T23" fmla="*/ 279 h 554"/>
                <a:gd name="T24" fmla="*/ 207 w 510"/>
                <a:gd name="T25" fmla="*/ 282 h 554"/>
                <a:gd name="T26" fmla="*/ 1 w 510"/>
                <a:gd name="T27" fmla="*/ 75 h 554"/>
                <a:gd name="T28" fmla="*/ 0 w 510"/>
                <a:gd name="T29" fmla="*/ 74 h 554"/>
                <a:gd name="T30" fmla="*/ 0 w 510"/>
                <a:gd name="T31" fmla="*/ 33 h 554"/>
                <a:gd name="T32" fmla="*/ 1 w 510"/>
                <a:gd name="T33" fmla="*/ 32 h 554"/>
                <a:gd name="T34" fmla="*/ 32 w 510"/>
                <a:gd name="T35" fmla="*/ 0 h 554"/>
                <a:gd name="T36" fmla="*/ 34 w 510"/>
                <a:gd name="T37" fmla="*/ 0 h 554"/>
                <a:gd name="T38" fmla="*/ 34 w 510"/>
                <a:gd name="T39" fmla="*/ 0 h 554"/>
                <a:gd name="T40" fmla="*/ 68 w 510"/>
                <a:gd name="T41" fmla="*/ 0 h 554"/>
                <a:gd name="T42" fmla="*/ 70 w 510"/>
                <a:gd name="T43" fmla="*/ 0 h 554"/>
                <a:gd name="T44" fmla="*/ 366 w 510"/>
                <a:gd name="T45" fmla="*/ 297 h 554"/>
                <a:gd name="T46" fmla="*/ 367 w 510"/>
                <a:gd name="T47" fmla="*/ 298 h 554"/>
                <a:gd name="T48" fmla="*/ 367 w 510"/>
                <a:gd name="T49" fmla="*/ 363 h 554"/>
                <a:gd name="T50" fmla="*/ 502 w 510"/>
                <a:gd name="T51" fmla="*/ 498 h 554"/>
                <a:gd name="T52" fmla="*/ 502 w 510"/>
                <a:gd name="T53" fmla="*/ 499 h 554"/>
                <a:gd name="T54" fmla="*/ 502 w 510"/>
                <a:gd name="T55" fmla="*/ 544 h 554"/>
                <a:gd name="T56" fmla="*/ 510 w 510"/>
                <a:gd name="T57" fmla="*/ 552 h 554"/>
                <a:gd name="T58" fmla="*/ 508 w 510"/>
                <a:gd name="T59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0" h="554">
                  <a:moveTo>
                    <a:pt x="508" y="554"/>
                  </a:moveTo>
                  <a:cubicBezTo>
                    <a:pt x="499" y="546"/>
                    <a:pt x="499" y="546"/>
                    <a:pt x="499" y="546"/>
                  </a:cubicBezTo>
                  <a:cubicBezTo>
                    <a:pt x="499" y="546"/>
                    <a:pt x="499" y="545"/>
                    <a:pt x="499" y="545"/>
                  </a:cubicBezTo>
                  <a:cubicBezTo>
                    <a:pt x="499" y="500"/>
                    <a:pt x="499" y="500"/>
                    <a:pt x="499" y="500"/>
                  </a:cubicBezTo>
                  <a:cubicBezTo>
                    <a:pt x="364" y="365"/>
                    <a:pt x="364" y="365"/>
                    <a:pt x="364" y="365"/>
                  </a:cubicBezTo>
                  <a:cubicBezTo>
                    <a:pt x="364" y="365"/>
                    <a:pt x="364" y="364"/>
                    <a:pt x="364" y="364"/>
                  </a:cubicBezTo>
                  <a:cubicBezTo>
                    <a:pt x="364" y="299"/>
                    <a:pt x="364" y="299"/>
                    <a:pt x="364" y="299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210" y="279"/>
                    <a:pt x="210" y="279"/>
                    <a:pt x="210" y="27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0" y="75"/>
                    <a:pt x="0" y="7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2"/>
                    <a:pt x="1" y="32"/>
                    <a:pt x="1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366" y="297"/>
                    <a:pt x="366" y="297"/>
                    <a:pt x="366" y="297"/>
                  </a:cubicBezTo>
                  <a:cubicBezTo>
                    <a:pt x="367" y="297"/>
                    <a:pt x="367" y="298"/>
                    <a:pt x="367" y="298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502" y="498"/>
                    <a:pt x="502" y="498"/>
                    <a:pt x="502" y="498"/>
                  </a:cubicBezTo>
                  <a:cubicBezTo>
                    <a:pt x="502" y="498"/>
                    <a:pt x="502" y="499"/>
                    <a:pt x="502" y="499"/>
                  </a:cubicBezTo>
                  <a:cubicBezTo>
                    <a:pt x="502" y="544"/>
                    <a:pt x="502" y="544"/>
                    <a:pt x="502" y="544"/>
                  </a:cubicBezTo>
                  <a:cubicBezTo>
                    <a:pt x="510" y="552"/>
                    <a:pt x="510" y="552"/>
                    <a:pt x="510" y="552"/>
                  </a:cubicBezTo>
                  <a:lnTo>
                    <a:pt x="508" y="5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3" name="Freeform 546"/>
            <p:cNvSpPr>
              <a:spLocks/>
            </p:cNvSpPr>
            <p:nvPr/>
          </p:nvSpPr>
          <p:spPr bwMode="auto">
            <a:xfrm flipV="1">
              <a:off x="2171702" y="6492874"/>
              <a:ext cx="2044700" cy="2060575"/>
            </a:xfrm>
            <a:custGeom>
              <a:avLst/>
              <a:gdLst>
                <a:gd name="T0" fmla="*/ 480 w 545"/>
                <a:gd name="T1" fmla="*/ 549 h 549"/>
                <a:gd name="T2" fmla="*/ 453 w 545"/>
                <a:gd name="T3" fmla="*/ 549 h 549"/>
                <a:gd name="T4" fmla="*/ 451 w 545"/>
                <a:gd name="T5" fmla="*/ 548 h 549"/>
                <a:gd name="T6" fmla="*/ 438 w 545"/>
                <a:gd name="T7" fmla="*/ 535 h 549"/>
                <a:gd name="T8" fmla="*/ 437 w 545"/>
                <a:gd name="T9" fmla="*/ 534 h 549"/>
                <a:gd name="T10" fmla="*/ 437 w 545"/>
                <a:gd name="T11" fmla="*/ 520 h 549"/>
                <a:gd name="T12" fmla="*/ 275 w 545"/>
                <a:gd name="T13" fmla="*/ 357 h 549"/>
                <a:gd name="T14" fmla="*/ 274 w 545"/>
                <a:gd name="T15" fmla="*/ 356 h 549"/>
                <a:gd name="T16" fmla="*/ 274 w 545"/>
                <a:gd name="T17" fmla="*/ 256 h 549"/>
                <a:gd name="T18" fmla="*/ 22 w 545"/>
                <a:gd name="T19" fmla="*/ 3 h 549"/>
                <a:gd name="T20" fmla="*/ 9 w 545"/>
                <a:gd name="T21" fmla="*/ 3 h 549"/>
                <a:gd name="T22" fmla="*/ 3 w 545"/>
                <a:gd name="T23" fmla="*/ 9 h 549"/>
                <a:gd name="T24" fmla="*/ 3 w 545"/>
                <a:gd name="T25" fmla="*/ 17 h 549"/>
                <a:gd name="T26" fmla="*/ 194 w 545"/>
                <a:gd name="T27" fmla="*/ 208 h 549"/>
                <a:gd name="T28" fmla="*/ 192 w 545"/>
                <a:gd name="T29" fmla="*/ 211 h 549"/>
                <a:gd name="T30" fmla="*/ 0 w 545"/>
                <a:gd name="T31" fmla="*/ 19 h 549"/>
                <a:gd name="T32" fmla="*/ 0 w 545"/>
                <a:gd name="T33" fmla="*/ 18 h 549"/>
                <a:gd name="T34" fmla="*/ 0 w 545"/>
                <a:gd name="T35" fmla="*/ 8 h 549"/>
                <a:gd name="T36" fmla="*/ 0 w 545"/>
                <a:gd name="T37" fmla="*/ 7 h 549"/>
                <a:gd name="T38" fmla="*/ 7 w 545"/>
                <a:gd name="T39" fmla="*/ 0 h 549"/>
                <a:gd name="T40" fmla="*/ 8 w 545"/>
                <a:gd name="T41" fmla="*/ 0 h 549"/>
                <a:gd name="T42" fmla="*/ 8 w 545"/>
                <a:gd name="T43" fmla="*/ 0 h 549"/>
                <a:gd name="T44" fmla="*/ 22 w 545"/>
                <a:gd name="T45" fmla="*/ 0 h 549"/>
                <a:gd name="T46" fmla="*/ 24 w 545"/>
                <a:gd name="T47" fmla="*/ 0 h 549"/>
                <a:gd name="T48" fmla="*/ 277 w 545"/>
                <a:gd name="T49" fmla="*/ 254 h 549"/>
                <a:gd name="T50" fmla="*/ 278 w 545"/>
                <a:gd name="T51" fmla="*/ 255 h 549"/>
                <a:gd name="T52" fmla="*/ 278 w 545"/>
                <a:gd name="T53" fmla="*/ 355 h 549"/>
                <a:gd name="T54" fmla="*/ 440 w 545"/>
                <a:gd name="T55" fmla="*/ 518 h 549"/>
                <a:gd name="T56" fmla="*/ 441 w 545"/>
                <a:gd name="T57" fmla="*/ 519 h 549"/>
                <a:gd name="T58" fmla="*/ 441 w 545"/>
                <a:gd name="T59" fmla="*/ 533 h 549"/>
                <a:gd name="T60" fmla="*/ 453 w 545"/>
                <a:gd name="T61" fmla="*/ 545 h 549"/>
                <a:gd name="T62" fmla="*/ 480 w 545"/>
                <a:gd name="T63" fmla="*/ 545 h 549"/>
                <a:gd name="T64" fmla="*/ 500 w 545"/>
                <a:gd name="T65" fmla="*/ 525 h 549"/>
                <a:gd name="T66" fmla="*/ 501 w 545"/>
                <a:gd name="T67" fmla="*/ 524 h 549"/>
                <a:gd name="T68" fmla="*/ 545 w 545"/>
                <a:gd name="T69" fmla="*/ 524 h 549"/>
                <a:gd name="T70" fmla="*/ 545 w 545"/>
                <a:gd name="T71" fmla="*/ 528 h 549"/>
                <a:gd name="T72" fmla="*/ 502 w 545"/>
                <a:gd name="T73" fmla="*/ 528 h 549"/>
                <a:gd name="T74" fmla="*/ 481 w 545"/>
                <a:gd name="T75" fmla="*/ 548 h 549"/>
                <a:gd name="T76" fmla="*/ 480 w 545"/>
                <a:gd name="T77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5" h="549">
                  <a:moveTo>
                    <a:pt x="480" y="549"/>
                  </a:moveTo>
                  <a:cubicBezTo>
                    <a:pt x="453" y="549"/>
                    <a:pt x="453" y="549"/>
                    <a:pt x="453" y="549"/>
                  </a:cubicBezTo>
                  <a:cubicBezTo>
                    <a:pt x="452" y="549"/>
                    <a:pt x="452" y="548"/>
                    <a:pt x="451" y="548"/>
                  </a:cubicBezTo>
                  <a:cubicBezTo>
                    <a:pt x="438" y="535"/>
                    <a:pt x="438" y="535"/>
                    <a:pt x="438" y="535"/>
                  </a:cubicBezTo>
                  <a:cubicBezTo>
                    <a:pt x="438" y="534"/>
                    <a:pt x="437" y="534"/>
                    <a:pt x="437" y="534"/>
                  </a:cubicBezTo>
                  <a:cubicBezTo>
                    <a:pt x="437" y="520"/>
                    <a:pt x="437" y="520"/>
                    <a:pt x="437" y="520"/>
                  </a:cubicBezTo>
                  <a:cubicBezTo>
                    <a:pt x="275" y="357"/>
                    <a:pt x="275" y="357"/>
                    <a:pt x="275" y="357"/>
                  </a:cubicBezTo>
                  <a:cubicBezTo>
                    <a:pt x="274" y="357"/>
                    <a:pt x="274" y="356"/>
                    <a:pt x="274" y="356"/>
                  </a:cubicBezTo>
                  <a:cubicBezTo>
                    <a:pt x="274" y="256"/>
                    <a:pt x="274" y="256"/>
                    <a:pt x="274" y="256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94" y="208"/>
                    <a:pt x="194" y="208"/>
                    <a:pt x="194" y="208"/>
                  </a:cubicBezTo>
                  <a:cubicBezTo>
                    <a:pt x="192" y="211"/>
                    <a:pt x="192" y="211"/>
                    <a:pt x="192" y="2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8"/>
                    <a:pt x="0" y="1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77" y="254"/>
                    <a:pt x="277" y="254"/>
                    <a:pt x="277" y="254"/>
                  </a:cubicBezTo>
                  <a:cubicBezTo>
                    <a:pt x="277" y="254"/>
                    <a:pt x="278" y="255"/>
                    <a:pt x="278" y="255"/>
                  </a:cubicBezTo>
                  <a:cubicBezTo>
                    <a:pt x="278" y="355"/>
                    <a:pt x="278" y="355"/>
                    <a:pt x="278" y="355"/>
                  </a:cubicBezTo>
                  <a:cubicBezTo>
                    <a:pt x="440" y="518"/>
                    <a:pt x="440" y="518"/>
                    <a:pt x="440" y="518"/>
                  </a:cubicBezTo>
                  <a:cubicBezTo>
                    <a:pt x="441" y="518"/>
                    <a:pt x="441" y="519"/>
                    <a:pt x="441" y="519"/>
                  </a:cubicBezTo>
                  <a:cubicBezTo>
                    <a:pt x="441" y="533"/>
                    <a:pt x="441" y="533"/>
                    <a:pt x="441" y="533"/>
                  </a:cubicBezTo>
                  <a:cubicBezTo>
                    <a:pt x="453" y="545"/>
                    <a:pt x="453" y="545"/>
                    <a:pt x="453" y="545"/>
                  </a:cubicBezTo>
                  <a:cubicBezTo>
                    <a:pt x="480" y="545"/>
                    <a:pt x="480" y="545"/>
                    <a:pt x="480" y="545"/>
                  </a:cubicBezTo>
                  <a:cubicBezTo>
                    <a:pt x="500" y="525"/>
                    <a:pt x="500" y="525"/>
                    <a:pt x="500" y="525"/>
                  </a:cubicBezTo>
                  <a:cubicBezTo>
                    <a:pt x="500" y="525"/>
                    <a:pt x="501" y="524"/>
                    <a:pt x="501" y="524"/>
                  </a:cubicBezTo>
                  <a:cubicBezTo>
                    <a:pt x="545" y="524"/>
                    <a:pt x="545" y="524"/>
                    <a:pt x="545" y="524"/>
                  </a:cubicBezTo>
                  <a:cubicBezTo>
                    <a:pt x="545" y="528"/>
                    <a:pt x="545" y="528"/>
                    <a:pt x="545" y="528"/>
                  </a:cubicBezTo>
                  <a:cubicBezTo>
                    <a:pt x="502" y="528"/>
                    <a:pt x="502" y="528"/>
                    <a:pt x="502" y="528"/>
                  </a:cubicBezTo>
                  <a:cubicBezTo>
                    <a:pt x="481" y="548"/>
                    <a:pt x="481" y="548"/>
                    <a:pt x="481" y="548"/>
                  </a:cubicBezTo>
                  <a:cubicBezTo>
                    <a:pt x="481" y="548"/>
                    <a:pt x="481" y="549"/>
                    <a:pt x="480" y="5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4" name="Freeform 547"/>
            <p:cNvSpPr>
              <a:spLocks/>
            </p:cNvSpPr>
            <p:nvPr/>
          </p:nvSpPr>
          <p:spPr bwMode="auto">
            <a:xfrm flipV="1">
              <a:off x="1874839" y="6440486"/>
              <a:ext cx="2644775" cy="2781300"/>
            </a:xfrm>
            <a:custGeom>
              <a:avLst/>
              <a:gdLst>
                <a:gd name="T0" fmla="*/ 699 w 705"/>
                <a:gd name="T1" fmla="*/ 741 h 741"/>
                <a:gd name="T2" fmla="*/ 697 w 705"/>
                <a:gd name="T3" fmla="*/ 739 h 741"/>
                <a:gd name="T4" fmla="*/ 701 w 705"/>
                <a:gd name="T5" fmla="*/ 734 h 741"/>
                <a:gd name="T6" fmla="*/ 701 w 705"/>
                <a:gd name="T7" fmla="*/ 703 h 741"/>
                <a:gd name="T8" fmla="*/ 656 w 705"/>
                <a:gd name="T9" fmla="*/ 657 h 741"/>
                <a:gd name="T10" fmla="*/ 627 w 705"/>
                <a:gd name="T11" fmla="*/ 657 h 741"/>
                <a:gd name="T12" fmla="*/ 607 w 705"/>
                <a:gd name="T13" fmla="*/ 678 h 741"/>
                <a:gd name="T14" fmla="*/ 606 w 705"/>
                <a:gd name="T15" fmla="*/ 678 h 741"/>
                <a:gd name="T16" fmla="*/ 606 w 705"/>
                <a:gd name="T17" fmla="*/ 678 h 741"/>
                <a:gd name="T18" fmla="*/ 579 w 705"/>
                <a:gd name="T19" fmla="*/ 678 h 741"/>
                <a:gd name="T20" fmla="*/ 578 w 705"/>
                <a:gd name="T21" fmla="*/ 678 h 741"/>
                <a:gd name="T22" fmla="*/ 564 w 705"/>
                <a:gd name="T23" fmla="*/ 664 h 741"/>
                <a:gd name="T24" fmla="*/ 564 w 705"/>
                <a:gd name="T25" fmla="*/ 663 h 741"/>
                <a:gd name="T26" fmla="*/ 564 w 705"/>
                <a:gd name="T27" fmla="*/ 634 h 741"/>
                <a:gd name="T28" fmla="*/ 564 w 705"/>
                <a:gd name="T29" fmla="*/ 633 h 741"/>
                <a:gd name="T30" fmla="*/ 584 w 705"/>
                <a:gd name="T31" fmla="*/ 614 h 741"/>
                <a:gd name="T32" fmla="*/ 584 w 705"/>
                <a:gd name="T33" fmla="*/ 586 h 741"/>
                <a:gd name="T34" fmla="*/ 0 w 705"/>
                <a:gd name="T35" fmla="*/ 3 h 741"/>
                <a:gd name="T36" fmla="*/ 3 w 705"/>
                <a:gd name="T37" fmla="*/ 0 h 741"/>
                <a:gd name="T38" fmla="*/ 587 w 705"/>
                <a:gd name="T39" fmla="*/ 584 h 741"/>
                <a:gd name="T40" fmla="*/ 587 w 705"/>
                <a:gd name="T41" fmla="*/ 585 h 741"/>
                <a:gd name="T42" fmla="*/ 587 w 705"/>
                <a:gd name="T43" fmla="*/ 614 h 741"/>
                <a:gd name="T44" fmla="*/ 587 w 705"/>
                <a:gd name="T45" fmla="*/ 615 h 741"/>
                <a:gd name="T46" fmla="*/ 567 w 705"/>
                <a:gd name="T47" fmla="*/ 635 h 741"/>
                <a:gd name="T48" fmla="*/ 567 w 705"/>
                <a:gd name="T49" fmla="*/ 662 h 741"/>
                <a:gd name="T50" fmla="*/ 580 w 705"/>
                <a:gd name="T51" fmla="*/ 675 h 741"/>
                <a:gd name="T52" fmla="*/ 605 w 705"/>
                <a:gd name="T53" fmla="*/ 675 h 741"/>
                <a:gd name="T54" fmla="*/ 625 w 705"/>
                <a:gd name="T55" fmla="*/ 654 h 741"/>
                <a:gd name="T56" fmla="*/ 627 w 705"/>
                <a:gd name="T57" fmla="*/ 654 h 741"/>
                <a:gd name="T58" fmla="*/ 656 w 705"/>
                <a:gd name="T59" fmla="*/ 654 h 741"/>
                <a:gd name="T60" fmla="*/ 658 w 705"/>
                <a:gd name="T61" fmla="*/ 654 h 741"/>
                <a:gd name="T62" fmla="*/ 704 w 705"/>
                <a:gd name="T63" fmla="*/ 701 h 741"/>
                <a:gd name="T64" fmla="*/ 705 w 705"/>
                <a:gd name="T65" fmla="*/ 702 h 741"/>
                <a:gd name="T66" fmla="*/ 705 w 705"/>
                <a:gd name="T67" fmla="*/ 735 h 741"/>
                <a:gd name="T68" fmla="*/ 704 w 705"/>
                <a:gd name="T69" fmla="*/ 736 h 741"/>
                <a:gd name="T70" fmla="*/ 699 w 705"/>
                <a:gd name="T71" fmla="*/ 74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5" h="741">
                  <a:moveTo>
                    <a:pt x="699" y="741"/>
                  </a:moveTo>
                  <a:cubicBezTo>
                    <a:pt x="697" y="739"/>
                    <a:pt x="697" y="739"/>
                    <a:pt x="697" y="739"/>
                  </a:cubicBezTo>
                  <a:cubicBezTo>
                    <a:pt x="701" y="734"/>
                    <a:pt x="701" y="734"/>
                    <a:pt x="701" y="734"/>
                  </a:cubicBezTo>
                  <a:cubicBezTo>
                    <a:pt x="701" y="703"/>
                    <a:pt x="701" y="703"/>
                    <a:pt x="701" y="703"/>
                  </a:cubicBezTo>
                  <a:cubicBezTo>
                    <a:pt x="656" y="657"/>
                    <a:pt x="656" y="657"/>
                    <a:pt x="656" y="657"/>
                  </a:cubicBezTo>
                  <a:cubicBezTo>
                    <a:pt x="627" y="657"/>
                    <a:pt x="627" y="657"/>
                    <a:pt x="627" y="657"/>
                  </a:cubicBezTo>
                  <a:cubicBezTo>
                    <a:pt x="607" y="678"/>
                    <a:pt x="607" y="678"/>
                    <a:pt x="607" y="678"/>
                  </a:cubicBezTo>
                  <a:cubicBezTo>
                    <a:pt x="607" y="678"/>
                    <a:pt x="606" y="678"/>
                    <a:pt x="606" y="678"/>
                  </a:cubicBezTo>
                  <a:cubicBezTo>
                    <a:pt x="606" y="678"/>
                    <a:pt x="606" y="678"/>
                    <a:pt x="606" y="678"/>
                  </a:cubicBezTo>
                  <a:cubicBezTo>
                    <a:pt x="579" y="678"/>
                    <a:pt x="579" y="678"/>
                    <a:pt x="579" y="678"/>
                  </a:cubicBezTo>
                  <a:cubicBezTo>
                    <a:pt x="579" y="678"/>
                    <a:pt x="578" y="678"/>
                    <a:pt x="578" y="678"/>
                  </a:cubicBezTo>
                  <a:cubicBezTo>
                    <a:pt x="564" y="664"/>
                    <a:pt x="564" y="664"/>
                    <a:pt x="564" y="664"/>
                  </a:cubicBezTo>
                  <a:cubicBezTo>
                    <a:pt x="564" y="664"/>
                    <a:pt x="564" y="663"/>
                    <a:pt x="564" y="663"/>
                  </a:cubicBezTo>
                  <a:cubicBezTo>
                    <a:pt x="564" y="634"/>
                    <a:pt x="564" y="634"/>
                    <a:pt x="564" y="634"/>
                  </a:cubicBezTo>
                  <a:cubicBezTo>
                    <a:pt x="564" y="634"/>
                    <a:pt x="564" y="633"/>
                    <a:pt x="564" y="633"/>
                  </a:cubicBezTo>
                  <a:cubicBezTo>
                    <a:pt x="584" y="614"/>
                    <a:pt x="584" y="614"/>
                    <a:pt x="584" y="614"/>
                  </a:cubicBezTo>
                  <a:cubicBezTo>
                    <a:pt x="584" y="586"/>
                    <a:pt x="584" y="586"/>
                    <a:pt x="584" y="58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87" y="584"/>
                    <a:pt x="587" y="584"/>
                    <a:pt x="587" y="584"/>
                  </a:cubicBezTo>
                  <a:cubicBezTo>
                    <a:pt x="587" y="584"/>
                    <a:pt x="587" y="585"/>
                    <a:pt x="587" y="585"/>
                  </a:cubicBezTo>
                  <a:cubicBezTo>
                    <a:pt x="587" y="614"/>
                    <a:pt x="587" y="614"/>
                    <a:pt x="587" y="614"/>
                  </a:cubicBezTo>
                  <a:cubicBezTo>
                    <a:pt x="587" y="615"/>
                    <a:pt x="587" y="615"/>
                    <a:pt x="587" y="615"/>
                  </a:cubicBezTo>
                  <a:cubicBezTo>
                    <a:pt x="567" y="635"/>
                    <a:pt x="567" y="635"/>
                    <a:pt x="567" y="635"/>
                  </a:cubicBezTo>
                  <a:cubicBezTo>
                    <a:pt x="567" y="662"/>
                    <a:pt x="567" y="662"/>
                    <a:pt x="567" y="662"/>
                  </a:cubicBezTo>
                  <a:cubicBezTo>
                    <a:pt x="580" y="675"/>
                    <a:pt x="580" y="675"/>
                    <a:pt x="580" y="675"/>
                  </a:cubicBezTo>
                  <a:cubicBezTo>
                    <a:pt x="605" y="675"/>
                    <a:pt x="605" y="675"/>
                    <a:pt x="605" y="675"/>
                  </a:cubicBezTo>
                  <a:cubicBezTo>
                    <a:pt x="625" y="654"/>
                    <a:pt x="625" y="654"/>
                    <a:pt x="625" y="654"/>
                  </a:cubicBezTo>
                  <a:cubicBezTo>
                    <a:pt x="626" y="654"/>
                    <a:pt x="626" y="654"/>
                    <a:pt x="627" y="654"/>
                  </a:cubicBezTo>
                  <a:cubicBezTo>
                    <a:pt x="656" y="654"/>
                    <a:pt x="656" y="654"/>
                    <a:pt x="656" y="654"/>
                  </a:cubicBezTo>
                  <a:cubicBezTo>
                    <a:pt x="657" y="654"/>
                    <a:pt x="657" y="654"/>
                    <a:pt x="658" y="654"/>
                  </a:cubicBezTo>
                  <a:cubicBezTo>
                    <a:pt x="704" y="701"/>
                    <a:pt x="704" y="701"/>
                    <a:pt x="704" y="701"/>
                  </a:cubicBezTo>
                  <a:cubicBezTo>
                    <a:pt x="705" y="701"/>
                    <a:pt x="705" y="702"/>
                    <a:pt x="705" y="702"/>
                  </a:cubicBezTo>
                  <a:cubicBezTo>
                    <a:pt x="705" y="735"/>
                    <a:pt x="705" y="735"/>
                    <a:pt x="705" y="735"/>
                  </a:cubicBezTo>
                  <a:cubicBezTo>
                    <a:pt x="705" y="735"/>
                    <a:pt x="705" y="736"/>
                    <a:pt x="704" y="736"/>
                  </a:cubicBezTo>
                  <a:lnTo>
                    <a:pt x="699" y="74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5" name="Freeform 548"/>
            <p:cNvSpPr>
              <a:spLocks/>
            </p:cNvSpPr>
            <p:nvPr/>
          </p:nvSpPr>
          <p:spPr bwMode="auto">
            <a:xfrm flipV="1">
              <a:off x="1922464" y="6811961"/>
              <a:ext cx="2260600" cy="2454275"/>
            </a:xfrm>
            <a:custGeom>
              <a:avLst/>
              <a:gdLst>
                <a:gd name="T0" fmla="*/ 594 w 602"/>
                <a:gd name="T1" fmla="*/ 654 h 654"/>
                <a:gd name="T2" fmla="*/ 591 w 602"/>
                <a:gd name="T3" fmla="*/ 651 h 654"/>
                <a:gd name="T4" fmla="*/ 598 w 602"/>
                <a:gd name="T5" fmla="*/ 644 h 654"/>
                <a:gd name="T6" fmla="*/ 598 w 602"/>
                <a:gd name="T7" fmla="*/ 601 h 654"/>
                <a:gd name="T8" fmla="*/ 0 w 602"/>
                <a:gd name="T9" fmla="*/ 2 h 654"/>
                <a:gd name="T10" fmla="*/ 2 w 602"/>
                <a:gd name="T11" fmla="*/ 0 h 654"/>
                <a:gd name="T12" fmla="*/ 601 w 602"/>
                <a:gd name="T13" fmla="*/ 599 h 654"/>
                <a:gd name="T14" fmla="*/ 602 w 602"/>
                <a:gd name="T15" fmla="*/ 600 h 654"/>
                <a:gd name="T16" fmla="*/ 602 w 602"/>
                <a:gd name="T17" fmla="*/ 645 h 654"/>
                <a:gd name="T18" fmla="*/ 601 w 602"/>
                <a:gd name="T19" fmla="*/ 646 h 654"/>
                <a:gd name="T20" fmla="*/ 594 w 602"/>
                <a:gd name="T21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2" h="654">
                  <a:moveTo>
                    <a:pt x="594" y="654"/>
                  </a:moveTo>
                  <a:cubicBezTo>
                    <a:pt x="591" y="651"/>
                    <a:pt x="591" y="651"/>
                    <a:pt x="591" y="651"/>
                  </a:cubicBezTo>
                  <a:cubicBezTo>
                    <a:pt x="598" y="644"/>
                    <a:pt x="598" y="644"/>
                    <a:pt x="598" y="644"/>
                  </a:cubicBezTo>
                  <a:cubicBezTo>
                    <a:pt x="598" y="601"/>
                    <a:pt x="598" y="601"/>
                    <a:pt x="598" y="60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1" y="599"/>
                    <a:pt x="601" y="599"/>
                    <a:pt x="601" y="599"/>
                  </a:cubicBezTo>
                  <a:cubicBezTo>
                    <a:pt x="602" y="599"/>
                    <a:pt x="602" y="600"/>
                    <a:pt x="602" y="600"/>
                  </a:cubicBezTo>
                  <a:cubicBezTo>
                    <a:pt x="602" y="645"/>
                    <a:pt x="602" y="645"/>
                    <a:pt x="602" y="645"/>
                  </a:cubicBezTo>
                  <a:cubicBezTo>
                    <a:pt x="602" y="645"/>
                    <a:pt x="602" y="646"/>
                    <a:pt x="601" y="646"/>
                  </a:cubicBezTo>
                  <a:lnTo>
                    <a:pt x="594" y="65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6" name="Freeform 549"/>
            <p:cNvSpPr>
              <a:spLocks/>
            </p:cNvSpPr>
            <p:nvPr/>
          </p:nvSpPr>
          <p:spPr bwMode="auto">
            <a:xfrm flipV="1">
              <a:off x="2249489" y="6627811"/>
              <a:ext cx="2371725" cy="2701925"/>
            </a:xfrm>
            <a:custGeom>
              <a:avLst/>
              <a:gdLst>
                <a:gd name="T0" fmla="*/ 630 w 632"/>
                <a:gd name="T1" fmla="*/ 720 h 720"/>
                <a:gd name="T2" fmla="*/ 624 w 632"/>
                <a:gd name="T3" fmla="*/ 714 h 720"/>
                <a:gd name="T4" fmla="*/ 623 w 632"/>
                <a:gd name="T5" fmla="*/ 713 h 720"/>
                <a:gd name="T6" fmla="*/ 623 w 632"/>
                <a:gd name="T7" fmla="*/ 670 h 720"/>
                <a:gd name="T8" fmla="*/ 591 w 632"/>
                <a:gd name="T9" fmla="*/ 639 h 720"/>
                <a:gd name="T10" fmla="*/ 562 w 632"/>
                <a:gd name="T11" fmla="*/ 639 h 720"/>
                <a:gd name="T12" fmla="*/ 560 w 632"/>
                <a:gd name="T13" fmla="*/ 638 h 720"/>
                <a:gd name="T14" fmla="*/ 404 w 632"/>
                <a:gd name="T15" fmla="*/ 482 h 720"/>
                <a:gd name="T16" fmla="*/ 404 w 632"/>
                <a:gd name="T17" fmla="*/ 481 h 720"/>
                <a:gd name="T18" fmla="*/ 404 w 632"/>
                <a:gd name="T19" fmla="*/ 436 h 720"/>
                <a:gd name="T20" fmla="*/ 57 w 632"/>
                <a:gd name="T21" fmla="*/ 89 h 720"/>
                <a:gd name="T22" fmla="*/ 31 w 632"/>
                <a:gd name="T23" fmla="*/ 89 h 720"/>
                <a:gd name="T24" fmla="*/ 30 w 632"/>
                <a:gd name="T25" fmla="*/ 88 h 720"/>
                <a:gd name="T26" fmla="*/ 0 w 632"/>
                <a:gd name="T27" fmla="*/ 59 h 720"/>
                <a:gd name="T28" fmla="*/ 0 w 632"/>
                <a:gd name="T29" fmla="*/ 58 h 720"/>
                <a:gd name="T30" fmla="*/ 0 w 632"/>
                <a:gd name="T31" fmla="*/ 21 h 720"/>
                <a:gd name="T32" fmla="*/ 0 w 632"/>
                <a:gd name="T33" fmla="*/ 20 h 720"/>
                <a:gd name="T34" fmla="*/ 21 w 632"/>
                <a:gd name="T35" fmla="*/ 0 h 720"/>
                <a:gd name="T36" fmla="*/ 24 w 632"/>
                <a:gd name="T37" fmla="*/ 2 h 720"/>
                <a:gd name="T38" fmla="*/ 3 w 632"/>
                <a:gd name="T39" fmla="*/ 22 h 720"/>
                <a:gd name="T40" fmla="*/ 3 w 632"/>
                <a:gd name="T41" fmla="*/ 57 h 720"/>
                <a:gd name="T42" fmla="*/ 32 w 632"/>
                <a:gd name="T43" fmla="*/ 85 h 720"/>
                <a:gd name="T44" fmla="*/ 57 w 632"/>
                <a:gd name="T45" fmla="*/ 85 h 720"/>
                <a:gd name="T46" fmla="*/ 59 w 632"/>
                <a:gd name="T47" fmla="*/ 86 h 720"/>
                <a:gd name="T48" fmla="*/ 407 w 632"/>
                <a:gd name="T49" fmla="*/ 434 h 720"/>
                <a:gd name="T50" fmla="*/ 407 w 632"/>
                <a:gd name="T51" fmla="*/ 435 h 720"/>
                <a:gd name="T52" fmla="*/ 407 w 632"/>
                <a:gd name="T53" fmla="*/ 480 h 720"/>
                <a:gd name="T54" fmla="*/ 562 w 632"/>
                <a:gd name="T55" fmla="*/ 635 h 720"/>
                <a:gd name="T56" fmla="*/ 592 w 632"/>
                <a:gd name="T57" fmla="*/ 635 h 720"/>
                <a:gd name="T58" fmla="*/ 593 w 632"/>
                <a:gd name="T59" fmla="*/ 636 h 720"/>
                <a:gd name="T60" fmla="*/ 626 w 632"/>
                <a:gd name="T61" fmla="*/ 669 h 720"/>
                <a:gd name="T62" fmla="*/ 627 w 632"/>
                <a:gd name="T63" fmla="*/ 670 h 720"/>
                <a:gd name="T64" fmla="*/ 627 w 632"/>
                <a:gd name="T65" fmla="*/ 712 h 720"/>
                <a:gd name="T66" fmla="*/ 632 w 632"/>
                <a:gd name="T67" fmla="*/ 717 h 720"/>
                <a:gd name="T68" fmla="*/ 630 w 632"/>
                <a:gd name="T69" fmla="*/ 72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20">
                  <a:moveTo>
                    <a:pt x="630" y="720"/>
                  </a:moveTo>
                  <a:cubicBezTo>
                    <a:pt x="624" y="714"/>
                    <a:pt x="624" y="714"/>
                    <a:pt x="624" y="714"/>
                  </a:cubicBezTo>
                  <a:cubicBezTo>
                    <a:pt x="623" y="714"/>
                    <a:pt x="623" y="713"/>
                    <a:pt x="623" y="713"/>
                  </a:cubicBezTo>
                  <a:cubicBezTo>
                    <a:pt x="623" y="670"/>
                    <a:pt x="623" y="670"/>
                    <a:pt x="623" y="670"/>
                  </a:cubicBezTo>
                  <a:cubicBezTo>
                    <a:pt x="591" y="639"/>
                    <a:pt x="591" y="639"/>
                    <a:pt x="591" y="639"/>
                  </a:cubicBezTo>
                  <a:cubicBezTo>
                    <a:pt x="562" y="639"/>
                    <a:pt x="562" y="639"/>
                    <a:pt x="562" y="639"/>
                  </a:cubicBezTo>
                  <a:cubicBezTo>
                    <a:pt x="561" y="639"/>
                    <a:pt x="561" y="638"/>
                    <a:pt x="560" y="638"/>
                  </a:cubicBezTo>
                  <a:cubicBezTo>
                    <a:pt x="404" y="482"/>
                    <a:pt x="404" y="482"/>
                    <a:pt x="404" y="482"/>
                  </a:cubicBezTo>
                  <a:cubicBezTo>
                    <a:pt x="404" y="482"/>
                    <a:pt x="404" y="481"/>
                    <a:pt x="404" y="481"/>
                  </a:cubicBezTo>
                  <a:cubicBezTo>
                    <a:pt x="404" y="436"/>
                    <a:pt x="404" y="436"/>
                    <a:pt x="404" y="436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8" y="86"/>
                    <a:pt x="59" y="86"/>
                  </a:cubicBezTo>
                  <a:cubicBezTo>
                    <a:pt x="407" y="434"/>
                    <a:pt x="407" y="434"/>
                    <a:pt x="407" y="434"/>
                  </a:cubicBezTo>
                  <a:cubicBezTo>
                    <a:pt x="407" y="434"/>
                    <a:pt x="407" y="435"/>
                    <a:pt x="407" y="435"/>
                  </a:cubicBezTo>
                  <a:cubicBezTo>
                    <a:pt x="407" y="480"/>
                    <a:pt x="407" y="480"/>
                    <a:pt x="407" y="480"/>
                  </a:cubicBezTo>
                  <a:cubicBezTo>
                    <a:pt x="562" y="635"/>
                    <a:pt x="562" y="635"/>
                    <a:pt x="562" y="635"/>
                  </a:cubicBezTo>
                  <a:cubicBezTo>
                    <a:pt x="592" y="635"/>
                    <a:pt x="592" y="635"/>
                    <a:pt x="592" y="635"/>
                  </a:cubicBezTo>
                  <a:cubicBezTo>
                    <a:pt x="593" y="635"/>
                    <a:pt x="593" y="635"/>
                    <a:pt x="593" y="636"/>
                  </a:cubicBezTo>
                  <a:cubicBezTo>
                    <a:pt x="626" y="669"/>
                    <a:pt x="626" y="669"/>
                    <a:pt x="626" y="669"/>
                  </a:cubicBezTo>
                  <a:cubicBezTo>
                    <a:pt x="627" y="669"/>
                    <a:pt x="627" y="669"/>
                    <a:pt x="627" y="670"/>
                  </a:cubicBezTo>
                  <a:cubicBezTo>
                    <a:pt x="627" y="712"/>
                    <a:pt x="627" y="712"/>
                    <a:pt x="627" y="712"/>
                  </a:cubicBezTo>
                  <a:cubicBezTo>
                    <a:pt x="632" y="717"/>
                    <a:pt x="632" y="717"/>
                    <a:pt x="632" y="717"/>
                  </a:cubicBezTo>
                  <a:lnTo>
                    <a:pt x="630" y="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7" name="Freeform 550"/>
            <p:cNvSpPr>
              <a:spLocks/>
            </p:cNvSpPr>
            <p:nvPr/>
          </p:nvSpPr>
          <p:spPr bwMode="auto">
            <a:xfrm flipV="1">
              <a:off x="2406652" y="6234111"/>
              <a:ext cx="2371725" cy="2919413"/>
            </a:xfrm>
            <a:custGeom>
              <a:avLst/>
              <a:gdLst>
                <a:gd name="T0" fmla="*/ 507 w 632"/>
                <a:gd name="T1" fmla="*/ 778 h 778"/>
                <a:gd name="T2" fmla="*/ 507 w 632"/>
                <a:gd name="T3" fmla="*/ 774 h 778"/>
                <a:gd name="T4" fmla="*/ 554 w 632"/>
                <a:gd name="T5" fmla="*/ 774 h 778"/>
                <a:gd name="T6" fmla="*/ 629 w 632"/>
                <a:gd name="T7" fmla="*/ 699 h 778"/>
                <a:gd name="T8" fmla="*/ 629 w 632"/>
                <a:gd name="T9" fmla="*/ 661 h 778"/>
                <a:gd name="T10" fmla="*/ 609 w 632"/>
                <a:gd name="T11" fmla="*/ 641 h 778"/>
                <a:gd name="T12" fmla="*/ 609 w 632"/>
                <a:gd name="T13" fmla="*/ 640 h 778"/>
                <a:gd name="T14" fmla="*/ 609 w 632"/>
                <a:gd name="T15" fmla="*/ 614 h 778"/>
                <a:gd name="T16" fmla="*/ 563 w 632"/>
                <a:gd name="T17" fmla="*/ 568 h 778"/>
                <a:gd name="T18" fmla="*/ 522 w 632"/>
                <a:gd name="T19" fmla="*/ 568 h 778"/>
                <a:gd name="T20" fmla="*/ 520 w 632"/>
                <a:gd name="T21" fmla="*/ 568 h 778"/>
                <a:gd name="T22" fmla="*/ 394 w 632"/>
                <a:gd name="T23" fmla="*/ 441 h 778"/>
                <a:gd name="T24" fmla="*/ 393 w 632"/>
                <a:gd name="T25" fmla="*/ 440 h 778"/>
                <a:gd name="T26" fmla="*/ 393 w 632"/>
                <a:gd name="T27" fmla="*/ 371 h 778"/>
                <a:gd name="T28" fmla="*/ 25 w 632"/>
                <a:gd name="T29" fmla="*/ 3 h 778"/>
                <a:gd name="T30" fmla="*/ 0 w 632"/>
                <a:gd name="T31" fmla="*/ 3 h 778"/>
                <a:gd name="T32" fmla="*/ 0 w 632"/>
                <a:gd name="T33" fmla="*/ 0 h 778"/>
                <a:gd name="T34" fmla="*/ 26 w 632"/>
                <a:gd name="T35" fmla="*/ 0 h 778"/>
                <a:gd name="T36" fmla="*/ 27 w 632"/>
                <a:gd name="T37" fmla="*/ 0 h 778"/>
                <a:gd name="T38" fmla="*/ 396 w 632"/>
                <a:gd name="T39" fmla="*/ 369 h 778"/>
                <a:gd name="T40" fmla="*/ 397 w 632"/>
                <a:gd name="T41" fmla="*/ 371 h 778"/>
                <a:gd name="T42" fmla="*/ 397 w 632"/>
                <a:gd name="T43" fmla="*/ 439 h 778"/>
                <a:gd name="T44" fmla="*/ 522 w 632"/>
                <a:gd name="T45" fmla="*/ 565 h 778"/>
                <a:gd name="T46" fmla="*/ 564 w 632"/>
                <a:gd name="T47" fmla="*/ 565 h 778"/>
                <a:gd name="T48" fmla="*/ 565 w 632"/>
                <a:gd name="T49" fmla="*/ 565 h 778"/>
                <a:gd name="T50" fmla="*/ 612 w 632"/>
                <a:gd name="T51" fmla="*/ 612 h 778"/>
                <a:gd name="T52" fmla="*/ 612 w 632"/>
                <a:gd name="T53" fmla="*/ 613 h 778"/>
                <a:gd name="T54" fmla="*/ 612 w 632"/>
                <a:gd name="T55" fmla="*/ 640 h 778"/>
                <a:gd name="T56" fmla="*/ 632 w 632"/>
                <a:gd name="T57" fmla="*/ 659 h 778"/>
                <a:gd name="T58" fmla="*/ 632 w 632"/>
                <a:gd name="T59" fmla="*/ 660 h 778"/>
                <a:gd name="T60" fmla="*/ 632 w 632"/>
                <a:gd name="T61" fmla="*/ 700 h 778"/>
                <a:gd name="T62" fmla="*/ 632 w 632"/>
                <a:gd name="T63" fmla="*/ 701 h 778"/>
                <a:gd name="T64" fmla="*/ 556 w 632"/>
                <a:gd name="T65" fmla="*/ 777 h 778"/>
                <a:gd name="T66" fmla="*/ 554 w 632"/>
                <a:gd name="T67" fmla="*/ 778 h 778"/>
                <a:gd name="T68" fmla="*/ 507 w 632"/>
                <a:gd name="T69" fmla="*/ 778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78">
                  <a:moveTo>
                    <a:pt x="507" y="778"/>
                  </a:moveTo>
                  <a:cubicBezTo>
                    <a:pt x="507" y="774"/>
                    <a:pt x="507" y="774"/>
                    <a:pt x="507" y="774"/>
                  </a:cubicBezTo>
                  <a:cubicBezTo>
                    <a:pt x="554" y="774"/>
                    <a:pt x="554" y="774"/>
                    <a:pt x="554" y="774"/>
                  </a:cubicBezTo>
                  <a:cubicBezTo>
                    <a:pt x="629" y="699"/>
                    <a:pt x="629" y="699"/>
                    <a:pt x="629" y="699"/>
                  </a:cubicBezTo>
                  <a:cubicBezTo>
                    <a:pt x="629" y="661"/>
                    <a:pt x="629" y="661"/>
                    <a:pt x="629" y="661"/>
                  </a:cubicBezTo>
                  <a:cubicBezTo>
                    <a:pt x="609" y="641"/>
                    <a:pt x="609" y="641"/>
                    <a:pt x="609" y="641"/>
                  </a:cubicBezTo>
                  <a:cubicBezTo>
                    <a:pt x="609" y="641"/>
                    <a:pt x="609" y="641"/>
                    <a:pt x="609" y="640"/>
                  </a:cubicBezTo>
                  <a:cubicBezTo>
                    <a:pt x="609" y="614"/>
                    <a:pt x="609" y="614"/>
                    <a:pt x="609" y="614"/>
                  </a:cubicBezTo>
                  <a:cubicBezTo>
                    <a:pt x="563" y="568"/>
                    <a:pt x="563" y="568"/>
                    <a:pt x="563" y="568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1" y="568"/>
                    <a:pt x="521" y="568"/>
                    <a:pt x="520" y="568"/>
                  </a:cubicBezTo>
                  <a:cubicBezTo>
                    <a:pt x="394" y="441"/>
                    <a:pt x="394" y="441"/>
                    <a:pt x="394" y="441"/>
                  </a:cubicBezTo>
                  <a:cubicBezTo>
                    <a:pt x="393" y="441"/>
                    <a:pt x="393" y="441"/>
                    <a:pt x="393" y="440"/>
                  </a:cubicBezTo>
                  <a:cubicBezTo>
                    <a:pt x="393" y="371"/>
                    <a:pt x="393" y="371"/>
                    <a:pt x="393" y="371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396" y="369"/>
                    <a:pt x="396" y="369"/>
                    <a:pt x="396" y="369"/>
                  </a:cubicBezTo>
                  <a:cubicBezTo>
                    <a:pt x="396" y="370"/>
                    <a:pt x="397" y="370"/>
                    <a:pt x="397" y="371"/>
                  </a:cubicBezTo>
                  <a:cubicBezTo>
                    <a:pt x="397" y="439"/>
                    <a:pt x="397" y="439"/>
                    <a:pt x="397" y="439"/>
                  </a:cubicBezTo>
                  <a:cubicBezTo>
                    <a:pt x="522" y="565"/>
                    <a:pt x="522" y="565"/>
                    <a:pt x="522" y="565"/>
                  </a:cubicBezTo>
                  <a:cubicBezTo>
                    <a:pt x="564" y="565"/>
                    <a:pt x="564" y="565"/>
                    <a:pt x="564" y="565"/>
                  </a:cubicBezTo>
                  <a:cubicBezTo>
                    <a:pt x="565" y="565"/>
                    <a:pt x="565" y="565"/>
                    <a:pt x="565" y="565"/>
                  </a:cubicBezTo>
                  <a:cubicBezTo>
                    <a:pt x="612" y="612"/>
                    <a:pt x="612" y="612"/>
                    <a:pt x="612" y="612"/>
                  </a:cubicBezTo>
                  <a:cubicBezTo>
                    <a:pt x="612" y="612"/>
                    <a:pt x="612" y="612"/>
                    <a:pt x="612" y="613"/>
                  </a:cubicBezTo>
                  <a:cubicBezTo>
                    <a:pt x="612" y="640"/>
                    <a:pt x="612" y="640"/>
                    <a:pt x="612" y="640"/>
                  </a:cubicBezTo>
                  <a:cubicBezTo>
                    <a:pt x="632" y="659"/>
                    <a:pt x="632" y="659"/>
                    <a:pt x="632" y="659"/>
                  </a:cubicBezTo>
                  <a:cubicBezTo>
                    <a:pt x="632" y="660"/>
                    <a:pt x="632" y="660"/>
                    <a:pt x="632" y="660"/>
                  </a:cubicBezTo>
                  <a:cubicBezTo>
                    <a:pt x="632" y="700"/>
                    <a:pt x="632" y="700"/>
                    <a:pt x="632" y="700"/>
                  </a:cubicBezTo>
                  <a:cubicBezTo>
                    <a:pt x="632" y="700"/>
                    <a:pt x="632" y="700"/>
                    <a:pt x="632" y="701"/>
                  </a:cubicBezTo>
                  <a:cubicBezTo>
                    <a:pt x="556" y="777"/>
                    <a:pt x="556" y="777"/>
                    <a:pt x="556" y="777"/>
                  </a:cubicBezTo>
                  <a:cubicBezTo>
                    <a:pt x="555" y="777"/>
                    <a:pt x="555" y="778"/>
                    <a:pt x="554" y="778"/>
                  </a:cubicBezTo>
                  <a:lnTo>
                    <a:pt x="507" y="77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8" name="Freeform 551"/>
            <p:cNvSpPr>
              <a:spLocks/>
            </p:cNvSpPr>
            <p:nvPr/>
          </p:nvSpPr>
          <p:spPr bwMode="auto">
            <a:xfrm flipV="1">
              <a:off x="2235202" y="6778623"/>
              <a:ext cx="2641600" cy="2798763"/>
            </a:xfrm>
            <a:custGeom>
              <a:avLst/>
              <a:gdLst>
                <a:gd name="T0" fmla="*/ 702 w 704"/>
                <a:gd name="T1" fmla="*/ 746 h 746"/>
                <a:gd name="T2" fmla="*/ 632 w 704"/>
                <a:gd name="T3" fmla="*/ 676 h 746"/>
                <a:gd name="T4" fmla="*/ 631 w 704"/>
                <a:gd name="T5" fmla="*/ 675 h 746"/>
                <a:gd name="T6" fmla="*/ 631 w 704"/>
                <a:gd name="T7" fmla="*/ 633 h 746"/>
                <a:gd name="T8" fmla="*/ 0 w 704"/>
                <a:gd name="T9" fmla="*/ 2 h 746"/>
                <a:gd name="T10" fmla="*/ 2 w 704"/>
                <a:gd name="T11" fmla="*/ 0 h 746"/>
                <a:gd name="T12" fmla="*/ 634 w 704"/>
                <a:gd name="T13" fmla="*/ 632 h 746"/>
                <a:gd name="T14" fmla="*/ 635 w 704"/>
                <a:gd name="T15" fmla="*/ 633 h 746"/>
                <a:gd name="T16" fmla="*/ 635 w 704"/>
                <a:gd name="T17" fmla="*/ 674 h 746"/>
                <a:gd name="T18" fmla="*/ 704 w 704"/>
                <a:gd name="T19" fmla="*/ 744 h 746"/>
                <a:gd name="T20" fmla="*/ 702 w 704"/>
                <a:gd name="T21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4" h="746">
                  <a:moveTo>
                    <a:pt x="702" y="746"/>
                  </a:moveTo>
                  <a:cubicBezTo>
                    <a:pt x="632" y="676"/>
                    <a:pt x="632" y="676"/>
                    <a:pt x="632" y="676"/>
                  </a:cubicBezTo>
                  <a:cubicBezTo>
                    <a:pt x="632" y="676"/>
                    <a:pt x="631" y="675"/>
                    <a:pt x="631" y="675"/>
                  </a:cubicBezTo>
                  <a:cubicBezTo>
                    <a:pt x="631" y="633"/>
                    <a:pt x="631" y="633"/>
                    <a:pt x="631" y="6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34" y="632"/>
                    <a:pt x="634" y="632"/>
                    <a:pt x="634" y="632"/>
                  </a:cubicBezTo>
                  <a:cubicBezTo>
                    <a:pt x="635" y="632"/>
                    <a:pt x="635" y="632"/>
                    <a:pt x="635" y="633"/>
                  </a:cubicBezTo>
                  <a:cubicBezTo>
                    <a:pt x="635" y="674"/>
                    <a:pt x="635" y="674"/>
                    <a:pt x="635" y="674"/>
                  </a:cubicBezTo>
                  <a:cubicBezTo>
                    <a:pt x="704" y="744"/>
                    <a:pt x="704" y="744"/>
                    <a:pt x="704" y="744"/>
                  </a:cubicBezTo>
                  <a:lnTo>
                    <a:pt x="702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9" name="Freeform 552"/>
            <p:cNvSpPr>
              <a:spLocks/>
            </p:cNvSpPr>
            <p:nvPr/>
          </p:nvSpPr>
          <p:spPr bwMode="auto">
            <a:xfrm flipV="1">
              <a:off x="2879727" y="7400924"/>
              <a:ext cx="1812925" cy="1854200"/>
            </a:xfrm>
            <a:custGeom>
              <a:avLst/>
              <a:gdLst>
                <a:gd name="T0" fmla="*/ 464 w 483"/>
                <a:gd name="T1" fmla="*/ 494 h 494"/>
                <a:gd name="T2" fmla="*/ 461 w 483"/>
                <a:gd name="T3" fmla="*/ 494 h 494"/>
                <a:gd name="T4" fmla="*/ 461 w 483"/>
                <a:gd name="T5" fmla="*/ 465 h 494"/>
                <a:gd name="T6" fmla="*/ 462 w 483"/>
                <a:gd name="T7" fmla="*/ 463 h 494"/>
                <a:gd name="T8" fmla="*/ 480 w 483"/>
                <a:gd name="T9" fmla="*/ 445 h 494"/>
                <a:gd name="T10" fmla="*/ 480 w 483"/>
                <a:gd name="T11" fmla="*/ 429 h 494"/>
                <a:gd name="T12" fmla="*/ 269 w 483"/>
                <a:gd name="T13" fmla="*/ 218 h 494"/>
                <a:gd name="T14" fmla="*/ 217 w 483"/>
                <a:gd name="T15" fmla="*/ 218 h 494"/>
                <a:gd name="T16" fmla="*/ 215 w 483"/>
                <a:gd name="T17" fmla="*/ 218 h 494"/>
                <a:gd name="T18" fmla="*/ 0 w 483"/>
                <a:gd name="T19" fmla="*/ 2 h 494"/>
                <a:gd name="T20" fmla="*/ 2 w 483"/>
                <a:gd name="T21" fmla="*/ 0 h 494"/>
                <a:gd name="T22" fmla="*/ 217 w 483"/>
                <a:gd name="T23" fmla="*/ 215 h 494"/>
                <a:gd name="T24" fmla="*/ 270 w 483"/>
                <a:gd name="T25" fmla="*/ 215 h 494"/>
                <a:gd name="T26" fmla="*/ 271 w 483"/>
                <a:gd name="T27" fmla="*/ 215 h 494"/>
                <a:gd name="T28" fmla="*/ 483 w 483"/>
                <a:gd name="T29" fmla="*/ 427 h 494"/>
                <a:gd name="T30" fmla="*/ 483 w 483"/>
                <a:gd name="T31" fmla="*/ 428 h 494"/>
                <a:gd name="T32" fmla="*/ 483 w 483"/>
                <a:gd name="T33" fmla="*/ 446 h 494"/>
                <a:gd name="T34" fmla="*/ 483 w 483"/>
                <a:gd name="T35" fmla="*/ 447 h 494"/>
                <a:gd name="T36" fmla="*/ 464 w 483"/>
                <a:gd name="T37" fmla="*/ 465 h 494"/>
                <a:gd name="T38" fmla="*/ 464 w 483"/>
                <a:gd name="T39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4">
                  <a:moveTo>
                    <a:pt x="464" y="494"/>
                  </a:moveTo>
                  <a:cubicBezTo>
                    <a:pt x="461" y="494"/>
                    <a:pt x="461" y="494"/>
                    <a:pt x="461" y="494"/>
                  </a:cubicBezTo>
                  <a:cubicBezTo>
                    <a:pt x="461" y="465"/>
                    <a:pt x="461" y="465"/>
                    <a:pt x="461" y="465"/>
                  </a:cubicBezTo>
                  <a:cubicBezTo>
                    <a:pt x="461" y="464"/>
                    <a:pt x="461" y="464"/>
                    <a:pt x="462" y="463"/>
                  </a:cubicBezTo>
                  <a:cubicBezTo>
                    <a:pt x="480" y="445"/>
                    <a:pt x="480" y="445"/>
                    <a:pt x="480" y="445"/>
                  </a:cubicBezTo>
                  <a:cubicBezTo>
                    <a:pt x="480" y="429"/>
                    <a:pt x="480" y="429"/>
                    <a:pt x="480" y="429"/>
                  </a:cubicBezTo>
                  <a:cubicBezTo>
                    <a:pt x="269" y="218"/>
                    <a:pt x="269" y="218"/>
                    <a:pt x="269" y="218"/>
                  </a:cubicBezTo>
                  <a:cubicBezTo>
                    <a:pt x="217" y="218"/>
                    <a:pt x="217" y="218"/>
                    <a:pt x="217" y="218"/>
                  </a:cubicBezTo>
                  <a:cubicBezTo>
                    <a:pt x="216" y="218"/>
                    <a:pt x="216" y="218"/>
                    <a:pt x="215" y="2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70" y="215"/>
                    <a:pt x="270" y="215"/>
                    <a:pt x="270" y="215"/>
                  </a:cubicBezTo>
                  <a:cubicBezTo>
                    <a:pt x="270" y="215"/>
                    <a:pt x="271" y="215"/>
                    <a:pt x="271" y="215"/>
                  </a:cubicBezTo>
                  <a:cubicBezTo>
                    <a:pt x="483" y="427"/>
                    <a:pt x="483" y="427"/>
                    <a:pt x="483" y="427"/>
                  </a:cubicBezTo>
                  <a:cubicBezTo>
                    <a:pt x="483" y="427"/>
                    <a:pt x="483" y="428"/>
                    <a:pt x="483" y="428"/>
                  </a:cubicBezTo>
                  <a:cubicBezTo>
                    <a:pt x="483" y="446"/>
                    <a:pt x="483" y="446"/>
                    <a:pt x="483" y="446"/>
                  </a:cubicBezTo>
                  <a:cubicBezTo>
                    <a:pt x="483" y="446"/>
                    <a:pt x="483" y="447"/>
                    <a:pt x="483" y="447"/>
                  </a:cubicBezTo>
                  <a:cubicBezTo>
                    <a:pt x="464" y="465"/>
                    <a:pt x="464" y="465"/>
                    <a:pt x="464" y="465"/>
                  </a:cubicBezTo>
                  <a:lnTo>
                    <a:pt x="464" y="4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0" name="Freeform 553"/>
            <p:cNvSpPr>
              <a:spLocks/>
            </p:cNvSpPr>
            <p:nvPr/>
          </p:nvSpPr>
          <p:spPr bwMode="auto">
            <a:xfrm flipV="1">
              <a:off x="2786064" y="6770686"/>
              <a:ext cx="2360612" cy="2897188"/>
            </a:xfrm>
            <a:custGeom>
              <a:avLst/>
              <a:gdLst>
                <a:gd name="T0" fmla="*/ 629 w 629"/>
                <a:gd name="T1" fmla="*/ 772 h 772"/>
                <a:gd name="T2" fmla="*/ 590 w 629"/>
                <a:gd name="T3" fmla="*/ 772 h 772"/>
                <a:gd name="T4" fmla="*/ 587 w 629"/>
                <a:gd name="T5" fmla="*/ 771 h 772"/>
                <a:gd name="T6" fmla="*/ 505 w 629"/>
                <a:gd name="T7" fmla="*/ 688 h 772"/>
                <a:gd name="T8" fmla="*/ 504 w 629"/>
                <a:gd name="T9" fmla="*/ 686 h 772"/>
                <a:gd name="T10" fmla="*/ 504 w 629"/>
                <a:gd name="T11" fmla="*/ 645 h 772"/>
                <a:gd name="T12" fmla="*/ 505 w 629"/>
                <a:gd name="T13" fmla="*/ 643 h 772"/>
                <a:gd name="T14" fmla="*/ 519 w 629"/>
                <a:gd name="T15" fmla="*/ 628 h 772"/>
                <a:gd name="T16" fmla="*/ 519 w 629"/>
                <a:gd name="T17" fmla="*/ 582 h 772"/>
                <a:gd name="T18" fmla="*/ 520 w 629"/>
                <a:gd name="T19" fmla="*/ 580 h 772"/>
                <a:gd name="T20" fmla="*/ 549 w 629"/>
                <a:gd name="T21" fmla="*/ 551 h 772"/>
                <a:gd name="T22" fmla="*/ 549 w 629"/>
                <a:gd name="T23" fmla="*/ 539 h 772"/>
                <a:gd name="T24" fmla="*/ 294 w 629"/>
                <a:gd name="T25" fmla="*/ 284 h 772"/>
                <a:gd name="T26" fmla="*/ 256 w 629"/>
                <a:gd name="T27" fmla="*/ 284 h 772"/>
                <a:gd name="T28" fmla="*/ 253 w 629"/>
                <a:gd name="T29" fmla="*/ 283 h 772"/>
                <a:gd name="T30" fmla="*/ 175 w 629"/>
                <a:gd name="T31" fmla="*/ 204 h 772"/>
                <a:gd name="T32" fmla="*/ 173 w 629"/>
                <a:gd name="T33" fmla="*/ 201 h 772"/>
                <a:gd name="T34" fmla="*/ 174 w 629"/>
                <a:gd name="T35" fmla="*/ 178 h 772"/>
                <a:gd name="T36" fmla="*/ 0 w 629"/>
                <a:gd name="T37" fmla="*/ 5 h 772"/>
                <a:gd name="T38" fmla="*/ 5 w 629"/>
                <a:gd name="T39" fmla="*/ 0 h 772"/>
                <a:gd name="T40" fmla="*/ 179 w 629"/>
                <a:gd name="T41" fmla="*/ 174 h 772"/>
                <a:gd name="T42" fmla="*/ 180 w 629"/>
                <a:gd name="T43" fmla="*/ 177 h 772"/>
                <a:gd name="T44" fmla="*/ 180 w 629"/>
                <a:gd name="T45" fmla="*/ 200 h 772"/>
                <a:gd name="T46" fmla="*/ 257 w 629"/>
                <a:gd name="T47" fmla="*/ 277 h 772"/>
                <a:gd name="T48" fmla="*/ 295 w 629"/>
                <a:gd name="T49" fmla="*/ 277 h 772"/>
                <a:gd name="T50" fmla="*/ 298 w 629"/>
                <a:gd name="T51" fmla="*/ 278 h 772"/>
                <a:gd name="T52" fmla="*/ 555 w 629"/>
                <a:gd name="T53" fmla="*/ 535 h 772"/>
                <a:gd name="T54" fmla="*/ 556 w 629"/>
                <a:gd name="T55" fmla="*/ 537 h 772"/>
                <a:gd name="T56" fmla="*/ 556 w 629"/>
                <a:gd name="T57" fmla="*/ 552 h 772"/>
                <a:gd name="T58" fmla="*/ 555 w 629"/>
                <a:gd name="T59" fmla="*/ 555 h 772"/>
                <a:gd name="T60" fmla="*/ 526 w 629"/>
                <a:gd name="T61" fmla="*/ 584 h 772"/>
                <a:gd name="T62" fmla="*/ 526 w 629"/>
                <a:gd name="T63" fmla="*/ 630 h 772"/>
                <a:gd name="T64" fmla="*/ 525 w 629"/>
                <a:gd name="T65" fmla="*/ 632 h 772"/>
                <a:gd name="T66" fmla="*/ 511 w 629"/>
                <a:gd name="T67" fmla="*/ 647 h 772"/>
                <a:gd name="T68" fmla="*/ 511 w 629"/>
                <a:gd name="T69" fmla="*/ 684 h 772"/>
                <a:gd name="T70" fmla="*/ 591 w 629"/>
                <a:gd name="T71" fmla="*/ 765 h 772"/>
                <a:gd name="T72" fmla="*/ 629 w 629"/>
                <a:gd name="T73" fmla="*/ 765 h 772"/>
                <a:gd name="T74" fmla="*/ 629 w 629"/>
                <a:gd name="T75" fmla="*/ 772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9" h="772">
                  <a:moveTo>
                    <a:pt x="629" y="772"/>
                  </a:moveTo>
                  <a:cubicBezTo>
                    <a:pt x="590" y="772"/>
                    <a:pt x="590" y="772"/>
                    <a:pt x="590" y="772"/>
                  </a:cubicBezTo>
                  <a:cubicBezTo>
                    <a:pt x="589" y="772"/>
                    <a:pt x="588" y="771"/>
                    <a:pt x="587" y="771"/>
                  </a:cubicBezTo>
                  <a:cubicBezTo>
                    <a:pt x="505" y="688"/>
                    <a:pt x="505" y="688"/>
                    <a:pt x="505" y="688"/>
                  </a:cubicBezTo>
                  <a:cubicBezTo>
                    <a:pt x="504" y="687"/>
                    <a:pt x="504" y="687"/>
                    <a:pt x="504" y="686"/>
                  </a:cubicBezTo>
                  <a:cubicBezTo>
                    <a:pt x="504" y="645"/>
                    <a:pt x="504" y="645"/>
                    <a:pt x="504" y="645"/>
                  </a:cubicBezTo>
                  <a:cubicBezTo>
                    <a:pt x="504" y="644"/>
                    <a:pt x="504" y="644"/>
                    <a:pt x="505" y="643"/>
                  </a:cubicBezTo>
                  <a:cubicBezTo>
                    <a:pt x="519" y="628"/>
                    <a:pt x="519" y="628"/>
                    <a:pt x="519" y="628"/>
                  </a:cubicBezTo>
                  <a:cubicBezTo>
                    <a:pt x="519" y="582"/>
                    <a:pt x="519" y="582"/>
                    <a:pt x="519" y="582"/>
                  </a:cubicBezTo>
                  <a:cubicBezTo>
                    <a:pt x="519" y="581"/>
                    <a:pt x="520" y="580"/>
                    <a:pt x="520" y="580"/>
                  </a:cubicBezTo>
                  <a:cubicBezTo>
                    <a:pt x="549" y="551"/>
                    <a:pt x="549" y="551"/>
                    <a:pt x="549" y="551"/>
                  </a:cubicBezTo>
                  <a:cubicBezTo>
                    <a:pt x="549" y="539"/>
                    <a:pt x="549" y="539"/>
                    <a:pt x="549" y="539"/>
                  </a:cubicBezTo>
                  <a:cubicBezTo>
                    <a:pt x="294" y="284"/>
                    <a:pt x="294" y="284"/>
                    <a:pt x="294" y="284"/>
                  </a:cubicBezTo>
                  <a:cubicBezTo>
                    <a:pt x="256" y="284"/>
                    <a:pt x="256" y="284"/>
                    <a:pt x="256" y="284"/>
                  </a:cubicBezTo>
                  <a:cubicBezTo>
                    <a:pt x="255" y="284"/>
                    <a:pt x="254" y="283"/>
                    <a:pt x="253" y="283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03"/>
                    <a:pt x="173" y="202"/>
                    <a:pt x="173" y="201"/>
                  </a:cubicBezTo>
                  <a:cubicBezTo>
                    <a:pt x="174" y="178"/>
                    <a:pt x="174" y="178"/>
                    <a:pt x="174" y="17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79" y="174"/>
                    <a:pt x="179" y="174"/>
                    <a:pt x="179" y="174"/>
                  </a:cubicBezTo>
                  <a:cubicBezTo>
                    <a:pt x="180" y="175"/>
                    <a:pt x="180" y="176"/>
                    <a:pt x="180" y="177"/>
                  </a:cubicBezTo>
                  <a:cubicBezTo>
                    <a:pt x="180" y="200"/>
                    <a:pt x="180" y="200"/>
                    <a:pt x="180" y="200"/>
                  </a:cubicBezTo>
                  <a:cubicBezTo>
                    <a:pt x="257" y="277"/>
                    <a:pt x="257" y="277"/>
                    <a:pt x="257" y="277"/>
                  </a:cubicBezTo>
                  <a:cubicBezTo>
                    <a:pt x="295" y="277"/>
                    <a:pt x="295" y="277"/>
                    <a:pt x="295" y="277"/>
                  </a:cubicBezTo>
                  <a:cubicBezTo>
                    <a:pt x="296" y="277"/>
                    <a:pt x="297" y="277"/>
                    <a:pt x="298" y="278"/>
                  </a:cubicBezTo>
                  <a:cubicBezTo>
                    <a:pt x="555" y="535"/>
                    <a:pt x="555" y="535"/>
                    <a:pt x="555" y="535"/>
                  </a:cubicBezTo>
                  <a:cubicBezTo>
                    <a:pt x="556" y="536"/>
                    <a:pt x="556" y="536"/>
                    <a:pt x="556" y="537"/>
                  </a:cubicBezTo>
                  <a:cubicBezTo>
                    <a:pt x="556" y="552"/>
                    <a:pt x="556" y="552"/>
                    <a:pt x="556" y="552"/>
                  </a:cubicBezTo>
                  <a:cubicBezTo>
                    <a:pt x="556" y="553"/>
                    <a:pt x="556" y="554"/>
                    <a:pt x="555" y="555"/>
                  </a:cubicBezTo>
                  <a:cubicBezTo>
                    <a:pt x="526" y="584"/>
                    <a:pt x="526" y="584"/>
                    <a:pt x="526" y="584"/>
                  </a:cubicBezTo>
                  <a:cubicBezTo>
                    <a:pt x="526" y="630"/>
                    <a:pt x="526" y="630"/>
                    <a:pt x="526" y="630"/>
                  </a:cubicBezTo>
                  <a:cubicBezTo>
                    <a:pt x="526" y="631"/>
                    <a:pt x="526" y="632"/>
                    <a:pt x="525" y="632"/>
                  </a:cubicBezTo>
                  <a:cubicBezTo>
                    <a:pt x="511" y="647"/>
                    <a:pt x="511" y="647"/>
                    <a:pt x="511" y="647"/>
                  </a:cubicBezTo>
                  <a:cubicBezTo>
                    <a:pt x="511" y="684"/>
                    <a:pt x="511" y="684"/>
                    <a:pt x="511" y="684"/>
                  </a:cubicBezTo>
                  <a:cubicBezTo>
                    <a:pt x="591" y="765"/>
                    <a:pt x="591" y="765"/>
                    <a:pt x="591" y="765"/>
                  </a:cubicBezTo>
                  <a:cubicBezTo>
                    <a:pt x="629" y="765"/>
                    <a:pt x="629" y="765"/>
                    <a:pt x="629" y="765"/>
                  </a:cubicBezTo>
                  <a:lnTo>
                    <a:pt x="629" y="77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1" name="Freeform 554"/>
            <p:cNvSpPr>
              <a:spLocks/>
            </p:cNvSpPr>
            <p:nvPr/>
          </p:nvSpPr>
          <p:spPr bwMode="auto">
            <a:xfrm flipV="1">
              <a:off x="2620964" y="7164386"/>
              <a:ext cx="2536825" cy="2800350"/>
            </a:xfrm>
            <a:custGeom>
              <a:avLst/>
              <a:gdLst>
                <a:gd name="T0" fmla="*/ 589 w 676"/>
                <a:gd name="T1" fmla="*/ 746 h 746"/>
                <a:gd name="T2" fmla="*/ 586 w 676"/>
                <a:gd name="T3" fmla="*/ 746 h 746"/>
                <a:gd name="T4" fmla="*/ 586 w 676"/>
                <a:gd name="T5" fmla="*/ 682 h 746"/>
                <a:gd name="T6" fmla="*/ 586 w 676"/>
                <a:gd name="T7" fmla="*/ 681 h 746"/>
                <a:gd name="T8" fmla="*/ 619 w 676"/>
                <a:gd name="T9" fmla="*/ 648 h 746"/>
                <a:gd name="T10" fmla="*/ 620 w 676"/>
                <a:gd name="T11" fmla="*/ 647 h 746"/>
                <a:gd name="T12" fmla="*/ 663 w 676"/>
                <a:gd name="T13" fmla="*/ 647 h 746"/>
                <a:gd name="T14" fmla="*/ 673 w 676"/>
                <a:gd name="T15" fmla="*/ 638 h 746"/>
                <a:gd name="T16" fmla="*/ 673 w 676"/>
                <a:gd name="T17" fmla="*/ 627 h 746"/>
                <a:gd name="T18" fmla="*/ 381 w 676"/>
                <a:gd name="T19" fmla="*/ 336 h 746"/>
                <a:gd name="T20" fmla="*/ 300 w 676"/>
                <a:gd name="T21" fmla="*/ 336 h 746"/>
                <a:gd name="T22" fmla="*/ 299 w 676"/>
                <a:gd name="T23" fmla="*/ 335 h 746"/>
                <a:gd name="T24" fmla="*/ 255 w 676"/>
                <a:gd name="T25" fmla="*/ 291 h 746"/>
                <a:gd name="T26" fmla="*/ 254 w 676"/>
                <a:gd name="T27" fmla="*/ 290 h 746"/>
                <a:gd name="T28" fmla="*/ 254 w 676"/>
                <a:gd name="T29" fmla="*/ 257 h 746"/>
                <a:gd name="T30" fmla="*/ 0 w 676"/>
                <a:gd name="T31" fmla="*/ 2 h 746"/>
                <a:gd name="T32" fmla="*/ 2 w 676"/>
                <a:gd name="T33" fmla="*/ 0 h 746"/>
                <a:gd name="T34" fmla="*/ 257 w 676"/>
                <a:gd name="T35" fmla="*/ 255 h 746"/>
                <a:gd name="T36" fmla="*/ 258 w 676"/>
                <a:gd name="T37" fmla="*/ 257 h 746"/>
                <a:gd name="T38" fmla="*/ 258 w 676"/>
                <a:gd name="T39" fmla="*/ 290 h 746"/>
                <a:gd name="T40" fmla="*/ 300 w 676"/>
                <a:gd name="T41" fmla="*/ 332 h 746"/>
                <a:gd name="T42" fmla="*/ 382 w 676"/>
                <a:gd name="T43" fmla="*/ 332 h 746"/>
                <a:gd name="T44" fmla="*/ 383 w 676"/>
                <a:gd name="T45" fmla="*/ 333 h 746"/>
                <a:gd name="T46" fmla="*/ 676 w 676"/>
                <a:gd name="T47" fmla="*/ 625 h 746"/>
                <a:gd name="T48" fmla="*/ 676 w 676"/>
                <a:gd name="T49" fmla="*/ 627 h 746"/>
                <a:gd name="T50" fmla="*/ 676 w 676"/>
                <a:gd name="T51" fmla="*/ 638 h 746"/>
                <a:gd name="T52" fmla="*/ 676 w 676"/>
                <a:gd name="T53" fmla="*/ 639 h 746"/>
                <a:gd name="T54" fmla="*/ 665 w 676"/>
                <a:gd name="T55" fmla="*/ 650 h 746"/>
                <a:gd name="T56" fmla="*/ 664 w 676"/>
                <a:gd name="T57" fmla="*/ 651 h 746"/>
                <a:gd name="T58" fmla="*/ 621 w 676"/>
                <a:gd name="T59" fmla="*/ 651 h 746"/>
                <a:gd name="T60" fmla="*/ 589 w 676"/>
                <a:gd name="T61" fmla="*/ 683 h 746"/>
                <a:gd name="T62" fmla="*/ 589 w 676"/>
                <a:gd name="T63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6" h="746">
                  <a:moveTo>
                    <a:pt x="589" y="746"/>
                  </a:moveTo>
                  <a:cubicBezTo>
                    <a:pt x="586" y="746"/>
                    <a:pt x="586" y="746"/>
                    <a:pt x="586" y="746"/>
                  </a:cubicBezTo>
                  <a:cubicBezTo>
                    <a:pt x="586" y="682"/>
                    <a:pt x="586" y="682"/>
                    <a:pt x="586" y="682"/>
                  </a:cubicBezTo>
                  <a:cubicBezTo>
                    <a:pt x="586" y="682"/>
                    <a:pt x="586" y="681"/>
                    <a:pt x="586" y="681"/>
                  </a:cubicBezTo>
                  <a:cubicBezTo>
                    <a:pt x="619" y="648"/>
                    <a:pt x="619" y="648"/>
                    <a:pt x="619" y="648"/>
                  </a:cubicBezTo>
                  <a:cubicBezTo>
                    <a:pt x="619" y="648"/>
                    <a:pt x="620" y="647"/>
                    <a:pt x="620" y="647"/>
                  </a:cubicBezTo>
                  <a:cubicBezTo>
                    <a:pt x="663" y="647"/>
                    <a:pt x="663" y="647"/>
                    <a:pt x="663" y="647"/>
                  </a:cubicBezTo>
                  <a:cubicBezTo>
                    <a:pt x="673" y="638"/>
                    <a:pt x="673" y="638"/>
                    <a:pt x="673" y="638"/>
                  </a:cubicBezTo>
                  <a:cubicBezTo>
                    <a:pt x="673" y="627"/>
                    <a:pt x="673" y="627"/>
                    <a:pt x="673" y="627"/>
                  </a:cubicBezTo>
                  <a:cubicBezTo>
                    <a:pt x="381" y="336"/>
                    <a:pt x="381" y="336"/>
                    <a:pt x="381" y="336"/>
                  </a:cubicBezTo>
                  <a:cubicBezTo>
                    <a:pt x="300" y="336"/>
                    <a:pt x="300" y="336"/>
                    <a:pt x="300" y="336"/>
                  </a:cubicBezTo>
                  <a:cubicBezTo>
                    <a:pt x="299" y="336"/>
                    <a:pt x="299" y="335"/>
                    <a:pt x="299" y="335"/>
                  </a:cubicBezTo>
                  <a:cubicBezTo>
                    <a:pt x="255" y="291"/>
                    <a:pt x="255" y="291"/>
                    <a:pt x="255" y="291"/>
                  </a:cubicBezTo>
                  <a:cubicBezTo>
                    <a:pt x="255" y="291"/>
                    <a:pt x="254" y="291"/>
                    <a:pt x="254" y="290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58" y="256"/>
                    <a:pt x="258" y="256"/>
                    <a:pt x="258" y="257"/>
                  </a:cubicBezTo>
                  <a:cubicBezTo>
                    <a:pt x="258" y="290"/>
                    <a:pt x="258" y="290"/>
                    <a:pt x="258" y="290"/>
                  </a:cubicBezTo>
                  <a:cubicBezTo>
                    <a:pt x="300" y="332"/>
                    <a:pt x="300" y="332"/>
                    <a:pt x="300" y="332"/>
                  </a:cubicBezTo>
                  <a:cubicBezTo>
                    <a:pt x="382" y="332"/>
                    <a:pt x="382" y="332"/>
                    <a:pt x="382" y="332"/>
                  </a:cubicBezTo>
                  <a:cubicBezTo>
                    <a:pt x="382" y="332"/>
                    <a:pt x="383" y="332"/>
                    <a:pt x="383" y="333"/>
                  </a:cubicBezTo>
                  <a:cubicBezTo>
                    <a:pt x="676" y="625"/>
                    <a:pt x="676" y="625"/>
                    <a:pt x="676" y="625"/>
                  </a:cubicBezTo>
                  <a:cubicBezTo>
                    <a:pt x="676" y="626"/>
                    <a:pt x="676" y="626"/>
                    <a:pt x="676" y="627"/>
                  </a:cubicBezTo>
                  <a:cubicBezTo>
                    <a:pt x="676" y="638"/>
                    <a:pt x="676" y="638"/>
                    <a:pt x="676" y="638"/>
                  </a:cubicBezTo>
                  <a:cubicBezTo>
                    <a:pt x="676" y="639"/>
                    <a:pt x="676" y="639"/>
                    <a:pt x="676" y="639"/>
                  </a:cubicBezTo>
                  <a:cubicBezTo>
                    <a:pt x="665" y="650"/>
                    <a:pt x="665" y="650"/>
                    <a:pt x="665" y="650"/>
                  </a:cubicBezTo>
                  <a:cubicBezTo>
                    <a:pt x="664" y="651"/>
                    <a:pt x="664" y="651"/>
                    <a:pt x="664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589" y="683"/>
                    <a:pt x="589" y="683"/>
                    <a:pt x="589" y="683"/>
                  </a:cubicBezTo>
                  <a:lnTo>
                    <a:pt x="589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2" name="Freeform 555"/>
            <p:cNvSpPr>
              <a:spLocks/>
            </p:cNvSpPr>
            <p:nvPr/>
          </p:nvSpPr>
          <p:spPr bwMode="auto">
            <a:xfrm flipV="1">
              <a:off x="1401764" y="6016623"/>
              <a:ext cx="3921125" cy="2751138"/>
            </a:xfrm>
            <a:custGeom>
              <a:avLst/>
              <a:gdLst>
                <a:gd name="T0" fmla="*/ 770 w 1045"/>
                <a:gd name="T1" fmla="*/ 733 h 733"/>
                <a:gd name="T2" fmla="*/ 766 w 1045"/>
                <a:gd name="T3" fmla="*/ 731 h 733"/>
                <a:gd name="T4" fmla="*/ 719 w 1045"/>
                <a:gd name="T5" fmla="*/ 684 h 733"/>
                <a:gd name="T6" fmla="*/ 617 w 1045"/>
                <a:gd name="T7" fmla="*/ 684 h 733"/>
                <a:gd name="T8" fmla="*/ 613 w 1045"/>
                <a:gd name="T9" fmla="*/ 682 h 733"/>
                <a:gd name="T10" fmla="*/ 406 w 1045"/>
                <a:gd name="T11" fmla="*/ 474 h 733"/>
                <a:gd name="T12" fmla="*/ 404 w 1045"/>
                <a:gd name="T13" fmla="*/ 470 h 733"/>
                <a:gd name="T14" fmla="*/ 404 w 1045"/>
                <a:gd name="T15" fmla="*/ 411 h 733"/>
                <a:gd name="T16" fmla="*/ 0 w 1045"/>
                <a:gd name="T17" fmla="*/ 8 h 733"/>
                <a:gd name="T18" fmla="*/ 8 w 1045"/>
                <a:gd name="T19" fmla="*/ 0 h 733"/>
                <a:gd name="T20" fmla="*/ 413 w 1045"/>
                <a:gd name="T21" fmla="*/ 405 h 733"/>
                <a:gd name="T22" fmla="*/ 414 w 1045"/>
                <a:gd name="T23" fmla="*/ 409 h 733"/>
                <a:gd name="T24" fmla="*/ 414 w 1045"/>
                <a:gd name="T25" fmla="*/ 468 h 733"/>
                <a:gd name="T26" fmla="*/ 619 w 1045"/>
                <a:gd name="T27" fmla="*/ 673 h 733"/>
                <a:gd name="T28" fmla="*/ 721 w 1045"/>
                <a:gd name="T29" fmla="*/ 673 h 733"/>
                <a:gd name="T30" fmla="*/ 724 w 1045"/>
                <a:gd name="T31" fmla="*/ 675 h 733"/>
                <a:gd name="T32" fmla="*/ 772 w 1045"/>
                <a:gd name="T33" fmla="*/ 722 h 733"/>
                <a:gd name="T34" fmla="*/ 861 w 1045"/>
                <a:gd name="T35" fmla="*/ 722 h 733"/>
                <a:gd name="T36" fmla="*/ 1013 w 1045"/>
                <a:gd name="T37" fmla="*/ 571 h 733"/>
                <a:gd name="T38" fmla="*/ 1016 w 1045"/>
                <a:gd name="T39" fmla="*/ 569 h 733"/>
                <a:gd name="T40" fmla="*/ 1045 w 1045"/>
                <a:gd name="T41" fmla="*/ 569 h 733"/>
                <a:gd name="T42" fmla="*/ 1045 w 1045"/>
                <a:gd name="T43" fmla="*/ 579 h 733"/>
                <a:gd name="T44" fmla="*/ 1018 w 1045"/>
                <a:gd name="T45" fmla="*/ 579 h 733"/>
                <a:gd name="T46" fmla="*/ 867 w 1045"/>
                <a:gd name="T47" fmla="*/ 731 h 733"/>
                <a:gd name="T48" fmla="*/ 863 w 1045"/>
                <a:gd name="T49" fmla="*/ 733 h 733"/>
                <a:gd name="T50" fmla="*/ 770 w 1045"/>
                <a:gd name="T51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45" h="733">
                  <a:moveTo>
                    <a:pt x="770" y="733"/>
                  </a:moveTo>
                  <a:cubicBezTo>
                    <a:pt x="768" y="733"/>
                    <a:pt x="767" y="732"/>
                    <a:pt x="766" y="731"/>
                  </a:cubicBezTo>
                  <a:cubicBezTo>
                    <a:pt x="719" y="684"/>
                    <a:pt x="719" y="684"/>
                    <a:pt x="719" y="684"/>
                  </a:cubicBezTo>
                  <a:cubicBezTo>
                    <a:pt x="617" y="684"/>
                    <a:pt x="617" y="684"/>
                    <a:pt x="617" y="684"/>
                  </a:cubicBezTo>
                  <a:cubicBezTo>
                    <a:pt x="616" y="684"/>
                    <a:pt x="614" y="683"/>
                    <a:pt x="613" y="682"/>
                  </a:cubicBezTo>
                  <a:cubicBezTo>
                    <a:pt x="406" y="474"/>
                    <a:pt x="406" y="474"/>
                    <a:pt x="406" y="474"/>
                  </a:cubicBezTo>
                  <a:cubicBezTo>
                    <a:pt x="405" y="473"/>
                    <a:pt x="404" y="472"/>
                    <a:pt x="404" y="470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13" y="405"/>
                    <a:pt x="413" y="405"/>
                    <a:pt x="413" y="405"/>
                  </a:cubicBezTo>
                  <a:cubicBezTo>
                    <a:pt x="414" y="406"/>
                    <a:pt x="414" y="408"/>
                    <a:pt x="414" y="409"/>
                  </a:cubicBezTo>
                  <a:cubicBezTo>
                    <a:pt x="414" y="468"/>
                    <a:pt x="414" y="468"/>
                    <a:pt x="414" y="468"/>
                  </a:cubicBezTo>
                  <a:cubicBezTo>
                    <a:pt x="619" y="673"/>
                    <a:pt x="619" y="673"/>
                    <a:pt x="619" y="673"/>
                  </a:cubicBezTo>
                  <a:cubicBezTo>
                    <a:pt x="721" y="673"/>
                    <a:pt x="721" y="673"/>
                    <a:pt x="721" y="673"/>
                  </a:cubicBezTo>
                  <a:cubicBezTo>
                    <a:pt x="722" y="673"/>
                    <a:pt x="723" y="674"/>
                    <a:pt x="724" y="675"/>
                  </a:cubicBezTo>
                  <a:cubicBezTo>
                    <a:pt x="772" y="722"/>
                    <a:pt x="772" y="722"/>
                    <a:pt x="772" y="722"/>
                  </a:cubicBezTo>
                  <a:cubicBezTo>
                    <a:pt x="861" y="722"/>
                    <a:pt x="861" y="722"/>
                    <a:pt x="861" y="722"/>
                  </a:cubicBezTo>
                  <a:cubicBezTo>
                    <a:pt x="1013" y="571"/>
                    <a:pt x="1013" y="571"/>
                    <a:pt x="1013" y="571"/>
                  </a:cubicBezTo>
                  <a:cubicBezTo>
                    <a:pt x="1014" y="570"/>
                    <a:pt x="1015" y="569"/>
                    <a:pt x="1016" y="569"/>
                  </a:cubicBezTo>
                  <a:cubicBezTo>
                    <a:pt x="1045" y="569"/>
                    <a:pt x="1045" y="569"/>
                    <a:pt x="1045" y="569"/>
                  </a:cubicBezTo>
                  <a:cubicBezTo>
                    <a:pt x="1045" y="579"/>
                    <a:pt x="1045" y="579"/>
                    <a:pt x="1045" y="579"/>
                  </a:cubicBezTo>
                  <a:cubicBezTo>
                    <a:pt x="1018" y="579"/>
                    <a:pt x="1018" y="579"/>
                    <a:pt x="1018" y="579"/>
                  </a:cubicBezTo>
                  <a:cubicBezTo>
                    <a:pt x="867" y="731"/>
                    <a:pt x="867" y="731"/>
                    <a:pt x="867" y="731"/>
                  </a:cubicBezTo>
                  <a:cubicBezTo>
                    <a:pt x="866" y="732"/>
                    <a:pt x="865" y="733"/>
                    <a:pt x="863" y="733"/>
                  </a:cubicBezTo>
                  <a:lnTo>
                    <a:pt x="770" y="7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3" name="Oval 556"/>
            <p:cNvSpPr>
              <a:spLocks noChangeArrowheads="1"/>
            </p:cNvSpPr>
            <p:nvPr/>
          </p:nvSpPr>
          <p:spPr bwMode="auto">
            <a:xfrm flipV="1">
              <a:off x="3803652" y="6165849"/>
              <a:ext cx="101600" cy="1016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4" name="Freeform 557"/>
            <p:cNvSpPr>
              <a:spLocks noEditPoints="1"/>
            </p:cNvSpPr>
            <p:nvPr/>
          </p:nvSpPr>
          <p:spPr bwMode="auto">
            <a:xfrm flipV="1">
              <a:off x="2295527" y="53403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3 h 25"/>
                <a:gd name="T12" fmla="*/ 12 w 25"/>
                <a:gd name="T13" fmla="*/ 5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5" name="Freeform 558"/>
            <p:cNvSpPr>
              <a:spLocks noEditPoints="1"/>
            </p:cNvSpPr>
            <p:nvPr/>
          </p:nvSpPr>
          <p:spPr bwMode="auto">
            <a:xfrm flipV="1">
              <a:off x="2681289" y="4984748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5 w 25"/>
                <a:gd name="T23" fmla="*/ 13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6" name="Freeform 559"/>
            <p:cNvSpPr>
              <a:spLocks/>
            </p:cNvSpPr>
            <p:nvPr/>
          </p:nvSpPr>
          <p:spPr bwMode="auto">
            <a:xfrm flipV="1">
              <a:off x="-1900236" y="1797048"/>
              <a:ext cx="3981450" cy="1446213"/>
            </a:xfrm>
            <a:custGeom>
              <a:avLst/>
              <a:gdLst>
                <a:gd name="T0" fmla="*/ 603 w 1061"/>
                <a:gd name="T1" fmla="*/ 385 h 385"/>
                <a:gd name="T2" fmla="*/ 0 w 1061"/>
                <a:gd name="T3" fmla="*/ 385 h 385"/>
                <a:gd name="T4" fmla="*/ 0 w 1061"/>
                <a:gd name="T5" fmla="*/ 371 h 385"/>
                <a:gd name="T6" fmla="*/ 600 w 1061"/>
                <a:gd name="T7" fmla="*/ 371 h 385"/>
                <a:gd name="T8" fmla="*/ 969 w 1061"/>
                <a:gd name="T9" fmla="*/ 2 h 385"/>
                <a:gd name="T10" fmla="*/ 974 w 1061"/>
                <a:gd name="T11" fmla="*/ 0 h 385"/>
                <a:gd name="T12" fmla="*/ 1061 w 1061"/>
                <a:gd name="T13" fmla="*/ 0 h 385"/>
                <a:gd name="T14" fmla="*/ 1061 w 1061"/>
                <a:gd name="T15" fmla="*/ 13 h 385"/>
                <a:gd name="T16" fmla="*/ 977 w 1061"/>
                <a:gd name="T17" fmla="*/ 13 h 385"/>
                <a:gd name="T18" fmla="*/ 607 w 1061"/>
                <a:gd name="T19" fmla="*/ 383 h 385"/>
                <a:gd name="T20" fmla="*/ 603 w 1061"/>
                <a:gd name="T21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1" h="385">
                  <a:moveTo>
                    <a:pt x="603" y="385"/>
                  </a:moveTo>
                  <a:cubicBezTo>
                    <a:pt x="0" y="385"/>
                    <a:pt x="0" y="385"/>
                    <a:pt x="0" y="385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600" y="371"/>
                    <a:pt x="600" y="371"/>
                    <a:pt x="600" y="371"/>
                  </a:cubicBezTo>
                  <a:cubicBezTo>
                    <a:pt x="969" y="2"/>
                    <a:pt x="969" y="2"/>
                    <a:pt x="969" y="2"/>
                  </a:cubicBezTo>
                  <a:cubicBezTo>
                    <a:pt x="971" y="0"/>
                    <a:pt x="972" y="0"/>
                    <a:pt x="974" y="0"/>
                  </a:cubicBezTo>
                  <a:cubicBezTo>
                    <a:pt x="1061" y="0"/>
                    <a:pt x="1061" y="0"/>
                    <a:pt x="1061" y="0"/>
                  </a:cubicBezTo>
                  <a:cubicBezTo>
                    <a:pt x="1061" y="13"/>
                    <a:pt x="1061" y="13"/>
                    <a:pt x="1061" y="13"/>
                  </a:cubicBezTo>
                  <a:cubicBezTo>
                    <a:pt x="977" y="13"/>
                    <a:pt x="977" y="13"/>
                    <a:pt x="977" y="13"/>
                  </a:cubicBezTo>
                  <a:cubicBezTo>
                    <a:pt x="607" y="383"/>
                    <a:pt x="607" y="383"/>
                    <a:pt x="607" y="383"/>
                  </a:cubicBezTo>
                  <a:cubicBezTo>
                    <a:pt x="606" y="384"/>
                    <a:pt x="604" y="385"/>
                    <a:pt x="603" y="3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7" name="Freeform 560"/>
            <p:cNvSpPr>
              <a:spLocks/>
            </p:cNvSpPr>
            <p:nvPr/>
          </p:nvSpPr>
          <p:spPr bwMode="auto">
            <a:xfrm flipV="1">
              <a:off x="-77786" y="3543299"/>
              <a:ext cx="962025" cy="355600"/>
            </a:xfrm>
            <a:custGeom>
              <a:avLst/>
              <a:gdLst>
                <a:gd name="T0" fmla="*/ 253 w 256"/>
                <a:gd name="T1" fmla="*/ 95 h 95"/>
                <a:gd name="T2" fmla="*/ 162 w 256"/>
                <a:gd name="T3" fmla="*/ 3 h 95"/>
                <a:gd name="T4" fmla="*/ 22 w 256"/>
                <a:gd name="T5" fmla="*/ 3 h 95"/>
                <a:gd name="T6" fmla="*/ 3 w 256"/>
                <a:gd name="T7" fmla="*/ 22 h 95"/>
                <a:gd name="T8" fmla="*/ 3 w 256"/>
                <a:gd name="T9" fmla="*/ 47 h 95"/>
                <a:gd name="T10" fmla="*/ 24 w 256"/>
                <a:gd name="T11" fmla="*/ 68 h 95"/>
                <a:gd name="T12" fmla="*/ 99 w 256"/>
                <a:gd name="T13" fmla="*/ 68 h 95"/>
                <a:gd name="T14" fmla="*/ 113 w 256"/>
                <a:gd name="T15" fmla="*/ 53 h 95"/>
                <a:gd name="T16" fmla="*/ 115 w 256"/>
                <a:gd name="T17" fmla="*/ 56 h 95"/>
                <a:gd name="T18" fmla="*/ 100 w 256"/>
                <a:gd name="T19" fmla="*/ 71 h 95"/>
                <a:gd name="T20" fmla="*/ 99 w 256"/>
                <a:gd name="T21" fmla="*/ 71 h 95"/>
                <a:gd name="T22" fmla="*/ 24 w 256"/>
                <a:gd name="T23" fmla="*/ 71 h 95"/>
                <a:gd name="T24" fmla="*/ 22 w 256"/>
                <a:gd name="T25" fmla="*/ 71 h 95"/>
                <a:gd name="T26" fmla="*/ 0 w 256"/>
                <a:gd name="T27" fmla="*/ 49 h 95"/>
                <a:gd name="T28" fmla="*/ 0 w 256"/>
                <a:gd name="T29" fmla="*/ 48 h 95"/>
                <a:gd name="T30" fmla="*/ 0 w 256"/>
                <a:gd name="T31" fmla="*/ 21 h 95"/>
                <a:gd name="T32" fmla="*/ 0 w 256"/>
                <a:gd name="T33" fmla="*/ 20 h 95"/>
                <a:gd name="T34" fmla="*/ 20 w 256"/>
                <a:gd name="T35" fmla="*/ 0 h 95"/>
                <a:gd name="T36" fmla="*/ 22 w 256"/>
                <a:gd name="T37" fmla="*/ 0 h 95"/>
                <a:gd name="T38" fmla="*/ 162 w 256"/>
                <a:gd name="T39" fmla="*/ 0 h 95"/>
                <a:gd name="T40" fmla="*/ 164 w 256"/>
                <a:gd name="T41" fmla="*/ 0 h 95"/>
                <a:gd name="T42" fmla="*/ 256 w 256"/>
                <a:gd name="T43" fmla="*/ 92 h 95"/>
                <a:gd name="T44" fmla="*/ 253 w 256"/>
                <a:gd name="T4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95">
                  <a:moveTo>
                    <a:pt x="253" y="95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00" y="71"/>
                    <a:pt x="100" y="71"/>
                    <a:pt x="100" y="71"/>
                  </a:cubicBezTo>
                  <a:cubicBezTo>
                    <a:pt x="100" y="71"/>
                    <a:pt x="100" y="71"/>
                    <a:pt x="99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3" y="71"/>
                    <a:pt x="23" y="71"/>
                    <a:pt x="22" y="7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3" y="0"/>
                    <a:pt x="163" y="0"/>
                    <a:pt x="164" y="0"/>
                  </a:cubicBezTo>
                  <a:cubicBezTo>
                    <a:pt x="256" y="92"/>
                    <a:pt x="256" y="92"/>
                    <a:pt x="256" y="92"/>
                  </a:cubicBezTo>
                  <a:lnTo>
                    <a:pt x="253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8" name="Freeform 561"/>
            <p:cNvSpPr>
              <a:spLocks noEditPoints="1"/>
            </p:cNvSpPr>
            <p:nvPr/>
          </p:nvSpPr>
          <p:spPr bwMode="auto">
            <a:xfrm flipV="1">
              <a:off x="-2411411" y="43910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4 w 25"/>
                <a:gd name="T19" fmla="*/ 3 h 24"/>
                <a:gd name="T20" fmla="*/ 0 w 25"/>
                <a:gd name="T21" fmla="*/ 12 h 24"/>
                <a:gd name="T22" fmla="*/ 4 w 25"/>
                <a:gd name="T23" fmla="*/ 21 h 24"/>
                <a:gd name="T24" fmla="*/ 12 w 25"/>
                <a:gd name="T25" fmla="*/ 24 h 24"/>
                <a:gd name="T26" fmla="*/ 21 w 25"/>
                <a:gd name="T27" fmla="*/ 21 h 24"/>
                <a:gd name="T28" fmla="*/ 25 w 25"/>
                <a:gd name="T29" fmla="*/ 12 h 24"/>
                <a:gd name="T30" fmla="*/ 21 w 25"/>
                <a:gd name="T31" fmla="*/ 3 h 24"/>
                <a:gd name="T32" fmla="*/ 12 w 25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6" y="6"/>
                    <a:pt x="17" y="7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9"/>
                    <a:pt x="14" y="19"/>
                    <a:pt x="12" y="19"/>
                  </a:cubicBezTo>
                  <a:cubicBezTo>
                    <a:pt x="10" y="19"/>
                    <a:pt x="9" y="19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9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8"/>
                    <a:pt x="25" y="15"/>
                    <a:pt x="25" y="12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9" name="Freeform 562"/>
            <p:cNvSpPr>
              <a:spLocks noEditPoints="1"/>
            </p:cNvSpPr>
            <p:nvPr/>
          </p:nvSpPr>
          <p:spPr bwMode="auto">
            <a:xfrm flipV="1">
              <a:off x="-2212973" y="4379911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9 w 26"/>
                <a:gd name="T3" fmla="*/ 8 h 25"/>
                <a:gd name="T4" fmla="*/ 19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2 h 25"/>
                <a:gd name="T22" fmla="*/ 13 w 26"/>
                <a:gd name="T23" fmla="*/ 25 h 25"/>
                <a:gd name="T24" fmla="*/ 22 w 26"/>
                <a:gd name="T25" fmla="*/ 22 h 25"/>
                <a:gd name="T26" fmla="*/ 26 w 26"/>
                <a:gd name="T27" fmla="*/ 13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7" y="6"/>
                    <a:pt x="19" y="8"/>
                  </a:cubicBezTo>
                  <a:cubicBezTo>
                    <a:pt x="21" y="11"/>
                    <a:pt x="21" y="15"/>
                    <a:pt x="19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2" y="20"/>
                    <a:pt x="10" y="19"/>
                    <a:pt x="8" y="18"/>
                  </a:cubicBezTo>
                  <a:cubicBezTo>
                    <a:pt x="6" y="15"/>
                    <a:pt x="6" y="11"/>
                    <a:pt x="8" y="8"/>
                  </a:cubicBezTo>
                  <a:cubicBezTo>
                    <a:pt x="10" y="6"/>
                    <a:pt x="12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2"/>
                    <a:pt x="5" y="4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7" y="24"/>
                    <a:pt x="10" y="25"/>
                    <a:pt x="13" y="25"/>
                  </a:cubicBezTo>
                  <a:cubicBezTo>
                    <a:pt x="17" y="25"/>
                    <a:pt x="20" y="24"/>
                    <a:pt x="22" y="22"/>
                  </a:cubicBezTo>
                  <a:cubicBezTo>
                    <a:pt x="25" y="19"/>
                    <a:pt x="26" y="16"/>
                    <a:pt x="26" y="13"/>
                  </a:cubicBezTo>
                  <a:cubicBezTo>
                    <a:pt x="26" y="10"/>
                    <a:pt x="25" y="6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0" name="Freeform 563"/>
            <p:cNvSpPr>
              <a:spLocks noEditPoints="1"/>
            </p:cNvSpPr>
            <p:nvPr/>
          </p:nvSpPr>
          <p:spPr bwMode="auto">
            <a:xfrm flipV="1">
              <a:off x="-1893886" y="4132261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18 w 25"/>
                <a:gd name="T3" fmla="*/ 8 h 25"/>
                <a:gd name="T4" fmla="*/ 18 w 25"/>
                <a:gd name="T5" fmla="*/ 18 h 25"/>
                <a:gd name="T6" fmla="*/ 13 w 25"/>
                <a:gd name="T7" fmla="*/ 20 h 25"/>
                <a:gd name="T8" fmla="*/ 8 w 25"/>
                <a:gd name="T9" fmla="*/ 18 h 25"/>
                <a:gd name="T10" fmla="*/ 8 w 25"/>
                <a:gd name="T11" fmla="*/ 8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4 w 25"/>
                <a:gd name="T19" fmla="*/ 4 h 25"/>
                <a:gd name="T20" fmla="*/ 0 w 25"/>
                <a:gd name="T21" fmla="*/ 13 h 25"/>
                <a:gd name="T22" fmla="*/ 4 w 25"/>
                <a:gd name="T23" fmla="*/ 22 h 25"/>
                <a:gd name="T24" fmla="*/ 13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3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5" y="6"/>
                    <a:pt x="16" y="6"/>
                    <a:pt x="18" y="8"/>
                  </a:cubicBezTo>
                  <a:cubicBezTo>
                    <a:pt x="21" y="11"/>
                    <a:pt x="21" y="15"/>
                    <a:pt x="18" y="18"/>
                  </a:cubicBezTo>
                  <a:cubicBezTo>
                    <a:pt x="16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1"/>
                    <a:pt x="8" y="8"/>
                  </a:cubicBezTo>
                  <a:cubicBezTo>
                    <a:pt x="9" y="6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2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1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9"/>
                    <a:pt x="24" y="6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1" name="Freeform 564"/>
            <p:cNvSpPr>
              <a:spLocks noEditPoints="1"/>
            </p:cNvSpPr>
            <p:nvPr/>
          </p:nvSpPr>
          <p:spPr bwMode="auto">
            <a:xfrm flipV="1">
              <a:off x="-1127123" y="3659185"/>
              <a:ext cx="100012" cy="90488"/>
            </a:xfrm>
            <a:custGeom>
              <a:avLst/>
              <a:gdLst>
                <a:gd name="T0" fmla="*/ 14 w 27"/>
                <a:gd name="T1" fmla="*/ 5 h 24"/>
                <a:gd name="T2" fmla="*/ 18 w 27"/>
                <a:gd name="T3" fmla="*/ 7 h 24"/>
                <a:gd name="T4" fmla="*/ 18 w 27"/>
                <a:gd name="T5" fmla="*/ 17 h 24"/>
                <a:gd name="T6" fmla="*/ 14 w 27"/>
                <a:gd name="T7" fmla="*/ 19 h 24"/>
                <a:gd name="T8" fmla="*/ 9 w 27"/>
                <a:gd name="T9" fmla="*/ 17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4"/>
                    <a:pt x="18" y="17"/>
                  </a:cubicBezTo>
                  <a:cubicBezTo>
                    <a:pt x="17" y="18"/>
                    <a:pt x="15" y="19"/>
                    <a:pt x="14" y="19"/>
                  </a:cubicBezTo>
                  <a:cubicBezTo>
                    <a:pt x="12" y="19"/>
                    <a:pt x="10" y="18"/>
                    <a:pt x="9" y="17"/>
                  </a:cubicBezTo>
                  <a:cubicBezTo>
                    <a:pt x="6" y="14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2" name="Freeform 565"/>
            <p:cNvSpPr>
              <a:spLocks noEditPoints="1"/>
            </p:cNvSpPr>
            <p:nvPr/>
          </p:nvSpPr>
          <p:spPr bwMode="auto">
            <a:xfrm flipV="1">
              <a:off x="-1390648" y="3898898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9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13 w 26"/>
                <a:gd name="T17" fmla="*/ 0 h 24"/>
                <a:gd name="T18" fmla="*/ 5 w 26"/>
                <a:gd name="T19" fmla="*/ 3 h 24"/>
                <a:gd name="T20" fmla="*/ 5 w 26"/>
                <a:gd name="T21" fmla="*/ 20 h 24"/>
                <a:gd name="T22" fmla="*/ 13 w 26"/>
                <a:gd name="T23" fmla="*/ 24 h 24"/>
                <a:gd name="T24" fmla="*/ 22 w 26"/>
                <a:gd name="T25" fmla="*/ 20 h 24"/>
                <a:gd name="T26" fmla="*/ 22 w 26"/>
                <a:gd name="T27" fmla="*/ 3 h 24"/>
                <a:gd name="T28" fmla="*/ 13 w 26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7" y="5"/>
                    <a:pt x="18" y="7"/>
                  </a:cubicBezTo>
                  <a:cubicBezTo>
                    <a:pt x="21" y="9"/>
                    <a:pt x="21" y="14"/>
                    <a:pt x="18" y="16"/>
                  </a:cubicBezTo>
                  <a:cubicBezTo>
                    <a:pt x="17" y="18"/>
                    <a:pt x="15" y="19"/>
                    <a:pt x="13" y="19"/>
                  </a:cubicBezTo>
                  <a:cubicBezTo>
                    <a:pt x="11" y="19"/>
                    <a:pt x="10" y="18"/>
                    <a:pt x="8" y="16"/>
                  </a:cubicBezTo>
                  <a:cubicBezTo>
                    <a:pt x="6" y="14"/>
                    <a:pt x="6" y="9"/>
                    <a:pt x="8" y="7"/>
                  </a:cubicBezTo>
                  <a:cubicBezTo>
                    <a:pt x="10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3" y="24"/>
                  </a:cubicBezTo>
                  <a:cubicBezTo>
                    <a:pt x="16" y="24"/>
                    <a:pt x="19" y="22"/>
                    <a:pt x="22" y="20"/>
                  </a:cubicBezTo>
                  <a:cubicBezTo>
                    <a:pt x="26" y="15"/>
                    <a:pt x="26" y="8"/>
                    <a:pt x="22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3" name="Freeform 566"/>
            <p:cNvSpPr>
              <a:spLocks noEditPoints="1"/>
            </p:cNvSpPr>
            <p:nvPr/>
          </p:nvSpPr>
          <p:spPr bwMode="auto">
            <a:xfrm flipV="1">
              <a:off x="-708023" y="3557585"/>
              <a:ext cx="101600" cy="90488"/>
            </a:xfrm>
            <a:custGeom>
              <a:avLst/>
              <a:gdLst>
                <a:gd name="T0" fmla="*/ 14 w 27"/>
                <a:gd name="T1" fmla="*/ 5 h 24"/>
                <a:gd name="T2" fmla="*/ 19 w 27"/>
                <a:gd name="T3" fmla="*/ 7 h 24"/>
                <a:gd name="T4" fmla="*/ 19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5"/>
                    <a:pt x="19" y="7"/>
                  </a:cubicBezTo>
                  <a:cubicBezTo>
                    <a:pt x="21" y="9"/>
                    <a:pt x="21" y="14"/>
                    <a:pt x="19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6" y="14"/>
                    <a:pt x="6" y="9"/>
                    <a:pt x="9" y="7"/>
                  </a:cubicBezTo>
                  <a:cubicBezTo>
                    <a:pt x="10" y="5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5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4" name="Freeform 567"/>
            <p:cNvSpPr>
              <a:spLocks noEditPoints="1"/>
            </p:cNvSpPr>
            <p:nvPr/>
          </p:nvSpPr>
          <p:spPr bwMode="auto">
            <a:xfrm flipV="1">
              <a:off x="-796923" y="3843336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7 w 24"/>
                <a:gd name="T3" fmla="*/ 8 h 24"/>
                <a:gd name="T4" fmla="*/ 17 w 24"/>
                <a:gd name="T5" fmla="*/ 17 h 24"/>
                <a:gd name="T6" fmla="*/ 12 w 24"/>
                <a:gd name="T7" fmla="*/ 19 h 24"/>
                <a:gd name="T8" fmla="*/ 7 w 24"/>
                <a:gd name="T9" fmla="*/ 17 h 24"/>
                <a:gd name="T10" fmla="*/ 7 w 24"/>
                <a:gd name="T11" fmla="*/ 8 h 24"/>
                <a:gd name="T12" fmla="*/ 12 w 24"/>
                <a:gd name="T13" fmla="*/ 6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0 w 24"/>
                <a:gd name="T27" fmla="*/ 21 h 24"/>
                <a:gd name="T28" fmla="*/ 24 w 24"/>
                <a:gd name="T29" fmla="*/ 12 h 24"/>
                <a:gd name="T30" fmla="*/ 20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4" y="6"/>
                    <a:pt x="15" y="6"/>
                    <a:pt x="17" y="8"/>
                  </a:cubicBezTo>
                  <a:cubicBezTo>
                    <a:pt x="19" y="10"/>
                    <a:pt x="19" y="15"/>
                    <a:pt x="17" y="17"/>
                  </a:cubicBezTo>
                  <a:cubicBezTo>
                    <a:pt x="15" y="19"/>
                    <a:pt x="14" y="19"/>
                    <a:pt x="12" y="19"/>
                  </a:cubicBezTo>
                  <a:cubicBezTo>
                    <a:pt x="10" y="19"/>
                    <a:pt x="8" y="19"/>
                    <a:pt x="7" y="17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5" name="Freeform 568"/>
            <p:cNvSpPr>
              <a:spLocks noEditPoints="1"/>
            </p:cNvSpPr>
            <p:nvPr/>
          </p:nvSpPr>
          <p:spPr bwMode="auto">
            <a:xfrm flipV="1">
              <a:off x="-2163761" y="41211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19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3 h 25"/>
                <a:gd name="T20" fmla="*/ 0 w 26"/>
                <a:gd name="T21" fmla="*/ 12 h 25"/>
                <a:gd name="T22" fmla="*/ 4 w 26"/>
                <a:gd name="T23" fmla="*/ 21 h 25"/>
                <a:gd name="T24" fmla="*/ 13 w 26"/>
                <a:gd name="T25" fmla="*/ 25 h 25"/>
                <a:gd name="T26" fmla="*/ 21 w 26"/>
                <a:gd name="T27" fmla="*/ 21 h 25"/>
                <a:gd name="T28" fmla="*/ 21 w 26"/>
                <a:gd name="T29" fmla="*/ 3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6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6" y="16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6" name="Freeform 569"/>
            <p:cNvSpPr>
              <a:spLocks/>
            </p:cNvSpPr>
            <p:nvPr/>
          </p:nvSpPr>
          <p:spPr bwMode="auto">
            <a:xfrm flipV="1">
              <a:off x="-2339973" y="3898899"/>
              <a:ext cx="1568450" cy="657225"/>
            </a:xfrm>
            <a:custGeom>
              <a:avLst/>
              <a:gdLst>
                <a:gd name="T0" fmla="*/ 416 w 418"/>
                <a:gd name="T1" fmla="*/ 175 h 175"/>
                <a:gd name="T2" fmla="*/ 282 w 418"/>
                <a:gd name="T3" fmla="*/ 41 h 175"/>
                <a:gd name="T4" fmla="*/ 108 w 418"/>
                <a:gd name="T5" fmla="*/ 41 h 175"/>
                <a:gd name="T6" fmla="*/ 107 w 418"/>
                <a:gd name="T7" fmla="*/ 41 h 175"/>
                <a:gd name="T8" fmla="*/ 69 w 418"/>
                <a:gd name="T9" fmla="*/ 3 h 175"/>
                <a:gd name="T10" fmla="*/ 25 w 418"/>
                <a:gd name="T11" fmla="*/ 3 h 175"/>
                <a:gd name="T12" fmla="*/ 2 w 418"/>
                <a:gd name="T13" fmla="*/ 26 h 175"/>
                <a:gd name="T14" fmla="*/ 0 w 418"/>
                <a:gd name="T15" fmla="*/ 23 h 175"/>
                <a:gd name="T16" fmla="*/ 23 w 418"/>
                <a:gd name="T17" fmla="*/ 0 h 175"/>
                <a:gd name="T18" fmla="*/ 24 w 418"/>
                <a:gd name="T19" fmla="*/ 0 h 175"/>
                <a:gd name="T20" fmla="*/ 24 w 418"/>
                <a:gd name="T21" fmla="*/ 0 h 175"/>
                <a:gd name="T22" fmla="*/ 70 w 418"/>
                <a:gd name="T23" fmla="*/ 0 h 175"/>
                <a:gd name="T24" fmla="*/ 71 w 418"/>
                <a:gd name="T25" fmla="*/ 0 h 175"/>
                <a:gd name="T26" fmla="*/ 109 w 418"/>
                <a:gd name="T27" fmla="*/ 38 h 175"/>
                <a:gd name="T28" fmla="*/ 283 w 418"/>
                <a:gd name="T29" fmla="*/ 38 h 175"/>
                <a:gd name="T30" fmla="*/ 284 w 418"/>
                <a:gd name="T31" fmla="*/ 38 h 175"/>
                <a:gd name="T32" fmla="*/ 418 w 418"/>
                <a:gd name="T33" fmla="*/ 173 h 175"/>
                <a:gd name="T34" fmla="*/ 416 w 418"/>
                <a:gd name="T3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8" h="175">
                  <a:moveTo>
                    <a:pt x="416" y="175"/>
                  </a:moveTo>
                  <a:cubicBezTo>
                    <a:pt x="282" y="41"/>
                    <a:pt x="282" y="41"/>
                    <a:pt x="282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8" y="41"/>
                    <a:pt x="107" y="41"/>
                    <a:pt x="107" y="41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1" y="0"/>
                    <a:pt x="71" y="0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283" y="38"/>
                    <a:pt x="283" y="38"/>
                    <a:pt x="283" y="38"/>
                  </a:cubicBezTo>
                  <a:cubicBezTo>
                    <a:pt x="283" y="38"/>
                    <a:pt x="283" y="38"/>
                    <a:pt x="284" y="38"/>
                  </a:cubicBezTo>
                  <a:cubicBezTo>
                    <a:pt x="418" y="173"/>
                    <a:pt x="418" y="173"/>
                    <a:pt x="418" y="173"/>
                  </a:cubicBezTo>
                  <a:lnTo>
                    <a:pt x="416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7" name="Freeform 570"/>
            <p:cNvSpPr>
              <a:spLocks/>
            </p:cNvSpPr>
            <p:nvPr/>
          </p:nvSpPr>
          <p:spPr bwMode="auto">
            <a:xfrm flipV="1">
              <a:off x="-2141536" y="3617911"/>
              <a:ext cx="1471612" cy="781050"/>
            </a:xfrm>
            <a:custGeom>
              <a:avLst/>
              <a:gdLst>
                <a:gd name="T0" fmla="*/ 389 w 392"/>
                <a:gd name="T1" fmla="*/ 208 h 208"/>
                <a:gd name="T2" fmla="*/ 211 w 392"/>
                <a:gd name="T3" fmla="*/ 30 h 208"/>
                <a:gd name="T4" fmla="*/ 28 w 392"/>
                <a:gd name="T5" fmla="*/ 30 h 208"/>
                <a:gd name="T6" fmla="*/ 27 w 392"/>
                <a:gd name="T7" fmla="*/ 29 h 208"/>
                <a:gd name="T8" fmla="*/ 0 w 392"/>
                <a:gd name="T9" fmla="*/ 3 h 208"/>
                <a:gd name="T10" fmla="*/ 3 w 392"/>
                <a:gd name="T11" fmla="*/ 0 h 208"/>
                <a:gd name="T12" fmla="*/ 29 w 392"/>
                <a:gd name="T13" fmla="*/ 26 h 208"/>
                <a:gd name="T14" fmla="*/ 211 w 392"/>
                <a:gd name="T15" fmla="*/ 26 h 208"/>
                <a:gd name="T16" fmla="*/ 213 w 392"/>
                <a:gd name="T17" fmla="*/ 27 h 208"/>
                <a:gd name="T18" fmla="*/ 392 w 392"/>
                <a:gd name="T19" fmla="*/ 206 h 208"/>
                <a:gd name="T20" fmla="*/ 389 w 392"/>
                <a:gd name="T21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2" h="208">
                  <a:moveTo>
                    <a:pt x="389" y="208"/>
                  </a:moveTo>
                  <a:cubicBezTo>
                    <a:pt x="211" y="30"/>
                    <a:pt x="211" y="30"/>
                    <a:pt x="211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7" y="2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11" y="26"/>
                    <a:pt x="211" y="26"/>
                    <a:pt x="211" y="26"/>
                  </a:cubicBezTo>
                  <a:cubicBezTo>
                    <a:pt x="212" y="26"/>
                    <a:pt x="212" y="27"/>
                    <a:pt x="213" y="27"/>
                  </a:cubicBezTo>
                  <a:cubicBezTo>
                    <a:pt x="392" y="206"/>
                    <a:pt x="392" y="206"/>
                    <a:pt x="392" y="206"/>
                  </a:cubicBezTo>
                  <a:lnTo>
                    <a:pt x="389" y="2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8" name="Freeform 571"/>
            <p:cNvSpPr>
              <a:spLocks/>
            </p:cNvSpPr>
            <p:nvPr/>
          </p:nvSpPr>
          <p:spPr bwMode="auto">
            <a:xfrm flipV="1">
              <a:off x="-2089148" y="3733798"/>
              <a:ext cx="1020762" cy="417513"/>
            </a:xfrm>
            <a:custGeom>
              <a:avLst/>
              <a:gdLst>
                <a:gd name="T0" fmla="*/ 272 w 272"/>
                <a:gd name="T1" fmla="*/ 111 h 111"/>
                <a:gd name="T2" fmla="*/ 269 w 272"/>
                <a:gd name="T3" fmla="*/ 111 h 111"/>
                <a:gd name="T4" fmla="*/ 269 w 272"/>
                <a:gd name="T5" fmla="*/ 83 h 111"/>
                <a:gd name="T6" fmla="*/ 211 w 272"/>
                <a:gd name="T7" fmla="*/ 25 h 111"/>
                <a:gd name="T8" fmla="*/ 23 w 272"/>
                <a:gd name="T9" fmla="*/ 25 h 111"/>
                <a:gd name="T10" fmla="*/ 22 w 272"/>
                <a:gd name="T11" fmla="*/ 25 h 111"/>
                <a:gd name="T12" fmla="*/ 0 w 272"/>
                <a:gd name="T13" fmla="*/ 3 h 111"/>
                <a:gd name="T14" fmla="*/ 3 w 272"/>
                <a:gd name="T15" fmla="*/ 0 h 111"/>
                <a:gd name="T16" fmla="*/ 24 w 272"/>
                <a:gd name="T17" fmla="*/ 22 h 111"/>
                <a:gd name="T18" fmla="*/ 212 w 272"/>
                <a:gd name="T19" fmla="*/ 22 h 111"/>
                <a:gd name="T20" fmla="*/ 213 w 272"/>
                <a:gd name="T21" fmla="*/ 22 h 111"/>
                <a:gd name="T22" fmla="*/ 271 w 272"/>
                <a:gd name="T23" fmla="*/ 81 h 111"/>
                <a:gd name="T24" fmla="*/ 272 w 272"/>
                <a:gd name="T25" fmla="*/ 82 h 111"/>
                <a:gd name="T26" fmla="*/ 272 w 272"/>
                <a:gd name="T2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2" h="111">
                  <a:moveTo>
                    <a:pt x="272" y="111"/>
                  </a:moveTo>
                  <a:cubicBezTo>
                    <a:pt x="269" y="111"/>
                    <a:pt x="269" y="111"/>
                    <a:pt x="269" y="111"/>
                  </a:cubicBezTo>
                  <a:cubicBezTo>
                    <a:pt x="269" y="83"/>
                    <a:pt x="269" y="83"/>
                    <a:pt x="269" y="83"/>
                  </a:cubicBezTo>
                  <a:cubicBezTo>
                    <a:pt x="211" y="25"/>
                    <a:pt x="211" y="25"/>
                    <a:pt x="211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12" y="22"/>
                    <a:pt x="212" y="22"/>
                    <a:pt x="212" y="22"/>
                  </a:cubicBezTo>
                  <a:cubicBezTo>
                    <a:pt x="212" y="22"/>
                    <a:pt x="213" y="22"/>
                    <a:pt x="213" y="22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2" y="81"/>
                    <a:pt x="272" y="82"/>
                  </a:cubicBezTo>
                  <a:lnTo>
                    <a:pt x="272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9" name="Freeform 572"/>
            <p:cNvSpPr>
              <a:spLocks/>
            </p:cNvSpPr>
            <p:nvPr/>
          </p:nvSpPr>
          <p:spPr bwMode="auto">
            <a:xfrm flipV="1">
              <a:off x="-1814511" y="3625849"/>
              <a:ext cx="869950" cy="561975"/>
            </a:xfrm>
            <a:custGeom>
              <a:avLst/>
              <a:gdLst>
                <a:gd name="T0" fmla="*/ 211 w 232"/>
                <a:gd name="T1" fmla="*/ 150 h 150"/>
                <a:gd name="T2" fmla="*/ 180 w 232"/>
                <a:gd name="T3" fmla="*/ 150 h 150"/>
                <a:gd name="T4" fmla="*/ 179 w 232"/>
                <a:gd name="T5" fmla="*/ 150 h 150"/>
                <a:gd name="T6" fmla="*/ 126 w 232"/>
                <a:gd name="T7" fmla="*/ 96 h 150"/>
                <a:gd name="T8" fmla="*/ 125 w 232"/>
                <a:gd name="T9" fmla="*/ 95 h 150"/>
                <a:gd name="T10" fmla="*/ 125 w 232"/>
                <a:gd name="T11" fmla="*/ 74 h 150"/>
                <a:gd name="T12" fmla="*/ 128 w 232"/>
                <a:gd name="T13" fmla="*/ 74 h 150"/>
                <a:gd name="T14" fmla="*/ 128 w 232"/>
                <a:gd name="T15" fmla="*/ 94 h 150"/>
                <a:gd name="T16" fmla="*/ 181 w 232"/>
                <a:gd name="T17" fmla="*/ 147 h 150"/>
                <a:gd name="T18" fmla="*/ 211 w 232"/>
                <a:gd name="T19" fmla="*/ 147 h 150"/>
                <a:gd name="T20" fmla="*/ 228 w 232"/>
                <a:gd name="T21" fmla="*/ 129 h 150"/>
                <a:gd name="T22" fmla="*/ 228 w 232"/>
                <a:gd name="T23" fmla="*/ 103 h 150"/>
                <a:gd name="T24" fmla="*/ 130 w 232"/>
                <a:gd name="T25" fmla="*/ 4 h 150"/>
                <a:gd name="T26" fmla="*/ 0 w 232"/>
                <a:gd name="T27" fmla="*/ 4 h 150"/>
                <a:gd name="T28" fmla="*/ 0 w 232"/>
                <a:gd name="T29" fmla="*/ 0 h 150"/>
                <a:gd name="T30" fmla="*/ 130 w 232"/>
                <a:gd name="T31" fmla="*/ 0 h 150"/>
                <a:gd name="T32" fmla="*/ 131 w 232"/>
                <a:gd name="T33" fmla="*/ 1 h 150"/>
                <a:gd name="T34" fmla="*/ 231 w 232"/>
                <a:gd name="T35" fmla="*/ 101 h 150"/>
                <a:gd name="T36" fmla="*/ 232 w 232"/>
                <a:gd name="T37" fmla="*/ 102 h 150"/>
                <a:gd name="T38" fmla="*/ 232 w 232"/>
                <a:gd name="T39" fmla="*/ 130 h 150"/>
                <a:gd name="T40" fmla="*/ 231 w 232"/>
                <a:gd name="T41" fmla="*/ 131 h 150"/>
                <a:gd name="T42" fmla="*/ 213 w 232"/>
                <a:gd name="T43" fmla="*/ 150 h 150"/>
                <a:gd name="T44" fmla="*/ 211 w 232"/>
                <a:gd name="T4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50">
                  <a:moveTo>
                    <a:pt x="211" y="150"/>
                  </a:moveTo>
                  <a:cubicBezTo>
                    <a:pt x="180" y="150"/>
                    <a:pt x="180" y="150"/>
                    <a:pt x="180" y="150"/>
                  </a:cubicBezTo>
                  <a:cubicBezTo>
                    <a:pt x="180" y="150"/>
                    <a:pt x="179" y="150"/>
                    <a:pt x="179" y="150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5" y="96"/>
                    <a:pt x="125" y="95"/>
                    <a:pt x="125" y="95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8" y="74"/>
                    <a:pt x="128" y="74"/>
                    <a:pt x="128" y="7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81" y="147"/>
                    <a:pt x="181" y="147"/>
                    <a:pt x="181" y="147"/>
                  </a:cubicBezTo>
                  <a:cubicBezTo>
                    <a:pt x="211" y="147"/>
                    <a:pt x="211" y="147"/>
                    <a:pt x="211" y="147"/>
                  </a:cubicBezTo>
                  <a:cubicBezTo>
                    <a:pt x="228" y="129"/>
                    <a:pt x="228" y="129"/>
                    <a:pt x="228" y="129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1" y="0"/>
                    <a:pt x="131" y="1"/>
                    <a:pt x="131" y="1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1" y="101"/>
                    <a:pt x="232" y="101"/>
                    <a:pt x="232" y="102"/>
                  </a:cubicBezTo>
                  <a:cubicBezTo>
                    <a:pt x="232" y="130"/>
                    <a:pt x="232" y="130"/>
                    <a:pt x="232" y="130"/>
                  </a:cubicBezTo>
                  <a:cubicBezTo>
                    <a:pt x="232" y="130"/>
                    <a:pt x="231" y="131"/>
                    <a:pt x="231" y="131"/>
                  </a:cubicBezTo>
                  <a:cubicBezTo>
                    <a:pt x="213" y="150"/>
                    <a:pt x="213" y="150"/>
                    <a:pt x="213" y="150"/>
                  </a:cubicBezTo>
                  <a:cubicBezTo>
                    <a:pt x="212" y="150"/>
                    <a:pt x="212" y="150"/>
                    <a:pt x="211" y="1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0" name="Freeform 573"/>
            <p:cNvSpPr>
              <a:spLocks noEditPoints="1"/>
            </p:cNvSpPr>
            <p:nvPr/>
          </p:nvSpPr>
          <p:spPr bwMode="auto">
            <a:xfrm flipV="1">
              <a:off x="-3063873" y="3543298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7 w 24"/>
                <a:gd name="T3" fmla="*/ 8 h 25"/>
                <a:gd name="T4" fmla="*/ 17 w 24"/>
                <a:gd name="T5" fmla="*/ 18 h 25"/>
                <a:gd name="T6" fmla="*/ 12 w 24"/>
                <a:gd name="T7" fmla="*/ 20 h 25"/>
                <a:gd name="T8" fmla="*/ 7 w 24"/>
                <a:gd name="T9" fmla="*/ 18 h 25"/>
                <a:gd name="T10" fmla="*/ 7 w 24"/>
                <a:gd name="T11" fmla="*/ 8 h 25"/>
                <a:gd name="T12" fmla="*/ 12 w 24"/>
                <a:gd name="T13" fmla="*/ 5 h 25"/>
                <a:gd name="T14" fmla="*/ 12 w 24"/>
                <a:gd name="T15" fmla="*/ 0 h 25"/>
                <a:gd name="T16" fmla="*/ 12 w 24"/>
                <a:gd name="T17" fmla="*/ 0 h 25"/>
                <a:gd name="T18" fmla="*/ 3 w 24"/>
                <a:gd name="T19" fmla="*/ 4 h 25"/>
                <a:gd name="T20" fmla="*/ 0 w 24"/>
                <a:gd name="T21" fmla="*/ 13 h 25"/>
                <a:gd name="T22" fmla="*/ 3 w 24"/>
                <a:gd name="T23" fmla="*/ 21 h 25"/>
                <a:gd name="T24" fmla="*/ 12 w 24"/>
                <a:gd name="T25" fmla="*/ 25 h 25"/>
                <a:gd name="T26" fmla="*/ 21 w 24"/>
                <a:gd name="T27" fmla="*/ 21 h 25"/>
                <a:gd name="T28" fmla="*/ 24 w 24"/>
                <a:gd name="T29" fmla="*/ 13 h 25"/>
                <a:gd name="T30" fmla="*/ 21 w 24"/>
                <a:gd name="T31" fmla="*/ 4 h 25"/>
                <a:gd name="T32" fmla="*/ 12 w 2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4" y="5"/>
                    <a:pt x="16" y="6"/>
                    <a:pt x="17" y="8"/>
                  </a:cubicBezTo>
                  <a:cubicBezTo>
                    <a:pt x="20" y="10"/>
                    <a:pt x="20" y="15"/>
                    <a:pt x="17" y="18"/>
                  </a:cubicBezTo>
                  <a:cubicBezTo>
                    <a:pt x="16" y="19"/>
                    <a:pt x="14" y="20"/>
                    <a:pt x="12" y="20"/>
                  </a:cubicBezTo>
                  <a:cubicBezTo>
                    <a:pt x="10" y="20"/>
                    <a:pt x="8" y="19"/>
                    <a:pt x="7" y="18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8" y="24"/>
                    <a:pt x="21" y="21"/>
                  </a:cubicBezTo>
                  <a:cubicBezTo>
                    <a:pt x="23" y="19"/>
                    <a:pt x="24" y="16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1" name="Freeform 574"/>
            <p:cNvSpPr>
              <a:spLocks noEditPoints="1"/>
            </p:cNvSpPr>
            <p:nvPr/>
          </p:nvSpPr>
          <p:spPr bwMode="auto">
            <a:xfrm flipV="1">
              <a:off x="-3055936" y="3744911"/>
              <a:ext cx="96837" cy="95250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4 h 25"/>
                <a:gd name="T20" fmla="*/ 0 w 26"/>
                <a:gd name="T21" fmla="*/ 13 h 25"/>
                <a:gd name="T22" fmla="*/ 4 w 26"/>
                <a:gd name="T23" fmla="*/ 21 h 25"/>
                <a:gd name="T24" fmla="*/ 13 w 26"/>
                <a:gd name="T25" fmla="*/ 25 h 25"/>
                <a:gd name="T26" fmla="*/ 22 w 26"/>
                <a:gd name="T27" fmla="*/ 21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10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2" name="Freeform 575"/>
            <p:cNvSpPr>
              <a:spLocks noEditPoints="1"/>
            </p:cNvSpPr>
            <p:nvPr/>
          </p:nvSpPr>
          <p:spPr bwMode="auto">
            <a:xfrm flipV="1">
              <a:off x="-2813048" y="4060823"/>
              <a:ext cx="101600" cy="93663"/>
            </a:xfrm>
            <a:custGeom>
              <a:avLst/>
              <a:gdLst>
                <a:gd name="T0" fmla="*/ 14 w 27"/>
                <a:gd name="T1" fmla="*/ 5 h 25"/>
                <a:gd name="T2" fmla="*/ 19 w 27"/>
                <a:gd name="T3" fmla="*/ 7 h 25"/>
                <a:gd name="T4" fmla="*/ 19 w 27"/>
                <a:gd name="T5" fmla="*/ 17 h 25"/>
                <a:gd name="T6" fmla="*/ 14 w 27"/>
                <a:gd name="T7" fmla="*/ 20 h 25"/>
                <a:gd name="T8" fmla="*/ 9 w 27"/>
                <a:gd name="T9" fmla="*/ 17 h 25"/>
                <a:gd name="T10" fmla="*/ 9 w 27"/>
                <a:gd name="T11" fmla="*/ 7 h 25"/>
                <a:gd name="T12" fmla="*/ 14 w 27"/>
                <a:gd name="T13" fmla="*/ 5 h 25"/>
                <a:gd name="T14" fmla="*/ 14 w 27"/>
                <a:gd name="T15" fmla="*/ 0 h 25"/>
                <a:gd name="T16" fmla="*/ 14 w 27"/>
                <a:gd name="T17" fmla="*/ 0 h 25"/>
                <a:gd name="T18" fmla="*/ 5 w 27"/>
                <a:gd name="T19" fmla="*/ 4 h 25"/>
                <a:gd name="T20" fmla="*/ 5 w 27"/>
                <a:gd name="T21" fmla="*/ 21 h 25"/>
                <a:gd name="T22" fmla="*/ 14 w 27"/>
                <a:gd name="T23" fmla="*/ 25 h 25"/>
                <a:gd name="T24" fmla="*/ 23 w 27"/>
                <a:gd name="T25" fmla="*/ 21 h 25"/>
                <a:gd name="T26" fmla="*/ 23 w 27"/>
                <a:gd name="T27" fmla="*/ 4 h 25"/>
                <a:gd name="T28" fmla="*/ 14 w 27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14" y="5"/>
                  </a:moveTo>
                  <a:cubicBezTo>
                    <a:pt x="16" y="5"/>
                    <a:pt x="17" y="6"/>
                    <a:pt x="19" y="7"/>
                  </a:cubicBezTo>
                  <a:cubicBezTo>
                    <a:pt x="22" y="10"/>
                    <a:pt x="22" y="15"/>
                    <a:pt x="19" y="17"/>
                  </a:cubicBezTo>
                  <a:cubicBezTo>
                    <a:pt x="18" y="19"/>
                    <a:pt x="16" y="20"/>
                    <a:pt x="14" y="20"/>
                  </a:cubicBezTo>
                  <a:cubicBezTo>
                    <a:pt x="12" y="20"/>
                    <a:pt x="10" y="19"/>
                    <a:pt x="9" y="17"/>
                  </a:cubicBezTo>
                  <a:cubicBezTo>
                    <a:pt x="6" y="15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1" y="25"/>
                    <a:pt x="14" y="25"/>
                  </a:cubicBezTo>
                  <a:cubicBezTo>
                    <a:pt x="17" y="25"/>
                    <a:pt x="20" y="23"/>
                    <a:pt x="23" y="21"/>
                  </a:cubicBezTo>
                  <a:cubicBezTo>
                    <a:pt x="27" y="16"/>
                    <a:pt x="27" y="8"/>
                    <a:pt x="23" y="4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3" name="Freeform 576"/>
            <p:cNvSpPr>
              <a:spLocks noEditPoints="1"/>
            </p:cNvSpPr>
            <p:nvPr/>
          </p:nvSpPr>
          <p:spPr bwMode="auto">
            <a:xfrm flipV="1">
              <a:off x="-1052511" y="24923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6 w 24"/>
                <a:gd name="T3" fmla="*/ 7 h 24"/>
                <a:gd name="T4" fmla="*/ 16 w 24"/>
                <a:gd name="T5" fmla="*/ 16 h 24"/>
                <a:gd name="T6" fmla="*/ 12 w 24"/>
                <a:gd name="T7" fmla="*/ 19 h 24"/>
                <a:gd name="T8" fmla="*/ 7 w 24"/>
                <a:gd name="T9" fmla="*/ 16 h 24"/>
                <a:gd name="T10" fmla="*/ 7 w 24"/>
                <a:gd name="T11" fmla="*/ 7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3 w 24"/>
                <a:gd name="T21" fmla="*/ 20 h 24"/>
                <a:gd name="T22" fmla="*/ 12 w 24"/>
                <a:gd name="T23" fmla="*/ 24 h 24"/>
                <a:gd name="T24" fmla="*/ 20 w 24"/>
                <a:gd name="T25" fmla="*/ 20 h 24"/>
                <a:gd name="T26" fmla="*/ 24 w 24"/>
                <a:gd name="T27" fmla="*/ 12 h 24"/>
                <a:gd name="T28" fmla="*/ 20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3" y="5"/>
                    <a:pt x="15" y="5"/>
                    <a:pt x="16" y="7"/>
                  </a:cubicBezTo>
                  <a:cubicBezTo>
                    <a:pt x="19" y="9"/>
                    <a:pt x="19" y="14"/>
                    <a:pt x="16" y="16"/>
                  </a:cubicBezTo>
                  <a:cubicBezTo>
                    <a:pt x="15" y="18"/>
                    <a:pt x="13" y="19"/>
                    <a:pt x="12" y="19"/>
                  </a:cubicBezTo>
                  <a:cubicBezTo>
                    <a:pt x="10" y="19"/>
                    <a:pt x="8" y="18"/>
                    <a:pt x="7" y="16"/>
                  </a:cubicBezTo>
                  <a:cubicBezTo>
                    <a:pt x="4" y="14"/>
                    <a:pt x="4" y="9"/>
                    <a:pt x="7" y="7"/>
                  </a:cubicBezTo>
                  <a:cubicBezTo>
                    <a:pt x="8" y="5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2"/>
                    <a:pt x="8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8"/>
                    <a:pt x="22" y="5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4" name="Freeform 577"/>
            <p:cNvSpPr>
              <a:spLocks noEditPoints="1"/>
            </p:cNvSpPr>
            <p:nvPr/>
          </p:nvSpPr>
          <p:spPr bwMode="auto">
            <a:xfrm flipV="1">
              <a:off x="-1319211" y="2735260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3 w 25"/>
                <a:gd name="T17" fmla="*/ 4 h 24"/>
                <a:gd name="T18" fmla="*/ 0 w 25"/>
                <a:gd name="T19" fmla="*/ 12 h 24"/>
                <a:gd name="T20" fmla="*/ 3 w 25"/>
                <a:gd name="T21" fmla="*/ 21 h 24"/>
                <a:gd name="T22" fmla="*/ 12 w 25"/>
                <a:gd name="T23" fmla="*/ 24 h 24"/>
                <a:gd name="T24" fmla="*/ 20 w 25"/>
                <a:gd name="T25" fmla="*/ 21 h 24"/>
                <a:gd name="T26" fmla="*/ 20 w 25"/>
                <a:gd name="T27" fmla="*/ 4 h 24"/>
                <a:gd name="T28" fmla="*/ 12 w 25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5" y="6"/>
                    <a:pt x="17" y="7"/>
                  </a:cubicBezTo>
                  <a:cubicBezTo>
                    <a:pt x="19" y="10"/>
                    <a:pt x="19" y="14"/>
                    <a:pt x="17" y="17"/>
                  </a:cubicBezTo>
                  <a:cubicBezTo>
                    <a:pt x="15" y="18"/>
                    <a:pt x="14" y="19"/>
                    <a:pt x="12" y="19"/>
                  </a:cubicBezTo>
                  <a:cubicBezTo>
                    <a:pt x="10" y="19"/>
                    <a:pt x="8" y="18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5" y="16"/>
                    <a:pt x="25" y="8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5" name="Freeform 578"/>
            <p:cNvSpPr>
              <a:spLocks noEditPoints="1"/>
            </p:cNvSpPr>
            <p:nvPr/>
          </p:nvSpPr>
          <p:spPr bwMode="auto">
            <a:xfrm flipV="1">
              <a:off x="-636586" y="2390773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8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3 h 24"/>
                <a:gd name="T18" fmla="*/ 4 w 26"/>
                <a:gd name="T19" fmla="*/ 20 h 24"/>
                <a:gd name="T20" fmla="*/ 13 w 26"/>
                <a:gd name="T21" fmla="*/ 24 h 24"/>
                <a:gd name="T22" fmla="*/ 21 w 26"/>
                <a:gd name="T23" fmla="*/ 20 h 24"/>
                <a:gd name="T24" fmla="*/ 21 w 26"/>
                <a:gd name="T25" fmla="*/ 3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4" y="5"/>
                    <a:pt x="16" y="5"/>
                    <a:pt x="18" y="7"/>
                  </a:cubicBezTo>
                  <a:cubicBezTo>
                    <a:pt x="20" y="9"/>
                    <a:pt x="20" y="14"/>
                    <a:pt x="18" y="16"/>
                  </a:cubicBezTo>
                  <a:cubicBezTo>
                    <a:pt x="16" y="18"/>
                    <a:pt x="14" y="18"/>
                    <a:pt x="13" y="18"/>
                  </a:cubicBezTo>
                  <a:cubicBezTo>
                    <a:pt x="11" y="18"/>
                    <a:pt x="9" y="18"/>
                    <a:pt x="8" y="16"/>
                  </a:cubicBezTo>
                  <a:cubicBezTo>
                    <a:pt x="5" y="14"/>
                    <a:pt x="5" y="9"/>
                    <a:pt x="8" y="7"/>
                  </a:cubicBezTo>
                  <a:cubicBezTo>
                    <a:pt x="9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6" y="22"/>
                    <a:pt x="9" y="24"/>
                    <a:pt x="13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6" y="15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6" name="Freeform 579"/>
            <p:cNvSpPr>
              <a:spLocks noEditPoints="1"/>
            </p:cNvSpPr>
            <p:nvPr/>
          </p:nvSpPr>
          <p:spPr bwMode="auto">
            <a:xfrm flipV="1">
              <a:off x="-733423" y="2676523"/>
              <a:ext cx="96837" cy="88900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8 h 24"/>
                <a:gd name="T4" fmla="*/ 18 w 26"/>
                <a:gd name="T5" fmla="*/ 17 h 24"/>
                <a:gd name="T6" fmla="*/ 13 w 26"/>
                <a:gd name="T7" fmla="*/ 19 h 24"/>
                <a:gd name="T8" fmla="*/ 8 w 26"/>
                <a:gd name="T9" fmla="*/ 17 h 24"/>
                <a:gd name="T10" fmla="*/ 8 w 26"/>
                <a:gd name="T11" fmla="*/ 8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1 w 26"/>
                <a:gd name="T23" fmla="*/ 21 h 24"/>
                <a:gd name="T24" fmla="*/ 21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6" y="6"/>
                    <a:pt x="18" y="8"/>
                  </a:cubicBezTo>
                  <a:cubicBezTo>
                    <a:pt x="20" y="10"/>
                    <a:pt x="20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8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6" y="16"/>
                    <a:pt x="26" y="9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7" name="Freeform 580"/>
            <p:cNvSpPr>
              <a:spLocks noEditPoints="1"/>
            </p:cNvSpPr>
            <p:nvPr/>
          </p:nvSpPr>
          <p:spPr bwMode="auto">
            <a:xfrm flipV="1">
              <a:off x="-2801936" y="37909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20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1 h 25"/>
                <a:gd name="T22" fmla="*/ 13 w 26"/>
                <a:gd name="T23" fmla="*/ 25 h 25"/>
                <a:gd name="T24" fmla="*/ 22 w 26"/>
                <a:gd name="T25" fmla="*/ 21 h 25"/>
                <a:gd name="T26" fmla="*/ 26 w 26"/>
                <a:gd name="T27" fmla="*/ 12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10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10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7" y="25"/>
                    <a:pt x="20" y="23"/>
                    <a:pt x="22" y="21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9"/>
                    <a:pt x="24" y="6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8" name="Freeform 581"/>
            <p:cNvSpPr>
              <a:spLocks/>
            </p:cNvSpPr>
            <p:nvPr/>
          </p:nvSpPr>
          <p:spPr bwMode="auto">
            <a:xfrm flipV="1">
              <a:off x="-3003548" y="2555873"/>
              <a:ext cx="1984375" cy="1017588"/>
            </a:xfrm>
            <a:custGeom>
              <a:avLst/>
              <a:gdLst>
                <a:gd name="T0" fmla="*/ 526 w 529"/>
                <a:gd name="T1" fmla="*/ 271 h 271"/>
                <a:gd name="T2" fmla="*/ 512 w 529"/>
                <a:gd name="T3" fmla="*/ 257 h 271"/>
                <a:gd name="T4" fmla="*/ 512 w 529"/>
                <a:gd name="T5" fmla="*/ 256 h 271"/>
                <a:gd name="T6" fmla="*/ 512 w 529"/>
                <a:gd name="T7" fmla="*/ 226 h 271"/>
                <a:gd name="T8" fmla="*/ 418 w 529"/>
                <a:gd name="T9" fmla="*/ 132 h 271"/>
                <a:gd name="T10" fmla="*/ 307 w 529"/>
                <a:gd name="T11" fmla="*/ 132 h 271"/>
                <a:gd name="T12" fmla="*/ 243 w 529"/>
                <a:gd name="T13" fmla="*/ 197 h 271"/>
                <a:gd name="T14" fmla="*/ 242 w 529"/>
                <a:gd name="T15" fmla="*/ 197 h 271"/>
                <a:gd name="T16" fmla="*/ 196 w 529"/>
                <a:gd name="T17" fmla="*/ 197 h 271"/>
                <a:gd name="T18" fmla="*/ 194 w 529"/>
                <a:gd name="T19" fmla="*/ 197 h 271"/>
                <a:gd name="T20" fmla="*/ 0 w 529"/>
                <a:gd name="T21" fmla="*/ 2 h 271"/>
                <a:gd name="T22" fmla="*/ 2 w 529"/>
                <a:gd name="T23" fmla="*/ 0 h 271"/>
                <a:gd name="T24" fmla="*/ 196 w 529"/>
                <a:gd name="T25" fmla="*/ 194 h 271"/>
                <a:gd name="T26" fmla="*/ 241 w 529"/>
                <a:gd name="T27" fmla="*/ 194 h 271"/>
                <a:gd name="T28" fmla="*/ 305 w 529"/>
                <a:gd name="T29" fmla="*/ 129 h 271"/>
                <a:gd name="T30" fmla="*/ 306 w 529"/>
                <a:gd name="T31" fmla="*/ 129 h 271"/>
                <a:gd name="T32" fmla="*/ 419 w 529"/>
                <a:gd name="T33" fmla="*/ 129 h 271"/>
                <a:gd name="T34" fmla="*/ 420 w 529"/>
                <a:gd name="T35" fmla="*/ 129 h 271"/>
                <a:gd name="T36" fmla="*/ 515 w 529"/>
                <a:gd name="T37" fmla="*/ 224 h 271"/>
                <a:gd name="T38" fmla="*/ 515 w 529"/>
                <a:gd name="T39" fmla="*/ 225 h 271"/>
                <a:gd name="T40" fmla="*/ 515 w 529"/>
                <a:gd name="T41" fmla="*/ 255 h 271"/>
                <a:gd name="T42" fmla="*/ 529 w 529"/>
                <a:gd name="T43" fmla="*/ 269 h 271"/>
                <a:gd name="T44" fmla="*/ 526 w 529"/>
                <a:gd name="T45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9" h="271">
                  <a:moveTo>
                    <a:pt x="526" y="271"/>
                  </a:moveTo>
                  <a:cubicBezTo>
                    <a:pt x="512" y="257"/>
                    <a:pt x="512" y="257"/>
                    <a:pt x="512" y="257"/>
                  </a:cubicBezTo>
                  <a:cubicBezTo>
                    <a:pt x="512" y="257"/>
                    <a:pt x="512" y="257"/>
                    <a:pt x="512" y="256"/>
                  </a:cubicBezTo>
                  <a:cubicBezTo>
                    <a:pt x="512" y="226"/>
                    <a:pt x="512" y="226"/>
                    <a:pt x="512" y="226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307" y="132"/>
                    <a:pt x="307" y="132"/>
                    <a:pt x="307" y="132"/>
                  </a:cubicBezTo>
                  <a:cubicBezTo>
                    <a:pt x="243" y="197"/>
                    <a:pt x="243" y="197"/>
                    <a:pt x="243" y="197"/>
                  </a:cubicBezTo>
                  <a:cubicBezTo>
                    <a:pt x="243" y="197"/>
                    <a:pt x="242" y="197"/>
                    <a:pt x="242" y="197"/>
                  </a:cubicBezTo>
                  <a:cubicBezTo>
                    <a:pt x="196" y="197"/>
                    <a:pt x="196" y="197"/>
                    <a:pt x="196" y="197"/>
                  </a:cubicBezTo>
                  <a:cubicBezTo>
                    <a:pt x="195" y="197"/>
                    <a:pt x="195" y="197"/>
                    <a:pt x="194" y="1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241" y="194"/>
                    <a:pt x="241" y="194"/>
                    <a:pt x="241" y="194"/>
                  </a:cubicBezTo>
                  <a:cubicBezTo>
                    <a:pt x="305" y="129"/>
                    <a:pt x="305" y="129"/>
                    <a:pt x="305" y="129"/>
                  </a:cubicBezTo>
                  <a:cubicBezTo>
                    <a:pt x="306" y="129"/>
                    <a:pt x="306" y="129"/>
                    <a:pt x="306" y="129"/>
                  </a:cubicBezTo>
                  <a:cubicBezTo>
                    <a:pt x="419" y="129"/>
                    <a:pt x="419" y="129"/>
                    <a:pt x="419" y="129"/>
                  </a:cubicBezTo>
                  <a:cubicBezTo>
                    <a:pt x="419" y="129"/>
                    <a:pt x="419" y="129"/>
                    <a:pt x="420" y="129"/>
                  </a:cubicBezTo>
                  <a:cubicBezTo>
                    <a:pt x="515" y="224"/>
                    <a:pt x="515" y="224"/>
                    <a:pt x="515" y="224"/>
                  </a:cubicBezTo>
                  <a:cubicBezTo>
                    <a:pt x="515" y="225"/>
                    <a:pt x="515" y="225"/>
                    <a:pt x="515" y="225"/>
                  </a:cubicBezTo>
                  <a:cubicBezTo>
                    <a:pt x="515" y="255"/>
                    <a:pt x="515" y="255"/>
                    <a:pt x="515" y="255"/>
                  </a:cubicBezTo>
                  <a:cubicBezTo>
                    <a:pt x="529" y="269"/>
                    <a:pt x="529" y="269"/>
                    <a:pt x="529" y="269"/>
                  </a:cubicBezTo>
                  <a:lnTo>
                    <a:pt x="526" y="2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9" name="Freeform 582"/>
            <p:cNvSpPr>
              <a:spLocks/>
            </p:cNvSpPr>
            <p:nvPr/>
          </p:nvSpPr>
          <p:spPr bwMode="auto">
            <a:xfrm flipV="1">
              <a:off x="-2992436" y="2412998"/>
              <a:ext cx="2127250" cy="1366838"/>
            </a:xfrm>
            <a:custGeom>
              <a:avLst/>
              <a:gdLst>
                <a:gd name="T0" fmla="*/ 532 w 567"/>
                <a:gd name="T1" fmla="*/ 364 h 364"/>
                <a:gd name="T2" fmla="*/ 494 w 567"/>
                <a:gd name="T3" fmla="*/ 364 h 364"/>
                <a:gd name="T4" fmla="*/ 493 w 567"/>
                <a:gd name="T5" fmla="*/ 364 h 364"/>
                <a:gd name="T6" fmla="*/ 442 w 567"/>
                <a:gd name="T7" fmla="*/ 313 h 364"/>
                <a:gd name="T8" fmla="*/ 442 w 567"/>
                <a:gd name="T9" fmla="*/ 312 h 364"/>
                <a:gd name="T10" fmla="*/ 442 w 567"/>
                <a:gd name="T11" fmla="*/ 280 h 364"/>
                <a:gd name="T12" fmla="*/ 442 w 567"/>
                <a:gd name="T13" fmla="*/ 279 h 364"/>
                <a:gd name="T14" fmla="*/ 452 w 567"/>
                <a:gd name="T15" fmla="*/ 270 h 364"/>
                <a:gd name="T16" fmla="*/ 454 w 567"/>
                <a:gd name="T17" fmla="*/ 272 h 364"/>
                <a:gd name="T18" fmla="*/ 445 w 567"/>
                <a:gd name="T19" fmla="*/ 281 h 364"/>
                <a:gd name="T20" fmla="*/ 445 w 567"/>
                <a:gd name="T21" fmla="*/ 311 h 364"/>
                <a:gd name="T22" fmla="*/ 495 w 567"/>
                <a:gd name="T23" fmla="*/ 361 h 364"/>
                <a:gd name="T24" fmla="*/ 531 w 567"/>
                <a:gd name="T25" fmla="*/ 361 h 364"/>
                <a:gd name="T26" fmla="*/ 564 w 567"/>
                <a:gd name="T27" fmla="*/ 329 h 364"/>
                <a:gd name="T28" fmla="*/ 564 w 567"/>
                <a:gd name="T29" fmla="*/ 288 h 364"/>
                <a:gd name="T30" fmla="*/ 418 w 567"/>
                <a:gd name="T31" fmla="*/ 142 h 364"/>
                <a:gd name="T32" fmla="*/ 291 w 567"/>
                <a:gd name="T33" fmla="*/ 142 h 364"/>
                <a:gd name="T34" fmla="*/ 229 w 567"/>
                <a:gd name="T35" fmla="*/ 204 h 364"/>
                <a:gd name="T36" fmla="*/ 228 w 567"/>
                <a:gd name="T37" fmla="*/ 205 h 364"/>
                <a:gd name="T38" fmla="*/ 202 w 567"/>
                <a:gd name="T39" fmla="*/ 205 h 364"/>
                <a:gd name="T40" fmla="*/ 201 w 567"/>
                <a:gd name="T41" fmla="*/ 204 h 364"/>
                <a:gd name="T42" fmla="*/ 0 w 567"/>
                <a:gd name="T43" fmla="*/ 3 h 364"/>
                <a:gd name="T44" fmla="*/ 2 w 567"/>
                <a:gd name="T45" fmla="*/ 0 h 364"/>
                <a:gd name="T46" fmla="*/ 203 w 567"/>
                <a:gd name="T47" fmla="*/ 201 h 364"/>
                <a:gd name="T48" fmla="*/ 227 w 567"/>
                <a:gd name="T49" fmla="*/ 201 h 364"/>
                <a:gd name="T50" fmla="*/ 289 w 567"/>
                <a:gd name="T51" fmla="*/ 140 h 364"/>
                <a:gd name="T52" fmla="*/ 290 w 567"/>
                <a:gd name="T53" fmla="*/ 139 h 364"/>
                <a:gd name="T54" fmla="*/ 419 w 567"/>
                <a:gd name="T55" fmla="*/ 139 h 364"/>
                <a:gd name="T56" fmla="*/ 420 w 567"/>
                <a:gd name="T57" fmla="*/ 140 h 364"/>
                <a:gd name="T58" fmla="*/ 567 w 567"/>
                <a:gd name="T59" fmla="*/ 286 h 364"/>
                <a:gd name="T60" fmla="*/ 567 w 567"/>
                <a:gd name="T61" fmla="*/ 287 h 364"/>
                <a:gd name="T62" fmla="*/ 567 w 567"/>
                <a:gd name="T63" fmla="*/ 329 h 364"/>
                <a:gd name="T64" fmla="*/ 567 w 567"/>
                <a:gd name="T65" fmla="*/ 330 h 364"/>
                <a:gd name="T66" fmla="*/ 533 w 567"/>
                <a:gd name="T67" fmla="*/ 364 h 364"/>
                <a:gd name="T68" fmla="*/ 532 w 567"/>
                <a:gd name="T6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7" h="364">
                  <a:moveTo>
                    <a:pt x="532" y="364"/>
                  </a:moveTo>
                  <a:cubicBezTo>
                    <a:pt x="494" y="364"/>
                    <a:pt x="494" y="364"/>
                    <a:pt x="494" y="364"/>
                  </a:cubicBezTo>
                  <a:cubicBezTo>
                    <a:pt x="494" y="364"/>
                    <a:pt x="493" y="364"/>
                    <a:pt x="493" y="364"/>
                  </a:cubicBezTo>
                  <a:cubicBezTo>
                    <a:pt x="442" y="313"/>
                    <a:pt x="442" y="313"/>
                    <a:pt x="442" y="313"/>
                  </a:cubicBezTo>
                  <a:cubicBezTo>
                    <a:pt x="442" y="313"/>
                    <a:pt x="442" y="312"/>
                    <a:pt x="442" y="312"/>
                  </a:cubicBezTo>
                  <a:cubicBezTo>
                    <a:pt x="442" y="280"/>
                    <a:pt x="442" y="280"/>
                    <a:pt x="442" y="280"/>
                  </a:cubicBezTo>
                  <a:cubicBezTo>
                    <a:pt x="442" y="280"/>
                    <a:pt x="442" y="279"/>
                    <a:pt x="442" y="279"/>
                  </a:cubicBezTo>
                  <a:cubicBezTo>
                    <a:pt x="452" y="270"/>
                    <a:pt x="452" y="270"/>
                    <a:pt x="452" y="270"/>
                  </a:cubicBezTo>
                  <a:cubicBezTo>
                    <a:pt x="454" y="272"/>
                    <a:pt x="454" y="272"/>
                    <a:pt x="454" y="272"/>
                  </a:cubicBezTo>
                  <a:cubicBezTo>
                    <a:pt x="445" y="281"/>
                    <a:pt x="445" y="281"/>
                    <a:pt x="445" y="281"/>
                  </a:cubicBezTo>
                  <a:cubicBezTo>
                    <a:pt x="445" y="311"/>
                    <a:pt x="445" y="311"/>
                    <a:pt x="445" y="311"/>
                  </a:cubicBezTo>
                  <a:cubicBezTo>
                    <a:pt x="495" y="361"/>
                    <a:pt x="495" y="361"/>
                    <a:pt x="495" y="361"/>
                  </a:cubicBezTo>
                  <a:cubicBezTo>
                    <a:pt x="531" y="361"/>
                    <a:pt x="531" y="361"/>
                    <a:pt x="531" y="361"/>
                  </a:cubicBezTo>
                  <a:cubicBezTo>
                    <a:pt x="564" y="329"/>
                    <a:pt x="564" y="329"/>
                    <a:pt x="564" y="329"/>
                  </a:cubicBezTo>
                  <a:cubicBezTo>
                    <a:pt x="564" y="288"/>
                    <a:pt x="564" y="288"/>
                    <a:pt x="564" y="288"/>
                  </a:cubicBezTo>
                  <a:cubicBezTo>
                    <a:pt x="418" y="142"/>
                    <a:pt x="418" y="142"/>
                    <a:pt x="418" y="142"/>
                  </a:cubicBezTo>
                  <a:cubicBezTo>
                    <a:pt x="291" y="142"/>
                    <a:pt x="291" y="142"/>
                    <a:pt x="291" y="142"/>
                  </a:cubicBezTo>
                  <a:cubicBezTo>
                    <a:pt x="229" y="204"/>
                    <a:pt x="229" y="204"/>
                    <a:pt x="229" y="204"/>
                  </a:cubicBezTo>
                  <a:cubicBezTo>
                    <a:pt x="229" y="205"/>
                    <a:pt x="228" y="205"/>
                    <a:pt x="228" y="205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1" y="20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03" y="201"/>
                    <a:pt x="203" y="201"/>
                    <a:pt x="203" y="201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39"/>
                    <a:pt x="290" y="139"/>
                    <a:pt x="290" y="139"/>
                  </a:cubicBezTo>
                  <a:cubicBezTo>
                    <a:pt x="419" y="139"/>
                    <a:pt x="419" y="139"/>
                    <a:pt x="419" y="139"/>
                  </a:cubicBezTo>
                  <a:cubicBezTo>
                    <a:pt x="420" y="139"/>
                    <a:pt x="420" y="139"/>
                    <a:pt x="420" y="140"/>
                  </a:cubicBezTo>
                  <a:cubicBezTo>
                    <a:pt x="567" y="286"/>
                    <a:pt x="567" y="286"/>
                    <a:pt x="567" y="286"/>
                  </a:cubicBezTo>
                  <a:cubicBezTo>
                    <a:pt x="567" y="286"/>
                    <a:pt x="567" y="287"/>
                    <a:pt x="567" y="287"/>
                  </a:cubicBezTo>
                  <a:cubicBezTo>
                    <a:pt x="567" y="329"/>
                    <a:pt x="567" y="329"/>
                    <a:pt x="567" y="329"/>
                  </a:cubicBezTo>
                  <a:cubicBezTo>
                    <a:pt x="567" y="330"/>
                    <a:pt x="567" y="330"/>
                    <a:pt x="567" y="330"/>
                  </a:cubicBezTo>
                  <a:cubicBezTo>
                    <a:pt x="533" y="364"/>
                    <a:pt x="533" y="364"/>
                    <a:pt x="533" y="364"/>
                  </a:cubicBezTo>
                  <a:cubicBezTo>
                    <a:pt x="533" y="364"/>
                    <a:pt x="532" y="364"/>
                    <a:pt x="532" y="3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0" name="Freeform 583"/>
            <p:cNvSpPr>
              <a:spLocks/>
            </p:cNvSpPr>
            <p:nvPr/>
          </p:nvSpPr>
          <p:spPr bwMode="auto">
            <a:xfrm flipV="1">
              <a:off x="-2725736" y="2451099"/>
              <a:ext cx="2124075" cy="1358900"/>
            </a:xfrm>
            <a:custGeom>
              <a:avLst/>
              <a:gdLst>
                <a:gd name="T0" fmla="*/ 564 w 566"/>
                <a:gd name="T1" fmla="*/ 362 h 362"/>
                <a:gd name="T2" fmla="*/ 509 w 566"/>
                <a:gd name="T3" fmla="*/ 307 h 362"/>
                <a:gd name="T4" fmla="*/ 508 w 566"/>
                <a:gd name="T5" fmla="*/ 306 h 362"/>
                <a:gd name="T6" fmla="*/ 508 w 566"/>
                <a:gd name="T7" fmla="*/ 277 h 362"/>
                <a:gd name="T8" fmla="*/ 355 w 566"/>
                <a:gd name="T9" fmla="*/ 123 h 362"/>
                <a:gd name="T10" fmla="*/ 213 w 566"/>
                <a:gd name="T11" fmla="*/ 123 h 362"/>
                <a:gd name="T12" fmla="*/ 183 w 566"/>
                <a:gd name="T13" fmla="*/ 154 h 362"/>
                <a:gd name="T14" fmla="*/ 181 w 566"/>
                <a:gd name="T15" fmla="*/ 154 h 362"/>
                <a:gd name="T16" fmla="*/ 153 w 566"/>
                <a:gd name="T17" fmla="*/ 154 h 362"/>
                <a:gd name="T18" fmla="*/ 152 w 566"/>
                <a:gd name="T19" fmla="*/ 154 h 362"/>
                <a:gd name="T20" fmla="*/ 0 w 566"/>
                <a:gd name="T21" fmla="*/ 2 h 362"/>
                <a:gd name="T22" fmla="*/ 2 w 566"/>
                <a:gd name="T23" fmla="*/ 0 h 362"/>
                <a:gd name="T24" fmla="*/ 154 w 566"/>
                <a:gd name="T25" fmla="*/ 151 h 362"/>
                <a:gd name="T26" fmla="*/ 181 w 566"/>
                <a:gd name="T27" fmla="*/ 151 h 362"/>
                <a:gd name="T28" fmla="*/ 211 w 566"/>
                <a:gd name="T29" fmla="*/ 120 h 362"/>
                <a:gd name="T30" fmla="*/ 213 w 566"/>
                <a:gd name="T31" fmla="*/ 120 h 362"/>
                <a:gd name="T32" fmla="*/ 355 w 566"/>
                <a:gd name="T33" fmla="*/ 120 h 362"/>
                <a:gd name="T34" fmla="*/ 357 w 566"/>
                <a:gd name="T35" fmla="*/ 120 h 362"/>
                <a:gd name="T36" fmla="*/ 511 w 566"/>
                <a:gd name="T37" fmla="*/ 275 h 362"/>
                <a:gd name="T38" fmla="*/ 512 w 566"/>
                <a:gd name="T39" fmla="*/ 276 h 362"/>
                <a:gd name="T40" fmla="*/ 512 w 566"/>
                <a:gd name="T41" fmla="*/ 305 h 362"/>
                <a:gd name="T42" fmla="*/ 566 w 566"/>
                <a:gd name="T43" fmla="*/ 359 h 362"/>
                <a:gd name="T44" fmla="*/ 564 w 566"/>
                <a:gd name="T45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6" h="362">
                  <a:moveTo>
                    <a:pt x="564" y="362"/>
                  </a:moveTo>
                  <a:cubicBezTo>
                    <a:pt x="509" y="307"/>
                    <a:pt x="509" y="307"/>
                    <a:pt x="509" y="307"/>
                  </a:cubicBezTo>
                  <a:cubicBezTo>
                    <a:pt x="509" y="307"/>
                    <a:pt x="508" y="306"/>
                    <a:pt x="508" y="306"/>
                  </a:cubicBezTo>
                  <a:cubicBezTo>
                    <a:pt x="508" y="277"/>
                    <a:pt x="508" y="277"/>
                    <a:pt x="508" y="277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213" y="123"/>
                    <a:pt x="213" y="123"/>
                    <a:pt x="213" y="123"/>
                  </a:cubicBezTo>
                  <a:cubicBezTo>
                    <a:pt x="183" y="154"/>
                    <a:pt x="183" y="154"/>
                    <a:pt x="183" y="154"/>
                  </a:cubicBezTo>
                  <a:cubicBezTo>
                    <a:pt x="182" y="154"/>
                    <a:pt x="182" y="154"/>
                    <a:pt x="181" y="154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3" y="154"/>
                    <a:pt x="152" y="154"/>
                    <a:pt x="152" y="1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81" y="151"/>
                    <a:pt x="181" y="151"/>
                    <a:pt x="181" y="151"/>
                  </a:cubicBezTo>
                  <a:cubicBezTo>
                    <a:pt x="211" y="120"/>
                    <a:pt x="211" y="120"/>
                    <a:pt x="211" y="120"/>
                  </a:cubicBezTo>
                  <a:cubicBezTo>
                    <a:pt x="212" y="120"/>
                    <a:pt x="212" y="120"/>
                    <a:pt x="213" y="120"/>
                  </a:cubicBezTo>
                  <a:cubicBezTo>
                    <a:pt x="355" y="120"/>
                    <a:pt x="355" y="120"/>
                    <a:pt x="355" y="120"/>
                  </a:cubicBezTo>
                  <a:cubicBezTo>
                    <a:pt x="356" y="120"/>
                    <a:pt x="356" y="120"/>
                    <a:pt x="357" y="120"/>
                  </a:cubicBezTo>
                  <a:cubicBezTo>
                    <a:pt x="511" y="275"/>
                    <a:pt x="511" y="275"/>
                    <a:pt x="511" y="275"/>
                  </a:cubicBezTo>
                  <a:cubicBezTo>
                    <a:pt x="512" y="275"/>
                    <a:pt x="512" y="276"/>
                    <a:pt x="512" y="276"/>
                  </a:cubicBezTo>
                  <a:cubicBezTo>
                    <a:pt x="512" y="305"/>
                    <a:pt x="512" y="305"/>
                    <a:pt x="512" y="305"/>
                  </a:cubicBezTo>
                  <a:cubicBezTo>
                    <a:pt x="566" y="359"/>
                    <a:pt x="566" y="359"/>
                    <a:pt x="566" y="359"/>
                  </a:cubicBezTo>
                  <a:lnTo>
                    <a:pt x="564" y="3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1" name="Freeform 584"/>
            <p:cNvSpPr>
              <a:spLocks/>
            </p:cNvSpPr>
            <p:nvPr/>
          </p:nvSpPr>
          <p:spPr bwMode="auto">
            <a:xfrm flipV="1">
              <a:off x="-2741611" y="2754311"/>
              <a:ext cx="2071687" cy="1333500"/>
            </a:xfrm>
            <a:custGeom>
              <a:avLst/>
              <a:gdLst>
                <a:gd name="T0" fmla="*/ 552 w 552"/>
                <a:gd name="T1" fmla="*/ 355 h 355"/>
                <a:gd name="T2" fmla="*/ 549 w 552"/>
                <a:gd name="T3" fmla="*/ 355 h 355"/>
                <a:gd name="T4" fmla="*/ 549 w 552"/>
                <a:gd name="T5" fmla="*/ 337 h 355"/>
                <a:gd name="T6" fmla="*/ 360 w 552"/>
                <a:gd name="T7" fmla="*/ 148 h 355"/>
                <a:gd name="T8" fmla="*/ 211 w 552"/>
                <a:gd name="T9" fmla="*/ 148 h 355"/>
                <a:gd name="T10" fmla="*/ 195 w 552"/>
                <a:gd name="T11" fmla="*/ 164 h 355"/>
                <a:gd name="T12" fmla="*/ 193 w 552"/>
                <a:gd name="T13" fmla="*/ 165 h 355"/>
                <a:gd name="T14" fmla="*/ 163 w 552"/>
                <a:gd name="T15" fmla="*/ 165 h 355"/>
                <a:gd name="T16" fmla="*/ 162 w 552"/>
                <a:gd name="T17" fmla="*/ 164 h 355"/>
                <a:gd name="T18" fmla="*/ 0 w 552"/>
                <a:gd name="T19" fmla="*/ 2 h 355"/>
                <a:gd name="T20" fmla="*/ 3 w 552"/>
                <a:gd name="T21" fmla="*/ 0 h 355"/>
                <a:gd name="T22" fmla="*/ 164 w 552"/>
                <a:gd name="T23" fmla="*/ 161 h 355"/>
                <a:gd name="T24" fmla="*/ 193 w 552"/>
                <a:gd name="T25" fmla="*/ 161 h 355"/>
                <a:gd name="T26" fmla="*/ 209 w 552"/>
                <a:gd name="T27" fmla="*/ 145 h 355"/>
                <a:gd name="T28" fmla="*/ 210 w 552"/>
                <a:gd name="T29" fmla="*/ 145 h 355"/>
                <a:gd name="T30" fmla="*/ 361 w 552"/>
                <a:gd name="T31" fmla="*/ 145 h 355"/>
                <a:gd name="T32" fmla="*/ 362 w 552"/>
                <a:gd name="T33" fmla="*/ 145 h 355"/>
                <a:gd name="T34" fmla="*/ 552 w 552"/>
                <a:gd name="T35" fmla="*/ 335 h 355"/>
                <a:gd name="T36" fmla="*/ 552 w 552"/>
                <a:gd name="T37" fmla="*/ 336 h 355"/>
                <a:gd name="T38" fmla="*/ 552 w 552"/>
                <a:gd name="T39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2" h="355">
                  <a:moveTo>
                    <a:pt x="552" y="355"/>
                  </a:moveTo>
                  <a:cubicBezTo>
                    <a:pt x="549" y="355"/>
                    <a:pt x="549" y="355"/>
                    <a:pt x="549" y="355"/>
                  </a:cubicBezTo>
                  <a:cubicBezTo>
                    <a:pt x="549" y="337"/>
                    <a:pt x="549" y="337"/>
                    <a:pt x="549" y="337"/>
                  </a:cubicBezTo>
                  <a:cubicBezTo>
                    <a:pt x="360" y="148"/>
                    <a:pt x="360" y="148"/>
                    <a:pt x="360" y="148"/>
                  </a:cubicBezTo>
                  <a:cubicBezTo>
                    <a:pt x="211" y="148"/>
                    <a:pt x="211" y="148"/>
                    <a:pt x="211" y="148"/>
                  </a:cubicBezTo>
                  <a:cubicBezTo>
                    <a:pt x="195" y="164"/>
                    <a:pt x="195" y="164"/>
                    <a:pt x="195" y="164"/>
                  </a:cubicBezTo>
                  <a:cubicBezTo>
                    <a:pt x="194" y="164"/>
                    <a:pt x="194" y="165"/>
                    <a:pt x="193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3" y="165"/>
                    <a:pt x="162" y="164"/>
                    <a:pt x="162" y="16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64" y="161"/>
                    <a:pt x="164" y="161"/>
                    <a:pt x="164" y="161"/>
                  </a:cubicBezTo>
                  <a:cubicBezTo>
                    <a:pt x="193" y="161"/>
                    <a:pt x="193" y="161"/>
                    <a:pt x="193" y="161"/>
                  </a:cubicBezTo>
                  <a:cubicBezTo>
                    <a:pt x="209" y="145"/>
                    <a:pt x="209" y="145"/>
                    <a:pt x="209" y="145"/>
                  </a:cubicBezTo>
                  <a:cubicBezTo>
                    <a:pt x="209" y="145"/>
                    <a:pt x="210" y="145"/>
                    <a:pt x="210" y="145"/>
                  </a:cubicBezTo>
                  <a:cubicBezTo>
                    <a:pt x="361" y="145"/>
                    <a:pt x="361" y="145"/>
                    <a:pt x="361" y="145"/>
                  </a:cubicBezTo>
                  <a:cubicBezTo>
                    <a:pt x="361" y="145"/>
                    <a:pt x="362" y="145"/>
                    <a:pt x="362" y="145"/>
                  </a:cubicBezTo>
                  <a:cubicBezTo>
                    <a:pt x="552" y="335"/>
                    <a:pt x="552" y="335"/>
                    <a:pt x="552" y="335"/>
                  </a:cubicBezTo>
                  <a:cubicBezTo>
                    <a:pt x="552" y="335"/>
                    <a:pt x="552" y="336"/>
                    <a:pt x="552" y="336"/>
                  </a:cubicBezTo>
                  <a:lnTo>
                    <a:pt x="552" y="3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2" name="Freeform 801"/>
            <p:cNvSpPr>
              <a:spLocks noEditPoints="1"/>
            </p:cNvSpPr>
            <p:nvPr/>
          </p:nvSpPr>
          <p:spPr bwMode="auto">
            <a:xfrm flipV="1">
              <a:off x="1960564" y="6110285"/>
              <a:ext cx="98425" cy="90488"/>
            </a:xfrm>
            <a:custGeom>
              <a:avLst/>
              <a:gdLst>
                <a:gd name="T0" fmla="*/ 13 w 26"/>
                <a:gd name="T1" fmla="*/ 6 h 24"/>
                <a:gd name="T2" fmla="*/ 17 w 26"/>
                <a:gd name="T3" fmla="*/ 8 h 24"/>
                <a:gd name="T4" fmla="*/ 17 w 26"/>
                <a:gd name="T5" fmla="*/ 17 h 24"/>
                <a:gd name="T6" fmla="*/ 13 w 26"/>
                <a:gd name="T7" fmla="*/ 18 h 24"/>
                <a:gd name="T8" fmla="*/ 9 w 26"/>
                <a:gd name="T9" fmla="*/ 17 h 24"/>
                <a:gd name="T10" fmla="*/ 9 w 26"/>
                <a:gd name="T11" fmla="*/ 8 h 24"/>
                <a:gd name="T12" fmla="*/ 13 w 26"/>
                <a:gd name="T13" fmla="*/ 6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2 w 26"/>
                <a:gd name="T23" fmla="*/ 21 h 24"/>
                <a:gd name="T24" fmla="*/ 22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8"/>
                    <a:pt x="13" y="18"/>
                  </a:cubicBezTo>
                  <a:cubicBezTo>
                    <a:pt x="11" y="18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1"/>
                    <a:pt x="4" y="4"/>
                  </a:cubicBezTo>
                  <a:cubicBezTo>
                    <a:pt x="0" y="8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2" y="21"/>
                  </a:cubicBezTo>
                  <a:cubicBezTo>
                    <a:pt x="26" y="16"/>
                    <a:pt x="26" y="8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3" name="Freeform 802"/>
            <p:cNvSpPr>
              <a:spLocks noEditPoints="1"/>
            </p:cNvSpPr>
            <p:nvPr/>
          </p:nvSpPr>
          <p:spPr bwMode="auto">
            <a:xfrm flipV="1">
              <a:off x="2609852" y="5637210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7 w 26"/>
                <a:gd name="T3" fmla="*/ 8 h 25"/>
                <a:gd name="T4" fmla="*/ 17 w 26"/>
                <a:gd name="T5" fmla="*/ 17 h 25"/>
                <a:gd name="T6" fmla="*/ 13 w 26"/>
                <a:gd name="T7" fmla="*/ 19 h 25"/>
                <a:gd name="T8" fmla="*/ 9 w 26"/>
                <a:gd name="T9" fmla="*/ 17 h 25"/>
                <a:gd name="T10" fmla="*/ 9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4 w 26"/>
                <a:gd name="T17" fmla="*/ 4 h 25"/>
                <a:gd name="T18" fmla="*/ 4 w 26"/>
                <a:gd name="T19" fmla="*/ 21 h 25"/>
                <a:gd name="T20" fmla="*/ 13 w 26"/>
                <a:gd name="T21" fmla="*/ 25 h 25"/>
                <a:gd name="T22" fmla="*/ 22 w 26"/>
                <a:gd name="T23" fmla="*/ 21 h 25"/>
                <a:gd name="T24" fmla="*/ 22 w 26"/>
                <a:gd name="T25" fmla="*/ 4 h 25"/>
                <a:gd name="T26" fmla="*/ 13 w 26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9"/>
                    <a:pt x="13" y="19"/>
                  </a:cubicBezTo>
                  <a:cubicBezTo>
                    <a:pt x="11" y="19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6" y="25"/>
                    <a:pt x="19" y="23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4" name="Freeform 804"/>
            <p:cNvSpPr>
              <a:spLocks noEditPoints="1"/>
            </p:cNvSpPr>
            <p:nvPr/>
          </p:nvSpPr>
          <p:spPr bwMode="auto">
            <a:xfrm flipV="1">
              <a:off x="2191985" y="3470273"/>
              <a:ext cx="101600" cy="90488"/>
            </a:xfrm>
            <a:custGeom>
              <a:avLst/>
              <a:gdLst>
                <a:gd name="T0" fmla="*/ 14 w 27"/>
                <a:gd name="T1" fmla="*/ 6 h 24"/>
                <a:gd name="T2" fmla="*/ 18 w 27"/>
                <a:gd name="T3" fmla="*/ 8 h 24"/>
                <a:gd name="T4" fmla="*/ 18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8 h 24"/>
                <a:gd name="T12" fmla="*/ 14 w 27"/>
                <a:gd name="T13" fmla="*/ 6 h 24"/>
                <a:gd name="T14" fmla="*/ 14 w 27"/>
                <a:gd name="T15" fmla="*/ 0 h 24"/>
                <a:gd name="T16" fmla="*/ 5 w 27"/>
                <a:gd name="T17" fmla="*/ 3 h 24"/>
                <a:gd name="T18" fmla="*/ 5 w 27"/>
                <a:gd name="T19" fmla="*/ 21 h 24"/>
                <a:gd name="T20" fmla="*/ 14 w 27"/>
                <a:gd name="T21" fmla="*/ 24 h 24"/>
                <a:gd name="T22" fmla="*/ 22 w 27"/>
                <a:gd name="T23" fmla="*/ 21 h 24"/>
                <a:gd name="T24" fmla="*/ 22 w 27"/>
                <a:gd name="T25" fmla="*/ 3 h 24"/>
                <a:gd name="T26" fmla="*/ 14 w 27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4">
                  <a:moveTo>
                    <a:pt x="14" y="6"/>
                  </a:moveTo>
                  <a:cubicBezTo>
                    <a:pt x="15" y="6"/>
                    <a:pt x="17" y="6"/>
                    <a:pt x="18" y="8"/>
                  </a:cubicBezTo>
                  <a:cubicBezTo>
                    <a:pt x="20" y="10"/>
                    <a:pt x="20" y="14"/>
                    <a:pt x="18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7" y="14"/>
                    <a:pt x="7" y="10"/>
                    <a:pt x="9" y="8"/>
                  </a:cubicBezTo>
                  <a:cubicBezTo>
                    <a:pt x="10" y="6"/>
                    <a:pt x="12" y="6"/>
                    <a:pt x="14" y="6"/>
                  </a:cubicBezTo>
                  <a:close/>
                  <a:moveTo>
                    <a:pt x="14" y="0"/>
                  </a:move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4"/>
                    <a:pt x="14" y="24"/>
                  </a:cubicBezTo>
                  <a:cubicBezTo>
                    <a:pt x="17" y="24"/>
                    <a:pt x="20" y="23"/>
                    <a:pt x="22" y="21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5" name="任意多边形 1579"/>
            <p:cNvSpPr>
              <a:spLocks/>
            </p:cNvSpPr>
            <p:nvPr/>
          </p:nvSpPr>
          <p:spPr bwMode="auto">
            <a:xfrm flipV="1">
              <a:off x="3314562" y="4770340"/>
              <a:ext cx="3033852" cy="2698846"/>
            </a:xfrm>
            <a:custGeom>
              <a:avLst/>
              <a:gdLst>
                <a:gd name="connsiteX0" fmla="*/ 17697 w 3033852"/>
                <a:gd name="connsiteY0" fmla="*/ 2698846 h 2698846"/>
                <a:gd name="connsiteX1" fmla="*/ 114308 w 3033852"/>
                <a:gd name="connsiteY1" fmla="*/ 2602405 h 2698846"/>
                <a:gd name="connsiteX2" fmla="*/ 1206037 w 3033852"/>
                <a:gd name="connsiteY2" fmla="*/ 1512600 h 2698846"/>
                <a:gd name="connsiteX3" fmla="*/ 1382438 w 3033852"/>
                <a:gd name="connsiteY3" fmla="*/ 1512600 h 2698846"/>
                <a:gd name="connsiteX4" fmla="*/ 1393698 w 3033852"/>
                <a:gd name="connsiteY4" fmla="*/ 1508846 h 2698846"/>
                <a:gd name="connsiteX5" fmla="*/ 1926654 w 3033852"/>
                <a:gd name="connsiteY5" fmla="*/ 972118 h 2698846"/>
                <a:gd name="connsiteX6" fmla="*/ 2076783 w 3033852"/>
                <a:gd name="connsiteY6" fmla="*/ 972118 h 2698846"/>
                <a:gd name="connsiteX7" fmla="*/ 2084289 w 3033852"/>
                <a:gd name="connsiteY7" fmla="*/ 968364 h 2698846"/>
                <a:gd name="connsiteX8" fmla="*/ 3033852 w 3033852"/>
                <a:gd name="connsiteY8" fmla="*/ 18767 h 2698846"/>
                <a:gd name="connsiteX9" fmla="*/ 3015086 w 3033852"/>
                <a:gd name="connsiteY9" fmla="*/ 0 h 2698846"/>
                <a:gd name="connsiteX10" fmla="*/ 2069277 w 3033852"/>
                <a:gd name="connsiteY10" fmla="*/ 945844 h 2698846"/>
                <a:gd name="connsiteX11" fmla="*/ 1922901 w 3033852"/>
                <a:gd name="connsiteY11" fmla="*/ 945844 h 2698846"/>
                <a:gd name="connsiteX12" fmla="*/ 1911641 w 3033852"/>
                <a:gd name="connsiteY12" fmla="*/ 949597 h 2698846"/>
                <a:gd name="connsiteX13" fmla="*/ 1378685 w 3033852"/>
                <a:gd name="connsiteY13" fmla="*/ 1486326 h 2698846"/>
                <a:gd name="connsiteX14" fmla="*/ 1198531 w 3033852"/>
                <a:gd name="connsiteY14" fmla="*/ 1486326 h 2698846"/>
                <a:gd name="connsiteX15" fmla="*/ 1191025 w 3033852"/>
                <a:gd name="connsiteY15" fmla="*/ 1490080 h 2698846"/>
                <a:gd name="connsiteX16" fmla="*/ 67694 w 3033852"/>
                <a:gd name="connsiteY16" fmla="*/ 2613451 h 2698846"/>
                <a:gd name="connsiteX17" fmla="*/ 0 w 3033852"/>
                <a:gd name="connsiteY17" fmla="*/ 2681148 h 269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33852" h="2698846">
                  <a:moveTo>
                    <a:pt x="17697" y="2698846"/>
                  </a:moveTo>
                  <a:lnTo>
                    <a:pt x="114308" y="2602405"/>
                  </a:lnTo>
                  <a:cubicBezTo>
                    <a:pt x="392924" y="2324280"/>
                    <a:pt x="749553" y="1968280"/>
                    <a:pt x="1206037" y="1512600"/>
                  </a:cubicBezTo>
                  <a:cubicBezTo>
                    <a:pt x="1206037" y="1512600"/>
                    <a:pt x="1206037" y="1512600"/>
                    <a:pt x="1382438" y="1512600"/>
                  </a:cubicBezTo>
                  <a:cubicBezTo>
                    <a:pt x="1386192" y="1512600"/>
                    <a:pt x="1389945" y="1508846"/>
                    <a:pt x="1393698" y="1508846"/>
                  </a:cubicBezTo>
                  <a:cubicBezTo>
                    <a:pt x="1393698" y="1508846"/>
                    <a:pt x="1393698" y="1508846"/>
                    <a:pt x="1926654" y="972118"/>
                  </a:cubicBezTo>
                  <a:cubicBezTo>
                    <a:pt x="1926654" y="972118"/>
                    <a:pt x="1926654" y="972118"/>
                    <a:pt x="2076783" y="972118"/>
                  </a:cubicBezTo>
                  <a:cubicBezTo>
                    <a:pt x="2076783" y="972118"/>
                    <a:pt x="2080536" y="972118"/>
                    <a:pt x="2084289" y="968364"/>
                  </a:cubicBezTo>
                  <a:cubicBezTo>
                    <a:pt x="2084289" y="968364"/>
                    <a:pt x="2084289" y="968364"/>
                    <a:pt x="3033852" y="18767"/>
                  </a:cubicBezTo>
                  <a:cubicBezTo>
                    <a:pt x="3033852" y="18767"/>
                    <a:pt x="3033852" y="18767"/>
                    <a:pt x="3015086" y="0"/>
                  </a:cubicBezTo>
                  <a:cubicBezTo>
                    <a:pt x="3015086" y="0"/>
                    <a:pt x="3015086" y="0"/>
                    <a:pt x="2069277" y="945844"/>
                  </a:cubicBezTo>
                  <a:cubicBezTo>
                    <a:pt x="2069277" y="945844"/>
                    <a:pt x="2069277" y="945844"/>
                    <a:pt x="1922901" y="945844"/>
                  </a:cubicBezTo>
                  <a:cubicBezTo>
                    <a:pt x="1919148" y="945844"/>
                    <a:pt x="1915395" y="949597"/>
                    <a:pt x="1911641" y="949597"/>
                  </a:cubicBezTo>
                  <a:cubicBezTo>
                    <a:pt x="1911641" y="949597"/>
                    <a:pt x="1911641" y="949597"/>
                    <a:pt x="1378685" y="1486326"/>
                  </a:cubicBezTo>
                  <a:cubicBezTo>
                    <a:pt x="1378685" y="1486326"/>
                    <a:pt x="1378685" y="1486326"/>
                    <a:pt x="1198531" y="1486326"/>
                  </a:cubicBezTo>
                  <a:cubicBezTo>
                    <a:pt x="1194778" y="1486326"/>
                    <a:pt x="1191025" y="1486326"/>
                    <a:pt x="1191025" y="1490080"/>
                  </a:cubicBezTo>
                  <a:cubicBezTo>
                    <a:pt x="1191025" y="1490080"/>
                    <a:pt x="1191025" y="1490080"/>
                    <a:pt x="67694" y="2613451"/>
                  </a:cubicBezTo>
                  <a:lnTo>
                    <a:pt x="0" y="268114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6" name="任意多边形 1536"/>
            <p:cNvSpPr>
              <a:spLocks/>
            </p:cNvSpPr>
            <p:nvPr/>
          </p:nvSpPr>
          <p:spPr bwMode="auto">
            <a:xfrm flipV="1">
              <a:off x="2328508" y="3317874"/>
              <a:ext cx="663931" cy="2341563"/>
            </a:xfrm>
            <a:custGeom>
              <a:avLst/>
              <a:gdLst>
                <a:gd name="connsiteX0" fmla="*/ 0 w 663931"/>
                <a:gd name="connsiteY0" fmla="*/ 2341563 h 2341563"/>
                <a:gd name="connsiteX1" fmla="*/ 18755 w 663931"/>
                <a:gd name="connsiteY1" fmla="*/ 2341563 h 2341563"/>
                <a:gd name="connsiteX2" fmla="*/ 18755 w 663931"/>
                <a:gd name="connsiteY2" fmla="*/ 2312254 h 2341563"/>
                <a:gd name="connsiteX3" fmla="*/ 18755 w 663931"/>
                <a:gd name="connsiteY3" fmla="*/ 1756289 h 2341563"/>
                <a:gd name="connsiteX4" fmla="*/ 660180 w 663931"/>
                <a:gd name="connsiteY4" fmla="*/ 1114568 h 2341563"/>
                <a:gd name="connsiteX5" fmla="*/ 663931 w 663931"/>
                <a:gd name="connsiteY5" fmla="*/ 1107063 h 2341563"/>
                <a:gd name="connsiteX6" fmla="*/ 663931 w 663931"/>
                <a:gd name="connsiteY6" fmla="*/ 476600 h 2341563"/>
                <a:gd name="connsiteX7" fmla="*/ 660180 w 663931"/>
                <a:gd name="connsiteY7" fmla="*/ 469095 h 2341563"/>
                <a:gd name="connsiteX8" fmla="*/ 337592 w 663931"/>
                <a:gd name="connsiteY8" fmla="*/ 146358 h 2341563"/>
                <a:gd name="connsiteX9" fmla="*/ 337592 w 663931"/>
                <a:gd name="connsiteY9" fmla="*/ 0 h 2341563"/>
                <a:gd name="connsiteX10" fmla="*/ 315086 w 663931"/>
                <a:gd name="connsiteY10" fmla="*/ 0 h 2341563"/>
                <a:gd name="connsiteX11" fmla="*/ 315086 w 663931"/>
                <a:gd name="connsiteY11" fmla="*/ 150110 h 2341563"/>
                <a:gd name="connsiteX12" fmla="*/ 318837 w 663931"/>
                <a:gd name="connsiteY12" fmla="*/ 157616 h 2341563"/>
                <a:gd name="connsiteX13" fmla="*/ 641425 w 663931"/>
                <a:gd name="connsiteY13" fmla="*/ 480353 h 2341563"/>
                <a:gd name="connsiteX14" fmla="*/ 641425 w 663931"/>
                <a:gd name="connsiteY14" fmla="*/ 1103310 h 2341563"/>
                <a:gd name="connsiteX15" fmla="*/ 0 w 663931"/>
                <a:gd name="connsiteY15" fmla="*/ 1741278 h 2341563"/>
                <a:gd name="connsiteX16" fmla="*/ 0 w 663931"/>
                <a:gd name="connsiteY16" fmla="*/ 1748784 h 2341563"/>
                <a:gd name="connsiteX17" fmla="*/ 0 w 663931"/>
                <a:gd name="connsiteY17" fmla="*/ 2244052 h 234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3931" h="2341563">
                  <a:moveTo>
                    <a:pt x="0" y="2341563"/>
                  </a:moveTo>
                  <a:lnTo>
                    <a:pt x="18755" y="2341563"/>
                  </a:lnTo>
                  <a:lnTo>
                    <a:pt x="18755" y="2312254"/>
                  </a:lnTo>
                  <a:cubicBezTo>
                    <a:pt x="18755" y="2204509"/>
                    <a:pt x="18755" y="2032117"/>
                    <a:pt x="18755" y="1756289"/>
                  </a:cubicBezTo>
                  <a:cubicBezTo>
                    <a:pt x="18755" y="1756289"/>
                    <a:pt x="18755" y="1756289"/>
                    <a:pt x="660180" y="1114568"/>
                  </a:cubicBezTo>
                  <a:cubicBezTo>
                    <a:pt x="663931" y="1110816"/>
                    <a:pt x="663931" y="1110816"/>
                    <a:pt x="663931" y="1107063"/>
                  </a:cubicBezTo>
                  <a:cubicBezTo>
                    <a:pt x="663931" y="1107063"/>
                    <a:pt x="663931" y="1107063"/>
                    <a:pt x="663931" y="476600"/>
                  </a:cubicBezTo>
                  <a:cubicBezTo>
                    <a:pt x="663931" y="472847"/>
                    <a:pt x="663931" y="469095"/>
                    <a:pt x="660180" y="469095"/>
                  </a:cubicBezTo>
                  <a:cubicBezTo>
                    <a:pt x="660180" y="469095"/>
                    <a:pt x="660180" y="469095"/>
                    <a:pt x="337592" y="146358"/>
                  </a:cubicBezTo>
                  <a:cubicBezTo>
                    <a:pt x="337592" y="146358"/>
                    <a:pt x="337592" y="146358"/>
                    <a:pt x="337592" y="0"/>
                  </a:cubicBezTo>
                  <a:cubicBezTo>
                    <a:pt x="337592" y="0"/>
                    <a:pt x="337592" y="0"/>
                    <a:pt x="315086" y="0"/>
                  </a:cubicBezTo>
                  <a:cubicBezTo>
                    <a:pt x="315086" y="0"/>
                    <a:pt x="315086" y="0"/>
                    <a:pt x="315086" y="150110"/>
                  </a:cubicBezTo>
                  <a:cubicBezTo>
                    <a:pt x="315086" y="153863"/>
                    <a:pt x="318837" y="157616"/>
                    <a:pt x="318837" y="157616"/>
                  </a:cubicBezTo>
                  <a:cubicBezTo>
                    <a:pt x="318837" y="157616"/>
                    <a:pt x="318837" y="157616"/>
                    <a:pt x="641425" y="480353"/>
                  </a:cubicBezTo>
                  <a:cubicBezTo>
                    <a:pt x="641425" y="480353"/>
                    <a:pt x="641425" y="480353"/>
                    <a:pt x="641425" y="1103310"/>
                  </a:cubicBezTo>
                  <a:cubicBezTo>
                    <a:pt x="641425" y="1103310"/>
                    <a:pt x="641425" y="1103310"/>
                    <a:pt x="0" y="1741278"/>
                  </a:cubicBezTo>
                  <a:cubicBezTo>
                    <a:pt x="0" y="1745031"/>
                    <a:pt x="0" y="1748784"/>
                    <a:pt x="0" y="1748784"/>
                  </a:cubicBezTo>
                  <a:cubicBezTo>
                    <a:pt x="0" y="1748784"/>
                    <a:pt x="0" y="1748784"/>
                    <a:pt x="0" y="224405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7" name="任意多边形 1539"/>
            <p:cNvSpPr>
              <a:spLocks/>
            </p:cNvSpPr>
            <p:nvPr/>
          </p:nvSpPr>
          <p:spPr bwMode="auto">
            <a:xfrm flipV="1">
              <a:off x="1998243" y="3553617"/>
              <a:ext cx="886246" cy="2578894"/>
            </a:xfrm>
            <a:custGeom>
              <a:avLst/>
              <a:gdLst>
                <a:gd name="connsiteX0" fmla="*/ 232828 w 886246"/>
                <a:gd name="connsiteY0" fmla="*/ 2578894 h 2578894"/>
                <a:gd name="connsiteX1" fmla="*/ 255359 w 886246"/>
                <a:gd name="connsiteY1" fmla="*/ 2578894 h 2578894"/>
                <a:gd name="connsiteX2" fmla="*/ 255359 w 886246"/>
                <a:gd name="connsiteY2" fmla="*/ 2434465 h 2578894"/>
                <a:gd name="connsiteX3" fmla="*/ 255359 w 886246"/>
                <a:gd name="connsiteY3" fmla="*/ 2187952 h 2578894"/>
                <a:gd name="connsiteX4" fmla="*/ 882491 w 886246"/>
                <a:gd name="connsiteY4" fmla="*/ 1557462 h 2578894"/>
                <a:gd name="connsiteX5" fmla="*/ 886246 w 886246"/>
                <a:gd name="connsiteY5" fmla="*/ 1549956 h 2578894"/>
                <a:gd name="connsiteX6" fmla="*/ 886246 w 886246"/>
                <a:gd name="connsiteY6" fmla="*/ 1013288 h 2578894"/>
                <a:gd name="connsiteX7" fmla="*/ 882491 w 886246"/>
                <a:gd name="connsiteY7" fmla="*/ 1005783 h 2578894"/>
                <a:gd name="connsiteX8" fmla="*/ 22532 w 886246"/>
                <a:gd name="connsiteY8" fmla="*/ 142611 h 2578894"/>
                <a:gd name="connsiteX9" fmla="*/ 22532 w 886246"/>
                <a:gd name="connsiteY9" fmla="*/ 0 h 2578894"/>
                <a:gd name="connsiteX10" fmla="*/ 0 w 886246"/>
                <a:gd name="connsiteY10" fmla="*/ 0 h 2578894"/>
                <a:gd name="connsiteX11" fmla="*/ 0 w 886246"/>
                <a:gd name="connsiteY11" fmla="*/ 146364 h 2578894"/>
                <a:gd name="connsiteX12" fmla="*/ 3756 w 886246"/>
                <a:gd name="connsiteY12" fmla="*/ 153870 h 2578894"/>
                <a:gd name="connsiteX13" fmla="*/ 863715 w 886246"/>
                <a:gd name="connsiteY13" fmla="*/ 1017041 h 2578894"/>
                <a:gd name="connsiteX14" fmla="*/ 863715 w 886246"/>
                <a:gd name="connsiteY14" fmla="*/ 1546203 h 2578894"/>
                <a:gd name="connsiteX15" fmla="*/ 236583 w 886246"/>
                <a:gd name="connsiteY15" fmla="*/ 2176693 h 2578894"/>
                <a:gd name="connsiteX16" fmla="*/ 232828 w 886246"/>
                <a:gd name="connsiteY16" fmla="*/ 2184199 h 2578894"/>
                <a:gd name="connsiteX17" fmla="*/ 232828 w 886246"/>
                <a:gd name="connsiteY17" fmla="*/ 2517689 h 257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86246" h="2578894">
                  <a:moveTo>
                    <a:pt x="232828" y="2578894"/>
                  </a:moveTo>
                  <a:lnTo>
                    <a:pt x="255359" y="2578894"/>
                  </a:lnTo>
                  <a:lnTo>
                    <a:pt x="255359" y="2434465"/>
                  </a:lnTo>
                  <a:cubicBezTo>
                    <a:pt x="255359" y="2362991"/>
                    <a:pt x="255359" y="2281306"/>
                    <a:pt x="255359" y="2187952"/>
                  </a:cubicBezTo>
                  <a:cubicBezTo>
                    <a:pt x="255359" y="2187952"/>
                    <a:pt x="255359" y="2187952"/>
                    <a:pt x="882491" y="1557462"/>
                  </a:cubicBezTo>
                  <a:cubicBezTo>
                    <a:pt x="886246" y="1557462"/>
                    <a:pt x="886246" y="1553709"/>
                    <a:pt x="886246" y="1549956"/>
                  </a:cubicBezTo>
                  <a:cubicBezTo>
                    <a:pt x="886246" y="1549956"/>
                    <a:pt x="886246" y="1549956"/>
                    <a:pt x="886246" y="1013288"/>
                  </a:cubicBezTo>
                  <a:cubicBezTo>
                    <a:pt x="886246" y="1009536"/>
                    <a:pt x="886246" y="1005783"/>
                    <a:pt x="882491" y="1005783"/>
                  </a:cubicBezTo>
                  <a:cubicBezTo>
                    <a:pt x="882491" y="1005783"/>
                    <a:pt x="882491" y="1005783"/>
                    <a:pt x="22532" y="142611"/>
                  </a:cubicBezTo>
                  <a:cubicBezTo>
                    <a:pt x="22532" y="142611"/>
                    <a:pt x="22532" y="142611"/>
                    <a:pt x="22532" y="0"/>
                  </a:cubicBezTo>
                  <a:cubicBezTo>
                    <a:pt x="22532" y="0"/>
                    <a:pt x="22532" y="0"/>
                    <a:pt x="0" y="0"/>
                  </a:cubicBezTo>
                  <a:cubicBezTo>
                    <a:pt x="0" y="0"/>
                    <a:pt x="0" y="0"/>
                    <a:pt x="0" y="146364"/>
                  </a:cubicBezTo>
                  <a:cubicBezTo>
                    <a:pt x="0" y="150117"/>
                    <a:pt x="0" y="153870"/>
                    <a:pt x="3756" y="153870"/>
                  </a:cubicBezTo>
                  <a:cubicBezTo>
                    <a:pt x="3756" y="153870"/>
                    <a:pt x="3756" y="153870"/>
                    <a:pt x="863715" y="1017041"/>
                  </a:cubicBezTo>
                  <a:cubicBezTo>
                    <a:pt x="863715" y="1017041"/>
                    <a:pt x="863715" y="1017041"/>
                    <a:pt x="863715" y="1546203"/>
                  </a:cubicBezTo>
                  <a:cubicBezTo>
                    <a:pt x="863715" y="1546203"/>
                    <a:pt x="863715" y="1546203"/>
                    <a:pt x="236583" y="2176693"/>
                  </a:cubicBezTo>
                  <a:cubicBezTo>
                    <a:pt x="232828" y="2176693"/>
                    <a:pt x="232828" y="2180446"/>
                    <a:pt x="232828" y="2184199"/>
                  </a:cubicBezTo>
                  <a:cubicBezTo>
                    <a:pt x="232828" y="2184199"/>
                    <a:pt x="232828" y="2184199"/>
                    <a:pt x="232828" y="251768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defTabSz="914332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8" name="椭圆 1537"/>
            <p:cNvSpPr>
              <a:spLocks noChangeAspect="1"/>
            </p:cNvSpPr>
            <p:nvPr/>
          </p:nvSpPr>
          <p:spPr>
            <a:xfrm>
              <a:off x="2295590" y="3240505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solidFill>
                <a:srgbClr val="4D4D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09" name="椭圆 1540"/>
            <p:cNvSpPr>
              <a:spLocks noChangeAspect="1"/>
            </p:cNvSpPr>
            <p:nvPr/>
          </p:nvSpPr>
          <p:spPr>
            <a:xfrm>
              <a:off x="3254922" y="471169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0" name="椭圆 1541"/>
            <p:cNvSpPr>
              <a:spLocks noChangeAspect="1"/>
            </p:cNvSpPr>
            <p:nvPr/>
          </p:nvSpPr>
          <p:spPr>
            <a:xfrm>
              <a:off x="3495552" y="544896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1" name="椭圆 1542"/>
            <p:cNvSpPr/>
            <p:nvPr/>
          </p:nvSpPr>
          <p:spPr>
            <a:xfrm>
              <a:off x="2318942" y="4220764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2" name="椭圆 1543"/>
            <p:cNvSpPr/>
            <p:nvPr/>
          </p:nvSpPr>
          <p:spPr>
            <a:xfrm>
              <a:off x="1061246" y="29114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3" name="椭圆 1544"/>
            <p:cNvSpPr/>
            <p:nvPr/>
          </p:nvSpPr>
          <p:spPr>
            <a:xfrm>
              <a:off x="1049339" y="328929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4" name="椭圆 1545"/>
            <p:cNvSpPr/>
            <p:nvPr/>
          </p:nvSpPr>
          <p:spPr>
            <a:xfrm>
              <a:off x="680641" y="291345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5" name="椭圆 1546"/>
            <p:cNvSpPr/>
            <p:nvPr/>
          </p:nvSpPr>
          <p:spPr>
            <a:xfrm>
              <a:off x="305992" y="254833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6" name="椭圆 1547"/>
            <p:cNvSpPr/>
            <p:nvPr/>
          </p:nvSpPr>
          <p:spPr>
            <a:xfrm>
              <a:off x="1575198" y="382468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7" name="椭圆 1548"/>
            <p:cNvSpPr/>
            <p:nvPr/>
          </p:nvSpPr>
          <p:spPr>
            <a:xfrm>
              <a:off x="2307036" y="4965299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8" name="椭圆 1549"/>
            <p:cNvSpPr/>
            <p:nvPr/>
          </p:nvSpPr>
          <p:spPr>
            <a:xfrm>
              <a:off x="2694385" y="4996257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19" name="椭圆 1550"/>
            <p:cNvSpPr/>
            <p:nvPr/>
          </p:nvSpPr>
          <p:spPr>
            <a:xfrm>
              <a:off x="2940448" y="564713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20" name="椭圆 1551"/>
            <p:cNvSpPr>
              <a:spLocks noChangeAspect="1"/>
            </p:cNvSpPr>
            <p:nvPr/>
          </p:nvSpPr>
          <p:spPr>
            <a:xfrm>
              <a:off x="3840832" y="5817204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21" name="椭圆 1552"/>
            <p:cNvSpPr/>
            <p:nvPr/>
          </p:nvSpPr>
          <p:spPr>
            <a:xfrm>
              <a:off x="4421585" y="6393258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22" name="椭圆 1553"/>
            <p:cNvSpPr/>
            <p:nvPr/>
          </p:nvSpPr>
          <p:spPr>
            <a:xfrm>
              <a:off x="3898504" y="65690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  <p:sp>
          <p:nvSpPr>
            <p:cNvPr id="223" name="椭圆 1554"/>
            <p:cNvSpPr/>
            <p:nvPr/>
          </p:nvSpPr>
          <p:spPr>
            <a:xfrm>
              <a:off x="5148660" y="6750445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zh-CN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40279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1373619"/>
            <a:ext cx="7242901" cy="5484382"/>
          </a:xfrm>
          <a:prstGeom prst="rect">
            <a:avLst/>
          </a:prstGeom>
        </p:spPr>
      </p:pic>
      <p:grpSp>
        <p:nvGrpSpPr>
          <p:cNvPr id="3" name="组合 4"/>
          <p:cNvGrpSpPr/>
          <p:nvPr/>
        </p:nvGrpSpPr>
        <p:grpSpPr>
          <a:xfrm>
            <a:off x="0" y="707226"/>
            <a:ext cx="3395006" cy="431295"/>
            <a:chOff x="-22274" y="526055"/>
            <a:chExt cx="3395006" cy="431295"/>
          </a:xfrm>
        </p:grpSpPr>
        <p:grpSp>
          <p:nvGrpSpPr>
            <p:cNvPr id="4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9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4" name="文本框 6"/>
          <p:cNvSpPr txBox="1"/>
          <p:nvPr/>
        </p:nvSpPr>
        <p:spPr>
          <a:xfrm>
            <a:off x="365917" y="149046"/>
            <a:ext cx="571931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Operation Regions of the OP-AMP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7573195-A27E-0EF4-FFC7-956BC6760CEA}"/>
              </a:ext>
            </a:extLst>
          </p:cNvPr>
          <p:cNvGrpSpPr/>
          <p:nvPr/>
        </p:nvGrpSpPr>
        <p:grpSpPr>
          <a:xfrm>
            <a:off x="8181251" y="1472539"/>
            <a:ext cx="3147273" cy="5296395"/>
            <a:chOff x="1637956" y="2031999"/>
            <a:chExt cx="3147273" cy="4123823"/>
          </a:xfrm>
        </p:grpSpPr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C997AD2-E8FA-0EF2-6995-4BAC4E5C5E4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28889" y="4365560"/>
              <a:ext cx="156340" cy="0"/>
            </a:xfrm>
            <a:prstGeom prst="lin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B7521034-C773-E894-56C9-6F2707016618}"/>
                </a:ext>
              </a:extLst>
            </p:cNvPr>
            <p:cNvGrpSpPr/>
            <p:nvPr/>
          </p:nvGrpSpPr>
          <p:grpSpPr>
            <a:xfrm>
              <a:off x="1743273" y="4310054"/>
              <a:ext cx="194484" cy="152992"/>
              <a:chOff x="6698562" y="3393669"/>
              <a:chExt cx="307294" cy="280878"/>
            </a:xfrm>
          </p:grpSpPr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EC6BE468-35D2-EC13-F2FE-D6CF8FA3CAE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698562" y="3522147"/>
                <a:ext cx="307294" cy="0"/>
              </a:xfrm>
              <a:prstGeom prst="lin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D81051A8-169A-1D63-FBF2-15312B0015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50962" y="3393669"/>
                <a:ext cx="1247" cy="280878"/>
              </a:xfrm>
              <a:prstGeom prst="lin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D37EC87D-44FB-CCA8-CF89-F4AC921533F8}"/>
                </a:ext>
              </a:extLst>
            </p:cNvPr>
            <p:cNvGrpSpPr/>
            <p:nvPr/>
          </p:nvGrpSpPr>
          <p:grpSpPr>
            <a:xfrm>
              <a:off x="3111090" y="5998261"/>
              <a:ext cx="344510" cy="157561"/>
              <a:chOff x="7382434" y="6021460"/>
              <a:chExt cx="368799" cy="172385"/>
            </a:xfrm>
          </p:grpSpPr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2EA48502-451E-5295-C4E9-DA18FF14CB1C}"/>
                  </a:ext>
                </a:extLst>
              </p:cNvPr>
              <p:cNvCxnSpPr/>
              <p:nvPr/>
            </p:nvCxnSpPr>
            <p:spPr>
              <a:xfrm>
                <a:off x="7455076" y="6107652"/>
                <a:ext cx="234690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30A1F2DC-259F-71C4-C213-4545C66237EF}"/>
                  </a:ext>
                </a:extLst>
              </p:cNvPr>
              <p:cNvCxnSpPr/>
              <p:nvPr/>
            </p:nvCxnSpPr>
            <p:spPr>
              <a:xfrm>
                <a:off x="7522131" y="6193845"/>
                <a:ext cx="111757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7D8D053A-03B4-CF48-7429-D2BFD760D927}"/>
                  </a:ext>
                </a:extLst>
              </p:cNvPr>
              <p:cNvCxnSpPr/>
              <p:nvPr/>
            </p:nvCxnSpPr>
            <p:spPr>
              <a:xfrm>
                <a:off x="7382434" y="6021460"/>
                <a:ext cx="368799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3BDD8F72-90D6-7F85-573E-97B71BEB0797}"/>
                </a:ext>
              </a:extLst>
            </p:cNvPr>
            <p:cNvGrpSpPr/>
            <p:nvPr/>
          </p:nvGrpSpPr>
          <p:grpSpPr>
            <a:xfrm flipH="1">
              <a:off x="3178948" y="2031999"/>
              <a:ext cx="229178" cy="272239"/>
              <a:chOff x="6184900" y="454026"/>
              <a:chExt cx="266700" cy="441324"/>
            </a:xfrm>
          </p:grpSpPr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83E27425-F5E7-8750-FE8F-4386CAE20299}"/>
                  </a:ext>
                </a:extLst>
              </p:cNvPr>
              <p:cNvCxnSpPr/>
              <p:nvPr/>
            </p:nvCxnSpPr>
            <p:spPr>
              <a:xfrm flipV="1">
                <a:off x="6318250" y="685800"/>
                <a:ext cx="0" cy="20955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Isosceles Triangle 68">
                <a:extLst>
                  <a:ext uri="{FF2B5EF4-FFF2-40B4-BE49-F238E27FC236}">
                    <a16:creationId xmlns:a16="http://schemas.microsoft.com/office/drawing/2014/main" id="{FDE06903-CFBF-DE03-9091-19D3D59AE3AC}"/>
                  </a:ext>
                </a:extLst>
              </p:cNvPr>
              <p:cNvSpPr/>
              <p:nvPr/>
            </p:nvSpPr>
            <p:spPr>
              <a:xfrm>
                <a:off x="6184900" y="454026"/>
                <a:ext cx="266700" cy="234950"/>
              </a:xfrm>
              <a:prstGeom prst="triangl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</p:grp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A9569921-D344-FE04-EAB8-37CFE1DE4AF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83345" y="4874775"/>
              <a:ext cx="0" cy="112348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7D7F6047-1C20-4711-2241-FB4BF0AE7698}"/>
                </a:ext>
              </a:extLst>
            </p:cNvPr>
            <p:cNvGrpSpPr/>
            <p:nvPr/>
          </p:nvGrpSpPr>
          <p:grpSpPr>
            <a:xfrm>
              <a:off x="2186616" y="3914651"/>
              <a:ext cx="343664" cy="642407"/>
              <a:chOff x="7418814" y="5257536"/>
              <a:chExt cx="367893" cy="702846"/>
            </a:xfrm>
          </p:grpSpPr>
          <p:cxnSp>
            <p:nvCxnSpPr>
              <p:cNvPr id="62" name="Straight Connector 61">
                <a:extLst>
                  <a:ext uri="{FF2B5EF4-FFF2-40B4-BE49-F238E27FC236}">
                    <a16:creationId xmlns:a16="http://schemas.microsoft.com/office/drawing/2014/main" id="{05CF24AB-BA71-4E26-D80B-665C89FAFD9D}"/>
                  </a:ext>
                </a:extLst>
              </p:cNvPr>
              <p:cNvCxnSpPr/>
              <p:nvPr/>
            </p:nvCxnSpPr>
            <p:spPr>
              <a:xfrm>
                <a:off x="7418814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5AFECD8B-B252-986D-7F6D-B1740C76E9C3}"/>
                  </a:ext>
                </a:extLst>
              </p:cNvPr>
              <p:cNvCxnSpPr/>
              <p:nvPr/>
            </p:nvCxnSpPr>
            <p:spPr>
              <a:xfrm>
                <a:off x="7520302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447C6ECE-8925-6EF2-64A4-388A3D640DB6}"/>
                  </a:ext>
                </a:extLst>
              </p:cNvPr>
              <p:cNvCxnSpPr/>
              <p:nvPr/>
            </p:nvCxnSpPr>
            <p:spPr>
              <a:xfrm flipH="1">
                <a:off x="7520302" y="5857527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78E70EF4-BDDC-F927-4033-7096B13BA069}"/>
                  </a:ext>
                </a:extLst>
              </p:cNvPr>
              <p:cNvCxnSpPr/>
              <p:nvPr/>
            </p:nvCxnSpPr>
            <p:spPr>
              <a:xfrm flipH="1">
                <a:off x="7520302" y="5257536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CB0F8C41-0880-08BC-A518-34DD5E4CFB88}"/>
                  </a:ext>
                </a:extLst>
              </p:cNvPr>
              <p:cNvCxnSpPr/>
              <p:nvPr/>
            </p:nvCxnSpPr>
            <p:spPr>
              <a:xfrm flipH="1">
                <a:off x="7672533" y="5857527"/>
                <a:ext cx="114174" cy="10285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91AB54B9-DD25-19DE-CDAA-7A1A031A9546}"/>
                  </a:ext>
                </a:extLst>
              </p:cNvPr>
              <p:cNvCxnSpPr/>
              <p:nvPr/>
            </p:nvCxnSpPr>
            <p:spPr>
              <a:xfrm flipH="1" flipV="1">
                <a:off x="7685220" y="5793242"/>
                <a:ext cx="95144" cy="6428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12E7390-2F87-9458-645D-AE4909B43946}"/>
                </a:ext>
              </a:extLst>
            </p:cNvPr>
            <p:cNvCxnSpPr>
              <a:cxnSpLocks/>
            </p:cNvCxnSpPr>
            <p:nvPr/>
          </p:nvCxnSpPr>
          <p:spPr>
            <a:xfrm>
              <a:off x="2514023" y="3085762"/>
              <a:ext cx="0" cy="82888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8E8A7FE3-B910-CD5A-A645-8CDCFE7AA25A}"/>
                </a:ext>
              </a:extLst>
            </p:cNvPr>
            <p:cNvGrpSpPr/>
            <p:nvPr/>
          </p:nvGrpSpPr>
          <p:grpSpPr>
            <a:xfrm>
              <a:off x="2500638" y="2483505"/>
              <a:ext cx="491097" cy="602256"/>
              <a:chOff x="7780364" y="3601345"/>
              <a:chExt cx="525720" cy="658918"/>
            </a:xfrm>
          </p:grpSpPr>
          <p:cxnSp>
            <p:nvCxnSpPr>
              <p:cNvPr id="54" name="Straight Connector 53">
                <a:extLst>
                  <a:ext uri="{FF2B5EF4-FFF2-40B4-BE49-F238E27FC236}">
                    <a16:creationId xmlns:a16="http://schemas.microsoft.com/office/drawing/2014/main" id="{755CEDD4-B975-29DB-4530-CF48A7ED259D}"/>
                  </a:ext>
                </a:extLst>
              </p:cNvPr>
              <p:cNvCxnSpPr/>
              <p:nvPr/>
            </p:nvCxnSpPr>
            <p:spPr>
              <a:xfrm flipH="1">
                <a:off x="8119161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F76EB704-04C4-B095-3340-CC9B7F5FFF85}"/>
                  </a:ext>
                </a:extLst>
              </p:cNvPr>
              <p:cNvCxnSpPr/>
              <p:nvPr/>
            </p:nvCxnSpPr>
            <p:spPr>
              <a:xfrm flipH="1">
                <a:off x="8025700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Straight Connector 55">
                <a:extLst>
                  <a:ext uri="{FF2B5EF4-FFF2-40B4-BE49-F238E27FC236}">
                    <a16:creationId xmlns:a16="http://schemas.microsoft.com/office/drawing/2014/main" id="{C4EBC546-9DD6-5429-6298-AA2E53D8522F}"/>
                  </a:ext>
                </a:extLst>
              </p:cNvPr>
              <p:cNvCxnSpPr/>
              <p:nvPr/>
            </p:nvCxnSpPr>
            <p:spPr>
              <a:xfrm>
                <a:off x="7780364" y="426026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Straight Connector 56">
                <a:extLst>
                  <a:ext uri="{FF2B5EF4-FFF2-40B4-BE49-F238E27FC236}">
                    <a16:creationId xmlns:a16="http://schemas.microsoft.com/office/drawing/2014/main" id="{0E84291A-7202-7627-C3A0-85D975573A9E}"/>
                  </a:ext>
                </a:extLst>
              </p:cNvPr>
              <p:cNvCxnSpPr/>
              <p:nvPr/>
            </p:nvCxnSpPr>
            <p:spPr>
              <a:xfrm>
                <a:off x="7780364" y="366027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Oval 57">
                <a:extLst>
                  <a:ext uri="{FF2B5EF4-FFF2-40B4-BE49-F238E27FC236}">
                    <a16:creationId xmlns:a16="http://schemas.microsoft.com/office/drawing/2014/main" id="{A53926D4-0E4A-45EE-F4A2-EF482A813DF0}"/>
                  </a:ext>
                </a:extLst>
              </p:cNvPr>
              <p:cNvSpPr/>
              <p:nvPr/>
            </p:nvSpPr>
            <p:spPr>
              <a:xfrm flipH="1">
                <a:off x="8130844" y="3904555"/>
                <a:ext cx="175240" cy="14571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59" name="Group 58">
                <a:extLst>
                  <a:ext uri="{FF2B5EF4-FFF2-40B4-BE49-F238E27FC236}">
                    <a16:creationId xmlns:a16="http://schemas.microsoft.com/office/drawing/2014/main" id="{5AA33E5B-6FD3-AFF8-2718-6D157411C6F8}"/>
                  </a:ext>
                </a:extLst>
              </p:cNvPr>
              <p:cNvGrpSpPr/>
              <p:nvPr/>
            </p:nvGrpSpPr>
            <p:grpSpPr>
              <a:xfrm>
                <a:off x="7903032" y="3601345"/>
                <a:ext cx="122666" cy="134998"/>
                <a:chOff x="6715124" y="1749425"/>
                <a:chExt cx="114300" cy="247650"/>
              </a:xfrm>
            </p:grpSpPr>
            <p:cxnSp>
              <p:nvCxnSpPr>
                <p:cNvPr id="60" name="Straight Connector 59">
                  <a:extLst>
                    <a:ext uri="{FF2B5EF4-FFF2-40B4-BE49-F238E27FC236}">
                      <a16:creationId xmlns:a16="http://schemas.microsoft.com/office/drawing/2014/main" id="{A2F232A2-A82F-7E55-C7D5-239878DF8B55}"/>
                    </a:ext>
                  </a:extLst>
                </p:cNvPr>
                <p:cNvCxnSpPr/>
                <p:nvPr/>
              </p:nvCxnSpPr>
              <p:spPr>
                <a:xfrm flipH="1">
                  <a:off x="6715124" y="1844675"/>
                  <a:ext cx="114300" cy="15240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Straight Connector 60">
                  <a:extLst>
                    <a:ext uri="{FF2B5EF4-FFF2-40B4-BE49-F238E27FC236}">
                      <a16:creationId xmlns:a16="http://schemas.microsoft.com/office/drawing/2014/main" id="{AFC274D8-D38D-0A92-0407-3178B8B30663}"/>
                    </a:ext>
                  </a:extLst>
                </p:cNvPr>
                <p:cNvCxnSpPr/>
                <p:nvPr/>
              </p:nvCxnSpPr>
              <p:spPr>
                <a:xfrm flipH="1" flipV="1">
                  <a:off x="6727825" y="1749425"/>
                  <a:ext cx="95249" cy="9525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48E254E3-9462-8669-418D-DA4924203D8B}"/>
                </a:ext>
              </a:extLst>
            </p:cNvPr>
            <p:cNvGrpSpPr/>
            <p:nvPr/>
          </p:nvGrpSpPr>
          <p:grpSpPr>
            <a:xfrm flipH="1">
              <a:off x="4028714" y="3933034"/>
              <a:ext cx="334469" cy="642407"/>
              <a:chOff x="7418814" y="5257536"/>
              <a:chExt cx="367893" cy="702846"/>
            </a:xfrm>
          </p:grpSpPr>
          <p:cxnSp>
            <p:nvCxnSpPr>
              <p:cNvPr id="48" name="Straight Connector 47">
                <a:extLst>
                  <a:ext uri="{FF2B5EF4-FFF2-40B4-BE49-F238E27FC236}">
                    <a16:creationId xmlns:a16="http://schemas.microsoft.com/office/drawing/2014/main" id="{A1FF2984-C71C-7794-5E5A-706B59ECC03C}"/>
                  </a:ext>
                </a:extLst>
              </p:cNvPr>
              <p:cNvCxnSpPr/>
              <p:nvPr/>
            </p:nvCxnSpPr>
            <p:spPr>
              <a:xfrm>
                <a:off x="7418814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64CF6794-E4AB-B788-BCF0-985805CB51F9}"/>
                  </a:ext>
                </a:extLst>
              </p:cNvPr>
              <p:cNvCxnSpPr/>
              <p:nvPr/>
            </p:nvCxnSpPr>
            <p:spPr>
              <a:xfrm>
                <a:off x="7520302" y="5257536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C945F836-E315-F70E-39EF-4A11AB2C09DB}"/>
                  </a:ext>
                </a:extLst>
              </p:cNvPr>
              <p:cNvCxnSpPr/>
              <p:nvPr/>
            </p:nvCxnSpPr>
            <p:spPr>
              <a:xfrm flipH="1">
                <a:off x="7520302" y="5857527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064C44F1-E44D-FC4A-D645-BE8006A5A208}"/>
                  </a:ext>
                </a:extLst>
              </p:cNvPr>
              <p:cNvCxnSpPr/>
              <p:nvPr/>
            </p:nvCxnSpPr>
            <p:spPr>
              <a:xfrm flipH="1">
                <a:off x="7520302" y="5257536"/>
                <a:ext cx="266405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Straight Connector 51">
                <a:extLst>
                  <a:ext uri="{FF2B5EF4-FFF2-40B4-BE49-F238E27FC236}">
                    <a16:creationId xmlns:a16="http://schemas.microsoft.com/office/drawing/2014/main" id="{D7A8A234-F723-DEF9-3990-A4EA3E53A77D}"/>
                  </a:ext>
                </a:extLst>
              </p:cNvPr>
              <p:cNvCxnSpPr/>
              <p:nvPr/>
            </p:nvCxnSpPr>
            <p:spPr>
              <a:xfrm flipH="1">
                <a:off x="7672533" y="5857527"/>
                <a:ext cx="114174" cy="10285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a16:creationId xmlns:a16="http://schemas.microsoft.com/office/drawing/2014/main" id="{1A2E2470-4C25-B6A0-2C5D-DC6B7E30B2AB}"/>
                  </a:ext>
                </a:extLst>
              </p:cNvPr>
              <p:cNvCxnSpPr/>
              <p:nvPr/>
            </p:nvCxnSpPr>
            <p:spPr>
              <a:xfrm flipH="1" flipV="1">
                <a:off x="7685220" y="5793242"/>
                <a:ext cx="95144" cy="6428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5FB10A83-F966-4CD3-5F41-B74891D387D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044536" y="3104145"/>
              <a:ext cx="0" cy="82888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E92E5F3B-78C2-6634-35A3-7D686E3A2745}"/>
                </a:ext>
              </a:extLst>
            </p:cNvPr>
            <p:cNvGrpSpPr/>
            <p:nvPr/>
          </p:nvGrpSpPr>
          <p:grpSpPr>
            <a:xfrm flipH="1">
              <a:off x="3579605" y="2501889"/>
              <a:ext cx="477958" cy="602256"/>
              <a:chOff x="7780364" y="3601345"/>
              <a:chExt cx="525720" cy="658918"/>
            </a:xfrm>
          </p:grpSpPr>
          <p:cxnSp>
            <p:nvCxnSpPr>
              <p:cNvPr id="40" name="Straight Connector 39">
                <a:extLst>
                  <a:ext uri="{FF2B5EF4-FFF2-40B4-BE49-F238E27FC236}">
                    <a16:creationId xmlns:a16="http://schemas.microsoft.com/office/drawing/2014/main" id="{0BD7AAA0-3087-80B6-2335-A3B0409E0D7D}"/>
                  </a:ext>
                </a:extLst>
              </p:cNvPr>
              <p:cNvCxnSpPr/>
              <p:nvPr/>
            </p:nvCxnSpPr>
            <p:spPr>
              <a:xfrm flipH="1">
                <a:off x="8119161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2DD044AF-55CC-D2A8-1F84-BB5DCBF3EA24}"/>
                  </a:ext>
                </a:extLst>
              </p:cNvPr>
              <p:cNvCxnSpPr/>
              <p:nvPr/>
            </p:nvCxnSpPr>
            <p:spPr>
              <a:xfrm flipH="1">
                <a:off x="8025700" y="3660273"/>
                <a:ext cx="0" cy="59999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F6DCCAF6-10A8-719D-8F97-A9087E7524B6}"/>
                  </a:ext>
                </a:extLst>
              </p:cNvPr>
              <p:cNvCxnSpPr/>
              <p:nvPr/>
            </p:nvCxnSpPr>
            <p:spPr>
              <a:xfrm>
                <a:off x="7780364" y="426026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42">
                <a:extLst>
                  <a:ext uri="{FF2B5EF4-FFF2-40B4-BE49-F238E27FC236}">
                    <a16:creationId xmlns:a16="http://schemas.microsoft.com/office/drawing/2014/main" id="{7E3FD4E5-D6CD-5413-58A2-A9F5E511648E}"/>
                  </a:ext>
                </a:extLst>
              </p:cNvPr>
              <p:cNvCxnSpPr/>
              <p:nvPr/>
            </p:nvCxnSpPr>
            <p:spPr>
              <a:xfrm>
                <a:off x="7780364" y="3660273"/>
                <a:ext cx="245336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A45EDF84-0878-8E20-A38D-7748F3F96F95}"/>
                  </a:ext>
                </a:extLst>
              </p:cNvPr>
              <p:cNvSpPr/>
              <p:nvPr/>
            </p:nvSpPr>
            <p:spPr>
              <a:xfrm flipH="1">
                <a:off x="8130844" y="3904555"/>
                <a:ext cx="175240" cy="14571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en-US" sz="18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D16AED4A-CC88-0C6E-CAC4-2513D66BEC1C}"/>
                  </a:ext>
                </a:extLst>
              </p:cNvPr>
              <p:cNvGrpSpPr/>
              <p:nvPr/>
            </p:nvGrpSpPr>
            <p:grpSpPr>
              <a:xfrm>
                <a:off x="7903032" y="3601345"/>
                <a:ext cx="122666" cy="134998"/>
                <a:chOff x="6715124" y="1749425"/>
                <a:chExt cx="114300" cy="247650"/>
              </a:xfrm>
            </p:grpSpPr>
            <p:cxnSp>
              <p:nvCxnSpPr>
                <p:cNvPr id="46" name="Straight Connector 45">
                  <a:extLst>
                    <a:ext uri="{FF2B5EF4-FFF2-40B4-BE49-F238E27FC236}">
                      <a16:creationId xmlns:a16="http://schemas.microsoft.com/office/drawing/2014/main" id="{C1A5C213-FF36-C722-960F-F791ABF47955}"/>
                    </a:ext>
                  </a:extLst>
                </p:cNvPr>
                <p:cNvCxnSpPr/>
                <p:nvPr/>
              </p:nvCxnSpPr>
              <p:spPr>
                <a:xfrm flipH="1">
                  <a:off x="6715124" y="1844675"/>
                  <a:ext cx="114300" cy="15240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" name="Straight Connector 46">
                  <a:extLst>
                    <a:ext uri="{FF2B5EF4-FFF2-40B4-BE49-F238E27FC236}">
                      <a16:creationId xmlns:a16="http://schemas.microsoft.com/office/drawing/2014/main" id="{CDBBE450-B93A-7DA1-728D-A2D136C4184B}"/>
                    </a:ext>
                  </a:extLst>
                </p:cNvPr>
                <p:cNvCxnSpPr/>
                <p:nvPr/>
              </p:nvCxnSpPr>
              <p:spPr>
                <a:xfrm flipH="1" flipV="1">
                  <a:off x="6727825" y="1749425"/>
                  <a:ext cx="95249" cy="95250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5BB8C61-A8A9-3800-7503-F77AEA63692C}"/>
                </a:ext>
              </a:extLst>
            </p:cNvPr>
            <p:cNvCxnSpPr>
              <a:cxnSpLocks/>
            </p:cNvCxnSpPr>
            <p:nvPr/>
          </p:nvCxnSpPr>
          <p:spPr>
            <a:xfrm>
              <a:off x="2514023" y="4463046"/>
              <a:ext cx="0" cy="41172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FBAFC503-324D-CF01-3EE3-E89C27FA95B4}"/>
                </a:ext>
              </a:extLst>
            </p:cNvPr>
            <p:cNvCxnSpPr>
              <a:cxnSpLocks/>
            </p:cNvCxnSpPr>
            <p:nvPr/>
          </p:nvCxnSpPr>
          <p:spPr>
            <a:xfrm>
              <a:off x="4044536" y="4466421"/>
              <a:ext cx="0" cy="411729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E524B607-18B6-932B-C122-F7033E216A29}"/>
                </a:ext>
              </a:extLst>
            </p:cNvPr>
            <p:cNvCxnSpPr>
              <a:cxnSpLocks/>
            </p:cNvCxnSpPr>
            <p:nvPr/>
          </p:nvCxnSpPr>
          <p:spPr>
            <a:xfrm>
              <a:off x="2500638" y="4877991"/>
              <a:ext cx="1565416" cy="907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D88C34BE-A964-A2FC-482A-7BDF9E2858AF}"/>
                </a:ext>
              </a:extLst>
            </p:cNvPr>
            <p:cNvSpPr/>
            <p:nvPr/>
          </p:nvSpPr>
          <p:spPr>
            <a:xfrm>
              <a:off x="3063519" y="5169040"/>
              <a:ext cx="439651" cy="510352"/>
            </a:xfrm>
            <a:prstGeom prst="ellipse">
              <a:avLst/>
            </a:prstGeom>
            <a:solidFill>
              <a:schemeClr val="bg1"/>
            </a:solidFill>
            <a:ln w="381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/>
              <a:endParaRPr lang="en-US">
                <a:solidFill>
                  <a:prstClr val="white"/>
                </a:solidFill>
              </a:endParaRPr>
            </a:p>
          </p:txBody>
        </p:sp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666658B9-6D17-635D-C2F2-1BA73EBC2344}"/>
                </a:ext>
              </a:extLst>
            </p:cNvPr>
            <p:cNvCxnSpPr/>
            <p:nvPr/>
          </p:nvCxnSpPr>
          <p:spPr>
            <a:xfrm>
              <a:off x="3283343" y="5279811"/>
              <a:ext cx="0" cy="313413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2762A8F7-1DC2-05BE-54D9-23DC21226EE9}"/>
                </a:ext>
              </a:extLst>
            </p:cNvPr>
            <p:cNvCxnSpPr>
              <a:cxnSpLocks/>
              <a:stCxn id="58" idx="2"/>
              <a:endCxn id="44" idx="2"/>
            </p:cNvCxnSpPr>
            <p:nvPr/>
          </p:nvCxnSpPr>
          <p:spPr>
            <a:xfrm>
              <a:off x="2991735" y="2827233"/>
              <a:ext cx="587871" cy="1838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DEB25BE9-0335-CE11-2768-4456B1F0743D}"/>
                </a:ext>
              </a:extLst>
            </p:cNvPr>
            <p:cNvCxnSpPr>
              <a:cxnSpLocks/>
            </p:cNvCxnSpPr>
            <p:nvPr/>
          </p:nvCxnSpPr>
          <p:spPr>
            <a:xfrm>
              <a:off x="2510330" y="3482322"/>
              <a:ext cx="778275" cy="14687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634367F-F60A-A251-AFEA-B0D74EBCD91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276506" y="2827233"/>
              <a:ext cx="12812" cy="66148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5DBB987-85BE-4535-DAF5-5825541A0B97}"/>
                </a:ext>
              </a:extLst>
            </p:cNvPr>
            <p:cNvCxnSpPr>
              <a:cxnSpLocks/>
            </p:cNvCxnSpPr>
            <p:nvPr/>
          </p:nvCxnSpPr>
          <p:spPr>
            <a:xfrm>
              <a:off x="2516871" y="2282542"/>
              <a:ext cx="0" cy="27386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E7714948-EE08-2D88-CD4C-01860BF09683}"/>
                </a:ext>
              </a:extLst>
            </p:cNvPr>
            <p:cNvCxnSpPr>
              <a:cxnSpLocks/>
            </p:cNvCxnSpPr>
            <p:nvPr/>
          </p:nvCxnSpPr>
          <p:spPr>
            <a:xfrm>
              <a:off x="4044536" y="2295062"/>
              <a:ext cx="0" cy="27386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E579B924-9917-7458-00B3-EBA501BC65B0}"/>
                </a:ext>
              </a:extLst>
            </p:cNvPr>
            <p:cNvCxnSpPr>
              <a:cxnSpLocks/>
            </p:cNvCxnSpPr>
            <p:nvPr/>
          </p:nvCxnSpPr>
          <p:spPr>
            <a:xfrm>
              <a:off x="2504637" y="2296826"/>
              <a:ext cx="1552926" cy="1482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215CA41-B79B-A197-4D29-D641BD9B8907}"/>
                </a:ext>
              </a:extLst>
            </p:cNvPr>
            <p:cNvCxnSpPr>
              <a:cxnSpLocks/>
            </p:cNvCxnSpPr>
            <p:nvPr/>
          </p:nvCxnSpPr>
          <p:spPr>
            <a:xfrm>
              <a:off x="1637956" y="4188849"/>
              <a:ext cx="548660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3915683C-F69A-78E1-4243-BD4028AA0116}"/>
                </a:ext>
              </a:extLst>
            </p:cNvPr>
            <p:cNvCxnSpPr>
              <a:cxnSpLocks/>
            </p:cNvCxnSpPr>
            <p:nvPr/>
          </p:nvCxnSpPr>
          <p:spPr>
            <a:xfrm>
              <a:off x="4358332" y="4188849"/>
              <a:ext cx="41470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5" name="Rounded Rectangle 74"/>
          <p:cNvSpPr/>
          <p:nvPr/>
        </p:nvSpPr>
        <p:spPr>
          <a:xfrm>
            <a:off x="1900052" y="1439053"/>
            <a:ext cx="9001576" cy="1793413"/>
          </a:xfrm>
          <a:prstGeom prst="roundRect">
            <a:avLst/>
          </a:prstGeom>
          <a:noFill/>
          <a:ln w="38100">
            <a:solidFill>
              <a:srgbClr val="15EF1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76" name="Rounded Rectangle 75"/>
          <p:cNvSpPr/>
          <p:nvPr/>
        </p:nvSpPr>
        <p:spPr>
          <a:xfrm>
            <a:off x="2170608" y="3809123"/>
            <a:ext cx="9324706" cy="1348206"/>
          </a:xfrm>
          <a:prstGeom prst="roundRect">
            <a:avLst/>
          </a:prstGeom>
          <a:noFill/>
          <a:ln w="38100">
            <a:solidFill>
              <a:srgbClr val="15EF1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77" name="Rounded Rectangle 76"/>
          <p:cNvSpPr/>
          <p:nvPr/>
        </p:nvSpPr>
        <p:spPr>
          <a:xfrm>
            <a:off x="171176" y="5258510"/>
            <a:ext cx="10111043" cy="1409241"/>
          </a:xfrm>
          <a:prstGeom prst="roundRect">
            <a:avLst/>
          </a:prstGeom>
          <a:noFill/>
          <a:ln w="38100">
            <a:solidFill>
              <a:srgbClr val="15EF1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63213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170528"/>
            <a:ext cx="8393373" cy="5687472"/>
          </a:xfrm>
          <a:prstGeom prst="rect">
            <a:avLst/>
          </a:prstGeom>
        </p:spPr>
      </p:pic>
      <p:grpSp>
        <p:nvGrpSpPr>
          <p:cNvPr id="3" name="组合 4"/>
          <p:cNvGrpSpPr/>
          <p:nvPr/>
        </p:nvGrpSpPr>
        <p:grpSpPr>
          <a:xfrm>
            <a:off x="0" y="623624"/>
            <a:ext cx="3395006" cy="431295"/>
            <a:chOff x="-22274" y="526055"/>
            <a:chExt cx="3395006" cy="431295"/>
          </a:xfrm>
        </p:grpSpPr>
        <p:grpSp>
          <p:nvGrpSpPr>
            <p:cNvPr id="4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9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4" name="文本框 6"/>
          <p:cNvSpPr txBox="1"/>
          <p:nvPr/>
        </p:nvSpPr>
        <p:spPr>
          <a:xfrm>
            <a:off x="264095" y="135758"/>
            <a:ext cx="571931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Open loop Gain for the OP-AMP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93373" y="2520210"/>
            <a:ext cx="3798627" cy="2313047"/>
          </a:xfrm>
          <a:prstGeom prst="rect">
            <a:avLst/>
          </a:prstGeom>
        </p:spPr>
      </p:pic>
      <p:sp>
        <p:nvSpPr>
          <p:cNvPr id="16" name="Rounded Rectangle 15"/>
          <p:cNvSpPr/>
          <p:nvPr/>
        </p:nvSpPr>
        <p:spPr>
          <a:xfrm>
            <a:off x="8453887" y="2631308"/>
            <a:ext cx="1616387" cy="2106947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6167886" y="1820173"/>
            <a:ext cx="1155939" cy="284671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graphicFrame>
        <p:nvGraphicFramePr>
          <p:cNvPr id="18" name="Table 17"/>
          <p:cNvGraphicFramePr>
            <a:graphicFrameLocks noGrp="1"/>
          </p:cNvGraphicFramePr>
          <p:nvPr>
            <p:extLst/>
          </p:nvPr>
        </p:nvGraphicFramePr>
        <p:xfrm>
          <a:off x="7944593" y="4940135"/>
          <a:ext cx="4247408" cy="1371600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16835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01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36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09699">
                <a:tc>
                  <a:txBody>
                    <a:bodyPr/>
                    <a:lstStyle/>
                    <a:p>
                      <a:r>
                        <a:rPr lang="en-US" dirty="0" smtClean="0"/>
                        <a:t>PARAMETER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dirty="0" smtClean="0"/>
                        <a:t>SPEC</a:t>
                      </a:r>
                    </a:p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ACHIEVED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3238">
                <a:tc>
                  <a:txBody>
                    <a:bodyPr/>
                    <a:lstStyle/>
                    <a:p>
                      <a:r>
                        <a:rPr lang="en-US" b="1" dirty="0" smtClean="0"/>
                        <a:t>GAIN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&gt;=</a:t>
                      </a:r>
                      <a:r>
                        <a:rPr lang="en-US" b="1" baseline="0" dirty="0" smtClean="0"/>
                        <a:t> 30dB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32dB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3238">
                <a:tc>
                  <a:txBody>
                    <a:bodyPr/>
                    <a:lstStyle/>
                    <a:p>
                      <a:r>
                        <a:rPr lang="en-US" b="1" dirty="0" smtClean="0"/>
                        <a:t>GBW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&gt;=5MHZ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5MHZ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67886" y="2375525"/>
            <a:ext cx="1155939" cy="255783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9061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170528"/>
            <a:ext cx="8110847" cy="5687472"/>
          </a:xfrm>
          <a:prstGeom prst="rect">
            <a:avLst/>
          </a:prstGeom>
        </p:spPr>
      </p:pic>
      <p:grpSp>
        <p:nvGrpSpPr>
          <p:cNvPr id="3" name="组合 4"/>
          <p:cNvGrpSpPr/>
          <p:nvPr/>
        </p:nvGrpSpPr>
        <p:grpSpPr>
          <a:xfrm>
            <a:off x="0" y="623624"/>
            <a:ext cx="3395006" cy="431295"/>
            <a:chOff x="-22274" y="526055"/>
            <a:chExt cx="3395006" cy="431295"/>
          </a:xfrm>
        </p:grpSpPr>
        <p:grpSp>
          <p:nvGrpSpPr>
            <p:cNvPr id="4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9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4" name="文本框 6"/>
          <p:cNvSpPr txBox="1"/>
          <p:nvPr/>
        </p:nvSpPr>
        <p:spPr>
          <a:xfrm>
            <a:off x="264095" y="131659"/>
            <a:ext cx="571931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Closed loop Gain for the OP-AMP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graphicFrame>
        <p:nvGraphicFramePr>
          <p:cNvPr id="15" name="Table 14"/>
          <p:cNvGraphicFramePr>
            <a:graphicFrameLocks noGrp="1"/>
          </p:cNvGraphicFramePr>
          <p:nvPr>
            <p:extLst/>
          </p:nvPr>
        </p:nvGraphicFramePr>
        <p:xfrm>
          <a:off x="7920842" y="4090779"/>
          <a:ext cx="4271158" cy="2021840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1693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09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571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dirty="0" smtClean="0"/>
                        <a:t>PARAMETER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dirty="0" smtClean="0"/>
                        <a:t>SPEC</a:t>
                      </a:r>
                    </a:p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ACHIEVED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GAIN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&gt;=30dB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32dB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PHASE</a:t>
                      </a:r>
                    </a:p>
                    <a:p>
                      <a:r>
                        <a:rPr lang="en-US" b="1" dirty="0" smtClean="0"/>
                        <a:t>MARGIN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&gt;=70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74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GBW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&gt;=5MHZ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4.46MHZ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16" name="Picture 1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93373" y="1522683"/>
            <a:ext cx="3798627" cy="2313047"/>
          </a:xfrm>
          <a:prstGeom prst="rect">
            <a:avLst/>
          </a:prstGeom>
        </p:spPr>
      </p:pic>
      <p:sp>
        <p:nvSpPr>
          <p:cNvPr id="17" name="Rounded Rectangle 16"/>
          <p:cNvSpPr/>
          <p:nvPr/>
        </p:nvSpPr>
        <p:spPr>
          <a:xfrm>
            <a:off x="8393373" y="1625732"/>
            <a:ext cx="1616387" cy="2106947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18" name="Rounded Rectangle 17"/>
          <p:cNvSpPr/>
          <p:nvPr/>
        </p:nvSpPr>
        <p:spPr>
          <a:xfrm>
            <a:off x="5633163" y="2057680"/>
            <a:ext cx="1155939" cy="284671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19" name="Rounded Rectangle 18"/>
          <p:cNvSpPr/>
          <p:nvPr/>
        </p:nvSpPr>
        <p:spPr>
          <a:xfrm>
            <a:off x="5633162" y="2323262"/>
            <a:ext cx="1155939" cy="185122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5633161" y="1882240"/>
            <a:ext cx="1155939" cy="185122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42436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449545"/>
            <a:ext cx="6863938" cy="2836159"/>
          </a:xfrm>
          <a:prstGeom prst="rect">
            <a:avLst/>
          </a:prstGeom>
        </p:spPr>
      </p:pic>
      <p:grpSp>
        <p:nvGrpSpPr>
          <p:cNvPr id="3" name="组合 4"/>
          <p:cNvGrpSpPr/>
          <p:nvPr/>
        </p:nvGrpSpPr>
        <p:grpSpPr>
          <a:xfrm>
            <a:off x="0" y="623624"/>
            <a:ext cx="3395006" cy="431295"/>
            <a:chOff x="-22274" y="526055"/>
            <a:chExt cx="3395006" cy="431295"/>
          </a:xfrm>
        </p:grpSpPr>
        <p:grpSp>
          <p:nvGrpSpPr>
            <p:cNvPr id="4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9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4" name="文本框 6"/>
          <p:cNvSpPr txBox="1"/>
          <p:nvPr/>
        </p:nvSpPr>
        <p:spPr>
          <a:xfrm>
            <a:off x="467739" y="82083"/>
            <a:ext cx="8937765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Ideal Low Drop out Regulator to Measure DC Parameter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174" t="22123" r="44986" b="47532"/>
          <a:stretch/>
        </p:blipFill>
        <p:spPr>
          <a:xfrm>
            <a:off x="-1" y="4275117"/>
            <a:ext cx="6780811" cy="2582883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4260" y="1424303"/>
            <a:ext cx="5097740" cy="2262158"/>
          </a:xfrm>
          <a:prstGeom prst="rect">
            <a:avLst/>
          </a:prstGeom>
        </p:spPr>
      </p:pic>
      <p:sp>
        <p:nvSpPr>
          <p:cNvPr id="17" name="Rounded Rectangle 16"/>
          <p:cNvSpPr/>
          <p:nvPr/>
        </p:nvSpPr>
        <p:spPr>
          <a:xfrm>
            <a:off x="10248405" y="2006930"/>
            <a:ext cx="651934" cy="293604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graphicFrame>
        <p:nvGraphicFramePr>
          <p:cNvPr id="20" name="Table 19"/>
          <p:cNvGraphicFramePr>
            <a:graphicFrameLocks noGrp="1"/>
          </p:cNvGraphicFramePr>
          <p:nvPr>
            <p:extLst/>
          </p:nvPr>
        </p:nvGraphicFramePr>
        <p:xfrm>
          <a:off x="7920842" y="5237051"/>
          <a:ext cx="4271158" cy="1010920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1693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48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9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dirty="0" smtClean="0"/>
                        <a:t>PARAMETER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dirty="0" smtClean="0"/>
                        <a:t>SPEC</a:t>
                      </a:r>
                    </a:p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ACHIEVED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VREG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900m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919.8m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21" name="Picture 20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248" t="22123" r="33943" b="47532"/>
          <a:stretch/>
        </p:blipFill>
        <p:spPr>
          <a:xfrm>
            <a:off x="6780810" y="4275116"/>
            <a:ext cx="936171" cy="2582883"/>
          </a:xfrm>
          <a:prstGeom prst="rect">
            <a:avLst/>
          </a:prstGeom>
        </p:spPr>
      </p:pic>
      <p:sp>
        <p:nvSpPr>
          <p:cNvPr id="18" name="Rounded Rectangle 17"/>
          <p:cNvSpPr/>
          <p:nvPr/>
        </p:nvSpPr>
        <p:spPr>
          <a:xfrm>
            <a:off x="1" y="4767126"/>
            <a:ext cx="7716980" cy="245777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19" name="Rounded Rectangle 18"/>
          <p:cNvSpPr/>
          <p:nvPr/>
        </p:nvSpPr>
        <p:spPr>
          <a:xfrm>
            <a:off x="-2" y="5014112"/>
            <a:ext cx="7716983" cy="222939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4735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076490"/>
            <a:ext cx="6958940" cy="2963238"/>
          </a:xfrm>
          <a:prstGeom prst="rect">
            <a:avLst/>
          </a:prstGeom>
        </p:spPr>
      </p:pic>
      <p:grpSp>
        <p:nvGrpSpPr>
          <p:cNvPr id="3" name="组合 4"/>
          <p:cNvGrpSpPr/>
          <p:nvPr/>
        </p:nvGrpSpPr>
        <p:grpSpPr>
          <a:xfrm>
            <a:off x="0" y="544774"/>
            <a:ext cx="3395006" cy="431295"/>
            <a:chOff x="-22274" y="526055"/>
            <a:chExt cx="3395006" cy="431295"/>
          </a:xfrm>
        </p:grpSpPr>
        <p:grpSp>
          <p:nvGrpSpPr>
            <p:cNvPr id="4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9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4" name="文本框 6"/>
          <p:cNvSpPr txBox="1"/>
          <p:nvPr/>
        </p:nvSpPr>
        <p:spPr>
          <a:xfrm>
            <a:off x="264095" y="49796"/>
            <a:ext cx="11728467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Practical Low Drop out Regulator to measure DC Parameter with corners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425" t="27059" r="3306" b="37911"/>
          <a:stretch/>
        </p:blipFill>
        <p:spPr>
          <a:xfrm>
            <a:off x="-11874" y="4039728"/>
            <a:ext cx="7754586" cy="2796639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4260" y="1427030"/>
            <a:ext cx="5097740" cy="2262158"/>
          </a:xfrm>
          <a:prstGeom prst="rect">
            <a:avLst/>
          </a:prstGeom>
        </p:spPr>
      </p:pic>
      <p:graphicFrame>
        <p:nvGraphicFramePr>
          <p:cNvPr id="17" name="Table 16"/>
          <p:cNvGraphicFramePr>
            <a:graphicFrameLocks noGrp="1"/>
          </p:cNvGraphicFramePr>
          <p:nvPr>
            <p:extLst/>
          </p:nvPr>
        </p:nvGraphicFramePr>
        <p:xfrm>
          <a:off x="7920842" y="5260802"/>
          <a:ext cx="4271158" cy="1010920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1693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48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9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dirty="0" smtClean="0"/>
                        <a:t>PARAMETER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dirty="0" smtClean="0"/>
                        <a:t>SPEC</a:t>
                      </a:r>
                    </a:p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ACHIEVED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VREG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900m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919.8m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0248405" y="2006930"/>
            <a:ext cx="651934" cy="293604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19" name="Rounded Rectangle 18"/>
          <p:cNvSpPr/>
          <p:nvPr/>
        </p:nvSpPr>
        <p:spPr>
          <a:xfrm>
            <a:off x="25732" y="5712031"/>
            <a:ext cx="7716980" cy="215272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25732" y="6274199"/>
            <a:ext cx="7716980" cy="215272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94560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1170528"/>
            <a:ext cx="12192002" cy="5687472"/>
          </a:xfrm>
          <a:prstGeom prst="rect">
            <a:avLst/>
          </a:prstGeom>
        </p:spPr>
      </p:pic>
      <p:grpSp>
        <p:nvGrpSpPr>
          <p:cNvPr id="3" name="组合 4"/>
          <p:cNvGrpSpPr/>
          <p:nvPr/>
        </p:nvGrpSpPr>
        <p:grpSpPr>
          <a:xfrm>
            <a:off x="0" y="544774"/>
            <a:ext cx="3395006" cy="431295"/>
            <a:chOff x="-22274" y="526055"/>
            <a:chExt cx="3395006" cy="431295"/>
          </a:xfrm>
        </p:grpSpPr>
        <p:grpSp>
          <p:nvGrpSpPr>
            <p:cNvPr id="4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9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4" name="文本框 6"/>
          <p:cNvSpPr txBox="1"/>
          <p:nvPr/>
        </p:nvSpPr>
        <p:spPr>
          <a:xfrm>
            <a:off x="733553" y="58581"/>
            <a:ext cx="8018562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Monte Carlo simulation for offset when IL= 30mA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1452574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1170528"/>
            <a:ext cx="12192001" cy="5687472"/>
          </a:xfrm>
          <a:prstGeom prst="rect">
            <a:avLst/>
          </a:prstGeom>
        </p:spPr>
      </p:pic>
      <p:grpSp>
        <p:nvGrpSpPr>
          <p:cNvPr id="4" name="组合 4"/>
          <p:cNvGrpSpPr/>
          <p:nvPr/>
        </p:nvGrpSpPr>
        <p:grpSpPr>
          <a:xfrm>
            <a:off x="0" y="544774"/>
            <a:ext cx="3395006" cy="431295"/>
            <a:chOff x="-22274" y="526055"/>
            <a:chExt cx="3395006" cy="431295"/>
          </a:xfrm>
        </p:grpSpPr>
        <p:grpSp>
          <p:nvGrpSpPr>
            <p:cNvPr id="5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0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1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6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7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5" name="文本框 6"/>
          <p:cNvSpPr txBox="1"/>
          <p:nvPr/>
        </p:nvSpPr>
        <p:spPr>
          <a:xfrm>
            <a:off x="733553" y="58581"/>
            <a:ext cx="8018562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Monte Carlo simulation for offset when IL= 5mA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6473477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1170528"/>
            <a:ext cx="12192001" cy="5687472"/>
          </a:xfrm>
          <a:prstGeom prst="rect">
            <a:avLst/>
          </a:prstGeom>
        </p:spPr>
      </p:pic>
      <p:grpSp>
        <p:nvGrpSpPr>
          <p:cNvPr id="3" name="组合 4"/>
          <p:cNvGrpSpPr/>
          <p:nvPr/>
        </p:nvGrpSpPr>
        <p:grpSpPr>
          <a:xfrm>
            <a:off x="0" y="544774"/>
            <a:ext cx="3395006" cy="431295"/>
            <a:chOff x="-22274" y="526055"/>
            <a:chExt cx="3395006" cy="431295"/>
          </a:xfrm>
        </p:grpSpPr>
        <p:grpSp>
          <p:nvGrpSpPr>
            <p:cNvPr id="4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9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4" name="文本框 6"/>
          <p:cNvSpPr txBox="1"/>
          <p:nvPr/>
        </p:nvSpPr>
        <p:spPr>
          <a:xfrm>
            <a:off x="733553" y="58581"/>
            <a:ext cx="8018562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Monte Carlo simulation for offset when IL= 50mA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4989401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119947"/>
            <a:ext cx="6863938" cy="2648169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229" t="27468" r="7218" b="23255"/>
          <a:stretch/>
        </p:blipFill>
        <p:spPr>
          <a:xfrm>
            <a:off x="1" y="3768115"/>
            <a:ext cx="7920842" cy="3091407"/>
          </a:xfrm>
          <a:prstGeom prst="rect">
            <a:avLst/>
          </a:prstGeom>
        </p:spPr>
      </p:pic>
      <p:grpSp>
        <p:nvGrpSpPr>
          <p:cNvPr id="4" name="组合 4"/>
          <p:cNvGrpSpPr/>
          <p:nvPr/>
        </p:nvGrpSpPr>
        <p:grpSpPr>
          <a:xfrm>
            <a:off x="0" y="544774"/>
            <a:ext cx="3395006" cy="431295"/>
            <a:chOff x="-22274" y="526055"/>
            <a:chExt cx="3395006" cy="431295"/>
          </a:xfrm>
        </p:grpSpPr>
        <p:grpSp>
          <p:nvGrpSpPr>
            <p:cNvPr id="5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0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1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6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7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5" name="文本框 6"/>
          <p:cNvSpPr txBox="1"/>
          <p:nvPr/>
        </p:nvSpPr>
        <p:spPr>
          <a:xfrm>
            <a:off x="365917" y="70313"/>
            <a:ext cx="9716734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Practical LDO to measure AC &amp; STB Parameter with corners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4260" y="1213274"/>
            <a:ext cx="5097740" cy="2262158"/>
          </a:xfrm>
          <a:prstGeom prst="rect">
            <a:avLst/>
          </a:prstGeom>
        </p:spPr>
      </p:pic>
      <p:sp>
        <p:nvSpPr>
          <p:cNvPr id="17" name="Rounded Rectangle 16"/>
          <p:cNvSpPr/>
          <p:nvPr/>
        </p:nvSpPr>
        <p:spPr>
          <a:xfrm>
            <a:off x="10295906" y="1719163"/>
            <a:ext cx="651934" cy="370894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graphicFrame>
        <p:nvGraphicFramePr>
          <p:cNvPr id="18" name="Table 17"/>
          <p:cNvGraphicFramePr>
            <a:graphicFrameLocks noGrp="1"/>
          </p:cNvGraphicFramePr>
          <p:nvPr>
            <p:extLst/>
          </p:nvPr>
        </p:nvGraphicFramePr>
        <p:xfrm>
          <a:off x="7920842" y="4750163"/>
          <a:ext cx="4271158" cy="1651000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1693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48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9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dirty="0" smtClean="0"/>
                        <a:t>PARAMETER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dirty="0" smtClean="0"/>
                        <a:t>SPEC</a:t>
                      </a:r>
                    </a:p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ACHIEVED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PSR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&lt;-30dB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-40dB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PHASE</a:t>
                      </a:r>
                    </a:p>
                    <a:p>
                      <a:r>
                        <a:rPr lang="en-US" b="1" dirty="0" smtClean="0"/>
                        <a:t>MARGIN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&gt;60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72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-1" y="5206182"/>
            <a:ext cx="7920843" cy="152997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0" y="6539526"/>
            <a:ext cx="7920843" cy="152997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2495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170528"/>
            <a:ext cx="12192000" cy="5687472"/>
          </a:xfrm>
          <a:prstGeom prst="rect">
            <a:avLst/>
          </a:prstGeom>
        </p:spPr>
      </p:pic>
      <p:grpSp>
        <p:nvGrpSpPr>
          <p:cNvPr id="3" name="组合 4"/>
          <p:cNvGrpSpPr/>
          <p:nvPr/>
        </p:nvGrpSpPr>
        <p:grpSpPr>
          <a:xfrm>
            <a:off x="0" y="544774"/>
            <a:ext cx="3395006" cy="431295"/>
            <a:chOff x="-22274" y="526055"/>
            <a:chExt cx="3395006" cy="431295"/>
          </a:xfrm>
        </p:grpSpPr>
        <p:grpSp>
          <p:nvGrpSpPr>
            <p:cNvPr id="4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9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4" name="文本框 6"/>
          <p:cNvSpPr txBox="1"/>
          <p:nvPr/>
        </p:nvSpPr>
        <p:spPr>
          <a:xfrm>
            <a:off x="456218" y="88823"/>
            <a:ext cx="4907227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PSR Parameter with corners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3391791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1170528"/>
            <a:ext cx="7908967" cy="5687472"/>
          </a:xfrm>
          <a:prstGeom prst="rect">
            <a:avLst/>
          </a:prstGeom>
        </p:spPr>
      </p:pic>
      <p:grpSp>
        <p:nvGrpSpPr>
          <p:cNvPr id="3" name="组合 4"/>
          <p:cNvGrpSpPr/>
          <p:nvPr/>
        </p:nvGrpSpPr>
        <p:grpSpPr>
          <a:xfrm>
            <a:off x="0" y="544774"/>
            <a:ext cx="3395006" cy="431295"/>
            <a:chOff x="-22274" y="526055"/>
            <a:chExt cx="3395006" cy="431295"/>
          </a:xfrm>
        </p:grpSpPr>
        <p:grpSp>
          <p:nvGrpSpPr>
            <p:cNvPr id="4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9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4" name="文本框 6"/>
          <p:cNvSpPr txBox="1"/>
          <p:nvPr/>
        </p:nvSpPr>
        <p:spPr>
          <a:xfrm>
            <a:off x="650516" y="62438"/>
            <a:ext cx="48241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Measuring gain with corners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graphicFrame>
        <p:nvGraphicFramePr>
          <p:cNvPr id="15" name="Table 14"/>
          <p:cNvGraphicFramePr>
            <a:graphicFrameLocks noGrp="1"/>
          </p:cNvGraphicFramePr>
          <p:nvPr>
            <p:extLst/>
          </p:nvPr>
        </p:nvGraphicFramePr>
        <p:xfrm>
          <a:off x="7908966" y="4892668"/>
          <a:ext cx="4271158" cy="1010920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1693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48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932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dirty="0" smtClean="0"/>
                        <a:t>PARAMETER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1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dirty="0" smtClean="0"/>
                        <a:t>SPEC</a:t>
                      </a:r>
                    </a:p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ACHIEVED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GAIN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&gt;40dB</a:t>
                      </a:r>
                      <a:endParaRPr lang="en-US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46dB</a:t>
                      </a:r>
                      <a:endParaRPr lang="en-US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16" name="Picture 1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94260" y="1213274"/>
            <a:ext cx="5097740" cy="2262158"/>
          </a:xfrm>
          <a:prstGeom prst="rect">
            <a:avLst/>
          </a:prstGeom>
        </p:spPr>
      </p:pic>
      <p:sp>
        <p:nvSpPr>
          <p:cNvPr id="17" name="Rounded Rectangle 16"/>
          <p:cNvSpPr/>
          <p:nvPr/>
        </p:nvSpPr>
        <p:spPr>
          <a:xfrm>
            <a:off x="7148945" y="1042892"/>
            <a:ext cx="4940136" cy="2604632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4579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728" y="1162332"/>
            <a:ext cx="7433953" cy="5687472"/>
          </a:xfrm>
          <a:prstGeom prst="rect">
            <a:avLst/>
          </a:prstGeom>
        </p:spPr>
      </p:pic>
      <p:grpSp>
        <p:nvGrpSpPr>
          <p:cNvPr id="3" name="组合 4"/>
          <p:cNvGrpSpPr/>
          <p:nvPr/>
        </p:nvGrpSpPr>
        <p:grpSpPr>
          <a:xfrm>
            <a:off x="0" y="544774"/>
            <a:ext cx="3395006" cy="431295"/>
            <a:chOff x="-22274" y="526055"/>
            <a:chExt cx="3395006" cy="431295"/>
          </a:xfrm>
        </p:grpSpPr>
        <p:grpSp>
          <p:nvGrpSpPr>
            <p:cNvPr id="4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9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0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32"/>
                  <a:endParaRPr lang="zh-CN" altLang="en-US" sz="1901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6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32"/>
                <a:endParaRPr lang="zh-CN" altLang="en-US" sz="1901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332"/>
                <a:endParaRPr lang="zh-CN" altLang="en-US" sz="1901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14" name="文本框 6"/>
          <p:cNvSpPr txBox="1"/>
          <p:nvPr/>
        </p:nvSpPr>
        <p:spPr>
          <a:xfrm>
            <a:off x="572915" y="58581"/>
            <a:ext cx="869545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32"/>
            <a:r>
              <a:rPr lang="en-US" altLang="zh-CN" sz="2600" b="1" dirty="0">
                <a:solidFill>
                  <a:prstClr val="black"/>
                </a:solidFill>
                <a:ea typeface="方正清刻本悦宋简体" panose="02000000000000000000" pitchFamily="2" charset="-122"/>
              </a:rPr>
              <a:t>Transient analysis to see the effect of load regulation</a:t>
            </a:r>
            <a:endParaRPr lang="zh-CN" altLang="en-US" sz="2600" b="1" dirty="0">
              <a:solidFill>
                <a:prstClr val="black"/>
              </a:solidFill>
              <a:ea typeface="方正清刻本悦宋简体" panose="02000000000000000000" pitchFamily="2" charset="-122"/>
            </a:endParaRPr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715" t="1878" r="4690"/>
          <a:stretch/>
        </p:blipFill>
        <p:spPr>
          <a:xfrm>
            <a:off x="7057583" y="1603169"/>
            <a:ext cx="5134417" cy="2519002"/>
          </a:xfrm>
          <a:prstGeom prst="rect">
            <a:avLst/>
          </a:prstGeom>
        </p:spPr>
      </p:pic>
      <p:sp>
        <p:nvSpPr>
          <p:cNvPr id="16" name="Rounded Rectangle 15"/>
          <p:cNvSpPr/>
          <p:nvPr/>
        </p:nvSpPr>
        <p:spPr>
          <a:xfrm>
            <a:off x="10863802" y="2708016"/>
            <a:ext cx="656349" cy="437566"/>
          </a:xfrm>
          <a:prstGeom prst="round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>
              <a:solidFill>
                <a:prstClr val="white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/>
              <p:cNvSpPr/>
              <p:nvPr/>
            </p:nvSpPr>
            <p:spPr>
              <a:xfrm>
                <a:off x="7802817" y="4401519"/>
                <a:ext cx="3643947" cy="712631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 defTabSz="914332"/>
                <a:r>
                  <a:rPr lang="en-US" sz="2800" b="1" dirty="0">
                    <a:ln w="0"/>
                    <a:solidFill>
                      <a:prstClr val="black"/>
                    </a:solidFill>
                    <a:effectLst>
                      <a:outerShdw blurRad="38100" dist="19050" dir="2700000" algn="tl" rotWithShape="0">
                        <a:prstClr val="black">
                          <a:alpha val="40000"/>
                        </a:prstClr>
                      </a:outerShdw>
                    </a:effectLst>
                    <a:latin typeface="Bahnschrift" panose="020B0502040204020203" pitchFamily="34" charset="0"/>
                  </a:rPr>
                  <a:t>Load Regulation=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2800" b="1" i="1">
                            <a:ln w="0"/>
                            <a:solidFill>
                              <a:prstClr val="black"/>
                            </a:solidFill>
                            <a:effectLst>
                              <a:outerShdw blurRad="38100" dist="19050" dir="2700000" algn="tl" rotWithShape="0">
                                <a:prstClr val="black">
                                  <a:alpha val="40000"/>
                                </a:prstClr>
                              </a:outerShdw>
                            </a:effectLst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2800" b="1" i="1">
                            <a:ln w="0"/>
                            <a:solidFill>
                              <a:prstClr val="black"/>
                            </a:solidFill>
                            <a:effectLst>
                              <a:outerShdw blurRad="38100" dist="19050" dir="2700000" algn="tl" rotWithShape="0">
                                <a:prstClr val="black">
                                  <a:alpha val="40000"/>
                                </a:prstClr>
                              </a:outerShdw>
                            </a:effectLst>
                            <a:latin typeface="Cambria Math" panose="02040503050406030204" pitchFamily="18" charset="0"/>
                          </a:rPr>
                          <m:t>𝑽𝒐𝒖𝒕</m:t>
                        </m:r>
                      </m:num>
                      <m:den>
                        <m:r>
                          <a:rPr lang="en-US" sz="2800" b="1" i="1">
                            <a:ln w="0"/>
                            <a:solidFill>
                              <a:prstClr val="black"/>
                            </a:solidFill>
                            <a:effectLst>
                              <a:outerShdw blurRad="38100" dist="19050" dir="2700000" algn="tl" rotWithShape="0">
                                <a:prstClr val="black">
                                  <a:alpha val="40000"/>
                                </a:prstClr>
                              </a:outerShdw>
                            </a:effectLst>
                            <a:latin typeface="Cambria Math" panose="02040503050406030204" pitchFamily="18" charset="0"/>
                          </a:rPr>
                          <m:t>𝑰𝒍𝒐𝒂𝒅</m:t>
                        </m:r>
                      </m:den>
                    </m:f>
                  </m:oMath>
                </a14:m>
                <a:endParaRPr lang="en-US" sz="2800" b="1" dirty="0">
                  <a:ln w="0"/>
                  <a:solidFill>
                    <a:prstClr val="black"/>
                  </a:solidFill>
                  <a:effectLst>
                    <a:outerShdw blurRad="38100" dist="19050" dir="2700000" algn="tl" rotWithShape="0">
                      <a:prstClr val="black">
                        <a:alpha val="40000"/>
                      </a:prstClr>
                    </a:outerShdw>
                  </a:effectLst>
                  <a:latin typeface="Bahnschrift" panose="020B0502040204020203" pitchFamily="34" charset="0"/>
                </a:endParaRPr>
              </a:p>
            </p:txBody>
          </p:sp>
        </mc:Choice>
        <mc:Fallback xmlns="">
          <p:sp>
            <p:nvSpPr>
              <p:cNvPr id="17" name="Rectangle 1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02817" y="4401519"/>
                <a:ext cx="3643947" cy="712631"/>
              </a:xfrm>
              <a:prstGeom prst="rect">
                <a:avLst/>
              </a:prstGeom>
              <a:blipFill rotWithShape="0">
                <a:blip r:embed="rId4"/>
                <a:stretch>
                  <a:fillRect l="-3344" b="-1196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469737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Electronic Card Presentation Template www.templatesppt.com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Classic 2">
      <a:majorFont>
        <a:latin typeface="Arial"/>
        <a:ea typeface=""/>
        <a:cs typeface=""/>
        <a:font script="Jpan" typeface="ＭＳ Ｐゴシック"/>
        <a:font script="Hang" typeface="돋움"/>
        <a:font script="Hans" typeface="方正舒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돋움"/>
        <a:font script="Hans" typeface="方正舒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</TotalTime>
  <Words>557</Words>
  <Application>Microsoft Office PowerPoint</Application>
  <PresentationFormat>Widescreen</PresentationFormat>
  <Paragraphs>203</Paragraphs>
  <Slides>42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13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42</vt:i4>
      </vt:variant>
    </vt:vector>
  </HeadingPairs>
  <TitlesOfParts>
    <vt:vector size="57" baseType="lpstr">
      <vt:lpstr>Microsoft YaHei</vt:lpstr>
      <vt:lpstr>SimSun</vt:lpstr>
      <vt:lpstr>Arial</vt:lpstr>
      <vt:lpstr>Bahnschrift</vt:lpstr>
      <vt:lpstr>Baskerville Old Face</vt:lpstr>
      <vt:lpstr>Calibri</vt:lpstr>
      <vt:lpstr>Calibri Light</vt:lpstr>
      <vt:lpstr>Cambria</vt:lpstr>
      <vt:lpstr>Cambria Math</vt:lpstr>
      <vt:lpstr>方正舒体</vt:lpstr>
      <vt:lpstr>Wingdings</vt:lpstr>
      <vt:lpstr>方正正黑简体</vt:lpstr>
      <vt:lpstr>方正清刻本悦宋简体</vt:lpstr>
      <vt:lpstr>Office Theme</vt:lpstr>
      <vt:lpstr>Electronic Card Presentation Template www.templatesppt.com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Microsoft account</dc:creator>
  <cp:lastModifiedBy>Neeraj Mishra</cp:lastModifiedBy>
  <cp:revision>1</cp:revision>
  <dcterms:created xsi:type="dcterms:W3CDTF">2026-04-25T11:49:01Z</dcterms:created>
  <dcterms:modified xsi:type="dcterms:W3CDTF">2026-08-25T10:17:37Z</dcterms:modified>
</cp:coreProperties>
</file>